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2.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3.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4.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5.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theme/theme6.xml" ContentType="application/vnd.openxmlformats-officedocument.theme+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theme/theme7.xml" ContentType="application/vnd.openxmlformats-officedocument.theme+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708" r:id="rId5"/>
    <p:sldMasterId id="2147483774" r:id="rId6"/>
    <p:sldMasterId id="2147483840" r:id="rId7"/>
    <p:sldMasterId id="2147483882" r:id="rId8"/>
    <p:sldMasterId id="2147483924" r:id="rId9"/>
    <p:sldMasterId id="2147483945" r:id="rId10"/>
    <p:sldMasterId id="2147483965" r:id="rId11"/>
  </p:sldMasterIdLst>
  <p:notesMasterIdLst>
    <p:notesMasterId r:id="rId101"/>
  </p:notesMasterIdLst>
  <p:sldIdLst>
    <p:sldId id="2147483467" r:id="rId12"/>
    <p:sldId id="278" r:id="rId13"/>
    <p:sldId id="382" r:id="rId14"/>
    <p:sldId id="448" r:id="rId15"/>
    <p:sldId id="2147483568" r:id="rId16"/>
    <p:sldId id="450" r:id="rId17"/>
    <p:sldId id="2147483647" r:id="rId18"/>
    <p:sldId id="478" r:id="rId19"/>
    <p:sldId id="383" r:id="rId20"/>
    <p:sldId id="2147483643" r:id="rId21"/>
    <p:sldId id="368" r:id="rId22"/>
    <p:sldId id="257" r:id="rId23"/>
    <p:sldId id="256" r:id="rId24"/>
    <p:sldId id="465" r:id="rId25"/>
    <p:sldId id="2147483569" r:id="rId26"/>
    <p:sldId id="2147483570" r:id="rId27"/>
    <p:sldId id="2147483571" r:id="rId28"/>
    <p:sldId id="2147483572" r:id="rId29"/>
    <p:sldId id="2147482893" r:id="rId30"/>
    <p:sldId id="2147482894" r:id="rId31"/>
    <p:sldId id="2147479642" r:id="rId32"/>
    <p:sldId id="2147482891" r:id="rId33"/>
    <p:sldId id="2147482972" r:id="rId34"/>
    <p:sldId id="2147482969" r:id="rId35"/>
    <p:sldId id="2147482973" r:id="rId36"/>
    <p:sldId id="2147482971" r:id="rId37"/>
    <p:sldId id="2147482974" r:id="rId38"/>
    <p:sldId id="2147482976" r:id="rId39"/>
    <p:sldId id="2147482983" r:id="rId40"/>
    <p:sldId id="2147482959" r:id="rId41"/>
    <p:sldId id="2147479644" r:id="rId42"/>
    <p:sldId id="2147479624" r:id="rId43"/>
    <p:sldId id="264" r:id="rId44"/>
    <p:sldId id="2147483573" r:id="rId45"/>
    <p:sldId id="2147483001" r:id="rId46"/>
    <p:sldId id="2147483020" r:id="rId47"/>
    <p:sldId id="258" r:id="rId48"/>
    <p:sldId id="2147482926" r:id="rId49"/>
    <p:sldId id="2147482935" r:id="rId50"/>
    <p:sldId id="2147483574" r:id="rId51"/>
    <p:sldId id="2147482927" r:id="rId52"/>
    <p:sldId id="2147482929" r:id="rId53"/>
    <p:sldId id="2147482930" r:id="rId54"/>
    <p:sldId id="260" r:id="rId55"/>
    <p:sldId id="2147482898" r:id="rId56"/>
    <p:sldId id="2147483016" r:id="rId57"/>
    <p:sldId id="2147483009" r:id="rId58"/>
    <p:sldId id="2147483010" r:id="rId59"/>
    <p:sldId id="2147483019" r:id="rId60"/>
    <p:sldId id="2147483018" r:id="rId61"/>
    <p:sldId id="262" r:id="rId62"/>
    <p:sldId id="2147483026" r:id="rId63"/>
    <p:sldId id="2147483011" r:id="rId64"/>
    <p:sldId id="2147483027" r:id="rId65"/>
    <p:sldId id="2147483028" r:id="rId66"/>
    <p:sldId id="2147483030" r:id="rId67"/>
    <p:sldId id="261" r:id="rId68"/>
    <p:sldId id="2147483034" r:id="rId69"/>
    <p:sldId id="259" r:id="rId70"/>
    <p:sldId id="2147483645" r:id="rId71"/>
    <p:sldId id="2147483070" r:id="rId72"/>
    <p:sldId id="2147483071" r:id="rId73"/>
    <p:sldId id="2147483072" r:id="rId74"/>
    <p:sldId id="2147483073" r:id="rId75"/>
    <p:sldId id="263" r:id="rId76"/>
    <p:sldId id="266" r:id="rId77"/>
    <p:sldId id="267" r:id="rId78"/>
    <p:sldId id="268" r:id="rId79"/>
    <p:sldId id="269" r:id="rId80"/>
    <p:sldId id="270" r:id="rId81"/>
    <p:sldId id="2147483081" r:id="rId82"/>
    <p:sldId id="2147483091" r:id="rId83"/>
    <p:sldId id="2147483094" r:id="rId84"/>
    <p:sldId id="2147483095" r:id="rId85"/>
    <p:sldId id="2147483098" r:id="rId86"/>
    <p:sldId id="2147483096" r:id="rId87"/>
    <p:sldId id="265" r:id="rId88"/>
    <p:sldId id="2147483646" r:id="rId89"/>
    <p:sldId id="274" r:id="rId90"/>
    <p:sldId id="324" r:id="rId91"/>
    <p:sldId id="425" r:id="rId92"/>
    <p:sldId id="365" r:id="rId93"/>
    <p:sldId id="299" r:id="rId94"/>
    <p:sldId id="276" r:id="rId95"/>
    <p:sldId id="2147483577" r:id="rId96"/>
    <p:sldId id="2147483576" r:id="rId97"/>
    <p:sldId id="2147483578" r:id="rId98"/>
    <p:sldId id="2147483579" r:id="rId99"/>
    <p:sldId id="2147483580"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664CCB-2805-4C60-BC85-2999AD39FEA6}">
          <p14:sldIdLst>
            <p14:sldId id="2147483467"/>
            <p14:sldId id="278"/>
            <p14:sldId id="382"/>
            <p14:sldId id="448"/>
            <p14:sldId id="2147483568"/>
            <p14:sldId id="450"/>
            <p14:sldId id="2147483647"/>
            <p14:sldId id="478"/>
            <p14:sldId id="383"/>
            <p14:sldId id="2147483643"/>
            <p14:sldId id="368"/>
            <p14:sldId id="257"/>
            <p14:sldId id="256"/>
            <p14:sldId id="465"/>
            <p14:sldId id="2147483569"/>
            <p14:sldId id="2147483570"/>
            <p14:sldId id="2147483571"/>
          </p14:sldIdLst>
        </p14:section>
        <p14:section name=" Building your first agent in Python" id="{245A387A-CFAC-43E2-8A4A-40491BA92958}">
          <p14:sldIdLst>
            <p14:sldId id="2147483572"/>
            <p14:sldId id="2147482893"/>
            <p14:sldId id="2147482894"/>
            <p14:sldId id="2147479642"/>
            <p14:sldId id="2147482891"/>
            <p14:sldId id="2147482972"/>
            <p14:sldId id="2147482969"/>
            <p14:sldId id="2147482973"/>
            <p14:sldId id="2147482971"/>
            <p14:sldId id="2147482974"/>
            <p14:sldId id="2147482976"/>
            <p14:sldId id="2147482983"/>
            <p14:sldId id="2147482959"/>
            <p14:sldId id="2147479644"/>
            <p14:sldId id="2147479624"/>
            <p14:sldId id="264"/>
          </p14:sldIdLst>
        </p14:section>
        <p14:section name="Adding context and memory to agents" id="{EFC52080-FF5C-4C18-B9D0-F0046BFAF042}">
          <p14:sldIdLst>
            <p14:sldId id="2147483573"/>
            <p14:sldId id="2147483001"/>
            <p14:sldId id="2147483020"/>
            <p14:sldId id="258"/>
          </p14:sldIdLst>
        </p14:section>
        <p14:section name=" Monitoring and evaluating agents" id="{5D3B7870-B8CE-4568-A2F1-66526E4C9E52}">
          <p14:sldIdLst>
            <p14:sldId id="2147482926"/>
            <p14:sldId id="2147482935"/>
            <p14:sldId id="2147483574"/>
            <p14:sldId id="2147482927"/>
            <p14:sldId id="2147482929"/>
            <p14:sldId id="2147482930"/>
            <p14:sldId id="260"/>
          </p14:sldIdLst>
        </p14:section>
        <p14:section name="Building your first AI-driven workflows" id="{25A1D1FF-3862-42BE-806B-55AF56D16DB6}">
          <p14:sldIdLst>
            <p14:sldId id="2147482898"/>
            <p14:sldId id="2147483016"/>
            <p14:sldId id="2147483009"/>
            <p14:sldId id="2147483010"/>
            <p14:sldId id="2147483019"/>
            <p14:sldId id="2147483018"/>
            <p14:sldId id="262"/>
            <p14:sldId id="2147483026"/>
            <p14:sldId id="2147483011"/>
            <p14:sldId id="2147483027"/>
            <p14:sldId id="2147483028"/>
            <p14:sldId id="2147483030"/>
            <p14:sldId id="261"/>
          </p14:sldIdLst>
        </p14:section>
        <p14:section name="Orchestrating advanced multi-agent workflows" id="{9D5EE2F9-4090-4C86-A85B-7EA2518549D8}">
          <p14:sldIdLst>
            <p14:sldId id="2147483034"/>
            <p14:sldId id="259"/>
            <p14:sldId id="2147483645"/>
            <p14:sldId id="2147483070"/>
            <p14:sldId id="2147483071"/>
            <p14:sldId id="2147483072"/>
            <p14:sldId id="2147483073"/>
            <p14:sldId id="263"/>
          </p14:sldIdLst>
        </p14:section>
        <p14:section name="Adding a human in the loop to agentic workflow" id="{99405DBF-7DAB-4BBA-9C86-4965F1F0016A}">
          <p14:sldIdLst>
            <p14:sldId id="266"/>
            <p14:sldId id="267"/>
            <p14:sldId id="268"/>
            <p14:sldId id="269"/>
            <p14:sldId id="270"/>
            <p14:sldId id="2147483081"/>
            <p14:sldId id="2147483091"/>
            <p14:sldId id="2147483094"/>
            <p14:sldId id="2147483095"/>
            <p14:sldId id="2147483098"/>
            <p14:sldId id="2147483096"/>
            <p14:sldId id="265"/>
          </p14:sldIdLst>
        </p14:section>
        <p14:section name="Others" id="{E11C7E17-C273-4789-9DAB-ED3EACCBC040}">
          <p14:sldIdLst>
            <p14:sldId id="2147483646"/>
            <p14:sldId id="274"/>
            <p14:sldId id="324"/>
          </p14:sldIdLst>
        </p14:section>
        <p14:section name="Appendix" id="{13602519-1111-406C-9C96-0D78BE5847DC}">
          <p14:sldIdLst>
            <p14:sldId id="425"/>
            <p14:sldId id="365"/>
            <p14:sldId id="299"/>
            <p14:sldId id="276"/>
            <p14:sldId id="2147483577"/>
            <p14:sldId id="2147483576"/>
            <p14:sldId id="2147483578"/>
            <p14:sldId id="2147483579"/>
            <p14:sldId id="214748358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CD62FA-6346-43D9-8FA8-D7C5BF719FBC}" v="31" dt="2026-04-09T18:58:49.6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351" autoAdjust="0"/>
  </p:normalViewPr>
  <p:slideViewPr>
    <p:cSldViewPr snapToGrid="0">
      <p:cViewPr varScale="1">
        <p:scale>
          <a:sx n="76" d="100"/>
          <a:sy n="76" d="100"/>
        </p:scale>
        <p:origin x="10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6" Type="http://schemas.openxmlformats.org/officeDocument/2006/relationships/slide" Target="slides/slide5.xml"/><Relationship Id="rId107" Type="http://schemas.microsoft.com/office/2018/10/relationships/authors" Target="authors.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presProps" Target="presProps.xml"/><Relationship Id="rId5" Type="http://schemas.openxmlformats.org/officeDocument/2006/relationships/slideMaster" Target="slideMasters/slideMaster2.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viewProps" Target="viewProp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slide" Target="slides/slide80.xml"/><Relationship Id="rId96" Type="http://schemas.openxmlformats.org/officeDocument/2006/relationships/slide" Target="slides/slide85.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6"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slide" Target="slides/slide83.xml"/><Relationship Id="rId99" Type="http://schemas.openxmlformats.org/officeDocument/2006/relationships/slide" Target="slides/slide88.xml"/><Relationship Id="rId10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slide" Target="slides/slide89.xml"/><Relationship Id="rId105"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3" Type="http://schemas.openxmlformats.org/officeDocument/2006/relationships/customXml" Target="../customXml/item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66F0E-994A-4CDB-AF27-85DDD7203E07}"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986CC9-909E-4E10-82D7-EC845B7F8FE8}" type="slidenum">
              <a:rPr lang="en-US" smtClean="0"/>
              <a:t>‹#›</a:t>
            </a:fld>
            <a:endParaRPr lang="en-US"/>
          </a:p>
        </p:txBody>
      </p:sp>
    </p:spTree>
    <p:extLst>
      <p:ext uri="{BB962C8B-B14F-4D97-AF65-F5344CB8AC3E}">
        <p14:creationId xmlns:p14="http://schemas.microsoft.com/office/powerpoint/2010/main" val="4157034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echcommunity.microsoft.com/blog/aiplatformblog/ignite-2024-announcing-the-azure-ai-foundry-sdk/4295862?previewMessage=tru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ka.ms/pythonagents/slides/contextmemory"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learn.microsoft.com/agent-framework/workflows/events"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earn.microsoft.com/agent-framework/workflows/events"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84.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85.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86.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87.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88.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89.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Calibri" panose="020F0502020204030204" pitchFamily="34" charset="0"/>
                <a:ea typeface="MS Mincho" panose="02020609040205080304" pitchFamily="49" charset="-128"/>
                <a:cs typeface="Arial" panose="020B0604020202020204" pitchFamily="34" charset="0"/>
              </a:rPr>
              <a:t>An </a:t>
            </a:r>
            <a:r>
              <a:rPr lang="en-US" sz="900" b="1">
                <a:effectLst/>
                <a:latin typeface="Calibri" panose="020F0502020204030204" pitchFamily="34" charset="0"/>
                <a:ea typeface="MS Mincho" panose="02020609040205080304" pitchFamily="49" charset="-128"/>
                <a:cs typeface="Arial" panose="020B0604020202020204" pitchFamily="34" charset="0"/>
              </a:rPr>
              <a:t>AI</a:t>
            </a:r>
            <a:r>
              <a:rPr lang="en-US" sz="900">
                <a:effectLst/>
                <a:latin typeface="Calibri" panose="020F0502020204030204" pitchFamily="34" charset="0"/>
                <a:ea typeface="MS Mincho" panose="02020609040205080304" pitchFamily="49" charset="-128"/>
                <a:cs typeface="Arial" panose="020B0604020202020204" pitchFamily="34" charset="0"/>
              </a:rPr>
              <a:t> </a:t>
            </a:r>
            <a:r>
              <a:rPr lang="en-US" sz="900" b="1">
                <a:effectLst/>
                <a:latin typeface="Calibri" panose="020F0502020204030204" pitchFamily="34" charset="0"/>
                <a:ea typeface="MS Mincho" panose="02020609040205080304" pitchFamily="49" charset="-128"/>
                <a:cs typeface="Arial" panose="020B0604020202020204" pitchFamily="34" charset="0"/>
              </a:rPr>
              <a:t>agent</a:t>
            </a:r>
            <a:r>
              <a:rPr lang="en-US" sz="900">
                <a:effectLst/>
                <a:latin typeface="Calibri" panose="020F0502020204030204" pitchFamily="34" charset="0"/>
                <a:ea typeface="MS Mincho" panose="02020609040205080304" pitchFamily="49" charset="-128"/>
                <a:cs typeface="Arial" panose="020B0604020202020204" pitchFamily="34" charset="0"/>
              </a:rPr>
              <a:t> is a simple program where you allow an LLM to help you decide the control flow of the program. It is like a micro-service that can execute tasks and achieve specific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ffectLst/>
              <a:latin typeface="Calibri" panose="020F0502020204030204" pitchFamily="34" charset="0"/>
              <a:ea typeface="MS Mincho" panose="02020609040205080304" pitchFamily="49"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Segoe UI" panose="020B0502040204020203" pitchFamily="34" charset="0"/>
              </a:rPr>
              <a:t>just like microservices, you can update or fine-tune an agent without having to rebuild the whole system. Even if our applications aren’t literally a collection of tiny agents coordinating with each other, thinking in these terms helps us focus on modularity and scalability. It’s all about having a unit of logic that's easy to optimize and improve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u="sng">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latin typeface="Segoe UI Semilight" panose="020B0402040204020203" pitchFamily="34" charset="0"/>
                <a:ea typeface="Times New Roman" panose="02020603050405020304" pitchFamily="18" charset="0"/>
                <a:cs typeface="Times New Roman" panose="02020603050405020304" pitchFamily="18" charset="0"/>
              </a:rPr>
              <a:t>What makes an agent different from traditional software (and RPA) is its ability to handle unstructured, multi-modal input, it uses the LLM to decide which tool to invoke. </a:t>
            </a:r>
            <a:endParaRPr lang="en-US"/>
          </a:p>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9878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035521-3C52-406A-87A8-13645DF709D5}" type="slidenum">
              <a:rPr lang="en-US" smtClean="0"/>
              <a:t>3</a:t>
            </a:fld>
            <a:endParaRPr lang="en-US"/>
          </a:p>
        </p:txBody>
      </p:sp>
    </p:spTree>
    <p:extLst>
      <p:ext uri="{BB962C8B-B14F-4D97-AF65-F5344CB8AC3E}">
        <p14:creationId xmlns:p14="http://schemas.microsoft.com/office/powerpoint/2010/main" val="2895132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AI agents from scratch has traditionally been a complex and challenging task. There are several factors involved, such as integrating diverse tools and APIs that may have different interfaces and data formats. Interoperability is another hurdle, as agents need to work seamlessly across various platforms. Scalability is critical to ensure agents can handle growing data and workloads. Additionally, real-time processing, maintenance, and error handling add to the complexity. These challenges have made it difficult to rapidly deploy and scale AI agents that can be both effective and secure.</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51458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DA173-0954-0A9F-F8FA-CC95598D4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DF700-B8F2-B64E-1671-458FBFD03B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FFB00-42FF-47D8-B766-8AE527FAD4B7}"/>
              </a:ext>
            </a:extLst>
          </p:cNvPr>
          <p:cNvSpPr>
            <a:spLocks noGrp="1"/>
          </p:cNvSpPr>
          <p:nvPr>
            <p:ph type="body" idx="1"/>
          </p:nvPr>
        </p:nvSpPr>
        <p:spPr/>
        <p:txBody>
          <a:bodyPr/>
          <a:lstStyle/>
          <a:p>
            <a:r>
              <a:rPr lang="en-US"/>
              <a:t>Building AI agents from scratch has traditionally been a complex and challenging task. There are several factors involved, such as integrating diverse tools and APIs that may have different interfaces and data formats. Interoperability is another hurdle, as agents need to work seamlessly across various platforms. Scalability is critical to ensure agents can handle growing data and workloads. Additionally, real-time processing, maintenance, and error handling add to the complexity. These challenges have made it difficult to rapidly deploy and scale AI agents that can be both effective and secure.</a:t>
            </a:r>
          </a:p>
        </p:txBody>
      </p:sp>
      <p:sp>
        <p:nvSpPr>
          <p:cNvPr id="4" name="Header Placeholder 3">
            <a:extLst>
              <a:ext uri="{FF2B5EF4-FFF2-40B4-BE49-F238E27FC236}">
                <a16:creationId xmlns:a16="http://schemas.microsoft.com/office/drawing/2014/main" id="{F114D270-69FE-3A8C-E893-B85C56D1D1D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8B935019-B37B-E8EE-70EB-D9D9EE282EC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1CD7751-B1F3-0240-705D-DED033F96DD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AC2F1157-2D30-0F0D-BAE4-6FAC15E15DC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889496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Organizations today are facing challenges in developing AI agents due to the limitations of current frameworks. These include a lack of integrated tools, security risks, and challenges in orchestrating complex workflows. What’s truly needed is a platform that connects complex workflow automation to enterprise data and seamlessly integrates with existing tools and applications. Flexible models must enable the processing of multiple types of data and modalities, and security must be built in to ensure compliance and data protection. The need is clear: organizations require platforms that make it easier to build and deploy scalable, secure AI agents rapidly.</a:t>
            </a:r>
          </a:p>
        </p:txBody>
      </p:sp>
      <p:sp>
        <p:nvSpPr>
          <p:cNvPr id="4" name="Slide Number Placeholder 3"/>
          <p:cNvSpPr>
            <a:spLocks noGrp="1"/>
          </p:cNvSpPr>
          <p:nvPr>
            <p:ph type="sldNum" sz="quarter" idx="5"/>
          </p:nvPr>
        </p:nvSpPr>
        <p:spPr/>
        <p:txBody>
          <a:bodyPr/>
          <a:lstStyle/>
          <a:p>
            <a:fld id="{E0035521-3C52-406A-87A8-13645DF709D5}" type="slidenum">
              <a:rPr lang="en-US" smtClean="0"/>
              <a:t>6</a:t>
            </a:fld>
            <a:endParaRPr lang="en-US"/>
          </a:p>
        </p:txBody>
      </p:sp>
    </p:spTree>
    <p:extLst>
      <p:ext uri="{BB962C8B-B14F-4D97-AF65-F5344CB8AC3E}">
        <p14:creationId xmlns:p14="http://schemas.microsoft.com/office/powerpoint/2010/main" val="3080744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409F5-FC82-D1D9-58FE-24EBF6890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7FFD7-C66D-6A6C-D866-90F8B8326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32EC6-DF54-77C0-ECB8-3B562B079AFD}"/>
              </a:ext>
            </a:extLst>
          </p:cNvPr>
          <p:cNvSpPr>
            <a:spLocks noGrp="1"/>
          </p:cNvSpPr>
          <p:nvPr>
            <p:ph type="body" idx="1"/>
          </p:nvPr>
        </p:nvSpPr>
        <p:spPr/>
        <p:txBody>
          <a:bodyPr/>
          <a:lstStyle/>
          <a:p>
            <a:r>
              <a:rPr lang="en-US"/>
              <a:t>Organizations today are facing challenges in developing AI agents due to the limitations of current frameworks. These include a lack of integrated tools, security risks, and challenges in orchestrating complex workflows. What’s truly needed is a platform that connects complex workflow automation to enterprise data and seamlessly integrates with existing tools and applications. Flexible models must enable the processing of multiple types of data and modalities, and security must be built in to ensure compliance and data protection. The need is clear: organizations require platforms that make it easier to build and deploy scalable, secure AI agents rapidly.</a:t>
            </a:r>
          </a:p>
        </p:txBody>
      </p:sp>
      <p:sp>
        <p:nvSpPr>
          <p:cNvPr id="4" name="Slide Number Placeholder 3">
            <a:extLst>
              <a:ext uri="{FF2B5EF4-FFF2-40B4-BE49-F238E27FC236}">
                <a16:creationId xmlns:a16="http://schemas.microsoft.com/office/drawing/2014/main" id="{0328DB14-6E4D-0F12-704A-77E0063BF5D3}"/>
              </a:ext>
            </a:extLst>
          </p:cNvPr>
          <p:cNvSpPr>
            <a:spLocks noGrp="1"/>
          </p:cNvSpPr>
          <p:nvPr>
            <p:ph type="sldNum" sz="quarter" idx="5"/>
          </p:nvPr>
        </p:nvSpPr>
        <p:spPr/>
        <p:txBody>
          <a:bodyPr/>
          <a:lstStyle/>
          <a:p>
            <a:fld id="{E0035521-3C52-406A-87A8-13645DF709D5}" type="slidenum">
              <a:rPr lang="en-US" smtClean="0"/>
              <a:t>7</a:t>
            </a:fld>
            <a:endParaRPr lang="en-US"/>
          </a:p>
        </p:txBody>
      </p:sp>
    </p:spTree>
    <p:extLst>
      <p:ext uri="{BB962C8B-B14F-4D97-AF65-F5344CB8AC3E}">
        <p14:creationId xmlns:p14="http://schemas.microsoft.com/office/powerpoint/2010/main" val="3244665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3549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9795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use to show the agent factory ecosystem. NOT to be used in place of primary Foundry placemat/marketecture slide.</a:t>
            </a: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6651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46"/>
              </a:spcAft>
            </a:pPr>
            <a:r>
              <a:rPr lang="en-US" sz="1900" kern="100">
                <a:latin typeface="Aptos" panose="020B0004020202020204" pitchFamily="34" charset="0"/>
                <a:ea typeface="Yu Mincho" panose="02020400000000000000" pitchFamily="18" charset="-128"/>
                <a:cs typeface="Arial" panose="020B0604020202020204" pitchFamily="34" charset="0"/>
              </a:rPr>
              <a:t>Azure AI Agent Service is a </a:t>
            </a:r>
            <a:r>
              <a:rPr lang="en-US" sz="1900" b="1" kern="100">
                <a:latin typeface="Aptos" panose="020B0004020202020204" pitchFamily="34" charset="0"/>
                <a:ea typeface="Yu Mincho" panose="02020400000000000000" pitchFamily="18" charset="-128"/>
                <a:cs typeface="Arial" panose="020B0604020202020204" pitchFamily="34" charset="0"/>
              </a:rPr>
              <a:t>flexible, use-case-agnostic platform</a:t>
            </a:r>
            <a:r>
              <a:rPr lang="en-US" sz="1900" kern="100">
                <a:latin typeface="Aptos" panose="020B0004020202020204" pitchFamily="34" charset="0"/>
                <a:ea typeface="Yu Mincho" panose="02020400000000000000" pitchFamily="18" charset="-128"/>
                <a:cs typeface="Arial" panose="020B0604020202020204" pitchFamily="34" charset="0"/>
              </a:rPr>
              <a:t> for building, deploying, and managing AI agents. These agents can operate autonomously with human oversight, leveraging contextual data to perform tasks and achieve specified goals.</a:t>
            </a:r>
          </a:p>
          <a:p>
            <a:pPr>
              <a:lnSpc>
                <a:spcPct val="115000"/>
              </a:lnSpc>
              <a:spcAft>
                <a:spcPts val="846"/>
              </a:spcAft>
            </a:pPr>
            <a:r>
              <a:rPr lang="en-US" sz="1900" kern="100">
                <a:latin typeface="Aptos" panose="020B0004020202020204" pitchFamily="34" charset="0"/>
                <a:ea typeface="Yu Mincho" panose="02020400000000000000" pitchFamily="18" charset="-128"/>
                <a:cs typeface="Arial" panose="020B0604020202020204" pitchFamily="34" charset="0"/>
              </a:rPr>
              <a:t>The service integrates cutting-edge models and tools from Microsoft, OpenAI, and partners like Meta, Mistral, and Cohere, providing an unparalleled platform for AI-driven automation. Through the </a:t>
            </a:r>
            <a:r>
              <a:rPr lang="en-US" sz="1900" b="1" u="sng" kern="100">
                <a:solidFill>
                  <a:srgbClr val="008080"/>
                </a:solidFill>
                <a:latin typeface="Aptos" panose="020B0004020202020204" pitchFamily="34" charset="0"/>
                <a:ea typeface="Yu Mincho" panose="02020400000000000000" pitchFamily="18" charset="-128"/>
                <a:cs typeface="Arial" panose="020B0604020202020204" pitchFamily="34" charset="0"/>
                <a:hlinkClick r:id="rId3"/>
              </a:rPr>
              <a:t>Azure AI Foundry SDK</a:t>
            </a:r>
            <a:r>
              <a:rPr lang="en-US" sz="1900" kern="100">
                <a:latin typeface="Aptos" panose="020B0004020202020204" pitchFamily="34" charset="0"/>
                <a:ea typeface="Yu Mincho" panose="02020400000000000000" pitchFamily="18" charset="-128"/>
                <a:cs typeface="Arial" panose="020B0604020202020204" pitchFamily="34" charset="0"/>
              </a:rPr>
              <a:t>  and an intuitive </a:t>
            </a:r>
            <a:r>
              <a:rPr lang="en-US" sz="1900" b="1" u="sng" kern="100">
                <a:solidFill>
                  <a:srgbClr val="467886"/>
                </a:solidFill>
                <a:latin typeface="Aptos" panose="020B0004020202020204" pitchFamily="34" charset="0"/>
                <a:ea typeface="Yu Mincho" panose="02020400000000000000" pitchFamily="18" charset="-128"/>
                <a:cs typeface="Arial" panose="020B0604020202020204" pitchFamily="34" charset="0"/>
              </a:rPr>
              <a:t>Azure AI Foundry portal</a:t>
            </a:r>
            <a:r>
              <a:rPr lang="en-US" sz="1900" u="sng" kern="100">
                <a:solidFill>
                  <a:srgbClr val="467886"/>
                </a:solidFill>
                <a:latin typeface="Aptos" panose="020B0004020202020204" pitchFamily="34" charset="0"/>
                <a:ea typeface="Yu Mincho" panose="02020400000000000000" pitchFamily="18" charset="-128"/>
                <a:cs typeface="Arial" panose="020B0604020202020204" pitchFamily="34" charset="0"/>
              </a:rPr>
              <a:t> </a:t>
            </a:r>
            <a:r>
              <a:rPr lang="en-US" sz="1900" kern="100">
                <a:latin typeface="Aptos" panose="020B0004020202020204" pitchFamily="34" charset="0"/>
                <a:ea typeface="Yu Mincho" panose="02020400000000000000" pitchFamily="18" charset="-128"/>
                <a:cs typeface="Arial" panose="020B0604020202020204" pitchFamily="34" charset="0"/>
              </a:rPr>
              <a:t> experience, developers can quickly create powerful agents while benefiting from Azure’s </a:t>
            </a:r>
            <a:r>
              <a:rPr lang="en-US" sz="1900" b="1" kern="100">
                <a:latin typeface="Aptos" panose="020B0004020202020204" pitchFamily="34" charset="0"/>
                <a:ea typeface="Yu Mincho" panose="02020400000000000000" pitchFamily="18" charset="-128"/>
                <a:cs typeface="Arial" panose="020B0604020202020204" pitchFamily="34" charset="0"/>
              </a:rPr>
              <a:t>enterprise-grade security and performance guarantees</a:t>
            </a:r>
            <a:r>
              <a:rPr lang="en-US" sz="1900" kern="100">
                <a:latin typeface="Aptos" panose="020B0004020202020204" pitchFamily="34" charset="0"/>
                <a:ea typeface="Yu Mincho" panose="02020400000000000000" pitchFamily="18" charset="-128"/>
                <a:cs typeface="Arial" panose="020B0604020202020204" pitchFamily="34" charset="0"/>
              </a:rPr>
              <a:t>.</a:t>
            </a:r>
            <a:endParaRPr lang="en-US" sz="1000">
              <a:cs typeface="Segoe Sans Text" pitchFamily="2" charset="0"/>
            </a:endParaRPr>
          </a:p>
        </p:txBody>
      </p:sp>
      <p:sp>
        <p:nvSpPr>
          <p:cNvPr id="4" name="Header Placeholder 3"/>
          <p:cNvSpPr>
            <a:spLocks noGrp="1"/>
          </p:cNvSpPr>
          <p:nvPr>
            <p:ph type="hdr" sz="quarter"/>
          </p:nvPr>
        </p:nvSpPr>
        <p:spPr/>
        <p:txBody>
          <a:bodyPr/>
          <a:lstStyle/>
          <a:p>
            <a:pPr defTabSz="966577">
              <a:defRPr/>
            </a:pPr>
            <a:endParaRPr lang="en-US">
              <a:solidFill>
                <a:prstClr val="black"/>
              </a:solidFill>
              <a:latin typeface="Segoe Sans Text" pitchFamily="2" charset="0"/>
            </a:endParaRPr>
          </a:p>
        </p:txBody>
      </p:sp>
      <p:sp>
        <p:nvSpPr>
          <p:cNvPr id="5" name="Footer Placeholder 4"/>
          <p:cNvSpPr>
            <a:spLocks noGrp="1"/>
          </p:cNvSpPr>
          <p:nvPr>
            <p:ph type="ftr" sz="quarter" idx="4"/>
          </p:nvPr>
        </p:nvSpPr>
        <p:spPr/>
        <p:txBody>
          <a:bodyPr/>
          <a:lstStyle/>
          <a:p>
            <a:pPr marL="604133" defTabSz="966294" eaLnBrk="0" hangingPunct="0">
              <a:defRPr/>
            </a:pPr>
            <a:r>
              <a:rPr lang="en-US" sz="400">
                <a:gradFill>
                  <a:gsLst>
                    <a:gs pos="0">
                      <a:prstClr val="black"/>
                    </a:gs>
                    <a:gs pos="100000">
                      <a:prstClr val="black"/>
                    </a:gs>
                  </a:gsLst>
                  <a:lin ang="5400000" scaled="0"/>
                </a:gradFill>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defTabSz="966577">
              <a:defRPr/>
            </a:pPr>
            <a:fld id="{386CE63F-9E7F-4C04-9D0D-FCA25A8E9E86}" type="datetime8">
              <a:rPr lang="en-US">
                <a:solidFill>
                  <a:prstClr val="black"/>
                </a:solidFill>
                <a:latin typeface="Segoe Sans Text" pitchFamily="2" charset="0"/>
              </a:rPr>
              <a:pPr defTabSz="966577">
                <a:defRPr/>
              </a:pPr>
              <a:t>4/9/2026 7:43 AM</a:t>
            </a:fld>
            <a:endParaRPr lang="en-US">
              <a:solidFill>
                <a:prstClr val="black"/>
              </a:solidFill>
              <a:latin typeface="Segoe Sans Text" pitchFamily="2" charset="0"/>
            </a:endParaRPr>
          </a:p>
        </p:txBody>
      </p:sp>
      <p:sp>
        <p:nvSpPr>
          <p:cNvPr id="7" name="Slide Number Placeholder 6"/>
          <p:cNvSpPr>
            <a:spLocks noGrp="1"/>
          </p:cNvSpPr>
          <p:nvPr>
            <p:ph type="sldNum" sz="quarter" idx="5"/>
          </p:nvPr>
        </p:nvSpPr>
        <p:spPr/>
        <p:txBody>
          <a:bodyPr/>
          <a:lstStyle/>
          <a:p>
            <a:pPr defTabSz="966577">
              <a:defRPr/>
            </a:pPr>
            <a:fld id="{B4008EB6-D09E-4580-8CD6-DDB14511944F}" type="slidenum">
              <a:rPr lang="en-US">
                <a:solidFill>
                  <a:prstClr val="black"/>
                </a:solidFill>
                <a:latin typeface="Segoe Sans Text" pitchFamily="2" charset="0"/>
              </a:rPr>
              <a:pPr defTabSz="966577">
                <a:defRPr/>
              </a:pPr>
              <a:t>11</a:t>
            </a:fld>
            <a:endParaRPr lang="en-US">
              <a:solidFill>
                <a:prstClr val="black"/>
              </a:solidFill>
              <a:latin typeface="Segoe Sans Text" pitchFamily="2" charset="0"/>
            </a:endParaRPr>
          </a:p>
        </p:txBody>
      </p:sp>
    </p:spTree>
    <p:extLst>
      <p:ext uri="{BB962C8B-B14F-4D97-AF65-F5344CB8AC3E}">
        <p14:creationId xmlns:p14="http://schemas.microsoft.com/office/powerpoint/2010/main" val="1062640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offers a variety of agentic frameworks for different levels of agent complexity. The </a:t>
            </a:r>
            <a:r>
              <a:rPr lang="en-US" b="1"/>
              <a:t>Semantic Kernel</a:t>
            </a:r>
            <a:r>
              <a:rPr lang="en-US"/>
              <a:t> is ideal for those seeking to build powerful, single-agent solutions with the flexibility to expand to multi-agent systems. </a:t>
            </a:r>
            <a:r>
              <a:rPr lang="en-US" b="1" err="1"/>
              <a:t>AutoGen</a:t>
            </a:r>
            <a:r>
              <a:rPr lang="en-US"/>
              <a:t>, a more robust multi-agent framework, provides pre-built orchestration patterns for managing complex systems and a low-code/no-code environment for building agents.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3338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602B-A0F9-D4B6-E524-D3A6DE97A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1A229-31BA-560F-A2B9-BCFC2D05B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D49D9-7044-6351-ED7A-DDBDDE284208}"/>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8820A76-A6A9-F493-9F68-C786ABD0622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7A38F95-11FF-D3D5-9E86-F7811F1CAF7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9D10188-1F17-6EBE-4DFE-758C2193962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5234957-A4E1-78F8-8A6C-E591CF82F54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11933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DE31-431D-1435-1C08-1EF1396C3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1322E-E3A2-813D-A2A0-0E30A3CFB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F68E5-6ABC-0AF9-5651-076AA2737E6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68A7B2E-0A89-AC1C-3BD8-6C0FC614236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7271BB5-2B9B-7789-826B-F4A6B4B3D3A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CA822E2-30DC-0C10-AE8D-B6FA10B2362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BC175BCD-7C0D-BD0B-21F5-66913A293DF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46921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930C-4477-A314-71B3-B426B3066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6A0B0-CCFA-F4FD-15A9-682ECFC43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ABA5C-1CB0-69AD-85E6-B2A2EC837FE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AD3D53F0-BB44-579D-8744-91266CD194A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A228D99-F629-C8BE-C732-E8728E2FB7A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36F0523-378A-4172-DF95-F18DB3C81F5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B0602991-4C15-AE90-3B67-5E9EE38AFE8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52808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733D-872C-C7E1-B06D-38A2918EE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4A33C-A4B9-5932-873C-6E95C1209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14105-7594-A5E7-B151-E81CF3E88A82}"/>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9F0A0775-04CE-43EE-12C9-A86A5B3829E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7F73048-9142-0902-A95D-B5E3B556C69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E163482-FB7A-A464-F5D3-3AE46BAB253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82D9A3F-0296-CE91-3C8D-F8F745C4191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64960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5931-E0E2-C2D2-09E9-08A669CA0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CB234-617C-A656-C85F-50CC76040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EF50D-3A34-409D-F081-DCFAE94D752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F2FEEB9-9737-2348-4443-9F27730288A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40A858B-627B-26B6-C529-8111924C2E4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360A15B-F970-4C90-B1F1-F42C6C21A6E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595F393-01B7-3029-83A4-51F910303EE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02092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the following slide deck to go thru the concepts: </a:t>
            </a:r>
            <a:r>
              <a:rPr kumimoji="0" lang="en-US" sz="1200" b="0" i="0" u="none" strike="noStrike" kern="1200" cap="none" spc="0" normalizeH="0" baseline="0" noProof="0" dirty="0">
                <a:ln>
                  <a:noFill/>
                </a:ln>
                <a:solidFill>
                  <a:prstClr val="black"/>
                </a:solidFill>
                <a:effectLst/>
                <a:uLnTx/>
                <a:uFillTx/>
                <a:latin typeface="+mn-lt"/>
                <a:ea typeface="+mn-ea"/>
                <a:cs typeface="+mn-cs"/>
                <a:hlinkClick r:id="rId3"/>
              </a:rPr>
              <a:t>aka.ms/</a:t>
            </a:r>
            <a:r>
              <a:rPr kumimoji="0" lang="en-US" sz="1200" b="0" i="0" u="none" strike="noStrike" kern="1200" cap="none" spc="0" normalizeH="0" baseline="0" noProof="0" dirty="0" err="1">
                <a:ln>
                  <a:noFill/>
                </a:ln>
                <a:solidFill>
                  <a:prstClr val="black"/>
                </a:solidFill>
                <a:effectLst/>
                <a:uLnTx/>
                <a:uFillTx/>
                <a:latin typeface="+mn-lt"/>
                <a:ea typeface="+mn-ea"/>
                <a:cs typeface="+mn-cs"/>
                <a:hlinkClick r:id="rId3"/>
              </a:rPr>
              <a:t>pythonagents</a:t>
            </a:r>
            <a:r>
              <a:rPr kumimoji="0" lang="en-US" sz="1200" b="0" i="0" u="none" strike="noStrike" kern="1200" cap="none" spc="0" normalizeH="0" baseline="0" noProof="0" dirty="0">
                <a:ln>
                  <a:noFill/>
                </a:ln>
                <a:solidFill>
                  <a:prstClr val="black"/>
                </a:solidFill>
                <a:effectLst/>
                <a:uLnTx/>
                <a:uFillTx/>
                <a:latin typeface="+mn-lt"/>
                <a:ea typeface="+mn-ea"/>
                <a:cs typeface="+mn-cs"/>
                <a:hlinkClick r:id="rId3"/>
              </a:rPr>
              <a:t>/slides/</a:t>
            </a:r>
            <a:r>
              <a:rPr kumimoji="0" lang="en-US" sz="1200" b="0" i="0" u="none" strike="noStrike" kern="1200" cap="none" spc="0" normalizeH="0" baseline="0" noProof="0" dirty="0" err="1">
                <a:ln>
                  <a:noFill/>
                </a:ln>
                <a:solidFill>
                  <a:prstClr val="black"/>
                </a:solidFill>
                <a:effectLst/>
                <a:uLnTx/>
                <a:uFillTx/>
                <a:latin typeface="+mn-lt"/>
                <a:ea typeface="+mn-ea"/>
                <a:cs typeface="+mn-cs"/>
                <a:hlinkClick r:id="rId3"/>
              </a:rPr>
              <a:t>contextmemory</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D986CC9-909E-4E10-82D7-EC845B7F8FE8}" type="slidenum">
              <a:rPr lang="en-US" smtClean="0"/>
              <a:t>37</a:t>
            </a:fld>
            <a:endParaRPr lang="en-US"/>
          </a:p>
        </p:txBody>
      </p:sp>
    </p:spTree>
    <p:extLst>
      <p:ext uri="{BB962C8B-B14F-4D97-AF65-F5344CB8AC3E}">
        <p14:creationId xmlns:p14="http://schemas.microsoft.com/office/powerpoint/2010/main" val="156507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E7FE7-8C74-6335-AC82-E78633285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417C7-C0B5-99C4-AA9C-F6731560B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69E4A-A41A-D6D6-C494-D0961690774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0059DE42-2A4C-7EF4-1696-99E5509B8FB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786E190-D34B-9A3D-0FB1-3D0FFBAEDAB7}"/>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77CE5F3-5DB4-CF73-1A9D-214EC0E407B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C9AC21D-1229-4740-4A9C-6377CBF9793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46825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https://newsletter.pragmaticengineer.com/p/the-pragmatic-engineer-2025-survey-part-3</a:t>
            </a:r>
          </a:p>
        </p:txBody>
      </p:sp>
      <p:sp>
        <p:nvSpPr>
          <p:cNvPr id="4" name="Slide Number Placeholder 3"/>
          <p:cNvSpPr>
            <a:spLocks noGrp="1"/>
          </p:cNvSpPr>
          <p:nvPr>
            <p:ph type="sldNum" sz="quarter" idx="5"/>
          </p:nvPr>
        </p:nvSpPr>
        <p:spPr/>
        <p:txBody>
          <a:bodyPr/>
          <a:lstStyle/>
          <a:p>
            <a:fld id="{176777DB-9E19-4DE0-B5FC-477F0E7FE6A0}" type="slidenum">
              <a:rPr lang="es-MX" smtClean="0"/>
              <a:t>41</a:t>
            </a:fld>
            <a:endParaRPr lang="es-MX"/>
          </a:p>
        </p:txBody>
      </p:sp>
    </p:spTree>
    <p:extLst>
      <p:ext uri="{BB962C8B-B14F-4D97-AF65-F5344CB8AC3E}">
        <p14:creationId xmlns:p14="http://schemas.microsoft.com/office/powerpoint/2010/main" val="742723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6777DB-9E19-4DE0-B5FC-477F0E7FE6A0}"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2110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F4D8A-ED1A-AE02-8806-789AE24DD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2C637-4772-3332-2EBB-61DF6C5DB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55FFF-155E-B260-A9DF-97539A83F526}"/>
              </a:ext>
            </a:extLst>
          </p:cNvPr>
          <p:cNvSpPr>
            <a:spLocks noGrp="1"/>
          </p:cNvSpPr>
          <p:nvPr>
            <p:ph type="body" idx="1"/>
          </p:nvPr>
        </p:nvSpPr>
        <p:spPr/>
        <p:txBody>
          <a:bodyPr/>
          <a:lstStyle/>
          <a:p>
            <a:r>
              <a:rPr lang="en-US"/>
              <a:t>Handoffs?</a:t>
            </a:r>
          </a:p>
        </p:txBody>
      </p:sp>
      <p:sp>
        <p:nvSpPr>
          <p:cNvPr id="4" name="Slide Number Placeholder 3">
            <a:extLst>
              <a:ext uri="{FF2B5EF4-FFF2-40B4-BE49-F238E27FC236}">
                <a16:creationId xmlns:a16="http://schemas.microsoft.com/office/drawing/2014/main" id="{2F08B2DA-BAB1-DFE3-9794-0A2079B9EB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322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6260-7921-99E2-B3C3-6827DB57F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33CDA-E70F-5A87-BE7A-FFB0F7FC4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35642-6C51-9270-D9DF-E9340AFFB5AC}"/>
              </a:ext>
            </a:extLst>
          </p:cNvPr>
          <p:cNvSpPr>
            <a:spLocks noGrp="1"/>
          </p:cNvSpPr>
          <p:nvPr>
            <p:ph type="body" idx="1"/>
          </p:nvPr>
        </p:nvSpPr>
        <p:spPr/>
        <p:txBody>
          <a:bodyPr/>
          <a:lstStyle/>
          <a:p>
            <a:r>
              <a:rPr lang="en-US">
                <a:hlinkClick r:id="rId3"/>
              </a:rPr>
              <a:t>https://learn.microsoft.com/agent-framework/workflows/events</a:t>
            </a:r>
            <a:endParaRPr lang="en-US"/>
          </a:p>
        </p:txBody>
      </p:sp>
      <p:sp>
        <p:nvSpPr>
          <p:cNvPr id="4" name="Slide Number Placeholder 3">
            <a:extLst>
              <a:ext uri="{FF2B5EF4-FFF2-40B4-BE49-F238E27FC236}">
                <a16:creationId xmlns:a16="http://schemas.microsoft.com/office/drawing/2014/main" id="{102BE938-00BF-5D0B-BE89-956CC0D5BD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1466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2DA24-D3BD-2D45-8B74-68363DFB7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238FC-4A17-61C8-FF99-7A82DB84B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97EDF-59CA-7CF0-12C4-12D917A70C37}"/>
              </a:ext>
            </a:extLst>
          </p:cNvPr>
          <p:cNvSpPr>
            <a:spLocks noGrp="1"/>
          </p:cNvSpPr>
          <p:nvPr>
            <p:ph type="body" idx="1"/>
          </p:nvPr>
        </p:nvSpPr>
        <p:spPr/>
        <p:txBody>
          <a:bodyPr/>
          <a:lstStyle/>
          <a:p>
            <a:r>
              <a:rPr lang="en-US" dirty="0">
                <a:hlinkClick r:id="rId3"/>
              </a:rPr>
              <a:t>https://learn.microsoft.com/agent-framework/workflows/events</a:t>
            </a:r>
            <a:endParaRPr lang="en-US" dirty="0"/>
          </a:p>
        </p:txBody>
      </p:sp>
      <p:sp>
        <p:nvSpPr>
          <p:cNvPr id="4" name="Slide Number Placeholder 3">
            <a:extLst>
              <a:ext uri="{FF2B5EF4-FFF2-40B4-BE49-F238E27FC236}">
                <a16:creationId xmlns:a16="http://schemas.microsoft.com/office/drawing/2014/main" id="{52F74102-F1E8-8D53-3276-0C42146AD3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37102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Handoffs?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0841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727B-F837-2646-F034-B4761BA5E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2363D-382E-7B42-6544-81FE2B90D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B8FBE-62B6-29E0-A631-87F37DB10613}"/>
              </a:ext>
            </a:extLst>
          </p:cNvPr>
          <p:cNvSpPr>
            <a:spLocks noGrp="1"/>
          </p:cNvSpPr>
          <p:nvPr>
            <p:ph type="body" idx="1"/>
          </p:nvPr>
        </p:nvSpPr>
        <p:spPr/>
        <p:txBody>
          <a:bodyPr/>
          <a:lstStyle/>
          <a:p>
            <a:r>
              <a:rPr lang="en-US"/>
              <a:t>Handoffs?</a:t>
            </a:r>
          </a:p>
        </p:txBody>
      </p:sp>
      <p:sp>
        <p:nvSpPr>
          <p:cNvPr id="4" name="Slide Number Placeholder 3">
            <a:extLst>
              <a:ext uri="{FF2B5EF4-FFF2-40B4-BE49-F238E27FC236}">
                <a16:creationId xmlns:a16="http://schemas.microsoft.com/office/drawing/2014/main" id="{89E22E4C-FEA9-ECD2-A1B2-368C7E4810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3924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6697D-B15A-56C7-7A18-80FB42B50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12A5C-7037-A1A4-1B9C-83C9443D5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3AB7A-81A7-D735-3950-16068012C47F}"/>
              </a:ext>
            </a:extLst>
          </p:cNvPr>
          <p:cNvSpPr>
            <a:spLocks noGrp="1"/>
          </p:cNvSpPr>
          <p:nvPr>
            <p:ph type="body" idx="1"/>
          </p:nvPr>
        </p:nvSpPr>
        <p:spPr/>
        <p:txBody>
          <a:bodyPr/>
          <a:lstStyle/>
          <a:p>
            <a:r>
              <a:rPr lang="en-US"/>
              <a:t>Handoffs?</a:t>
            </a:r>
          </a:p>
        </p:txBody>
      </p:sp>
      <p:sp>
        <p:nvSpPr>
          <p:cNvPr id="4" name="Slide Number Placeholder 3">
            <a:extLst>
              <a:ext uri="{FF2B5EF4-FFF2-40B4-BE49-F238E27FC236}">
                <a16:creationId xmlns:a16="http://schemas.microsoft.com/office/drawing/2014/main" id="{85DBA463-FE10-B9EF-29FC-206C4C5AE0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03015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"Everything we've built so far — sequential, conditional, fan-out — the developer decides the topology. Now we let the agents decide."</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6777DB-9E19-4DE0-B5FC-477F0E7FE6A0}"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28673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986CC9-909E-4E10-82D7-EC845B7F8F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1535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43B5-D9C2-F703-0D02-56ED0DCFE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E5349-E965-E283-2CA0-C8B956576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EED1A-D281-8C4B-4925-E6C4D3C3105B}"/>
              </a:ext>
            </a:extLst>
          </p:cNvPr>
          <p:cNvSpPr>
            <a:spLocks noGrp="1"/>
          </p:cNvSpPr>
          <p:nvPr>
            <p:ph type="body" idx="1"/>
          </p:nvPr>
        </p:nvSpPr>
        <p:spPr/>
        <p:txBody>
          <a:bodyPr/>
          <a:lstStyle/>
          <a:p>
            <a:pPr algn="l"/>
            <a:r>
              <a:rPr lang="en-US" sz="1200" err="1"/>
              <a:t>https://aiinvest-web-dev.blueground-1750adc3.westus2.azurecontainerapps.io/</a:t>
            </a:r>
          </a:p>
          <a:p>
            <a:pPr algn="l"/>
            <a:endParaRPr lang="en-US" sz="1200" err="1"/>
          </a:p>
        </p:txBody>
      </p:sp>
      <p:sp>
        <p:nvSpPr>
          <p:cNvPr id="4" name="Slide Number Placeholder 3">
            <a:extLst>
              <a:ext uri="{FF2B5EF4-FFF2-40B4-BE49-F238E27FC236}">
                <a16:creationId xmlns:a16="http://schemas.microsoft.com/office/drawing/2014/main" id="{295CC7AE-CD0D-DD8A-72F7-47F550504C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79226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F572B-8E8E-17E7-9F71-8815CA9F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7A733-9491-0F3E-8822-B6BF51192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ECEDC-307F-CFD4-9011-6FEEEBFE8351}"/>
              </a:ext>
            </a:extLst>
          </p:cNvPr>
          <p:cNvSpPr>
            <a:spLocks noGrp="1"/>
          </p:cNvSpPr>
          <p:nvPr>
            <p:ph type="body" idx="1"/>
          </p:nvPr>
        </p:nvSpPr>
        <p:spPr/>
        <p:txBody>
          <a:bodyPr/>
          <a:lstStyle/>
          <a:p>
            <a:pPr algn="l"/>
            <a:r>
              <a:rPr lang="en-US" sz="1200" err="1"/>
              <a:t>Each sub-agent is a tool called by the supervisor.</a:t>
            </a:r>
          </a:p>
        </p:txBody>
      </p:sp>
      <p:sp>
        <p:nvSpPr>
          <p:cNvPr id="4" name="Slide Number Placeholder 3">
            <a:extLst>
              <a:ext uri="{FF2B5EF4-FFF2-40B4-BE49-F238E27FC236}">
                <a16:creationId xmlns:a16="http://schemas.microsoft.com/office/drawing/2014/main" id="{12731C96-C746-AB82-CF78-7E6A4B66A6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86541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6D98C-D2DB-DF00-017E-7BD64A5FF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82F250-539D-E269-0B50-75136F95D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A8ED2-1ACC-F77E-E862-57FA3A4788C3}"/>
              </a:ext>
            </a:extLst>
          </p:cNvPr>
          <p:cNvSpPr>
            <a:spLocks noGrp="1"/>
          </p:cNvSpPr>
          <p:nvPr>
            <p:ph type="body" idx="1"/>
          </p:nvPr>
        </p:nvSpPr>
        <p:spPr/>
        <p:txBody>
          <a:bodyPr/>
          <a:lstStyle/>
          <a:p>
            <a:pPr algn="l"/>
            <a:r>
              <a:rPr lang="en-US" sz="1200" err="1"/>
              <a:t>Each sub-agent is a tool called by the supervisor.</a:t>
            </a:r>
          </a:p>
        </p:txBody>
      </p:sp>
      <p:sp>
        <p:nvSpPr>
          <p:cNvPr id="4" name="Slide Number Placeholder 3">
            <a:extLst>
              <a:ext uri="{FF2B5EF4-FFF2-40B4-BE49-F238E27FC236}">
                <a16:creationId xmlns:a16="http://schemas.microsoft.com/office/drawing/2014/main" id="{E7C9347E-F768-5216-AE3A-DBC0A93A78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91028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Which are agents vs workflows?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6777DB-9E19-4DE0-B5FC-477F0E7FE6A0}"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5031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43B5-D9C2-F703-0D02-56ED0DCFE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E5349-E965-E283-2CA0-C8B956576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EED1A-D281-8C4B-4925-E6C4D3C3105B}"/>
              </a:ext>
            </a:extLst>
          </p:cNvPr>
          <p:cNvSpPr>
            <a:spLocks noGrp="1"/>
          </p:cNvSpPr>
          <p:nvPr>
            <p:ph type="body" idx="1"/>
          </p:nvPr>
        </p:nvSpPr>
        <p:spPr/>
        <p:txBody>
          <a:bodyPr/>
          <a:lstStyle/>
          <a:p>
            <a:pPr algn="l"/>
            <a:r>
              <a:rPr lang="en-US" sz="1200" err="1"/>
              <a:t>https://aiinvest-web-dev.blueground-1750adc3.westus2.azurecontainerapps.io/</a:t>
            </a:r>
          </a:p>
          <a:p>
            <a:pPr algn="l"/>
            <a:endParaRPr lang="en-US" sz="1200" err="1"/>
          </a:p>
        </p:txBody>
      </p:sp>
      <p:sp>
        <p:nvSpPr>
          <p:cNvPr id="4" name="Slide Number Placeholder 3">
            <a:extLst>
              <a:ext uri="{FF2B5EF4-FFF2-40B4-BE49-F238E27FC236}">
                <a16:creationId xmlns:a16="http://schemas.microsoft.com/office/drawing/2014/main" id="{295CC7AE-CD0D-DD8A-72F7-47F550504C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7922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FB7BC-9E59-79CE-C061-A1D9417AD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BCB51-272B-F04F-6692-3125D7C6C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D03ED-5B72-4118-F947-BE9CC90C7E8F}"/>
              </a:ext>
            </a:extLst>
          </p:cNvPr>
          <p:cNvSpPr>
            <a:spLocks noGrp="1"/>
          </p:cNvSpPr>
          <p:nvPr>
            <p:ph type="body" idx="1"/>
          </p:nvPr>
        </p:nvSpPr>
        <p:spPr/>
        <p:txBody>
          <a:bodyPr/>
          <a:lstStyle/>
          <a:p>
            <a:pPr algn="l"/>
            <a:r>
              <a:rPr lang="en-US" sz="1200" err="1"/>
              <a:t>Each sub-agent is a tool called by the supervisor.</a:t>
            </a:r>
          </a:p>
        </p:txBody>
      </p:sp>
      <p:sp>
        <p:nvSpPr>
          <p:cNvPr id="4" name="Slide Number Placeholder 3">
            <a:extLst>
              <a:ext uri="{FF2B5EF4-FFF2-40B4-BE49-F238E27FC236}">
                <a16:creationId xmlns:a16="http://schemas.microsoft.com/office/drawing/2014/main" id="{90AB528C-2978-4A50-8259-1DBB1598D0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83021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F572B-8E8E-17E7-9F71-8815CA9F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7A733-9491-0F3E-8822-B6BF51192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ECEDC-307F-CFD4-9011-6FEEEBFE8351}"/>
              </a:ext>
            </a:extLst>
          </p:cNvPr>
          <p:cNvSpPr>
            <a:spLocks noGrp="1"/>
          </p:cNvSpPr>
          <p:nvPr>
            <p:ph type="body" idx="1"/>
          </p:nvPr>
        </p:nvSpPr>
        <p:spPr/>
        <p:txBody>
          <a:bodyPr/>
          <a:lstStyle/>
          <a:p>
            <a:pPr algn="l"/>
            <a:r>
              <a:rPr lang="en-US" sz="1200" err="1"/>
              <a:t>Each sub-agent is a tool called by the supervisor.</a:t>
            </a:r>
          </a:p>
        </p:txBody>
      </p:sp>
      <p:sp>
        <p:nvSpPr>
          <p:cNvPr id="4" name="Slide Number Placeholder 3">
            <a:extLst>
              <a:ext uri="{FF2B5EF4-FFF2-40B4-BE49-F238E27FC236}">
                <a16:creationId xmlns:a16="http://schemas.microsoft.com/office/drawing/2014/main" id="{12731C96-C746-AB82-CF78-7E6A4B66A6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822E6C-A02C-4BB1-90E8-FA24A474D4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86541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90661-9F39-6071-BCEA-103D2CB72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DB91B-6EDA-8D5C-62CC-5A0FFF616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34C363-07E8-9096-E916-2E45AF97A211}"/>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FC49CBCF-5249-39B2-D500-C50A56B97844}"/>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156457ED-50FA-EED7-2C55-2BD4CBCDEEF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060C223-4003-75A6-539A-FCDBA79881B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074551F1-FD26-0B05-201F-98EAB443B9D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7024726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for joining us today! Here are the rest of the Azure OpenAI Service breakout sessions and demos that are going on this week at Ignite. We hope you will join us to learn more about Azure OpenAI Service during these other exciting sessions.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CD42-B471-4A4D-B679-72AC00F73B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935112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21179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72D1-FDC8-280B-0130-02547D2C4A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7E543-4041-A264-78D8-DC32B0E4D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402A6-92FE-4EAC-0F52-0FCE12E12D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061254-F9F9-FF17-E03D-7D08C3BDC008}"/>
              </a:ext>
            </a:extLst>
          </p:cNvPr>
          <p:cNvSpPr>
            <a:spLocks noGrp="1"/>
          </p:cNvSpPr>
          <p:nvPr>
            <p:ph type="sldNum" sz="quarter" idx="5"/>
          </p:nvPr>
        </p:nvSpPr>
        <p:spPr/>
        <p:txBody>
          <a:bodyPr/>
          <a:lstStyle/>
          <a:p>
            <a:pPr marL="0" marR="0" lvl="0" indent="0" algn="r" defTabSz="931042" rtl="0" eaLnBrk="1" fontAlgn="auto" latinLnBrk="0" hangingPunct="1">
              <a:lnSpc>
                <a:spcPct val="100000"/>
              </a:lnSpc>
              <a:spcBef>
                <a:spcPts val="0"/>
              </a:spcBef>
              <a:spcAft>
                <a:spcPts val="0"/>
              </a:spcAft>
              <a:buClrTx/>
              <a:buSzTx/>
              <a:buFontTx/>
              <a:buNone/>
              <a:tabLst/>
              <a:defRPr/>
            </a:pPr>
            <a:fld id="{0E6E6B97-433E-4144-BA66-6B9B350662C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042"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048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EBC1-1A90-8298-409C-2412A6B19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B11CB-86FB-F342-DDF0-186B09423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F94A0-C292-EE00-6525-5425C1CE68C6}"/>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a:solidFill>
                  <a:schemeClr val="tx1"/>
                </a:solidFill>
                <a:effectLst/>
                <a:latin typeface="+mn-lt"/>
                <a:ea typeface="+mn-ea"/>
                <a:cs typeface="+mn-cs"/>
              </a:rPr>
              <a:t>Magentic One Orchestration</a:t>
            </a:r>
          </a:p>
          <a:p>
            <a:r>
              <a:rPr lang="en-US" sz="1200" b="0" i="0" kern="1200">
                <a:solidFill>
                  <a:schemeClr val="tx1"/>
                </a:solidFill>
                <a:effectLst/>
                <a:latin typeface="+mn-lt"/>
                <a:ea typeface="+mn-ea"/>
                <a:cs typeface="+mn-cs"/>
              </a:rPr>
              <a:t>Magentic one is a group chat-like orchestration with a special group manager. Refer to the </a:t>
            </a:r>
            <a:r>
              <a:rPr lang="en-US" sz="1200" b="0" i="0" u="sng" kern="1200">
                <a:solidFill>
                  <a:schemeClr val="tx1"/>
                </a:solidFill>
                <a:effectLst/>
                <a:latin typeface="+mn-lt"/>
                <a:ea typeface="+mn-ea"/>
                <a:cs typeface="+mn-cs"/>
                <a:hlinkClick r:id="rId3"/>
              </a:rPr>
              <a:t>Magentic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B528103A-9F77-9805-D5AA-718697C9B87A}"/>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AF5A7EE-F488-85CF-8480-A2A68687AF90}"/>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5397631-5681-764B-4708-91009BAAB011}"/>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FB36415-C1C1-CA87-42CB-BFBB6C38F65C}"/>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623139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A9B41-012B-91BB-ECBD-A2718153C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87712-3FF3-4281-53A4-E42A398D6C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8065C-ABB6-3A19-13E4-67D7B18B755E}"/>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err="1">
                <a:solidFill>
                  <a:schemeClr val="tx1"/>
                </a:solidFill>
                <a:effectLst/>
                <a:latin typeface="+mn-lt"/>
                <a:ea typeface="+mn-ea"/>
                <a:cs typeface="+mn-cs"/>
              </a:rPr>
              <a:t>Magentic</a:t>
            </a:r>
            <a:r>
              <a:rPr lang="en-US" sz="1200" b="1" i="0" kern="1200">
                <a:solidFill>
                  <a:schemeClr val="tx1"/>
                </a:solidFill>
                <a:effectLst/>
                <a:latin typeface="+mn-lt"/>
                <a:ea typeface="+mn-ea"/>
                <a:cs typeface="+mn-cs"/>
              </a:rPr>
              <a:t> One Orchestration</a:t>
            </a:r>
          </a:p>
          <a:p>
            <a:r>
              <a:rPr lang="en-US" sz="1200" b="0" i="0" kern="1200" err="1">
                <a:solidFill>
                  <a:schemeClr val="tx1"/>
                </a:solidFill>
                <a:effectLst/>
                <a:latin typeface="+mn-lt"/>
                <a:ea typeface="+mn-ea"/>
                <a:cs typeface="+mn-cs"/>
              </a:rPr>
              <a:t>Magentic</a:t>
            </a:r>
            <a:r>
              <a:rPr lang="en-US" sz="1200" b="0" i="0" kern="1200">
                <a:solidFill>
                  <a:schemeClr val="tx1"/>
                </a:solidFill>
                <a:effectLst/>
                <a:latin typeface="+mn-lt"/>
                <a:ea typeface="+mn-ea"/>
                <a:cs typeface="+mn-cs"/>
              </a:rPr>
              <a:t> one is a group chat-like orchestration with a special group manager. Refer to the </a:t>
            </a:r>
            <a:r>
              <a:rPr lang="en-US" sz="1200" b="0" i="0" u="sng" kern="1200" err="1">
                <a:solidFill>
                  <a:schemeClr val="tx1"/>
                </a:solidFill>
                <a:effectLst/>
                <a:latin typeface="+mn-lt"/>
                <a:ea typeface="+mn-ea"/>
                <a:cs typeface="+mn-cs"/>
                <a:hlinkClick r:id="rId3"/>
              </a:rPr>
              <a:t>Magentic</a:t>
            </a:r>
            <a:r>
              <a:rPr lang="en-US" sz="1200" b="0" i="0" u="sng" kern="1200">
                <a:solidFill>
                  <a:schemeClr val="tx1"/>
                </a:solidFill>
                <a:effectLst/>
                <a:latin typeface="+mn-lt"/>
                <a:ea typeface="+mn-ea"/>
                <a:cs typeface="+mn-cs"/>
                <a:hlinkClick r:id="rId3"/>
              </a:rPr>
              <a:t>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BA57ABBE-2F09-3597-F154-96B1D2E85CBF}"/>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1CF148D-2E6B-BC1B-B28B-7624EE0E813C}"/>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8B8D0D2-8281-9BC8-644D-A0FDF2F833B0}"/>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35FA860-012B-DD32-1749-83F5050C28E1}"/>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13220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463C4-E829-512C-5F4F-E8BC1FB30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A8CA2-A418-4F42-59D3-8ED8FFB19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C84A91-8A0F-FA10-1CD5-588917C605DE}"/>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a:solidFill>
                  <a:schemeClr val="tx1"/>
                </a:solidFill>
                <a:effectLst/>
                <a:latin typeface="+mn-lt"/>
                <a:ea typeface="+mn-ea"/>
                <a:cs typeface="+mn-cs"/>
              </a:rPr>
              <a:t>Magentic One Orchestration</a:t>
            </a:r>
          </a:p>
          <a:p>
            <a:r>
              <a:rPr lang="en-US" sz="1200" b="0" i="0" kern="1200">
                <a:solidFill>
                  <a:schemeClr val="tx1"/>
                </a:solidFill>
                <a:effectLst/>
                <a:latin typeface="+mn-lt"/>
                <a:ea typeface="+mn-ea"/>
                <a:cs typeface="+mn-cs"/>
              </a:rPr>
              <a:t>Magentic one is a group chat-like orchestration with a special group manager. Refer to the </a:t>
            </a:r>
            <a:r>
              <a:rPr lang="en-US" sz="1200" b="0" i="0" u="sng" kern="1200">
                <a:solidFill>
                  <a:schemeClr val="tx1"/>
                </a:solidFill>
                <a:effectLst/>
                <a:latin typeface="+mn-lt"/>
                <a:ea typeface="+mn-ea"/>
                <a:cs typeface="+mn-cs"/>
                <a:hlinkClick r:id="rId3"/>
              </a:rPr>
              <a:t>Magentic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9E69FA1A-C895-C426-0168-FB29846F542B}"/>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2CAD2DA-6BA2-F004-7330-50E786A445EB}"/>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4458402-138A-8DF5-EDFB-A31ED5C9C358}"/>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30E5737-4FAC-2E93-4111-6864286E0E5F}"/>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007765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A3D2A-E70B-2838-15C4-AAD9C5CB1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E76E2-6EE6-2C92-3DBA-771B1B7092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F4171-5E7A-2FA4-3A8F-A2F2CF92FCEB}"/>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a:solidFill>
                  <a:schemeClr val="tx1"/>
                </a:solidFill>
                <a:effectLst/>
                <a:latin typeface="+mn-lt"/>
                <a:ea typeface="+mn-ea"/>
                <a:cs typeface="+mn-cs"/>
              </a:rPr>
              <a:t>Magentic One Orchestration</a:t>
            </a:r>
          </a:p>
          <a:p>
            <a:r>
              <a:rPr lang="en-US" sz="1200" b="0" i="0" kern="1200">
                <a:solidFill>
                  <a:schemeClr val="tx1"/>
                </a:solidFill>
                <a:effectLst/>
                <a:latin typeface="+mn-lt"/>
                <a:ea typeface="+mn-ea"/>
                <a:cs typeface="+mn-cs"/>
              </a:rPr>
              <a:t>Magentic one is a group chat-like orchestration with a special group manager. Refer to the </a:t>
            </a:r>
            <a:r>
              <a:rPr lang="en-US" sz="1200" b="0" i="0" u="sng" kern="1200">
                <a:solidFill>
                  <a:schemeClr val="tx1"/>
                </a:solidFill>
                <a:effectLst/>
                <a:latin typeface="+mn-lt"/>
                <a:ea typeface="+mn-ea"/>
                <a:cs typeface="+mn-cs"/>
                <a:hlinkClick r:id="rId3"/>
              </a:rPr>
              <a:t>Magentic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11BA9DD5-3DEF-2F87-DE54-8A866BBF245D}"/>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79B07BC-0CDD-99AB-59AB-01B7C223D397}"/>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F1209C7-3E50-9114-E219-89669F8E55F3}"/>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BBD7DC81-C9D1-E552-8F58-17E31F6A265A}"/>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206556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CBC3-DF82-1C25-287D-D21FDAD11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C29D9-70A9-4208-1BEA-A3B218F69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C675C-8255-668D-1728-95905B8C4334}"/>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a:solidFill>
                  <a:schemeClr val="tx1"/>
                </a:solidFill>
                <a:effectLst/>
                <a:latin typeface="+mn-lt"/>
                <a:ea typeface="+mn-ea"/>
                <a:cs typeface="+mn-cs"/>
              </a:rPr>
              <a:t>Magentic One Orchestration</a:t>
            </a:r>
          </a:p>
          <a:p>
            <a:r>
              <a:rPr lang="en-US" sz="1200" b="0" i="0" kern="1200">
                <a:solidFill>
                  <a:schemeClr val="tx1"/>
                </a:solidFill>
                <a:effectLst/>
                <a:latin typeface="+mn-lt"/>
                <a:ea typeface="+mn-ea"/>
                <a:cs typeface="+mn-cs"/>
              </a:rPr>
              <a:t>Magentic one is a group chat-like orchestration with a special group manager. Refer to the </a:t>
            </a:r>
            <a:r>
              <a:rPr lang="en-US" sz="1200" b="0" i="0" u="sng" kern="1200">
                <a:solidFill>
                  <a:schemeClr val="tx1"/>
                </a:solidFill>
                <a:effectLst/>
                <a:latin typeface="+mn-lt"/>
                <a:ea typeface="+mn-ea"/>
                <a:cs typeface="+mn-cs"/>
                <a:hlinkClick r:id="rId3"/>
              </a:rPr>
              <a:t>Magentic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E9E7E842-B58F-F529-97F5-9E50074740E4}"/>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B6ABC7C-D39A-C7F3-B56D-65270E40A380}"/>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720971E-2758-0DDA-E4F4-12E5E1EB5CAC}"/>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236C407-70CF-4C0C-9EC0-4654091B6588}"/>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925250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FDAF9-B533-9BE3-1D49-3F616147B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78273-CCE2-B1DE-B074-B311E41765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26053-34B5-138D-B295-0E93D8E4904A}"/>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a:solidFill>
                  <a:schemeClr val="tx1"/>
                </a:solidFill>
                <a:effectLst/>
                <a:latin typeface="+mn-lt"/>
                <a:ea typeface="+mn-ea"/>
                <a:cs typeface="+mn-cs"/>
              </a:rPr>
              <a:t>Magentic One Orchestration</a:t>
            </a:r>
          </a:p>
          <a:p>
            <a:r>
              <a:rPr lang="en-US" sz="1200" b="0" i="0" kern="1200">
                <a:solidFill>
                  <a:schemeClr val="tx1"/>
                </a:solidFill>
                <a:effectLst/>
                <a:latin typeface="+mn-lt"/>
                <a:ea typeface="+mn-ea"/>
                <a:cs typeface="+mn-cs"/>
              </a:rPr>
              <a:t>Magentic one is a group chat-like orchestration with a special group manager. Refer to the </a:t>
            </a:r>
            <a:r>
              <a:rPr lang="en-US" sz="1200" b="0" i="0" u="sng" kern="1200">
                <a:solidFill>
                  <a:schemeClr val="tx1"/>
                </a:solidFill>
                <a:effectLst/>
                <a:latin typeface="+mn-lt"/>
                <a:ea typeface="+mn-ea"/>
                <a:cs typeface="+mn-cs"/>
                <a:hlinkClick r:id="rId3"/>
              </a:rPr>
              <a:t>Magentic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9703B115-76DC-DAA8-463E-6707E7A0BE8B}"/>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D9C06552-6785-FE90-ADD0-1DEC562D36D7}"/>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E746A03-B522-128D-57CA-DAB725AFFB7A}"/>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4/9/2026 7:43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9F95293-175B-0CEA-DC9A-86EC3C5EF038}"/>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06044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Master" Target="../slideMasters/slideMaster4.xml"/><Relationship Id="rId4" Type="http://schemas.openxmlformats.org/officeDocument/2006/relationships/image" Target="../media/image36.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37.png"/><Relationship Id="rId4" Type="http://schemas.openxmlformats.org/officeDocument/2006/relationships/image" Target="../media/image36.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Master" Target="../slideMasters/slideMaster4.xml"/><Relationship Id="rId4" Type="http://schemas.openxmlformats.org/officeDocument/2006/relationships/image" Target="../media/image40.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Master" Target="../slideMasters/slideMaster4.xml"/><Relationship Id="rId4" Type="http://schemas.openxmlformats.org/officeDocument/2006/relationships/image" Target="../media/image40.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1.jpeg"/><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1.jpeg"/><Relationship Id="rId1" Type="http://schemas.openxmlformats.org/officeDocument/2006/relationships/slideMaster" Target="../slideMasters/slideMaster5.xml"/><Relationship Id="rId4" Type="http://schemas.openxmlformats.org/officeDocument/2006/relationships/image" Target="../media/image45.jpe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1.jpeg"/><Relationship Id="rId1" Type="http://schemas.openxmlformats.org/officeDocument/2006/relationships/slideMaster" Target="../slideMasters/slideMaster5.xml"/><Relationship Id="rId4" Type="http://schemas.openxmlformats.org/officeDocument/2006/relationships/image" Target="../media/image46.jpeg"/></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7.jpeg"/><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slideMaster" Target="../slideMasters/slideMaster6.xml"/><Relationship Id="rId4" Type="http://schemas.microsoft.com/office/2007/relationships/hdphoto" Target="../media/hdphoto2.wdp"/></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jpeg"/><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1.jpeg"/><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2.png"/><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3.png"/><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4.png"/><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1.jpeg"/><Relationship Id="rId1" Type="http://schemas.openxmlformats.org/officeDocument/2006/relationships/slideMaster" Target="../slideMasters/slideMaster8.xml"/><Relationship Id="rId4" Type="http://schemas.openxmlformats.org/officeDocument/2006/relationships/image" Target="../media/image45.jpe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1.jpeg"/><Relationship Id="rId1" Type="http://schemas.openxmlformats.org/officeDocument/2006/relationships/slideMaster" Target="../slideMasters/slideMaster8.xml"/><Relationship Id="rId4" Type="http://schemas.openxmlformats.org/officeDocument/2006/relationships/image" Target="../media/image46.jpeg"/></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7.jpeg"/><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C03F73-285B-F771-6FC6-073CA85975B7}"/>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31420" y="3251569"/>
            <a:ext cx="6286372" cy="1329595"/>
          </a:xfrm>
        </p:spPr>
        <p:txBody>
          <a:bodyPr lIns="0" tIns="0" rIns="0" bIns="0" anchor="b">
            <a:spAutoFit/>
          </a:bodyPr>
          <a:lstStyle>
            <a:lvl1pPr algn="l">
              <a:lnSpc>
                <a:spcPct val="80000"/>
              </a:lnSpc>
              <a:defRPr sz="5400"/>
            </a:lvl1pPr>
          </a:lstStyle>
          <a:p>
            <a:r>
              <a:rPr lang="en-US"/>
              <a:t>The title of your presentation</a:t>
            </a:r>
          </a:p>
        </p:txBody>
      </p:sp>
      <p:sp>
        <p:nvSpPr>
          <p:cNvPr id="3" name="Subtitle 2"/>
          <p:cNvSpPr>
            <a:spLocks noGrp="1"/>
          </p:cNvSpPr>
          <p:nvPr>
            <p:ph type="subTitle" idx="1" hasCustomPrompt="1"/>
          </p:nvPr>
        </p:nvSpPr>
        <p:spPr>
          <a:xfrm>
            <a:off x="723247" y="4658406"/>
            <a:ext cx="6309769" cy="276999"/>
          </a:xfrm>
        </p:spPr>
        <p:txBody>
          <a:bodyPr lIns="0" tIns="0" rIns="0" bIns="0">
            <a:spAutoFit/>
          </a:bodyPr>
          <a:lstStyle>
            <a:lvl1pPr marL="0" indent="0" algn="l">
              <a:buNone/>
              <a:defRPr sz="1800" b="0" i="0">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The subtitle of your presentation.</a:t>
            </a:r>
          </a:p>
        </p:txBody>
      </p:sp>
      <p:grpSp>
        <p:nvGrpSpPr>
          <p:cNvPr id="32" name="Group 31">
            <a:extLst>
              <a:ext uri="{FF2B5EF4-FFF2-40B4-BE49-F238E27FC236}">
                <a16:creationId xmlns:a16="http://schemas.microsoft.com/office/drawing/2014/main" id="{726692F3-581F-7761-838F-791B302346BB}"/>
              </a:ext>
            </a:extLst>
          </p:cNvPr>
          <p:cNvGrpSpPr/>
          <p:nvPr userDrawn="1"/>
        </p:nvGrpSpPr>
        <p:grpSpPr>
          <a:xfrm>
            <a:off x="7829514" y="228625"/>
            <a:ext cx="3592823" cy="3668906"/>
            <a:chOff x="7829514" y="228625"/>
            <a:chExt cx="3592823" cy="3668906"/>
          </a:xfrm>
        </p:grpSpPr>
        <p:sp>
          <p:nvSpPr>
            <p:cNvPr id="15" name="Oval 14">
              <a:extLst>
                <a:ext uri="{FF2B5EF4-FFF2-40B4-BE49-F238E27FC236}">
                  <a16:creationId xmlns:a16="http://schemas.microsoft.com/office/drawing/2014/main" id="{706E0AD1-B956-A690-F945-1560CF66D862}"/>
                </a:ext>
              </a:extLst>
            </p:cNvPr>
            <p:cNvSpPr/>
            <p:nvPr userDrawn="1"/>
          </p:nvSpPr>
          <p:spPr>
            <a:xfrm>
              <a:off x="7829514" y="754528"/>
              <a:ext cx="3143004" cy="3143003"/>
            </a:xfrm>
            <a:prstGeom prst="ellipse">
              <a:avLst/>
            </a:prstGeom>
            <a:gradFill flip="none" rotWithShape="1">
              <a:gsLst>
                <a:gs pos="69000">
                  <a:srgbClr val="AFD1F6">
                    <a:lumMod val="57406"/>
                    <a:lumOff val="42594"/>
                    <a:alpha val="99000"/>
                  </a:srgbClr>
                </a:gs>
                <a:gs pos="0">
                  <a:schemeClr val="accent1">
                    <a:lumMod val="53815"/>
                    <a:lumOff val="46185"/>
                    <a:alpha val="99000"/>
                  </a:schemeClr>
                </a:gs>
              </a:gsLst>
              <a:lin ang="6600000" scaled="0"/>
              <a:tileRect/>
            </a:gradFill>
            <a:ln>
              <a:noFill/>
            </a:ln>
            <a:effectLst>
              <a:outerShdw blurRad="1270000" dist="1524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89C3030-8F06-5190-4428-9F5A7125731C}"/>
                </a:ext>
              </a:extLst>
            </p:cNvPr>
            <p:cNvSpPr/>
            <p:nvPr userDrawn="1"/>
          </p:nvSpPr>
          <p:spPr>
            <a:xfrm>
              <a:off x="8279333" y="228625"/>
              <a:ext cx="3143004" cy="3143004"/>
            </a:xfrm>
            <a:prstGeom prst="ellipse">
              <a:avLst/>
            </a:prstGeom>
            <a:solidFill>
              <a:schemeClr val="tx1"/>
            </a:solidFill>
            <a:ln>
              <a:noFill/>
            </a:ln>
            <a:effectLst>
              <a:outerShdw blurRad="1270000" dist="1524000" dir="2700000" sx="50000" sy="50000" algn="tl" rotWithShape="0">
                <a:prstClr val="black">
                  <a:alpha val="20000"/>
                </a:prstClr>
              </a:outerShdw>
              <a:softEdge rad="1244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C516F778-E08B-7CDE-9015-18B87EA22F4A}"/>
              </a:ext>
            </a:extLst>
          </p:cNvPr>
          <p:cNvGrpSpPr/>
          <p:nvPr userDrawn="1"/>
        </p:nvGrpSpPr>
        <p:grpSpPr>
          <a:xfrm>
            <a:off x="7067550" y="2548664"/>
            <a:ext cx="2553962" cy="2599877"/>
            <a:chOff x="7067550" y="2548664"/>
            <a:chExt cx="2553962" cy="2599877"/>
          </a:xfrm>
        </p:grpSpPr>
        <p:sp>
          <p:nvSpPr>
            <p:cNvPr id="16" name="Oval 15">
              <a:extLst>
                <a:ext uri="{FF2B5EF4-FFF2-40B4-BE49-F238E27FC236}">
                  <a16:creationId xmlns:a16="http://schemas.microsoft.com/office/drawing/2014/main" id="{C61ACE6F-6549-BAB6-EEAA-D0B948173665}"/>
                </a:ext>
              </a:extLst>
            </p:cNvPr>
            <p:cNvSpPr/>
            <p:nvPr userDrawn="1"/>
          </p:nvSpPr>
          <p:spPr>
            <a:xfrm>
              <a:off x="7067550" y="2983396"/>
              <a:ext cx="2165145" cy="2165145"/>
            </a:xfrm>
            <a:prstGeom prst="ellipse">
              <a:avLst/>
            </a:pr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AC46153-65A6-E097-D197-87C219146B7E}"/>
                </a:ext>
              </a:extLst>
            </p:cNvPr>
            <p:cNvSpPr/>
            <p:nvPr userDrawn="1"/>
          </p:nvSpPr>
          <p:spPr>
            <a:xfrm>
              <a:off x="7456366" y="2548664"/>
              <a:ext cx="2165146" cy="2165146"/>
            </a:xfrm>
            <a:prstGeom prst="ellipse">
              <a:avLst/>
            </a:prstGeom>
            <a:solidFill>
              <a:schemeClr val="tx1"/>
            </a:solidFill>
            <a:ln>
              <a:noFill/>
            </a:ln>
            <a:effectLst>
              <a:outerShdw blurRad="762000" dist="762000" dir="2700000" sx="50000" sy="50000" algn="tl" rotWithShape="0">
                <a:prstClr val="black">
                  <a:alpha val="20000"/>
                </a:prstClr>
              </a:outerShdw>
              <a:softEdge rad="901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F4446247-CE39-4AF7-333C-774078F23F21}"/>
              </a:ext>
            </a:extLst>
          </p:cNvPr>
          <p:cNvGrpSpPr/>
          <p:nvPr userDrawn="1"/>
        </p:nvGrpSpPr>
        <p:grpSpPr>
          <a:xfrm>
            <a:off x="8504047" y="4194596"/>
            <a:ext cx="1940818" cy="1977090"/>
            <a:chOff x="8504047" y="4194596"/>
            <a:chExt cx="1940818" cy="1977090"/>
          </a:xfrm>
        </p:grpSpPr>
        <p:sp>
          <p:nvSpPr>
            <p:cNvPr id="17" name="Oval 16">
              <a:extLst>
                <a:ext uri="{FF2B5EF4-FFF2-40B4-BE49-F238E27FC236}">
                  <a16:creationId xmlns:a16="http://schemas.microsoft.com/office/drawing/2014/main" id="{9FA95826-1129-FF05-6F9A-86B24D28EF68}"/>
                </a:ext>
              </a:extLst>
            </p:cNvPr>
            <p:cNvSpPr/>
            <p:nvPr userDrawn="1"/>
          </p:nvSpPr>
          <p:spPr>
            <a:xfrm>
              <a:off x="8504047" y="4495588"/>
              <a:ext cx="1676098" cy="1676098"/>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7E20384-0897-A6F2-A250-82CD7FDD1C6F}"/>
                </a:ext>
              </a:extLst>
            </p:cNvPr>
            <p:cNvSpPr/>
            <p:nvPr userDrawn="1"/>
          </p:nvSpPr>
          <p:spPr>
            <a:xfrm>
              <a:off x="8768766" y="4194596"/>
              <a:ext cx="1676099" cy="1676099"/>
            </a:xfrm>
            <a:prstGeom prst="ellipse">
              <a:avLst/>
            </a:prstGeom>
            <a:solidFill>
              <a:schemeClr val="tx1"/>
            </a:solidFill>
            <a:ln>
              <a:noFill/>
            </a:ln>
            <a:effectLst>
              <a:outerShdw blurRad="635000" dist="635000" dir="2700000" sx="50000" sy="50000" algn="tl" rotWithShape="0">
                <a:prstClr val="black">
                  <a:alpha val="20000"/>
                </a:prstClr>
              </a:outerShdw>
              <a:softEdge rad="673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982083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tx2"/>
                  </a:gs>
                  <a:gs pos="98000">
                    <a:srgbClr val="E9F6FD"/>
                  </a:gs>
                </a:gsLst>
                <a:lin ang="5400000" scaled="0"/>
              </a:gradFill>
            </a:endParaRPr>
          </a:p>
        </p:txBody>
      </p:sp>
      <p:sp>
        <p:nvSpPr>
          <p:cNvPr id="2" name="TextBox 1">
            <a:extLst>
              <a:ext uri="{FF2B5EF4-FFF2-40B4-BE49-F238E27FC236}">
                <a16:creationId xmlns:a16="http://schemas.microsoft.com/office/drawing/2014/main" id="{95F8A8D9-3DA3-3A8F-82D7-469D61A212E0}"/>
              </a:ext>
            </a:extLst>
          </p:cNvPr>
          <p:cNvSpPr txBox="1"/>
          <p:nvPr userDrawn="1"/>
        </p:nvSpPr>
        <p:spPr>
          <a:xfrm>
            <a:off x="723900" y="3086100"/>
            <a:ext cx="2508700" cy="830997"/>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a:ln>
                  <a:noFill/>
                </a:ln>
                <a:solidFill>
                  <a:schemeClr val="tx2"/>
                </a:solidFill>
                <a:effectLst/>
                <a:uLnTx/>
                <a:uFillTx/>
                <a:latin typeface="+mj-lt"/>
                <a:cs typeface="Segoe UI" panose="020B0502040204020203" pitchFamily="34" charset="0"/>
              </a:rPr>
              <a:t>Agenda</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514350"/>
            <a:ext cx="4800600" cy="5829300"/>
          </a:xfrm>
        </p:spPr>
        <p:txBody>
          <a:bodyPr anchor="ctr">
            <a:normAutofit/>
          </a:bodyPr>
          <a:lstStyle>
            <a:lvl1pPr marL="594360" indent="-457200" algn="l">
              <a:lnSpc>
                <a:spcPct val="100000"/>
              </a:lnSpc>
              <a:spcAft>
                <a:spcPts val="3000"/>
              </a:spcAft>
              <a:defRPr sz="2000" b="0" i="0">
                <a:latin typeface="Segoe UI" panose="020B0502040204020203" pitchFamily="34" charset="0"/>
                <a:cs typeface="Segoe UI" panose="020B0502040204020203" pitchFamily="34" charset="0"/>
              </a:defRPr>
            </a:lvl1pPr>
            <a:lvl2pPr marL="868680" indent="-274320" algn="l">
              <a:lnSpc>
                <a:spcPct val="100000"/>
              </a:lnSpc>
              <a:spcAft>
                <a:spcPts val="3000"/>
              </a:spcAft>
              <a:defRPr sz="1800" b="0" i="0">
                <a:latin typeface="Segoe UI" panose="020B0502040204020203" pitchFamily="34" charset="0"/>
                <a:cs typeface="Segoe UI" panose="020B0502040204020203" pitchFamily="34" charset="0"/>
              </a:defRPr>
            </a:lvl2pPr>
            <a:lvl3pPr marL="1143000" algn="l">
              <a:lnSpc>
                <a:spcPct val="100000"/>
              </a:lnSpc>
              <a:spcAft>
                <a:spcPts val="3000"/>
              </a:spcAft>
              <a:defRPr sz="1600" b="0" i="0">
                <a:latin typeface="Segoe UI" panose="020B0502040204020203" pitchFamily="34" charset="0"/>
                <a:cs typeface="Segoe UI" panose="020B0502040204020203" pitchFamily="34" charset="0"/>
              </a:defRPr>
            </a:lvl3pPr>
            <a:lvl4pPr marL="1463040" algn="l">
              <a:lnSpc>
                <a:spcPct val="100000"/>
              </a:lnSpc>
              <a:spcAft>
                <a:spcPts val="3000"/>
              </a:spcAft>
              <a:defRPr sz="1400" b="0" i="0">
                <a:latin typeface="Segoe UI" panose="020B0502040204020203" pitchFamily="34" charset="0"/>
                <a:cs typeface="Segoe UI" panose="020B0502040204020203" pitchFamily="34" charset="0"/>
              </a:defRPr>
            </a:lvl4pPr>
            <a:lvl5pPr marL="1783080" algn="l">
              <a:lnSpc>
                <a:spcPct val="100000"/>
              </a:lnSpc>
              <a:spcAft>
                <a:spcPts val="3000"/>
              </a:spcAft>
              <a:defRPr sz="1400" b="0" i="0">
                <a:latin typeface="Segoe UI" panose="020B0502040204020203" pitchFamily="34" charset="0"/>
                <a:cs typeface="Segoe UI" panose="020B0502040204020203" pitchFamily="34" charset="0"/>
              </a:defRPr>
            </a:lvl5pPr>
          </a:lstStyle>
          <a:p>
            <a:pPr lvl="0"/>
            <a:r>
              <a:rPr lang="en-US"/>
              <a:t>What is the setting of your story?</a:t>
            </a:r>
          </a:p>
          <a:p>
            <a:pPr lvl="0"/>
            <a:r>
              <a:rPr lang="en-US"/>
              <a:t>Who are the characters involved?</a:t>
            </a:r>
          </a:p>
          <a:p>
            <a:pPr lvl="0"/>
            <a:r>
              <a:rPr lang="en-US"/>
              <a:t>What conflict are you resolving?</a:t>
            </a:r>
          </a:p>
          <a:p>
            <a:pPr lvl="0"/>
            <a:r>
              <a:rPr lang="en-US"/>
              <a:t>What is your BIG idea?</a:t>
            </a:r>
          </a:p>
          <a:p>
            <a:pPr lvl="0"/>
            <a:r>
              <a:rPr lang="en-US"/>
              <a:t>How will you resolve the conflict?</a:t>
            </a:r>
          </a:p>
        </p:txBody>
      </p:sp>
      <p:sp>
        <p:nvSpPr>
          <p:cNvPr id="16" name="Text Placeholder 15">
            <a:extLst>
              <a:ext uri="{FF2B5EF4-FFF2-40B4-BE49-F238E27FC236}">
                <a16:creationId xmlns:a16="http://schemas.microsoft.com/office/drawing/2014/main" id="{3E43F5B2-499D-159B-959F-D650D0C9E9A1}"/>
              </a:ext>
            </a:extLst>
          </p:cNvPr>
          <p:cNvSpPr>
            <a:spLocks noGrp="1" noChangeAspect="1"/>
          </p:cNvSpPr>
          <p:nvPr>
            <p:ph type="body" sz="quarter" idx="17" hasCustomPrompt="1"/>
          </p:nvPr>
        </p:nvSpPr>
        <p:spPr>
          <a:xfrm>
            <a:off x="5695950" y="188595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1</a:t>
            </a:r>
          </a:p>
        </p:txBody>
      </p:sp>
      <p:sp>
        <p:nvSpPr>
          <p:cNvPr id="17" name="Text Placeholder 16">
            <a:extLst>
              <a:ext uri="{FF2B5EF4-FFF2-40B4-BE49-F238E27FC236}">
                <a16:creationId xmlns:a16="http://schemas.microsoft.com/office/drawing/2014/main" id="{239B8060-10DD-9CAB-82F1-5B8306F2D972}"/>
              </a:ext>
            </a:extLst>
          </p:cNvPr>
          <p:cNvSpPr>
            <a:spLocks noGrp="1" noChangeAspect="1"/>
          </p:cNvSpPr>
          <p:nvPr>
            <p:ph type="body" sz="quarter" idx="18" hasCustomPrompt="1"/>
          </p:nvPr>
        </p:nvSpPr>
        <p:spPr>
          <a:xfrm>
            <a:off x="5695950" y="254889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2</a:t>
            </a:r>
          </a:p>
        </p:txBody>
      </p:sp>
      <p:sp>
        <p:nvSpPr>
          <p:cNvPr id="18" name="Text Placeholder 17">
            <a:extLst>
              <a:ext uri="{FF2B5EF4-FFF2-40B4-BE49-F238E27FC236}">
                <a16:creationId xmlns:a16="http://schemas.microsoft.com/office/drawing/2014/main" id="{945DB81B-60AB-3A2A-B8B6-EBF034C68E6B}"/>
              </a:ext>
            </a:extLst>
          </p:cNvPr>
          <p:cNvSpPr>
            <a:spLocks noGrp="1" noChangeAspect="1"/>
          </p:cNvSpPr>
          <p:nvPr>
            <p:ph type="body" sz="quarter" idx="19" hasCustomPrompt="1"/>
          </p:nvPr>
        </p:nvSpPr>
        <p:spPr>
          <a:xfrm>
            <a:off x="5695950" y="323469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3</a:t>
            </a:r>
          </a:p>
        </p:txBody>
      </p:sp>
      <p:sp>
        <p:nvSpPr>
          <p:cNvPr id="19" name="Text Placeholder 18">
            <a:extLst>
              <a:ext uri="{FF2B5EF4-FFF2-40B4-BE49-F238E27FC236}">
                <a16:creationId xmlns:a16="http://schemas.microsoft.com/office/drawing/2014/main" id="{154F6482-A3F9-06E3-BB23-3F60ED96BA00}"/>
              </a:ext>
            </a:extLst>
          </p:cNvPr>
          <p:cNvSpPr>
            <a:spLocks noGrp="1" noChangeAspect="1"/>
          </p:cNvSpPr>
          <p:nvPr>
            <p:ph type="body" sz="quarter" idx="20" hasCustomPrompt="1"/>
          </p:nvPr>
        </p:nvSpPr>
        <p:spPr>
          <a:xfrm>
            <a:off x="5695950" y="393192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4</a:t>
            </a:r>
          </a:p>
        </p:txBody>
      </p:sp>
      <p:sp>
        <p:nvSpPr>
          <p:cNvPr id="20" name="Text Placeholder 19">
            <a:extLst>
              <a:ext uri="{FF2B5EF4-FFF2-40B4-BE49-F238E27FC236}">
                <a16:creationId xmlns:a16="http://schemas.microsoft.com/office/drawing/2014/main" id="{FEC6761A-8222-D725-87CA-704118A3BF8E}"/>
              </a:ext>
            </a:extLst>
          </p:cNvPr>
          <p:cNvSpPr>
            <a:spLocks noGrp="1" noChangeAspect="1"/>
          </p:cNvSpPr>
          <p:nvPr>
            <p:ph type="body" sz="quarter" idx="21" hasCustomPrompt="1"/>
          </p:nvPr>
        </p:nvSpPr>
        <p:spPr>
          <a:xfrm>
            <a:off x="5695950" y="461772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5</a:t>
            </a:r>
          </a:p>
        </p:txBody>
      </p:sp>
    </p:spTree>
    <p:extLst>
      <p:ext uri="{BB962C8B-B14F-4D97-AF65-F5344CB8AC3E}">
        <p14:creationId xmlns:p14="http://schemas.microsoft.com/office/powerpoint/2010/main" val="2401650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5695951" y="3977644"/>
            <a:ext cx="4800600" cy="307777"/>
          </a:xfrm>
        </p:spPr>
        <p:txBody>
          <a:bodyPr>
            <a:sp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The subtitle of your section.</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5695951" y="2759746"/>
            <a:ext cx="4800600" cy="1107996"/>
          </a:xfrm>
        </p:spPr>
        <p:txBody>
          <a:bodyPr lIns="0" tIns="0" rIns="0" bIns="0" anchor="b">
            <a:spAutoFit/>
          </a:bodyPr>
          <a:lstStyle>
            <a:lvl1pPr>
              <a:defRPr sz="4000"/>
            </a:lvl1pPr>
          </a:lstStyle>
          <a:p>
            <a:r>
              <a:rPr lang="en-US"/>
              <a:t>The title of your section.</a:t>
            </a:r>
          </a:p>
        </p:txBody>
      </p:sp>
      <p:sp>
        <p:nvSpPr>
          <p:cNvPr id="24" name="Freeform 23">
            <a:extLst>
              <a:ext uri="{FF2B5EF4-FFF2-40B4-BE49-F238E27FC236}">
                <a16:creationId xmlns:a16="http://schemas.microsoft.com/office/drawing/2014/main" id="{C4263EC4-AA89-8F2A-FF5F-BDE143B23C8E}"/>
              </a:ext>
            </a:extLst>
          </p:cNvPr>
          <p:cNvSpPr/>
          <p:nvPr userDrawn="1"/>
        </p:nvSpPr>
        <p:spPr>
          <a:xfrm>
            <a:off x="0" y="3416960"/>
            <a:ext cx="4164940" cy="3441040"/>
          </a:xfrm>
          <a:custGeom>
            <a:avLst/>
            <a:gdLst>
              <a:gd name="connsiteX0" fmla="*/ 1587170 w 4164940"/>
              <a:gd name="connsiteY0" fmla="*/ 0 h 3441040"/>
              <a:gd name="connsiteX1" fmla="*/ 4164940 w 4164940"/>
              <a:gd name="connsiteY1" fmla="*/ 2577770 h 3441040"/>
              <a:gd name="connsiteX2" fmla="*/ 4049049 w 4164940"/>
              <a:gd name="connsiteY2" fmla="*/ 3344320 h 3441040"/>
              <a:gd name="connsiteX3" fmla="*/ 4013649 w 4164940"/>
              <a:gd name="connsiteY3" fmla="*/ 3441040 h 3441040"/>
              <a:gd name="connsiteX4" fmla="*/ 0 w 4164940"/>
              <a:gd name="connsiteY4" fmla="*/ 3441040 h 3441040"/>
              <a:gd name="connsiteX5" fmla="*/ 0 w 4164940"/>
              <a:gd name="connsiteY5" fmla="*/ 549356 h 3441040"/>
              <a:gd name="connsiteX6" fmla="*/ 145914 w 4164940"/>
              <a:gd name="connsiteY6" fmla="*/ 440243 h 3441040"/>
              <a:gd name="connsiteX7" fmla="*/ 1587170 w 4164940"/>
              <a:gd name="connsiteY7" fmla="*/ 0 h 344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4940" h="3441040">
                <a:moveTo>
                  <a:pt x="1587170" y="0"/>
                </a:moveTo>
                <a:cubicBezTo>
                  <a:pt x="3010833" y="0"/>
                  <a:pt x="4164940" y="1154107"/>
                  <a:pt x="4164940" y="2577770"/>
                </a:cubicBezTo>
                <a:cubicBezTo>
                  <a:pt x="4164940" y="2844707"/>
                  <a:pt x="4124366" y="3102167"/>
                  <a:pt x="4049049" y="3344320"/>
                </a:cubicBezTo>
                <a:lnTo>
                  <a:pt x="4013649" y="3441040"/>
                </a:lnTo>
                <a:lnTo>
                  <a:pt x="0" y="3441040"/>
                </a:lnTo>
                <a:lnTo>
                  <a:pt x="0" y="549356"/>
                </a:lnTo>
                <a:lnTo>
                  <a:pt x="145914" y="440243"/>
                </a:lnTo>
                <a:cubicBezTo>
                  <a:pt x="557329" y="162297"/>
                  <a:pt x="1053297" y="0"/>
                  <a:pt x="1587170" y="0"/>
                </a:cubicBezTo>
                <a:close/>
              </a:path>
            </a:pathLst>
          </a:custGeom>
          <a:gradFill flip="none" rotWithShape="1">
            <a:gsLst>
              <a:gs pos="69000">
                <a:srgbClr val="AFD1F6">
                  <a:lumMod val="57406"/>
                  <a:lumOff val="42594"/>
                  <a:alpha val="99000"/>
                </a:srgbClr>
              </a:gs>
              <a:gs pos="0">
                <a:schemeClr val="accent1">
                  <a:lumMod val="53815"/>
                  <a:lumOff val="46185"/>
                  <a:alpha val="99000"/>
                </a:schemeClr>
              </a:gs>
            </a:gsLst>
            <a:lin ang="6600000" scaled="0"/>
            <a:tileRect/>
          </a:gradFill>
          <a:ln>
            <a:noFill/>
          </a:ln>
          <a:effectLst>
            <a:outerShdw blurRad="1270000" dist="1524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82948E6E-440C-6B67-1C53-E1615E5FC524}"/>
              </a:ext>
            </a:extLst>
          </p:cNvPr>
          <p:cNvSpPr/>
          <p:nvPr userDrawn="1"/>
        </p:nvSpPr>
        <p:spPr>
          <a:xfrm>
            <a:off x="640511" y="3255933"/>
            <a:ext cx="3255021" cy="3255021"/>
          </a:xfrm>
          <a:prstGeom prst="ellipse">
            <a:avLst/>
          </a:prstGeom>
          <a:solidFill>
            <a:schemeClr val="tx1"/>
          </a:solidFill>
          <a:ln>
            <a:noFill/>
          </a:ln>
          <a:effectLst>
            <a:outerShdw blurRad="1270000" dist="1524000" dir="2700000" sx="50000" sy="50000" algn="tl" rotWithShape="0">
              <a:prstClr val="black">
                <a:alpha val="20000"/>
              </a:prstClr>
            </a:outerShdw>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98A61A3-B9A1-4674-85AC-E3ED72321E4C}"/>
              </a:ext>
            </a:extLst>
          </p:cNvPr>
          <p:cNvGrpSpPr/>
          <p:nvPr userDrawn="1"/>
        </p:nvGrpSpPr>
        <p:grpSpPr>
          <a:xfrm>
            <a:off x="1226205" y="58957"/>
            <a:ext cx="2239180" cy="2256419"/>
            <a:chOff x="2823900" y="852304"/>
            <a:chExt cx="2239180" cy="2256419"/>
          </a:xfrm>
        </p:grpSpPr>
        <p:sp>
          <p:nvSpPr>
            <p:cNvPr id="22" name="Oval 21">
              <a:extLst>
                <a:ext uri="{FF2B5EF4-FFF2-40B4-BE49-F238E27FC236}">
                  <a16:creationId xmlns:a16="http://schemas.microsoft.com/office/drawing/2014/main" id="{9845EDF6-0513-23C6-A8CA-17CF28A26D8A}"/>
                </a:ext>
              </a:extLst>
            </p:cNvPr>
            <p:cNvSpPr/>
            <p:nvPr userDrawn="1"/>
          </p:nvSpPr>
          <p:spPr>
            <a:xfrm>
              <a:off x="2823900" y="1148928"/>
              <a:ext cx="1959795" cy="1959795"/>
            </a:xfrm>
            <a:prstGeom prst="ellipse">
              <a:avLst/>
            </a:pr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B4E5C8E-FA00-E690-5B1E-0DF9BFE9EFF4}"/>
                </a:ext>
              </a:extLst>
            </p:cNvPr>
            <p:cNvSpPr/>
            <p:nvPr userDrawn="1"/>
          </p:nvSpPr>
          <p:spPr>
            <a:xfrm>
              <a:off x="3103285" y="852304"/>
              <a:ext cx="1959795" cy="1959795"/>
            </a:xfrm>
            <a:prstGeom prst="ellipse">
              <a:avLst/>
            </a:prstGeom>
            <a:solidFill>
              <a:schemeClr val="tx1"/>
            </a:solidFill>
            <a:ln>
              <a:noFill/>
            </a:ln>
            <a:effectLst>
              <a:outerShdw blurRad="762000" dist="762000" dir="2700000" sx="50000" sy="50000" algn="tl" rotWithShape="0">
                <a:prstClr val="black">
                  <a:alpha val="20000"/>
                </a:prstClr>
              </a:outerShdw>
              <a:softEdge rad="787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1A6D2934-344B-9953-D6A6-C6E923886324}"/>
              </a:ext>
            </a:extLst>
          </p:cNvPr>
          <p:cNvGrpSpPr/>
          <p:nvPr userDrawn="1"/>
        </p:nvGrpSpPr>
        <p:grpSpPr>
          <a:xfrm>
            <a:off x="3172224" y="2086390"/>
            <a:ext cx="1342651" cy="1319453"/>
            <a:chOff x="6012594" y="331343"/>
            <a:chExt cx="1710047" cy="1680501"/>
          </a:xfrm>
        </p:grpSpPr>
        <p:sp>
          <p:nvSpPr>
            <p:cNvPr id="23" name="Oval 22">
              <a:extLst>
                <a:ext uri="{FF2B5EF4-FFF2-40B4-BE49-F238E27FC236}">
                  <a16:creationId xmlns:a16="http://schemas.microsoft.com/office/drawing/2014/main" id="{86EF40FD-D6A8-4444-607A-09857E641D0F}"/>
                </a:ext>
              </a:extLst>
            </p:cNvPr>
            <p:cNvSpPr/>
            <p:nvPr userDrawn="1"/>
          </p:nvSpPr>
          <p:spPr>
            <a:xfrm>
              <a:off x="6012594" y="494713"/>
              <a:ext cx="1517131" cy="1517131"/>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8775AF3-39D7-F461-DCD9-57DA2BAB11A0}"/>
                </a:ext>
              </a:extLst>
            </p:cNvPr>
            <p:cNvSpPr/>
            <p:nvPr userDrawn="1"/>
          </p:nvSpPr>
          <p:spPr>
            <a:xfrm>
              <a:off x="6205510" y="331343"/>
              <a:ext cx="1517131" cy="1517131"/>
            </a:xfrm>
            <a:prstGeom prst="ellipse">
              <a:avLst/>
            </a:prstGeom>
            <a:solidFill>
              <a:schemeClr val="tx1"/>
            </a:solidFill>
            <a:ln>
              <a:noFill/>
            </a:ln>
            <a:effectLst>
              <a:outerShdw blurRad="635000" dist="635000" dir="2700000" sx="50000" sy="50000" algn="tl" rotWithShape="0">
                <a:prstClr val="black">
                  <a:alpha val="20000"/>
                </a:prstClr>
              </a:outerShdw>
              <a:softEdge rad="495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496798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G Idea">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4608"/>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723900" y="3931914"/>
            <a:ext cx="10744200" cy="307777"/>
          </a:xfrm>
        </p:spPr>
        <p:txBody>
          <a:bodyPr>
            <a:spAutoFit/>
          </a:bodyPr>
          <a:lstStyle>
            <a:lvl1pPr marL="0" indent="0" algn="ctr">
              <a:buNone/>
              <a:defRPr sz="2000" b="0" i="0">
                <a:solidFill>
                  <a:schemeClr val="tx1">
                    <a:tint val="75000"/>
                  </a:schemeClr>
                </a:solidFill>
                <a:latin typeface="Segoe UI Semilight" panose="020B0402040204020203" pitchFamily="34" charset="0"/>
                <a:cs typeface="Segoe UI Semilight" panose="020B04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Subtext for your big idea.</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723900" y="3082005"/>
            <a:ext cx="10744200" cy="664797"/>
          </a:xfrm>
        </p:spPr>
        <p:txBody>
          <a:bodyPr lIns="0" tIns="0" rIns="0" bIns="0" anchor="b">
            <a:spAutoFit/>
          </a:bodyPr>
          <a:lstStyle>
            <a:lvl1pPr algn="ctr">
              <a:defRPr sz="4800"/>
            </a:lvl1pPr>
          </a:lstStyle>
          <a:p>
            <a:r>
              <a:rPr lang="en-US"/>
              <a:t>What is your big idea?</a:t>
            </a:r>
          </a:p>
        </p:txBody>
      </p:sp>
      <p:grpSp>
        <p:nvGrpSpPr>
          <p:cNvPr id="6" name="Group 5">
            <a:extLst>
              <a:ext uri="{FF2B5EF4-FFF2-40B4-BE49-F238E27FC236}">
                <a16:creationId xmlns:a16="http://schemas.microsoft.com/office/drawing/2014/main" id="{21099D25-D698-CC13-E6AE-5E51CA267593}"/>
              </a:ext>
            </a:extLst>
          </p:cNvPr>
          <p:cNvGrpSpPr/>
          <p:nvPr userDrawn="1"/>
        </p:nvGrpSpPr>
        <p:grpSpPr>
          <a:xfrm>
            <a:off x="9870182" y="4316986"/>
            <a:ext cx="1940818" cy="1977090"/>
            <a:chOff x="8504047" y="4194596"/>
            <a:chExt cx="1940818" cy="1977090"/>
          </a:xfrm>
        </p:grpSpPr>
        <p:sp>
          <p:nvSpPr>
            <p:cNvPr id="8" name="Oval 7">
              <a:extLst>
                <a:ext uri="{FF2B5EF4-FFF2-40B4-BE49-F238E27FC236}">
                  <a16:creationId xmlns:a16="http://schemas.microsoft.com/office/drawing/2014/main" id="{1B297246-D2B5-FB81-8927-2168B9B46D23}"/>
                </a:ext>
              </a:extLst>
            </p:cNvPr>
            <p:cNvSpPr/>
            <p:nvPr userDrawn="1"/>
          </p:nvSpPr>
          <p:spPr>
            <a:xfrm>
              <a:off x="8504047" y="4495588"/>
              <a:ext cx="1676098" cy="1676098"/>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2D62A3D-E5C2-621C-3D25-6D3B5AC791A6}"/>
                </a:ext>
              </a:extLst>
            </p:cNvPr>
            <p:cNvSpPr/>
            <p:nvPr userDrawn="1"/>
          </p:nvSpPr>
          <p:spPr>
            <a:xfrm>
              <a:off x="8768766" y="4194596"/>
              <a:ext cx="1676099" cy="1676099"/>
            </a:xfrm>
            <a:prstGeom prst="ellipse">
              <a:avLst/>
            </a:prstGeom>
            <a:solidFill>
              <a:schemeClr val="tx1"/>
            </a:solidFill>
            <a:ln>
              <a:noFill/>
            </a:ln>
            <a:effectLst>
              <a:outerShdw blurRad="635000" dist="635000" dir="2700000" sx="50000" sy="50000" algn="tl" rotWithShape="0">
                <a:prstClr val="black">
                  <a:alpha val="20000"/>
                </a:prstClr>
              </a:outerShdw>
              <a:softEdge rad="673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Freeform 32">
            <a:extLst>
              <a:ext uri="{FF2B5EF4-FFF2-40B4-BE49-F238E27FC236}">
                <a16:creationId xmlns:a16="http://schemas.microsoft.com/office/drawing/2014/main" id="{03B77BB3-1F32-6349-4091-7B5EE3BDBFE7}"/>
              </a:ext>
            </a:extLst>
          </p:cNvPr>
          <p:cNvSpPr/>
          <p:nvPr userDrawn="1"/>
        </p:nvSpPr>
        <p:spPr>
          <a:xfrm>
            <a:off x="8171188" y="5525071"/>
            <a:ext cx="2601190" cy="1341685"/>
          </a:xfrm>
          <a:custGeom>
            <a:avLst/>
            <a:gdLst>
              <a:gd name="connsiteX0" fmla="*/ 1300595 w 2601190"/>
              <a:gd name="connsiteY0" fmla="*/ 0 h 1341685"/>
              <a:gd name="connsiteX1" fmla="*/ 2601190 w 2601190"/>
              <a:gd name="connsiteY1" fmla="*/ 1300595 h 1341685"/>
              <a:gd name="connsiteX2" fmla="*/ 2599115 w 2601190"/>
              <a:gd name="connsiteY2" fmla="*/ 1341685 h 1341685"/>
              <a:gd name="connsiteX3" fmla="*/ 2075 w 2601190"/>
              <a:gd name="connsiteY3" fmla="*/ 1341685 h 1341685"/>
              <a:gd name="connsiteX4" fmla="*/ 0 w 2601190"/>
              <a:gd name="connsiteY4" fmla="*/ 1300595 h 1341685"/>
              <a:gd name="connsiteX5" fmla="*/ 1300595 w 2601190"/>
              <a:gd name="connsiteY5" fmla="*/ 0 h 134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1190" h="1341685">
                <a:moveTo>
                  <a:pt x="1300595" y="0"/>
                </a:moveTo>
                <a:cubicBezTo>
                  <a:pt x="2018894" y="0"/>
                  <a:pt x="2601190" y="582296"/>
                  <a:pt x="2601190" y="1300595"/>
                </a:cubicBezTo>
                <a:lnTo>
                  <a:pt x="2599115" y="1341685"/>
                </a:lnTo>
                <a:lnTo>
                  <a:pt x="2075" y="1341685"/>
                </a:lnTo>
                <a:lnTo>
                  <a:pt x="0" y="1300595"/>
                </a:lnTo>
                <a:cubicBezTo>
                  <a:pt x="0" y="582296"/>
                  <a:pt x="582296" y="0"/>
                  <a:pt x="1300595" y="0"/>
                </a:cubicBezTo>
                <a:close/>
              </a:path>
            </a:pathLst>
          </a:cu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7F34B5A4-7903-D3C0-4D15-E81C7DFF7748}"/>
              </a:ext>
            </a:extLst>
          </p:cNvPr>
          <p:cNvSpPr/>
          <p:nvPr userDrawn="1"/>
        </p:nvSpPr>
        <p:spPr>
          <a:xfrm>
            <a:off x="8638308" y="5002786"/>
            <a:ext cx="2601192" cy="1885950"/>
          </a:xfrm>
          <a:custGeom>
            <a:avLst/>
            <a:gdLst>
              <a:gd name="connsiteX0" fmla="*/ 1300596 w 2601192"/>
              <a:gd name="connsiteY0" fmla="*/ 0 h 1885950"/>
              <a:gd name="connsiteX1" fmla="*/ 2601192 w 2601192"/>
              <a:gd name="connsiteY1" fmla="*/ 1300596 h 1885950"/>
              <a:gd name="connsiteX2" fmla="*/ 2498985 w 2601192"/>
              <a:gd name="connsiteY2" fmla="*/ 1806847 h 1885950"/>
              <a:gd name="connsiteX3" fmla="*/ 2460879 w 2601192"/>
              <a:gd name="connsiteY3" fmla="*/ 1885950 h 1885950"/>
              <a:gd name="connsiteX4" fmla="*/ 140314 w 2601192"/>
              <a:gd name="connsiteY4" fmla="*/ 1885950 h 1885950"/>
              <a:gd name="connsiteX5" fmla="*/ 102207 w 2601192"/>
              <a:gd name="connsiteY5" fmla="*/ 1806847 h 1885950"/>
              <a:gd name="connsiteX6" fmla="*/ 0 w 2601192"/>
              <a:gd name="connsiteY6" fmla="*/ 1300596 h 1885950"/>
              <a:gd name="connsiteX7" fmla="*/ 1300596 w 2601192"/>
              <a:gd name="connsiteY7" fmla="*/ 0 h 188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1192" h="1885950">
                <a:moveTo>
                  <a:pt x="1300596" y="0"/>
                </a:moveTo>
                <a:cubicBezTo>
                  <a:pt x="2018895" y="0"/>
                  <a:pt x="2601192" y="582297"/>
                  <a:pt x="2601192" y="1300596"/>
                </a:cubicBezTo>
                <a:cubicBezTo>
                  <a:pt x="2601192" y="1480171"/>
                  <a:pt x="2564798" y="1651246"/>
                  <a:pt x="2498985" y="1806847"/>
                </a:cubicBezTo>
                <a:lnTo>
                  <a:pt x="2460879" y="1885950"/>
                </a:lnTo>
                <a:lnTo>
                  <a:pt x="140314" y="1885950"/>
                </a:lnTo>
                <a:lnTo>
                  <a:pt x="102207" y="1806847"/>
                </a:lnTo>
                <a:cubicBezTo>
                  <a:pt x="36394" y="1651246"/>
                  <a:pt x="0" y="1480171"/>
                  <a:pt x="0" y="1300596"/>
                </a:cubicBezTo>
                <a:cubicBezTo>
                  <a:pt x="0" y="582297"/>
                  <a:pt x="582297" y="0"/>
                  <a:pt x="1300596" y="0"/>
                </a:cubicBezTo>
                <a:close/>
              </a:path>
            </a:pathLst>
          </a:custGeom>
          <a:solidFill>
            <a:schemeClr val="tx1"/>
          </a:solidFill>
          <a:ln>
            <a:noFill/>
          </a:ln>
          <a:effectLst>
            <a:outerShdw blurRad="762000" dist="762000" dir="2700000" sx="50000" sy="50000" algn="tl" rotWithShape="0">
              <a:prstClr val="black">
                <a:alpha val="20000"/>
              </a:prstClr>
            </a:outerShdw>
            <a:softEdge rad="1045921"/>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162027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Slide">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BE149A7E-0310-38E2-4292-AE64244D84CE}"/>
              </a:ext>
            </a:extLst>
          </p:cNvPr>
          <p:cNvSpPr>
            <a:spLocks noGrp="1"/>
          </p:cNvSpPr>
          <p:nvPr>
            <p:ph type="body" sz="quarter" idx="10"/>
          </p:nvPr>
        </p:nvSpPr>
        <p:spPr>
          <a:xfrm>
            <a:off x="2209800" y="2000250"/>
            <a:ext cx="857250" cy="800100"/>
          </a:xfrm>
          <a:blipFill dpi="0" rotWithShape="1">
            <a:blip r:embed="rId2"/>
            <a:srcRect/>
            <a:tile tx="0" ty="609600" sx="100000" sy="100000" flip="none" algn="ctr"/>
          </a:blipFill>
        </p:spPr>
        <p:txBody>
          <a:bodyPr>
            <a:normAutofit/>
          </a:bodyPr>
          <a:lstStyle>
            <a:lvl1pPr marL="0" indent="0">
              <a:buNone/>
              <a:defRPr sz="100"/>
            </a:lvl1pPr>
          </a:lstStyle>
          <a:p>
            <a:pPr lvl="0"/>
            <a:endParaRPr lang="en-US"/>
          </a:p>
        </p:txBody>
      </p:sp>
      <p:sp>
        <p:nvSpPr>
          <p:cNvPr id="5" name="Text Placeholder 3">
            <a:extLst>
              <a:ext uri="{FF2B5EF4-FFF2-40B4-BE49-F238E27FC236}">
                <a16:creationId xmlns:a16="http://schemas.microsoft.com/office/drawing/2014/main" id="{F98647E8-BBFB-0F07-D7DB-A65E141CDDE3}"/>
              </a:ext>
            </a:extLst>
          </p:cNvPr>
          <p:cNvSpPr>
            <a:spLocks noGrp="1"/>
          </p:cNvSpPr>
          <p:nvPr>
            <p:ph type="body" sz="quarter" idx="11" hasCustomPrompt="1"/>
          </p:nvPr>
        </p:nvSpPr>
        <p:spPr>
          <a:xfrm>
            <a:off x="2742038" y="514350"/>
            <a:ext cx="6743700" cy="5829300"/>
          </a:xfrm>
        </p:spPr>
        <p:txBody>
          <a:bodyPr anchor="ctr">
            <a:normAutofit/>
          </a:bodyPr>
          <a:lstStyle>
            <a:lvl1pPr marL="0" indent="0">
              <a:buNone/>
              <a:defRPr sz="2000" b="0" i="0">
                <a:latin typeface="Segoe UI Light" panose="020B0502040204020203" pitchFamily="34" charset="0"/>
                <a:cs typeface="Segoe UI Light" panose="020B0502040204020203" pitchFamily="34" charset="0"/>
              </a:defRPr>
            </a:lvl1pPr>
          </a:lstStyle>
          <a:p>
            <a:pPr marL="0" marR="0" lvl="0" indent="0" algn="l" defTabSz="914400" rtl="0" eaLnBrk="1" fontAlgn="auto" latinLnBrk="0" hangingPunct="1">
              <a:lnSpc>
                <a:spcPct val="100000"/>
              </a:lnSpc>
              <a:spcBef>
                <a:spcPts val="0"/>
              </a:spcBef>
              <a:spcAft>
                <a:spcPts val="1200"/>
              </a:spcAft>
              <a:buClrTx/>
              <a:buSzTx/>
              <a:buFont typeface="Wingdings" pitchFamily="2" charset="2"/>
              <a:buNone/>
              <a:tabLst/>
              <a:defRPr/>
            </a:pPr>
            <a:r>
              <a:rPr lang="en-US"/>
              <a:t>Morbi </a:t>
            </a:r>
            <a:r>
              <a:rPr lang="en-US" err="1"/>
              <a:t>leo</a:t>
            </a:r>
            <a:r>
              <a:rPr lang="en-US"/>
              <a:t> </a:t>
            </a:r>
            <a:r>
              <a:rPr lang="en-US" err="1"/>
              <a:t>risus</a:t>
            </a:r>
            <a:r>
              <a:rPr lang="en-US"/>
              <a:t>, porta ac </a:t>
            </a:r>
            <a:r>
              <a:rPr lang="en-US" err="1"/>
              <a:t>consectetur</a:t>
            </a:r>
            <a:r>
              <a:rPr lang="en-US"/>
              <a:t> ac, vestibulum at eros. </a:t>
            </a:r>
            <a:r>
              <a:rPr lang="en-US" err="1"/>
              <a:t>Nullam</a:t>
            </a:r>
            <a:r>
              <a:rPr lang="en-US"/>
              <a:t> id dolor id </a:t>
            </a:r>
            <a:r>
              <a:rPr lang="en-US" err="1"/>
              <a:t>nibh</a:t>
            </a:r>
            <a:r>
              <a:rPr lang="en-US"/>
              <a:t> </a:t>
            </a:r>
            <a:r>
              <a:rPr lang="en-US" err="1"/>
              <a:t>ultricies</a:t>
            </a:r>
            <a:r>
              <a:rPr lang="en-US"/>
              <a:t> </a:t>
            </a:r>
            <a:r>
              <a:rPr lang="en-US" err="1"/>
              <a:t>vehicula</a:t>
            </a:r>
            <a:r>
              <a:rPr lang="en-US"/>
              <a:t> </a:t>
            </a:r>
            <a:r>
              <a:rPr lang="en-US" err="1"/>
              <a:t>ut</a:t>
            </a:r>
            <a:r>
              <a:rPr lang="en-US"/>
              <a:t> id </a:t>
            </a:r>
            <a:r>
              <a:rPr lang="en-US" err="1"/>
              <a:t>elit</a:t>
            </a:r>
            <a:r>
              <a:rPr lang="en-US"/>
              <a:t>. Integer </a:t>
            </a:r>
            <a:r>
              <a:rPr lang="en-US" err="1"/>
              <a:t>posuere</a:t>
            </a:r>
            <a:r>
              <a:rPr lang="en-US"/>
              <a:t> </a:t>
            </a:r>
            <a:r>
              <a:rPr lang="en-US" err="1"/>
              <a:t>erat</a:t>
            </a:r>
            <a:r>
              <a:rPr lang="en-US"/>
              <a:t> a ante </a:t>
            </a:r>
            <a:r>
              <a:rPr lang="en-US" err="1"/>
              <a:t>venenatis</a:t>
            </a:r>
            <a:r>
              <a:rPr lang="en-US"/>
              <a:t> </a:t>
            </a:r>
            <a:r>
              <a:rPr lang="en-US" err="1"/>
              <a:t>dapibus</a:t>
            </a:r>
            <a:r>
              <a:rPr lang="en-US"/>
              <a:t> </a:t>
            </a:r>
            <a:r>
              <a:rPr lang="en-US" err="1"/>
              <a:t>posuere</a:t>
            </a:r>
            <a:r>
              <a:rPr lang="en-US"/>
              <a:t> </a:t>
            </a:r>
            <a:r>
              <a:rPr lang="en-US" err="1"/>
              <a:t>velit</a:t>
            </a:r>
            <a:r>
              <a:rPr lang="en-US"/>
              <a:t> </a:t>
            </a:r>
            <a:r>
              <a:rPr lang="en-US" err="1"/>
              <a:t>aliquet</a:t>
            </a:r>
            <a:r>
              <a:rPr lang="en-US"/>
              <a:t>. Donec sed </a:t>
            </a:r>
            <a:r>
              <a:rPr lang="en-US" err="1"/>
              <a:t>odio</a:t>
            </a:r>
            <a:r>
              <a:rPr lang="en-US"/>
              <a:t> dui.</a:t>
            </a:r>
          </a:p>
        </p:txBody>
      </p:sp>
    </p:spTree>
    <p:extLst>
      <p:ext uri="{BB962C8B-B14F-4D97-AF65-F5344CB8AC3E}">
        <p14:creationId xmlns:p14="http://schemas.microsoft.com/office/powerpoint/2010/main" val="1108631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1">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5F8A8D9-3DA3-3A8F-82D7-469D61A212E0}"/>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3</a:t>
            </a:r>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8704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2">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8DBF563-5214-6460-A8F5-B8D7CC997646}"/>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1</a:t>
            </a:r>
          </a:p>
        </p:txBody>
      </p:sp>
    </p:spTree>
    <p:extLst>
      <p:ext uri="{BB962C8B-B14F-4D97-AF65-F5344CB8AC3E}">
        <p14:creationId xmlns:p14="http://schemas.microsoft.com/office/powerpoint/2010/main" val="35016557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3">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DA6FD385-DEEA-ED58-37F8-753B3F8E733B}"/>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2</a:t>
            </a:r>
          </a:p>
        </p:txBody>
      </p:sp>
    </p:spTree>
    <p:extLst>
      <p:ext uri="{BB962C8B-B14F-4D97-AF65-F5344CB8AC3E}">
        <p14:creationId xmlns:p14="http://schemas.microsoft.com/office/powerpoint/2010/main" val="5997550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4">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6BBD3DD-37F4-A34D-A04C-B4BC07553F42}"/>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1366263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5">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6E3BAC0-D48D-95C3-7E47-615067406ABF}"/>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5</a:t>
            </a:r>
          </a:p>
        </p:txBody>
      </p:sp>
    </p:spTree>
    <p:extLst>
      <p:ext uri="{BB962C8B-B14F-4D97-AF65-F5344CB8AC3E}">
        <p14:creationId xmlns:p14="http://schemas.microsoft.com/office/powerpoint/2010/main" val="40824629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3900" y="1362872"/>
            <a:ext cx="10515600" cy="443198"/>
          </a:xfrm>
        </p:spPr>
        <p:txBody>
          <a:bodyPr wrap="square">
            <a:spAutoFit/>
          </a:bodyPr>
          <a:lstStyle/>
          <a:p>
            <a:r>
              <a:rPr lang="en-US"/>
              <a:t>A concise, specific, and conversational active headline.</a:t>
            </a:r>
          </a:p>
        </p:txBody>
      </p:sp>
      <p:sp>
        <p:nvSpPr>
          <p:cNvPr id="10" name="Content Placeholder 2">
            <a:extLst>
              <a:ext uri="{FF2B5EF4-FFF2-40B4-BE49-F238E27FC236}">
                <a16:creationId xmlns:a16="http://schemas.microsoft.com/office/drawing/2014/main" id="{C48EC71C-D4A1-1E6C-CF0D-B6FC362ABF64}"/>
              </a:ext>
            </a:extLst>
          </p:cNvPr>
          <p:cNvSpPr>
            <a:spLocks noGrp="1"/>
          </p:cNvSpPr>
          <p:nvPr>
            <p:ph idx="1" hasCustomPrompt="1"/>
          </p:nvPr>
        </p:nvSpPr>
        <p:spPr>
          <a:xfrm>
            <a:off x="723900" y="2000250"/>
            <a:ext cx="10515600" cy="4171950"/>
          </a:xfrm>
        </p:spPr>
        <p:txBody>
          <a:bodyPr lIns="0" tIns="0" rIns="0" b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743078C0-2270-0525-5AF4-41E6139CA407}"/>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Section header</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21102662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468">
          <p15:clr>
            <a:srgbClr val="9FCC3B"/>
          </p15:clr>
        </p15:guide>
        <p15:guide id="2" orient="horz" pos="1080">
          <p15:clr>
            <a:srgbClr val="9FCC3B"/>
          </p15:clr>
        </p15:guide>
        <p15:guide id="3" orient="horz" pos="1260">
          <p15:clr>
            <a:srgbClr val="5ACBF0"/>
          </p15:clr>
        </p15:guide>
        <p15:guide id="4" orient="horz" pos="3888">
          <p15:clr>
            <a:srgbClr val="5ACBF0"/>
          </p15:clr>
        </p15:guide>
        <p15:guide id="5" pos="708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Screen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DC042C5-C03D-7319-FB15-757960565E21}"/>
              </a:ext>
            </a:extLst>
          </p:cNvPr>
          <p:cNvSpPr>
            <a:spLocks noGrp="1"/>
          </p:cNvSpPr>
          <p:nvPr>
            <p:ph type="pic" sz="quarter" idx="17" hasCustomPrompt="1"/>
          </p:nvPr>
        </p:nvSpPr>
        <p:spPr>
          <a:xfrm>
            <a:off x="723900" y="514350"/>
            <a:ext cx="10629900" cy="5657850"/>
          </a:xfrm>
          <a:effectLst>
            <a:outerShdw blurRad="381000" dist="12700" dir="2700000" sx="101000" sy="101000" algn="tl" rotWithShape="0">
              <a:prstClr val="black">
                <a:alpha val="15000"/>
              </a:prstClr>
            </a:outerShdw>
          </a:effectLst>
        </p:spPr>
        <p:txBody>
          <a:bodyPr anchor="ctr">
            <a:normAutofit/>
          </a:bodyPr>
          <a:lstStyle>
            <a:lvl1pPr marL="0" indent="0" algn="r">
              <a:buNone/>
              <a:defRPr sz="1600"/>
            </a:lvl1pPr>
          </a:lstStyle>
          <a:p>
            <a:r>
              <a:rPr lang="en-US"/>
              <a:t>Click on the picture icon to add</a:t>
            </a:r>
            <a:br>
              <a:rPr lang="en-US"/>
            </a:br>
            <a:r>
              <a:rPr lang="en-US"/>
              <a:t>a full screen image to this slide</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75">
            <a:extLst>
              <a:ext uri="{FF2B5EF4-FFF2-40B4-BE49-F238E27FC236}">
                <a16:creationId xmlns:a16="http://schemas.microsoft.com/office/drawing/2014/main" id="{89F48259-349C-0F5E-935C-131772CA6DE9}"/>
              </a:ext>
            </a:extLst>
          </p:cNvPr>
          <p:cNvSpPr>
            <a:spLocks noGrp="1"/>
          </p:cNvSpPr>
          <p:nvPr>
            <p:ph type="body" sz="quarter" idx="63" hasCustomPrompt="1"/>
          </p:nvPr>
        </p:nvSpPr>
        <p:spPr>
          <a:xfrm>
            <a:off x="1809750" y="1341404"/>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2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section details.</a:t>
            </a:r>
          </a:p>
        </p:txBody>
      </p:sp>
      <p:sp>
        <p:nvSpPr>
          <p:cNvPr id="3" name="Text Placeholder 76">
            <a:extLst>
              <a:ext uri="{FF2B5EF4-FFF2-40B4-BE49-F238E27FC236}">
                <a16:creationId xmlns:a16="http://schemas.microsoft.com/office/drawing/2014/main" id="{FA85C8AE-F728-C678-CDB2-DF36511C3D12}"/>
              </a:ext>
            </a:extLst>
          </p:cNvPr>
          <p:cNvSpPr>
            <a:spLocks noGrp="1"/>
          </p:cNvSpPr>
          <p:nvPr>
            <p:ph type="body" sz="quarter" idx="64" hasCustomPrompt="1"/>
          </p:nvPr>
        </p:nvSpPr>
        <p:spPr>
          <a:xfrm>
            <a:off x="1809750" y="1341404"/>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B293E5"/>
              </a:gs>
              <a:gs pos="0">
                <a:srgbClr val="BA8CE4"/>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a:t>The active headline for this card.</a:t>
            </a:r>
          </a:p>
        </p:txBody>
      </p:sp>
      <p:sp>
        <p:nvSpPr>
          <p:cNvPr id="9" name="Text Placeholder 77">
            <a:extLst>
              <a:ext uri="{FF2B5EF4-FFF2-40B4-BE49-F238E27FC236}">
                <a16:creationId xmlns:a16="http://schemas.microsoft.com/office/drawing/2014/main" id="{D550808A-A286-3572-4F8C-A3B04E288319}"/>
              </a:ext>
            </a:extLst>
          </p:cNvPr>
          <p:cNvSpPr>
            <a:spLocks noGrp="1"/>
          </p:cNvSpPr>
          <p:nvPr>
            <p:ph type="body" sz="quarter" idx="65" hasCustomPrompt="1"/>
          </p:nvPr>
        </p:nvSpPr>
        <p:spPr>
          <a:xfrm>
            <a:off x="1809750" y="4739294"/>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10" name="Picture Placeholder 62">
            <a:extLst>
              <a:ext uri="{FF2B5EF4-FFF2-40B4-BE49-F238E27FC236}">
                <a16:creationId xmlns:a16="http://schemas.microsoft.com/office/drawing/2014/main" id="{65202BDA-2322-ACE3-E9A8-1F533BC684EB}"/>
              </a:ext>
            </a:extLst>
          </p:cNvPr>
          <p:cNvSpPr>
            <a:spLocks noGrp="1"/>
          </p:cNvSpPr>
          <p:nvPr>
            <p:ph type="pic" sz="quarter" idx="66" hasCustomPrompt="1"/>
          </p:nvPr>
        </p:nvSpPr>
        <p:spPr>
          <a:xfrm>
            <a:off x="1809750" y="2110394"/>
            <a:ext cx="2457450" cy="2628900"/>
          </a:xfrm>
          <a:solidFill>
            <a:schemeClr val="bg1"/>
          </a:solidFill>
        </p:spPr>
        <p:txBody>
          <a:bodyPr lIns="274320" tIns="274320" rIns="274320" bIns="274320" anchor="t">
            <a:normAutofit/>
          </a:bodyPr>
          <a:lstStyle>
            <a:lvl1pPr marL="0" indent="0" algn="l">
              <a:buNone/>
              <a:defRPr sz="1200"/>
            </a:lvl1pPr>
          </a:lstStyle>
          <a:p>
            <a:r>
              <a:rPr lang="en-US"/>
              <a:t>Click on the picture icon to add a full bleed image to this card or delete this placeholder to add other types of content.</a:t>
            </a:r>
          </a:p>
        </p:txBody>
      </p:sp>
    </p:spTree>
    <p:extLst>
      <p:ext uri="{BB962C8B-B14F-4D97-AF65-F5344CB8AC3E}">
        <p14:creationId xmlns:p14="http://schemas.microsoft.com/office/powerpoint/2010/main" val="170799405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3276">
          <p15:clr>
            <a:srgbClr val="5ACBF0"/>
          </p15:clr>
        </p15:guide>
        <p15:guide id="2" orient="horz" pos="1188">
          <p15:clr>
            <a:srgbClr val="9FCC3B"/>
          </p15:clr>
        </p15:guide>
        <p15:guide id="3" orient="horz" pos="1476">
          <p15:clr>
            <a:srgbClr val="5ACBF0"/>
          </p15:clr>
        </p15:guide>
        <p15:guide id="4" orient="horz" pos="3888">
          <p15:clr>
            <a:srgbClr val="5ACBF0"/>
          </p15:clr>
        </p15:guide>
        <p15:guide id="5" pos="7152">
          <p15:clr>
            <a:srgbClr val="5ACBF0"/>
          </p15:clr>
        </p15:guide>
        <p15:guide id="6" pos="1140">
          <p15:clr>
            <a:srgbClr val="FBAE40"/>
          </p15:clr>
        </p15:guide>
        <p15:guide id="7" pos="2688">
          <p15:clr>
            <a:srgbClr val="FBAE40"/>
          </p15:clr>
        </p15:guide>
        <p15:guide id="8" orient="horz" pos="2988">
          <p15:clr>
            <a:srgbClr val="FBAE40"/>
          </p15:clr>
        </p15:guide>
        <p15:guide id="9" orient="horz" pos="3420">
          <p15:clr>
            <a:srgbClr val="FBAE40"/>
          </p15:clr>
        </p15:guide>
        <p15:guide id="10" orient="horz" pos="1332">
          <p15:clr>
            <a:srgbClr val="FBAE40"/>
          </p15:clr>
        </p15:guide>
        <p15:guide id="11" pos="1320">
          <p15:clr>
            <a:srgbClr val="5ACBF0"/>
          </p15:clr>
        </p15:guide>
        <p15:guide id="12" pos="2508">
          <p15:clr>
            <a:srgbClr val="5ACBF0"/>
          </p15:clr>
        </p15:guide>
        <p15:guide id="13" orient="horz" pos="3096">
          <p15:clr>
            <a:srgbClr val="5ACBF0"/>
          </p15:clr>
        </p15:guide>
        <p15:guide id="14" orient="horz" pos="84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Idea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DC042C5-C03D-7319-FB15-757960565E21}"/>
              </a:ext>
            </a:extLst>
          </p:cNvPr>
          <p:cNvSpPr>
            <a:spLocks noGrp="1"/>
          </p:cNvSpPr>
          <p:nvPr>
            <p:ph type="pic" sz="quarter" idx="17" hasCustomPrompt="1"/>
          </p:nvPr>
        </p:nvSpPr>
        <p:spPr>
          <a:xfrm>
            <a:off x="723900" y="514350"/>
            <a:ext cx="10629900" cy="5657850"/>
          </a:xfrm>
          <a:effectLst>
            <a:outerShdw blurRad="381000" dist="12700" dir="2700000" sx="101000" sy="101000" algn="tl" rotWithShape="0">
              <a:prstClr val="black">
                <a:alpha val="15000"/>
              </a:prstClr>
            </a:outerShdw>
          </a:effectLst>
        </p:spPr>
        <p:txBody>
          <a:bodyPr anchor="ctr">
            <a:normAutofit/>
          </a:bodyPr>
          <a:lstStyle>
            <a:lvl1pPr marL="0" indent="0" algn="r">
              <a:buNone/>
              <a:defRPr sz="1600"/>
            </a:lvl1pPr>
          </a:lstStyle>
          <a:p>
            <a:r>
              <a:rPr lang="en-US"/>
              <a:t>Click on the picture icon to add</a:t>
            </a:r>
            <a:br>
              <a:rPr lang="en-US"/>
            </a:br>
            <a:r>
              <a:rPr lang="en-US"/>
              <a:t>a full screen image to this slide</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5" name="Title 1">
            <a:extLst>
              <a:ext uri="{FF2B5EF4-FFF2-40B4-BE49-F238E27FC236}">
                <a16:creationId xmlns:a16="http://schemas.microsoft.com/office/drawing/2014/main" id="{02073279-DEEC-1199-A7D7-4F2201C5A4CC}"/>
              </a:ext>
            </a:extLst>
          </p:cNvPr>
          <p:cNvSpPr>
            <a:spLocks noGrp="1"/>
          </p:cNvSpPr>
          <p:nvPr>
            <p:ph type="ctrTitle" hasCustomPrompt="1"/>
          </p:nvPr>
        </p:nvSpPr>
        <p:spPr>
          <a:xfrm>
            <a:off x="1166004" y="2686050"/>
            <a:ext cx="6286372" cy="1329595"/>
          </a:xfrm>
        </p:spPr>
        <p:txBody>
          <a:bodyPr wrap="square" lIns="0" tIns="0" rIns="0" bIns="0" anchor="b">
            <a:spAutoFit/>
          </a:bodyPr>
          <a:lstStyle>
            <a:lvl1pPr algn="l">
              <a:lnSpc>
                <a:spcPct val="80000"/>
              </a:lnSpc>
              <a:defRPr sz="5400"/>
            </a:lvl1pPr>
          </a:lstStyle>
          <a:p>
            <a:r>
              <a:rPr lang="en-US"/>
              <a:t>What’s your deck’s BIG idea?</a:t>
            </a:r>
          </a:p>
        </p:txBody>
      </p:sp>
      <p:sp>
        <p:nvSpPr>
          <p:cNvPr id="14" name="Subtitle 2">
            <a:extLst>
              <a:ext uri="{FF2B5EF4-FFF2-40B4-BE49-F238E27FC236}">
                <a16:creationId xmlns:a16="http://schemas.microsoft.com/office/drawing/2014/main" id="{70F2B796-1A13-3DA4-6B55-7378DB372589}"/>
              </a:ext>
            </a:extLst>
          </p:cNvPr>
          <p:cNvSpPr>
            <a:spLocks noGrp="1"/>
          </p:cNvSpPr>
          <p:nvPr>
            <p:ph type="subTitle" idx="1" hasCustomPrompt="1"/>
          </p:nvPr>
        </p:nvSpPr>
        <p:spPr>
          <a:xfrm>
            <a:off x="1157831" y="4092886"/>
            <a:ext cx="6309769" cy="276999"/>
          </a:xfrm>
        </p:spPr>
        <p:txBody>
          <a:bodyPr lIns="0" tIns="0" rIns="0" bIns="0">
            <a:spAutoFit/>
          </a:bodyPr>
          <a:lstStyle>
            <a:lvl1pPr marL="0" indent="0" algn="l">
              <a:buNone/>
              <a:defRPr sz="1800" b="0" i="0">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Subtext for your big idea.</a:t>
            </a:r>
          </a:p>
        </p:txBody>
      </p:sp>
    </p:spTree>
    <p:extLst>
      <p:ext uri="{BB962C8B-B14F-4D97-AF65-F5344CB8AC3E}">
        <p14:creationId xmlns:p14="http://schemas.microsoft.com/office/powerpoint/2010/main" val="163910672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orient="horz" pos="3888">
          <p15:clr>
            <a:srgbClr val="5ACBF0"/>
          </p15:clr>
        </p15:guide>
        <p15:guide id="5" pos="715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9141" y="2000250"/>
            <a:ext cx="5033854" cy="4171950"/>
          </a:xfrm>
        </p:spPr>
        <p:txBody>
          <a:bodyPr lIns="0" tIns="0" rIns="0" bIns="0">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0300" y="2000250"/>
            <a:ext cx="5029200" cy="4171950"/>
          </a:xfrm>
        </p:spPr>
        <p:txBody>
          <a:bodyPr lIns="0" tIns="0" rIns="0" bIns="0">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hasCustomPrompt="1"/>
          </p:nvPr>
        </p:nvSpPr>
        <p:spPr>
          <a:xfrm>
            <a:off x="723900" y="1360587"/>
            <a:ext cx="10515600" cy="443198"/>
          </a:xfrm>
        </p:spPr>
        <p:txBody>
          <a:bodyPr>
            <a:spAutoFit/>
          </a:bodyPr>
          <a:lstStyle/>
          <a:p>
            <a:r>
              <a:rPr lang="en-US"/>
              <a:t>A concise, specific, and conversational active headline.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425965799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3624">
          <p15:clr>
            <a:srgbClr val="5ACBF0"/>
          </p15:clr>
        </p15:guide>
        <p15:guide id="6" pos="391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5ACBF0"/>
          </p15:clr>
        </p15:guide>
        <p15:guide id="11" orient="horz" pos="126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9" name="Date Placeholder 28">
            <a:extLst>
              <a:ext uri="{FF2B5EF4-FFF2-40B4-BE49-F238E27FC236}">
                <a16:creationId xmlns:a16="http://schemas.microsoft.com/office/drawing/2014/main" id="{ACB144BD-B311-397F-5257-D7D79B2FF924}"/>
              </a:ext>
            </a:extLst>
          </p:cNvPr>
          <p:cNvSpPr>
            <a:spLocks noGrp="1"/>
          </p:cNvSpPr>
          <p:nvPr>
            <p:ph type="dt" sz="half" idx="14"/>
          </p:nvPr>
        </p:nvSpPr>
        <p:spPr/>
        <p:txBody>
          <a:bodyPr/>
          <a:lstStyle/>
          <a:p>
            <a:r>
              <a:rPr lang="en-US"/>
              <a:t>Microsoft confidential</a:t>
            </a:r>
          </a:p>
        </p:txBody>
      </p:sp>
      <p:sp>
        <p:nvSpPr>
          <p:cNvPr id="30" name="Footer Placeholder 29">
            <a:extLst>
              <a:ext uri="{FF2B5EF4-FFF2-40B4-BE49-F238E27FC236}">
                <a16:creationId xmlns:a16="http://schemas.microsoft.com/office/drawing/2014/main" id="{1E95153C-9A7D-A36C-A8F7-C42DFF755FE9}"/>
              </a:ext>
            </a:extLst>
          </p:cNvPr>
          <p:cNvSpPr>
            <a:spLocks noGrp="1"/>
          </p:cNvSpPr>
          <p:nvPr>
            <p:ph type="ftr" sz="quarter" idx="15"/>
          </p:nvPr>
        </p:nvSpPr>
        <p:spPr/>
        <p:txBody>
          <a:bodyPr/>
          <a:lstStyle/>
          <a:p>
            <a:r>
              <a:rPr lang="en-US"/>
              <a:t>Creating a scalable conversational UX</a:t>
            </a:r>
          </a:p>
        </p:txBody>
      </p:sp>
      <p:sp>
        <p:nvSpPr>
          <p:cNvPr id="31" name="Slide Number Placeholder 30">
            <a:extLst>
              <a:ext uri="{FF2B5EF4-FFF2-40B4-BE49-F238E27FC236}">
                <a16:creationId xmlns:a16="http://schemas.microsoft.com/office/drawing/2014/main" id="{0D9E3049-EBC8-E121-6C9F-10FD7CF3B3DB}"/>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15" name="Title 1">
            <a:extLst>
              <a:ext uri="{FF2B5EF4-FFF2-40B4-BE49-F238E27FC236}">
                <a16:creationId xmlns:a16="http://schemas.microsoft.com/office/drawing/2014/main" id="{8C5F29F9-F3BC-9CA5-E234-C8A45FAAF107}"/>
              </a:ext>
            </a:extLst>
          </p:cNvPr>
          <p:cNvSpPr>
            <a:spLocks noGrp="1"/>
          </p:cNvSpPr>
          <p:nvPr>
            <p:ph type="title" hasCustomPrompt="1"/>
          </p:nvPr>
        </p:nvSpPr>
        <p:spPr>
          <a:xfrm>
            <a:off x="723900" y="1362872"/>
            <a:ext cx="10515600" cy="443198"/>
          </a:xfrm>
        </p:spPr>
        <p:txBody>
          <a:bodyPr>
            <a:spAutoFit/>
          </a:bodyPr>
          <a:lstStyle/>
          <a:p>
            <a:r>
              <a:rPr lang="en-US"/>
              <a:t>A concise, specific, and conversational active headline.</a:t>
            </a:r>
          </a:p>
        </p:txBody>
      </p:sp>
      <p:sp>
        <p:nvSpPr>
          <p:cNvPr id="16" name="Text Placeholder 14">
            <a:extLst>
              <a:ext uri="{FF2B5EF4-FFF2-40B4-BE49-F238E27FC236}">
                <a16:creationId xmlns:a16="http://schemas.microsoft.com/office/drawing/2014/main" id="{B94F11F1-91FB-4498-1650-050D57F72529}"/>
              </a:ext>
            </a:extLst>
          </p:cNvPr>
          <p:cNvSpPr>
            <a:spLocks noGrp="1"/>
          </p:cNvSpPr>
          <p:nvPr>
            <p:ph type="body" sz="quarter" idx="13" hasCustomPrompt="1"/>
          </p:nvPr>
        </p:nvSpPr>
        <p:spPr>
          <a:xfrm>
            <a:off x="723899" y="523101"/>
            <a:ext cx="1051559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7" name="Text Placeholder 2">
            <a:extLst>
              <a:ext uri="{FF2B5EF4-FFF2-40B4-BE49-F238E27FC236}">
                <a16:creationId xmlns:a16="http://schemas.microsoft.com/office/drawing/2014/main" id="{DDC8933F-2ED5-F093-4DBD-EE128831F86B}"/>
              </a:ext>
            </a:extLst>
          </p:cNvPr>
          <p:cNvSpPr>
            <a:spLocks noGrp="1"/>
          </p:cNvSpPr>
          <p:nvPr>
            <p:ph type="body" idx="1"/>
          </p:nvPr>
        </p:nvSpPr>
        <p:spPr>
          <a:xfrm>
            <a:off x="731838" y="2263972"/>
            <a:ext cx="5021262" cy="307777"/>
          </a:xfrm>
        </p:spPr>
        <p:txBody>
          <a:bodyPr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E183D49-0B79-9D2F-E1C0-FAC3AE55F2B1}"/>
              </a:ext>
            </a:extLst>
          </p:cNvPr>
          <p:cNvSpPr>
            <a:spLocks noGrp="1"/>
          </p:cNvSpPr>
          <p:nvPr>
            <p:ph sz="half" idx="2"/>
          </p:nvPr>
        </p:nvSpPr>
        <p:spPr>
          <a:xfrm>
            <a:off x="723899" y="2628900"/>
            <a:ext cx="5029201"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F8981CC-D75B-97B1-238C-24F75D65E793}"/>
              </a:ext>
            </a:extLst>
          </p:cNvPr>
          <p:cNvSpPr>
            <a:spLocks noGrp="1"/>
          </p:cNvSpPr>
          <p:nvPr>
            <p:ph type="body" sz="quarter" idx="3"/>
          </p:nvPr>
        </p:nvSpPr>
        <p:spPr>
          <a:xfrm>
            <a:off x="6210299" y="2263972"/>
            <a:ext cx="5029201" cy="307777"/>
          </a:xfrm>
        </p:spPr>
        <p:txBody>
          <a:bodyPr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5">
            <a:extLst>
              <a:ext uri="{FF2B5EF4-FFF2-40B4-BE49-F238E27FC236}">
                <a16:creationId xmlns:a16="http://schemas.microsoft.com/office/drawing/2014/main" id="{305A6076-8ECA-B2DD-0C98-81433662E9CE}"/>
              </a:ext>
            </a:extLst>
          </p:cNvPr>
          <p:cNvSpPr>
            <a:spLocks noGrp="1"/>
          </p:cNvSpPr>
          <p:nvPr>
            <p:ph sz="quarter" idx="4"/>
          </p:nvPr>
        </p:nvSpPr>
        <p:spPr>
          <a:xfrm>
            <a:off x="6210299" y="2628900"/>
            <a:ext cx="5029201"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71121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912">
          <p15:clr>
            <a:srgbClr val="5ACBF0"/>
          </p15:clr>
        </p15:guide>
        <p15:guide id="2" pos="3624">
          <p15:clr>
            <a:srgbClr val="5ACBF0"/>
          </p15:clr>
        </p15:guide>
        <p15:guide id="3" orient="horz" pos="468">
          <p15:clr>
            <a:srgbClr val="9FCC3B"/>
          </p15:clr>
        </p15:guide>
        <p15:guide id="4" orient="horz" pos="1080">
          <p15:clr>
            <a:srgbClr val="9FCC3B"/>
          </p15:clr>
        </p15:guide>
        <p15:guide id="5" orient="horz" pos="1656">
          <p15:clr>
            <a:srgbClr val="5ACBF0"/>
          </p15:clr>
        </p15:guide>
        <p15:guide id="6" orient="horz" pos="1584">
          <p15:clr>
            <a:srgbClr val="9FCC3B"/>
          </p15:clr>
        </p15:guide>
        <p15:guide id="7" orient="horz" pos="3888">
          <p15:clr>
            <a:srgbClr val="5ACBF0"/>
          </p15:clr>
        </p15:guide>
        <p15:guide id="8" pos="708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aptions">
    <p:spTree>
      <p:nvGrpSpPr>
        <p:cNvPr id="1" name=""/>
        <p:cNvGrpSpPr/>
        <p:nvPr/>
      </p:nvGrpSpPr>
      <p:grpSpPr>
        <a:xfrm>
          <a:off x="0" y="0"/>
          <a:ext cx="0" cy="0"/>
          <a:chOff x="0" y="0"/>
          <a:chExt cx="0" cy="0"/>
        </a:xfrm>
      </p:grpSpPr>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hasCustomPrompt="1"/>
          </p:nvPr>
        </p:nvSpPr>
        <p:spPr>
          <a:xfrm>
            <a:off x="723900" y="1360587"/>
            <a:ext cx="10515600" cy="443198"/>
          </a:xfrm>
        </p:spPr>
        <p:txBody>
          <a:bodyPr>
            <a:spAutoFit/>
          </a:bodyPr>
          <a:lstStyle/>
          <a:p>
            <a:r>
              <a:rPr lang="en-US"/>
              <a:t>A concise, specific, and conversational active headline.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15">
            <a:extLst>
              <a:ext uri="{FF2B5EF4-FFF2-40B4-BE49-F238E27FC236}">
                <a16:creationId xmlns:a16="http://schemas.microsoft.com/office/drawing/2014/main" id="{749DC33A-CC98-8AF6-1B94-CD9B0C218428}"/>
              </a:ext>
            </a:extLst>
          </p:cNvPr>
          <p:cNvSpPr>
            <a:spLocks noGrp="1"/>
          </p:cNvSpPr>
          <p:nvPr>
            <p:ph type="body" sz="quarter" idx="17" hasCustomPrompt="1"/>
          </p:nvPr>
        </p:nvSpPr>
        <p:spPr>
          <a:xfrm>
            <a:off x="3581400" y="2057400"/>
            <a:ext cx="2171700" cy="443198"/>
          </a:xfrm>
        </p:spPr>
        <p:txBody>
          <a:bodyPr wrap="square" anchor="b">
            <a:spAutoFit/>
          </a:bodyPr>
          <a:lstStyle>
            <a:lvl1pPr marL="0" indent="0">
              <a:lnSpc>
                <a:spcPct val="90000"/>
              </a:lnSpc>
              <a:buNone/>
              <a:defRPr sz="1600">
                <a:latin typeface="+mj-lt"/>
              </a:defRPr>
            </a:lvl1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lang="en-US" err="1"/>
              <a:t>Fusce</a:t>
            </a:r>
            <a:r>
              <a:rPr lang="en-US"/>
              <a:t> </a:t>
            </a:r>
            <a:r>
              <a:rPr lang="en-US" err="1"/>
              <a:t>dapibus</a:t>
            </a:r>
            <a:r>
              <a:rPr lang="en-US"/>
              <a:t>, </a:t>
            </a:r>
            <a:r>
              <a:rPr lang="en-US" err="1"/>
              <a:t>tellus</a:t>
            </a:r>
            <a:r>
              <a:rPr lang="en-US"/>
              <a:t> ac. </a:t>
            </a:r>
            <a:r>
              <a:rPr lang="en-US" err="1"/>
              <a:t>Fusce</a:t>
            </a:r>
            <a:r>
              <a:rPr lang="en-US"/>
              <a:t> </a:t>
            </a:r>
            <a:r>
              <a:rPr lang="en-US" err="1"/>
              <a:t>dapibus</a:t>
            </a:r>
            <a:r>
              <a:rPr lang="en-US"/>
              <a:t>.</a:t>
            </a:r>
          </a:p>
        </p:txBody>
      </p:sp>
      <p:sp>
        <p:nvSpPr>
          <p:cNvPr id="5" name="Text Placeholder 18">
            <a:extLst>
              <a:ext uri="{FF2B5EF4-FFF2-40B4-BE49-F238E27FC236}">
                <a16:creationId xmlns:a16="http://schemas.microsoft.com/office/drawing/2014/main" id="{B2FD01F5-8374-7E81-EC59-8FAC30A332EA}"/>
              </a:ext>
            </a:extLst>
          </p:cNvPr>
          <p:cNvSpPr>
            <a:spLocks noGrp="1"/>
          </p:cNvSpPr>
          <p:nvPr>
            <p:ph type="body" sz="quarter" idx="29" hasCustomPrompt="1"/>
          </p:nvPr>
        </p:nvSpPr>
        <p:spPr>
          <a:xfrm>
            <a:off x="3581399" y="2628900"/>
            <a:ext cx="2171701" cy="3543300"/>
          </a:xfrm>
        </p:spPr>
        <p:txBody>
          <a:bodyPr>
            <a:noAutofit/>
          </a:bodyPr>
          <a:lstStyle>
            <a:lvl1pPr marL="0" indent="0">
              <a:buNone/>
              <a:defRPr sz="1100"/>
            </a:lvl1pPr>
            <a:lvl2pPr>
              <a:defRPr sz="1000"/>
            </a:lvl2pPr>
            <a:lvl3pPr>
              <a:defRPr sz="900"/>
            </a:lvl3pPr>
            <a:lvl4pPr>
              <a:defRPr sz="800"/>
            </a:lvl4pPr>
            <a:lvl5pPr>
              <a:defRPr sz="800"/>
            </a:lvl5pPr>
          </a:lstStyle>
          <a:p>
            <a:pPr lvl="0"/>
            <a:r>
              <a:rPr lang="en-US"/>
              <a:t>Click to edit Master text styles.</a:t>
            </a:r>
          </a:p>
        </p:txBody>
      </p:sp>
      <p:sp>
        <p:nvSpPr>
          <p:cNvPr id="6" name="Picture Placeholder 20">
            <a:extLst>
              <a:ext uri="{FF2B5EF4-FFF2-40B4-BE49-F238E27FC236}">
                <a16:creationId xmlns:a16="http://schemas.microsoft.com/office/drawing/2014/main" id="{04AA1C4F-9500-BA96-93C9-FE0F12177472}"/>
              </a:ext>
            </a:extLst>
          </p:cNvPr>
          <p:cNvSpPr>
            <a:spLocks noGrp="1"/>
          </p:cNvSpPr>
          <p:nvPr>
            <p:ph type="pic" sz="quarter" idx="30" hasCustomPrompt="1"/>
          </p:nvPr>
        </p:nvSpPr>
        <p:spPr>
          <a:xfrm>
            <a:off x="723898" y="2057400"/>
            <a:ext cx="2628902" cy="4114800"/>
          </a:xfrm>
          <a:effectLst>
            <a:outerShdw blurRad="254000" dist="12700" dir="2700000" sx="101000" sy="101000" algn="tl" rotWithShape="0">
              <a:prstClr val="black">
                <a:alpha val="15000"/>
              </a:prstClr>
            </a:outerShdw>
          </a:effectLst>
        </p:spPr>
        <p:txBody>
          <a:bodyPr>
            <a:normAutofit/>
          </a:bodyPr>
          <a:lstStyle>
            <a:lvl1pPr marL="0" indent="0">
              <a:buNone/>
              <a:defRPr sz="1800"/>
            </a:lvl1pPr>
          </a:lstStyle>
          <a:p>
            <a:r>
              <a:rPr lang="en-US"/>
              <a:t>Insert picture</a:t>
            </a:r>
          </a:p>
        </p:txBody>
      </p:sp>
      <p:sp>
        <p:nvSpPr>
          <p:cNvPr id="7" name="Picture Placeholder 20">
            <a:extLst>
              <a:ext uri="{FF2B5EF4-FFF2-40B4-BE49-F238E27FC236}">
                <a16:creationId xmlns:a16="http://schemas.microsoft.com/office/drawing/2014/main" id="{B3265FC9-214E-D501-61ED-DC948EE6A78F}"/>
              </a:ext>
            </a:extLst>
          </p:cNvPr>
          <p:cNvSpPr>
            <a:spLocks noGrp="1"/>
          </p:cNvSpPr>
          <p:nvPr>
            <p:ph type="pic" sz="quarter" idx="33" hasCustomPrompt="1"/>
          </p:nvPr>
        </p:nvSpPr>
        <p:spPr>
          <a:xfrm>
            <a:off x="6210300" y="2057400"/>
            <a:ext cx="2628902" cy="4114800"/>
          </a:xfrm>
          <a:effectLst>
            <a:outerShdw blurRad="254000" dist="12700" dir="2700000" sx="101000" sy="101000" algn="tl" rotWithShape="0">
              <a:prstClr val="black">
                <a:alpha val="15000"/>
              </a:prstClr>
            </a:outerShdw>
          </a:effectLst>
        </p:spPr>
        <p:txBody>
          <a:bodyPr>
            <a:normAutofit/>
          </a:bodyPr>
          <a:lstStyle>
            <a:lvl1pPr marL="0" indent="0">
              <a:buNone/>
              <a:defRPr sz="1800"/>
            </a:lvl1pPr>
          </a:lstStyle>
          <a:p>
            <a:r>
              <a:rPr lang="en-US"/>
              <a:t>Insert picture</a:t>
            </a:r>
          </a:p>
        </p:txBody>
      </p:sp>
      <p:sp>
        <p:nvSpPr>
          <p:cNvPr id="8" name="Text Placeholder 15">
            <a:extLst>
              <a:ext uri="{FF2B5EF4-FFF2-40B4-BE49-F238E27FC236}">
                <a16:creationId xmlns:a16="http://schemas.microsoft.com/office/drawing/2014/main" id="{28C46A4C-995C-B779-F01B-A9B3B1B47E58}"/>
              </a:ext>
            </a:extLst>
          </p:cNvPr>
          <p:cNvSpPr>
            <a:spLocks noGrp="1"/>
          </p:cNvSpPr>
          <p:nvPr>
            <p:ph type="body" sz="quarter" idx="34" hasCustomPrompt="1"/>
          </p:nvPr>
        </p:nvSpPr>
        <p:spPr>
          <a:xfrm>
            <a:off x="9067800" y="2057400"/>
            <a:ext cx="2171700" cy="443198"/>
          </a:xfrm>
        </p:spPr>
        <p:txBody>
          <a:bodyPr wrap="square" anchor="b">
            <a:spAutoFit/>
          </a:bodyPr>
          <a:lstStyle>
            <a:lvl1pPr marL="0" indent="0">
              <a:lnSpc>
                <a:spcPct val="90000"/>
              </a:lnSpc>
              <a:buNone/>
              <a:defRPr sz="1600">
                <a:latin typeface="+mj-lt"/>
              </a:defRPr>
            </a:lvl1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lang="en-US" err="1"/>
              <a:t>Fusce</a:t>
            </a:r>
            <a:r>
              <a:rPr lang="en-US"/>
              <a:t> </a:t>
            </a:r>
            <a:r>
              <a:rPr lang="en-US" err="1"/>
              <a:t>dapibus</a:t>
            </a:r>
            <a:r>
              <a:rPr lang="en-US"/>
              <a:t>, </a:t>
            </a:r>
            <a:r>
              <a:rPr lang="en-US" err="1"/>
              <a:t>tellus</a:t>
            </a:r>
            <a:r>
              <a:rPr lang="en-US"/>
              <a:t> ac. </a:t>
            </a:r>
            <a:r>
              <a:rPr lang="en-US" err="1"/>
              <a:t>Fusce</a:t>
            </a:r>
            <a:r>
              <a:rPr lang="en-US"/>
              <a:t> </a:t>
            </a:r>
            <a:r>
              <a:rPr lang="en-US" err="1"/>
              <a:t>dapibus</a:t>
            </a:r>
            <a:r>
              <a:rPr lang="en-US"/>
              <a:t>.</a:t>
            </a:r>
          </a:p>
        </p:txBody>
      </p:sp>
      <p:sp>
        <p:nvSpPr>
          <p:cNvPr id="9" name="Text Placeholder 18">
            <a:extLst>
              <a:ext uri="{FF2B5EF4-FFF2-40B4-BE49-F238E27FC236}">
                <a16:creationId xmlns:a16="http://schemas.microsoft.com/office/drawing/2014/main" id="{1C48D4F0-8439-3D25-ADCD-08DCD1E2AAC2}"/>
              </a:ext>
            </a:extLst>
          </p:cNvPr>
          <p:cNvSpPr>
            <a:spLocks noGrp="1"/>
          </p:cNvSpPr>
          <p:nvPr>
            <p:ph type="body" sz="quarter" idx="35" hasCustomPrompt="1"/>
          </p:nvPr>
        </p:nvSpPr>
        <p:spPr>
          <a:xfrm>
            <a:off x="9067799" y="2628900"/>
            <a:ext cx="2171701" cy="3543300"/>
          </a:xfrm>
        </p:spPr>
        <p:txBody>
          <a:bodyPr>
            <a:noAutofit/>
          </a:bodyPr>
          <a:lstStyle>
            <a:lvl1pPr marL="0" indent="0">
              <a:buNone/>
              <a:defRPr sz="1100"/>
            </a:lvl1pPr>
            <a:lvl2pPr>
              <a:defRPr sz="1000"/>
            </a:lvl2pPr>
            <a:lvl3pPr>
              <a:defRPr sz="9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238113128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3624">
          <p15:clr>
            <a:srgbClr val="5ACBF0"/>
          </p15:clr>
        </p15:guide>
        <p15:guide id="6" pos="391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5ACBF0"/>
          </p15:clr>
        </p15:guide>
        <p15:guide id="11" orient="horz" pos="1296">
          <p15:clr>
            <a:srgbClr val="5ACBF0"/>
          </p15:clr>
        </p15:guide>
        <p15:guide id="12" orient="horz" pos="1656">
          <p15:clr>
            <a:srgbClr val="5ACBF0"/>
          </p15:clr>
        </p15:guide>
        <p15:guide id="13" orient="horz" pos="1548">
          <p15:clr>
            <a:srgbClr val="9FCC3B"/>
          </p15:clr>
        </p15:guide>
        <p15:guide id="14" pos="2112">
          <p15:clr>
            <a:srgbClr val="5ACBF0"/>
          </p15:clr>
        </p15:guide>
        <p15:guide id="15" pos="2256">
          <p15:clr>
            <a:srgbClr val="5ACBF0"/>
          </p15:clr>
        </p15:guide>
        <p15:guide id="16" pos="5568">
          <p15:clr>
            <a:srgbClr val="5ACBF0"/>
          </p15:clr>
        </p15:guide>
        <p15:guide id="17" pos="571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ards">
    <p:spTree>
      <p:nvGrpSpPr>
        <p:cNvPr id="1" name=""/>
        <p:cNvGrpSpPr/>
        <p:nvPr/>
      </p:nvGrpSpPr>
      <p:grpSpPr>
        <a:xfrm>
          <a:off x="0" y="0"/>
          <a:ext cx="0" cy="0"/>
          <a:chOff x="0" y="0"/>
          <a:chExt cx="0" cy="0"/>
        </a:xfrm>
      </p:grpSpPr>
      <p:sp>
        <p:nvSpPr>
          <p:cNvPr id="87" name="Text Placeholder 86">
            <a:extLst>
              <a:ext uri="{FF2B5EF4-FFF2-40B4-BE49-F238E27FC236}">
                <a16:creationId xmlns:a16="http://schemas.microsoft.com/office/drawing/2014/main" id="{FB5E43A3-7FDE-667A-33B7-FCD20462F79B}"/>
              </a:ext>
            </a:extLst>
          </p:cNvPr>
          <p:cNvSpPr>
            <a:spLocks noGrp="1"/>
          </p:cNvSpPr>
          <p:nvPr>
            <p:ph type="body" sz="quarter" idx="50" hasCustomPrompt="1"/>
          </p:nvPr>
        </p:nvSpPr>
        <p:spPr>
          <a:xfrm>
            <a:off x="723900" y="2052008"/>
            <a:ext cx="5029200" cy="4114800"/>
          </a:xfrm>
          <a:custGeom>
            <a:avLst/>
            <a:gdLst>
              <a:gd name="connsiteX0" fmla="*/ 93488 w 5029200"/>
              <a:gd name="connsiteY0" fmla="*/ 0 h 4114800"/>
              <a:gd name="connsiteX1" fmla="*/ 4935712 w 5029200"/>
              <a:gd name="connsiteY1" fmla="*/ 0 h 4114800"/>
              <a:gd name="connsiteX2" fmla="*/ 5029200 w 5029200"/>
              <a:gd name="connsiteY2" fmla="*/ 93488 h 4114800"/>
              <a:gd name="connsiteX3" fmla="*/ 5029200 w 5029200"/>
              <a:gd name="connsiteY3" fmla="*/ 4021312 h 4114800"/>
              <a:gd name="connsiteX4" fmla="*/ 4935712 w 5029200"/>
              <a:gd name="connsiteY4" fmla="*/ 4114800 h 4114800"/>
              <a:gd name="connsiteX5" fmla="*/ 93488 w 5029200"/>
              <a:gd name="connsiteY5" fmla="*/ 4114800 h 4114800"/>
              <a:gd name="connsiteX6" fmla="*/ 0 w 5029200"/>
              <a:gd name="connsiteY6" fmla="*/ 4021312 h 4114800"/>
              <a:gd name="connsiteX7" fmla="*/ 0 w 5029200"/>
              <a:gd name="connsiteY7" fmla="*/ 93488 h 4114800"/>
              <a:gd name="connsiteX8" fmla="*/ 93488 w 5029200"/>
              <a:gd name="connsiteY8" fmla="*/ 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9200" h="4114800">
                <a:moveTo>
                  <a:pt x="93488" y="0"/>
                </a:moveTo>
                <a:lnTo>
                  <a:pt x="4935712" y="0"/>
                </a:lnTo>
                <a:cubicBezTo>
                  <a:pt x="4987344" y="0"/>
                  <a:pt x="5029200" y="41856"/>
                  <a:pt x="5029200" y="93488"/>
                </a:cubicBezTo>
                <a:lnTo>
                  <a:pt x="5029200" y="4021312"/>
                </a:lnTo>
                <a:cubicBezTo>
                  <a:pt x="5029200" y="4072944"/>
                  <a:pt x="4987344" y="4114800"/>
                  <a:pt x="4935712" y="4114800"/>
                </a:cubicBezTo>
                <a:lnTo>
                  <a:pt x="93488" y="4114800"/>
                </a:lnTo>
                <a:cubicBezTo>
                  <a:pt x="41856" y="4114800"/>
                  <a:pt x="0" y="4072944"/>
                  <a:pt x="0" y="4021312"/>
                </a:cubicBezTo>
                <a:lnTo>
                  <a:pt x="0" y="93488"/>
                </a:lnTo>
                <a:cubicBezTo>
                  <a:pt x="0" y="41856"/>
                  <a:pt x="41856" y="0"/>
                  <a:pt x="93488"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234440" rIns="274320" bIns="1005840" anchor="t" anchorCtr="0">
            <a:noAutofit/>
          </a:bodyPr>
          <a:lstStyle>
            <a:lvl1pPr marL="0" indent="0">
              <a:buNone/>
              <a:defRPr sz="1400"/>
            </a:lvl1pPr>
            <a:lvl2pPr>
              <a:defRPr sz="1400"/>
            </a:lvl2pPr>
            <a:lvl3pPr>
              <a:defRPr sz="1200"/>
            </a:lvl3pPr>
            <a:lvl4pPr>
              <a:defRPr sz="1100"/>
            </a:lvl4pPr>
            <a:lvl5pPr>
              <a:defRPr sz="1100"/>
            </a:lvl5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tortor</a:t>
            </a:r>
            <a:r>
              <a:rPr lang="en-US"/>
              <a:t> </a:t>
            </a:r>
            <a:r>
              <a:rPr lang="en-US" err="1"/>
              <a:t>mauris</a:t>
            </a:r>
            <a:r>
              <a:rPr lang="en-US"/>
              <a:t> </a:t>
            </a:r>
            <a:r>
              <a:rPr lang="en-US" err="1"/>
              <a:t>condimentum</a:t>
            </a:r>
            <a:r>
              <a:rPr lang="en-US"/>
              <a:t> </a:t>
            </a:r>
            <a:r>
              <a:rPr lang="en-US" err="1"/>
              <a:t>nibh</a:t>
            </a:r>
            <a:r>
              <a:rPr lang="en-US"/>
              <a:t>, </a:t>
            </a:r>
            <a:r>
              <a:rPr lang="en-US" err="1"/>
              <a:t>ut</a:t>
            </a:r>
            <a:r>
              <a:rPr lang="en-US"/>
              <a:t> fermentum </a:t>
            </a:r>
            <a:r>
              <a:rPr lang="en-US" err="1"/>
              <a:t>massa</a:t>
            </a:r>
            <a:r>
              <a:rPr lang="en-US"/>
              <a:t> </a:t>
            </a:r>
            <a:r>
              <a:rPr lang="en-US" err="1"/>
              <a:t>justo</a:t>
            </a:r>
            <a:r>
              <a:rPr lang="en-US"/>
              <a:t> sit </a:t>
            </a:r>
            <a:r>
              <a:rPr lang="en-US" err="1"/>
              <a:t>amet</a:t>
            </a:r>
            <a:r>
              <a:rPr lang="en-US"/>
              <a:t> </a:t>
            </a:r>
            <a:r>
              <a:rPr lang="en-US" err="1"/>
              <a:t>risus</a:t>
            </a:r>
            <a:r>
              <a:rPr lang="en-US"/>
              <a:t>. </a:t>
            </a:r>
            <a:r>
              <a:rPr lang="en-US" err="1"/>
              <a:t>Curabitur</a:t>
            </a:r>
            <a:r>
              <a:rPr lang="en-US"/>
              <a:t> </a:t>
            </a:r>
            <a:r>
              <a:rPr lang="en-US" err="1"/>
              <a:t>blandit</a:t>
            </a:r>
            <a:r>
              <a:rPr lang="en-US"/>
              <a:t> tempus </a:t>
            </a:r>
            <a:r>
              <a:rPr lang="en-US" err="1"/>
              <a:t>porttitor</a:t>
            </a:r>
            <a:r>
              <a:rPr lang="en-US"/>
              <a:t>.</a:t>
            </a:r>
          </a:p>
        </p:txBody>
      </p:sp>
      <p:sp>
        <p:nvSpPr>
          <p:cNvPr id="77" name="Text Placeholder 76">
            <a:extLst>
              <a:ext uri="{FF2B5EF4-FFF2-40B4-BE49-F238E27FC236}">
                <a16:creationId xmlns:a16="http://schemas.microsoft.com/office/drawing/2014/main" id="{4FA11D01-0144-5B7A-F9DE-8903B90D3B5D}"/>
              </a:ext>
            </a:extLst>
          </p:cNvPr>
          <p:cNvSpPr>
            <a:spLocks noGrp="1"/>
          </p:cNvSpPr>
          <p:nvPr>
            <p:ph type="body" sz="quarter" idx="49" hasCustomPrompt="1"/>
          </p:nvPr>
        </p:nvSpPr>
        <p:spPr>
          <a:xfrm>
            <a:off x="6210300" y="2057400"/>
            <a:ext cx="5029200" cy="4114800"/>
          </a:xfrm>
          <a:custGeom>
            <a:avLst/>
            <a:gdLst>
              <a:gd name="connsiteX0" fmla="*/ 93488 w 5029200"/>
              <a:gd name="connsiteY0" fmla="*/ 0 h 4114800"/>
              <a:gd name="connsiteX1" fmla="*/ 4935712 w 5029200"/>
              <a:gd name="connsiteY1" fmla="*/ 0 h 4114800"/>
              <a:gd name="connsiteX2" fmla="*/ 5029200 w 5029200"/>
              <a:gd name="connsiteY2" fmla="*/ 93488 h 4114800"/>
              <a:gd name="connsiteX3" fmla="*/ 5029200 w 5029200"/>
              <a:gd name="connsiteY3" fmla="*/ 4021312 h 4114800"/>
              <a:gd name="connsiteX4" fmla="*/ 4935712 w 5029200"/>
              <a:gd name="connsiteY4" fmla="*/ 4114800 h 4114800"/>
              <a:gd name="connsiteX5" fmla="*/ 93488 w 5029200"/>
              <a:gd name="connsiteY5" fmla="*/ 4114800 h 4114800"/>
              <a:gd name="connsiteX6" fmla="*/ 0 w 5029200"/>
              <a:gd name="connsiteY6" fmla="*/ 4021312 h 4114800"/>
              <a:gd name="connsiteX7" fmla="*/ 0 w 5029200"/>
              <a:gd name="connsiteY7" fmla="*/ 93488 h 4114800"/>
              <a:gd name="connsiteX8" fmla="*/ 93488 w 5029200"/>
              <a:gd name="connsiteY8" fmla="*/ 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9200" h="4114800">
                <a:moveTo>
                  <a:pt x="93488" y="0"/>
                </a:moveTo>
                <a:lnTo>
                  <a:pt x="4935712" y="0"/>
                </a:lnTo>
                <a:cubicBezTo>
                  <a:pt x="4987344" y="0"/>
                  <a:pt x="5029200" y="41856"/>
                  <a:pt x="5029200" y="93488"/>
                </a:cubicBezTo>
                <a:lnTo>
                  <a:pt x="5029200" y="4021312"/>
                </a:lnTo>
                <a:cubicBezTo>
                  <a:pt x="5029200" y="4072944"/>
                  <a:pt x="4987344" y="4114800"/>
                  <a:pt x="4935712" y="4114800"/>
                </a:cubicBezTo>
                <a:lnTo>
                  <a:pt x="93488" y="4114800"/>
                </a:lnTo>
                <a:cubicBezTo>
                  <a:pt x="41856" y="4114800"/>
                  <a:pt x="0" y="4072944"/>
                  <a:pt x="0" y="4021312"/>
                </a:cubicBezTo>
                <a:lnTo>
                  <a:pt x="0" y="93488"/>
                </a:lnTo>
                <a:cubicBezTo>
                  <a:pt x="0" y="41856"/>
                  <a:pt x="41856" y="0"/>
                  <a:pt x="93488"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234440" rIns="274320" bIns="1005840" anchor="t" anchorCtr="0">
            <a:noAutofit/>
          </a:bodyPr>
          <a:lstStyle>
            <a:lvl1pPr marL="0" indent="0">
              <a:buNone/>
              <a:defRPr sz="1400"/>
            </a:lvl1pPr>
            <a:lvl2pPr>
              <a:defRPr sz="1400"/>
            </a:lvl2pPr>
            <a:lvl3pPr>
              <a:defRPr sz="1200"/>
            </a:lvl3pPr>
            <a:lvl4pPr>
              <a:defRPr sz="1100"/>
            </a:lvl4pPr>
            <a:lvl5pPr>
              <a:defRPr sz="1100"/>
            </a:lvl5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tortor</a:t>
            </a:r>
            <a:r>
              <a:rPr lang="en-US"/>
              <a:t> </a:t>
            </a:r>
            <a:r>
              <a:rPr lang="en-US" err="1"/>
              <a:t>mauris</a:t>
            </a:r>
            <a:r>
              <a:rPr lang="en-US"/>
              <a:t> </a:t>
            </a:r>
            <a:r>
              <a:rPr lang="en-US" err="1"/>
              <a:t>condimentum</a:t>
            </a:r>
            <a:r>
              <a:rPr lang="en-US"/>
              <a:t> </a:t>
            </a:r>
            <a:r>
              <a:rPr lang="en-US" err="1"/>
              <a:t>nibh</a:t>
            </a:r>
            <a:r>
              <a:rPr lang="en-US"/>
              <a:t>, </a:t>
            </a:r>
            <a:r>
              <a:rPr lang="en-US" err="1"/>
              <a:t>ut</a:t>
            </a:r>
            <a:r>
              <a:rPr lang="en-US"/>
              <a:t> fermentum </a:t>
            </a:r>
            <a:r>
              <a:rPr lang="en-US" err="1"/>
              <a:t>massa</a:t>
            </a:r>
            <a:r>
              <a:rPr lang="en-US"/>
              <a:t> </a:t>
            </a:r>
            <a:r>
              <a:rPr lang="en-US" err="1"/>
              <a:t>justo</a:t>
            </a:r>
            <a:r>
              <a:rPr lang="en-US"/>
              <a:t> sit </a:t>
            </a:r>
            <a:r>
              <a:rPr lang="en-US" err="1"/>
              <a:t>amet</a:t>
            </a:r>
            <a:r>
              <a:rPr lang="en-US"/>
              <a:t> </a:t>
            </a:r>
            <a:r>
              <a:rPr lang="en-US" err="1"/>
              <a:t>risus</a:t>
            </a:r>
            <a:r>
              <a:rPr lang="en-US"/>
              <a:t>. </a:t>
            </a:r>
            <a:r>
              <a:rPr lang="en-US" err="1"/>
              <a:t>Curabitur</a:t>
            </a:r>
            <a:r>
              <a:rPr lang="en-US"/>
              <a:t> </a:t>
            </a:r>
            <a:r>
              <a:rPr lang="en-US" err="1"/>
              <a:t>blandit</a:t>
            </a:r>
            <a:r>
              <a:rPr lang="en-US"/>
              <a:t> tempus </a:t>
            </a:r>
            <a:r>
              <a:rPr lang="en-US" err="1"/>
              <a:t>porttitor</a:t>
            </a:r>
            <a:r>
              <a:rPr lang="en-US"/>
              <a:t>.</a:t>
            </a:r>
          </a:p>
        </p:txBody>
      </p:sp>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p:nvPr>
        </p:nvSpPr>
        <p:spPr>
          <a:xfrm>
            <a:off x="723900" y="1360587"/>
            <a:ext cx="10515600" cy="443198"/>
          </a:xfrm>
        </p:spPr>
        <p:txBody>
          <a:bodyPr>
            <a:spAutoFit/>
          </a:bodyPr>
          <a:lstStyle/>
          <a:p>
            <a:r>
              <a:rPr lang="en-US"/>
              <a:t>Click to edit Master title style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98" name="Picture Placeholder 97">
            <a:extLst>
              <a:ext uri="{FF2B5EF4-FFF2-40B4-BE49-F238E27FC236}">
                <a16:creationId xmlns:a16="http://schemas.microsoft.com/office/drawing/2014/main" id="{49E69102-D3E9-E238-FF4A-C7296FA18D72}"/>
              </a:ext>
            </a:extLst>
          </p:cNvPr>
          <p:cNvSpPr>
            <a:spLocks noGrp="1"/>
          </p:cNvSpPr>
          <p:nvPr>
            <p:ph type="pic" sz="quarter" idx="53"/>
          </p:nvPr>
        </p:nvSpPr>
        <p:spPr>
          <a:xfrm>
            <a:off x="723900" y="3028950"/>
            <a:ext cx="5029200" cy="2400300"/>
          </a:xfrm>
        </p:spPr>
        <p:txBody>
          <a:bodyPr/>
          <a:lstStyle/>
          <a:p>
            <a:endParaRPr lang="en-US"/>
          </a:p>
        </p:txBody>
      </p:sp>
      <p:sp>
        <p:nvSpPr>
          <p:cNvPr id="99" name="Picture Placeholder 97">
            <a:extLst>
              <a:ext uri="{FF2B5EF4-FFF2-40B4-BE49-F238E27FC236}">
                <a16:creationId xmlns:a16="http://schemas.microsoft.com/office/drawing/2014/main" id="{2082D512-A13F-8492-CEA0-68B752636E5E}"/>
              </a:ext>
            </a:extLst>
          </p:cNvPr>
          <p:cNvSpPr>
            <a:spLocks noGrp="1"/>
          </p:cNvSpPr>
          <p:nvPr>
            <p:ph type="pic" sz="quarter" idx="54"/>
          </p:nvPr>
        </p:nvSpPr>
        <p:spPr>
          <a:xfrm>
            <a:off x="6210300" y="3028950"/>
            <a:ext cx="5029200" cy="2400300"/>
          </a:xfrm>
        </p:spPr>
        <p:txBody>
          <a:bodyPr/>
          <a:lstStyle/>
          <a:p>
            <a:endParaRPr lang="en-US"/>
          </a:p>
        </p:txBody>
      </p:sp>
      <p:sp>
        <p:nvSpPr>
          <p:cNvPr id="109" name="Text Placeholder 108">
            <a:extLst>
              <a:ext uri="{FF2B5EF4-FFF2-40B4-BE49-F238E27FC236}">
                <a16:creationId xmlns:a16="http://schemas.microsoft.com/office/drawing/2014/main" id="{F1CAE72F-52D6-B3D1-F6C4-EBAD436A942C}"/>
              </a:ext>
            </a:extLst>
          </p:cNvPr>
          <p:cNvSpPr>
            <a:spLocks noGrp="1"/>
          </p:cNvSpPr>
          <p:nvPr>
            <p:ph type="body" sz="quarter" idx="55" hasCustomPrompt="1"/>
          </p:nvPr>
        </p:nvSpPr>
        <p:spPr>
          <a:xfrm>
            <a:off x="6210300" y="2057400"/>
            <a:ext cx="5029200" cy="976942"/>
          </a:xfrm>
          <a:custGeom>
            <a:avLst/>
            <a:gdLst>
              <a:gd name="connsiteX0" fmla="*/ 93488 w 5029200"/>
              <a:gd name="connsiteY0" fmla="*/ 0 h 976942"/>
              <a:gd name="connsiteX1" fmla="*/ 4935712 w 5029200"/>
              <a:gd name="connsiteY1" fmla="*/ 0 h 976942"/>
              <a:gd name="connsiteX2" fmla="*/ 5029200 w 5029200"/>
              <a:gd name="connsiteY2" fmla="*/ 93488 h 976942"/>
              <a:gd name="connsiteX3" fmla="*/ 5029200 w 5029200"/>
              <a:gd name="connsiteY3" fmla="*/ 94007 h 976942"/>
              <a:gd name="connsiteX4" fmla="*/ 5029200 w 5029200"/>
              <a:gd name="connsiteY4" fmla="*/ 276380 h 976942"/>
              <a:gd name="connsiteX5" fmla="*/ 5029200 w 5029200"/>
              <a:gd name="connsiteY5" fmla="*/ 288514 h 976942"/>
              <a:gd name="connsiteX6" fmla="*/ 5029200 w 5029200"/>
              <a:gd name="connsiteY6" fmla="*/ 956867 h 976942"/>
              <a:gd name="connsiteX7" fmla="*/ 5029200 w 5029200"/>
              <a:gd name="connsiteY7" fmla="*/ 971550 h 976942"/>
              <a:gd name="connsiteX8" fmla="*/ 5029200 w 5029200"/>
              <a:gd name="connsiteY8" fmla="*/ 976942 h 976942"/>
              <a:gd name="connsiteX9" fmla="*/ 0 w 5029200"/>
              <a:gd name="connsiteY9" fmla="*/ 976942 h 976942"/>
              <a:gd name="connsiteX10" fmla="*/ 0 w 5029200"/>
              <a:gd name="connsiteY10" fmla="*/ 971550 h 976942"/>
              <a:gd name="connsiteX11" fmla="*/ 0 w 5029200"/>
              <a:gd name="connsiteY11" fmla="*/ 956867 h 976942"/>
              <a:gd name="connsiteX12" fmla="*/ 0 w 5029200"/>
              <a:gd name="connsiteY12" fmla="*/ 296919 h 976942"/>
              <a:gd name="connsiteX13" fmla="*/ 0 w 5029200"/>
              <a:gd name="connsiteY13" fmla="*/ 288514 h 976942"/>
              <a:gd name="connsiteX14" fmla="*/ 0 w 5029200"/>
              <a:gd name="connsiteY14" fmla="*/ 94007 h 976942"/>
              <a:gd name="connsiteX15" fmla="*/ 0 w 5029200"/>
              <a:gd name="connsiteY15" fmla="*/ 93488 h 976942"/>
              <a:gd name="connsiteX16" fmla="*/ 93488 w 5029200"/>
              <a:gd name="connsiteY16" fmla="*/ 0 h 97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29200" h="976942">
                <a:moveTo>
                  <a:pt x="93488" y="0"/>
                </a:moveTo>
                <a:lnTo>
                  <a:pt x="4935712" y="0"/>
                </a:lnTo>
                <a:cubicBezTo>
                  <a:pt x="4987344" y="0"/>
                  <a:pt x="5029200" y="41856"/>
                  <a:pt x="5029200" y="93488"/>
                </a:cubicBezTo>
                <a:lnTo>
                  <a:pt x="5029200" y="94007"/>
                </a:lnTo>
                <a:lnTo>
                  <a:pt x="5029200" y="276380"/>
                </a:lnTo>
                <a:lnTo>
                  <a:pt x="5029200" y="288514"/>
                </a:lnTo>
                <a:lnTo>
                  <a:pt x="5029200" y="956867"/>
                </a:lnTo>
                <a:lnTo>
                  <a:pt x="5029200" y="971550"/>
                </a:lnTo>
                <a:lnTo>
                  <a:pt x="5029200" y="976942"/>
                </a:lnTo>
                <a:lnTo>
                  <a:pt x="0" y="976942"/>
                </a:lnTo>
                <a:lnTo>
                  <a:pt x="0" y="971550"/>
                </a:lnTo>
                <a:lnTo>
                  <a:pt x="0" y="956867"/>
                </a:lnTo>
                <a:lnTo>
                  <a:pt x="0" y="296919"/>
                </a:lnTo>
                <a:lnTo>
                  <a:pt x="0" y="288514"/>
                </a:lnTo>
                <a:lnTo>
                  <a:pt x="0" y="94007"/>
                </a:lnTo>
                <a:lnTo>
                  <a:pt x="0" y="93488"/>
                </a:lnTo>
                <a:cubicBezTo>
                  <a:pt x="0" y="41856"/>
                  <a:pt x="41856" y="0"/>
                  <a:pt x="93488" y="0"/>
                </a:cubicBezTo>
                <a:close/>
              </a:path>
            </a:pathLst>
          </a:custGeom>
          <a:gradFill>
            <a:gsLst>
              <a:gs pos="100000">
                <a:srgbClr val="9FADED"/>
              </a:gs>
              <a:gs pos="0">
                <a:srgbClr val="AD9EEA"/>
              </a:gs>
            </a:gsLst>
            <a:lin ang="4200000" scaled="0"/>
          </a:gradFill>
        </p:spPr>
        <p:txBody>
          <a:bodyPr wrap="square" lIns="274320" tIns="182880" rIns="274320" bIns="182880" anchor="b" anchorCtr="0">
            <a:noAutofit/>
          </a:bodyPr>
          <a:lstStyle>
            <a:lvl1pPr marL="0" indent="0">
              <a:lnSpc>
                <a:spcPct val="100000"/>
              </a:lnSpc>
              <a:buNone/>
              <a:defRPr sz="1800">
                <a:solidFill>
                  <a:schemeClr val="bg2"/>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felis</a:t>
            </a:r>
            <a:r>
              <a:rPr lang="en-US"/>
              <a:t> </a:t>
            </a:r>
            <a:r>
              <a:rPr lang="en-US" err="1"/>
              <a:t>euismod</a:t>
            </a:r>
            <a:r>
              <a:rPr lang="en-US"/>
              <a:t> semper.</a:t>
            </a:r>
          </a:p>
        </p:txBody>
      </p:sp>
      <p:sp>
        <p:nvSpPr>
          <p:cNvPr id="110" name="Text Placeholder 109">
            <a:extLst>
              <a:ext uri="{FF2B5EF4-FFF2-40B4-BE49-F238E27FC236}">
                <a16:creationId xmlns:a16="http://schemas.microsoft.com/office/drawing/2014/main" id="{CE1D0A96-BAA8-D439-5774-8ECCA6101650}"/>
              </a:ext>
            </a:extLst>
          </p:cNvPr>
          <p:cNvSpPr>
            <a:spLocks noGrp="1"/>
          </p:cNvSpPr>
          <p:nvPr>
            <p:ph type="body" sz="quarter" idx="56" hasCustomPrompt="1"/>
          </p:nvPr>
        </p:nvSpPr>
        <p:spPr>
          <a:xfrm>
            <a:off x="723900" y="2052008"/>
            <a:ext cx="5029200" cy="976942"/>
          </a:xfrm>
          <a:custGeom>
            <a:avLst/>
            <a:gdLst>
              <a:gd name="connsiteX0" fmla="*/ 93488 w 5029200"/>
              <a:gd name="connsiteY0" fmla="*/ 0 h 976942"/>
              <a:gd name="connsiteX1" fmla="*/ 4935712 w 5029200"/>
              <a:gd name="connsiteY1" fmla="*/ 0 h 976942"/>
              <a:gd name="connsiteX2" fmla="*/ 5029200 w 5029200"/>
              <a:gd name="connsiteY2" fmla="*/ 93488 h 976942"/>
              <a:gd name="connsiteX3" fmla="*/ 5029200 w 5029200"/>
              <a:gd name="connsiteY3" fmla="*/ 94007 h 976942"/>
              <a:gd name="connsiteX4" fmla="*/ 5029200 w 5029200"/>
              <a:gd name="connsiteY4" fmla="*/ 276380 h 976942"/>
              <a:gd name="connsiteX5" fmla="*/ 5029200 w 5029200"/>
              <a:gd name="connsiteY5" fmla="*/ 288514 h 976942"/>
              <a:gd name="connsiteX6" fmla="*/ 5029200 w 5029200"/>
              <a:gd name="connsiteY6" fmla="*/ 956867 h 976942"/>
              <a:gd name="connsiteX7" fmla="*/ 5029200 w 5029200"/>
              <a:gd name="connsiteY7" fmla="*/ 971550 h 976942"/>
              <a:gd name="connsiteX8" fmla="*/ 5029200 w 5029200"/>
              <a:gd name="connsiteY8" fmla="*/ 976942 h 976942"/>
              <a:gd name="connsiteX9" fmla="*/ 0 w 5029200"/>
              <a:gd name="connsiteY9" fmla="*/ 976942 h 976942"/>
              <a:gd name="connsiteX10" fmla="*/ 0 w 5029200"/>
              <a:gd name="connsiteY10" fmla="*/ 971550 h 976942"/>
              <a:gd name="connsiteX11" fmla="*/ 0 w 5029200"/>
              <a:gd name="connsiteY11" fmla="*/ 956867 h 976942"/>
              <a:gd name="connsiteX12" fmla="*/ 0 w 5029200"/>
              <a:gd name="connsiteY12" fmla="*/ 296919 h 976942"/>
              <a:gd name="connsiteX13" fmla="*/ 0 w 5029200"/>
              <a:gd name="connsiteY13" fmla="*/ 288514 h 976942"/>
              <a:gd name="connsiteX14" fmla="*/ 0 w 5029200"/>
              <a:gd name="connsiteY14" fmla="*/ 94007 h 976942"/>
              <a:gd name="connsiteX15" fmla="*/ 0 w 5029200"/>
              <a:gd name="connsiteY15" fmla="*/ 93488 h 976942"/>
              <a:gd name="connsiteX16" fmla="*/ 93488 w 5029200"/>
              <a:gd name="connsiteY16" fmla="*/ 0 h 97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29200" h="976942">
                <a:moveTo>
                  <a:pt x="93488" y="0"/>
                </a:moveTo>
                <a:lnTo>
                  <a:pt x="4935712" y="0"/>
                </a:lnTo>
                <a:cubicBezTo>
                  <a:pt x="4987344" y="0"/>
                  <a:pt x="5029200" y="41856"/>
                  <a:pt x="5029200" y="93488"/>
                </a:cubicBezTo>
                <a:lnTo>
                  <a:pt x="5029200" y="94007"/>
                </a:lnTo>
                <a:lnTo>
                  <a:pt x="5029200" y="276380"/>
                </a:lnTo>
                <a:lnTo>
                  <a:pt x="5029200" y="288514"/>
                </a:lnTo>
                <a:lnTo>
                  <a:pt x="5029200" y="956867"/>
                </a:lnTo>
                <a:lnTo>
                  <a:pt x="5029200" y="971550"/>
                </a:lnTo>
                <a:lnTo>
                  <a:pt x="5029200" y="976942"/>
                </a:lnTo>
                <a:lnTo>
                  <a:pt x="0" y="976942"/>
                </a:lnTo>
                <a:lnTo>
                  <a:pt x="0" y="971550"/>
                </a:lnTo>
                <a:lnTo>
                  <a:pt x="0" y="956867"/>
                </a:lnTo>
                <a:lnTo>
                  <a:pt x="0" y="296919"/>
                </a:lnTo>
                <a:lnTo>
                  <a:pt x="0" y="288514"/>
                </a:lnTo>
                <a:lnTo>
                  <a:pt x="0" y="94007"/>
                </a:lnTo>
                <a:lnTo>
                  <a:pt x="0" y="93488"/>
                </a:lnTo>
                <a:cubicBezTo>
                  <a:pt x="0" y="41856"/>
                  <a:pt x="41856" y="0"/>
                  <a:pt x="93488" y="0"/>
                </a:cubicBezTo>
                <a:close/>
              </a:path>
            </a:pathLst>
          </a:custGeom>
          <a:gradFill>
            <a:gsLst>
              <a:gs pos="100000">
                <a:srgbClr val="AD9DE9"/>
              </a:gs>
              <a:gs pos="0">
                <a:srgbClr val="BA8DE5"/>
              </a:gs>
            </a:gsLst>
            <a:lin ang="4200000" scaled="0"/>
          </a:gradFill>
        </p:spPr>
        <p:txBody>
          <a:bodyPr wrap="square" lIns="274320" tIns="182880" rIns="274320" bIns="182880" anchor="b" anchorCtr="0">
            <a:noAutofit/>
          </a:bodyPr>
          <a:lstStyle>
            <a:lvl1pPr marL="0" indent="0">
              <a:lnSpc>
                <a:spcPct val="100000"/>
              </a:lnSpc>
              <a:buNone/>
              <a:defRPr sz="1800">
                <a:solidFill>
                  <a:schemeClr val="bg2"/>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felis</a:t>
            </a:r>
            <a:r>
              <a:rPr lang="en-US"/>
              <a:t> </a:t>
            </a:r>
            <a:r>
              <a:rPr lang="en-US" err="1"/>
              <a:t>euismod</a:t>
            </a:r>
            <a:r>
              <a:rPr lang="en-US"/>
              <a:t> semper.</a:t>
            </a:r>
          </a:p>
        </p:txBody>
      </p:sp>
      <p:sp>
        <p:nvSpPr>
          <p:cNvPr id="115" name="Text Placeholder 114">
            <a:extLst>
              <a:ext uri="{FF2B5EF4-FFF2-40B4-BE49-F238E27FC236}">
                <a16:creationId xmlns:a16="http://schemas.microsoft.com/office/drawing/2014/main" id="{C7E918FB-2B52-1BD2-DDAC-B9EFF31FF191}"/>
              </a:ext>
            </a:extLst>
          </p:cNvPr>
          <p:cNvSpPr>
            <a:spLocks noGrp="1"/>
          </p:cNvSpPr>
          <p:nvPr>
            <p:ph type="body" sz="quarter" idx="57" hasCustomPrompt="1"/>
          </p:nvPr>
        </p:nvSpPr>
        <p:spPr>
          <a:xfrm>
            <a:off x="6210300" y="5434642"/>
            <a:ext cx="5029200" cy="737558"/>
          </a:xfrm>
          <a:custGeom>
            <a:avLst/>
            <a:gdLst>
              <a:gd name="connsiteX0" fmla="*/ 0 w 5029200"/>
              <a:gd name="connsiteY0" fmla="*/ 0 h 737558"/>
              <a:gd name="connsiteX1" fmla="*/ 5029200 w 5029200"/>
              <a:gd name="connsiteY1" fmla="*/ 0 h 737558"/>
              <a:gd name="connsiteX2" fmla="*/ 5029200 w 5029200"/>
              <a:gd name="connsiteY2" fmla="*/ 644070 h 737558"/>
              <a:gd name="connsiteX3" fmla="*/ 4935712 w 5029200"/>
              <a:gd name="connsiteY3" fmla="*/ 737558 h 737558"/>
              <a:gd name="connsiteX4" fmla="*/ 93488 w 5029200"/>
              <a:gd name="connsiteY4" fmla="*/ 737558 h 737558"/>
              <a:gd name="connsiteX5" fmla="*/ 0 w 5029200"/>
              <a:gd name="connsiteY5" fmla="*/ 644070 h 73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9200" h="737558">
                <a:moveTo>
                  <a:pt x="0" y="0"/>
                </a:moveTo>
                <a:lnTo>
                  <a:pt x="5029200" y="0"/>
                </a:lnTo>
                <a:lnTo>
                  <a:pt x="5029200" y="644070"/>
                </a:lnTo>
                <a:cubicBezTo>
                  <a:pt x="5029200" y="695702"/>
                  <a:pt x="4987344" y="737558"/>
                  <a:pt x="4935712" y="737558"/>
                </a:cubicBezTo>
                <a:lnTo>
                  <a:pt x="93488" y="737558"/>
                </a:lnTo>
                <a:cubicBezTo>
                  <a:pt x="41856" y="737558"/>
                  <a:pt x="0" y="695702"/>
                  <a:pt x="0" y="644070"/>
                </a:cubicBezTo>
                <a:close/>
              </a:path>
            </a:pathLst>
          </a:custGeom>
          <a:solidFill>
            <a:schemeClr val="bg2"/>
          </a:solidFill>
        </p:spPr>
        <p:txBody>
          <a:bodyPr wrap="square" lIns="274320" tIns="164592" rIns="274320" bIns="210312" anchor="t" anchorCtr="0">
            <a:noAutofit/>
          </a:bodyPr>
          <a:lstStyle>
            <a:lvl1pPr marL="0" indent="0">
              <a:lnSpc>
                <a:spcPct val="120000"/>
              </a:lnSpc>
              <a:buNone/>
              <a:defRPr sz="10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16" name="Text Placeholder 115">
            <a:extLst>
              <a:ext uri="{FF2B5EF4-FFF2-40B4-BE49-F238E27FC236}">
                <a16:creationId xmlns:a16="http://schemas.microsoft.com/office/drawing/2014/main" id="{B94B2673-D5EC-F8D1-5A6E-603D04682F50}"/>
              </a:ext>
            </a:extLst>
          </p:cNvPr>
          <p:cNvSpPr>
            <a:spLocks noGrp="1"/>
          </p:cNvSpPr>
          <p:nvPr>
            <p:ph type="body" sz="quarter" idx="58" hasCustomPrompt="1"/>
          </p:nvPr>
        </p:nvSpPr>
        <p:spPr>
          <a:xfrm>
            <a:off x="723900" y="5429250"/>
            <a:ext cx="5029200" cy="737558"/>
          </a:xfrm>
          <a:custGeom>
            <a:avLst/>
            <a:gdLst>
              <a:gd name="connsiteX0" fmla="*/ 0 w 5029200"/>
              <a:gd name="connsiteY0" fmla="*/ 0 h 737558"/>
              <a:gd name="connsiteX1" fmla="*/ 5029200 w 5029200"/>
              <a:gd name="connsiteY1" fmla="*/ 0 h 737558"/>
              <a:gd name="connsiteX2" fmla="*/ 5029200 w 5029200"/>
              <a:gd name="connsiteY2" fmla="*/ 644070 h 737558"/>
              <a:gd name="connsiteX3" fmla="*/ 4935712 w 5029200"/>
              <a:gd name="connsiteY3" fmla="*/ 737558 h 737558"/>
              <a:gd name="connsiteX4" fmla="*/ 93488 w 5029200"/>
              <a:gd name="connsiteY4" fmla="*/ 737558 h 737558"/>
              <a:gd name="connsiteX5" fmla="*/ 0 w 5029200"/>
              <a:gd name="connsiteY5" fmla="*/ 644070 h 73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9200" h="737558">
                <a:moveTo>
                  <a:pt x="0" y="0"/>
                </a:moveTo>
                <a:lnTo>
                  <a:pt x="5029200" y="0"/>
                </a:lnTo>
                <a:lnTo>
                  <a:pt x="5029200" y="644070"/>
                </a:lnTo>
                <a:cubicBezTo>
                  <a:pt x="5029200" y="695702"/>
                  <a:pt x="4987344" y="737558"/>
                  <a:pt x="4935712" y="737558"/>
                </a:cubicBezTo>
                <a:lnTo>
                  <a:pt x="93488" y="737558"/>
                </a:lnTo>
                <a:cubicBezTo>
                  <a:pt x="41856" y="737558"/>
                  <a:pt x="0" y="695702"/>
                  <a:pt x="0" y="644070"/>
                </a:cubicBezTo>
                <a:close/>
              </a:path>
            </a:pathLst>
          </a:custGeom>
          <a:solidFill>
            <a:schemeClr val="bg2"/>
          </a:solidFill>
        </p:spPr>
        <p:txBody>
          <a:bodyPr wrap="square" lIns="274320" tIns="164592" rIns="274320" bIns="210312" anchor="t" anchorCtr="0">
            <a:noAutofit/>
          </a:bodyPr>
          <a:lstStyle>
            <a:lvl1pPr marL="0" indent="0">
              <a:lnSpc>
                <a:spcPct val="120000"/>
              </a:lnSpc>
              <a:buNone/>
              <a:defRPr sz="10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Tree>
    <p:extLst>
      <p:ext uri="{BB962C8B-B14F-4D97-AF65-F5344CB8AC3E}">
        <p14:creationId xmlns:p14="http://schemas.microsoft.com/office/powerpoint/2010/main" val="386818901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6900">
          <p15:clr>
            <a:srgbClr val="5ACBF0"/>
          </p15:clr>
        </p15:guide>
        <p15:guide id="6" pos="409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FBAE40"/>
          </p15:clr>
        </p15:guide>
        <p15:guide id="11" orient="horz" pos="1296">
          <p15:clr>
            <a:srgbClr val="FBAE40"/>
          </p15:clr>
        </p15:guide>
        <p15:guide id="12" orient="horz" pos="1908">
          <p15:clr>
            <a:srgbClr val="FBAE40"/>
          </p15:clr>
        </p15:guide>
        <p15:guide id="13" orient="horz" pos="3420">
          <p15:clr>
            <a:srgbClr val="FBAE40"/>
          </p15:clr>
        </p15:guide>
        <p15:guide id="14" orient="horz" pos="3744">
          <p15:clr>
            <a:srgbClr val="5ACBF0"/>
          </p15:clr>
        </p15:guide>
        <p15:guide id="15" orient="horz" pos="3528">
          <p15:clr>
            <a:srgbClr val="5ACBF0"/>
          </p15:clr>
        </p15:guide>
        <p15:guide id="16" orient="horz" pos="1476">
          <p15:clr>
            <a:srgbClr val="FBAE40"/>
          </p15:clr>
        </p15:guide>
        <p15:guide id="17" orient="horz" pos="1764">
          <p15:clr>
            <a:srgbClr val="FBAE40"/>
          </p15:clr>
        </p15:guide>
        <p15:guide id="18" orient="horz" pos="2088">
          <p15:clr>
            <a:srgbClr val="5ACBF0"/>
          </p15:clr>
        </p15:guide>
        <p15:guide id="19" orient="horz" pos="3276">
          <p15:clr>
            <a:srgbClr val="5ACBF0"/>
          </p15:clr>
        </p15:guide>
        <p15:guide id="20" pos="636">
          <p15:clr>
            <a:srgbClr val="5ACBF0"/>
          </p15:clr>
        </p15:guide>
        <p15:guide id="21" pos="3444">
          <p15:clr>
            <a:srgbClr val="5ACBF0"/>
          </p15:clr>
        </p15:guide>
        <p15:guide id="22" pos="3912">
          <p15:clr>
            <a:srgbClr val="FBAE40"/>
          </p15:clr>
        </p15:guide>
        <p15:guide id="23" pos="362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8" name="Text Placeholder 25">
            <a:extLst>
              <a:ext uri="{FF2B5EF4-FFF2-40B4-BE49-F238E27FC236}">
                <a16:creationId xmlns:a16="http://schemas.microsoft.com/office/drawing/2014/main" id="{67C96563-2CDA-3174-C71B-94C007A57D2B}"/>
              </a:ext>
            </a:extLst>
          </p:cNvPr>
          <p:cNvSpPr>
            <a:spLocks noGrp="1"/>
          </p:cNvSpPr>
          <p:nvPr>
            <p:ph type="body" sz="quarter" idx="25"/>
          </p:nvPr>
        </p:nvSpPr>
        <p:spPr>
          <a:xfrm>
            <a:off x="8324850" y="2057011"/>
            <a:ext cx="839779" cy="1029090"/>
          </a:xfrm>
          <a:blipFill dpi="0" rotWithShape="1">
            <a:blip r:embed="rId2"/>
            <a:srcRect/>
            <a:tile tx="-63500" ty="184150" sx="100000" sy="100000" flip="none" algn="bl"/>
          </a:blipFill>
        </p:spPr>
        <p:txBody>
          <a:bodyPr>
            <a:normAutofit/>
          </a:bodyPr>
          <a:lstStyle>
            <a:lvl1pPr marL="0" indent="0">
              <a:buNone/>
              <a:defRPr sz="100">
                <a:noFill/>
              </a:defRPr>
            </a:lvl1pPr>
          </a:lstStyle>
          <a:p>
            <a:pPr lvl="0"/>
            <a:endParaRPr lang="en-US"/>
          </a:p>
        </p:txBody>
      </p:sp>
      <p:sp>
        <p:nvSpPr>
          <p:cNvPr id="27" name="Text Placeholder 25">
            <a:extLst>
              <a:ext uri="{FF2B5EF4-FFF2-40B4-BE49-F238E27FC236}">
                <a16:creationId xmlns:a16="http://schemas.microsoft.com/office/drawing/2014/main" id="{5BB977C9-DFED-40B7-207F-2C7EE282F69F}"/>
              </a:ext>
            </a:extLst>
          </p:cNvPr>
          <p:cNvSpPr>
            <a:spLocks noGrp="1"/>
          </p:cNvSpPr>
          <p:nvPr>
            <p:ph type="body" sz="quarter" idx="24"/>
          </p:nvPr>
        </p:nvSpPr>
        <p:spPr>
          <a:xfrm>
            <a:off x="4527550" y="2059297"/>
            <a:ext cx="825500" cy="1026804"/>
          </a:xfrm>
          <a:blipFill dpi="0" rotWithShape="1">
            <a:blip r:embed="rId3"/>
            <a:srcRect/>
            <a:tile tx="-31750" ty="184150" sx="100000" sy="100000" flip="none" algn="bl"/>
          </a:blipFill>
        </p:spPr>
        <p:txBody>
          <a:bodyPr>
            <a:normAutofit/>
          </a:bodyPr>
          <a:lstStyle>
            <a:lvl1pPr marL="0" indent="0">
              <a:buNone/>
              <a:defRPr sz="100">
                <a:noFill/>
              </a:defRPr>
            </a:lvl1pPr>
          </a:lstStyle>
          <a:p>
            <a:pPr lvl="0"/>
            <a:endParaRPr lang="en-US"/>
          </a:p>
        </p:txBody>
      </p:sp>
      <p:sp>
        <p:nvSpPr>
          <p:cNvPr id="26" name="Text Placeholder 25">
            <a:extLst>
              <a:ext uri="{FF2B5EF4-FFF2-40B4-BE49-F238E27FC236}">
                <a16:creationId xmlns:a16="http://schemas.microsoft.com/office/drawing/2014/main" id="{D5BAD480-35FC-25A9-8E53-F73292B991A1}"/>
              </a:ext>
            </a:extLst>
          </p:cNvPr>
          <p:cNvSpPr>
            <a:spLocks noGrp="1"/>
          </p:cNvSpPr>
          <p:nvPr>
            <p:ph type="body" sz="quarter" idx="23"/>
          </p:nvPr>
        </p:nvSpPr>
        <p:spPr>
          <a:xfrm>
            <a:off x="723900" y="2104853"/>
            <a:ext cx="817558" cy="981247"/>
          </a:xfrm>
          <a:blipFill dpi="0" rotWithShape="1">
            <a:blip r:embed="rId4"/>
            <a:srcRect/>
            <a:tile tx="-101600" ty="184150" sx="100000" sy="100000" flip="none" algn="bl"/>
          </a:blipFill>
        </p:spPr>
        <p:txBody>
          <a:bodyPr>
            <a:normAutofit/>
          </a:bodyPr>
          <a:lstStyle>
            <a:lvl1pPr marL="0" indent="0">
              <a:buNone/>
              <a:defRPr sz="100">
                <a:noFill/>
              </a:defRPr>
            </a:lvl1pPr>
          </a:lstStyle>
          <a:p>
            <a:pPr lvl="0"/>
            <a:endParaRPr lang="en-US"/>
          </a:p>
        </p:txBody>
      </p:sp>
      <p:sp>
        <p:nvSpPr>
          <p:cNvPr id="8" name="Title 1">
            <a:extLst>
              <a:ext uri="{FF2B5EF4-FFF2-40B4-BE49-F238E27FC236}">
                <a16:creationId xmlns:a16="http://schemas.microsoft.com/office/drawing/2014/main" id="{18F7ED0E-D2A8-C252-D1B8-09F110AF6045}"/>
              </a:ext>
            </a:extLst>
          </p:cNvPr>
          <p:cNvSpPr>
            <a:spLocks noGrp="1"/>
          </p:cNvSpPr>
          <p:nvPr>
            <p:ph type="title" hasCustomPrompt="1"/>
          </p:nvPr>
        </p:nvSpPr>
        <p:spPr>
          <a:xfrm>
            <a:off x="723901" y="1362872"/>
            <a:ext cx="10515600" cy="443198"/>
          </a:xfrm>
        </p:spPr>
        <p:txBody>
          <a:bodyPr>
            <a:spAutoFit/>
          </a:bodyPr>
          <a:lstStyle/>
          <a:p>
            <a:r>
              <a:rPr lang="en-US"/>
              <a:t>A concise, specific, and conversational active headline.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723900" y="3392424"/>
            <a:ext cx="2914646"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risus</a:t>
            </a:r>
            <a:r>
              <a:rPr lang="en-US"/>
              <a:t>.</a:t>
            </a:r>
          </a:p>
        </p:txBody>
      </p:sp>
      <p:sp>
        <p:nvSpPr>
          <p:cNvPr id="10" name="Text Placeholder 15">
            <a:extLst>
              <a:ext uri="{FF2B5EF4-FFF2-40B4-BE49-F238E27FC236}">
                <a16:creationId xmlns:a16="http://schemas.microsoft.com/office/drawing/2014/main" id="{29AA37EF-8374-B50A-530C-93ACFF2E27B2}"/>
              </a:ext>
            </a:extLst>
          </p:cNvPr>
          <p:cNvSpPr>
            <a:spLocks noGrp="1"/>
          </p:cNvSpPr>
          <p:nvPr>
            <p:ph type="body" sz="quarter" idx="15" hasCustomPrompt="1"/>
          </p:nvPr>
        </p:nvSpPr>
        <p:spPr>
          <a:xfrm>
            <a:off x="4526280" y="3392424"/>
            <a:ext cx="2916936"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1" name="Text Placeholder 15">
            <a:extLst>
              <a:ext uri="{FF2B5EF4-FFF2-40B4-BE49-F238E27FC236}">
                <a16:creationId xmlns:a16="http://schemas.microsoft.com/office/drawing/2014/main" id="{F1F22DE8-C2A8-3FE0-93FE-7579A240109D}"/>
              </a:ext>
            </a:extLst>
          </p:cNvPr>
          <p:cNvSpPr>
            <a:spLocks noGrp="1"/>
          </p:cNvSpPr>
          <p:nvPr>
            <p:ph type="body" sz="quarter" idx="16" hasCustomPrompt="1"/>
          </p:nvPr>
        </p:nvSpPr>
        <p:spPr>
          <a:xfrm>
            <a:off x="8324850" y="3392424"/>
            <a:ext cx="2914650"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2" name="Content Placeholder 19">
            <a:extLst>
              <a:ext uri="{FF2B5EF4-FFF2-40B4-BE49-F238E27FC236}">
                <a16:creationId xmlns:a16="http://schemas.microsoft.com/office/drawing/2014/main" id="{192115A2-0808-FBDB-6F16-145807FDEF93}"/>
              </a:ext>
            </a:extLst>
          </p:cNvPr>
          <p:cNvSpPr>
            <a:spLocks noGrp="1"/>
          </p:cNvSpPr>
          <p:nvPr>
            <p:ph sz="quarter" idx="17" hasCustomPrompt="1"/>
          </p:nvPr>
        </p:nvSpPr>
        <p:spPr>
          <a:xfrm>
            <a:off x="723900" y="4072080"/>
            <a:ext cx="2916936" cy="2100120"/>
          </a:xfrm>
        </p:spPr>
        <p:txBody>
          <a:bodyPr>
            <a:normAutofit/>
          </a:bodyPr>
          <a:lstStyle>
            <a:lvl1pPr marL="0" indent="0">
              <a:lnSpc>
                <a:spcPct val="90000"/>
              </a:lnSpc>
              <a:buNone/>
              <a:defRPr sz="1600"/>
            </a:lvl1pPr>
          </a:lstStyle>
          <a:p>
            <a:pPr lvl="0"/>
            <a:r>
              <a:rPr lang="en-US"/>
              <a:t>Click to edit Master text styles.</a:t>
            </a:r>
          </a:p>
        </p:txBody>
      </p:sp>
      <p:sp>
        <p:nvSpPr>
          <p:cNvPr id="13" name="Content Placeholder 19">
            <a:extLst>
              <a:ext uri="{FF2B5EF4-FFF2-40B4-BE49-F238E27FC236}">
                <a16:creationId xmlns:a16="http://schemas.microsoft.com/office/drawing/2014/main" id="{1529B278-0AE8-489F-1BFD-04F77AD041CE}"/>
              </a:ext>
            </a:extLst>
          </p:cNvPr>
          <p:cNvSpPr>
            <a:spLocks noGrp="1"/>
          </p:cNvSpPr>
          <p:nvPr>
            <p:ph sz="quarter" idx="18" hasCustomPrompt="1"/>
          </p:nvPr>
        </p:nvSpPr>
        <p:spPr>
          <a:xfrm>
            <a:off x="4526281" y="4072080"/>
            <a:ext cx="2912744" cy="2100120"/>
          </a:xfrm>
        </p:spPr>
        <p:txBody>
          <a:bodyPr>
            <a:normAutofit/>
          </a:bodyPr>
          <a:lstStyle>
            <a:lvl1pPr marL="0" indent="0">
              <a:lnSpc>
                <a:spcPct val="90000"/>
              </a:lnSpc>
              <a:buNone/>
              <a:defRPr sz="1600"/>
            </a:lvl1pPr>
          </a:lstStyle>
          <a:p>
            <a:pPr lvl="0"/>
            <a:r>
              <a:rPr lang="en-US"/>
              <a:t>Click to edit Master text styles.</a:t>
            </a:r>
          </a:p>
        </p:txBody>
      </p:sp>
      <p:sp>
        <p:nvSpPr>
          <p:cNvPr id="14" name="Content Placeholder 19">
            <a:extLst>
              <a:ext uri="{FF2B5EF4-FFF2-40B4-BE49-F238E27FC236}">
                <a16:creationId xmlns:a16="http://schemas.microsoft.com/office/drawing/2014/main" id="{70FD98F1-E9B7-D9CF-7872-1AD38AA37389}"/>
              </a:ext>
            </a:extLst>
          </p:cNvPr>
          <p:cNvSpPr>
            <a:spLocks noGrp="1"/>
          </p:cNvSpPr>
          <p:nvPr>
            <p:ph sz="quarter" idx="19" hasCustomPrompt="1"/>
          </p:nvPr>
        </p:nvSpPr>
        <p:spPr>
          <a:xfrm>
            <a:off x="8324850" y="4072080"/>
            <a:ext cx="2914649" cy="2100120"/>
          </a:xfrm>
        </p:spPr>
        <p:txBody>
          <a:bodyPr>
            <a:normAutofit/>
          </a:bodyPr>
          <a:lstStyle>
            <a:lvl1pPr marL="0" indent="0">
              <a:lnSpc>
                <a:spcPct val="90000"/>
              </a:lnSpc>
              <a:buNone/>
              <a:defRPr sz="1600"/>
            </a:lvl1pPr>
          </a:lstStyle>
          <a:p>
            <a:pPr lvl="0"/>
            <a:r>
              <a:rPr lang="en-US"/>
              <a:t>Click to edit Master text styles.</a:t>
            </a:r>
          </a:p>
        </p:txBody>
      </p:sp>
      <p:cxnSp>
        <p:nvCxnSpPr>
          <p:cNvPr id="16" name="Straight Connector 15">
            <a:extLst>
              <a:ext uri="{FF2B5EF4-FFF2-40B4-BE49-F238E27FC236}">
                <a16:creationId xmlns:a16="http://schemas.microsoft.com/office/drawing/2014/main" id="{BAF4B77B-F06C-6142-73B4-3F2297C4CD47}"/>
              </a:ext>
            </a:extLst>
          </p:cNvPr>
          <p:cNvCxnSpPr/>
          <p:nvPr userDrawn="1"/>
        </p:nvCxnSpPr>
        <p:spPr>
          <a:xfrm>
            <a:off x="4081463" y="200609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5980A5-4BAC-59E6-DFFC-535E033F480C}"/>
              </a:ext>
            </a:extLst>
          </p:cNvPr>
          <p:cNvCxnSpPr/>
          <p:nvPr userDrawn="1"/>
        </p:nvCxnSpPr>
        <p:spPr>
          <a:xfrm>
            <a:off x="7893050" y="200609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8" name="Date Placeholder 47">
            <a:extLst>
              <a:ext uri="{FF2B5EF4-FFF2-40B4-BE49-F238E27FC236}">
                <a16:creationId xmlns:a16="http://schemas.microsoft.com/office/drawing/2014/main" id="{C26A5604-9F6C-AB3D-FD4B-32C5D61EDA16}"/>
              </a:ext>
            </a:extLst>
          </p:cNvPr>
          <p:cNvSpPr>
            <a:spLocks noGrp="1"/>
          </p:cNvSpPr>
          <p:nvPr>
            <p:ph type="dt" sz="half" idx="26"/>
          </p:nvPr>
        </p:nvSpPr>
        <p:spPr/>
        <p:txBody>
          <a:bodyPr/>
          <a:lstStyle/>
          <a:p>
            <a:r>
              <a:rPr lang="en-US"/>
              <a:t>Microsoft confidential</a:t>
            </a:r>
          </a:p>
        </p:txBody>
      </p:sp>
      <p:sp>
        <p:nvSpPr>
          <p:cNvPr id="49" name="Footer Placeholder 48">
            <a:extLst>
              <a:ext uri="{FF2B5EF4-FFF2-40B4-BE49-F238E27FC236}">
                <a16:creationId xmlns:a16="http://schemas.microsoft.com/office/drawing/2014/main" id="{471D7A22-AC99-A318-AB56-8FC146FC5960}"/>
              </a:ext>
            </a:extLst>
          </p:cNvPr>
          <p:cNvSpPr>
            <a:spLocks noGrp="1"/>
          </p:cNvSpPr>
          <p:nvPr>
            <p:ph type="ftr" sz="quarter" idx="27"/>
          </p:nvPr>
        </p:nvSpPr>
        <p:spPr/>
        <p:txBody>
          <a:bodyPr/>
          <a:lstStyle/>
          <a:p>
            <a:r>
              <a:rPr lang="en-US"/>
              <a:t>Creating a scalable conversational UX</a:t>
            </a:r>
          </a:p>
        </p:txBody>
      </p:sp>
      <p:sp>
        <p:nvSpPr>
          <p:cNvPr id="50" name="Slide Number Placeholder 49">
            <a:extLst>
              <a:ext uri="{FF2B5EF4-FFF2-40B4-BE49-F238E27FC236}">
                <a16:creationId xmlns:a16="http://schemas.microsoft.com/office/drawing/2014/main" id="{2B96B48F-EA62-87B5-345F-9847CE7FD401}"/>
              </a:ext>
            </a:extLst>
          </p:cNvPr>
          <p:cNvSpPr>
            <a:spLocks noGrp="1"/>
          </p:cNvSpPr>
          <p:nvPr>
            <p:ph type="sldNum" sz="quarter" idx="28"/>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70756382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292">
          <p15:clr>
            <a:srgbClr val="5ACBF0"/>
          </p15:clr>
        </p15:guide>
        <p15:guide id="2" pos="2852">
          <p15:clr>
            <a:srgbClr val="5ACBF0"/>
          </p15:clr>
        </p15:guide>
        <p15:guide id="3" pos="4686">
          <p15:clr>
            <a:srgbClr val="5ACBF0"/>
          </p15:clr>
        </p15:guide>
        <p15:guide id="4" pos="5244">
          <p15:clr>
            <a:srgbClr val="5ACBF0"/>
          </p15:clr>
        </p15:guide>
        <p15:guide id="6" pos="2571">
          <p15:clr>
            <a:srgbClr val="FBAE40"/>
          </p15:clr>
        </p15:guide>
        <p15:guide id="7" pos="4972">
          <p15:clr>
            <a:srgbClr val="FBAE4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2" orient="horz" pos="2556">
          <p15:clr>
            <a:srgbClr val="5ACBF0"/>
          </p15:clr>
        </p15:guide>
        <p15:guide id="13" orient="horz" pos="2412">
          <p15:clr>
            <a:srgbClr val="9FCC3B"/>
          </p15:clr>
        </p15:guide>
        <p15:guide id="14" orient="horz" pos="1908">
          <p15:clr>
            <a:srgbClr val="9FCC3B"/>
          </p15:clr>
        </p15:guide>
        <p15:guide id="15" orient="horz" pos="12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aption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2724150" y="2053363"/>
            <a:ext cx="1314450" cy="387798"/>
          </a:xfrm>
        </p:spPr>
        <p:txBody>
          <a:bodyPr wrap="square" anchor="b">
            <a:spAutoFit/>
          </a:bodyPr>
          <a:lstStyle>
            <a:lvl1pPr marL="0" indent="0">
              <a:lnSpc>
                <a:spcPct val="90000"/>
              </a:lnSpc>
              <a:buNone/>
              <a:defRPr sz="1400">
                <a:latin typeface="+mj-lt"/>
              </a:defRPr>
            </a:lvl1pPr>
          </a:lstStyle>
          <a:p>
            <a:pPr lvl="0"/>
            <a:r>
              <a:rPr lang="en-US" err="1"/>
              <a:t>Fusce</a:t>
            </a:r>
            <a:r>
              <a:rPr lang="en-US"/>
              <a:t> </a:t>
            </a:r>
            <a:r>
              <a:rPr lang="en-US" err="1"/>
              <a:t>dapibus</a:t>
            </a:r>
            <a:r>
              <a:rPr lang="en-US"/>
              <a:t>, </a:t>
            </a:r>
            <a:r>
              <a:rPr lang="en-US" err="1"/>
              <a:t>tellus</a:t>
            </a:r>
            <a:r>
              <a:rPr lang="en-US"/>
              <a:t> ac.</a:t>
            </a:r>
          </a:p>
        </p:txBody>
      </p:sp>
      <p:sp>
        <p:nvSpPr>
          <p:cNvPr id="19" name="Text Placeholder 18">
            <a:extLst>
              <a:ext uri="{FF2B5EF4-FFF2-40B4-BE49-F238E27FC236}">
                <a16:creationId xmlns:a16="http://schemas.microsoft.com/office/drawing/2014/main" id="{CDD04A0C-BE9D-A887-F6FE-51A9C8DB5EE8}"/>
              </a:ext>
            </a:extLst>
          </p:cNvPr>
          <p:cNvSpPr>
            <a:spLocks noGrp="1"/>
          </p:cNvSpPr>
          <p:nvPr>
            <p:ph type="body" sz="quarter" idx="29" hasCustomPrompt="1"/>
          </p:nvPr>
        </p:nvSpPr>
        <p:spPr>
          <a:xfrm>
            <a:off x="2724150" y="2514600"/>
            <a:ext cx="1314450" cy="3657600"/>
          </a:xfrm>
        </p:spPr>
        <p:txBody>
          <a:bodyPr>
            <a:noAutofit/>
          </a:bodyPr>
          <a:lstStyle>
            <a:lvl1pPr marL="0" indent="0">
              <a:buNone/>
              <a:defRPr sz="1000"/>
            </a:lvl1pPr>
            <a:lvl2pPr>
              <a:defRPr sz="1000"/>
            </a:lvl2pPr>
            <a:lvl3pPr>
              <a:defRPr sz="900"/>
            </a:lvl3pPr>
            <a:lvl4pPr>
              <a:defRPr sz="800"/>
            </a:lvl4pPr>
            <a:lvl5pPr>
              <a:defRPr sz="800"/>
            </a:lvl5pPr>
          </a:lstStyle>
          <a:p>
            <a:pPr lvl="0"/>
            <a:r>
              <a:rPr lang="en-US"/>
              <a:t>Click to edit Master text styles.</a:t>
            </a:r>
          </a:p>
        </p:txBody>
      </p:sp>
      <p:sp>
        <p:nvSpPr>
          <p:cNvPr id="21" name="Picture Placeholder 20">
            <a:extLst>
              <a:ext uri="{FF2B5EF4-FFF2-40B4-BE49-F238E27FC236}">
                <a16:creationId xmlns:a16="http://schemas.microsoft.com/office/drawing/2014/main" id="{C10BBADE-1D5C-914A-7CFA-F4C2705CEDF2}"/>
              </a:ext>
            </a:extLst>
          </p:cNvPr>
          <p:cNvSpPr>
            <a:spLocks noGrp="1"/>
          </p:cNvSpPr>
          <p:nvPr>
            <p:ph type="pic" sz="quarter" idx="30" hasCustomPrompt="1"/>
          </p:nvPr>
        </p:nvSpPr>
        <p:spPr>
          <a:xfrm>
            <a:off x="723899" y="2073274"/>
            <a:ext cx="1837652" cy="4091455"/>
          </a:xfrm>
          <a:effectLst>
            <a:outerShdw blurRad="254000" dist="12700" dir="2700000" sx="101000" sy="101000" algn="tl" rotWithShape="0">
              <a:prstClr val="black">
                <a:alpha val="20000"/>
              </a:prstClr>
            </a:outerShdw>
          </a:effectLst>
        </p:spPr>
        <p:txBody>
          <a:bodyPr>
            <a:normAutofit/>
          </a:bodyPr>
          <a:lstStyle>
            <a:lvl1pPr marL="0" indent="0">
              <a:buNone/>
              <a:defRPr sz="1800"/>
            </a:lvl1pPr>
          </a:lstStyle>
          <a:p>
            <a:r>
              <a:rPr lang="en-US"/>
              <a:t>Insert picture</a:t>
            </a:r>
          </a:p>
        </p:txBody>
      </p:sp>
      <p:sp>
        <p:nvSpPr>
          <p:cNvPr id="23" name="Text Placeholder 15">
            <a:extLst>
              <a:ext uri="{FF2B5EF4-FFF2-40B4-BE49-F238E27FC236}">
                <a16:creationId xmlns:a16="http://schemas.microsoft.com/office/drawing/2014/main" id="{79F1E2B0-A068-EB1F-EF1A-2FF7B3897A50}"/>
              </a:ext>
            </a:extLst>
          </p:cNvPr>
          <p:cNvSpPr>
            <a:spLocks noGrp="1"/>
          </p:cNvSpPr>
          <p:nvPr>
            <p:ph type="body" sz="quarter" idx="31" hasCustomPrompt="1"/>
          </p:nvPr>
        </p:nvSpPr>
        <p:spPr>
          <a:xfrm>
            <a:off x="6324600" y="2053363"/>
            <a:ext cx="1314450" cy="387798"/>
          </a:xfrm>
        </p:spPr>
        <p:txBody>
          <a:bodyPr wrap="square" anchor="b">
            <a:spAutoFit/>
          </a:bodyPr>
          <a:lstStyle>
            <a:lvl1pPr marL="0" indent="0">
              <a:lnSpc>
                <a:spcPct val="90000"/>
              </a:lnSpc>
              <a:buNone/>
              <a:defRPr sz="1400">
                <a:latin typeface="+mj-lt"/>
              </a:defRPr>
            </a:lvl1pPr>
          </a:lstStyle>
          <a:p>
            <a:pPr lvl="0"/>
            <a:r>
              <a:rPr lang="en-US" err="1"/>
              <a:t>Fusce</a:t>
            </a:r>
            <a:r>
              <a:rPr lang="en-US"/>
              <a:t> </a:t>
            </a:r>
            <a:r>
              <a:rPr lang="en-US" err="1"/>
              <a:t>dapibus</a:t>
            </a:r>
            <a:r>
              <a:rPr lang="en-US"/>
              <a:t>, </a:t>
            </a:r>
            <a:r>
              <a:rPr lang="en-US" err="1"/>
              <a:t>tellus</a:t>
            </a:r>
            <a:r>
              <a:rPr lang="en-US"/>
              <a:t> ac.</a:t>
            </a:r>
          </a:p>
        </p:txBody>
      </p:sp>
      <p:sp>
        <p:nvSpPr>
          <p:cNvPr id="24" name="Text Placeholder 18">
            <a:extLst>
              <a:ext uri="{FF2B5EF4-FFF2-40B4-BE49-F238E27FC236}">
                <a16:creationId xmlns:a16="http://schemas.microsoft.com/office/drawing/2014/main" id="{5721E34F-8DCE-9AE2-80E7-18B63DBA75D2}"/>
              </a:ext>
            </a:extLst>
          </p:cNvPr>
          <p:cNvSpPr>
            <a:spLocks noGrp="1"/>
          </p:cNvSpPr>
          <p:nvPr>
            <p:ph type="body" sz="quarter" idx="32" hasCustomPrompt="1"/>
          </p:nvPr>
        </p:nvSpPr>
        <p:spPr>
          <a:xfrm>
            <a:off x="6324600" y="2514600"/>
            <a:ext cx="1314450" cy="3657600"/>
          </a:xfrm>
        </p:spPr>
        <p:txBody>
          <a:bodyPr>
            <a:noAutofit/>
          </a:bodyPr>
          <a:lstStyle>
            <a:lvl1pPr marL="0" indent="0">
              <a:buNone/>
              <a:defRPr sz="1000"/>
            </a:lvl1pPr>
            <a:lvl2pPr>
              <a:defRPr sz="1000"/>
            </a:lvl2pPr>
            <a:lvl3pPr>
              <a:defRPr sz="900"/>
            </a:lvl3pPr>
            <a:lvl4pPr>
              <a:defRPr sz="800"/>
            </a:lvl4pPr>
            <a:lvl5pPr>
              <a:defRPr sz="800"/>
            </a:lvl5pPr>
          </a:lstStyle>
          <a:p>
            <a:pPr lvl="0"/>
            <a:r>
              <a:rPr lang="en-US"/>
              <a:t>Click to edit Master text styles.</a:t>
            </a:r>
          </a:p>
        </p:txBody>
      </p:sp>
      <p:sp>
        <p:nvSpPr>
          <p:cNvPr id="25" name="Picture Placeholder 20">
            <a:extLst>
              <a:ext uri="{FF2B5EF4-FFF2-40B4-BE49-F238E27FC236}">
                <a16:creationId xmlns:a16="http://schemas.microsoft.com/office/drawing/2014/main" id="{78D854EB-2A10-4FCD-6FCF-A39554FF78A2}"/>
              </a:ext>
            </a:extLst>
          </p:cNvPr>
          <p:cNvSpPr>
            <a:spLocks noGrp="1"/>
          </p:cNvSpPr>
          <p:nvPr>
            <p:ph type="pic" sz="quarter" idx="33" hasCustomPrompt="1"/>
          </p:nvPr>
        </p:nvSpPr>
        <p:spPr>
          <a:xfrm>
            <a:off x="4324349" y="2073274"/>
            <a:ext cx="1837652" cy="4091455"/>
          </a:xfrm>
          <a:effectLst>
            <a:outerShdw blurRad="254000" dist="12700" dir="2700000" sx="101000" sy="101000" algn="tl" rotWithShape="0">
              <a:prstClr val="black">
                <a:alpha val="20000"/>
              </a:prstClr>
            </a:outerShdw>
          </a:effectLst>
        </p:spPr>
        <p:txBody>
          <a:bodyPr>
            <a:normAutofit/>
          </a:bodyPr>
          <a:lstStyle>
            <a:lvl1pPr marL="0" indent="0">
              <a:buNone/>
              <a:defRPr sz="1800"/>
            </a:lvl1pPr>
          </a:lstStyle>
          <a:p>
            <a:r>
              <a:rPr lang="en-US"/>
              <a:t>Insert picture</a:t>
            </a:r>
          </a:p>
        </p:txBody>
      </p:sp>
      <p:sp>
        <p:nvSpPr>
          <p:cNvPr id="29" name="Text Placeholder 15">
            <a:extLst>
              <a:ext uri="{FF2B5EF4-FFF2-40B4-BE49-F238E27FC236}">
                <a16:creationId xmlns:a16="http://schemas.microsoft.com/office/drawing/2014/main" id="{89F90C0A-7D59-3E8B-E393-824CE4A719E2}"/>
              </a:ext>
            </a:extLst>
          </p:cNvPr>
          <p:cNvSpPr>
            <a:spLocks noGrp="1"/>
          </p:cNvSpPr>
          <p:nvPr>
            <p:ph type="body" sz="quarter" idx="34" hasCustomPrompt="1"/>
          </p:nvPr>
        </p:nvSpPr>
        <p:spPr>
          <a:xfrm>
            <a:off x="9925050" y="2053363"/>
            <a:ext cx="1314450" cy="387798"/>
          </a:xfrm>
        </p:spPr>
        <p:txBody>
          <a:bodyPr wrap="square" anchor="b">
            <a:spAutoFit/>
          </a:bodyPr>
          <a:lstStyle>
            <a:lvl1pPr marL="0" indent="0">
              <a:lnSpc>
                <a:spcPct val="90000"/>
              </a:lnSpc>
              <a:buNone/>
              <a:defRPr sz="1400">
                <a:latin typeface="+mj-lt"/>
              </a:defRPr>
            </a:lvl1pPr>
          </a:lstStyle>
          <a:p>
            <a:pPr lvl="0"/>
            <a:r>
              <a:rPr lang="en-US" err="1"/>
              <a:t>Fusce</a:t>
            </a:r>
            <a:r>
              <a:rPr lang="en-US"/>
              <a:t> </a:t>
            </a:r>
            <a:r>
              <a:rPr lang="en-US" err="1"/>
              <a:t>dapibus</a:t>
            </a:r>
            <a:r>
              <a:rPr lang="en-US"/>
              <a:t>, </a:t>
            </a:r>
            <a:r>
              <a:rPr lang="en-US" err="1"/>
              <a:t>tellus</a:t>
            </a:r>
            <a:r>
              <a:rPr lang="en-US"/>
              <a:t> ac.</a:t>
            </a:r>
          </a:p>
        </p:txBody>
      </p:sp>
      <p:sp>
        <p:nvSpPr>
          <p:cNvPr id="30" name="Text Placeholder 18">
            <a:extLst>
              <a:ext uri="{FF2B5EF4-FFF2-40B4-BE49-F238E27FC236}">
                <a16:creationId xmlns:a16="http://schemas.microsoft.com/office/drawing/2014/main" id="{A87271CD-19A5-2E45-4726-3742E195ACE1}"/>
              </a:ext>
            </a:extLst>
          </p:cNvPr>
          <p:cNvSpPr>
            <a:spLocks noGrp="1"/>
          </p:cNvSpPr>
          <p:nvPr>
            <p:ph type="body" sz="quarter" idx="35" hasCustomPrompt="1"/>
          </p:nvPr>
        </p:nvSpPr>
        <p:spPr>
          <a:xfrm>
            <a:off x="9925050" y="2514600"/>
            <a:ext cx="1314450" cy="3657600"/>
          </a:xfrm>
        </p:spPr>
        <p:txBody>
          <a:bodyPr>
            <a:noAutofit/>
          </a:bodyPr>
          <a:lstStyle>
            <a:lvl1pPr marL="0" indent="0">
              <a:buNone/>
              <a:defRPr sz="1000"/>
            </a:lvl1pPr>
            <a:lvl2pPr>
              <a:defRPr sz="1000"/>
            </a:lvl2pPr>
            <a:lvl3pPr>
              <a:defRPr sz="900"/>
            </a:lvl3pPr>
            <a:lvl4pPr>
              <a:defRPr sz="800"/>
            </a:lvl4pPr>
            <a:lvl5pPr>
              <a:defRPr sz="800"/>
            </a:lvl5pPr>
          </a:lstStyle>
          <a:p>
            <a:pPr lvl="0"/>
            <a:r>
              <a:rPr lang="en-US"/>
              <a:t>Click to edit Master text styles.</a:t>
            </a:r>
          </a:p>
        </p:txBody>
      </p:sp>
      <p:sp>
        <p:nvSpPr>
          <p:cNvPr id="31" name="Picture Placeholder 20">
            <a:extLst>
              <a:ext uri="{FF2B5EF4-FFF2-40B4-BE49-F238E27FC236}">
                <a16:creationId xmlns:a16="http://schemas.microsoft.com/office/drawing/2014/main" id="{A33D4646-BF72-F134-1E69-9AB1A33E285C}"/>
              </a:ext>
            </a:extLst>
          </p:cNvPr>
          <p:cNvSpPr>
            <a:spLocks noGrp="1"/>
          </p:cNvSpPr>
          <p:nvPr>
            <p:ph type="pic" sz="quarter" idx="36" hasCustomPrompt="1"/>
          </p:nvPr>
        </p:nvSpPr>
        <p:spPr>
          <a:xfrm>
            <a:off x="7919543" y="2073274"/>
            <a:ext cx="1837652" cy="4091455"/>
          </a:xfrm>
          <a:effectLst>
            <a:outerShdw blurRad="254000" dist="12700" dir="2700000" sx="101000" sy="101000" algn="tl" rotWithShape="0">
              <a:prstClr val="black">
                <a:alpha val="20000"/>
              </a:prstClr>
            </a:outerShdw>
          </a:effectLst>
        </p:spPr>
        <p:txBody>
          <a:bodyPr>
            <a:normAutofit/>
          </a:bodyPr>
          <a:lstStyle>
            <a:lvl1pPr marL="0" indent="0">
              <a:buNone/>
              <a:defRPr sz="1800"/>
            </a:lvl1pPr>
          </a:lstStyle>
          <a:p>
            <a:r>
              <a:rPr lang="en-US"/>
              <a:t>Insert picture</a:t>
            </a:r>
          </a:p>
        </p:txBody>
      </p:sp>
      <p:sp>
        <p:nvSpPr>
          <p:cNvPr id="53" name="Date Placeholder 52">
            <a:extLst>
              <a:ext uri="{FF2B5EF4-FFF2-40B4-BE49-F238E27FC236}">
                <a16:creationId xmlns:a16="http://schemas.microsoft.com/office/drawing/2014/main" id="{CBDAD46A-D724-5318-3A54-62F5A8518DD3}"/>
              </a:ext>
            </a:extLst>
          </p:cNvPr>
          <p:cNvSpPr>
            <a:spLocks noGrp="1"/>
          </p:cNvSpPr>
          <p:nvPr>
            <p:ph type="dt" sz="half" idx="37"/>
          </p:nvPr>
        </p:nvSpPr>
        <p:spPr/>
        <p:txBody>
          <a:bodyPr/>
          <a:lstStyle/>
          <a:p>
            <a:r>
              <a:rPr lang="en-US"/>
              <a:t>Microsoft confidential</a:t>
            </a:r>
          </a:p>
        </p:txBody>
      </p:sp>
      <p:sp>
        <p:nvSpPr>
          <p:cNvPr id="54" name="Footer Placeholder 53">
            <a:extLst>
              <a:ext uri="{FF2B5EF4-FFF2-40B4-BE49-F238E27FC236}">
                <a16:creationId xmlns:a16="http://schemas.microsoft.com/office/drawing/2014/main" id="{4E1810F9-AD59-1E5A-7B32-9758486BB3A1}"/>
              </a:ext>
            </a:extLst>
          </p:cNvPr>
          <p:cNvSpPr>
            <a:spLocks noGrp="1"/>
          </p:cNvSpPr>
          <p:nvPr>
            <p:ph type="ftr" sz="quarter" idx="38"/>
          </p:nvPr>
        </p:nvSpPr>
        <p:spPr/>
        <p:txBody>
          <a:bodyPr/>
          <a:lstStyle/>
          <a:p>
            <a:r>
              <a:rPr lang="en-US"/>
              <a:t>Creating a scalable conversational UX</a:t>
            </a:r>
          </a:p>
        </p:txBody>
      </p:sp>
      <p:sp>
        <p:nvSpPr>
          <p:cNvPr id="55" name="Slide Number Placeholder 54">
            <a:extLst>
              <a:ext uri="{FF2B5EF4-FFF2-40B4-BE49-F238E27FC236}">
                <a16:creationId xmlns:a16="http://schemas.microsoft.com/office/drawing/2014/main" id="{251CDA23-7780-6CF6-D5F0-ABD49E4EC257}"/>
              </a:ext>
            </a:extLst>
          </p:cNvPr>
          <p:cNvSpPr>
            <a:spLocks noGrp="1"/>
          </p:cNvSpPr>
          <p:nvPr>
            <p:ph type="sldNum" sz="quarter" idx="39"/>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17163156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544">
          <p15:clr>
            <a:srgbClr val="5ACBF0"/>
          </p15:clr>
        </p15:guide>
        <p15:guide id="2" pos="2724">
          <p15:clr>
            <a:srgbClr val="5ACBF0"/>
          </p15:clr>
        </p15:guide>
        <p15:guide id="3" pos="4812">
          <p15:clr>
            <a:srgbClr val="5ACBF0"/>
          </p15:clr>
        </p15:guide>
        <p15:guide id="4" pos="4987">
          <p15:clr>
            <a:srgbClr val="5ACBF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4" orient="horz" pos="1512">
          <p15:clr>
            <a:srgbClr val="9FCC3B"/>
          </p15:clr>
        </p15:guide>
        <p15:guide id="15" pos="1716">
          <p15:clr>
            <a:srgbClr val="5ACBF0"/>
          </p15:clr>
        </p15:guide>
        <p15:guide id="17" orient="horz" pos="1584">
          <p15:clr>
            <a:srgbClr val="5ACBF0"/>
          </p15:clr>
        </p15:guide>
        <p15:guide id="18" pos="3884">
          <p15:clr>
            <a:srgbClr val="5ACBF0"/>
          </p15:clr>
        </p15:guide>
        <p15:guide id="19" pos="3984">
          <p15:clr>
            <a:srgbClr val="5ACBF0"/>
          </p15:clr>
        </p15:guide>
        <p15:guide id="20" pos="6149">
          <p15:clr>
            <a:srgbClr val="5ACBF0"/>
          </p15:clr>
        </p15:guide>
        <p15:guide id="21" pos="6252">
          <p15:clr>
            <a:srgbClr val="5ACBF0"/>
          </p15:clr>
        </p15:guide>
        <p15:guide id="22" orient="horz" pos="1306">
          <p15:clr>
            <a:srgbClr val="5ACBF0"/>
          </p15:clr>
        </p15:guide>
        <p15:guide id="23" pos="161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ards">
    <p:spTree>
      <p:nvGrpSpPr>
        <p:cNvPr id="1" name=""/>
        <p:cNvGrpSpPr/>
        <p:nvPr/>
      </p:nvGrpSpPr>
      <p:grpSpPr>
        <a:xfrm>
          <a:off x="0" y="0"/>
          <a:ext cx="0" cy="0"/>
          <a:chOff x="0" y="0"/>
          <a:chExt cx="0" cy="0"/>
        </a:xfrm>
      </p:grpSpPr>
      <p:sp>
        <p:nvSpPr>
          <p:cNvPr id="143" name="Text Placeholder 142">
            <a:extLst>
              <a:ext uri="{FF2B5EF4-FFF2-40B4-BE49-F238E27FC236}">
                <a16:creationId xmlns:a16="http://schemas.microsoft.com/office/drawing/2014/main" id="{C8C0B12A-6049-6481-4FAE-B2050289C56F}"/>
              </a:ext>
            </a:extLst>
          </p:cNvPr>
          <p:cNvSpPr>
            <a:spLocks noGrp="1"/>
          </p:cNvSpPr>
          <p:nvPr>
            <p:ph type="body" sz="quarter" idx="48"/>
          </p:nvPr>
        </p:nvSpPr>
        <p:spPr>
          <a:xfrm>
            <a:off x="7928084" y="2090912"/>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83" name="Date Placeholder 82">
            <a:extLst>
              <a:ext uri="{FF2B5EF4-FFF2-40B4-BE49-F238E27FC236}">
                <a16:creationId xmlns:a16="http://schemas.microsoft.com/office/drawing/2014/main" id="{211705BF-7E4B-1843-4CC6-BB3616F89C84}"/>
              </a:ext>
            </a:extLst>
          </p:cNvPr>
          <p:cNvSpPr>
            <a:spLocks noGrp="1"/>
          </p:cNvSpPr>
          <p:nvPr>
            <p:ph type="dt" sz="half" idx="33"/>
          </p:nvPr>
        </p:nvSpPr>
        <p:spPr>
          <a:gradFill>
            <a:lin ang="0" scaled="0"/>
          </a:gradFill>
        </p:spPr>
        <p:txBody>
          <a:bodyPr/>
          <a:lstStyle/>
          <a:p>
            <a:r>
              <a:rPr lang="en-US"/>
              <a:t>Microsoft confidential</a:t>
            </a:r>
          </a:p>
        </p:txBody>
      </p:sp>
      <p:sp>
        <p:nvSpPr>
          <p:cNvPr id="84" name="Footer Placeholder 83">
            <a:extLst>
              <a:ext uri="{FF2B5EF4-FFF2-40B4-BE49-F238E27FC236}">
                <a16:creationId xmlns:a16="http://schemas.microsoft.com/office/drawing/2014/main" id="{81B8593B-ACBC-07ED-653D-AC773D8A4103}"/>
              </a:ext>
            </a:extLst>
          </p:cNvPr>
          <p:cNvSpPr>
            <a:spLocks noGrp="1"/>
          </p:cNvSpPr>
          <p:nvPr>
            <p:ph type="ftr" sz="quarter" idx="34"/>
          </p:nvPr>
        </p:nvSpPr>
        <p:spPr/>
        <p:txBody>
          <a:bodyPr/>
          <a:lstStyle/>
          <a:p>
            <a:r>
              <a:rPr lang="en-US"/>
              <a:t>Creating a scalable conversational UX</a:t>
            </a:r>
          </a:p>
        </p:txBody>
      </p:sp>
      <p:sp>
        <p:nvSpPr>
          <p:cNvPr id="85" name="Slide Number Placeholder 84">
            <a:extLst>
              <a:ext uri="{FF2B5EF4-FFF2-40B4-BE49-F238E27FC236}">
                <a16:creationId xmlns:a16="http://schemas.microsoft.com/office/drawing/2014/main" id="{33B81391-D441-2EAC-7A49-020766F1233D}"/>
              </a:ext>
            </a:extLst>
          </p:cNvPr>
          <p:cNvSpPr>
            <a:spLocks noGrp="1"/>
          </p:cNvSpPr>
          <p:nvPr>
            <p:ph type="sldNum" sz="quarter" idx="35"/>
          </p:nvPr>
        </p:nvSpPr>
        <p:spPr/>
        <p:txBody>
          <a:bodyPr/>
          <a:lstStyle/>
          <a:p>
            <a:fld id="{9406BE13-FF2C-3A41-A53B-D6BC2DDA0AE5}" type="slidenum">
              <a:rPr lang="en-US" smtClean="0"/>
              <a:pPr/>
              <a:t>‹#›</a:t>
            </a:fld>
            <a:endParaRPr lang="en-US"/>
          </a:p>
        </p:txBody>
      </p:sp>
      <p:sp>
        <p:nvSpPr>
          <p:cNvPr id="166" name="Text Placeholder 165">
            <a:extLst>
              <a:ext uri="{FF2B5EF4-FFF2-40B4-BE49-F238E27FC236}">
                <a16:creationId xmlns:a16="http://schemas.microsoft.com/office/drawing/2014/main" id="{07A35E2A-9852-410D-56F6-83D92AFE7F80}"/>
              </a:ext>
            </a:extLst>
          </p:cNvPr>
          <p:cNvSpPr>
            <a:spLocks noGrp="1"/>
          </p:cNvSpPr>
          <p:nvPr>
            <p:ph type="body" sz="quarter" idx="45" hasCustomPrompt="1"/>
          </p:nvPr>
        </p:nvSpPr>
        <p:spPr>
          <a:xfrm>
            <a:off x="7928084"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A6A1EA"/>
              </a:gs>
              <a:gs pos="100000">
                <a:srgbClr val="9CACED"/>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45" name="Picture Placeholder 144">
            <a:extLst>
              <a:ext uri="{FF2B5EF4-FFF2-40B4-BE49-F238E27FC236}">
                <a16:creationId xmlns:a16="http://schemas.microsoft.com/office/drawing/2014/main" id="{377AA7B1-FD99-B3B1-B6E4-C18A5DAE2AB3}"/>
              </a:ext>
            </a:extLst>
          </p:cNvPr>
          <p:cNvSpPr>
            <a:spLocks noGrp="1"/>
          </p:cNvSpPr>
          <p:nvPr>
            <p:ph type="pic" sz="quarter" idx="49"/>
          </p:nvPr>
        </p:nvSpPr>
        <p:spPr>
          <a:xfrm>
            <a:off x="7928084" y="2914650"/>
            <a:ext cx="3314700" cy="2514600"/>
          </a:xfrm>
        </p:spPr>
        <p:txBody>
          <a:bodyPr/>
          <a:lstStyle/>
          <a:p>
            <a:endParaRPr lang="en-US"/>
          </a:p>
        </p:txBody>
      </p:sp>
      <p:sp>
        <p:nvSpPr>
          <p:cNvPr id="147" name="Text Placeholder 146">
            <a:extLst>
              <a:ext uri="{FF2B5EF4-FFF2-40B4-BE49-F238E27FC236}">
                <a16:creationId xmlns:a16="http://schemas.microsoft.com/office/drawing/2014/main" id="{C1B6AB41-7F49-D3D4-4B34-2C3D05EAA505}"/>
              </a:ext>
            </a:extLst>
          </p:cNvPr>
          <p:cNvSpPr>
            <a:spLocks noGrp="1"/>
          </p:cNvSpPr>
          <p:nvPr>
            <p:ph type="body" sz="quarter" idx="50"/>
          </p:nvPr>
        </p:nvSpPr>
        <p:spPr>
          <a:xfrm>
            <a:off x="4327634" y="2084354"/>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65" name="Text Placeholder 164">
            <a:extLst>
              <a:ext uri="{FF2B5EF4-FFF2-40B4-BE49-F238E27FC236}">
                <a16:creationId xmlns:a16="http://schemas.microsoft.com/office/drawing/2014/main" id="{EA8A318A-E9B8-67F5-500C-21E5CCE3DA42}"/>
              </a:ext>
            </a:extLst>
          </p:cNvPr>
          <p:cNvSpPr>
            <a:spLocks noGrp="1"/>
          </p:cNvSpPr>
          <p:nvPr>
            <p:ph type="body" sz="quarter" idx="51" hasCustomPrompt="1"/>
          </p:nvPr>
        </p:nvSpPr>
        <p:spPr>
          <a:xfrm>
            <a:off x="4327634"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296E7"/>
              </a:gs>
              <a:gs pos="100000">
                <a:srgbClr val="A7A1EB"/>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50" name="Picture Placeholder 144">
            <a:extLst>
              <a:ext uri="{FF2B5EF4-FFF2-40B4-BE49-F238E27FC236}">
                <a16:creationId xmlns:a16="http://schemas.microsoft.com/office/drawing/2014/main" id="{49D1D003-FCC6-3879-027E-F8F7CEDD6D5C}"/>
              </a:ext>
            </a:extLst>
          </p:cNvPr>
          <p:cNvSpPr>
            <a:spLocks noGrp="1"/>
          </p:cNvSpPr>
          <p:nvPr>
            <p:ph type="pic" sz="quarter" idx="53"/>
          </p:nvPr>
        </p:nvSpPr>
        <p:spPr>
          <a:xfrm>
            <a:off x="4327634" y="2914650"/>
            <a:ext cx="3314700" cy="2514600"/>
          </a:xfrm>
        </p:spPr>
        <p:txBody>
          <a:bodyPr/>
          <a:lstStyle/>
          <a:p>
            <a:endParaRPr lang="en-US"/>
          </a:p>
        </p:txBody>
      </p:sp>
      <p:sp>
        <p:nvSpPr>
          <p:cNvPr id="151" name="Text Placeholder 150">
            <a:extLst>
              <a:ext uri="{FF2B5EF4-FFF2-40B4-BE49-F238E27FC236}">
                <a16:creationId xmlns:a16="http://schemas.microsoft.com/office/drawing/2014/main" id="{D3CF79A8-459C-F799-47AA-F0380C87B251}"/>
              </a:ext>
            </a:extLst>
          </p:cNvPr>
          <p:cNvSpPr>
            <a:spLocks noGrp="1"/>
          </p:cNvSpPr>
          <p:nvPr>
            <p:ph type="body" sz="quarter" idx="54"/>
          </p:nvPr>
        </p:nvSpPr>
        <p:spPr>
          <a:xfrm>
            <a:off x="723900" y="2084354"/>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62" name="Text Placeholder 161">
            <a:extLst>
              <a:ext uri="{FF2B5EF4-FFF2-40B4-BE49-F238E27FC236}">
                <a16:creationId xmlns:a16="http://schemas.microsoft.com/office/drawing/2014/main" id="{2DFDF3FA-4F7D-42CF-F938-A145B4465A4B}"/>
              </a:ext>
            </a:extLst>
          </p:cNvPr>
          <p:cNvSpPr>
            <a:spLocks noGrp="1"/>
          </p:cNvSpPr>
          <p:nvPr>
            <p:ph type="body" sz="quarter" idx="55" hasCustomPrompt="1"/>
          </p:nvPr>
        </p:nvSpPr>
        <p:spPr>
          <a:xfrm>
            <a:off x="723900"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D8AE4"/>
              </a:gs>
              <a:gs pos="100000">
                <a:srgbClr val="B295E7"/>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54" name="Picture Placeholder 144">
            <a:extLst>
              <a:ext uri="{FF2B5EF4-FFF2-40B4-BE49-F238E27FC236}">
                <a16:creationId xmlns:a16="http://schemas.microsoft.com/office/drawing/2014/main" id="{DEC3F41F-5979-2121-4CB1-ABBB3C8E4044}"/>
              </a:ext>
            </a:extLst>
          </p:cNvPr>
          <p:cNvSpPr>
            <a:spLocks noGrp="1"/>
          </p:cNvSpPr>
          <p:nvPr>
            <p:ph type="pic" sz="quarter" idx="57"/>
          </p:nvPr>
        </p:nvSpPr>
        <p:spPr>
          <a:xfrm>
            <a:off x="723900" y="2914650"/>
            <a:ext cx="3314700" cy="2514600"/>
          </a:xfrm>
        </p:spPr>
        <p:txBody>
          <a:bodyPr/>
          <a:lstStyle/>
          <a:p>
            <a:endParaRPr lang="en-US"/>
          </a:p>
        </p:txBody>
      </p:sp>
      <p:sp>
        <p:nvSpPr>
          <p:cNvPr id="158" name="Text Placeholder 157">
            <a:extLst>
              <a:ext uri="{FF2B5EF4-FFF2-40B4-BE49-F238E27FC236}">
                <a16:creationId xmlns:a16="http://schemas.microsoft.com/office/drawing/2014/main" id="{77F276E8-1F2A-A9DF-3D70-511FA65792BC}"/>
              </a:ext>
            </a:extLst>
          </p:cNvPr>
          <p:cNvSpPr>
            <a:spLocks noGrp="1"/>
          </p:cNvSpPr>
          <p:nvPr>
            <p:ph type="body" sz="quarter" idx="59" hasCustomPrompt="1"/>
          </p:nvPr>
        </p:nvSpPr>
        <p:spPr>
          <a:xfrm>
            <a:off x="432435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59" name="Text Placeholder 158">
            <a:extLst>
              <a:ext uri="{FF2B5EF4-FFF2-40B4-BE49-F238E27FC236}">
                <a16:creationId xmlns:a16="http://schemas.microsoft.com/office/drawing/2014/main" id="{9CA48829-EDEF-FAA2-4D5E-104F1456D3F9}"/>
              </a:ext>
            </a:extLst>
          </p:cNvPr>
          <p:cNvSpPr>
            <a:spLocks noGrp="1"/>
          </p:cNvSpPr>
          <p:nvPr>
            <p:ph type="body" sz="quarter" idx="60" hasCustomPrompt="1"/>
          </p:nvPr>
        </p:nvSpPr>
        <p:spPr>
          <a:xfrm>
            <a:off x="72390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60" name="Text Placeholder 159">
            <a:extLst>
              <a:ext uri="{FF2B5EF4-FFF2-40B4-BE49-F238E27FC236}">
                <a16:creationId xmlns:a16="http://schemas.microsoft.com/office/drawing/2014/main" id="{7DF9E0E3-A444-E8DE-7566-4207A15FA485}"/>
              </a:ext>
            </a:extLst>
          </p:cNvPr>
          <p:cNvSpPr>
            <a:spLocks noGrp="1"/>
          </p:cNvSpPr>
          <p:nvPr>
            <p:ph type="body" sz="quarter" idx="61" hasCustomPrompt="1"/>
          </p:nvPr>
        </p:nvSpPr>
        <p:spPr>
          <a:xfrm>
            <a:off x="792480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Tree>
    <p:extLst>
      <p:ext uri="{BB962C8B-B14F-4D97-AF65-F5344CB8AC3E}">
        <p14:creationId xmlns:p14="http://schemas.microsoft.com/office/powerpoint/2010/main" val="240862526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364">
          <p15:clr>
            <a:srgbClr val="5ACBF0"/>
          </p15:clr>
        </p15:guide>
        <p15:guide id="2" pos="2904">
          <p15:clr>
            <a:srgbClr val="5ACBF0"/>
          </p15:clr>
        </p15:guide>
        <p15:guide id="3" pos="4632">
          <p15:clr>
            <a:srgbClr val="5ACBF0"/>
          </p15:clr>
        </p15:guide>
        <p15:guide id="4" pos="5172">
          <p15:clr>
            <a:srgbClr val="5ACBF0"/>
          </p15:clr>
        </p15:guide>
        <p15:guide id="8" orient="horz" pos="468">
          <p15:clr>
            <a:srgbClr val="9FCC3B"/>
          </p15:clr>
        </p15:guide>
        <p15:guide id="9" orient="horz" pos="1080">
          <p15:clr>
            <a:srgbClr val="9FCC3B"/>
          </p15:clr>
        </p15:guide>
        <p15:guide id="10" pos="7080">
          <p15:clr>
            <a:srgbClr val="FBAE40"/>
          </p15:clr>
        </p15:guide>
        <p15:guide id="11" orient="horz" pos="1980">
          <p15:clr>
            <a:srgbClr val="5ACBF0"/>
          </p15:clr>
        </p15:guide>
        <p15:guide id="12" orient="horz" pos="3744">
          <p15:clr>
            <a:srgbClr val="5ACBF0"/>
          </p15:clr>
        </p15:guide>
        <p15:guide id="14" orient="horz" pos="1692">
          <p15:clr>
            <a:srgbClr val="9FCC3B"/>
          </p15:clr>
        </p15:guide>
        <p15:guide id="15" orient="horz" pos="1304">
          <p15:clr>
            <a:srgbClr val="FBAE40"/>
          </p15:clr>
        </p15:guide>
        <p15:guide id="16" pos="636">
          <p15:clr>
            <a:srgbClr val="5ACBF0"/>
          </p15:clr>
        </p15:guide>
        <p15:guide id="17" pos="2544">
          <p15:clr>
            <a:srgbClr val="FBAE40"/>
          </p15:clr>
        </p15:guide>
        <p15:guide id="18" pos="2724">
          <p15:clr>
            <a:srgbClr val="FBAE40"/>
          </p15:clr>
        </p15:guide>
        <p15:guide id="19" pos="4812">
          <p15:clr>
            <a:srgbClr val="FBAE40"/>
          </p15:clr>
        </p15:guide>
        <p15:guide id="20" pos="4992">
          <p15:clr>
            <a:srgbClr val="FBAE40"/>
          </p15:clr>
        </p15:guide>
        <p15:guide id="21" orient="horz" pos="3888">
          <p15:clr>
            <a:srgbClr val="FBAE40"/>
          </p15:clr>
        </p15:guide>
        <p15:guide id="22" orient="horz" pos="1836">
          <p15:clr>
            <a:srgbClr val="FBAE40"/>
          </p15:clr>
        </p15:guide>
        <p15:guide id="23" orient="horz" pos="3420">
          <p15:clr>
            <a:srgbClr val="FBAE40"/>
          </p15:clr>
        </p15:guide>
        <p15:guide id="24" orient="horz" pos="3564">
          <p15:clr>
            <a:srgbClr val="5ACBF0"/>
          </p15:clr>
        </p15:guide>
        <p15:guide id="25" orient="horz" pos="3240">
          <p15:clr>
            <a:srgbClr val="5ACBF0"/>
          </p15:clr>
        </p15:guide>
        <p15:guide id="26" pos="69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723899" y="3653545"/>
            <a:ext cx="2102652"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19" name="Text Placeholder 18">
            <a:extLst>
              <a:ext uri="{FF2B5EF4-FFF2-40B4-BE49-F238E27FC236}">
                <a16:creationId xmlns:a16="http://schemas.microsoft.com/office/drawing/2014/main" id="{CDD04A0C-BE9D-A887-F6FE-51A9C8DB5EE8}"/>
              </a:ext>
            </a:extLst>
          </p:cNvPr>
          <p:cNvSpPr>
            <a:spLocks noGrp="1"/>
          </p:cNvSpPr>
          <p:nvPr>
            <p:ph type="body" sz="quarter" idx="29" hasCustomPrompt="1"/>
          </p:nvPr>
        </p:nvSpPr>
        <p:spPr>
          <a:xfrm>
            <a:off x="735798" y="4062620"/>
            <a:ext cx="2102652"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23" name="Text Placeholder 15">
            <a:extLst>
              <a:ext uri="{FF2B5EF4-FFF2-40B4-BE49-F238E27FC236}">
                <a16:creationId xmlns:a16="http://schemas.microsoft.com/office/drawing/2014/main" id="{79F1E2B0-A068-EB1F-EF1A-2FF7B3897A50}"/>
              </a:ext>
            </a:extLst>
          </p:cNvPr>
          <p:cNvSpPr>
            <a:spLocks noGrp="1"/>
          </p:cNvSpPr>
          <p:nvPr>
            <p:ph type="body" sz="quarter" idx="31" hasCustomPrompt="1"/>
          </p:nvPr>
        </p:nvSpPr>
        <p:spPr>
          <a:xfrm>
            <a:off x="3524248" y="3653545"/>
            <a:ext cx="2102654"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24" name="Text Placeholder 18">
            <a:extLst>
              <a:ext uri="{FF2B5EF4-FFF2-40B4-BE49-F238E27FC236}">
                <a16:creationId xmlns:a16="http://schemas.microsoft.com/office/drawing/2014/main" id="{5721E34F-8DCE-9AE2-80E7-18B63DBA75D2}"/>
              </a:ext>
            </a:extLst>
          </p:cNvPr>
          <p:cNvSpPr>
            <a:spLocks noGrp="1"/>
          </p:cNvSpPr>
          <p:nvPr>
            <p:ph type="body" sz="quarter" idx="32" hasCustomPrompt="1"/>
          </p:nvPr>
        </p:nvSpPr>
        <p:spPr>
          <a:xfrm>
            <a:off x="3536147" y="4057650"/>
            <a:ext cx="2102653"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29" name="Text Placeholder 15">
            <a:extLst>
              <a:ext uri="{FF2B5EF4-FFF2-40B4-BE49-F238E27FC236}">
                <a16:creationId xmlns:a16="http://schemas.microsoft.com/office/drawing/2014/main" id="{89F90C0A-7D59-3E8B-E393-824CE4A719E2}"/>
              </a:ext>
            </a:extLst>
          </p:cNvPr>
          <p:cNvSpPr>
            <a:spLocks noGrp="1"/>
          </p:cNvSpPr>
          <p:nvPr>
            <p:ph type="body" sz="quarter" idx="34" hasCustomPrompt="1"/>
          </p:nvPr>
        </p:nvSpPr>
        <p:spPr>
          <a:xfrm>
            <a:off x="9113051" y="3664601"/>
            <a:ext cx="2114550"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30" name="Text Placeholder 18">
            <a:extLst>
              <a:ext uri="{FF2B5EF4-FFF2-40B4-BE49-F238E27FC236}">
                <a16:creationId xmlns:a16="http://schemas.microsoft.com/office/drawing/2014/main" id="{A87271CD-19A5-2E45-4726-3742E195ACE1}"/>
              </a:ext>
            </a:extLst>
          </p:cNvPr>
          <p:cNvSpPr>
            <a:spLocks noGrp="1"/>
          </p:cNvSpPr>
          <p:nvPr>
            <p:ph type="body" sz="quarter" idx="35" hasCustomPrompt="1"/>
          </p:nvPr>
        </p:nvSpPr>
        <p:spPr>
          <a:xfrm>
            <a:off x="9124950" y="4057650"/>
            <a:ext cx="2114550"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53" name="Date Placeholder 52">
            <a:extLst>
              <a:ext uri="{FF2B5EF4-FFF2-40B4-BE49-F238E27FC236}">
                <a16:creationId xmlns:a16="http://schemas.microsoft.com/office/drawing/2014/main" id="{CBDAD46A-D724-5318-3A54-62F5A8518DD3}"/>
              </a:ext>
            </a:extLst>
          </p:cNvPr>
          <p:cNvSpPr>
            <a:spLocks noGrp="1"/>
          </p:cNvSpPr>
          <p:nvPr>
            <p:ph type="dt" sz="half" idx="37"/>
          </p:nvPr>
        </p:nvSpPr>
        <p:spPr/>
        <p:txBody>
          <a:bodyPr/>
          <a:lstStyle/>
          <a:p>
            <a:r>
              <a:rPr lang="en-US"/>
              <a:t>Microsoft confidential</a:t>
            </a:r>
          </a:p>
        </p:txBody>
      </p:sp>
      <p:sp>
        <p:nvSpPr>
          <p:cNvPr id="54" name="Footer Placeholder 53">
            <a:extLst>
              <a:ext uri="{FF2B5EF4-FFF2-40B4-BE49-F238E27FC236}">
                <a16:creationId xmlns:a16="http://schemas.microsoft.com/office/drawing/2014/main" id="{4E1810F9-AD59-1E5A-7B32-9758486BB3A1}"/>
              </a:ext>
            </a:extLst>
          </p:cNvPr>
          <p:cNvSpPr>
            <a:spLocks noGrp="1"/>
          </p:cNvSpPr>
          <p:nvPr>
            <p:ph type="ftr" sz="quarter" idx="38"/>
          </p:nvPr>
        </p:nvSpPr>
        <p:spPr/>
        <p:txBody>
          <a:bodyPr/>
          <a:lstStyle/>
          <a:p>
            <a:r>
              <a:rPr lang="en-US"/>
              <a:t>Creating a scalable conversational UX</a:t>
            </a:r>
          </a:p>
        </p:txBody>
      </p:sp>
      <p:sp>
        <p:nvSpPr>
          <p:cNvPr id="55" name="Slide Number Placeholder 54">
            <a:extLst>
              <a:ext uri="{FF2B5EF4-FFF2-40B4-BE49-F238E27FC236}">
                <a16:creationId xmlns:a16="http://schemas.microsoft.com/office/drawing/2014/main" id="{251CDA23-7780-6CF6-D5F0-ABD49E4EC257}"/>
              </a:ext>
            </a:extLst>
          </p:cNvPr>
          <p:cNvSpPr>
            <a:spLocks noGrp="1"/>
          </p:cNvSpPr>
          <p:nvPr>
            <p:ph type="sldNum" sz="quarter" idx="39"/>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15">
            <a:extLst>
              <a:ext uri="{FF2B5EF4-FFF2-40B4-BE49-F238E27FC236}">
                <a16:creationId xmlns:a16="http://schemas.microsoft.com/office/drawing/2014/main" id="{F4A7A32C-D4B5-8E0F-D416-E6B26162F4FD}"/>
              </a:ext>
            </a:extLst>
          </p:cNvPr>
          <p:cNvSpPr>
            <a:spLocks noGrp="1"/>
          </p:cNvSpPr>
          <p:nvPr>
            <p:ph type="body" sz="quarter" idx="40" hasCustomPrompt="1"/>
          </p:nvPr>
        </p:nvSpPr>
        <p:spPr>
          <a:xfrm>
            <a:off x="6312702" y="3653545"/>
            <a:ext cx="2114550"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3" name="Text Placeholder 18">
            <a:extLst>
              <a:ext uri="{FF2B5EF4-FFF2-40B4-BE49-F238E27FC236}">
                <a16:creationId xmlns:a16="http://schemas.microsoft.com/office/drawing/2014/main" id="{0B83AFA9-8C52-6BD1-E099-BCFB512643B7}"/>
              </a:ext>
            </a:extLst>
          </p:cNvPr>
          <p:cNvSpPr>
            <a:spLocks noGrp="1"/>
          </p:cNvSpPr>
          <p:nvPr>
            <p:ph type="body" sz="quarter" idx="41" hasCustomPrompt="1"/>
          </p:nvPr>
        </p:nvSpPr>
        <p:spPr>
          <a:xfrm>
            <a:off x="6324601" y="4057650"/>
            <a:ext cx="2114550"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4" name="Text Placeholder 25">
            <a:extLst>
              <a:ext uri="{FF2B5EF4-FFF2-40B4-BE49-F238E27FC236}">
                <a16:creationId xmlns:a16="http://schemas.microsoft.com/office/drawing/2014/main" id="{87F8F591-4D2A-9EBC-836E-DC01C767A840}"/>
              </a:ext>
            </a:extLst>
          </p:cNvPr>
          <p:cNvSpPr>
            <a:spLocks noGrp="1"/>
          </p:cNvSpPr>
          <p:nvPr>
            <p:ph type="body" sz="quarter" idx="25"/>
          </p:nvPr>
        </p:nvSpPr>
        <p:spPr>
          <a:xfrm>
            <a:off x="6342071" y="2114160"/>
            <a:ext cx="839779" cy="1029090"/>
          </a:xfrm>
          <a:blipFill dpi="0" rotWithShape="1">
            <a:blip r:embed="rId2"/>
            <a:srcRect/>
            <a:tile tx="-63500" ty="184150" sx="100000" sy="100000" flip="none" algn="bl"/>
          </a:blipFill>
        </p:spPr>
        <p:txBody>
          <a:bodyPr>
            <a:normAutofit/>
          </a:bodyPr>
          <a:lstStyle>
            <a:lvl1pPr marL="0" indent="0">
              <a:buNone/>
              <a:defRPr sz="100">
                <a:noFill/>
              </a:defRPr>
            </a:lvl1pPr>
          </a:lstStyle>
          <a:p>
            <a:pPr lvl="0"/>
            <a:endParaRPr lang="en-US"/>
          </a:p>
        </p:txBody>
      </p:sp>
      <p:sp>
        <p:nvSpPr>
          <p:cNvPr id="5" name="Text Placeholder 25">
            <a:extLst>
              <a:ext uri="{FF2B5EF4-FFF2-40B4-BE49-F238E27FC236}">
                <a16:creationId xmlns:a16="http://schemas.microsoft.com/office/drawing/2014/main" id="{C32D8907-C1FF-53B1-4089-A1A0CA25DB19}"/>
              </a:ext>
            </a:extLst>
          </p:cNvPr>
          <p:cNvSpPr>
            <a:spLocks noGrp="1"/>
          </p:cNvSpPr>
          <p:nvPr>
            <p:ph type="body" sz="quarter" idx="24"/>
          </p:nvPr>
        </p:nvSpPr>
        <p:spPr>
          <a:xfrm>
            <a:off x="3524250" y="2116446"/>
            <a:ext cx="825500" cy="1026804"/>
          </a:xfrm>
          <a:blipFill dpi="0" rotWithShape="1">
            <a:blip r:embed="rId3"/>
            <a:srcRect/>
            <a:tile tx="-31750" ty="184150" sx="100000" sy="100000" flip="none" algn="bl"/>
          </a:blipFill>
        </p:spPr>
        <p:txBody>
          <a:bodyPr>
            <a:normAutofit/>
          </a:bodyPr>
          <a:lstStyle>
            <a:lvl1pPr marL="0" indent="0">
              <a:buNone/>
              <a:defRPr sz="100">
                <a:noFill/>
              </a:defRPr>
            </a:lvl1pPr>
          </a:lstStyle>
          <a:p>
            <a:pPr lvl="0"/>
            <a:endParaRPr lang="en-US"/>
          </a:p>
        </p:txBody>
      </p:sp>
      <p:sp>
        <p:nvSpPr>
          <p:cNvPr id="6" name="Text Placeholder 25">
            <a:extLst>
              <a:ext uri="{FF2B5EF4-FFF2-40B4-BE49-F238E27FC236}">
                <a16:creationId xmlns:a16="http://schemas.microsoft.com/office/drawing/2014/main" id="{9EF6E404-308D-9EE7-A32F-B074DF9751D2}"/>
              </a:ext>
            </a:extLst>
          </p:cNvPr>
          <p:cNvSpPr>
            <a:spLocks noGrp="1"/>
          </p:cNvSpPr>
          <p:nvPr>
            <p:ph type="body" sz="quarter" idx="23"/>
          </p:nvPr>
        </p:nvSpPr>
        <p:spPr>
          <a:xfrm>
            <a:off x="723900" y="2162002"/>
            <a:ext cx="817558" cy="981247"/>
          </a:xfrm>
          <a:blipFill dpi="0" rotWithShape="1">
            <a:blip r:embed="rId4"/>
            <a:srcRect/>
            <a:tile tx="-101600" ty="184150" sx="100000" sy="100000" flip="none" algn="bl"/>
          </a:blipFill>
        </p:spPr>
        <p:txBody>
          <a:bodyPr>
            <a:normAutofit/>
          </a:bodyPr>
          <a:lstStyle>
            <a:lvl1pPr marL="0" indent="0">
              <a:buNone/>
              <a:defRPr sz="100">
                <a:noFill/>
              </a:defRPr>
            </a:lvl1pPr>
          </a:lstStyle>
          <a:p>
            <a:pPr lvl="0"/>
            <a:endParaRPr lang="en-US"/>
          </a:p>
        </p:txBody>
      </p:sp>
      <p:sp>
        <p:nvSpPr>
          <p:cNvPr id="11" name="Text Placeholder 25">
            <a:extLst>
              <a:ext uri="{FF2B5EF4-FFF2-40B4-BE49-F238E27FC236}">
                <a16:creationId xmlns:a16="http://schemas.microsoft.com/office/drawing/2014/main" id="{88C97DFB-235C-F9C3-9930-FDC5D29F61C6}"/>
              </a:ext>
            </a:extLst>
          </p:cNvPr>
          <p:cNvSpPr>
            <a:spLocks noGrp="1"/>
          </p:cNvSpPr>
          <p:nvPr>
            <p:ph type="body" sz="quarter" idx="42"/>
          </p:nvPr>
        </p:nvSpPr>
        <p:spPr>
          <a:xfrm>
            <a:off x="9142421" y="2114159"/>
            <a:ext cx="839779" cy="1029090"/>
          </a:xfrm>
          <a:blipFill dpi="0" rotWithShape="1">
            <a:blip r:embed="rId5"/>
            <a:srcRect/>
            <a:tile tx="-114300" ty="254000" sx="100000" sy="100000" flip="none" algn="bl"/>
          </a:blipFill>
        </p:spPr>
        <p:txBody>
          <a:bodyPr>
            <a:normAutofit/>
          </a:bodyPr>
          <a:lstStyle>
            <a:lvl1pPr marL="0" indent="0">
              <a:buNone/>
              <a:defRPr sz="100">
                <a:noFill/>
              </a:defRPr>
            </a:lvl1pPr>
          </a:lstStyle>
          <a:p>
            <a:pPr lvl="0"/>
            <a:endParaRPr lang="en-US"/>
          </a:p>
        </p:txBody>
      </p:sp>
      <p:cxnSp>
        <p:nvCxnSpPr>
          <p:cNvPr id="12" name="Straight Connector 11">
            <a:extLst>
              <a:ext uri="{FF2B5EF4-FFF2-40B4-BE49-F238E27FC236}">
                <a16:creationId xmlns:a16="http://schemas.microsoft.com/office/drawing/2014/main" id="{3A766672-D9F5-35E5-B6AF-0ED591ABCED9}"/>
              </a:ext>
            </a:extLst>
          </p:cNvPr>
          <p:cNvCxnSpPr/>
          <p:nvPr userDrawn="1"/>
        </p:nvCxnSpPr>
        <p:spPr>
          <a:xfrm>
            <a:off x="3181350" y="1943100"/>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BA2426-A4AD-42A8-AF32-7661A8D1F9D1}"/>
              </a:ext>
            </a:extLst>
          </p:cNvPr>
          <p:cNvCxnSpPr/>
          <p:nvPr userDrawn="1"/>
        </p:nvCxnSpPr>
        <p:spPr>
          <a:xfrm>
            <a:off x="5981700" y="195391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5A47060-22E2-DC87-76A0-348B400EC4B0}"/>
              </a:ext>
            </a:extLst>
          </p:cNvPr>
          <p:cNvCxnSpPr/>
          <p:nvPr userDrawn="1"/>
        </p:nvCxnSpPr>
        <p:spPr>
          <a:xfrm>
            <a:off x="8782050" y="1943100"/>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51584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1788">
          <p15:clr>
            <a:srgbClr val="5ACBF0"/>
          </p15:clr>
        </p15:guide>
        <p15:guide id="2" pos="2220">
          <p15:clr>
            <a:srgbClr val="5ACBF0"/>
          </p15:clr>
        </p15:guide>
        <p15:guide id="3" pos="3552">
          <p15:clr>
            <a:srgbClr val="5ACBF0"/>
          </p15:clr>
        </p15:guide>
        <p15:guide id="4" pos="3984">
          <p15:clr>
            <a:srgbClr val="5ACBF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4" orient="horz" pos="2412">
          <p15:clr>
            <a:srgbClr val="9FCC3B"/>
          </p15:clr>
        </p15:guide>
        <p15:guide id="17" orient="horz" pos="1944">
          <p15:clr>
            <a:srgbClr val="9FCC3B"/>
          </p15:clr>
        </p15:guide>
        <p15:guide id="23" pos="5316">
          <p15:clr>
            <a:srgbClr val="5ACBF0"/>
          </p15:clr>
        </p15:guide>
        <p15:guide id="24" pos="5748">
          <p15:clr>
            <a:srgbClr val="5ACBF0"/>
          </p15:clr>
        </p15:guide>
        <p15:guide id="25" orient="horz" pos="2556">
          <p15:clr>
            <a:srgbClr val="5ACBF0"/>
          </p15:clr>
        </p15:guide>
        <p15:guide id="26" pos="2004">
          <p15:clr>
            <a:srgbClr val="FBAE40"/>
          </p15:clr>
        </p15:guide>
        <p15:guide id="27" pos="3768">
          <p15:clr>
            <a:srgbClr val="FBAE40"/>
          </p15:clr>
        </p15:guide>
        <p15:guide id="28" pos="553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ards">
    <p:spTree>
      <p:nvGrpSpPr>
        <p:cNvPr id="1" name=""/>
        <p:cNvGrpSpPr/>
        <p:nvPr/>
      </p:nvGrpSpPr>
      <p:grpSpPr>
        <a:xfrm>
          <a:off x="0" y="0"/>
          <a:ext cx="0" cy="0"/>
          <a:chOff x="0" y="0"/>
          <a:chExt cx="0" cy="0"/>
        </a:xfrm>
      </p:grpSpPr>
      <p:sp>
        <p:nvSpPr>
          <p:cNvPr id="57" name="Text Placeholder 56">
            <a:extLst>
              <a:ext uri="{FF2B5EF4-FFF2-40B4-BE49-F238E27FC236}">
                <a16:creationId xmlns:a16="http://schemas.microsoft.com/office/drawing/2014/main" id="{D2E0C6C8-ACA5-F8DC-1AA8-9D5F4D115C70}"/>
              </a:ext>
            </a:extLst>
          </p:cNvPr>
          <p:cNvSpPr>
            <a:spLocks noGrp="1"/>
          </p:cNvSpPr>
          <p:nvPr>
            <p:ph type="body" sz="quarter" idx="53"/>
          </p:nvPr>
        </p:nvSpPr>
        <p:spPr>
          <a:xfrm>
            <a:off x="8785644"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53" name="Date Placeholder 52">
            <a:extLst>
              <a:ext uri="{FF2B5EF4-FFF2-40B4-BE49-F238E27FC236}">
                <a16:creationId xmlns:a16="http://schemas.microsoft.com/office/drawing/2014/main" id="{CBDAD46A-D724-5318-3A54-62F5A8518DD3}"/>
              </a:ext>
            </a:extLst>
          </p:cNvPr>
          <p:cNvSpPr>
            <a:spLocks noGrp="1"/>
          </p:cNvSpPr>
          <p:nvPr>
            <p:ph type="dt" sz="half" idx="37"/>
          </p:nvPr>
        </p:nvSpPr>
        <p:spPr/>
        <p:txBody>
          <a:bodyPr/>
          <a:lstStyle/>
          <a:p>
            <a:r>
              <a:rPr lang="en-US"/>
              <a:t>Microsoft confidential</a:t>
            </a:r>
          </a:p>
        </p:txBody>
      </p:sp>
      <p:sp>
        <p:nvSpPr>
          <p:cNvPr id="54" name="Footer Placeholder 53">
            <a:extLst>
              <a:ext uri="{FF2B5EF4-FFF2-40B4-BE49-F238E27FC236}">
                <a16:creationId xmlns:a16="http://schemas.microsoft.com/office/drawing/2014/main" id="{4E1810F9-AD59-1E5A-7B32-9758486BB3A1}"/>
              </a:ext>
            </a:extLst>
          </p:cNvPr>
          <p:cNvSpPr>
            <a:spLocks noGrp="1"/>
          </p:cNvSpPr>
          <p:nvPr>
            <p:ph type="ftr" sz="quarter" idx="38"/>
          </p:nvPr>
        </p:nvSpPr>
        <p:spPr/>
        <p:txBody>
          <a:bodyPr/>
          <a:lstStyle/>
          <a:p>
            <a:r>
              <a:rPr lang="en-US"/>
              <a:t>Creating a scalable conversational UX</a:t>
            </a:r>
          </a:p>
        </p:txBody>
      </p:sp>
      <p:sp>
        <p:nvSpPr>
          <p:cNvPr id="55" name="Slide Number Placeholder 54">
            <a:extLst>
              <a:ext uri="{FF2B5EF4-FFF2-40B4-BE49-F238E27FC236}">
                <a16:creationId xmlns:a16="http://schemas.microsoft.com/office/drawing/2014/main" id="{251CDA23-7780-6CF6-D5F0-ABD49E4EC257}"/>
              </a:ext>
            </a:extLst>
          </p:cNvPr>
          <p:cNvSpPr>
            <a:spLocks noGrp="1"/>
          </p:cNvSpPr>
          <p:nvPr>
            <p:ph type="sldNum" sz="quarter" idx="39"/>
          </p:nvPr>
        </p:nvSpPr>
        <p:spPr/>
        <p:txBody>
          <a:bodyPr/>
          <a:lstStyle/>
          <a:p>
            <a:fld id="{9406BE13-FF2C-3A41-A53B-D6BC2DDA0AE5}" type="slidenum">
              <a:rPr lang="en-US" smtClean="0"/>
              <a:pPr/>
              <a:t>‹#›</a:t>
            </a:fld>
            <a:endParaRPr lang="en-US">
              <a:solidFill>
                <a:schemeClr val="bg1">
                  <a:lumMod val="85000"/>
                </a:schemeClr>
              </a:solidFill>
            </a:endParaRPr>
          </a:p>
        </p:txBody>
      </p:sp>
      <p:sp>
        <p:nvSpPr>
          <p:cNvPr id="60" name="Text Placeholder 59">
            <a:extLst>
              <a:ext uri="{FF2B5EF4-FFF2-40B4-BE49-F238E27FC236}">
                <a16:creationId xmlns:a16="http://schemas.microsoft.com/office/drawing/2014/main" id="{51AE8175-0D90-6F79-9406-82C8BB9FEC87}"/>
              </a:ext>
            </a:extLst>
          </p:cNvPr>
          <p:cNvSpPr>
            <a:spLocks noGrp="1"/>
          </p:cNvSpPr>
          <p:nvPr>
            <p:ph type="body" sz="quarter" idx="51" hasCustomPrompt="1"/>
          </p:nvPr>
        </p:nvSpPr>
        <p:spPr>
          <a:xfrm>
            <a:off x="8785644"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9FACED"/>
              </a:gs>
              <a:gs pos="0">
                <a:srgbClr val="A6A4EB"/>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61" name="Text Placeholder 60">
            <a:extLst>
              <a:ext uri="{FF2B5EF4-FFF2-40B4-BE49-F238E27FC236}">
                <a16:creationId xmlns:a16="http://schemas.microsoft.com/office/drawing/2014/main" id="{7409294D-F189-F3AC-CF7F-36B9A3071891}"/>
              </a:ext>
            </a:extLst>
          </p:cNvPr>
          <p:cNvSpPr>
            <a:spLocks noGrp="1"/>
          </p:cNvSpPr>
          <p:nvPr>
            <p:ph type="body" sz="quarter" idx="52" hasCustomPrompt="1"/>
          </p:nvPr>
        </p:nvSpPr>
        <p:spPr>
          <a:xfrm>
            <a:off x="8785644"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63" name="Picture Placeholder 62">
            <a:extLst>
              <a:ext uri="{FF2B5EF4-FFF2-40B4-BE49-F238E27FC236}">
                <a16:creationId xmlns:a16="http://schemas.microsoft.com/office/drawing/2014/main" id="{5A4A65E7-0BEC-A026-7371-67C99424C02E}"/>
              </a:ext>
            </a:extLst>
          </p:cNvPr>
          <p:cNvSpPr>
            <a:spLocks noGrp="1"/>
          </p:cNvSpPr>
          <p:nvPr>
            <p:ph type="pic" sz="quarter" idx="54"/>
          </p:nvPr>
        </p:nvSpPr>
        <p:spPr>
          <a:xfrm>
            <a:off x="8785644" y="2857500"/>
            <a:ext cx="2457450" cy="2628900"/>
          </a:xfrm>
        </p:spPr>
        <p:txBody>
          <a:bodyPr/>
          <a:lstStyle/>
          <a:p>
            <a:endParaRPr lang="en-US"/>
          </a:p>
        </p:txBody>
      </p:sp>
      <p:sp>
        <p:nvSpPr>
          <p:cNvPr id="68" name="Text Placeholder 67">
            <a:extLst>
              <a:ext uri="{FF2B5EF4-FFF2-40B4-BE49-F238E27FC236}">
                <a16:creationId xmlns:a16="http://schemas.microsoft.com/office/drawing/2014/main" id="{3E76F6CB-7D5E-ED7B-685B-9B61E8B60090}"/>
              </a:ext>
            </a:extLst>
          </p:cNvPr>
          <p:cNvSpPr>
            <a:spLocks noGrp="1"/>
          </p:cNvSpPr>
          <p:nvPr>
            <p:ph type="body" sz="quarter" idx="55"/>
          </p:nvPr>
        </p:nvSpPr>
        <p:spPr>
          <a:xfrm>
            <a:off x="6096000"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69" name="Text Placeholder 68">
            <a:extLst>
              <a:ext uri="{FF2B5EF4-FFF2-40B4-BE49-F238E27FC236}">
                <a16:creationId xmlns:a16="http://schemas.microsoft.com/office/drawing/2014/main" id="{7E9CA36F-FEE9-4AD0-E9AF-22FAFAF8B885}"/>
              </a:ext>
            </a:extLst>
          </p:cNvPr>
          <p:cNvSpPr>
            <a:spLocks noGrp="1"/>
          </p:cNvSpPr>
          <p:nvPr>
            <p:ph type="body" sz="quarter" idx="56" hasCustomPrompt="1"/>
          </p:nvPr>
        </p:nvSpPr>
        <p:spPr>
          <a:xfrm>
            <a:off x="6096000"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99000">
                <a:srgbClr val="A5A5EC"/>
              </a:gs>
              <a:gs pos="0">
                <a:srgbClr val="AC9EEA"/>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70" name="Text Placeholder 69">
            <a:extLst>
              <a:ext uri="{FF2B5EF4-FFF2-40B4-BE49-F238E27FC236}">
                <a16:creationId xmlns:a16="http://schemas.microsoft.com/office/drawing/2014/main" id="{7BB92E94-A24A-0A58-4D2E-E3C397CEE264}"/>
              </a:ext>
            </a:extLst>
          </p:cNvPr>
          <p:cNvSpPr>
            <a:spLocks noGrp="1"/>
          </p:cNvSpPr>
          <p:nvPr>
            <p:ph type="body" sz="quarter" idx="57" hasCustomPrompt="1"/>
          </p:nvPr>
        </p:nvSpPr>
        <p:spPr>
          <a:xfrm>
            <a:off x="6096000"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71" name="Picture Placeholder 62">
            <a:extLst>
              <a:ext uri="{FF2B5EF4-FFF2-40B4-BE49-F238E27FC236}">
                <a16:creationId xmlns:a16="http://schemas.microsoft.com/office/drawing/2014/main" id="{43804906-01A0-41C1-4F2B-C2C589C1895B}"/>
              </a:ext>
            </a:extLst>
          </p:cNvPr>
          <p:cNvSpPr>
            <a:spLocks noGrp="1"/>
          </p:cNvSpPr>
          <p:nvPr>
            <p:ph type="pic" sz="quarter" idx="58"/>
          </p:nvPr>
        </p:nvSpPr>
        <p:spPr>
          <a:xfrm>
            <a:off x="6096000" y="2857500"/>
            <a:ext cx="2457450" cy="2628900"/>
          </a:xfrm>
        </p:spPr>
        <p:txBody>
          <a:bodyPr/>
          <a:lstStyle/>
          <a:p>
            <a:endParaRPr lang="en-US"/>
          </a:p>
        </p:txBody>
      </p:sp>
      <p:sp>
        <p:nvSpPr>
          <p:cNvPr id="72" name="Text Placeholder 71">
            <a:extLst>
              <a:ext uri="{FF2B5EF4-FFF2-40B4-BE49-F238E27FC236}">
                <a16:creationId xmlns:a16="http://schemas.microsoft.com/office/drawing/2014/main" id="{51AC82D9-FEEC-29A8-A580-DF87C21FD165}"/>
              </a:ext>
            </a:extLst>
          </p:cNvPr>
          <p:cNvSpPr>
            <a:spLocks noGrp="1"/>
          </p:cNvSpPr>
          <p:nvPr>
            <p:ph type="body" sz="quarter" idx="59"/>
          </p:nvPr>
        </p:nvSpPr>
        <p:spPr>
          <a:xfrm>
            <a:off x="3413544"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73" name="Text Placeholder 72">
            <a:extLst>
              <a:ext uri="{FF2B5EF4-FFF2-40B4-BE49-F238E27FC236}">
                <a16:creationId xmlns:a16="http://schemas.microsoft.com/office/drawing/2014/main" id="{8BA6EB89-34C3-8B0F-3935-088A3BD6C266}"/>
              </a:ext>
            </a:extLst>
          </p:cNvPr>
          <p:cNvSpPr>
            <a:spLocks noGrp="1"/>
          </p:cNvSpPr>
          <p:nvPr>
            <p:ph type="body" sz="quarter" idx="60" hasCustomPrompt="1"/>
          </p:nvPr>
        </p:nvSpPr>
        <p:spPr>
          <a:xfrm>
            <a:off x="3413544"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AD9AE8"/>
              </a:gs>
              <a:gs pos="0">
                <a:srgbClr val="B593E6"/>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74" name="Text Placeholder 73">
            <a:extLst>
              <a:ext uri="{FF2B5EF4-FFF2-40B4-BE49-F238E27FC236}">
                <a16:creationId xmlns:a16="http://schemas.microsoft.com/office/drawing/2014/main" id="{4D68BEC3-3269-7117-D9F0-7F22EFF42789}"/>
              </a:ext>
            </a:extLst>
          </p:cNvPr>
          <p:cNvSpPr>
            <a:spLocks noGrp="1"/>
          </p:cNvSpPr>
          <p:nvPr>
            <p:ph type="body" sz="quarter" idx="61" hasCustomPrompt="1"/>
          </p:nvPr>
        </p:nvSpPr>
        <p:spPr>
          <a:xfrm>
            <a:off x="3413544"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75" name="Picture Placeholder 62">
            <a:extLst>
              <a:ext uri="{FF2B5EF4-FFF2-40B4-BE49-F238E27FC236}">
                <a16:creationId xmlns:a16="http://schemas.microsoft.com/office/drawing/2014/main" id="{72A31A62-1E3B-E964-EF63-4AAB0629F633}"/>
              </a:ext>
            </a:extLst>
          </p:cNvPr>
          <p:cNvSpPr>
            <a:spLocks noGrp="1"/>
          </p:cNvSpPr>
          <p:nvPr>
            <p:ph type="pic" sz="quarter" idx="62"/>
          </p:nvPr>
        </p:nvSpPr>
        <p:spPr>
          <a:xfrm>
            <a:off x="3413544" y="2857500"/>
            <a:ext cx="2457450" cy="2628900"/>
          </a:xfrm>
        </p:spPr>
        <p:txBody>
          <a:bodyPr/>
          <a:lstStyle/>
          <a:p>
            <a:endParaRPr lang="en-US"/>
          </a:p>
        </p:txBody>
      </p:sp>
      <p:sp>
        <p:nvSpPr>
          <p:cNvPr id="76" name="Text Placeholder 75">
            <a:extLst>
              <a:ext uri="{FF2B5EF4-FFF2-40B4-BE49-F238E27FC236}">
                <a16:creationId xmlns:a16="http://schemas.microsoft.com/office/drawing/2014/main" id="{3AAF3C26-79AA-51C5-070E-31E0F374B773}"/>
              </a:ext>
            </a:extLst>
          </p:cNvPr>
          <p:cNvSpPr>
            <a:spLocks noGrp="1"/>
          </p:cNvSpPr>
          <p:nvPr>
            <p:ph type="body" sz="quarter" idx="63"/>
          </p:nvPr>
        </p:nvSpPr>
        <p:spPr>
          <a:xfrm>
            <a:off x="727494"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77" name="Text Placeholder 76">
            <a:extLst>
              <a:ext uri="{FF2B5EF4-FFF2-40B4-BE49-F238E27FC236}">
                <a16:creationId xmlns:a16="http://schemas.microsoft.com/office/drawing/2014/main" id="{613C2584-7698-DEC7-4B88-F857A5478315}"/>
              </a:ext>
            </a:extLst>
          </p:cNvPr>
          <p:cNvSpPr>
            <a:spLocks noGrp="1"/>
          </p:cNvSpPr>
          <p:nvPr>
            <p:ph type="body" sz="quarter" idx="64" hasCustomPrompt="1"/>
          </p:nvPr>
        </p:nvSpPr>
        <p:spPr>
          <a:xfrm>
            <a:off x="727494"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B293E5"/>
              </a:gs>
              <a:gs pos="0">
                <a:srgbClr val="BA8CE4"/>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78" name="Text Placeholder 77">
            <a:extLst>
              <a:ext uri="{FF2B5EF4-FFF2-40B4-BE49-F238E27FC236}">
                <a16:creationId xmlns:a16="http://schemas.microsoft.com/office/drawing/2014/main" id="{B9D46C88-1032-9F52-F4A9-64B958B3FDC1}"/>
              </a:ext>
            </a:extLst>
          </p:cNvPr>
          <p:cNvSpPr>
            <a:spLocks noGrp="1"/>
          </p:cNvSpPr>
          <p:nvPr>
            <p:ph type="body" sz="quarter" idx="65" hasCustomPrompt="1"/>
          </p:nvPr>
        </p:nvSpPr>
        <p:spPr>
          <a:xfrm>
            <a:off x="727494"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79" name="Picture Placeholder 62">
            <a:extLst>
              <a:ext uri="{FF2B5EF4-FFF2-40B4-BE49-F238E27FC236}">
                <a16:creationId xmlns:a16="http://schemas.microsoft.com/office/drawing/2014/main" id="{FACAA3F0-E6FF-E9BB-47FF-710F966FEA87}"/>
              </a:ext>
            </a:extLst>
          </p:cNvPr>
          <p:cNvSpPr>
            <a:spLocks noGrp="1"/>
          </p:cNvSpPr>
          <p:nvPr>
            <p:ph type="pic" sz="quarter" idx="66"/>
          </p:nvPr>
        </p:nvSpPr>
        <p:spPr>
          <a:xfrm>
            <a:off x="727494" y="2857500"/>
            <a:ext cx="2457450" cy="2628900"/>
          </a:xfrm>
        </p:spPr>
        <p:txBody>
          <a:bodyPr/>
          <a:lstStyle/>
          <a:p>
            <a:endParaRPr lang="en-US"/>
          </a:p>
        </p:txBody>
      </p:sp>
    </p:spTree>
    <p:extLst>
      <p:ext uri="{BB962C8B-B14F-4D97-AF65-F5344CB8AC3E}">
        <p14:creationId xmlns:p14="http://schemas.microsoft.com/office/powerpoint/2010/main" val="2441109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004">
          <p15:clr>
            <a:srgbClr val="FBAE40"/>
          </p15:clr>
        </p15:guide>
        <p15:guide id="2" pos="2148">
          <p15:clr>
            <a:srgbClr val="FBAE40"/>
          </p15:clr>
        </p15:guide>
        <p15:guide id="3" pos="3696">
          <p15:clr>
            <a:srgbClr val="FBAE40"/>
          </p15:clr>
        </p15:guide>
        <p15:guide id="4" pos="3840">
          <p15:clr>
            <a:srgbClr val="FBAE40"/>
          </p15:clr>
        </p15:guide>
        <p15:guide id="8" orient="horz" pos="468">
          <p15:clr>
            <a:srgbClr val="9FCC3B"/>
          </p15:clr>
        </p15:guide>
        <p15:guide id="9" orient="horz" pos="1080">
          <p15:clr>
            <a:srgbClr val="9FCC3B"/>
          </p15:clr>
        </p15:guide>
        <p15:guide id="10" pos="7080">
          <p15:clr>
            <a:srgbClr val="FBAE40"/>
          </p15:clr>
        </p15:guide>
        <p15:guide id="11" orient="horz" pos="3888">
          <p15:clr>
            <a:srgbClr val="FBAE40"/>
          </p15:clr>
        </p15:guide>
        <p15:guide id="14" orient="horz" pos="3456">
          <p15:clr>
            <a:srgbClr val="FBAE40"/>
          </p15:clr>
        </p15:guide>
        <p15:guide id="17" orient="horz" pos="1656">
          <p15:clr>
            <a:srgbClr val="9FCC3B"/>
          </p15:clr>
        </p15:guide>
        <p15:guide id="23" pos="5388">
          <p15:clr>
            <a:srgbClr val="FBAE40"/>
          </p15:clr>
        </p15:guide>
        <p15:guide id="24" pos="5532">
          <p15:clr>
            <a:srgbClr val="FBAE40"/>
          </p15:clr>
        </p15:guide>
        <p15:guide id="25" orient="horz" pos="1944">
          <p15:clr>
            <a:srgbClr val="5ACBF0"/>
          </p15:clr>
        </p15:guide>
        <p15:guide id="26" orient="horz" pos="1800">
          <p15:clr>
            <a:srgbClr val="FBAE40"/>
          </p15:clr>
        </p15:guide>
        <p15:guide id="27" orient="horz" pos="1311">
          <p15:clr>
            <a:srgbClr val="FBAE40"/>
          </p15:clr>
        </p15:guide>
        <p15:guide id="28" orient="horz" pos="3312">
          <p15:clr>
            <a:srgbClr val="5ACBF0"/>
          </p15:clr>
        </p15:guide>
        <p15:guide id="29" orient="horz" pos="3564">
          <p15:clr>
            <a:srgbClr val="5ACBF0"/>
          </p15:clr>
        </p15:guide>
        <p15:guide id="30" orient="horz" pos="3744">
          <p15:clr>
            <a:srgbClr val="5ACBF0"/>
          </p15:clr>
        </p15:guide>
        <p15:guide id="31" pos="636">
          <p15:clr>
            <a:srgbClr val="5ACBF0"/>
          </p15:clr>
        </p15:guide>
        <p15:guide id="32" pos="1824">
          <p15:clr>
            <a:srgbClr val="5ACBF0"/>
          </p15:clr>
        </p15:guide>
        <p15:guide id="33" pos="2328">
          <p15:clr>
            <a:srgbClr val="5ACBF0"/>
          </p15:clr>
        </p15:guide>
        <p15:guide id="34" pos="3516">
          <p15:clr>
            <a:srgbClr val="5ACBF0"/>
          </p15:clr>
        </p15:guide>
        <p15:guide id="35" pos="4020">
          <p15:clr>
            <a:srgbClr val="5ACBF0"/>
          </p15:clr>
        </p15:guide>
        <p15:guide id="36" pos="5208">
          <p15:clr>
            <a:srgbClr val="5ACBF0"/>
          </p15:clr>
        </p15:guide>
        <p15:guide id="37" pos="5712">
          <p15:clr>
            <a:srgbClr val="5ACBF0"/>
          </p15:clr>
        </p15:guide>
        <p15:guide id="38" pos="69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839" y="1018911"/>
            <a:ext cx="3192461" cy="775597"/>
          </a:xfrm>
        </p:spPr>
        <p:txBody>
          <a:bodyPr wrap="square" anchor="b">
            <a:spAutoFit/>
          </a:bodyPr>
          <a:lstStyle>
            <a:lvl1pPr>
              <a:defRPr sz="2800"/>
            </a:lvl1pPr>
          </a:lstStyle>
          <a:p>
            <a:r>
              <a:rPr lang="en-US"/>
              <a:t>Click to edit Master title style</a:t>
            </a:r>
          </a:p>
        </p:txBody>
      </p:sp>
      <p:sp>
        <p:nvSpPr>
          <p:cNvPr id="3" name="Content Placeholder 2"/>
          <p:cNvSpPr>
            <a:spLocks noGrp="1"/>
          </p:cNvSpPr>
          <p:nvPr>
            <p:ph idx="1"/>
          </p:nvPr>
        </p:nvSpPr>
        <p:spPr>
          <a:xfrm>
            <a:off x="4838701" y="1085850"/>
            <a:ext cx="6400797" cy="5073993"/>
          </a:xfrm>
        </p:spPr>
        <p:txBody>
          <a:bodyPr>
            <a:normAutofit/>
          </a:bodyPr>
          <a:lstStyle>
            <a:lvl1pPr>
              <a:defRPr sz="2000"/>
            </a:lvl1pPr>
            <a:lvl2pPr>
              <a:lnSpc>
                <a:spcPct val="100000"/>
              </a:lnSpc>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839" y="2000250"/>
            <a:ext cx="3192461" cy="4171950"/>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14">
            <a:extLst>
              <a:ext uri="{FF2B5EF4-FFF2-40B4-BE49-F238E27FC236}">
                <a16:creationId xmlns:a16="http://schemas.microsoft.com/office/drawing/2014/main" id="{76893D5C-FC7B-B26F-C218-1FCB0C1C2C34}"/>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24" name="Date Placeholder 23">
            <a:extLst>
              <a:ext uri="{FF2B5EF4-FFF2-40B4-BE49-F238E27FC236}">
                <a16:creationId xmlns:a16="http://schemas.microsoft.com/office/drawing/2014/main" id="{BD614423-B91B-E2AE-4752-C858EDBEE407}"/>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74FA32EB-85DD-B866-E29D-8E50398E2616}"/>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ABD3CEF5-A0EB-5F14-AB4C-74860D3EFA0B}"/>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cxnSp>
        <p:nvCxnSpPr>
          <p:cNvPr id="27" name="Straight Connector 26">
            <a:extLst>
              <a:ext uri="{FF2B5EF4-FFF2-40B4-BE49-F238E27FC236}">
                <a16:creationId xmlns:a16="http://schemas.microsoft.com/office/drawing/2014/main" id="{01DEA435-BB27-C1B2-638E-237AEFB94840}"/>
              </a:ext>
            </a:extLst>
          </p:cNvPr>
          <p:cNvCxnSpPr>
            <a:cxnSpLocks/>
          </p:cNvCxnSpPr>
          <p:nvPr userDrawn="1"/>
        </p:nvCxnSpPr>
        <p:spPr>
          <a:xfrm>
            <a:off x="4381500" y="1085850"/>
            <a:ext cx="0" cy="5086350"/>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2207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048">
          <p15:clr>
            <a:srgbClr val="5ACBF0"/>
          </p15:clr>
        </p15:guide>
        <p15:guide id="2" pos="2472">
          <p15:clr>
            <a:srgbClr val="5ACBF0"/>
          </p15:clr>
        </p15:guide>
        <p15:guide id="3" orient="horz" pos="1080">
          <p15:clr>
            <a:srgbClr val="9FCC3B"/>
          </p15:clr>
        </p15:guide>
        <p15:guide id="4" orient="horz" pos="468">
          <p15:clr>
            <a:srgbClr val="9FCC3B"/>
          </p15:clr>
        </p15:guide>
        <p15:guide id="5" orient="horz" pos="684">
          <p15:clr>
            <a:srgbClr val="5ACBF0"/>
          </p15:clr>
        </p15:guide>
        <p15:guide id="6" orient="horz" pos="3888">
          <p15:clr>
            <a:srgbClr val="5ACBF0"/>
          </p15:clr>
        </p15:guide>
        <p15:guide id="7" pos="7080">
          <p15:clr>
            <a:srgbClr val="5ACBF0"/>
          </p15:clr>
        </p15:guide>
        <p15:guide id="8" orient="horz" pos="1260">
          <p15:clr>
            <a:srgbClr val="5ACBF0"/>
          </p15:clr>
        </p15:guide>
        <p15:guide id="9" orient="horz" pos="2160">
          <p15:clr>
            <a:srgbClr val="FBAE40"/>
          </p15:clr>
        </p15:guide>
        <p15:guide id="10" pos="2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381500" y="1085850"/>
            <a:ext cx="6858000" cy="50863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itle 1">
            <a:extLst>
              <a:ext uri="{FF2B5EF4-FFF2-40B4-BE49-F238E27FC236}">
                <a16:creationId xmlns:a16="http://schemas.microsoft.com/office/drawing/2014/main" id="{6810C5D6-BE0E-81CA-D041-F375BC16290F}"/>
              </a:ext>
            </a:extLst>
          </p:cNvPr>
          <p:cNvSpPr>
            <a:spLocks noGrp="1"/>
          </p:cNvSpPr>
          <p:nvPr>
            <p:ph type="title"/>
          </p:nvPr>
        </p:nvSpPr>
        <p:spPr>
          <a:xfrm>
            <a:off x="731839" y="1018911"/>
            <a:ext cx="3192461" cy="775597"/>
          </a:xfrm>
        </p:spPr>
        <p:txBody>
          <a:bodyPr anchor="b">
            <a:sp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2C686E56-D7FD-ADB2-F8E0-67414A061562}"/>
              </a:ext>
            </a:extLst>
          </p:cNvPr>
          <p:cNvSpPr>
            <a:spLocks noGrp="1"/>
          </p:cNvSpPr>
          <p:nvPr>
            <p:ph type="body" sz="half" idx="2"/>
          </p:nvPr>
        </p:nvSpPr>
        <p:spPr>
          <a:xfrm>
            <a:off x="731839" y="2003674"/>
            <a:ext cx="3192461" cy="4168526"/>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14">
            <a:extLst>
              <a:ext uri="{FF2B5EF4-FFF2-40B4-BE49-F238E27FC236}">
                <a16:creationId xmlns:a16="http://schemas.microsoft.com/office/drawing/2014/main" id="{AD78403F-9C73-9352-18B8-6B5744A60562}"/>
              </a:ext>
            </a:extLst>
          </p:cNvPr>
          <p:cNvSpPr>
            <a:spLocks noGrp="1"/>
          </p:cNvSpPr>
          <p:nvPr>
            <p:ph type="body" sz="quarter" idx="13" hasCustomPrompt="1"/>
          </p:nvPr>
        </p:nvSpPr>
        <p:spPr>
          <a:xfrm>
            <a:off x="723900" y="523101"/>
            <a:ext cx="10515598"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21" name="Date Placeholder 20">
            <a:extLst>
              <a:ext uri="{FF2B5EF4-FFF2-40B4-BE49-F238E27FC236}">
                <a16:creationId xmlns:a16="http://schemas.microsoft.com/office/drawing/2014/main" id="{A8D2097C-9E92-9D50-CDAA-D366F692199B}"/>
              </a:ext>
            </a:extLst>
          </p:cNvPr>
          <p:cNvSpPr>
            <a:spLocks noGrp="1"/>
          </p:cNvSpPr>
          <p:nvPr>
            <p:ph type="dt" sz="half" idx="14"/>
          </p:nvPr>
        </p:nvSpPr>
        <p:spPr/>
        <p:txBody>
          <a:bodyPr/>
          <a:lstStyle/>
          <a:p>
            <a:r>
              <a:rPr lang="en-US"/>
              <a:t>Microsoft confidential</a:t>
            </a:r>
          </a:p>
        </p:txBody>
      </p:sp>
      <p:sp>
        <p:nvSpPr>
          <p:cNvPr id="22" name="Footer Placeholder 21">
            <a:extLst>
              <a:ext uri="{FF2B5EF4-FFF2-40B4-BE49-F238E27FC236}">
                <a16:creationId xmlns:a16="http://schemas.microsoft.com/office/drawing/2014/main" id="{1F7B70CE-844B-A67E-8FB6-17C0E871D432}"/>
              </a:ext>
            </a:extLst>
          </p:cNvPr>
          <p:cNvSpPr>
            <a:spLocks noGrp="1"/>
          </p:cNvSpPr>
          <p:nvPr>
            <p:ph type="ftr" sz="quarter" idx="15"/>
          </p:nvPr>
        </p:nvSpPr>
        <p:spPr/>
        <p:txBody>
          <a:bodyPr/>
          <a:lstStyle/>
          <a:p>
            <a:r>
              <a:rPr lang="en-US"/>
              <a:t>Creating a scalable conversational UX</a:t>
            </a:r>
          </a:p>
        </p:txBody>
      </p:sp>
      <p:sp>
        <p:nvSpPr>
          <p:cNvPr id="23" name="Slide Number Placeholder 22">
            <a:extLst>
              <a:ext uri="{FF2B5EF4-FFF2-40B4-BE49-F238E27FC236}">
                <a16:creationId xmlns:a16="http://schemas.microsoft.com/office/drawing/2014/main" id="{67851276-2BCB-1F58-AE5E-1036302CE353}"/>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45805211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472">
          <p15:clr>
            <a:srgbClr val="5ACBF0"/>
          </p15:clr>
        </p15:guide>
        <p15:guide id="3" orient="horz" pos="468">
          <p15:clr>
            <a:srgbClr val="9FCC3B"/>
          </p15:clr>
        </p15:guide>
        <p15:guide id="4" orient="horz" pos="1080">
          <p15:clr>
            <a:srgbClr val="9FCC3B"/>
          </p15:clr>
        </p15:guide>
        <p15:guide id="5" orient="horz" pos="1260">
          <p15:clr>
            <a:srgbClr val="5ACBF0"/>
          </p15:clr>
        </p15:guide>
        <p15:guide id="6" orient="horz" pos="3888">
          <p15:clr>
            <a:srgbClr val="5ACBF0"/>
          </p15:clr>
        </p15:guide>
        <p15:guide id="7" pos="7080">
          <p15:clr>
            <a:srgbClr val="5ACBF0"/>
          </p15:clr>
        </p15:guide>
        <p15:guide id="8" orient="horz" pos="68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nding with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0" name="Content Placeholder 3">
            <a:extLst>
              <a:ext uri="{FF2B5EF4-FFF2-40B4-BE49-F238E27FC236}">
                <a16:creationId xmlns:a16="http://schemas.microsoft.com/office/drawing/2014/main" id="{2E499ABE-434C-C083-DDBE-98CC0F6592A2}"/>
              </a:ext>
            </a:extLst>
          </p:cNvPr>
          <p:cNvSpPr>
            <a:spLocks noGrp="1"/>
          </p:cNvSpPr>
          <p:nvPr>
            <p:ph sz="half" idx="2"/>
          </p:nvPr>
        </p:nvSpPr>
        <p:spPr>
          <a:xfrm>
            <a:off x="4381500" y="2015288"/>
            <a:ext cx="6858000" cy="4156912"/>
          </a:xfrm>
        </p:spPr>
        <p:txBody>
          <a:bodyPr>
            <a:normAutofit/>
          </a:bodyPr>
          <a:lstStyle>
            <a:lvl1pPr algn="l">
              <a:lnSpc>
                <a:spcPct val="90000"/>
              </a:lnSpc>
              <a:defRPr sz="2000"/>
            </a:lvl1pPr>
            <a:lvl2pPr algn="l">
              <a:lnSpc>
                <a:spcPct val="90000"/>
              </a:lnSpc>
              <a:defRPr sz="1800"/>
            </a:lvl2pPr>
            <a:lvl3pPr algn="l">
              <a:lnSpc>
                <a:spcPct val="90000"/>
              </a:lnSpc>
              <a:defRPr sz="1600"/>
            </a:lvl3pPr>
            <a:lvl4pPr algn="l">
              <a:lnSpc>
                <a:spcPct val="90000"/>
              </a:lnSpc>
              <a:defRPr sz="1400"/>
            </a:lvl4pPr>
            <a:lvl5pPr algn="l">
              <a:lnSpc>
                <a:spcPct val="9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428701194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nding with 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Content Placeholder 2">
            <a:extLst>
              <a:ext uri="{FF2B5EF4-FFF2-40B4-BE49-F238E27FC236}">
                <a16:creationId xmlns:a16="http://schemas.microsoft.com/office/drawing/2014/main" id="{E109A60F-7B93-5741-913E-0B35A3BADCB7}"/>
              </a:ext>
            </a:extLst>
          </p:cNvPr>
          <p:cNvSpPr>
            <a:spLocks noGrp="1"/>
          </p:cNvSpPr>
          <p:nvPr>
            <p:ph sz="half" idx="1"/>
          </p:nvPr>
        </p:nvSpPr>
        <p:spPr>
          <a:xfrm>
            <a:off x="4378485" y="2000250"/>
            <a:ext cx="3260565"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56B0688-427C-2240-F3D8-AE3DF18FABB2}"/>
              </a:ext>
            </a:extLst>
          </p:cNvPr>
          <p:cNvSpPr>
            <a:spLocks noGrp="1"/>
          </p:cNvSpPr>
          <p:nvPr>
            <p:ph sz="half" idx="2"/>
          </p:nvPr>
        </p:nvSpPr>
        <p:spPr>
          <a:xfrm>
            <a:off x="7981951" y="2000250"/>
            <a:ext cx="3257550"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400336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guide id="9" pos="4812">
          <p15:clr>
            <a:srgbClr val="5ACBF0"/>
          </p15:clr>
        </p15:guide>
        <p15:guide id="10" pos="502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ding with Comparis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4" name="Text Placeholder 2">
            <a:extLst>
              <a:ext uri="{FF2B5EF4-FFF2-40B4-BE49-F238E27FC236}">
                <a16:creationId xmlns:a16="http://schemas.microsoft.com/office/drawing/2014/main" id="{5686D7E8-691F-D565-3697-A402F4125DC4}"/>
              </a:ext>
            </a:extLst>
          </p:cNvPr>
          <p:cNvSpPr>
            <a:spLocks noGrp="1"/>
          </p:cNvSpPr>
          <p:nvPr>
            <p:ph type="body" idx="1"/>
          </p:nvPr>
        </p:nvSpPr>
        <p:spPr>
          <a:xfrm>
            <a:off x="4389439" y="2263972"/>
            <a:ext cx="3252408"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7" name="Content Placeholder 3">
            <a:extLst>
              <a:ext uri="{FF2B5EF4-FFF2-40B4-BE49-F238E27FC236}">
                <a16:creationId xmlns:a16="http://schemas.microsoft.com/office/drawing/2014/main" id="{1B9D03D2-357B-CD0E-65C4-7313342CA8A4}"/>
              </a:ext>
            </a:extLst>
          </p:cNvPr>
          <p:cNvSpPr>
            <a:spLocks noGrp="1"/>
          </p:cNvSpPr>
          <p:nvPr>
            <p:ph sz="half" idx="2"/>
          </p:nvPr>
        </p:nvSpPr>
        <p:spPr>
          <a:xfrm>
            <a:off x="4381501" y="2628900"/>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543707D-F2D3-CC26-FF7B-70B385ED9872}"/>
              </a:ext>
            </a:extLst>
          </p:cNvPr>
          <p:cNvSpPr>
            <a:spLocks noGrp="1"/>
          </p:cNvSpPr>
          <p:nvPr>
            <p:ph type="body" sz="quarter" idx="3"/>
          </p:nvPr>
        </p:nvSpPr>
        <p:spPr>
          <a:xfrm>
            <a:off x="7981950" y="2263972"/>
            <a:ext cx="3257550"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10" name="Content Placeholder 5">
            <a:extLst>
              <a:ext uri="{FF2B5EF4-FFF2-40B4-BE49-F238E27FC236}">
                <a16:creationId xmlns:a16="http://schemas.microsoft.com/office/drawing/2014/main" id="{54E48CD0-F4DA-B27A-9949-5BE1E8FBA773}"/>
              </a:ext>
            </a:extLst>
          </p:cNvPr>
          <p:cNvSpPr>
            <a:spLocks noGrp="1"/>
          </p:cNvSpPr>
          <p:nvPr>
            <p:ph sz="quarter" idx="4"/>
          </p:nvPr>
        </p:nvSpPr>
        <p:spPr>
          <a:xfrm>
            <a:off x="7981950" y="2628900"/>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324476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guide id="9" pos="4812">
          <p15:clr>
            <a:srgbClr val="5ACBF0"/>
          </p15:clr>
        </p15:guide>
        <p15:guide id="10" pos="5028">
          <p15:clr>
            <a:srgbClr val="5ACBF0"/>
          </p15:clr>
        </p15:guide>
        <p15:guide id="11" orient="horz" pos="1584">
          <p15:clr>
            <a:srgbClr val="9FCC3B"/>
          </p15:clr>
        </p15:guide>
        <p15:guide id="12" orient="horz" pos="162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inding with Two Card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19" name="Text Placeholder 18">
            <a:extLst>
              <a:ext uri="{FF2B5EF4-FFF2-40B4-BE49-F238E27FC236}">
                <a16:creationId xmlns:a16="http://schemas.microsoft.com/office/drawing/2014/main" id="{A93A4AEF-4207-1E99-39DF-868FBE10B702}"/>
              </a:ext>
            </a:extLst>
          </p:cNvPr>
          <p:cNvSpPr>
            <a:spLocks noGrp="1"/>
          </p:cNvSpPr>
          <p:nvPr>
            <p:ph type="body" sz="quarter" idx="59"/>
          </p:nvPr>
        </p:nvSpPr>
        <p:spPr>
          <a:xfrm>
            <a:off x="7928084" y="1988820"/>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20" name="Text Placeholder 19">
            <a:extLst>
              <a:ext uri="{FF2B5EF4-FFF2-40B4-BE49-F238E27FC236}">
                <a16:creationId xmlns:a16="http://schemas.microsoft.com/office/drawing/2014/main" id="{D390264C-BF27-8468-128F-93EAC4B25FB9}"/>
              </a:ext>
            </a:extLst>
          </p:cNvPr>
          <p:cNvSpPr>
            <a:spLocks noGrp="1"/>
          </p:cNvSpPr>
          <p:nvPr>
            <p:ph type="body" sz="quarter" idx="51" hasCustomPrompt="1"/>
          </p:nvPr>
        </p:nvSpPr>
        <p:spPr>
          <a:xfrm>
            <a:off x="7928084" y="1988820"/>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AE9FEB"/>
              </a:gs>
              <a:gs pos="100000">
                <a:srgbClr val="A7A1EB"/>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21" name="Picture Placeholder 144">
            <a:extLst>
              <a:ext uri="{FF2B5EF4-FFF2-40B4-BE49-F238E27FC236}">
                <a16:creationId xmlns:a16="http://schemas.microsoft.com/office/drawing/2014/main" id="{9A99AB34-5AEB-4443-D991-4A7A93651E38}"/>
              </a:ext>
            </a:extLst>
          </p:cNvPr>
          <p:cNvSpPr>
            <a:spLocks noGrp="1"/>
          </p:cNvSpPr>
          <p:nvPr>
            <p:ph type="pic" sz="quarter" idx="60"/>
          </p:nvPr>
        </p:nvSpPr>
        <p:spPr>
          <a:xfrm>
            <a:off x="7928084" y="2819116"/>
            <a:ext cx="3314700" cy="2610134"/>
          </a:xfrm>
        </p:spPr>
        <p:txBody>
          <a:bodyPr/>
          <a:lstStyle/>
          <a:p>
            <a:endParaRPr lang="en-US"/>
          </a:p>
        </p:txBody>
      </p:sp>
      <p:sp>
        <p:nvSpPr>
          <p:cNvPr id="22" name="Text Placeholder 21">
            <a:extLst>
              <a:ext uri="{FF2B5EF4-FFF2-40B4-BE49-F238E27FC236}">
                <a16:creationId xmlns:a16="http://schemas.microsoft.com/office/drawing/2014/main" id="{9EBB15A9-F51F-77F5-58E6-14BBE4E63B4D}"/>
              </a:ext>
            </a:extLst>
          </p:cNvPr>
          <p:cNvSpPr>
            <a:spLocks noGrp="1"/>
          </p:cNvSpPr>
          <p:nvPr>
            <p:ph type="body" sz="quarter" idx="61"/>
          </p:nvPr>
        </p:nvSpPr>
        <p:spPr>
          <a:xfrm>
            <a:off x="4381500" y="1988820"/>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23" name="Text Placeholder 22">
            <a:extLst>
              <a:ext uri="{FF2B5EF4-FFF2-40B4-BE49-F238E27FC236}">
                <a16:creationId xmlns:a16="http://schemas.microsoft.com/office/drawing/2014/main" id="{22AF828B-6E87-6053-A05B-4BF8B4D2B50A}"/>
              </a:ext>
            </a:extLst>
          </p:cNvPr>
          <p:cNvSpPr>
            <a:spLocks noGrp="1"/>
          </p:cNvSpPr>
          <p:nvPr>
            <p:ph type="body" sz="quarter" idx="62" hasCustomPrompt="1"/>
          </p:nvPr>
        </p:nvSpPr>
        <p:spPr>
          <a:xfrm>
            <a:off x="4381500" y="1988820"/>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D8AE4"/>
              </a:gs>
              <a:gs pos="100000">
                <a:srgbClr val="AD9EEA"/>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24" name="Picture Placeholder 144">
            <a:extLst>
              <a:ext uri="{FF2B5EF4-FFF2-40B4-BE49-F238E27FC236}">
                <a16:creationId xmlns:a16="http://schemas.microsoft.com/office/drawing/2014/main" id="{431E48B4-5A42-3540-CD38-7A4ED81C91ED}"/>
              </a:ext>
            </a:extLst>
          </p:cNvPr>
          <p:cNvSpPr>
            <a:spLocks noGrp="1"/>
          </p:cNvSpPr>
          <p:nvPr>
            <p:ph type="pic" sz="quarter" idx="63"/>
          </p:nvPr>
        </p:nvSpPr>
        <p:spPr>
          <a:xfrm>
            <a:off x="4381500" y="2819116"/>
            <a:ext cx="3314700" cy="2610134"/>
          </a:xfrm>
        </p:spPr>
        <p:txBody>
          <a:bodyPr/>
          <a:lstStyle/>
          <a:p>
            <a:endParaRPr lang="en-US"/>
          </a:p>
        </p:txBody>
      </p:sp>
      <p:sp>
        <p:nvSpPr>
          <p:cNvPr id="25" name="Text Placeholder 24">
            <a:extLst>
              <a:ext uri="{FF2B5EF4-FFF2-40B4-BE49-F238E27FC236}">
                <a16:creationId xmlns:a16="http://schemas.microsoft.com/office/drawing/2014/main" id="{79D36527-9FDD-20B2-2395-47127F623D3B}"/>
              </a:ext>
            </a:extLst>
          </p:cNvPr>
          <p:cNvSpPr>
            <a:spLocks noGrp="1"/>
          </p:cNvSpPr>
          <p:nvPr>
            <p:ph type="body" sz="quarter" idx="64" hasCustomPrompt="1"/>
          </p:nvPr>
        </p:nvSpPr>
        <p:spPr>
          <a:xfrm>
            <a:off x="7924800" y="5429250"/>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26" name="Text Placeholder 25">
            <a:extLst>
              <a:ext uri="{FF2B5EF4-FFF2-40B4-BE49-F238E27FC236}">
                <a16:creationId xmlns:a16="http://schemas.microsoft.com/office/drawing/2014/main" id="{5B447594-FA2A-01C5-C2A2-6BA9FD64F412}"/>
              </a:ext>
            </a:extLst>
          </p:cNvPr>
          <p:cNvSpPr>
            <a:spLocks noGrp="1"/>
          </p:cNvSpPr>
          <p:nvPr>
            <p:ph type="body" sz="quarter" idx="65" hasCustomPrompt="1"/>
          </p:nvPr>
        </p:nvSpPr>
        <p:spPr>
          <a:xfrm>
            <a:off x="4381500" y="5429250"/>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Tree>
    <p:extLst>
      <p:ext uri="{BB962C8B-B14F-4D97-AF65-F5344CB8AC3E}">
        <p14:creationId xmlns:p14="http://schemas.microsoft.com/office/powerpoint/2010/main" val="62230200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guide id="9" pos="4848">
          <p15:clr>
            <a:srgbClr val="5ACBF0"/>
          </p15:clr>
        </p15:guide>
        <p15:guide id="10" pos="4992">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inding with Three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Text Placeholder 15">
            <a:extLst>
              <a:ext uri="{FF2B5EF4-FFF2-40B4-BE49-F238E27FC236}">
                <a16:creationId xmlns:a16="http://schemas.microsoft.com/office/drawing/2014/main" id="{5689C9A9-B54D-B707-B621-F93A1E142ECB}"/>
              </a:ext>
            </a:extLst>
          </p:cNvPr>
          <p:cNvSpPr>
            <a:spLocks noGrp="1"/>
          </p:cNvSpPr>
          <p:nvPr>
            <p:ph type="body" sz="quarter" idx="14" hasCustomPrompt="1"/>
          </p:nvPr>
        </p:nvSpPr>
        <p:spPr>
          <a:xfrm>
            <a:off x="43815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17" name="Text Placeholder 15">
            <a:extLst>
              <a:ext uri="{FF2B5EF4-FFF2-40B4-BE49-F238E27FC236}">
                <a16:creationId xmlns:a16="http://schemas.microsoft.com/office/drawing/2014/main" id="{F11C9724-CE40-A9A9-DDC1-B9354BB340F2}"/>
              </a:ext>
            </a:extLst>
          </p:cNvPr>
          <p:cNvSpPr>
            <a:spLocks noGrp="1"/>
          </p:cNvSpPr>
          <p:nvPr>
            <p:ph type="body" sz="quarter" idx="15" hasCustomPrompt="1"/>
          </p:nvPr>
        </p:nvSpPr>
        <p:spPr>
          <a:xfrm>
            <a:off x="67818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18" name="Text Placeholder 15">
            <a:extLst>
              <a:ext uri="{FF2B5EF4-FFF2-40B4-BE49-F238E27FC236}">
                <a16:creationId xmlns:a16="http://schemas.microsoft.com/office/drawing/2014/main" id="{174DAEAE-DEC0-59DC-7B54-E6454A12EAB7}"/>
              </a:ext>
            </a:extLst>
          </p:cNvPr>
          <p:cNvSpPr>
            <a:spLocks noGrp="1"/>
          </p:cNvSpPr>
          <p:nvPr>
            <p:ph type="body" sz="quarter" idx="16" hasCustomPrompt="1"/>
          </p:nvPr>
        </p:nvSpPr>
        <p:spPr>
          <a:xfrm>
            <a:off x="9181884" y="3371850"/>
            <a:ext cx="2057616"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0" name="Content Placeholder 19">
            <a:extLst>
              <a:ext uri="{FF2B5EF4-FFF2-40B4-BE49-F238E27FC236}">
                <a16:creationId xmlns:a16="http://schemas.microsoft.com/office/drawing/2014/main" id="{2F8733F3-3861-38C3-F3DB-654F23090A97}"/>
              </a:ext>
            </a:extLst>
          </p:cNvPr>
          <p:cNvSpPr>
            <a:spLocks noGrp="1"/>
          </p:cNvSpPr>
          <p:nvPr>
            <p:ph sz="quarter" idx="17" hasCustomPrompt="1"/>
          </p:nvPr>
        </p:nvSpPr>
        <p:spPr>
          <a:xfrm>
            <a:off x="4381500"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1" name="Content Placeholder 19">
            <a:extLst>
              <a:ext uri="{FF2B5EF4-FFF2-40B4-BE49-F238E27FC236}">
                <a16:creationId xmlns:a16="http://schemas.microsoft.com/office/drawing/2014/main" id="{6A935ECD-DA35-4C9D-A116-55BF4A1F82B4}"/>
              </a:ext>
            </a:extLst>
          </p:cNvPr>
          <p:cNvSpPr>
            <a:spLocks noGrp="1"/>
          </p:cNvSpPr>
          <p:nvPr>
            <p:ph sz="quarter" idx="18" hasCustomPrompt="1"/>
          </p:nvPr>
        </p:nvSpPr>
        <p:spPr>
          <a:xfrm>
            <a:off x="6782022"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2" name="Content Placeholder 19">
            <a:extLst>
              <a:ext uri="{FF2B5EF4-FFF2-40B4-BE49-F238E27FC236}">
                <a16:creationId xmlns:a16="http://schemas.microsoft.com/office/drawing/2014/main" id="{69CC8E03-9660-F7A1-D4AF-B073903E4AB4}"/>
              </a:ext>
            </a:extLst>
          </p:cNvPr>
          <p:cNvSpPr>
            <a:spLocks noGrp="1"/>
          </p:cNvSpPr>
          <p:nvPr>
            <p:ph sz="quarter" idx="19" hasCustomPrompt="1"/>
          </p:nvPr>
        </p:nvSpPr>
        <p:spPr>
          <a:xfrm>
            <a:off x="9182100" y="4000500"/>
            <a:ext cx="2057178" cy="2171700"/>
          </a:xfrm>
        </p:spPr>
        <p:txBody>
          <a:bodyPr>
            <a:normAutofit/>
          </a:bodyPr>
          <a:lstStyle>
            <a:lvl1pPr marL="0" indent="0">
              <a:lnSpc>
                <a:spcPct val="90000"/>
              </a:lnSpc>
              <a:buNone/>
              <a:defRPr sz="1400"/>
            </a:lvl1pPr>
          </a:lstStyle>
          <a:p>
            <a:pPr lvl="0"/>
            <a:r>
              <a:rPr lang="en-US"/>
              <a:t>Click to edit Master text styles.</a:t>
            </a:r>
          </a:p>
        </p:txBody>
      </p:sp>
      <p:sp>
        <p:nvSpPr>
          <p:cNvPr id="30" name="Text Placeholder 25">
            <a:extLst>
              <a:ext uri="{FF2B5EF4-FFF2-40B4-BE49-F238E27FC236}">
                <a16:creationId xmlns:a16="http://schemas.microsoft.com/office/drawing/2014/main" id="{25DBEED6-B617-8623-396A-79FAD5EB884D}"/>
              </a:ext>
            </a:extLst>
          </p:cNvPr>
          <p:cNvSpPr>
            <a:spLocks noGrp="1"/>
          </p:cNvSpPr>
          <p:nvPr>
            <p:ph type="body" sz="quarter" idx="25"/>
          </p:nvPr>
        </p:nvSpPr>
        <p:spPr>
          <a:xfrm>
            <a:off x="9182100" y="2400300"/>
            <a:ext cx="742950" cy="742950"/>
          </a:xfrm>
          <a:blipFill dpi="0" rotWithShape="1">
            <a:blip r:embed="rId2"/>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31" name="Text Placeholder 25">
            <a:extLst>
              <a:ext uri="{FF2B5EF4-FFF2-40B4-BE49-F238E27FC236}">
                <a16:creationId xmlns:a16="http://schemas.microsoft.com/office/drawing/2014/main" id="{7A03BFB8-7A1D-B1B0-A50C-BFD542470C50}"/>
              </a:ext>
            </a:extLst>
          </p:cNvPr>
          <p:cNvSpPr>
            <a:spLocks noGrp="1"/>
          </p:cNvSpPr>
          <p:nvPr>
            <p:ph type="body" sz="quarter" idx="24"/>
          </p:nvPr>
        </p:nvSpPr>
        <p:spPr>
          <a:xfrm>
            <a:off x="6781800" y="2400300"/>
            <a:ext cx="742950" cy="742950"/>
          </a:xfrm>
          <a:blipFill dpi="0" rotWithShape="1">
            <a:blip r:embed="rId3"/>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32" name="Text Placeholder 25">
            <a:extLst>
              <a:ext uri="{FF2B5EF4-FFF2-40B4-BE49-F238E27FC236}">
                <a16:creationId xmlns:a16="http://schemas.microsoft.com/office/drawing/2014/main" id="{C8C851F1-1DC5-AE26-9DF0-DA60D1864B80}"/>
              </a:ext>
            </a:extLst>
          </p:cNvPr>
          <p:cNvSpPr>
            <a:spLocks noGrp="1"/>
          </p:cNvSpPr>
          <p:nvPr>
            <p:ph type="body" sz="quarter" idx="23"/>
          </p:nvPr>
        </p:nvSpPr>
        <p:spPr>
          <a:xfrm>
            <a:off x="4381500" y="2400300"/>
            <a:ext cx="742950" cy="742950"/>
          </a:xfrm>
          <a:blipFill dpi="0" rotWithShape="1">
            <a:blip r:embed="rId4"/>
            <a:srcRect/>
            <a:tile tx="-177800" ty="190500" sx="100000" sy="100000" flip="none" algn="bl"/>
          </a:blipFill>
        </p:spPr>
        <p:txBody>
          <a:bodyPr>
            <a:normAutofit/>
          </a:bodyPr>
          <a:lstStyle>
            <a:lvl1pPr marL="0" indent="0">
              <a:buNone/>
              <a:defRPr sz="100">
                <a:noFill/>
              </a:defRPr>
            </a:lvl1pPr>
          </a:lstStyle>
          <a:p>
            <a:pPr lvl="0"/>
            <a:endParaRPr lang="en-US"/>
          </a:p>
        </p:txBody>
      </p:sp>
      <p:sp>
        <p:nvSpPr>
          <p:cNvPr id="40" name="Date Placeholder 39">
            <a:extLst>
              <a:ext uri="{FF2B5EF4-FFF2-40B4-BE49-F238E27FC236}">
                <a16:creationId xmlns:a16="http://schemas.microsoft.com/office/drawing/2014/main" id="{A34B2215-DD56-E802-6FA0-948C644F9530}"/>
              </a:ext>
            </a:extLst>
          </p:cNvPr>
          <p:cNvSpPr>
            <a:spLocks noGrp="1"/>
          </p:cNvSpPr>
          <p:nvPr>
            <p:ph type="dt" sz="half" idx="26"/>
          </p:nvPr>
        </p:nvSpPr>
        <p:spPr/>
        <p:txBody>
          <a:bodyPr/>
          <a:lstStyle/>
          <a:p>
            <a:r>
              <a:rPr lang="en-US"/>
              <a:t>Microsoft confidential</a:t>
            </a:r>
          </a:p>
        </p:txBody>
      </p:sp>
      <p:sp>
        <p:nvSpPr>
          <p:cNvPr id="41" name="Footer Placeholder 40">
            <a:extLst>
              <a:ext uri="{FF2B5EF4-FFF2-40B4-BE49-F238E27FC236}">
                <a16:creationId xmlns:a16="http://schemas.microsoft.com/office/drawing/2014/main" id="{B3B66419-6459-03AB-A760-B0BCBB03E1BD}"/>
              </a:ext>
            </a:extLst>
          </p:cNvPr>
          <p:cNvSpPr>
            <a:spLocks noGrp="1"/>
          </p:cNvSpPr>
          <p:nvPr>
            <p:ph type="ftr" sz="quarter" idx="27"/>
          </p:nvPr>
        </p:nvSpPr>
        <p:spPr/>
        <p:txBody>
          <a:bodyPr/>
          <a:lstStyle/>
          <a:p>
            <a:r>
              <a:rPr lang="en-US"/>
              <a:t>Creating a scalable conversational UX</a:t>
            </a:r>
          </a:p>
        </p:txBody>
      </p:sp>
      <p:sp>
        <p:nvSpPr>
          <p:cNvPr id="42" name="Slide Number Placeholder 41">
            <a:extLst>
              <a:ext uri="{FF2B5EF4-FFF2-40B4-BE49-F238E27FC236}">
                <a16:creationId xmlns:a16="http://schemas.microsoft.com/office/drawing/2014/main" id="{B69F77EF-2D75-70DF-5795-706C6FF4A9D9}"/>
              </a:ext>
            </a:extLst>
          </p:cNvPr>
          <p:cNvSpPr>
            <a:spLocks noGrp="1"/>
          </p:cNvSpPr>
          <p:nvPr>
            <p:ph type="sldNum" sz="quarter" idx="28"/>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18503086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472">
          <p15:clr>
            <a:srgbClr val="FBAE40"/>
          </p15:clr>
        </p15:guide>
        <p15:guide id="3" pos="2040">
          <p15:clr>
            <a:srgbClr val="5ACBF0"/>
          </p15:clr>
        </p15:guide>
        <p15:guide id="4" pos="4056">
          <p15:clr>
            <a:srgbClr val="5ACBF0"/>
          </p15:clr>
        </p15:guide>
        <p15:guide id="5" pos="5568">
          <p15:clr>
            <a:srgbClr val="5ACBF0"/>
          </p15:clr>
        </p15:guide>
        <p15:guide id="6" pos="5784">
          <p15:clr>
            <a:srgbClr val="5ACBF0"/>
          </p15:clr>
        </p15:guide>
        <p15:guide id="7" pos="4272">
          <p15:clr>
            <a:srgbClr val="5ACBF0"/>
          </p15:clr>
        </p15:guide>
        <p15:guide id="8" orient="horz" pos="3888">
          <p15:clr>
            <a:srgbClr val="5ACBF0"/>
          </p15:clr>
        </p15:guide>
        <p15:guide id="9" orient="horz" pos="1260">
          <p15:clr>
            <a:srgbClr val="5ACBF0"/>
          </p15:clr>
        </p15:guide>
        <p15:guide id="10" orient="horz" pos="2376">
          <p15:clr>
            <a:srgbClr val="9FCC3B"/>
          </p15:clr>
        </p15:guide>
        <p15:guide id="11" orient="horz" pos="1944">
          <p15:clr>
            <a:srgbClr val="9FCC3B"/>
          </p15:clr>
        </p15:guide>
        <p15:guide id="13" orient="horz" pos="1080">
          <p15:clr>
            <a:srgbClr val="9FCC3B"/>
          </p15:clr>
        </p15:guide>
        <p15:guide id="14" orient="horz" pos="2520">
          <p15:clr>
            <a:srgbClr val="5ACBF0"/>
          </p15:clr>
        </p15:guide>
        <p15:guide id="15" pos="708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Section Header with Three Content">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CDAED8B-B028-1487-1510-5947D660C337}"/>
              </a:ext>
            </a:extLst>
          </p:cNvPr>
          <p:cNvSpPr>
            <a:spLocks noGrp="1"/>
          </p:cNvSpPr>
          <p:nvPr>
            <p:ph type="body" sz="quarter" idx="50" hasCustomPrompt="1"/>
          </p:nvPr>
        </p:nvSpPr>
        <p:spPr>
          <a:xfrm>
            <a:off x="906780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 name="Rectangle 1">
            <a:extLst>
              <a:ext uri="{FF2B5EF4-FFF2-40B4-BE49-F238E27FC236}">
                <a16:creationId xmlns:a16="http://schemas.microsoft.com/office/drawing/2014/main" id="{0ACB6FC8-E82D-1634-359A-FA8922874A10}"/>
              </a:ext>
            </a:extLst>
          </p:cNvPr>
          <p:cNvSpPr/>
          <p:nvPr userDrawn="1"/>
        </p:nvSpPr>
        <p:spPr>
          <a:xfrm>
            <a:off x="1" y="0"/>
            <a:ext cx="39243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299B58F4-C0D5-10CF-E9D4-B7B14925EE7D}"/>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A49C1931-9860-B91E-2237-6F200181C939}"/>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Text Placeholder 8">
            <a:extLst>
              <a:ext uri="{FF2B5EF4-FFF2-40B4-BE49-F238E27FC236}">
                <a16:creationId xmlns:a16="http://schemas.microsoft.com/office/drawing/2014/main" id="{C3E13BCB-268A-0BC7-DF78-ADD79B1E1DF2}"/>
              </a:ext>
            </a:extLst>
          </p:cNvPr>
          <p:cNvSpPr>
            <a:spLocks noGrp="1"/>
          </p:cNvSpPr>
          <p:nvPr>
            <p:ph type="body" sz="quarter" idx="12"/>
          </p:nvPr>
        </p:nvSpPr>
        <p:spPr>
          <a:xfrm>
            <a:off x="43815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6" name="Text Placeholder 15">
            <a:extLst>
              <a:ext uri="{FF2B5EF4-FFF2-40B4-BE49-F238E27FC236}">
                <a16:creationId xmlns:a16="http://schemas.microsoft.com/office/drawing/2014/main" id="{F793EBE5-D041-8B80-CAE7-64872620DAD4}"/>
              </a:ext>
            </a:extLst>
          </p:cNvPr>
          <p:cNvSpPr>
            <a:spLocks noGrp="1"/>
          </p:cNvSpPr>
          <p:nvPr>
            <p:ph type="body" sz="quarter" idx="48" hasCustomPrompt="1"/>
          </p:nvPr>
        </p:nvSpPr>
        <p:spPr>
          <a:xfrm>
            <a:off x="906780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A8A2EA"/>
              </a:gs>
              <a:gs pos="100000">
                <a:srgbClr val="9FACED"/>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17" name="Text Placeholder 16">
            <a:extLst>
              <a:ext uri="{FF2B5EF4-FFF2-40B4-BE49-F238E27FC236}">
                <a16:creationId xmlns:a16="http://schemas.microsoft.com/office/drawing/2014/main" id="{728B20E3-018B-A4F0-A1AB-AA97ECAFCF5E}"/>
              </a:ext>
            </a:extLst>
          </p:cNvPr>
          <p:cNvSpPr>
            <a:spLocks noGrp="1"/>
          </p:cNvSpPr>
          <p:nvPr>
            <p:ph type="body" sz="quarter" idx="49" hasCustomPrompt="1"/>
          </p:nvPr>
        </p:nvSpPr>
        <p:spPr>
          <a:xfrm>
            <a:off x="906780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1" name="Text Placeholder 20">
            <a:extLst>
              <a:ext uri="{FF2B5EF4-FFF2-40B4-BE49-F238E27FC236}">
                <a16:creationId xmlns:a16="http://schemas.microsoft.com/office/drawing/2014/main" id="{49C838B0-EAE8-487E-14AB-927ADAFFBA55}"/>
              </a:ext>
            </a:extLst>
          </p:cNvPr>
          <p:cNvSpPr>
            <a:spLocks noGrp="1"/>
          </p:cNvSpPr>
          <p:nvPr>
            <p:ph type="body" sz="quarter" idx="51" hasCustomPrompt="1"/>
          </p:nvPr>
        </p:nvSpPr>
        <p:spPr>
          <a:xfrm>
            <a:off x="4381500" y="2005098"/>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2" name="Text Placeholder 21">
            <a:extLst>
              <a:ext uri="{FF2B5EF4-FFF2-40B4-BE49-F238E27FC236}">
                <a16:creationId xmlns:a16="http://schemas.microsoft.com/office/drawing/2014/main" id="{BFA97547-4391-AAB0-CB0E-81ABDE49BB5C}"/>
              </a:ext>
            </a:extLst>
          </p:cNvPr>
          <p:cNvSpPr>
            <a:spLocks noGrp="1"/>
          </p:cNvSpPr>
          <p:nvPr>
            <p:ph type="body" sz="quarter" idx="52" hasCustomPrompt="1"/>
          </p:nvPr>
        </p:nvSpPr>
        <p:spPr>
          <a:xfrm>
            <a:off x="4381500" y="2005098"/>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BA8CE4"/>
              </a:gs>
              <a:gs pos="100000">
                <a:srgbClr val="B296E6"/>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3" name="Text Placeholder 22">
            <a:extLst>
              <a:ext uri="{FF2B5EF4-FFF2-40B4-BE49-F238E27FC236}">
                <a16:creationId xmlns:a16="http://schemas.microsoft.com/office/drawing/2014/main" id="{4CB6E527-C9D8-CC88-70BA-AC0C055EA7DD}"/>
              </a:ext>
            </a:extLst>
          </p:cNvPr>
          <p:cNvSpPr>
            <a:spLocks noGrp="1"/>
          </p:cNvSpPr>
          <p:nvPr>
            <p:ph type="body" sz="quarter" idx="53" hasCustomPrompt="1"/>
          </p:nvPr>
        </p:nvSpPr>
        <p:spPr>
          <a:xfrm>
            <a:off x="4381500" y="5488912"/>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4" name="Text Placeholder 23">
            <a:extLst>
              <a:ext uri="{FF2B5EF4-FFF2-40B4-BE49-F238E27FC236}">
                <a16:creationId xmlns:a16="http://schemas.microsoft.com/office/drawing/2014/main" id="{66F6A202-CA5E-1F26-59D6-33BA8B67BF46}"/>
              </a:ext>
            </a:extLst>
          </p:cNvPr>
          <p:cNvSpPr>
            <a:spLocks noGrp="1"/>
          </p:cNvSpPr>
          <p:nvPr>
            <p:ph type="body" sz="quarter" idx="54" hasCustomPrompt="1"/>
          </p:nvPr>
        </p:nvSpPr>
        <p:spPr>
          <a:xfrm>
            <a:off x="672465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5" name="Text Placeholder 24">
            <a:extLst>
              <a:ext uri="{FF2B5EF4-FFF2-40B4-BE49-F238E27FC236}">
                <a16:creationId xmlns:a16="http://schemas.microsoft.com/office/drawing/2014/main" id="{E7EF7ABF-C144-0645-96F2-70A7D18D1217}"/>
              </a:ext>
            </a:extLst>
          </p:cNvPr>
          <p:cNvSpPr>
            <a:spLocks noGrp="1"/>
          </p:cNvSpPr>
          <p:nvPr>
            <p:ph type="body" sz="quarter" idx="55" hasCustomPrompt="1"/>
          </p:nvPr>
        </p:nvSpPr>
        <p:spPr>
          <a:xfrm>
            <a:off x="672465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AC95E3"/>
              </a:gs>
              <a:gs pos="100000">
                <a:srgbClr val="A9A2EB"/>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6" name="Text Placeholder 25">
            <a:extLst>
              <a:ext uri="{FF2B5EF4-FFF2-40B4-BE49-F238E27FC236}">
                <a16:creationId xmlns:a16="http://schemas.microsoft.com/office/drawing/2014/main" id="{E6B7B717-DA23-83B7-DC27-D88DAC9E0145}"/>
              </a:ext>
            </a:extLst>
          </p:cNvPr>
          <p:cNvSpPr>
            <a:spLocks noGrp="1"/>
          </p:cNvSpPr>
          <p:nvPr>
            <p:ph type="body" sz="quarter" idx="56" hasCustomPrompt="1"/>
          </p:nvPr>
        </p:nvSpPr>
        <p:spPr>
          <a:xfrm>
            <a:off x="672465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43" name="Picture Placeholder 42">
            <a:extLst>
              <a:ext uri="{FF2B5EF4-FFF2-40B4-BE49-F238E27FC236}">
                <a16:creationId xmlns:a16="http://schemas.microsoft.com/office/drawing/2014/main" id="{D380C1EC-3D79-E4BB-132B-04FE04345DC2}"/>
              </a:ext>
            </a:extLst>
          </p:cNvPr>
          <p:cNvSpPr>
            <a:spLocks noGrp="1"/>
          </p:cNvSpPr>
          <p:nvPr>
            <p:ph type="pic" sz="quarter" idx="57"/>
          </p:nvPr>
        </p:nvSpPr>
        <p:spPr>
          <a:xfrm>
            <a:off x="9067800" y="2743200"/>
            <a:ext cx="2173671" cy="2743200"/>
          </a:xfrm>
        </p:spPr>
        <p:txBody>
          <a:bodyPr/>
          <a:lstStyle/>
          <a:p>
            <a:endParaRPr lang="en-US"/>
          </a:p>
        </p:txBody>
      </p:sp>
      <p:sp>
        <p:nvSpPr>
          <p:cNvPr id="44" name="Picture Placeholder 42">
            <a:extLst>
              <a:ext uri="{FF2B5EF4-FFF2-40B4-BE49-F238E27FC236}">
                <a16:creationId xmlns:a16="http://schemas.microsoft.com/office/drawing/2014/main" id="{6276CA65-E87A-C23C-3290-15C8F23A1EA2}"/>
              </a:ext>
            </a:extLst>
          </p:cNvPr>
          <p:cNvSpPr>
            <a:spLocks noGrp="1"/>
          </p:cNvSpPr>
          <p:nvPr>
            <p:ph type="pic" sz="quarter" idx="58"/>
          </p:nvPr>
        </p:nvSpPr>
        <p:spPr>
          <a:xfrm>
            <a:off x="6724650" y="2743200"/>
            <a:ext cx="2173671" cy="2743200"/>
          </a:xfrm>
        </p:spPr>
        <p:txBody>
          <a:bodyPr/>
          <a:lstStyle/>
          <a:p>
            <a:endParaRPr lang="en-US"/>
          </a:p>
        </p:txBody>
      </p:sp>
      <p:sp>
        <p:nvSpPr>
          <p:cNvPr id="45" name="Picture Placeholder 42">
            <a:extLst>
              <a:ext uri="{FF2B5EF4-FFF2-40B4-BE49-F238E27FC236}">
                <a16:creationId xmlns:a16="http://schemas.microsoft.com/office/drawing/2014/main" id="{9E8FAFAE-315A-DE1C-3691-91FAD5FA7EAB}"/>
              </a:ext>
            </a:extLst>
          </p:cNvPr>
          <p:cNvSpPr>
            <a:spLocks noGrp="1"/>
          </p:cNvSpPr>
          <p:nvPr>
            <p:ph type="pic" sz="quarter" idx="59"/>
          </p:nvPr>
        </p:nvSpPr>
        <p:spPr>
          <a:xfrm>
            <a:off x="4383471" y="2743200"/>
            <a:ext cx="2171700" cy="2743200"/>
          </a:xfrm>
        </p:spPr>
        <p:txBody>
          <a:bodyPr/>
          <a:lstStyle/>
          <a:p>
            <a:endParaRPr lang="en-US"/>
          </a:p>
        </p:txBody>
      </p:sp>
      <p:sp>
        <p:nvSpPr>
          <p:cNvPr id="46" name="Date Placeholder 45">
            <a:extLst>
              <a:ext uri="{FF2B5EF4-FFF2-40B4-BE49-F238E27FC236}">
                <a16:creationId xmlns:a16="http://schemas.microsoft.com/office/drawing/2014/main" id="{A115C4E0-09A8-3A21-7D82-EF99557F1EB8}"/>
              </a:ext>
            </a:extLst>
          </p:cNvPr>
          <p:cNvSpPr>
            <a:spLocks noGrp="1"/>
          </p:cNvSpPr>
          <p:nvPr>
            <p:ph type="dt" sz="half" idx="60"/>
          </p:nvPr>
        </p:nvSpPr>
        <p:spPr/>
        <p:txBody>
          <a:bodyPr/>
          <a:lstStyle/>
          <a:p>
            <a:r>
              <a:rPr lang="en-US"/>
              <a:t>Microsoft confidential</a:t>
            </a:r>
          </a:p>
        </p:txBody>
      </p:sp>
      <p:sp>
        <p:nvSpPr>
          <p:cNvPr id="47" name="Footer Placeholder 46">
            <a:extLst>
              <a:ext uri="{FF2B5EF4-FFF2-40B4-BE49-F238E27FC236}">
                <a16:creationId xmlns:a16="http://schemas.microsoft.com/office/drawing/2014/main" id="{02F6EF46-ADF5-E65E-B6B0-0F30D789149F}"/>
              </a:ext>
            </a:extLst>
          </p:cNvPr>
          <p:cNvSpPr>
            <a:spLocks noGrp="1"/>
          </p:cNvSpPr>
          <p:nvPr>
            <p:ph type="ftr" sz="quarter" idx="61"/>
          </p:nvPr>
        </p:nvSpPr>
        <p:spPr/>
        <p:txBody>
          <a:bodyPr/>
          <a:lstStyle/>
          <a:p>
            <a:r>
              <a:rPr lang="en-US"/>
              <a:t>Creating a scalable conversational UX</a:t>
            </a:r>
          </a:p>
        </p:txBody>
      </p:sp>
      <p:sp>
        <p:nvSpPr>
          <p:cNvPr id="48" name="Slide Number Placeholder 47">
            <a:extLst>
              <a:ext uri="{FF2B5EF4-FFF2-40B4-BE49-F238E27FC236}">
                <a16:creationId xmlns:a16="http://schemas.microsoft.com/office/drawing/2014/main" id="{81355B07-0383-5A1F-3CC6-B016568B52CE}"/>
              </a:ext>
            </a:extLst>
          </p:cNvPr>
          <p:cNvSpPr>
            <a:spLocks noGrp="1"/>
          </p:cNvSpPr>
          <p:nvPr>
            <p:ph type="sldNum" sz="quarter" idx="62"/>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13606963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904">
          <p15:clr>
            <a:srgbClr val="5ACBF0"/>
          </p15:clr>
        </p15:guide>
        <p15:guide id="2" pos="2472">
          <p15:clr>
            <a:srgbClr val="FBAE40"/>
          </p15:clr>
        </p15:guide>
        <p15:guide id="3" pos="2040">
          <p15:clr>
            <a:srgbClr val="5ACBF0"/>
          </p15:clr>
        </p15:guide>
        <p15:guide id="4" pos="3984">
          <p15:clr>
            <a:srgbClr val="5ACBF0"/>
          </p15:clr>
        </p15:guide>
        <p15:guide id="5" pos="5460">
          <p15:clr>
            <a:srgbClr val="5ACBF0"/>
          </p15:clr>
        </p15:guide>
        <p15:guide id="6" pos="5856">
          <p15:clr>
            <a:srgbClr val="5ACBF0"/>
          </p15:clr>
        </p15:guide>
        <p15:guide id="7" pos="4380">
          <p15:clr>
            <a:srgbClr val="5ACBF0"/>
          </p15:clr>
        </p15:guide>
        <p15:guide id="8" orient="horz" pos="3888">
          <p15:clr>
            <a:srgbClr val="FBAE40"/>
          </p15:clr>
        </p15:guide>
        <p15:guide id="9" orient="horz" pos="1260">
          <p15:clr>
            <a:srgbClr val="5ACBF0"/>
          </p15:clr>
        </p15:guide>
        <p15:guide id="11" orient="horz" pos="1594">
          <p15:clr>
            <a:srgbClr val="9FCC3B"/>
          </p15:clr>
        </p15:guide>
        <p15:guide id="13" orient="horz" pos="1080">
          <p15:clr>
            <a:srgbClr val="9FCC3B"/>
          </p15:clr>
        </p15:guide>
        <p15:guide id="14" orient="horz" pos="3456">
          <p15:clr>
            <a:srgbClr val="FBAE40"/>
          </p15:clr>
        </p15:guide>
        <p15:guide id="15" pos="6936">
          <p15:clr>
            <a:srgbClr val="5ACBF0"/>
          </p15:clr>
        </p15:guide>
        <p15:guide id="16" orient="horz" pos="1728">
          <p15:clr>
            <a:srgbClr val="FBAE40"/>
          </p15:clr>
        </p15:guide>
        <p15:guide id="17" orient="horz" pos="468">
          <p15:clr>
            <a:srgbClr val="FBAE40"/>
          </p15:clr>
        </p15:guide>
        <p15:guide id="19" orient="horz" pos="3312">
          <p15:clr>
            <a:srgbClr val="5ACBF0"/>
          </p15:clr>
        </p15:guide>
        <p15:guide id="20" pos="2760">
          <p15:clr>
            <a:srgbClr val="FBAE40"/>
          </p15:clr>
        </p15:guide>
        <p15:guide id="21" pos="4128">
          <p15:clr>
            <a:srgbClr val="FBAE40"/>
          </p15:clr>
        </p15:guide>
        <p15:guide id="22" pos="4236">
          <p15:clr>
            <a:srgbClr val="FBAE40"/>
          </p15:clr>
        </p15:guide>
        <p15:guide id="23" pos="5604">
          <p15:clr>
            <a:srgbClr val="FBAE40"/>
          </p15:clr>
        </p15:guide>
        <p15:guide id="24" pos="5712">
          <p15:clr>
            <a:srgbClr val="FBAE40"/>
          </p15:clr>
        </p15:guide>
        <p15:guide id="25" pos="7080">
          <p15:clr>
            <a:srgbClr val="FBAE40"/>
          </p15:clr>
        </p15:guide>
        <p15:guide id="26" orient="horz" pos="3780">
          <p15:clr>
            <a:srgbClr val="5ACBF0"/>
          </p15:clr>
        </p15:guide>
        <p15:guide id="27" orient="horz" pos="3564">
          <p15:clr>
            <a:srgbClr val="5ACBF0"/>
          </p15:clr>
        </p15:guide>
        <p15:guide id="28" orient="horz" pos="1872">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a:extLst>
              <a:ext uri="{FF2B5EF4-FFF2-40B4-BE49-F238E27FC236}">
                <a16:creationId xmlns:a16="http://schemas.microsoft.com/office/drawing/2014/main" id="{2E499ABE-434C-C083-DDBE-98CC0F6592A2}"/>
              </a:ext>
            </a:extLst>
          </p:cNvPr>
          <p:cNvSpPr>
            <a:spLocks noGrp="1"/>
          </p:cNvSpPr>
          <p:nvPr>
            <p:ph sz="half" idx="2"/>
          </p:nvPr>
        </p:nvSpPr>
        <p:spPr>
          <a:xfrm>
            <a:off x="723900" y="2015988"/>
            <a:ext cx="6858000" cy="4156212"/>
          </a:xfrm>
        </p:spPr>
        <p:txBody>
          <a:bodyPr>
            <a:normAutofit/>
          </a:bodyPr>
          <a:lstStyle>
            <a:lvl1pPr algn="l">
              <a:lnSpc>
                <a:spcPct val="90000"/>
              </a:lnSpc>
              <a:defRPr sz="2000"/>
            </a:lvl1pPr>
            <a:lvl2pPr algn="l">
              <a:lnSpc>
                <a:spcPct val="90000"/>
              </a:lnSpc>
              <a:defRPr sz="1800"/>
            </a:lvl2pPr>
            <a:lvl3pPr algn="l">
              <a:lnSpc>
                <a:spcPct val="90000"/>
              </a:lnSpc>
              <a:defRPr sz="1600"/>
            </a:lvl3pPr>
            <a:lvl4pPr algn="l">
              <a:lnSpc>
                <a:spcPct val="90000"/>
              </a:lnSpc>
              <a:defRPr sz="1400"/>
            </a:lvl4pPr>
            <a:lvl5pPr algn="l">
              <a:lnSpc>
                <a:spcPct val="9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468630" indent="-285750">
              <a:lnSpc>
                <a:spcPct val="100000"/>
              </a:lnSpc>
              <a:buFont typeface="Arial" panose="020B0604020202020204" pitchFamily="34" charset="0"/>
              <a:buChar char="•"/>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23" name="Date Placeholder 22">
            <a:extLst>
              <a:ext uri="{FF2B5EF4-FFF2-40B4-BE49-F238E27FC236}">
                <a16:creationId xmlns:a16="http://schemas.microsoft.com/office/drawing/2014/main" id="{44E90726-3954-16B6-2EC6-2A7B8F584BF0}"/>
              </a:ext>
            </a:extLst>
          </p:cNvPr>
          <p:cNvSpPr>
            <a:spLocks noGrp="1"/>
          </p:cNvSpPr>
          <p:nvPr>
            <p:ph type="dt" sz="half" idx="14"/>
          </p:nvPr>
        </p:nvSpPr>
        <p:spPr/>
        <p:txBody>
          <a:bodyPr/>
          <a:lstStyle/>
          <a:p>
            <a:r>
              <a:rPr lang="en-US"/>
              <a:t>Microsoft confidential</a:t>
            </a:r>
          </a:p>
        </p:txBody>
      </p:sp>
      <p:sp>
        <p:nvSpPr>
          <p:cNvPr id="24" name="Footer Placeholder 23">
            <a:extLst>
              <a:ext uri="{FF2B5EF4-FFF2-40B4-BE49-F238E27FC236}">
                <a16:creationId xmlns:a16="http://schemas.microsoft.com/office/drawing/2014/main" id="{CAEB1874-3463-CA0A-8A77-A81210119CFE}"/>
              </a:ext>
            </a:extLst>
          </p:cNvPr>
          <p:cNvSpPr>
            <a:spLocks noGrp="1"/>
          </p:cNvSpPr>
          <p:nvPr>
            <p:ph type="ftr" sz="quarter" idx="15"/>
          </p:nvPr>
        </p:nvSpPr>
        <p:spPr/>
        <p:txBody>
          <a:bodyPr/>
          <a:lstStyle/>
          <a:p>
            <a:r>
              <a:rPr lang="en-US"/>
              <a:t>Creating a scalable conversational UX</a:t>
            </a:r>
          </a:p>
        </p:txBody>
      </p:sp>
      <p:sp>
        <p:nvSpPr>
          <p:cNvPr id="25" name="Slide Number Placeholder 24">
            <a:extLst>
              <a:ext uri="{FF2B5EF4-FFF2-40B4-BE49-F238E27FC236}">
                <a16:creationId xmlns:a16="http://schemas.microsoft.com/office/drawing/2014/main" id="{95E44251-A653-1CB9-30C3-5E1AC3F0B236}"/>
              </a:ext>
            </a:extLst>
          </p:cNvPr>
          <p:cNvSpPr>
            <a:spLocks noGrp="1"/>
          </p:cNvSpPr>
          <p:nvPr>
            <p:ph type="sldNum" sz="quarter" idx="16"/>
          </p:nvPr>
        </p:nvSpPr>
        <p:spPr/>
        <p:txBody>
          <a:bodyPr/>
          <a:lstStyle/>
          <a:p>
            <a:fld id="{9406BE13-FF2C-3A41-A53B-D6BC2DDA0AE5}" type="slidenum">
              <a:rPr lang="en-US" smtClean="0"/>
              <a:pPr/>
              <a:t>‹#›</a:t>
            </a:fld>
            <a:endParaRPr lang="en-US"/>
          </a:p>
        </p:txBody>
      </p:sp>
      <p:sp>
        <p:nvSpPr>
          <p:cNvPr id="12" name="Text Placeholder 11">
            <a:extLst>
              <a:ext uri="{FF2B5EF4-FFF2-40B4-BE49-F238E27FC236}">
                <a16:creationId xmlns:a16="http://schemas.microsoft.com/office/drawing/2014/main" id="{C565ABAD-BF9E-A38D-1234-D3B3B712542F}"/>
              </a:ext>
            </a:extLst>
          </p:cNvPr>
          <p:cNvSpPr>
            <a:spLocks noGrp="1" noChangeAspect="1"/>
          </p:cNvSpPr>
          <p:nvPr>
            <p:ph type="body" sz="quarter" idx="17" hasCustomPrompt="1"/>
          </p:nvPr>
        </p:nvSpPr>
        <p:spPr>
          <a:xfrm>
            <a:off x="8724900" y="1965960"/>
            <a:ext cx="320040" cy="32004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p:spPr>
        <p:txBody>
          <a:bodyPr wrap="square" anchor="ctr">
            <a:noAutofit/>
          </a:bodyPr>
          <a:lstStyle>
            <a:lvl1pPr marL="0" indent="0" algn="ctr">
              <a:buNone/>
              <a:defRPr sz="1400">
                <a:latin typeface="+mj-lt"/>
              </a:defRPr>
            </a:lvl1pPr>
          </a:lstStyle>
          <a:p>
            <a:pPr lvl="0"/>
            <a:r>
              <a:rPr lang="en-US"/>
              <a:t>1</a:t>
            </a:r>
          </a:p>
        </p:txBody>
      </p:sp>
      <p:sp>
        <p:nvSpPr>
          <p:cNvPr id="13" name="Text Placeholder 12">
            <a:extLst>
              <a:ext uri="{FF2B5EF4-FFF2-40B4-BE49-F238E27FC236}">
                <a16:creationId xmlns:a16="http://schemas.microsoft.com/office/drawing/2014/main" id="{2070397E-4C3B-49EA-B6F0-66C4FAAEB0A2}"/>
              </a:ext>
            </a:extLst>
          </p:cNvPr>
          <p:cNvSpPr>
            <a:spLocks noGrp="1" noChangeAspect="1"/>
          </p:cNvSpPr>
          <p:nvPr>
            <p:ph type="body" sz="quarter" idx="18" hasCustomPrompt="1"/>
          </p:nvPr>
        </p:nvSpPr>
        <p:spPr>
          <a:xfrm>
            <a:off x="8741229" y="2628900"/>
            <a:ext cx="320040" cy="32004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p:spPr>
        <p:txBody>
          <a:bodyPr wrap="square" anchor="ctr">
            <a:noAutofit/>
          </a:bodyPr>
          <a:lstStyle>
            <a:lvl1pPr marL="0" indent="0" algn="ctr">
              <a:buNone/>
              <a:defRPr sz="1400">
                <a:latin typeface="+mj-lt"/>
              </a:defRPr>
            </a:lvl1pPr>
          </a:lstStyle>
          <a:p>
            <a:pPr lvl="0"/>
            <a:r>
              <a:rPr lang="en-US"/>
              <a:t>2</a:t>
            </a:r>
          </a:p>
        </p:txBody>
      </p:sp>
      <p:sp>
        <p:nvSpPr>
          <p:cNvPr id="16" name="Text Placeholder 15">
            <a:extLst>
              <a:ext uri="{FF2B5EF4-FFF2-40B4-BE49-F238E27FC236}">
                <a16:creationId xmlns:a16="http://schemas.microsoft.com/office/drawing/2014/main" id="{FD5230CB-AA22-A461-4F60-CF7588E8A7B6}"/>
              </a:ext>
            </a:extLst>
          </p:cNvPr>
          <p:cNvSpPr>
            <a:spLocks noGrp="1" noChangeAspect="1"/>
          </p:cNvSpPr>
          <p:nvPr>
            <p:ph type="body" sz="quarter" idx="19" hasCustomPrompt="1"/>
          </p:nvPr>
        </p:nvSpPr>
        <p:spPr>
          <a:xfrm>
            <a:off x="8730343" y="3314700"/>
            <a:ext cx="320040" cy="32004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p:spPr>
        <p:txBody>
          <a:bodyPr wrap="square" anchor="ctr">
            <a:noAutofit/>
          </a:bodyPr>
          <a:lstStyle>
            <a:lvl1pPr marL="0" indent="0" algn="ctr">
              <a:buNone/>
              <a:defRPr sz="1400">
                <a:latin typeface="+mj-lt"/>
              </a:defRPr>
            </a:lvl1pPr>
          </a:lstStyle>
          <a:p>
            <a:pPr lvl="0"/>
            <a:r>
              <a:rPr lang="en-US"/>
              <a:t>3</a:t>
            </a:r>
          </a:p>
        </p:txBody>
      </p:sp>
    </p:spTree>
    <p:extLst>
      <p:ext uri="{BB962C8B-B14F-4D97-AF65-F5344CB8AC3E}">
        <p14:creationId xmlns:p14="http://schemas.microsoft.com/office/powerpoint/2010/main" val="125158142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3" name="Content Placeholder 2">
            <a:extLst>
              <a:ext uri="{FF2B5EF4-FFF2-40B4-BE49-F238E27FC236}">
                <a16:creationId xmlns:a16="http://schemas.microsoft.com/office/drawing/2014/main" id="{49283673-448B-450D-BF13-F1B79580C04A}"/>
              </a:ext>
            </a:extLst>
          </p:cNvPr>
          <p:cNvSpPr>
            <a:spLocks noGrp="1"/>
          </p:cNvSpPr>
          <p:nvPr>
            <p:ph sz="half" idx="1"/>
          </p:nvPr>
        </p:nvSpPr>
        <p:spPr>
          <a:xfrm>
            <a:off x="723900" y="2000250"/>
            <a:ext cx="3260565"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472765-5562-3F70-76E2-C46FB3E4FB69}"/>
              </a:ext>
            </a:extLst>
          </p:cNvPr>
          <p:cNvSpPr>
            <a:spLocks noGrp="1"/>
          </p:cNvSpPr>
          <p:nvPr>
            <p:ph sz="half" idx="2"/>
          </p:nvPr>
        </p:nvSpPr>
        <p:spPr>
          <a:xfrm>
            <a:off x="4327366" y="2000250"/>
            <a:ext cx="3257550"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2B2B8B82-ACE8-40A8-F324-9E8FE5A1AC8D}"/>
              </a:ext>
            </a:extLst>
          </p:cNvPr>
          <p:cNvSpPr>
            <a:spLocks noGrp="1"/>
          </p:cNvSpPr>
          <p:nvPr>
            <p:ph type="dt" sz="half" idx="14"/>
          </p:nvPr>
        </p:nvSpPr>
        <p:spPr/>
        <p:txBody>
          <a:bodyPr/>
          <a:lstStyle/>
          <a:p>
            <a:r>
              <a:rPr lang="en-US"/>
              <a:t>Microsoft confidential</a:t>
            </a:r>
          </a:p>
        </p:txBody>
      </p:sp>
      <p:sp>
        <p:nvSpPr>
          <p:cNvPr id="7" name="Footer Placeholder 6">
            <a:extLst>
              <a:ext uri="{FF2B5EF4-FFF2-40B4-BE49-F238E27FC236}">
                <a16:creationId xmlns:a16="http://schemas.microsoft.com/office/drawing/2014/main" id="{E997EC7B-5518-4DC1-BAFE-95EE9F4406DE}"/>
              </a:ext>
            </a:extLst>
          </p:cNvPr>
          <p:cNvSpPr>
            <a:spLocks noGrp="1"/>
          </p:cNvSpPr>
          <p:nvPr>
            <p:ph type="ftr" sz="quarter" idx="15"/>
          </p:nvPr>
        </p:nvSpPr>
        <p:spPr/>
        <p:txBody>
          <a:bodyPr/>
          <a:lstStyle/>
          <a:p>
            <a:r>
              <a:rPr lang="en-US"/>
              <a:t>Creating a scalable conversational UX</a:t>
            </a:r>
          </a:p>
        </p:txBody>
      </p:sp>
      <p:sp>
        <p:nvSpPr>
          <p:cNvPr id="8" name="Slide Number Placeholder 7">
            <a:extLst>
              <a:ext uri="{FF2B5EF4-FFF2-40B4-BE49-F238E27FC236}">
                <a16:creationId xmlns:a16="http://schemas.microsoft.com/office/drawing/2014/main" id="{8D46B276-67FF-A41C-092C-ED45935FFC2A}"/>
              </a:ext>
            </a:extLst>
          </p:cNvPr>
          <p:cNvSpPr>
            <a:spLocks noGrp="1"/>
          </p:cNvSpPr>
          <p:nvPr>
            <p:ph type="sldNum" sz="quarter" idx="16"/>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19510867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6" name="Text Placeholder 2">
            <a:extLst>
              <a:ext uri="{FF2B5EF4-FFF2-40B4-BE49-F238E27FC236}">
                <a16:creationId xmlns:a16="http://schemas.microsoft.com/office/drawing/2014/main" id="{6F4D4F06-F829-CE7F-1387-D12D9214D4DB}"/>
              </a:ext>
            </a:extLst>
          </p:cNvPr>
          <p:cNvSpPr>
            <a:spLocks noGrp="1"/>
          </p:cNvSpPr>
          <p:nvPr>
            <p:ph type="body" idx="1"/>
          </p:nvPr>
        </p:nvSpPr>
        <p:spPr>
          <a:xfrm>
            <a:off x="731838" y="2256938"/>
            <a:ext cx="3252408"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7" name="Content Placeholder 3">
            <a:extLst>
              <a:ext uri="{FF2B5EF4-FFF2-40B4-BE49-F238E27FC236}">
                <a16:creationId xmlns:a16="http://schemas.microsoft.com/office/drawing/2014/main" id="{61E2EEC8-8503-7774-1576-3F53E23BBB4A}"/>
              </a:ext>
            </a:extLst>
          </p:cNvPr>
          <p:cNvSpPr>
            <a:spLocks noGrp="1"/>
          </p:cNvSpPr>
          <p:nvPr>
            <p:ph sz="half" idx="2"/>
          </p:nvPr>
        </p:nvSpPr>
        <p:spPr>
          <a:xfrm>
            <a:off x="723900" y="2621866"/>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0707460F-CF98-557F-3399-7FF10E8BCB3F}"/>
              </a:ext>
            </a:extLst>
          </p:cNvPr>
          <p:cNvSpPr>
            <a:spLocks noGrp="1"/>
          </p:cNvSpPr>
          <p:nvPr>
            <p:ph type="body" sz="quarter" idx="3"/>
          </p:nvPr>
        </p:nvSpPr>
        <p:spPr>
          <a:xfrm>
            <a:off x="4324349" y="2256938"/>
            <a:ext cx="3257550"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9" name="Content Placeholder 5">
            <a:extLst>
              <a:ext uri="{FF2B5EF4-FFF2-40B4-BE49-F238E27FC236}">
                <a16:creationId xmlns:a16="http://schemas.microsoft.com/office/drawing/2014/main" id="{DAAC44B1-97D6-1BED-1C20-0FCD4AD011ED}"/>
              </a:ext>
            </a:extLst>
          </p:cNvPr>
          <p:cNvSpPr>
            <a:spLocks noGrp="1"/>
          </p:cNvSpPr>
          <p:nvPr>
            <p:ph sz="quarter" idx="4"/>
          </p:nvPr>
        </p:nvSpPr>
        <p:spPr>
          <a:xfrm>
            <a:off x="4324349" y="2621866"/>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5FED4EA-4A65-6278-4382-676D8E174288}"/>
              </a:ext>
            </a:extLst>
          </p:cNvPr>
          <p:cNvSpPr>
            <a:spLocks noGrp="1"/>
          </p:cNvSpPr>
          <p:nvPr>
            <p:ph type="dt" sz="half" idx="14"/>
          </p:nvPr>
        </p:nvSpPr>
        <p:spPr/>
        <p:txBody>
          <a:bodyPr/>
          <a:lstStyle/>
          <a:p>
            <a:r>
              <a:rPr lang="en-US"/>
              <a:t>Microsoft confidential</a:t>
            </a:r>
          </a:p>
        </p:txBody>
      </p:sp>
      <p:sp>
        <p:nvSpPr>
          <p:cNvPr id="12" name="Footer Placeholder 11">
            <a:extLst>
              <a:ext uri="{FF2B5EF4-FFF2-40B4-BE49-F238E27FC236}">
                <a16:creationId xmlns:a16="http://schemas.microsoft.com/office/drawing/2014/main" id="{7DF3B2BB-5A11-7B8F-242F-4C90419F2265}"/>
              </a:ext>
            </a:extLst>
          </p:cNvPr>
          <p:cNvSpPr>
            <a:spLocks noGrp="1"/>
          </p:cNvSpPr>
          <p:nvPr>
            <p:ph type="ftr" sz="quarter" idx="15"/>
          </p:nvPr>
        </p:nvSpPr>
        <p:spPr/>
        <p:txBody>
          <a:bodyPr/>
          <a:lstStyle/>
          <a:p>
            <a:r>
              <a:rPr lang="en-US"/>
              <a:t>Creating a scalable conversational UX</a:t>
            </a:r>
          </a:p>
        </p:txBody>
      </p:sp>
      <p:sp>
        <p:nvSpPr>
          <p:cNvPr id="13" name="Slide Number Placeholder 12">
            <a:extLst>
              <a:ext uri="{FF2B5EF4-FFF2-40B4-BE49-F238E27FC236}">
                <a16:creationId xmlns:a16="http://schemas.microsoft.com/office/drawing/2014/main" id="{28E1D097-E1C7-4D5E-E3BA-42F0F2F058DE}"/>
              </a:ext>
            </a:extLst>
          </p:cNvPr>
          <p:cNvSpPr>
            <a:spLocks noGrp="1"/>
          </p:cNvSpPr>
          <p:nvPr>
            <p:ph type="sldNum" sz="quarter" idx="16"/>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331363700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3" name="Text Placeholder 2">
            <a:extLst>
              <a:ext uri="{FF2B5EF4-FFF2-40B4-BE49-F238E27FC236}">
                <a16:creationId xmlns:a16="http://schemas.microsoft.com/office/drawing/2014/main" id="{43414D85-E5ED-0DA8-3DA5-76E37061E664}"/>
              </a:ext>
            </a:extLst>
          </p:cNvPr>
          <p:cNvSpPr>
            <a:spLocks noGrp="1"/>
          </p:cNvSpPr>
          <p:nvPr>
            <p:ph type="body" sz="quarter" idx="59"/>
          </p:nvPr>
        </p:nvSpPr>
        <p:spPr>
          <a:xfrm>
            <a:off x="4270484" y="2012559"/>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4" name="Text Placeholder 3">
            <a:extLst>
              <a:ext uri="{FF2B5EF4-FFF2-40B4-BE49-F238E27FC236}">
                <a16:creationId xmlns:a16="http://schemas.microsoft.com/office/drawing/2014/main" id="{1E5E84A3-3754-CFC8-3251-00EBEC9B4512}"/>
              </a:ext>
            </a:extLst>
          </p:cNvPr>
          <p:cNvSpPr>
            <a:spLocks noGrp="1"/>
          </p:cNvSpPr>
          <p:nvPr>
            <p:ph type="body" sz="quarter" idx="51" hasCustomPrompt="1"/>
          </p:nvPr>
        </p:nvSpPr>
        <p:spPr>
          <a:xfrm>
            <a:off x="4270484" y="2012559"/>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AE9FEB"/>
              </a:gs>
              <a:gs pos="100000">
                <a:srgbClr val="A7A1EB"/>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0" name="Picture Placeholder 144">
            <a:extLst>
              <a:ext uri="{FF2B5EF4-FFF2-40B4-BE49-F238E27FC236}">
                <a16:creationId xmlns:a16="http://schemas.microsoft.com/office/drawing/2014/main" id="{5DEBD094-C34D-D872-06A3-543549CBEC67}"/>
              </a:ext>
            </a:extLst>
          </p:cNvPr>
          <p:cNvSpPr>
            <a:spLocks noGrp="1"/>
          </p:cNvSpPr>
          <p:nvPr>
            <p:ph type="pic" sz="quarter" idx="60"/>
          </p:nvPr>
        </p:nvSpPr>
        <p:spPr>
          <a:xfrm>
            <a:off x="4270484" y="2842855"/>
            <a:ext cx="3314700" cy="2610134"/>
          </a:xfrm>
        </p:spPr>
        <p:txBody>
          <a:bodyPr/>
          <a:lstStyle/>
          <a:p>
            <a:endParaRPr lang="en-US"/>
          </a:p>
        </p:txBody>
      </p:sp>
      <p:sp>
        <p:nvSpPr>
          <p:cNvPr id="12" name="Text Placeholder 11">
            <a:extLst>
              <a:ext uri="{FF2B5EF4-FFF2-40B4-BE49-F238E27FC236}">
                <a16:creationId xmlns:a16="http://schemas.microsoft.com/office/drawing/2014/main" id="{11C4227D-B481-5D4C-41CA-3300585CF867}"/>
              </a:ext>
            </a:extLst>
          </p:cNvPr>
          <p:cNvSpPr>
            <a:spLocks noGrp="1"/>
          </p:cNvSpPr>
          <p:nvPr>
            <p:ph type="body" sz="quarter" idx="61"/>
          </p:nvPr>
        </p:nvSpPr>
        <p:spPr>
          <a:xfrm>
            <a:off x="723900" y="2012559"/>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3" name="Text Placeholder 12">
            <a:extLst>
              <a:ext uri="{FF2B5EF4-FFF2-40B4-BE49-F238E27FC236}">
                <a16:creationId xmlns:a16="http://schemas.microsoft.com/office/drawing/2014/main" id="{DFF8B41A-8751-4AE3-346F-E64D28A38CE5}"/>
              </a:ext>
            </a:extLst>
          </p:cNvPr>
          <p:cNvSpPr>
            <a:spLocks noGrp="1"/>
          </p:cNvSpPr>
          <p:nvPr>
            <p:ph type="body" sz="quarter" idx="62" hasCustomPrompt="1"/>
          </p:nvPr>
        </p:nvSpPr>
        <p:spPr>
          <a:xfrm>
            <a:off x="723900" y="2012559"/>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D8AE4"/>
              </a:gs>
              <a:gs pos="100000">
                <a:srgbClr val="AD9EEA"/>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6" name="Picture Placeholder 144">
            <a:extLst>
              <a:ext uri="{FF2B5EF4-FFF2-40B4-BE49-F238E27FC236}">
                <a16:creationId xmlns:a16="http://schemas.microsoft.com/office/drawing/2014/main" id="{312A8568-F091-A3D8-2202-2C236C7AF6B3}"/>
              </a:ext>
            </a:extLst>
          </p:cNvPr>
          <p:cNvSpPr>
            <a:spLocks noGrp="1"/>
          </p:cNvSpPr>
          <p:nvPr>
            <p:ph type="pic" sz="quarter" idx="63"/>
          </p:nvPr>
        </p:nvSpPr>
        <p:spPr>
          <a:xfrm>
            <a:off x="723900" y="2842855"/>
            <a:ext cx="3314700" cy="2610134"/>
          </a:xfrm>
        </p:spPr>
        <p:txBody>
          <a:bodyPr/>
          <a:lstStyle/>
          <a:p>
            <a:endParaRPr lang="en-US"/>
          </a:p>
        </p:txBody>
      </p:sp>
      <p:sp>
        <p:nvSpPr>
          <p:cNvPr id="17" name="Text Placeholder 16">
            <a:extLst>
              <a:ext uri="{FF2B5EF4-FFF2-40B4-BE49-F238E27FC236}">
                <a16:creationId xmlns:a16="http://schemas.microsoft.com/office/drawing/2014/main" id="{8CF81B08-FF83-B948-96CC-683CCE8564D8}"/>
              </a:ext>
            </a:extLst>
          </p:cNvPr>
          <p:cNvSpPr>
            <a:spLocks noGrp="1"/>
          </p:cNvSpPr>
          <p:nvPr>
            <p:ph type="body" sz="quarter" idx="64" hasCustomPrompt="1"/>
          </p:nvPr>
        </p:nvSpPr>
        <p:spPr>
          <a:xfrm>
            <a:off x="4267200" y="5452989"/>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8" name="Text Placeholder 17">
            <a:extLst>
              <a:ext uri="{FF2B5EF4-FFF2-40B4-BE49-F238E27FC236}">
                <a16:creationId xmlns:a16="http://schemas.microsoft.com/office/drawing/2014/main" id="{A02EF5ED-186B-670C-C2E8-68D282A7A4F7}"/>
              </a:ext>
            </a:extLst>
          </p:cNvPr>
          <p:cNvSpPr>
            <a:spLocks noGrp="1"/>
          </p:cNvSpPr>
          <p:nvPr>
            <p:ph type="body" sz="quarter" idx="65" hasCustomPrompt="1"/>
          </p:nvPr>
        </p:nvSpPr>
        <p:spPr>
          <a:xfrm>
            <a:off x="723900" y="5452989"/>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9" name="Date Placeholder 18">
            <a:extLst>
              <a:ext uri="{FF2B5EF4-FFF2-40B4-BE49-F238E27FC236}">
                <a16:creationId xmlns:a16="http://schemas.microsoft.com/office/drawing/2014/main" id="{251AA8C3-F39A-94D4-CBF5-AECDEA12028C}"/>
              </a:ext>
            </a:extLst>
          </p:cNvPr>
          <p:cNvSpPr>
            <a:spLocks noGrp="1"/>
          </p:cNvSpPr>
          <p:nvPr>
            <p:ph type="dt" sz="half" idx="66"/>
          </p:nvPr>
        </p:nvSpPr>
        <p:spPr/>
        <p:txBody>
          <a:bodyPr/>
          <a:lstStyle/>
          <a:p>
            <a:r>
              <a:rPr lang="en-US"/>
              <a:t>Microsoft confidential</a:t>
            </a:r>
          </a:p>
        </p:txBody>
      </p:sp>
      <p:sp>
        <p:nvSpPr>
          <p:cNvPr id="20" name="Footer Placeholder 19">
            <a:extLst>
              <a:ext uri="{FF2B5EF4-FFF2-40B4-BE49-F238E27FC236}">
                <a16:creationId xmlns:a16="http://schemas.microsoft.com/office/drawing/2014/main" id="{FED86831-0B64-C602-EBEB-280481F6237C}"/>
              </a:ext>
            </a:extLst>
          </p:cNvPr>
          <p:cNvSpPr>
            <a:spLocks noGrp="1"/>
          </p:cNvSpPr>
          <p:nvPr>
            <p:ph type="ftr" sz="quarter" idx="67"/>
          </p:nvPr>
        </p:nvSpPr>
        <p:spPr/>
        <p:txBody>
          <a:bodyPr/>
          <a:lstStyle/>
          <a:p>
            <a:r>
              <a:rPr lang="en-US"/>
              <a:t>Creating a scalable conversational UX</a:t>
            </a:r>
          </a:p>
        </p:txBody>
      </p:sp>
      <p:sp>
        <p:nvSpPr>
          <p:cNvPr id="21" name="Slide Number Placeholder 20">
            <a:extLst>
              <a:ext uri="{FF2B5EF4-FFF2-40B4-BE49-F238E27FC236}">
                <a16:creationId xmlns:a16="http://schemas.microsoft.com/office/drawing/2014/main" id="{8A898C96-994C-8E19-548D-6E03739928C7}"/>
              </a:ext>
            </a:extLst>
          </p:cNvPr>
          <p:cNvSpPr>
            <a:spLocks noGrp="1"/>
          </p:cNvSpPr>
          <p:nvPr>
            <p:ph type="sldNum" sz="quarter" idx="68"/>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252817917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3" name="Text Placeholder 8">
            <a:extLst>
              <a:ext uri="{FF2B5EF4-FFF2-40B4-BE49-F238E27FC236}">
                <a16:creationId xmlns:a16="http://schemas.microsoft.com/office/drawing/2014/main" id="{6C24020C-1A51-DC96-3646-C742E575352A}"/>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9" name="Text Placeholder 15">
            <a:extLst>
              <a:ext uri="{FF2B5EF4-FFF2-40B4-BE49-F238E27FC236}">
                <a16:creationId xmlns:a16="http://schemas.microsoft.com/office/drawing/2014/main" id="{17FD13F5-E0ED-FD3A-A68C-15268F269AEB}"/>
              </a:ext>
            </a:extLst>
          </p:cNvPr>
          <p:cNvSpPr>
            <a:spLocks noGrp="1"/>
          </p:cNvSpPr>
          <p:nvPr>
            <p:ph type="body" sz="quarter" idx="14" hasCustomPrompt="1"/>
          </p:nvPr>
        </p:nvSpPr>
        <p:spPr>
          <a:xfrm>
            <a:off x="7239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0" name="Text Placeholder 15">
            <a:extLst>
              <a:ext uri="{FF2B5EF4-FFF2-40B4-BE49-F238E27FC236}">
                <a16:creationId xmlns:a16="http://schemas.microsoft.com/office/drawing/2014/main" id="{861DB29A-AD22-653F-6297-7941BEC86B38}"/>
              </a:ext>
            </a:extLst>
          </p:cNvPr>
          <p:cNvSpPr>
            <a:spLocks noGrp="1"/>
          </p:cNvSpPr>
          <p:nvPr>
            <p:ph type="body" sz="quarter" idx="15" hasCustomPrompt="1"/>
          </p:nvPr>
        </p:nvSpPr>
        <p:spPr>
          <a:xfrm>
            <a:off x="31242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1" name="Text Placeholder 15">
            <a:extLst>
              <a:ext uri="{FF2B5EF4-FFF2-40B4-BE49-F238E27FC236}">
                <a16:creationId xmlns:a16="http://schemas.microsoft.com/office/drawing/2014/main" id="{92C653C0-B4C0-71A0-0DFE-6EF3DF5FD992}"/>
              </a:ext>
            </a:extLst>
          </p:cNvPr>
          <p:cNvSpPr>
            <a:spLocks noGrp="1"/>
          </p:cNvSpPr>
          <p:nvPr>
            <p:ph type="body" sz="quarter" idx="16" hasCustomPrompt="1"/>
          </p:nvPr>
        </p:nvSpPr>
        <p:spPr>
          <a:xfrm>
            <a:off x="5524284" y="3371850"/>
            <a:ext cx="2057616"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2" name="Content Placeholder 19">
            <a:extLst>
              <a:ext uri="{FF2B5EF4-FFF2-40B4-BE49-F238E27FC236}">
                <a16:creationId xmlns:a16="http://schemas.microsoft.com/office/drawing/2014/main" id="{7697DB2C-48AF-ECCB-C06D-8A44D7010D9E}"/>
              </a:ext>
            </a:extLst>
          </p:cNvPr>
          <p:cNvSpPr>
            <a:spLocks noGrp="1"/>
          </p:cNvSpPr>
          <p:nvPr>
            <p:ph sz="quarter" idx="17" hasCustomPrompt="1"/>
          </p:nvPr>
        </p:nvSpPr>
        <p:spPr>
          <a:xfrm>
            <a:off x="723900"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3" name="Content Placeholder 19">
            <a:extLst>
              <a:ext uri="{FF2B5EF4-FFF2-40B4-BE49-F238E27FC236}">
                <a16:creationId xmlns:a16="http://schemas.microsoft.com/office/drawing/2014/main" id="{C9E6F894-9A10-9C1D-DC3C-15B7A8D7FC16}"/>
              </a:ext>
            </a:extLst>
          </p:cNvPr>
          <p:cNvSpPr>
            <a:spLocks noGrp="1"/>
          </p:cNvSpPr>
          <p:nvPr>
            <p:ph sz="quarter" idx="18" hasCustomPrompt="1"/>
          </p:nvPr>
        </p:nvSpPr>
        <p:spPr>
          <a:xfrm>
            <a:off x="3124422"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4" name="Content Placeholder 19">
            <a:extLst>
              <a:ext uri="{FF2B5EF4-FFF2-40B4-BE49-F238E27FC236}">
                <a16:creationId xmlns:a16="http://schemas.microsoft.com/office/drawing/2014/main" id="{B99D05C7-2FC2-62D2-81EF-C28BE6BC798A}"/>
              </a:ext>
            </a:extLst>
          </p:cNvPr>
          <p:cNvSpPr>
            <a:spLocks noGrp="1"/>
          </p:cNvSpPr>
          <p:nvPr>
            <p:ph sz="quarter" idx="19" hasCustomPrompt="1"/>
          </p:nvPr>
        </p:nvSpPr>
        <p:spPr>
          <a:xfrm>
            <a:off x="5524500" y="4000500"/>
            <a:ext cx="2057178" cy="2171700"/>
          </a:xfrm>
        </p:spPr>
        <p:txBody>
          <a:bodyPr>
            <a:normAutofit/>
          </a:bodyPr>
          <a:lstStyle>
            <a:lvl1pPr marL="0" indent="0">
              <a:lnSpc>
                <a:spcPct val="90000"/>
              </a:lnSpc>
              <a:buNone/>
              <a:defRPr sz="1400"/>
            </a:lvl1pPr>
          </a:lstStyle>
          <a:p>
            <a:pPr lvl="0"/>
            <a:r>
              <a:rPr lang="en-US"/>
              <a:t>Click to edit Master text styles.</a:t>
            </a:r>
          </a:p>
        </p:txBody>
      </p:sp>
      <p:sp>
        <p:nvSpPr>
          <p:cNvPr id="25" name="Text Placeholder 25">
            <a:extLst>
              <a:ext uri="{FF2B5EF4-FFF2-40B4-BE49-F238E27FC236}">
                <a16:creationId xmlns:a16="http://schemas.microsoft.com/office/drawing/2014/main" id="{722031DF-9D7E-6147-222F-5139761D3CFF}"/>
              </a:ext>
            </a:extLst>
          </p:cNvPr>
          <p:cNvSpPr>
            <a:spLocks noGrp="1"/>
          </p:cNvSpPr>
          <p:nvPr>
            <p:ph type="body" sz="quarter" idx="25"/>
          </p:nvPr>
        </p:nvSpPr>
        <p:spPr>
          <a:xfrm>
            <a:off x="5524500" y="2400300"/>
            <a:ext cx="742950" cy="742950"/>
          </a:xfrm>
          <a:blipFill dpi="0" rotWithShape="1">
            <a:blip r:embed="rId2"/>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26" name="Text Placeholder 25">
            <a:extLst>
              <a:ext uri="{FF2B5EF4-FFF2-40B4-BE49-F238E27FC236}">
                <a16:creationId xmlns:a16="http://schemas.microsoft.com/office/drawing/2014/main" id="{95562051-68B7-ABF4-56A2-13928074D2B4}"/>
              </a:ext>
            </a:extLst>
          </p:cNvPr>
          <p:cNvSpPr>
            <a:spLocks noGrp="1"/>
          </p:cNvSpPr>
          <p:nvPr>
            <p:ph type="body" sz="quarter" idx="24"/>
          </p:nvPr>
        </p:nvSpPr>
        <p:spPr>
          <a:xfrm>
            <a:off x="3124200" y="2400300"/>
            <a:ext cx="742950" cy="742950"/>
          </a:xfrm>
          <a:blipFill dpi="0" rotWithShape="1">
            <a:blip r:embed="rId3"/>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27" name="Text Placeholder 25">
            <a:extLst>
              <a:ext uri="{FF2B5EF4-FFF2-40B4-BE49-F238E27FC236}">
                <a16:creationId xmlns:a16="http://schemas.microsoft.com/office/drawing/2014/main" id="{7D2D1AF7-9BE6-2166-6E98-FC02D67702BD}"/>
              </a:ext>
            </a:extLst>
          </p:cNvPr>
          <p:cNvSpPr>
            <a:spLocks noGrp="1"/>
          </p:cNvSpPr>
          <p:nvPr>
            <p:ph type="body" sz="quarter" idx="23"/>
          </p:nvPr>
        </p:nvSpPr>
        <p:spPr>
          <a:xfrm>
            <a:off x="723900" y="2400300"/>
            <a:ext cx="742950" cy="742950"/>
          </a:xfrm>
          <a:blipFill dpi="0" rotWithShape="1">
            <a:blip r:embed="rId4"/>
            <a:srcRect/>
            <a:tile tx="-177800" ty="190500" sx="100000" sy="100000" flip="none" algn="bl"/>
          </a:blipFill>
        </p:spPr>
        <p:txBody>
          <a:bodyPr>
            <a:normAutofit/>
          </a:bodyPr>
          <a:lstStyle>
            <a:lvl1pPr marL="0" indent="0">
              <a:buNone/>
              <a:defRPr sz="100">
                <a:noFill/>
              </a:defRPr>
            </a:lvl1pPr>
          </a:lstStyle>
          <a:p>
            <a:pPr lvl="0"/>
            <a:endParaRPr lang="en-US"/>
          </a:p>
        </p:txBody>
      </p:sp>
      <p:sp>
        <p:nvSpPr>
          <p:cNvPr id="28" name="Date Placeholder 27">
            <a:extLst>
              <a:ext uri="{FF2B5EF4-FFF2-40B4-BE49-F238E27FC236}">
                <a16:creationId xmlns:a16="http://schemas.microsoft.com/office/drawing/2014/main" id="{E638D9C1-5152-5F52-805D-D606C8B4A48E}"/>
              </a:ext>
            </a:extLst>
          </p:cNvPr>
          <p:cNvSpPr>
            <a:spLocks noGrp="1"/>
          </p:cNvSpPr>
          <p:nvPr>
            <p:ph type="dt" sz="half" idx="26"/>
          </p:nvPr>
        </p:nvSpPr>
        <p:spPr/>
        <p:txBody>
          <a:bodyPr/>
          <a:lstStyle/>
          <a:p>
            <a:r>
              <a:rPr lang="en-US"/>
              <a:t>Microsoft confidential</a:t>
            </a:r>
          </a:p>
        </p:txBody>
      </p:sp>
      <p:sp>
        <p:nvSpPr>
          <p:cNvPr id="29" name="Footer Placeholder 28">
            <a:extLst>
              <a:ext uri="{FF2B5EF4-FFF2-40B4-BE49-F238E27FC236}">
                <a16:creationId xmlns:a16="http://schemas.microsoft.com/office/drawing/2014/main" id="{504D6C79-0A7C-9DBA-85E8-5A0A045CCB3F}"/>
              </a:ext>
            </a:extLst>
          </p:cNvPr>
          <p:cNvSpPr>
            <a:spLocks noGrp="1"/>
          </p:cNvSpPr>
          <p:nvPr>
            <p:ph type="ftr" sz="quarter" idx="27"/>
          </p:nvPr>
        </p:nvSpPr>
        <p:spPr/>
        <p:txBody>
          <a:bodyPr/>
          <a:lstStyle/>
          <a:p>
            <a:r>
              <a:rPr lang="en-US"/>
              <a:t>Creating a scalable conversational UX</a:t>
            </a:r>
          </a:p>
        </p:txBody>
      </p:sp>
      <p:sp>
        <p:nvSpPr>
          <p:cNvPr id="30" name="Slide Number Placeholder 29">
            <a:extLst>
              <a:ext uri="{FF2B5EF4-FFF2-40B4-BE49-F238E27FC236}">
                <a16:creationId xmlns:a16="http://schemas.microsoft.com/office/drawing/2014/main" id="{35699041-328F-1780-D956-29E33CB57F7C}"/>
              </a:ext>
            </a:extLst>
          </p:cNvPr>
          <p:cNvSpPr>
            <a:spLocks noGrp="1"/>
          </p:cNvSpPr>
          <p:nvPr>
            <p:ph type="sldNum" sz="quarter" idx="28"/>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97874184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21" name="Text Placeholder 8">
            <a:extLst>
              <a:ext uri="{FF2B5EF4-FFF2-40B4-BE49-F238E27FC236}">
                <a16:creationId xmlns:a16="http://schemas.microsoft.com/office/drawing/2014/main" id="{6325F162-E83F-F35A-7739-63BB864C83FF}"/>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22" name="Text Placeholder 21">
            <a:extLst>
              <a:ext uri="{FF2B5EF4-FFF2-40B4-BE49-F238E27FC236}">
                <a16:creationId xmlns:a16="http://schemas.microsoft.com/office/drawing/2014/main" id="{342830CD-B068-6E3E-7D68-BFC9D6C22D42}"/>
              </a:ext>
            </a:extLst>
          </p:cNvPr>
          <p:cNvSpPr>
            <a:spLocks noGrp="1"/>
          </p:cNvSpPr>
          <p:nvPr>
            <p:ph type="body" sz="quarter" idx="50" hasCustomPrompt="1"/>
          </p:nvPr>
        </p:nvSpPr>
        <p:spPr>
          <a:xfrm>
            <a:off x="541020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3" name="Text Placeholder 22">
            <a:extLst>
              <a:ext uri="{FF2B5EF4-FFF2-40B4-BE49-F238E27FC236}">
                <a16:creationId xmlns:a16="http://schemas.microsoft.com/office/drawing/2014/main" id="{5C21A485-8FDE-0936-B795-9802D7ECE5F2}"/>
              </a:ext>
            </a:extLst>
          </p:cNvPr>
          <p:cNvSpPr>
            <a:spLocks noGrp="1"/>
          </p:cNvSpPr>
          <p:nvPr>
            <p:ph type="body" sz="quarter" idx="48" hasCustomPrompt="1"/>
          </p:nvPr>
        </p:nvSpPr>
        <p:spPr>
          <a:xfrm>
            <a:off x="541020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A8A2EA"/>
              </a:gs>
              <a:gs pos="100000">
                <a:srgbClr val="9FACED"/>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4" name="Text Placeholder 23">
            <a:extLst>
              <a:ext uri="{FF2B5EF4-FFF2-40B4-BE49-F238E27FC236}">
                <a16:creationId xmlns:a16="http://schemas.microsoft.com/office/drawing/2014/main" id="{305A2191-7FB8-744B-7103-4CBC5FCFD02E}"/>
              </a:ext>
            </a:extLst>
          </p:cNvPr>
          <p:cNvSpPr>
            <a:spLocks noGrp="1"/>
          </p:cNvSpPr>
          <p:nvPr>
            <p:ph type="body" sz="quarter" idx="49" hasCustomPrompt="1"/>
          </p:nvPr>
        </p:nvSpPr>
        <p:spPr>
          <a:xfrm>
            <a:off x="541020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5" name="Text Placeholder 24">
            <a:extLst>
              <a:ext uri="{FF2B5EF4-FFF2-40B4-BE49-F238E27FC236}">
                <a16:creationId xmlns:a16="http://schemas.microsoft.com/office/drawing/2014/main" id="{50EDCE07-60C8-34A3-7A8C-A4A17D19583E}"/>
              </a:ext>
            </a:extLst>
          </p:cNvPr>
          <p:cNvSpPr>
            <a:spLocks noGrp="1"/>
          </p:cNvSpPr>
          <p:nvPr>
            <p:ph type="body" sz="quarter" idx="51" hasCustomPrompt="1"/>
          </p:nvPr>
        </p:nvSpPr>
        <p:spPr>
          <a:xfrm>
            <a:off x="723900" y="2005098"/>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6" name="Text Placeholder 25">
            <a:extLst>
              <a:ext uri="{FF2B5EF4-FFF2-40B4-BE49-F238E27FC236}">
                <a16:creationId xmlns:a16="http://schemas.microsoft.com/office/drawing/2014/main" id="{B20017F9-8D4C-DA30-91AA-68549AAB5BEB}"/>
              </a:ext>
            </a:extLst>
          </p:cNvPr>
          <p:cNvSpPr>
            <a:spLocks noGrp="1"/>
          </p:cNvSpPr>
          <p:nvPr>
            <p:ph type="body" sz="quarter" idx="52" hasCustomPrompt="1"/>
          </p:nvPr>
        </p:nvSpPr>
        <p:spPr>
          <a:xfrm>
            <a:off x="723900" y="2005098"/>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BA8CE4"/>
              </a:gs>
              <a:gs pos="100000">
                <a:srgbClr val="B296E6"/>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7" name="Text Placeholder 26">
            <a:extLst>
              <a:ext uri="{FF2B5EF4-FFF2-40B4-BE49-F238E27FC236}">
                <a16:creationId xmlns:a16="http://schemas.microsoft.com/office/drawing/2014/main" id="{B3187AAD-E086-F7A2-AE44-EEE4CDB4E460}"/>
              </a:ext>
            </a:extLst>
          </p:cNvPr>
          <p:cNvSpPr>
            <a:spLocks noGrp="1"/>
          </p:cNvSpPr>
          <p:nvPr>
            <p:ph type="body" sz="quarter" idx="53" hasCustomPrompt="1"/>
          </p:nvPr>
        </p:nvSpPr>
        <p:spPr>
          <a:xfrm>
            <a:off x="723900" y="5488912"/>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8" name="Text Placeholder 27">
            <a:extLst>
              <a:ext uri="{FF2B5EF4-FFF2-40B4-BE49-F238E27FC236}">
                <a16:creationId xmlns:a16="http://schemas.microsoft.com/office/drawing/2014/main" id="{7A479736-8C67-2946-027A-6C823D6ADD16}"/>
              </a:ext>
            </a:extLst>
          </p:cNvPr>
          <p:cNvSpPr>
            <a:spLocks noGrp="1"/>
          </p:cNvSpPr>
          <p:nvPr>
            <p:ph type="body" sz="quarter" idx="54" hasCustomPrompt="1"/>
          </p:nvPr>
        </p:nvSpPr>
        <p:spPr>
          <a:xfrm>
            <a:off x="306705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9" name="Text Placeholder 28">
            <a:extLst>
              <a:ext uri="{FF2B5EF4-FFF2-40B4-BE49-F238E27FC236}">
                <a16:creationId xmlns:a16="http://schemas.microsoft.com/office/drawing/2014/main" id="{618173BF-5547-ABF6-6949-652E20CE2862}"/>
              </a:ext>
            </a:extLst>
          </p:cNvPr>
          <p:cNvSpPr>
            <a:spLocks noGrp="1"/>
          </p:cNvSpPr>
          <p:nvPr>
            <p:ph type="body" sz="quarter" idx="55" hasCustomPrompt="1"/>
          </p:nvPr>
        </p:nvSpPr>
        <p:spPr>
          <a:xfrm>
            <a:off x="306705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AC95E3"/>
              </a:gs>
              <a:gs pos="100000">
                <a:srgbClr val="A9A2EB"/>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30" name="Text Placeholder 29">
            <a:extLst>
              <a:ext uri="{FF2B5EF4-FFF2-40B4-BE49-F238E27FC236}">
                <a16:creationId xmlns:a16="http://schemas.microsoft.com/office/drawing/2014/main" id="{F6726FFB-AED2-307D-7680-2271A99F9442}"/>
              </a:ext>
            </a:extLst>
          </p:cNvPr>
          <p:cNvSpPr>
            <a:spLocks noGrp="1"/>
          </p:cNvSpPr>
          <p:nvPr>
            <p:ph type="body" sz="quarter" idx="56" hasCustomPrompt="1"/>
          </p:nvPr>
        </p:nvSpPr>
        <p:spPr>
          <a:xfrm>
            <a:off x="306705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31" name="Picture Placeholder 42">
            <a:extLst>
              <a:ext uri="{FF2B5EF4-FFF2-40B4-BE49-F238E27FC236}">
                <a16:creationId xmlns:a16="http://schemas.microsoft.com/office/drawing/2014/main" id="{DCFF8CD4-8B2E-750C-CB76-A5E32271818F}"/>
              </a:ext>
            </a:extLst>
          </p:cNvPr>
          <p:cNvSpPr>
            <a:spLocks noGrp="1"/>
          </p:cNvSpPr>
          <p:nvPr>
            <p:ph type="pic" sz="quarter" idx="57"/>
          </p:nvPr>
        </p:nvSpPr>
        <p:spPr>
          <a:xfrm>
            <a:off x="5410200" y="2743200"/>
            <a:ext cx="2173671" cy="2743200"/>
          </a:xfrm>
        </p:spPr>
        <p:txBody>
          <a:bodyPr/>
          <a:lstStyle/>
          <a:p>
            <a:endParaRPr lang="en-US"/>
          </a:p>
        </p:txBody>
      </p:sp>
      <p:sp>
        <p:nvSpPr>
          <p:cNvPr id="32" name="Picture Placeholder 42">
            <a:extLst>
              <a:ext uri="{FF2B5EF4-FFF2-40B4-BE49-F238E27FC236}">
                <a16:creationId xmlns:a16="http://schemas.microsoft.com/office/drawing/2014/main" id="{0D102266-C6FD-539E-19BB-5104EAA09266}"/>
              </a:ext>
            </a:extLst>
          </p:cNvPr>
          <p:cNvSpPr>
            <a:spLocks noGrp="1"/>
          </p:cNvSpPr>
          <p:nvPr>
            <p:ph type="pic" sz="quarter" idx="58"/>
          </p:nvPr>
        </p:nvSpPr>
        <p:spPr>
          <a:xfrm>
            <a:off x="3067050" y="2743200"/>
            <a:ext cx="2173671" cy="2743200"/>
          </a:xfrm>
        </p:spPr>
        <p:txBody>
          <a:bodyPr/>
          <a:lstStyle/>
          <a:p>
            <a:endParaRPr lang="en-US"/>
          </a:p>
        </p:txBody>
      </p:sp>
      <p:sp>
        <p:nvSpPr>
          <p:cNvPr id="33" name="Picture Placeholder 42">
            <a:extLst>
              <a:ext uri="{FF2B5EF4-FFF2-40B4-BE49-F238E27FC236}">
                <a16:creationId xmlns:a16="http://schemas.microsoft.com/office/drawing/2014/main" id="{AE37CECF-712D-9943-18BC-4B27C6E4F574}"/>
              </a:ext>
            </a:extLst>
          </p:cNvPr>
          <p:cNvSpPr>
            <a:spLocks noGrp="1"/>
          </p:cNvSpPr>
          <p:nvPr>
            <p:ph type="pic" sz="quarter" idx="59"/>
          </p:nvPr>
        </p:nvSpPr>
        <p:spPr>
          <a:xfrm>
            <a:off x="725871" y="2743200"/>
            <a:ext cx="2171700" cy="2743200"/>
          </a:xfrm>
        </p:spPr>
        <p:txBody>
          <a:bodyPr/>
          <a:lstStyle/>
          <a:p>
            <a:endParaRPr lang="en-US"/>
          </a:p>
        </p:txBody>
      </p:sp>
      <p:sp>
        <p:nvSpPr>
          <p:cNvPr id="34" name="Date Placeholder 33">
            <a:extLst>
              <a:ext uri="{FF2B5EF4-FFF2-40B4-BE49-F238E27FC236}">
                <a16:creationId xmlns:a16="http://schemas.microsoft.com/office/drawing/2014/main" id="{B740A999-439F-2330-8368-51DAC8999F51}"/>
              </a:ext>
            </a:extLst>
          </p:cNvPr>
          <p:cNvSpPr>
            <a:spLocks noGrp="1"/>
          </p:cNvSpPr>
          <p:nvPr>
            <p:ph type="dt" sz="half" idx="60"/>
          </p:nvPr>
        </p:nvSpPr>
        <p:spPr/>
        <p:txBody>
          <a:bodyPr/>
          <a:lstStyle/>
          <a:p>
            <a:r>
              <a:rPr lang="en-US"/>
              <a:t>Microsoft confidential</a:t>
            </a:r>
          </a:p>
        </p:txBody>
      </p:sp>
      <p:sp>
        <p:nvSpPr>
          <p:cNvPr id="35" name="Footer Placeholder 34">
            <a:extLst>
              <a:ext uri="{FF2B5EF4-FFF2-40B4-BE49-F238E27FC236}">
                <a16:creationId xmlns:a16="http://schemas.microsoft.com/office/drawing/2014/main" id="{6EDCACCB-C61D-0C23-67AE-CB5AF3818D54}"/>
              </a:ext>
            </a:extLst>
          </p:cNvPr>
          <p:cNvSpPr>
            <a:spLocks noGrp="1"/>
          </p:cNvSpPr>
          <p:nvPr>
            <p:ph type="ftr" sz="quarter" idx="61"/>
          </p:nvPr>
        </p:nvSpPr>
        <p:spPr/>
        <p:txBody>
          <a:bodyPr/>
          <a:lstStyle/>
          <a:p>
            <a:r>
              <a:rPr lang="en-US"/>
              <a:t>Creating a scalable conversational UX</a:t>
            </a:r>
          </a:p>
        </p:txBody>
      </p:sp>
      <p:sp>
        <p:nvSpPr>
          <p:cNvPr id="36" name="Slide Number Placeholder 35">
            <a:extLst>
              <a:ext uri="{FF2B5EF4-FFF2-40B4-BE49-F238E27FC236}">
                <a16:creationId xmlns:a16="http://schemas.microsoft.com/office/drawing/2014/main" id="{DF91C99E-5BD5-1183-E5A4-724565240135}"/>
              </a:ext>
            </a:extLst>
          </p:cNvPr>
          <p:cNvSpPr>
            <a:spLocks noGrp="1"/>
          </p:cNvSpPr>
          <p:nvPr>
            <p:ph type="sldNum" sz="quarter" idx="62"/>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356369593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ption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B5441F-36A5-717B-0919-0FC544144CA4}"/>
              </a:ext>
            </a:extLst>
          </p:cNvPr>
          <p:cNvSpPr/>
          <p:nvPr userDrawn="1"/>
        </p:nvSpPr>
        <p:spPr>
          <a:xfrm>
            <a:off x="4381500" y="0"/>
            <a:ext cx="781050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6810C5D6-BE0E-81CA-D041-F375BC16290F}"/>
              </a:ext>
            </a:extLst>
          </p:cNvPr>
          <p:cNvSpPr>
            <a:spLocks noGrp="1"/>
          </p:cNvSpPr>
          <p:nvPr>
            <p:ph type="title"/>
          </p:nvPr>
        </p:nvSpPr>
        <p:spPr>
          <a:xfrm>
            <a:off x="731839" y="1018911"/>
            <a:ext cx="3192461" cy="775597"/>
          </a:xfrm>
        </p:spPr>
        <p:txBody>
          <a:bodyPr anchor="b">
            <a:sp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2C686E56-D7FD-ADB2-F8E0-67414A061562}"/>
              </a:ext>
            </a:extLst>
          </p:cNvPr>
          <p:cNvSpPr>
            <a:spLocks noGrp="1"/>
          </p:cNvSpPr>
          <p:nvPr>
            <p:ph type="body" sz="half" idx="2"/>
          </p:nvPr>
        </p:nvSpPr>
        <p:spPr>
          <a:xfrm>
            <a:off x="731839" y="2000250"/>
            <a:ext cx="3192461" cy="4171950"/>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F7F7D32A-2256-96E0-3DE9-C3313E337E7A}"/>
              </a:ext>
            </a:extLst>
          </p:cNvPr>
          <p:cNvSpPr>
            <a:spLocks noGrp="1"/>
          </p:cNvSpPr>
          <p:nvPr>
            <p:ph idx="1"/>
          </p:nvPr>
        </p:nvSpPr>
        <p:spPr>
          <a:xfrm>
            <a:off x="5067300" y="1085850"/>
            <a:ext cx="6172198" cy="5073993"/>
          </a:xfrm>
        </p:spPr>
        <p:txBody>
          <a:bodyPr>
            <a:normAutofit/>
          </a:bodyPr>
          <a:lstStyle>
            <a:lvl1pPr>
              <a:defRPr sz="2000">
                <a:solidFill>
                  <a:schemeClr val="tx2"/>
                </a:solidFill>
              </a:defRPr>
            </a:lvl1pPr>
            <a:lvl2pPr>
              <a:lnSpc>
                <a:spcPct val="100000"/>
              </a:lnSpc>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AC04BFB5-B21E-FB36-8F69-C8B5ECCFF32D}"/>
              </a:ext>
            </a:extLst>
          </p:cNvPr>
          <p:cNvSpPr>
            <a:spLocks noGrp="1"/>
          </p:cNvSpPr>
          <p:nvPr>
            <p:ph type="dt" sz="half" idx="10"/>
          </p:nvPr>
        </p:nvSpPr>
        <p:spPr/>
        <p:txBody>
          <a:bodyPr/>
          <a:lstStyle/>
          <a:p>
            <a:r>
              <a:rPr lang="en-US"/>
              <a:t>Microsoft confidential</a:t>
            </a:r>
          </a:p>
        </p:txBody>
      </p:sp>
      <p:sp>
        <p:nvSpPr>
          <p:cNvPr id="29" name="Footer Placeholder 28">
            <a:extLst>
              <a:ext uri="{FF2B5EF4-FFF2-40B4-BE49-F238E27FC236}">
                <a16:creationId xmlns:a16="http://schemas.microsoft.com/office/drawing/2014/main" id="{6364E18D-8700-21BD-F5EE-A702FB90A761}"/>
              </a:ext>
            </a:extLst>
          </p:cNvPr>
          <p:cNvSpPr>
            <a:spLocks noGrp="1"/>
          </p:cNvSpPr>
          <p:nvPr>
            <p:ph type="ftr" sz="quarter" idx="11"/>
          </p:nvPr>
        </p:nvSpPr>
        <p:spPr/>
        <p:txBody>
          <a:bodyPr/>
          <a:lstStyle/>
          <a:p>
            <a:r>
              <a:rPr lang="en-US"/>
              <a:t>Creating a scalable conversational UX</a:t>
            </a:r>
          </a:p>
        </p:txBody>
      </p:sp>
      <p:sp>
        <p:nvSpPr>
          <p:cNvPr id="30" name="Slide Number Placeholder 29">
            <a:extLst>
              <a:ext uri="{FF2B5EF4-FFF2-40B4-BE49-F238E27FC236}">
                <a16:creationId xmlns:a16="http://schemas.microsoft.com/office/drawing/2014/main" id="{83682194-0BAE-2337-E73E-B858952DB378}"/>
              </a:ext>
            </a:extLst>
          </p:cNvPr>
          <p:cNvSpPr>
            <a:spLocks noGrp="1"/>
          </p:cNvSpPr>
          <p:nvPr>
            <p:ph type="sldNum" sz="quarter" idx="12"/>
          </p:nvPr>
        </p:nvSpPr>
        <p:spPr/>
        <p:txBody>
          <a:bodyPr/>
          <a:lstStyle/>
          <a:p>
            <a:fld id="{9406BE13-FF2C-3A41-A53B-D6BC2DDA0AE5}" type="slidenum">
              <a:rPr lang="en-US" smtClean="0"/>
              <a:pPr/>
              <a:t>‹#›</a:t>
            </a:fld>
            <a:endParaRPr lang="en-US"/>
          </a:p>
        </p:txBody>
      </p:sp>
    </p:spTree>
    <p:extLst>
      <p:ext uri="{BB962C8B-B14F-4D97-AF65-F5344CB8AC3E}">
        <p14:creationId xmlns:p14="http://schemas.microsoft.com/office/powerpoint/2010/main" val="228124933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192">
          <p15:clr>
            <a:srgbClr val="5ACBF0"/>
          </p15:clr>
        </p15:guide>
        <p15:guide id="2" pos="2472">
          <p15:clr>
            <a:srgbClr val="5ACBF0"/>
          </p15:clr>
        </p15:guide>
        <p15:guide id="3" orient="horz" pos="468">
          <p15:clr>
            <a:srgbClr val="9FCC3B"/>
          </p15:clr>
        </p15:guide>
        <p15:guide id="4" orient="horz" pos="1080">
          <p15:clr>
            <a:srgbClr val="9FCC3B"/>
          </p15:clr>
        </p15:guide>
        <p15:guide id="5" orient="horz" pos="684">
          <p15:clr>
            <a:srgbClr val="5ACBF0"/>
          </p15:clr>
        </p15:guide>
        <p15:guide id="6" orient="horz" pos="3888">
          <p15:clr>
            <a:srgbClr val="5ACBF0"/>
          </p15:clr>
        </p15:guide>
        <p15:guide id="7" pos="7080">
          <p15:clr>
            <a:srgbClr val="5ACBF0"/>
          </p15:clr>
        </p15:guide>
        <p15:guide id="8" orient="horz" pos="1260">
          <p15:clr>
            <a:srgbClr val="5ACBF0"/>
          </p15:clr>
        </p15:guide>
        <p15:guide id="9" pos="27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900" y="542926"/>
            <a:ext cx="10515600" cy="257174"/>
          </a:xfrm>
        </p:spPr>
        <p:txBody>
          <a:bodyPr anchor="b">
            <a:no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3" name="Text Placeholder 8">
            <a:extLst>
              <a:ext uri="{FF2B5EF4-FFF2-40B4-BE49-F238E27FC236}">
                <a16:creationId xmlns:a16="http://schemas.microsoft.com/office/drawing/2014/main" id="{E194B6BC-F57D-39EE-F228-5EEAC20F4513}"/>
              </a:ext>
            </a:extLst>
          </p:cNvPr>
          <p:cNvSpPr>
            <a:spLocks noGrp="1"/>
          </p:cNvSpPr>
          <p:nvPr>
            <p:ph type="body" sz="quarter" idx="15"/>
          </p:nvPr>
        </p:nvSpPr>
        <p:spPr>
          <a:xfrm>
            <a:off x="723900" y="742950"/>
            <a:ext cx="10515598"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4" name="Date Placeholder 13">
            <a:extLst>
              <a:ext uri="{FF2B5EF4-FFF2-40B4-BE49-F238E27FC236}">
                <a16:creationId xmlns:a16="http://schemas.microsoft.com/office/drawing/2014/main" id="{3174A77F-C0D1-8B49-6E03-45198C1F91AA}"/>
              </a:ext>
            </a:extLst>
          </p:cNvPr>
          <p:cNvSpPr>
            <a:spLocks noGrp="1"/>
          </p:cNvSpPr>
          <p:nvPr>
            <p:ph type="dt" sz="half" idx="16"/>
          </p:nvPr>
        </p:nvSpPr>
        <p:spPr/>
        <p:txBody>
          <a:bodyPr/>
          <a:lstStyle/>
          <a:p>
            <a:r>
              <a:rPr lang="en-US"/>
              <a:t>Microsoft confidential</a:t>
            </a:r>
          </a:p>
        </p:txBody>
      </p:sp>
      <p:sp>
        <p:nvSpPr>
          <p:cNvPr id="15" name="Footer Placeholder 14">
            <a:extLst>
              <a:ext uri="{FF2B5EF4-FFF2-40B4-BE49-F238E27FC236}">
                <a16:creationId xmlns:a16="http://schemas.microsoft.com/office/drawing/2014/main" id="{C2AD537F-3EA1-D89E-3AB6-381327B64022}"/>
              </a:ext>
            </a:extLst>
          </p:cNvPr>
          <p:cNvSpPr>
            <a:spLocks noGrp="1"/>
          </p:cNvSpPr>
          <p:nvPr>
            <p:ph type="ftr" sz="quarter" idx="17"/>
          </p:nvPr>
        </p:nvSpPr>
        <p:spPr/>
        <p:txBody>
          <a:bodyPr/>
          <a:lstStyle/>
          <a:p>
            <a:r>
              <a:rPr lang="en-US"/>
              <a:t>Creating a scalable conversational UX</a:t>
            </a:r>
          </a:p>
        </p:txBody>
      </p:sp>
      <p:sp>
        <p:nvSpPr>
          <p:cNvPr id="16" name="Slide Number Placeholder 15">
            <a:extLst>
              <a:ext uri="{FF2B5EF4-FFF2-40B4-BE49-F238E27FC236}">
                <a16:creationId xmlns:a16="http://schemas.microsoft.com/office/drawing/2014/main" id="{2F8B7D47-DBDE-7938-7BF3-99BBA52FC527}"/>
              </a:ext>
            </a:extLst>
          </p:cNvPr>
          <p:cNvSpPr>
            <a:spLocks noGrp="1"/>
          </p:cNvSpPr>
          <p:nvPr>
            <p:ph type="sldNum" sz="quarter" idx="18"/>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09334588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7080">
          <p15:clr>
            <a:srgbClr val="5ACBF0"/>
          </p15:clr>
        </p15:guide>
        <p15:guide id="2" orient="horz" pos="1080">
          <p15:clr>
            <a:srgbClr val="9FCC3B"/>
          </p15:clr>
        </p15:guide>
        <p15:guide id="3" orient="horz" pos="468">
          <p15:clr>
            <a:srgbClr val="9FCC3B"/>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4" name="Date Placeholder 13">
            <a:extLst>
              <a:ext uri="{FF2B5EF4-FFF2-40B4-BE49-F238E27FC236}">
                <a16:creationId xmlns:a16="http://schemas.microsoft.com/office/drawing/2014/main" id="{BF70D728-6391-C6A7-990F-15AEFC949BE5}"/>
              </a:ext>
            </a:extLst>
          </p:cNvPr>
          <p:cNvSpPr>
            <a:spLocks noGrp="1"/>
          </p:cNvSpPr>
          <p:nvPr>
            <p:ph type="dt" sz="half" idx="10"/>
          </p:nvPr>
        </p:nvSpPr>
        <p:spPr/>
        <p:txBody>
          <a:bodyPr/>
          <a:lstStyle/>
          <a:p>
            <a:r>
              <a:rPr lang="en-US"/>
              <a:t>Microsoft confidential</a:t>
            </a:r>
          </a:p>
        </p:txBody>
      </p:sp>
      <p:sp>
        <p:nvSpPr>
          <p:cNvPr id="15" name="Footer Placeholder 14">
            <a:extLst>
              <a:ext uri="{FF2B5EF4-FFF2-40B4-BE49-F238E27FC236}">
                <a16:creationId xmlns:a16="http://schemas.microsoft.com/office/drawing/2014/main" id="{E0B93BD2-4A5B-AE69-BC2C-D5C57EA4A845}"/>
              </a:ext>
            </a:extLst>
          </p:cNvPr>
          <p:cNvSpPr>
            <a:spLocks noGrp="1"/>
          </p:cNvSpPr>
          <p:nvPr>
            <p:ph type="ftr" sz="quarter" idx="11"/>
          </p:nvPr>
        </p:nvSpPr>
        <p:spPr/>
        <p:txBody>
          <a:bodyPr/>
          <a:lstStyle/>
          <a:p>
            <a:r>
              <a:rPr lang="en-US"/>
              <a:t>Creating a scalable conversational UX</a:t>
            </a:r>
          </a:p>
        </p:txBody>
      </p:sp>
      <p:sp>
        <p:nvSpPr>
          <p:cNvPr id="16" name="Slide Number Placeholder 15">
            <a:extLst>
              <a:ext uri="{FF2B5EF4-FFF2-40B4-BE49-F238E27FC236}">
                <a16:creationId xmlns:a16="http://schemas.microsoft.com/office/drawing/2014/main" id="{AD20D6D1-61B5-6896-D1A0-BCE64CFEF2DF}"/>
              </a:ext>
            </a:extLst>
          </p:cNvPr>
          <p:cNvSpPr>
            <a:spLocks noGrp="1"/>
          </p:cNvSpPr>
          <p:nvPr>
            <p:ph type="sldNum" sz="quarter" idx="12"/>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200692295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708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70248-5627-5063-B2CC-3E377AE934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61F620-15E5-08A9-9B7D-E6D8B82471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D491B6-6452-0320-BF2A-990FECD4843A}"/>
              </a:ext>
            </a:extLst>
          </p:cNvPr>
          <p:cNvSpPr>
            <a:spLocks noGrp="1"/>
          </p:cNvSpPr>
          <p:nvPr>
            <p:ph type="dt" sz="half" idx="10"/>
          </p:nvPr>
        </p:nvSpPr>
        <p:spPr/>
        <p:txBody>
          <a:bodyPr/>
          <a:lstStyle/>
          <a:p>
            <a:fld id="{FC65319A-AAF3-5A47-B212-983AF94B5AB4}" type="datetimeFigureOut">
              <a:rPr lang="en-US" smtClean="0"/>
              <a:t>4/9/2026</a:t>
            </a:fld>
            <a:endParaRPr lang="en-US"/>
          </a:p>
        </p:txBody>
      </p:sp>
      <p:sp>
        <p:nvSpPr>
          <p:cNvPr id="5" name="Footer Placeholder 4">
            <a:extLst>
              <a:ext uri="{FF2B5EF4-FFF2-40B4-BE49-F238E27FC236}">
                <a16:creationId xmlns:a16="http://schemas.microsoft.com/office/drawing/2014/main" id="{F544FE2B-B44B-013F-DCBE-66F06BA83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6F2A44-4D97-BB65-E4A0-DA1A56EB9AF0}"/>
              </a:ext>
            </a:extLst>
          </p:cNvPr>
          <p:cNvSpPr>
            <a:spLocks noGrp="1"/>
          </p:cNvSpPr>
          <p:nvPr>
            <p:ph type="sldNum" sz="quarter" idx="12"/>
          </p:nvPr>
        </p:nvSpPr>
        <p:spPr/>
        <p:txBody>
          <a:bodyPr/>
          <a:lstStyle/>
          <a:p>
            <a:fld id="{9BAD7FDB-5347-984B-BC29-1B6693402A92}" type="slidenum">
              <a:rPr lang="en-US" smtClean="0"/>
              <a:t>‹#›</a:t>
            </a:fld>
            <a:endParaRPr lang="en-US"/>
          </a:p>
        </p:txBody>
      </p:sp>
    </p:spTree>
    <p:extLst>
      <p:ext uri="{BB962C8B-B14F-4D97-AF65-F5344CB8AC3E}">
        <p14:creationId xmlns:p14="http://schemas.microsoft.com/office/powerpoint/2010/main" val="278467615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652896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56729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p15:clr>
            <a:srgbClr val="5ACBF0"/>
          </p15:clr>
        </p15:guide>
        <p15:guide id="8" pos="4871">
          <p15:clr>
            <a:srgbClr val="5ACBF0"/>
          </p15:clr>
        </p15:guide>
        <p15:guide id="9" pos="5251">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olorful background with a curved line&#10;&#10;Description automatically generated">
            <a:extLst>
              <a:ext uri="{FF2B5EF4-FFF2-40B4-BE49-F238E27FC236}">
                <a16:creationId xmlns:a16="http://schemas.microsoft.com/office/drawing/2014/main" id="{39E5FF5B-8E1A-96D7-2D01-8DDA2FA4332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1"/>
            <a:ext cx="12192000" cy="6858000"/>
          </a:xfrm>
          <a:prstGeom prst="rect">
            <a:avLst/>
          </a:prstGeom>
          <a:solidFill>
            <a:srgbClr val="FDBB9B"/>
          </a:solidFill>
        </p:spPr>
      </p:pic>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3" name="Picture 2" descr="Graphical user interface&#10;&#10;Description automatically generated">
            <a:extLst>
              <a:ext uri="{FF2B5EF4-FFF2-40B4-BE49-F238E27FC236}">
                <a16:creationId xmlns:a16="http://schemas.microsoft.com/office/drawing/2014/main" id="{CC8419CC-937C-4612-318D-C89C46D75ACC}"/>
              </a:ext>
            </a:extLst>
          </p:cNvPr>
          <p:cNvPicPr>
            <a:picLocks noChangeAspect="1"/>
          </p:cNvPicPr>
          <p:nvPr userDrawn="1"/>
        </p:nvPicPr>
        <p:blipFill>
          <a:blip r:embed="rId4">
            <a:alphaModFix/>
            <a:duotone>
              <a:prstClr val="black"/>
              <a:schemeClr val="bg1">
                <a:tint val="45000"/>
                <a:satMod val="400000"/>
              </a:schemeClr>
            </a:duotone>
            <a:extLst>
              <a:ext uri="{BEBA8EAE-BF5A-486C-A8C5-ECC9F3942E4B}">
                <a14:imgProps xmlns:a14="http://schemas.microsoft.com/office/drawing/2010/main">
                  <a14:imgLayer r:embed="rId5">
                    <a14:imgEffect>
                      <a14:colorTemperature colorTemp="11500"/>
                    </a14:imgEffect>
                    <a14:imgEffect>
                      <a14:saturation sat="400000"/>
                    </a14:imgEffect>
                    <a14:imgEffect>
                      <a14:brightnessContrast bright="-100000"/>
                    </a14:imgEffect>
                  </a14:imgLayer>
                </a14:imgProps>
              </a:ext>
            </a:extLst>
          </a:blip>
          <a:stretch>
            <a:fillRect/>
          </a:stretch>
        </p:blipFill>
        <p:spPr>
          <a:xfrm>
            <a:off x="308694" y="317876"/>
            <a:ext cx="2487618" cy="810446"/>
          </a:xfrm>
          <a:prstGeom prst="rect">
            <a:avLst/>
          </a:prstGeom>
        </p:spPr>
      </p:pic>
    </p:spTree>
    <p:extLst>
      <p:ext uri="{BB962C8B-B14F-4D97-AF65-F5344CB8AC3E}">
        <p14:creationId xmlns:p14="http://schemas.microsoft.com/office/powerpoint/2010/main" val="18214176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lvl1pPr>
              <a:defRPr>
                <a:solidFill>
                  <a:srgbClr val="000000"/>
                </a:solidFill>
              </a:defRPr>
            </a:lvl1pPr>
          </a:lstStyle>
          <a:p>
            <a:r>
              <a:rPr lang="en-US"/>
              <a:t>Click to edit Master title style</a:t>
            </a:r>
          </a:p>
        </p:txBody>
      </p:sp>
    </p:spTree>
    <p:extLst>
      <p:ext uri="{BB962C8B-B14F-4D97-AF65-F5344CB8AC3E}">
        <p14:creationId xmlns:p14="http://schemas.microsoft.com/office/powerpoint/2010/main" val="95034800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3B5E3-C5AA-3993-E3DD-97D526E05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AE1D1-0AED-07DA-F166-AB775688A8BC}"/>
              </a:ext>
            </a:extLst>
          </p:cNvPr>
          <p:cNvSpPr>
            <a:spLocks noGrp="1"/>
          </p:cNvSpPr>
          <p:nvPr>
            <p:ph type="dt" sz="half" idx="10"/>
          </p:nvPr>
        </p:nvSpPr>
        <p:spPr/>
        <p:txBody>
          <a:bodyPr/>
          <a:lstStyle/>
          <a:p>
            <a:fld id="{BB9B15E9-4CAA-7344-821B-A20632249381}" type="datetimeFigureOut">
              <a:rPr lang="en-US" smtClean="0"/>
              <a:t>4/9/2026</a:t>
            </a:fld>
            <a:endParaRPr lang="en-US"/>
          </a:p>
        </p:txBody>
      </p:sp>
      <p:sp>
        <p:nvSpPr>
          <p:cNvPr id="4" name="Footer Placeholder 3">
            <a:extLst>
              <a:ext uri="{FF2B5EF4-FFF2-40B4-BE49-F238E27FC236}">
                <a16:creationId xmlns:a16="http://schemas.microsoft.com/office/drawing/2014/main" id="{401A74C5-5E2E-4331-D2AD-21A3ED9D8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4A2180-9639-4A6E-C903-BE5E6680D33C}"/>
              </a:ext>
            </a:extLst>
          </p:cNvPr>
          <p:cNvSpPr>
            <a:spLocks noGrp="1"/>
          </p:cNvSpPr>
          <p:nvPr>
            <p:ph type="sldNum" sz="quarter" idx="12"/>
          </p:nvPr>
        </p:nvSpPr>
        <p:spPr/>
        <p:txBody>
          <a:bodyPr/>
          <a:lstStyle/>
          <a:p>
            <a:fld id="{BFE77BFE-6C67-2042-B964-D627EFF85AC2}" type="slidenum">
              <a:rPr lang="en-US" smtClean="0"/>
              <a:t>‹#›</a:t>
            </a:fld>
            <a:endParaRPr lang="en-US"/>
          </a:p>
        </p:txBody>
      </p:sp>
    </p:spTree>
    <p:extLst>
      <p:ext uri="{BB962C8B-B14F-4D97-AF65-F5344CB8AC3E}">
        <p14:creationId xmlns:p14="http://schemas.microsoft.com/office/powerpoint/2010/main" val="381099971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3">
              <a:alphaModFix/>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288304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40">
          <p15:clr>
            <a:srgbClr val="A4A3A4"/>
          </p15:clr>
        </p15:guide>
        <p15:guide id="7" pos="878">
          <p15:clr>
            <a:srgbClr val="A4A3A4"/>
          </p15:clr>
        </p15:guide>
        <p15:guide id="8" pos="1348">
          <p15:clr>
            <a:srgbClr val="A4A3A4"/>
          </p15:clr>
        </p15:guide>
        <p15:guide id="9" pos="1486">
          <p15:clr>
            <a:srgbClr val="A4A3A4"/>
          </p15:clr>
        </p15:guide>
        <p15:guide id="10" pos="1952">
          <p15:clr>
            <a:srgbClr val="A4A3A4"/>
          </p15:clr>
        </p15:guide>
        <p15:guide id="11" pos="2091">
          <p15:clr>
            <a:srgbClr val="A4A3A4"/>
          </p15:clr>
        </p15:guide>
        <p15:guide id="12" pos="2560">
          <p15:clr>
            <a:srgbClr val="A4A3A4"/>
          </p15:clr>
        </p15:guide>
        <p15:guide id="13" pos="2695">
          <p15:clr>
            <a:srgbClr val="A4A3A4"/>
          </p15:clr>
        </p15:guide>
        <p15:guide id="14" pos="3164">
          <p15:clr>
            <a:srgbClr val="A4A3A4"/>
          </p15:clr>
        </p15:guide>
        <p15:guide id="15" pos="3300">
          <p15:clr>
            <a:srgbClr val="A4A3A4"/>
          </p15:clr>
        </p15:guide>
        <p15:guide id="16" pos="3772">
          <p15:clr>
            <a:srgbClr val="A4A3A4"/>
          </p15:clr>
        </p15:guide>
        <p15:guide id="17" pos="3908">
          <p15:clr>
            <a:srgbClr val="A4A3A4"/>
          </p15:clr>
        </p15:guide>
        <p15:guide id="18" pos="4380">
          <p15:clr>
            <a:srgbClr val="A4A3A4"/>
          </p15:clr>
        </p15:guide>
        <p15:guide id="19" pos="4516">
          <p15:clr>
            <a:srgbClr val="A4A3A4"/>
          </p15:clr>
        </p15:guide>
        <p15:guide id="20" pos="4985">
          <p15:clr>
            <a:srgbClr val="A4A3A4"/>
          </p15:clr>
        </p15:guide>
        <p15:guide id="21" pos="5120">
          <p15:clr>
            <a:srgbClr val="A4A3A4"/>
          </p15:clr>
        </p15:guide>
        <p15:guide id="22" pos="5589">
          <p15:clr>
            <a:srgbClr val="A4A3A4"/>
          </p15:clr>
        </p15:guide>
        <p15:guide id="23" pos="5728">
          <p15:clr>
            <a:srgbClr val="A4A3A4"/>
          </p15:clr>
        </p15:guide>
        <p15:guide id="24" pos="6194">
          <p15:clr>
            <a:srgbClr val="A4A3A4"/>
          </p15:clr>
        </p15:guide>
        <p15:guide id="25" pos="6332">
          <p15:clr>
            <a:srgbClr val="A4A3A4"/>
          </p15:clr>
        </p15:guide>
        <p15:guide id="26" pos="6802">
          <p15:clr>
            <a:srgbClr val="A4A3A4"/>
          </p15:clr>
        </p15:guide>
        <p15:guide id="27" pos="6940">
          <p15:clr>
            <a:srgbClr val="A4A3A4"/>
          </p15:clr>
        </p15:guide>
        <p15:guide id="28" orient="horz" pos="905">
          <p15:clr>
            <a:srgbClr val="5ACBF0"/>
          </p15:clr>
        </p15:guide>
        <p15:guide id="29" orient="horz" pos="1271">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bg1"/>
                </a:solidFill>
                <a:latin typeface="+mj-lt"/>
              </a:rPr>
              <a:t>Microsoft Azure</a:t>
            </a:r>
          </a:p>
        </p:txBody>
      </p:sp>
    </p:spTree>
    <p:extLst>
      <p:ext uri="{BB962C8B-B14F-4D97-AF65-F5344CB8AC3E}">
        <p14:creationId xmlns:p14="http://schemas.microsoft.com/office/powerpoint/2010/main" val="415601505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7901728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olorful background with a curved line&#10;&#10;Description automatically generated">
            <a:extLst>
              <a:ext uri="{FF2B5EF4-FFF2-40B4-BE49-F238E27FC236}">
                <a16:creationId xmlns:a16="http://schemas.microsoft.com/office/drawing/2014/main" id="{39E5FF5B-8E1A-96D7-2D01-8DDA2FA4332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1"/>
            <a:ext cx="12192000" cy="6858000"/>
          </a:xfrm>
          <a:prstGeom prst="rect">
            <a:avLst/>
          </a:prstGeom>
          <a:solidFill>
            <a:srgbClr val="FDBB9B"/>
          </a:solidFill>
        </p:spPr>
      </p:pic>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3" name="Picture 2" descr="Graphical user interface&#10;&#10;Description automatically generated">
            <a:extLst>
              <a:ext uri="{FF2B5EF4-FFF2-40B4-BE49-F238E27FC236}">
                <a16:creationId xmlns:a16="http://schemas.microsoft.com/office/drawing/2014/main" id="{CC8419CC-937C-4612-318D-C89C46D75ACC}"/>
              </a:ext>
            </a:extLst>
          </p:cNvPr>
          <p:cNvPicPr>
            <a:picLocks noChangeAspect="1"/>
          </p:cNvPicPr>
          <p:nvPr userDrawn="1"/>
        </p:nvPicPr>
        <p:blipFill>
          <a:blip r:embed="rId4">
            <a:alphaModFix/>
            <a:duotone>
              <a:prstClr val="black"/>
              <a:schemeClr val="bg1">
                <a:tint val="45000"/>
                <a:satMod val="400000"/>
              </a:schemeClr>
            </a:duotone>
            <a:extLst>
              <a:ext uri="{BEBA8EAE-BF5A-486C-A8C5-ECC9F3942E4B}">
                <a14:imgProps xmlns:a14="http://schemas.microsoft.com/office/drawing/2010/main">
                  <a14:imgLayer r:embed="rId5">
                    <a14:imgEffect>
                      <a14:colorTemperature colorTemp="11500"/>
                    </a14:imgEffect>
                    <a14:imgEffect>
                      <a14:saturation sat="400000"/>
                    </a14:imgEffect>
                    <a14:imgEffect>
                      <a14:brightnessContrast bright="-100000"/>
                    </a14:imgEffect>
                  </a14:imgLayer>
                </a14:imgProps>
              </a:ext>
            </a:extLst>
          </a:blip>
          <a:stretch>
            <a:fillRect/>
          </a:stretch>
        </p:blipFill>
        <p:spPr>
          <a:xfrm>
            <a:off x="308694" y="317876"/>
            <a:ext cx="2487618" cy="810446"/>
          </a:xfrm>
          <a:prstGeom prst="rect">
            <a:avLst/>
          </a:prstGeom>
        </p:spPr>
      </p:pic>
    </p:spTree>
    <p:extLst>
      <p:ext uri="{BB962C8B-B14F-4D97-AF65-F5344CB8AC3E}">
        <p14:creationId xmlns:p14="http://schemas.microsoft.com/office/powerpoint/2010/main" val="2832540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8930978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420922681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465399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545192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3988988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Text" pitchFamily="2" charset="0"/>
                <a:cs typeface="Segoe Sans Text"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Text" pitchFamily="2" charset="0"/>
                <a:cs typeface="Segoe Sans Text"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683144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660953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029184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221471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p15:clr>
            <a:srgbClr val="5ACBF0"/>
          </p15:clr>
        </p15:guide>
        <p15:guide id="8" pos="4871">
          <p15:clr>
            <a:srgbClr val="5ACBF0"/>
          </p15:clr>
        </p15:guide>
        <p15:guide id="9" pos="525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95670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523240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5653704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42193555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Text" pitchFamily="2" charset="0"/>
              </a:defRPr>
            </a:lvl1pPr>
          </a:lstStyle>
          <a:p>
            <a:r>
              <a:rPr lang="en-US"/>
              <a:t>Click to edit Master title style</a:t>
            </a:r>
          </a:p>
        </p:txBody>
      </p:sp>
    </p:spTree>
    <p:extLst>
      <p:ext uri="{BB962C8B-B14F-4D97-AF65-F5344CB8AC3E}">
        <p14:creationId xmlns:p14="http://schemas.microsoft.com/office/powerpoint/2010/main" val="235401591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5334885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6005088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5134722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chemeClr val="tx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505798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304">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2949199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4702247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658502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6316868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8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8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833472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777538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340093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gradFill>
            <a:gsLst>
              <a:gs pos="0">
                <a:srgbClr val="E8E6DF"/>
              </a:gs>
              <a:gs pos="100000">
                <a:srgbClr val="D4EC8E"/>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9521783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233515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6954401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gradFill>
            <a:gsLst>
              <a:gs pos="0">
                <a:srgbClr val="E8E6DF"/>
              </a:gs>
              <a:gs pos="100000">
                <a:srgbClr val="D4EC8E"/>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4984819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03061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0883851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Segoe Sans Text" pitchFamily="2" charset="0"/>
                <a:cs typeface="Segoe Sans Text" pitchFamily="2"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516101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Text"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1474131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Text"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899107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Text" pitchFamily="2" charset="0"/>
                <a:cs typeface="Segoe Sans Text"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6370354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Text" pitchFamily="2" charset="0"/>
                <a:cs typeface="Segoe Sans Text"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8010813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0160315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619324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25492814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2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2054734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3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30082589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creensho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p>
            <a:r>
              <a:rPr lang="en-US"/>
              <a:t>Click to edit Master title style</a:t>
            </a:r>
          </a:p>
        </p:txBody>
      </p:sp>
      <p:sp>
        <p:nvSpPr>
          <p:cNvPr id="3" name="Rectangle 2">
            <a:extLst>
              <a:ext uri="{FF2B5EF4-FFF2-40B4-BE49-F238E27FC236}">
                <a16:creationId xmlns:a16="http://schemas.microsoft.com/office/drawing/2014/main" id="{D565C022-5A4E-84F5-B51B-1431B6A0AE21}"/>
              </a:ext>
            </a:extLst>
          </p:cNvPr>
          <p:cNvSpPr/>
          <p:nvPr userDrawn="1"/>
        </p:nvSpPr>
        <p:spPr bwMode="auto">
          <a:xfrm>
            <a:off x="7228114" y="292100"/>
            <a:ext cx="4659086" cy="6272213"/>
          </a:xfrm>
          <a:prstGeom prst="rect">
            <a:avLst/>
          </a:prstGeom>
          <a:gradFill>
            <a:gsLst>
              <a:gs pos="0">
                <a:srgbClr val="FFB3BB"/>
              </a:gs>
              <a:gs pos="100000">
                <a:srgbClr val="FFB900"/>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60763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158441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740963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Photoslid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223664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28805964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Sans Text" pitchFamily="2"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Sans Text" pitchFamily="2" charset="0"/>
              </a:defRPr>
            </a:lvl1pPr>
          </a:lstStyle>
          <a:p>
            <a:pPr lvl="0"/>
            <a:r>
              <a:rPr lang="en-US"/>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9968290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Sans Text" pitchFamily="2"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Sans Text" pitchFamily="2" charset="0"/>
              </a:defRPr>
            </a:lvl1pPr>
          </a:lstStyle>
          <a:p>
            <a:pPr lvl="0"/>
            <a:r>
              <a:rPr lang="en-US"/>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01092256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52863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6297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Text" pitchFamily="2"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5739623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Sans Text" pitchFamily="2" charset="0"/>
                <a:cs typeface="Segoe Sans Text"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Text" pitchFamily="2" charset="0"/>
                <a:ea typeface="Segoe Sans Text" pitchFamily="2" charset="0"/>
                <a:cs typeface="Segoe Sans Text" pitchFamily="2" charset="0"/>
              </a:defRPr>
            </a:lvl1pPr>
          </a:lstStyle>
          <a:p>
            <a:pPr lvl="0"/>
            <a:r>
              <a:rPr lang="en-US"/>
              <a:t>Next:</a:t>
            </a:r>
          </a:p>
        </p:txBody>
      </p:sp>
    </p:spTree>
    <p:extLst>
      <p:ext uri="{BB962C8B-B14F-4D97-AF65-F5344CB8AC3E}">
        <p14:creationId xmlns:p14="http://schemas.microsoft.com/office/powerpoint/2010/main" val="24441623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Section Header">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5695951" y="3977644"/>
            <a:ext cx="4800600" cy="307777"/>
          </a:xfrm>
        </p:spPr>
        <p:txBody>
          <a:bodyPr>
            <a:sp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The subtitle of your section.</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5695951" y="2759746"/>
            <a:ext cx="4800600" cy="1107996"/>
          </a:xfrm>
        </p:spPr>
        <p:txBody>
          <a:bodyPr lIns="0" tIns="0" rIns="0" bIns="0" anchor="b">
            <a:spAutoFit/>
          </a:bodyPr>
          <a:lstStyle>
            <a:lvl1pPr>
              <a:defRPr sz="4000"/>
            </a:lvl1pPr>
          </a:lstStyle>
          <a:p>
            <a:r>
              <a:rPr lang="en-US"/>
              <a:t>The title of your section.</a:t>
            </a:r>
          </a:p>
        </p:txBody>
      </p:sp>
      <p:sp>
        <p:nvSpPr>
          <p:cNvPr id="24" name="Freeform 23">
            <a:extLst>
              <a:ext uri="{FF2B5EF4-FFF2-40B4-BE49-F238E27FC236}">
                <a16:creationId xmlns:a16="http://schemas.microsoft.com/office/drawing/2014/main" id="{C4263EC4-AA89-8F2A-FF5F-BDE143B23C8E}"/>
              </a:ext>
            </a:extLst>
          </p:cNvPr>
          <p:cNvSpPr/>
          <p:nvPr userDrawn="1"/>
        </p:nvSpPr>
        <p:spPr>
          <a:xfrm>
            <a:off x="0" y="3416960"/>
            <a:ext cx="4164940" cy="3441040"/>
          </a:xfrm>
          <a:custGeom>
            <a:avLst/>
            <a:gdLst>
              <a:gd name="connsiteX0" fmla="*/ 1587170 w 4164940"/>
              <a:gd name="connsiteY0" fmla="*/ 0 h 3441040"/>
              <a:gd name="connsiteX1" fmla="*/ 4164940 w 4164940"/>
              <a:gd name="connsiteY1" fmla="*/ 2577770 h 3441040"/>
              <a:gd name="connsiteX2" fmla="*/ 4049049 w 4164940"/>
              <a:gd name="connsiteY2" fmla="*/ 3344320 h 3441040"/>
              <a:gd name="connsiteX3" fmla="*/ 4013649 w 4164940"/>
              <a:gd name="connsiteY3" fmla="*/ 3441040 h 3441040"/>
              <a:gd name="connsiteX4" fmla="*/ 0 w 4164940"/>
              <a:gd name="connsiteY4" fmla="*/ 3441040 h 3441040"/>
              <a:gd name="connsiteX5" fmla="*/ 0 w 4164940"/>
              <a:gd name="connsiteY5" fmla="*/ 549356 h 3441040"/>
              <a:gd name="connsiteX6" fmla="*/ 145914 w 4164940"/>
              <a:gd name="connsiteY6" fmla="*/ 440243 h 3441040"/>
              <a:gd name="connsiteX7" fmla="*/ 1587170 w 4164940"/>
              <a:gd name="connsiteY7" fmla="*/ 0 h 344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4940" h="3441040">
                <a:moveTo>
                  <a:pt x="1587170" y="0"/>
                </a:moveTo>
                <a:cubicBezTo>
                  <a:pt x="3010833" y="0"/>
                  <a:pt x="4164940" y="1154107"/>
                  <a:pt x="4164940" y="2577770"/>
                </a:cubicBezTo>
                <a:cubicBezTo>
                  <a:pt x="4164940" y="2844707"/>
                  <a:pt x="4124366" y="3102167"/>
                  <a:pt x="4049049" y="3344320"/>
                </a:cubicBezTo>
                <a:lnTo>
                  <a:pt x="4013649" y="3441040"/>
                </a:lnTo>
                <a:lnTo>
                  <a:pt x="0" y="3441040"/>
                </a:lnTo>
                <a:lnTo>
                  <a:pt x="0" y="549356"/>
                </a:lnTo>
                <a:lnTo>
                  <a:pt x="145914" y="440243"/>
                </a:lnTo>
                <a:cubicBezTo>
                  <a:pt x="557329" y="162297"/>
                  <a:pt x="1053297" y="0"/>
                  <a:pt x="1587170" y="0"/>
                </a:cubicBezTo>
                <a:close/>
              </a:path>
            </a:pathLst>
          </a:custGeom>
          <a:gradFill flip="none" rotWithShape="1">
            <a:gsLst>
              <a:gs pos="69000">
                <a:srgbClr val="AFD1F6">
                  <a:lumMod val="57406"/>
                  <a:lumOff val="42594"/>
                  <a:alpha val="99000"/>
                </a:srgbClr>
              </a:gs>
              <a:gs pos="0">
                <a:schemeClr val="accent1">
                  <a:lumMod val="53815"/>
                  <a:lumOff val="46185"/>
                  <a:alpha val="99000"/>
                </a:schemeClr>
              </a:gs>
            </a:gsLst>
            <a:lin ang="6600000" scaled="0"/>
            <a:tileRect/>
          </a:gradFill>
          <a:ln>
            <a:noFill/>
          </a:ln>
          <a:effectLst>
            <a:outerShdw blurRad="1270000" dist="1524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82948E6E-440C-6B67-1C53-E1615E5FC524}"/>
              </a:ext>
            </a:extLst>
          </p:cNvPr>
          <p:cNvSpPr/>
          <p:nvPr userDrawn="1"/>
        </p:nvSpPr>
        <p:spPr>
          <a:xfrm>
            <a:off x="640511" y="3255933"/>
            <a:ext cx="3255021" cy="3255021"/>
          </a:xfrm>
          <a:prstGeom prst="ellipse">
            <a:avLst/>
          </a:prstGeom>
          <a:solidFill>
            <a:schemeClr val="tx1"/>
          </a:solidFill>
          <a:ln>
            <a:noFill/>
          </a:ln>
          <a:effectLst>
            <a:outerShdw blurRad="1270000" dist="1524000" dir="2700000" sx="50000" sy="50000" algn="tl" rotWithShape="0">
              <a:prstClr val="black">
                <a:alpha val="20000"/>
              </a:prstClr>
            </a:outerShdw>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98A61A3-B9A1-4674-85AC-E3ED72321E4C}"/>
              </a:ext>
            </a:extLst>
          </p:cNvPr>
          <p:cNvGrpSpPr/>
          <p:nvPr userDrawn="1"/>
        </p:nvGrpSpPr>
        <p:grpSpPr>
          <a:xfrm>
            <a:off x="1226205" y="58957"/>
            <a:ext cx="2239180" cy="2256419"/>
            <a:chOff x="2823900" y="852304"/>
            <a:chExt cx="2239180" cy="2256419"/>
          </a:xfrm>
        </p:grpSpPr>
        <p:sp>
          <p:nvSpPr>
            <p:cNvPr id="22" name="Oval 21">
              <a:extLst>
                <a:ext uri="{FF2B5EF4-FFF2-40B4-BE49-F238E27FC236}">
                  <a16:creationId xmlns:a16="http://schemas.microsoft.com/office/drawing/2014/main" id="{9845EDF6-0513-23C6-A8CA-17CF28A26D8A}"/>
                </a:ext>
              </a:extLst>
            </p:cNvPr>
            <p:cNvSpPr/>
            <p:nvPr userDrawn="1"/>
          </p:nvSpPr>
          <p:spPr>
            <a:xfrm>
              <a:off x="2823900" y="1148928"/>
              <a:ext cx="1959795" cy="1959795"/>
            </a:xfrm>
            <a:prstGeom prst="ellipse">
              <a:avLst/>
            </a:pr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B4E5C8E-FA00-E690-5B1E-0DF9BFE9EFF4}"/>
                </a:ext>
              </a:extLst>
            </p:cNvPr>
            <p:cNvSpPr/>
            <p:nvPr userDrawn="1"/>
          </p:nvSpPr>
          <p:spPr>
            <a:xfrm>
              <a:off x="3103285" y="852304"/>
              <a:ext cx="1959795" cy="1959795"/>
            </a:xfrm>
            <a:prstGeom prst="ellipse">
              <a:avLst/>
            </a:prstGeom>
            <a:solidFill>
              <a:schemeClr val="tx1"/>
            </a:solidFill>
            <a:ln>
              <a:noFill/>
            </a:ln>
            <a:effectLst>
              <a:outerShdw blurRad="762000" dist="762000" dir="2700000" sx="50000" sy="50000" algn="tl" rotWithShape="0">
                <a:prstClr val="black">
                  <a:alpha val="20000"/>
                </a:prstClr>
              </a:outerShdw>
              <a:softEdge rad="787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1A6D2934-344B-9953-D6A6-C6E923886324}"/>
              </a:ext>
            </a:extLst>
          </p:cNvPr>
          <p:cNvGrpSpPr/>
          <p:nvPr userDrawn="1"/>
        </p:nvGrpSpPr>
        <p:grpSpPr>
          <a:xfrm>
            <a:off x="3172224" y="2086390"/>
            <a:ext cx="1342651" cy="1319453"/>
            <a:chOff x="6012594" y="331343"/>
            <a:chExt cx="1710047" cy="1680501"/>
          </a:xfrm>
        </p:grpSpPr>
        <p:sp>
          <p:nvSpPr>
            <p:cNvPr id="23" name="Oval 22">
              <a:extLst>
                <a:ext uri="{FF2B5EF4-FFF2-40B4-BE49-F238E27FC236}">
                  <a16:creationId xmlns:a16="http://schemas.microsoft.com/office/drawing/2014/main" id="{86EF40FD-D6A8-4444-607A-09857E641D0F}"/>
                </a:ext>
              </a:extLst>
            </p:cNvPr>
            <p:cNvSpPr/>
            <p:nvPr userDrawn="1"/>
          </p:nvSpPr>
          <p:spPr>
            <a:xfrm>
              <a:off x="6012594" y="494713"/>
              <a:ext cx="1517131" cy="1517131"/>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8775AF3-39D7-F461-DCD9-57DA2BAB11A0}"/>
                </a:ext>
              </a:extLst>
            </p:cNvPr>
            <p:cNvSpPr/>
            <p:nvPr userDrawn="1"/>
          </p:nvSpPr>
          <p:spPr>
            <a:xfrm>
              <a:off x="6205510" y="331343"/>
              <a:ext cx="1517131" cy="1517131"/>
            </a:xfrm>
            <a:prstGeom prst="ellipse">
              <a:avLst/>
            </a:prstGeom>
            <a:solidFill>
              <a:schemeClr val="tx1"/>
            </a:solidFill>
            <a:ln>
              <a:noFill/>
            </a:ln>
            <a:effectLst>
              <a:outerShdw blurRad="635000" dist="635000" dir="2700000" sx="50000" sy="50000" algn="tl" rotWithShape="0">
                <a:prstClr val="black">
                  <a:alpha val="20000"/>
                </a:prstClr>
              </a:outerShdw>
              <a:softEdge rad="495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384900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heme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669434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4122B-F4AC-856F-8049-81BBE5D753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827A72-F8A0-1536-BA61-D2BC165D2E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478AA-D50A-705E-44A3-D47E406D3D75}"/>
              </a:ext>
            </a:extLst>
          </p:cNvPr>
          <p:cNvSpPr>
            <a:spLocks noGrp="1"/>
          </p:cNvSpPr>
          <p:nvPr>
            <p:ph type="dt" sz="half" idx="10"/>
          </p:nvPr>
        </p:nvSpPr>
        <p:spPr/>
        <p:txBody>
          <a:bodyPr/>
          <a:lstStyle/>
          <a:p>
            <a:fld id="{09017A1B-D5AB-446F-A4A7-1467FAA9930F}" type="datetimeFigureOut">
              <a:rPr lang="en-US" smtClean="0"/>
              <a:t>4/9/2026</a:t>
            </a:fld>
            <a:endParaRPr lang="en-US"/>
          </a:p>
        </p:txBody>
      </p:sp>
      <p:sp>
        <p:nvSpPr>
          <p:cNvPr id="5" name="Footer Placeholder 4">
            <a:extLst>
              <a:ext uri="{FF2B5EF4-FFF2-40B4-BE49-F238E27FC236}">
                <a16:creationId xmlns:a16="http://schemas.microsoft.com/office/drawing/2014/main" id="{200E6CDF-5C38-3E3F-BC64-A875EC6A5D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59A239-1821-7F87-C329-F266AE42DC15}"/>
              </a:ext>
            </a:extLst>
          </p:cNvPr>
          <p:cNvSpPr>
            <a:spLocks noGrp="1"/>
          </p:cNvSpPr>
          <p:nvPr>
            <p:ph type="sldNum" sz="quarter" idx="12"/>
          </p:nvPr>
        </p:nvSpPr>
        <p:spPr/>
        <p:txBody>
          <a:bodyPr/>
          <a:lstStyle/>
          <a:p>
            <a:fld id="{B5590F63-CAF7-43FE-8DCE-92CA696C909E}" type="slidenum">
              <a:rPr lang="en-US" smtClean="0"/>
              <a:t>‹#›</a:t>
            </a:fld>
            <a:endParaRPr lang="en-US"/>
          </a:p>
        </p:txBody>
      </p:sp>
    </p:spTree>
    <p:extLst>
      <p:ext uri="{BB962C8B-B14F-4D97-AF65-F5344CB8AC3E}">
        <p14:creationId xmlns:p14="http://schemas.microsoft.com/office/powerpoint/2010/main" val="207211858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Centered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84775"/>
          </a:xfrm>
        </p:spPr>
        <p:txBody>
          <a:bodyPr/>
          <a:lstStyle>
            <a:lvl1pPr algn="ctr">
              <a:defRPr sz="3800"/>
            </a:lvl1pPr>
          </a:lstStyle>
          <a:p>
            <a:r>
              <a:rPr lang="en-US"/>
              <a:t>Click to edit Master title style</a:t>
            </a:r>
          </a:p>
        </p:txBody>
      </p:sp>
    </p:spTree>
    <p:extLst>
      <p:ext uri="{BB962C8B-B14F-4D97-AF65-F5344CB8AC3E}">
        <p14:creationId xmlns:p14="http://schemas.microsoft.com/office/powerpoint/2010/main" val="397289016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3900" y="1362872"/>
            <a:ext cx="10515600" cy="443198"/>
          </a:xfrm>
        </p:spPr>
        <p:txBody>
          <a:bodyPr wrap="square">
            <a:spAutoFit/>
          </a:bodyPr>
          <a:lstStyle/>
          <a:p>
            <a:r>
              <a:rPr lang="en-US"/>
              <a:t>A concise, specific, and conversational active headline.</a:t>
            </a:r>
          </a:p>
        </p:txBody>
      </p:sp>
      <p:sp>
        <p:nvSpPr>
          <p:cNvPr id="10" name="Content Placeholder 2">
            <a:extLst>
              <a:ext uri="{FF2B5EF4-FFF2-40B4-BE49-F238E27FC236}">
                <a16:creationId xmlns:a16="http://schemas.microsoft.com/office/drawing/2014/main" id="{C48EC71C-D4A1-1E6C-CF0D-B6FC362ABF64}"/>
              </a:ext>
            </a:extLst>
          </p:cNvPr>
          <p:cNvSpPr>
            <a:spLocks noGrp="1"/>
          </p:cNvSpPr>
          <p:nvPr>
            <p:ph idx="1" hasCustomPrompt="1"/>
          </p:nvPr>
        </p:nvSpPr>
        <p:spPr>
          <a:xfrm>
            <a:off x="723900" y="2000250"/>
            <a:ext cx="10515600" cy="4171950"/>
          </a:xfrm>
        </p:spPr>
        <p:txBody>
          <a:bodyPr lIns="0" tIns="0" rIns="0" b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743078C0-2270-0525-5AF4-41E6139CA407}"/>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Section header</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57307262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468">
          <p15:clr>
            <a:srgbClr val="9FCC3B"/>
          </p15:clr>
        </p15:guide>
        <p15:guide id="2" orient="horz" pos="1080">
          <p15:clr>
            <a:srgbClr val="9FCC3B"/>
          </p15:clr>
        </p15:guide>
        <p15:guide id="3" orient="horz" pos="1260">
          <p15:clr>
            <a:srgbClr val="5ACBF0"/>
          </p15:clr>
        </p15:guide>
        <p15:guide id="4" orient="horz" pos="3888">
          <p15:clr>
            <a:srgbClr val="5ACBF0"/>
          </p15:clr>
        </p15:guide>
        <p15:guide id="5" pos="708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Section Header 2">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8DBF563-5214-6460-A8F5-B8D7CC997646}"/>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2</a:t>
            </a:r>
          </a:p>
        </p:txBody>
      </p:sp>
    </p:spTree>
    <p:extLst>
      <p:ext uri="{BB962C8B-B14F-4D97-AF65-F5344CB8AC3E}">
        <p14:creationId xmlns:p14="http://schemas.microsoft.com/office/powerpoint/2010/main" val="13376699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900" y="542926"/>
            <a:ext cx="10515600" cy="257174"/>
          </a:xfrm>
        </p:spPr>
        <p:txBody>
          <a:bodyPr anchor="b">
            <a:no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3" name="Text Placeholder 8">
            <a:extLst>
              <a:ext uri="{FF2B5EF4-FFF2-40B4-BE49-F238E27FC236}">
                <a16:creationId xmlns:a16="http://schemas.microsoft.com/office/drawing/2014/main" id="{E194B6BC-F57D-39EE-F228-5EEAC20F4513}"/>
              </a:ext>
            </a:extLst>
          </p:cNvPr>
          <p:cNvSpPr>
            <a:spLocks noGrp="1"/>
          </p:cNvSpPr>
          <p:nvPr>
            <p:ph type="body" sz="quarter" idx="15"/>
          </p:nvPr>
        </p:nvSpPr>
        <p:spPr>
          <a:xfrm>
            <a:off x="723900" y="742950"/>
            <a:ext cx="10515598"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4" name="Date Placeholder 13">
            <a:extLst>
              <a:ext uri="{FF2B5EF4-FFF2-40B4-BE49-F238E27FC236}">
                <a16:creationId xmlns:a16="http://schemas.microsoft.com/office/drawing/2014/main" id="{3174A77F-C0D1-8B49-6E03-45198C1F91AA}"/>
              </a:ext>
            </a:extLst>
          </p:cNvPr>
          <p:cNvSpPr>
            <a:spLocks noGrp="1"/>
          </p:cNvSpPr>
          <p:nvPr>
            <p:ph type="dt" sz="half" idx="16"/>
          </p:nvPr>
        </p:nvSpPr>
        <p:spPr/>
        <p:txBody>
          <a:bodyPr/>
          <a:lstStyle/>
          <a:p>
            <a:endParaRPr lang="en-US"/>
          </a:p>
        </p:txBody>
      </p:sp>
      <p:sp>
        <p:nvSpPr>
          <p:cNvPr id="15" name="Footer Placeholder 14">
            <a:extLst>
              <a:ext uri="{FF2B5EF4-FFF2-40B4-BE49-F238E27FC236}">
                <a16:creationId xmlns:a16="http://schemas.microsoft.com/office/drawing/2014/main" id="{C2AD537F-3EA1-D89E-3AB6-381327B64022}"/>
              </a:ext>
            </a:extLst>
          </p:cNvPr>
          <p:cNvSpPr>
            <a:spLocks noGrp="1"/>
          </p:cNvSpPr>
          <p:nvPr>
            <p:ph type="ftr" sz="quarter" idx="17"/>
          </p:nvPr>
        </p:nvSpPr>
        <p:spPr/>
        <p:txBody>
          <a:bodyPr/>
          <a:lstStyle/>
          <a:p>
            <a:endParaRPr lang="en-US"/>
          </a:p>
        </p:txBody>
      </p:sp>
      <p:sp>
        <p:nvSpPr>
          <p:cNvPr id="16" name="Slide Number Placeholder 15">
            <a:extLst>
              <a:ext uri="{FF2B5EF4-FFF2-40B4-BE49-F238E27FC236}">
                <a16:creationId xmlns:a16="http://schemas.microsoft.com/office/drawing/2014/main" id="{2F8B7D47-DBDE-7938-7BF3-99BBA52FC527}"/>
              </a:ext>
            </a:extLst>
          </p:cNvPr>
          <p:cNvSpPr>
            <a:spLocks noGrp="1"/>
          </p:cNvSpPr>
          <p:nvPr>
            <p:ph type="sldNum" sz="quarter" idx="18"/>
          </p:nvPr>
        </p:nvSpPr>
        <p:spPr/>
        <p:txBody>
          <a:bodyPr/>
          <a:lstStyle/>
          <a:p>
            <a:endParaRPr lang="en-US">
              <a:solidFill>
                <a:schemeClr val="bg1">
                  <a:lumMod val="85000"/>
                </a:schemeClr>
              </a:solidFill>
            </a:endParaRPr>
          </a:p>
        </p:txBody>
      </p:sp>
    </p:spTree>
    <p:extLst>
      <p:ext uri="{BB962C8B-B14F-4D97-AF65-F5344CB8AC3E}">
        <p14:creationId xmlns:p14="http://schemas.microsoft.com/office/powerpoint/2010/main" val="7723884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7080">
          <p15:clr>
            <a:srgbClr val="5ACBF0"/>
          </p15:clr>
        </p15:guide>
        <p15:guide id="2" orient="horz" pos="1080">
          <p15:clr>
            <a:srgbClr val="9FCC3B"/>
          </p15:clr>
        </p15:guide>
        <p15:guide id="3" orient="horz" pos="468">
          <p15:clr>
            <a:srgbClr val="9FCC3B"/>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3B5E3-C5AA-3993-E3DD-97D526E05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AE1D1-0AED-07DA-F166-AB775688A8BC}"/>
              </a:ext>
            </a:extLst>
          </p:cNvPr>
          <p:cNvSpPr>
            <a:spLocks noGrp="1"/>
          </p:cNvSpPr>
          <p:nvPr>
            <p:ph type="dt" sz="half" idx="10"/>
          </p:nvPr>
        </p:nvSpPr>
        <p:spPr/>
        <p:txBody>
          <a:bodyPr/>
          <a:lstStyle/>
          <a:p>
            <a:fld id="{BB9B15E9-4CAA-7344-821B-A20632249381}" type="datetimeFigureOut">
              <a:rPr lang="en-US" smtClean="0"/>
              <a:t>4/9/2026</a:t>
            </a:fld>
            <a:endParaRPr lang="en-US"/>
          </a:p>
        </p:txBody>
      </p:sp>
      <p:sp>
        <p:nvSpPr>
          <p:cNvPr id="4" name="Footer Placeholder 3">
            <a:extLst>
              <a:ext uri="{FF2B5EF4-FFF2-40B4-BE49-F238E27FC236}">
                <a16:creationId xmlns:a16="http://schemas.microsoft.com/office/drawing/2014/main" id="{401A74C5-5E2E-4331-D2AD-21A3ED9D8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4A2180-9639-4A6E-C903-BE5E6680D33C}"/>
              </a:ext>
            </a:extLst>
          </p:cNvPr>
          <p:cNvSpPr>
            <a:spLocks noGrp="1"/>
          </p:cNvSpPr>
          <p:nvPr>
            <p:ph type="sldNum" sz="quarter" idx="12"/>
          </p:nvPr>
        </p:nvSpPr>
        <p:spPr/>
        <p:txBody>
          <a:bodyPr/>
          <a:lstStyle/>
          <a:p>
            <a:fld id="{BFE77BFE-6C67-2042-B964-D627EFF85AC2}" type="slidenum">
              <a:rPr lang="en-US" smtClean="0"/>
              <a:t>‹#›</a:t>
            </a:fld>
            <a:endParaRPr lang="en-US"/>
          </a:p>
        </p:txBody>
      </p:sp>
    </p:spTree>
    <p:extLst>
      <p:ext uri="{BB962C8B-B14F-4D97-AF65-F5344CB8AC3E}">
        <p14:creationId xmlns:p14="http://schemas.microsoft.com/office/powerpoint/2010/main" val="29922142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BIG Idea">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4608"/>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723900" y="3931914"/>
            <a:ext cx="10744200" cy="307777"/>
          </a:xfrm>
        </p:spPr>
        <p:txBody>
          <a:bodyPr>
            <a:spAutoFit/>
          </a:bodyPr>
          <a:lstStyle>
            <a:lvl1pPr marL="0" indent="0" algn="ctr">
              <a:buNone/>
              <a:defRPr sz="2000" b="0" i="0">
                <a:solidFill>
                  <a:schemeClr val="tx1">
                    <a:tint val="75000"/>
                  </a:schemeClr>
                </a:solidFill>
                <a:latin typeface="Segoe UI Semilight" panose="020B0402040204020203" pitchFamily="34" charset="0"/>
                <a:cs typeface="Segoe UI Semilight" panose="020B04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Subtext for your big idea.</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723900" y="3082005"/>
            <a:ext cx="10744200" cy="664797"/>
          </a:xfrm>
        </p:spPr>
        <p:txBody>
          <a:bodyPr lIns="0" tIns="0" rIns="0" bIns="0" anchor="b">
            <a:spAutoFit/>
          </a:bodyPr>
          <a:lstStyle>
            <a:lvl1pPr algn="ctr">
              <a:defRPr sz="4800"/>
            </a:lvl1pPr>
          </a:lstStyle>
          <a:p>
            <a:r>
              <a:rPr lang="en-US"/>
              <a:t>What is your big idea?</a:t>
            </a:r>
          </a:p>
        </p:txBody>
      </p:sp>
      <p:grpSp>
        <p:nvGrpSpPr>
          <p:cNvPr id="6" name="Group 5">
            <a:extLst>
              <a:ext uri="{FF2B5EF4-FFF2-40B4-BE49-F238E27FC236}">
                <a16:creationId xmlns:a16="http://schemas.microsoft.com/office/drawing/2014/main" id="{21099D25-D698-CC13-E6AE-5E51CA267593}"/>
              </a:ext>
            </a:extLst>
          </p:cNvPr>
          <p:cNvGrpSpPr/>
          <p:nvPr userDrawn="1"/>
        </p:nvGrpSpPr>
        <p:grpSpPr>
          <a:xfrm>
            <a:off x="9870182" y="4316986"/>
            <a:ext cx="1940818" cy="1977090"/>
            <a:chOff x="8504047" y="4194596"/>
            <a:chExt cx="1940818" cy="1977090"/>
          </a:xfrm>
        </p:grpSpPr>
        <p:sp>
          <p:nvSpPr>
            <p:cNvPr id="8" name="Oval 7">
              <a:extLst>
                <a:ext uri="{FF2B5EF4-FFF2-40B4-BE49-F238E27FC236}">
                  <a16:creationId xmlns:a16="http://schemas.microsoft.com/office/drawing/2014/main" id="{1B297246-D2B5-FB81-8927-2168B9B46D23}"/>
                </a:ext>
              </a:extLst>
            </p:cNvPr>
            <p:cNvSpPr/>
            <p:nvPr userDrawn="1"/>
          </p:nvSpPr>
          <p:spPr>
            <a:xfrm>
              <a:off x="8504047" y="4495588"/>
              <a:ext cx="1676098" cy="1676098"/>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2D62A3D-E5C2-621C-3D25-6D3B5AC791A6}"/>
                </a:ext>
              </a:extLst>
            </p:cNvPr>
            <p:cNvSpPr/>
            <p:nvPr userDrawn="1"/>
          </p:nvSpPr>
          <p:spPr>
            <a:xfrm>
              <a:off x="8768766" y="4194596"/>
              <a:ext cx="1676099" cy="1676099"/>
            </a:xfrm>
            <a:prstGeom prst="ellipse">
              <a:avLst/>
            </a:prstGeom>
            <a:solidFill>
              <a:schemeClr val="tx1"/>
            </a:solidFill>
            <a:ln>
              <a:noFill/>
            </a:ln>
            <a:effectLst>
              <a:outerShdw blurRad="635000" dist="635000" dir="2700000" sx="50000" sy="50000" algn="tl" rotWithShape="0">
                <a:prstClr val="black">
                  <a:alpha val="20000"/>
                </a:prstClr>
              </a:outerShdw>
              <a:softEdge rad="673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Freeform 32">
            <a:extLst>
              <a:ext uri="{FF2B5EF4-FFF2-40B4-BE49-F238E27FC236}">
                <a16:creationId xmlns:a16="http://schemas.microsoft.com/office/drawing/2014/main" id="{03B77BB3-1F32-6349-4091-7B5EE3BDBFE7}"/>
              </a:ext>
            </a:extLst>
          </p:cNvPr>
          <p:cNvSpPr/>
          <p:nvPr userDrawn="1"/>
        </p:nvSpPr>
        <p:spPr>
          <a:xfrm>
            <a:off x="8171188" y="5525071"/>
            <a:ext cx="2601190" cy="1341685"/>
          </a:xfrm>
          <a:custGeom>
            <a:avLst/>
            <a:gdLst>
              <a:gd name="connsiteX0" fmla="*/ 1300595 w 2601190"/>
              <a:gd name="connsiteY0" fmla="*/ 0 h 1341685"/>
              <a:gd name="connsiteX1" fmla="*/ 2601190 w 2601190"/>
              <a:gd name="connsiteY1" fmla="*/ 1300595 h 1341685"/>
              <a:gd name="connsiteX2" fmla="*/ 2599115 w 2601190"/>
              <a:gd name="connsiteY2" fmla="*/ 1341685 h 1341685"/>
              <a:gd name="connsiteX3" fmla="*/ 2075 w 2601190"/>
              <a:gd name="connsiteY3" fmla="*/ 1341685 h 1341685"/>
              <a:gd name="connsiteX4" fmla="*/ 0 w 2601190"/>
              <a:gd name="connsiteY4" fmla="*/ 1300595 h 1341685"/>
              <a:gd name="connsiteX5" fmla="*/ 1300595 w 2601190"/>
              <a:gd name="connsiteY5" fmla="*/ 0 h 134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1190" h="1341685">
                <a:moveTo>
                  <a:pt x="1300595" y="0"/>
                </a:moveTo>
                <a:cubicBezTo>
                  <a:pt x="2018894" y="0"/>
                  <a:pt x="2601190" y="582296"/>
                  <a:pt x="2601190" y="1300595"/>
                </a:cubicBezTo>
                <a:lnTo>
                  <a:pt x="2599115" y="1341685"/>
                </a:lnTo>
                <a:lnTo>
                  <a:pt x="2075" y="1341685"/>
                </a:lnTo>
                <a:lnTo>
                  <a:pt x="0" y="1300595"/>
                </a:lnTo>
                <a:cubicBezTo>
                  <a:pt x="0" y="582296"/>
                  <a:pt x="582296" y="0"/>
                  <a:pt x="1300595" y="0"/>
                </a:cubicBezTo>
                <a:close/>
              </a:path>
            </a:pathLst>
          </a:cu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7F34B5A4-7903-D3C0-4D15-E81C7DFF7748}"/>
              </a:ext>
            </a:extLst>
          </p:cNvPr>
          <p:cNvSpPr/>
          <p:nvPr userDrawn="1"/>
        </p:nvSpPr>
        <p:spPr>
          <a:xfrm>
            <a:off x="8638308" y="5002786"/>
            <a:ext cx="2601192" cy="1885950"/>
          </a:xfrm>
          <a:custGeom>
            <a:avLst/>
            <a:gdLst>
              <a:gd name="connsiteX0" fmla="*/ 1300596 w 2601192"/>
              <a:gd name="connsiteY0" fmla="*/ 0 h 1885950"/>
              <a:gd name="connsiteX1" fmla="*/ 2601192 w 2601192"/>
              <a:gd name="connsiteY1" fmla="*/ 1300596 h 1885950"/>
              <a:gd name="connsiteX2" fmla="*/ 2498985 w 2601192"/>
              <a:gd name="connsiteY2" fmla="*/ 1806847 h 1885950"/>
              <a:gd name="connsiteX3" fmla="*/ 2460879 w 2601192"/>
              <a:gd name="connsiteY3" fmla="*/ 1885950 h 1885950"/>
              <a:gd name="connsiteX4" fmla="*/ 140314 w 2601192"/>
              <a:gd name="connsiteY4" fmla="*/ 1885950 h 1885950"/>
              <a:gd name="connsiteX5" fmla="*/ 102207 w 2601192"/>
              <a:gd name="connsiteY5" fmla="*/ 1806847 h 1885950"/>
              <a:gd name="connsiteX6" fmla="*/ 0 w 2601192"/>
              <a:gd name="connsiteY6" fmla="*/ 1300596 h 1885950"/>
              <a:gd name="connsiteX7" fmla="*/ 1300596 w 2601192"/>
              <a:gd name="connsiteY7" fmla="*/ 0 h 188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1192" h="1885950">
                <a:moveTo>
                  <a:pt x="1300596" y="0"/>
                </a:moveTo>
                <a:cubicBezTo>
                  <a:pt x="2018895" y="0"/>
                  <a:pt x="2601192" y="582297"/>
                  <a:pt x="2601192" y="1300596"/>
                </a:cubicBezTo>
                <a:cubicBezTo>
                  <a:pt x="2601192" y="1480171"/>
                  <a:pt x="2564798" y="1651246"/>
                  <a:pt x="2498985" y="1806847"/>
                </a:cubicBezTo>
                <a:lnTo>
                  <a:pt x="2460879" y="1885950"/>
                </a:lnTo>
                <a:lnTo>
                  <a:pt x="140314" y="1885950"/>
                </a:lnTo>
                <a:lnTo>
                  <a:pt x="102207" y="1806847"/>
                </a:lnTo>
                <a:cubicBezTo>
                  <a:pt x="36394" y="1651246"/>
                  <a:pt x="0" y="1480171"/>
                  <a:pt x="0" y="1300596"/>
                </a:cubicBezTo>
                <a:cubicBezTo>
                  <a:pt x="0" y="582297"/>
                  <a:pt x="582297" y="0"/>
                  <a:pt x="1300596" y="0"/>
                </a:cubicBezTo>
                <a:close/>
              </a:path>
            </a:pathLst>
          </a:custGeom>
          <a:solidFill>
            <a:schemeClr val="tx1"/>
          </a:solidFill>
          <a:ln>
            <a:noFill/>
          </a:ln>
          <a:effectLst>
            <a:outerShdw blurRad="762000" dist="762000" dir="2700000" sx="50000" sy="50000" algn="tl" rotWithShape="0">
              <a:prstClr val="black">
                <a:alpha val="20000"/>
              </a:prstClr>
            </a:outerShdw>
            <a:softEdge rad="1045921"/>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214714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29CF09-A44F-0926-3589-0830B4F0EE73}"/>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MS logo white - EMF" descr="Microsoft logo white text version">
            <a:extLst>
              <a:ext uri="{FF2B5EF4-FFF2-40B4-BE49-F238E27FC236}">
                <a16:creationId xmlns:a16="http://schemas.microsoft.com/office/drawing/2014/main" id="{A11EC012-CDC5-CAA7-F351-E8B645EEC5C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5" name="Graphic 2">
            <a:extLst>
              <a:ext uri="{FF2B5EF4-FFF2-40B4-BE49-F238E27FC236}">
                <a16:creationId xmlns:a16="http://schemas.microsoft.com/office/drawing/2014/main" id="{B550DCE4-4C0B-AEF5-C52A-8C1CCDBE3E76}"/>
              </a:ext>
            </a:extLst>
          </p:cNvPr>
          <p:cNvSpPr/>
          <p:nvPr userDrawn="1"/>
        </p:nvSpPr>
        <p:spPr>
          <a:xfrm>
            <a:off x="584728" y="2517698"/>
            <a:ext cx="3633699" cy="1822605"/>
          </a:xfrm>
          <a:custGeom>
            <a:avLst/>
            <a:gdLst>
              <a:gd name="connsiteX0" fmla="*/ 452057 w 3246882"/>
              <a:gd name="connsiteY0" fmla="*/ 39338 h 1628584"/>
              <a:gd name="connsiteX1" fmla="*/ 576739 w 3246882"/>
              <a:gd name="connsiteY1" fmla="*/ 39338 h 1628584"/>
              <a:gd name="connsiteX2" fmla="*/ 576739 w 3246882"/>
              <a:gd name="connsiteY2" fmla="*/ 572929 h 1628584"/>
              <a:gd name="connsiteX3" fmla="*/ 486347 w 3246882"/>
              <a:gd name="connsiteY3" fmla="*/ 572929 h 1628584"/>
              <a:gd name="connsiteX4" fmla="*/ 486347 w 3246882"/>
              <a:gd name="connsiteY4" fmla="*/ 234315 h 1628584"/>
              <a:gd name="connsiteX5" fmla="*/ 486918 w 3246882"/>
              <a:gd name="connsiteY5" fmla="*/ 193548 h 1628584"/>
              <a:gd name="connsiteX6" fmla="*/ 487871 w 3246882"/>
              <a:gd name="connsiteY6" fmla="*/ 149066 h 1628584"/>
              <a:gd name="connsiteX7" fmla="*/ 485680 w 3246882"/>
              <a:gd name="connsiteY7" fmla="*/ 149066 h 1628584"/>
              <a:gd name="connsiteX8" fmla="*/ 479393 w 3246882"/>
              <a:gd name="connsiteY8" fmla="*/ 168593 h 1628584"/>
              <a:gd name="connsiteX9" fmla="*/ 472726 w 3246882"/>
              <a:gd name="connsiteY9" fmla="*/ 186309 h 1628584"/>
              <a:gd name="connsiteX10" fmla="*/ 319088 w 3246882"/>
              <a:gd name="connsiteY10" fmla="*/ 572929 h 1628584"/>
              <a:gd name="connsiteX11" fmla="*/ 254699 w 3246882"/>
              <a:gd name="connsiteY11" fmla="*/ 572929 h 1628584"/>
              <a:gd name="connsiteX12" fmla="*/ 99727 w 3246882"/>
              <a:gd name="connsiteY12" fmla="*/ 189643 h 1628584"/>
              <a:gd name="connsiteX13" fmla="*/ 93631 w 3246882"/>
              <a:gd name="connsiteY13" fmla="*/ 172307 h 1628584"/>
              <a:gd name="connsiteX14" fmla="*/ 85630 w 3246882"/>
              <a:gd name="connsiteY14" fmla="*/ 149066 h 1628584"/>
              <a:gd name="connsiteX15" fmla="*/ 83439 w 3246882"/>
              <a:gd name="connsiteY15" fmla="*/ 149066 h 1628584"/>
              <a:gd name="connsiteX16" fmla="*/ 84582 w 3246882"/>
              <a:gd name="connsiteY16" fmla="*/ 195739 h 1628584"/>
              <a:gd name="connsiteX17" fmla="*/ 84963 w 3246882"/>
              <a:gd name="connsiteY17" fmla="*/ 246507 h 1628584"/>
              <a:gd name="connsiteX18" fmla="*/ 84963 w 3246882"/>
              <a:gd name="connsiteY18" fmla="*/ 572834 h 1628584"/>
              <a:gd name="connsiteX19" fmla="*/ 0 w 3246882"/>
              <a:gd name="connsiteY19" fmla="*/ 572834 h 1628584"/>
              <a:gd name="connsiteX20" fmla="*/ 0 w 3246882"/>
              <a:gd name="connsiteY20" fmla="*/ 39338 h 1628584"/>
              <a:gd name="connsiteX21" fmla="*/ 129826 w 3246882"/>
              <a:gd name="connsiteY21" fmla="*/ 39338 h 1628584"/>
              <a:gd name="connsiteX22" fmla="*/ 266414 w 3246882"/>
              <a:gd name="connsiteY22" fmla="*/ 383477 h 1628584"/>
              <a:gd name="connsiteX23" fmla="*/ 278892 w 3246882"/>
              <a:gd name="connsiteY23" fmla="*/ 415671 h 1628584"/>
              <a:gd name="connsiteX24" fmla="*/ 288036 w 3246882"/>
              <a:gd name="connsiteY24" fmla="*/ 444913 h 1628584"/>
              <a:gd name="connsiteX25" fmla="*/ 290227 w 3246882"/>
              <a:gd name="connsiteY25" fmla="*/ 444913 h 1628584"/>
              <a:gd name="connsiteX26" fmla="*/ 302324 w 3246882"/>
              <a:gd name="connsiteY26" fmla="*/ 412528 h 1628584"/>
              <a:gd name="connsiteX27" fmla="*/ 313658 w 3246882"/>
              <a:gd name="connsiteY27" fmla="*/ 382429 h 1628584"/>
              <a:gd name="connsiteX28" fmla="*/ 452057 w 3246882"/>
              <a:gd name="connsiteY28" fmla="*/ 39338 h 1628584"/>
              <a:gd name="connsiteX29" fmla="*/ 712375 w 3246882"/>
              <a:gd name="connsiteY29" fmla="*/ 120872 h 1628584"/>
              <a:gd name="connsiteX30" fmla="*/ 752570 w 3246882"/>
              <a:gd name="connsiteY30" fmla="*/ 105632 h 1628584"/>
              <a:gd name="connsiteX31" fmla="*/ 767810 w 3246882"/>
              <a:gd name="connsiteY31" fmla="*/ 67723 h 1628584"/>
              <a:gd name="connsiteX32" fmla="*/ 752570 w 3246882"/>
              <a:gd name="connsiteY32" fmla="*/ 29813 h 1628584"/>
              <a:gd name="connsiteX33" fmla="*/ 712375 w 3246882"/>
              <a:gd name="connsiteY33" fmla="*/ 14573 h 1628584"/>
              <a:gd name="connsiteX34" fmla="*/ 672941 w 3246882"/>
              <a:gd name="connsiteY34" fmla="*/ 29813 h 1628584"/>
              <a:gd name="connsiteX35" fmla="*/ 657701 w 3246882"/>
              <a:gd name="connsiteY35" fmla="*/ 67437 h 1628584"/>
              <a:gd name="connsiteX36" fmla="*/ 672941 w 3246882"/>
              <a:gd name="connsiteY36" fmla="*/ 105156 h 1628584"/>
              <a:gd name="connsiteX37" fmla="*/ 712375 w 3246882"/>
              <a:gd name="connsiteY37" fmla="*/ 120968 h 1628584"/>
              <a:gd name="connsiteX38" fmla="*/ 667703 w 3246882"/>
              <a:gd name="connsiteY38" fmla="*/ 572929 h 1628584"/>
              <a:gd name="connsiteX39" fmla="*/ 756666 w 3246882"/>
              <a:gd name="connsiteY39" fmla="*/ 572929 h 1628584"/>
              <a:gd name="connsiteX40" fmla="*/ 756666 w 3246882"/>
              <a:gd name="connsiteY40" fmla="*/ 191929 h 1628584"/>
              <a:gd name="connsiteX41" fmla="*/ 667703 w 3246882"/>
              <a:gd name="connsiteY41" fmla="*/ 191929 h 1628584"/>
              <a:gd name="connsiteX42" fmla="*/ 667703 w 3246882"/>
              <a:gd name="connsiteY42" fmla="*/ 572929 h 1628584"/>
              <a:gd name="connsiteX43" fmla="*/ 1179100 w 3246882"/>
              <a:gd name="connsiteY43" fmla="*/ 500348 h 1628584"/>
              <a:gd name="connsiteX44" fmla="*/ 1110234 w 3246882"/>
              <a:gd name="connsiteY44" fmla="*/ 461677 h 1628584"/>
              <a:gd name="connsiteX45" fmla="*/ 1072325 w 3246882"/>
              <a:gd name="connsiteY45" fmla="*/ 497205 h 1628584"/>
              <a:gd name="connsiteX46" fmla="*/ 1025843 w 3246882"/>
              <a:gd name="connsiteY46" fmla="*/ 507778 h 1628584"/>
              <a:gd name="connsiteX47" fmla="*/ 948500 w 3246882"/>
              <a:gd name="connsiteY47" fmla="*/ 475393 h 1628584"/>
              <a:gd name="connsiteX48" fmla="*/ 919448 w 3246882"/>
              <a:gd name="connsiteY48" fmla="*/ 383096 h 1628584"/>
              <a:gd name="connsiteX49" fmla="*/ 948881 w 3246882"/>
              <a:gd name="connsiteY49" fmla="*/ 288608 h 1628584"/>
              <a:gd name="connsiteX50" fmla="*/ 1023652 w 3246882"/>
              <a:gd name="connsiteY50" fmla="*/ 254794 h 1628584"/>
              <a:gd name="connsiteX51" fmla="*/ 1069753 w 3246882"/>
              <a:gd name="connsiteY51" fmla="*/ 265557 h 1628584"/>
              <a:gd name="connsiteX52" fmla="*/ 1106996 w 3246882"/>
              <a:gd name="connsiteY52" fmla="*/ 302038 h 1628584"/>
              <a:gd name="connsiteX53" fmla="*/ 1176909 w 3246882"/>
              <a:gd name="connsiteY53" fmla="*/ 267462 h 1628584"/>
              <a:gd name="connsiteX54" fmla="*/ 1116806 w 3246882"/>
              <a:gd name="connsiteY54" fmla="*/ 204407 h 1628584"/>
              <a:gd name="connsiteX55" fmla="*/ 1026605 w 3246882"/>
              <a:gd name="connsiteY55" fmla="*/ 182975 h 1628584"/>
              <a:gd name="connsiteX56" fmla="*/ 883730 w 3246882"/>
              <a:gd name="connsiteY56" fmla="*/ 238220 h 1628584"/>
              <a:gd name="connsiteX57" fmla="*/ 828675 w 3246882"/>
              <a:gd name="connsiteY57" fmla="*/ 389096 h 1628584"/>
              <a:gd name="connsiteX58" fmla="*/ 880396 w 3246882"/>
              <a:gd name="connsiteY58" fmla="*/ 529019 h 1628584"/>
              <a:gd name="connsiteX59" fmla="*/ 1023652 w 3246882"/>
              <a:gd name="connsiteY59" fmla="*/ 581882 h 1628584"/>
              <a:gd name="connsiteX60" fmla="*/ 1113473 w 3246882"/>
              <a:gd name="connsiteY60" fmla="*/ 561785 h 1628584"/>
              <a:gd name="connsiteX61" fmla="*/ 1179100 w 3246882"/>
              <a:gd name="connsiteY61" fmla="*/ 500348 h 1628584"/>
              <a:gd name="connsiteX62" fmla="*/ 1438656 w 3246882"/>
              <a:gd name="connsiteY62" fmla="*/ 185166 h 1628584"/>
              <a:gd name="connsiteX63" fmla="*/ 1378363 w 3246882"/>
              <a:gd name="connsiteY63" fmla="*/ 204692 h 1628584"/>
              <a:gd name="connsiteX64" fmla="*/ 1338929 w 3246882"/>
              <a:gd name="connsiteY64" fmla="*/ 260699 h 1628584"/>
              <a:gd name="connsiteX65" fmla="*/ 1337405 w 3246882"/>
              <a:gd name="connsiteY65" fmla="*/ 260699 h 1628584"/>
              <a:gd name="connsiteX66" fmla="*/ 1337405 w 3246882"/>
              <a:gd name="connsiteY66" fmla="*/ 191834 h 1628584"/>
              <a:gd name="connsiteX67" fmla="*/ 1248442 w 3246882"/>
              <a:gd name="connsiteY67" fmla="*/ 191834 h 1628584"/>
              <a:gd name="connsiteX68" fmla="*/ 1248442 w 3246882"/>
              <a:gd name="connsiteY68" fmla="*/ 572834 h 1628584"/>
              <a:gd name="connsiteX69" fmla="*/ 1337405 w 3246882"/>
              <a:gd name="connsiteY69" fmla="*/ 572834 h 1628584"/>
              <a:gd name="connsiteX70" fmla="*/ 1337405 w 3246882"/>
              <a:gd name="connsiteY70" fmla="*/ 384524 h 1628584"/>
              <a:gd name="connsiteX71" fmla="*/ 1361027 w 3246882"/>
              <a:gd name="connsiteY71" fmla="*/ 296323 h 1628584"/>
              <a:gd name="connsiteX72" fmla="*/ 1422940 w 3246882"/>
              <a:gd name="connsiteY72" fmla="*/ 262795 h 1628584"/>
              <a:gd name="connsiteX73" fmla="*/ 1446181 w 3246882"/>
              <a:gd name="connsiteY73" fmla="*/ 265176 h 1628584"/>
              <a:gd name="connsiteX74" fmla="*/ 1467993 w 3246882"/>
              <a:gd name="connsiteY74" fmla="*/ 271653 h 1628584"/>
              <a:gd name="connsiteX75" fmla="*/ 1491806 w 3246882"/>
              <a:gd name="connsiteY75" fmla="*/ 195739 h 1628584"/>
              <a:gd name="connsiteX76" fmla="*/ 1465421 w 3246882"/>
              <a:gd name="connsiteY76" fmla="*/ 187166 h 1628584"/>
              <a:gd name="connsiteX77" fmla="*/ 1438656 w 3246882"/>
              <a:gd name="connsiteY77" fmla="*/ 184976 h 1628584"/>
              <a:gd name="connsiteX78" fmla="*/ 1855375 w 3246882"/>
              <a:gd name="connsiteY78" fmla="*/ 237649 h 1628584"/>
              <a:gd name="connsiteX79" fmla="*/ 1907667 w 3246882"/>
              <a:gd name="connsiteY79" fmla="*/ 379000 h 1628584"/>
              <a:gd name="connsiteX80" fmla="*/ 1852613 w 3246882"/>
              <a:gd name="connsiteY80" fmla="*/ 524637 h 1628584"/>
              <a:gd name="connsiteX81" fmla="*/ 1707166 w 3246882"/>
              <a:gd name="connsiteY81" fmla="*/ 581787 h 1628584"/>
              <a:gd name="connsiteX82" fmla="*/ 1562957 w 3246882"/>
              <a:gd name="connsiteY82" fmla="*/ 528542 h 1628584"/>
              <a:gd name="connsiteX83" fmla="*/ 1509522 w 3246882"/>
              <a:gd name="connsiteY83" fmla="*/ 385286 h 1628584"/>
              <a:gd name="connsiteX84" fmla="*/ 1566101 w 3246882"/>
              <a:gd name="connsiteY84" fmla="*/ 238506 h 1628584"/>
              <a:gd name="connsiteX85" fmla="*/ 1712309 w 3246882"/>
              <a:gd name="connsiteY85" fmla="*/ 182880 h 1628584"/>
              <a:gd name="connsiteX86" fmla="*/ 1855375 w 3246882"/>
              <a:gd name="connsiteY86" fmla="*/ 237554 h 1628584"/>
              <a:gd name="connsiteX87" fmla="*/ 1816513 w 3246882"/>
              <a:gd name="connsiteY87" fmla="*/ 381286 h 1628584"/>
              <a:gd name="connsiteX88" fmla="*/ 1788605 w 3246882"/>
              <a:gd name="connsiteY88" fmla="*/ 289751 h 1628584"/>
              <a:gd name="connsiteX89" fmla="*/ 1710118 w 3246882"/>
              <a:gd name="connsiteY89" fmla="*/ 255175 h 1628584"/>
              <a:gd name="connsiteX90" fmla="*/ 1630299 w 3246882"/>
              <a:gd name="connsiteY90" fmla="*/ 290894 h 1628584"/>
              <a:gd name="connsiteX91" fmla="*/ 1600391 w 3246882"/>
              <a:gd name="connsiteY91" fmla="*/ 383572 h 1628584"/>
              <a:gd name="connsiteX92" fmla="*/ 1630013 w 3246882"/>
              <a:gd name="connsiteY92" fmla="*/ 476250 h 1628584"/>
              <a:gd name="connsiteX93" fmla="*/ 1710595 w 3246882"/>
              <a:gd name="connsiteY93" fmla="*/ 510064 h 1628584"/>
              <a:gd name="connsiteX94" fmla="*/ 1788890 w 3246882"/>
              <a:gd name="connsiteY94" fmla="*/ 475107 h 1628584"/>
              <a:gd name="connsiteX95" fmla="*/ 1816608 w 3246882"/>
              <a:gd name="connsiteY95" fmla="*/ 381381 h 1628584"/>
              <a:gd name="connsiteX96" fmla="*/ 2123313 w 3246882"/>
              <a:gd name="connsiteY96" fmla="*/ 339566 h 1628584"/>
              <a:gd name="connsiteX97" fmla="*/ 2068068 w 3246882"/>
              <a:gd name="connsiteY97" fmla="*/ 321374 h 1628584"/>
              <a:gd name="connsiteX98" fmla="*/ 2053400 w 3246882"/>
              <a:gd name="connsiteY98" fmla="*/ 292322 h 1628584"/>
              <a:gd name="connsiteX99" fmla="*/ 2067497 w 3246882"/>
              <a:gd name="connsiteY99" fmla="*/ 261461 h 1628584"/>
              <a:gd name="connsiteX100" fmla="*/ 2108835 w 3246882"/>
              <a:gd name="connsiteY100" fmla="*/ 249555 h 1628584"/>
              <a:gd name="connsiteX101" fmla="*/ 2152555 w 3246882"/>
              <a:gd name="connsiteY101" fmla="*/ 258509 h 1628584"/>
              <a:gd name="connsiteX102" fmla="*/ 2188083 w 3246882"/>
              <a:gd name="connsiteY102" fmla="*/ 285274 h 1628584"/>
              <a:gd name="connsiteX103" fmla="*/ 2239804 w 3246882"/>
              <a:gd name="connsiteY103" fmla="*/ 238411 h 1628584"/>
              <a:gd name="connsiteX104" fmla="*/ 2184368 w 3246882"/>
              <a:gd name="connsiteY104" fmla="*/ 196691 h 1628584"/>
              <a:gd name="connsiteX105" fmla="*/ 2111407 w 3246882"/>
              <a:gd name="connsiteY105" fmla="*/ 182880 h 1628584"/>
              <a:gd name="connsiteX106" fmla="*/ 2010251 w 3246882"/>
              <a:gd name="connsiteY106" fmla="*/ 214694 h 1628584"/>
              <a:gd name="connsiteX107" fmla="*/ 1970056 w 3246882"/>
              <a:gd name="connsiteY107" fmla="*/ 302324 h 1628584"/>
              <a:gd name="connsiteX108" fmla="*/ 1999679 w 3246882"/>
              <a:gd name="connsiteY108" fmla="*/ 375476 h 1628584"/>
              <a:gd name="connsiteX109" fmla="*/ 2104073 w 3246882"/>
              <a:gd name="connsiteY109" fmla="*/ 418052 h 1628584"/>
              <a:gd name="connsiteX110" fmla="*/ 2149983 w 3246882"/>
              <a:gd name="connsiteY110" fmla="*/ 436055 h 1628584"/>
              <a:gd name="connsiteX111" fmla="*/ 2165414 w 3246882"/>
              <a:gd name="connsiteY111" fmla="*/ 467106 h 1628584"/>
              <a:gd name="connsiteX112" fmla="*/ 2149031 w 3246882"/>
              <a:gd name="connsiteY112" fmla="*/ 502253 h 1628584"/>
              <a:gd name="connsiteX113" fmla="*/ 2103311 w 3246882"/>
              <a:gd name="connsiteY113" fmla="*/ 514731 h 1628584"/>
              <a:gd name="connsiteX114" fmla="*/ 2053685 w 3246882"/>
              <a:gd name="connsiteY114" fmla="*/ 503015 h 1628584"/>
              <a:gd name="connsiteX115" fmla="*/ 2009204 w 3246882"/>
              <a:gd name="connsiteY115" fmla="*/ 463772 h 1628584"/>
              <a:gd name="connsiteX116" fmla="*/ 1955673 w 3246882"/>
              <a:gd name="connsiteY116" fmla="*/ 511778 h 1628584"/>
              <a:gd name="connsiteX117" fmla="*/ 2015966 w 3246882"/>
              <a:gd name="connsiteY117" fmla="*/ 563880 h 1628584"/>
              <a:gd name="connsiteX118" fmla="*/ 2102644 w 3246882"/>
              <a:gd name="connsiteY118" fmla="*/ 581787 h 1628584"/>
              <a:gd name="connsiteX119" fmla="*/ 2208657 w 3246882"/>
              <a:gd name="connsiteY119" fmla="*/ 547973 h 1628584"/>
              <a:gd name="connsiteX120" fmla="*/ 2249234 w 3246882"/>
              <a:gd name="connsiteY120" fmla="*/ 459010 h 1628584"/>
              <a:gd name="connsiteX121" fmla="*/ 2217992 w 3246882"/>
              <a:gd name="connsiteY121" fmla="*/ 380143 h 1628584"/>
              <a:gd name="connsiteX122" fmla="*/ 2123504 w 3246882"/>
              <a:gd name="connsiteY122" fmla="*/ 339566 h 1628584"/>
              <a:gd name="connsiteX123" fmla="*/ 2658332 w 3246882"/>
              <a:gd name="connsiteY123" fmla="*/ 237649 h 1628584"/>
              <a:gd name="connsiteX124" fmla="*/ 2710624 w 3246882"/>
              <a:gd name="connsiteY124" fmla="*/ 379000 h 1628584"/>
              <a:gd name="connsiteX125" fmla="*/ 2655570 w 3246882"/>
              <a:gd name="connsiteY125" fmla="*/ 524637 h 1628584"/>
              <a:gd name="connsiteX126" fmla="*/ 2510123 w 3246882"/>
              <a:gd name="connsiteY126" fmla="*/ 581787 h 1628584"/>
              <a:gd name="connsiteX127" fmla="*/ 2365915 w 3246882"/>
              <a:gd name="connsiteY127" fmla="*/ 528542 h 1628584"/>
              <a:gd name="connsiteX128" fmla="*/ 2312480 w 3246882"/>
              <a:gd name="connsiteY128" fmla="*/ 385286 h 1628584"/>
              <a:gd name="connsiteX129" fmla="*/ 2369058 w 3246882"/>
              <a:gd name="connsiteY129" fmla="*/ 238506 h 1628584"/>
              <a:gd name="connsiteX130" fmla="*/ 2515267 w 3246882"/>
              <a:gd name="connsiteY130" fmla="*/ 182880 h 1628584"/>
              <a:gd name="connsiteX131" fmla="*/ 2658332 w 3246882"/>
              <a:gd name="connsiteY131" fmla="*/ 237554 h 1628584"/>
              <a:gd name="connsiteX132" fmla="*/ 2619375 w 3246882"/>
              <a:gd name="connsiteY132" fmla="*/ 381286 h 1628584"/>
              <a:gd name="connsiteX133" fmla="*/ 2591467 w 3246882"/>
              <a:gd name="connsiteY133" fmla="*/ 289751 h 1628584"/>
              <a:gd name="connsiteX134" fmla="*/ 2512981 w 3246882"/>
              <a:gd name="connsiteY134" fmla="*/ 255175 h 1628584"/>
              <a:gd name="connsiteX135" fmla="*/ 2433161 w 3246882"/>
              <a:gd name="connsiteY135" fmla="*/ 290894 h 1628584"/>
              <a:gd name="connsiteX136" fmla="*/ 2403253 w 3246882"/>
              <a:gd name="connsiteY136" fmla="*/ 383572 h 1628584"/>
              <a:gd name="connsiteX137" fmla="*/ 2432876 w 3246882"/>
              <a:gd name="connsiteY137" fmla="*/ 476250 h 1628584"/>
              <a:gd name="connsiteX138" fmla="*/ 2513457 w 3246882"/>
              <a:gd name="connsiteY138" fmla="*/ 510064 h 1628584"/>
              <a:gd name="connsiteX139" fmla="*/ 2591753 w 3246882"/>
              <a:gd name="connsiteY139" fmla="*/ 475107 h 1628584"/>
              <a:gd name="connsiteX140" fmla="*/ 2619470 w 3246882"/>
              <a:gd name="connsiteY140" fmla="*/ 381381 h 1628584"/>
              <a:gd name="connsiteX141" fmla="*/ 3219260 w 3246882"/>
              <a:gd name="connsiteY141" fmla="*/ 494729 h 1628584"/>
              <a:gd name="connsiteX142" fmla="*/ 3196209 w 3246882"/>
              <a:gd name="connsiteY142" fmla="*/ 507397 h 1628584"/>
              <a:gd name="connsiteX143" fmla="*/ 3175349 w 3246882"/>
              <a:gd name="connsiteY143" fmla="*/ 511112 h 1628584"/>
              <a:gd name="connsiteX144" fmla="*/ 3144107 w 3246882"/>
              <a:gd name="connsiteY144" fmla="*/ 497872 h 1628584"/>
              <a:gd name="connsiteX145" fmla="*/ 3132963 w 3246882"/>
              <a:gd name="connsiteY145" fmla="*/ 456724 h 1628584"/>
              <a:gd name="connsiteX146" fmla="*/ 3132963 w 3246882"/>
              <a:gd name="connsiteY146" fmla="*/ 260985 h 1628584"/>
              <a:gd name="connsiteX147" fmla="*/ 3230118 w 3246882"/>
              <a:gd name="connsiteY147" fmla="*/ 260985 h 1628584"/>
              <a:gd name="connsiteX148" fmla="*/ 3230118 w 3246882"/>
              <a:gd name="connsiteY148" fmla="*/ 191738 h 1628584"/>
              <a:gd name="connsiteX149" fmla="*/ 3132963 w 3246882"/>
              <a:gd name="connsiteY149" fmla="*/ 191738 h 1628584"/>
              <a:gd name="connsiteX150" fmla="*/ 3132963 w 3246882"/>
              <a:gd name="connsiteY150" fmla="*/ 82677 h 1628584"/>
              <a:gd name="connsiteX151" fmla="*/ 3043999 w 3246882"/>
              <a:gd name="connsiteY151" fmla="*/ 98298 h 1628584"/>
              <a:gd name="connsiteX152" fmla="*/ 3043999 w 3246882"/>
              <a:gd name="connsiteY152" fmla="*/ 191643 h 1628584"/>
              <a:gd name="connsiteX153" fmla="*/ 2893028 w 3246882"/>
              <a:gd name="connsiteY153" fmla="*/ 191643 h 1628584"/>
              <a:gd name="connsiteX154" fmla="*/ 2893028 w 3246882"/>
              <a:gd name="connsiteY154" fmla="*/ 130969 h 1628584"/>
              <a:gd name="connsiteX155" fmla="*/ 2905887 w 3246882"/>
              <a:gd name="connsiteY155" fmla="*/ 86297 h 1628584"/>
              <a:gd name="connsiteX156" fmla="*/ 2942558 w 3246882"/>
              <a:gd name="connsiteY156" fmla="*/ 71438 h 1628584"/>
              <a:gd name="connsiteX157" fmla="*/ 2965037 w 3246882"/>
              <a:gd name="connsiteY157" fmla="*/ 74962 h 1628584"/>
              <a:gd name="connsiteX158" fmla="*/ 2984945 w 3246882"/>
              <a:gd name="connsiteY158" fmla="*/ 84868 h 1628584"/>
              <a:gd name="connsiteX159" fmla="*/ 3021425 w 3246882"/>
              <a:gd name="connsiteY159" fmla="*/ 20479 h 1628584"/>
              <a:gd name="connsiteX160" fmla="*/ 2981230 w 3246882"/>
              <a:gd name="connsiteY160" fmla="*/ 5048 h 1628584"/>
              <a:gd name="connsiteX161" fmla="*/ 2938844 w 3246882"/>
              <a:gd name="connsiteY161" fmla="*/ 0 h 1628584"/>
              <a:gd name="connsiteX162" fmla="*/ 2839688 w 3246882"/>
              <a:gd name="connsiteY162" fmla="*/ 34957 h 1628584"/>
              <a:gd name="connsiteX163" fmla="*/ 2804541 w 3246882"/>
              <a:gd name="connsiteY163" fmla="*/ 130207 h 1628584"/>
              <a:gd name="connsiteX164" fmla="*/ 2804541 w 3246882"/>
              <a:gd name="connsiteY164" fmla="*/ 191643 h 1628584"/>
              <a:gd name="connsiteX165" fmla="*/ 2739771 w 3246882"/>
              <a:gd name="connsiteY165" fmla="*/ 191643 h 1628584"/>
              <a:gd name="connsiteX166" fmla="*/ 2739771 w 3246882"/>
              <a:gd name="connsiteY166" fmla="*/ 260890 h 1628584"/>
              <a:gd name="connsiteX167" fmla="*/ 2804541 w 3246882"/>
              <a:gd name="connsiteY167" fmla="*/ 260890 h 1628584"/>
              <a:gd name="connsiteX168" fmla="*/ 2804541 w 3246882"/>
              <a:gd name="connsiteY168" fmla="*/ 572643 h 1628584"/>
              <a:gd name="connsiteX169" fmla="*/ 2893124 w 3246882"/>
              <a:gd name="connsiteY169" fmla="*/ 572643 h 1628584"/>
              <a:gd name="connsiteX170" fmla="*/ 2893124 w 3246882"/>
              <a:gd name="connsiteY170" fmla="*/ 261080 h 1628584"/>
              <a:gd name="connsiteX171" fmla="*/ 3044095 w 3246882"/>
              <a:gd name="connsiteY171" fmla="*/ 261080 h 1628584"/>
              <a:gd name="connsiteX172" fmla="*/ 3044095 w 3246882"/>
              <a:gd name="connsiteY172" fmla="*/ 469487 h 1628584"/>
              <a:gd name="connsiteX173" fmla="*/ 3072384 w 3246882"/>
              <a:gd name="connsiteY173" fmla="*/ 553212 h 1628584"/>
              <a:gd name="connsiteX174" fmla="*/ 3156871 w 3246882"/>
              <a:gd name="connsiteY174" fmla="*/ 581882 h 1628584"/>
              <a:gd name="connsiteX175" fmla="*/ 3208020 w 3246882"/>
              <a:gd name="connsiteY175" fmla="*/ 574643 h 1628584"/>
              <a:gd name="connsiteX176" fmla="*/ 3246882 w 3246882"/>
              <a:gd name="connsiteY176" fmla="*/ 555117 h 1628584"/>
              <a:gd name="connsiteX177" fmla="*/ 3219355 w 3246882"/>
              <a:gd name="connsiteY177" fmla="*/ 494824 h 1628584"/>
              <a:gd name="connsiteX178" fmla="*/ 0 w 3246882"/>
              <a:gd name="connsiteY178" fmla="*/ 1449229 h 1628584"/>
              <a:gd name="connsiteX179" fmla="*/ 91154 w 3246882"/>
              <a:gd name="connsiteY179" fmla="*/ 1449229 h 1628584"/>
              <a:gd name="connsiteX180" fmla="*/ 91154 w 3246882"/>
              <a:gd name="connsiteY180" fmla="*/ 915638 h 1628584"/>
              <a:gd name="connsiteX181" fmla="*/ 0 w 3246882"/>
              <a:gd name="connsiteY181" fmla="*/ 915638 h 1628584"/>
              <a:gd name="connsiteX182" fmla="*/ 0 w 3246882"/>
              <a:gd name="connsiteY182" fmla="*/ 1449229 h 1628584"/>
              <a:gd name="connsiteX183" fmla="*/ 463391 w 3246882"/>
              <a:gd name="connsiteY183" fmla="*/ 1068229 h 1628584"/>
              <a:gd name="connsiteX184" fmla="*/ 552355 w 3246882"/>
              <a:gd name="connsiteY184" fmla="*/ 1068229 h 1628584"/>
              <a:gd name="connsiteX185" fmla="*/ 552355 w 3246882"/>
              <a:gd name="connsiteY185" fmla="*/ 1426559 h 1628584"/>
              <a:gd name="connsiteX186" fmla="*/ 499682 w 3246882"/>
              <a:gd name="connsiteY186" fmla="*/ 1575721 h 1628584"/>
              <a:gd name="connsiteX187" fmla="*/ 354806 w 3246882"/>
              <a:gd name="connsiteY187" fmla="*/ 1628585 h 1628584"/>
              <a:gd name="connsiteX188" fmla="*/ 254318 w 3246882"/>
              <a:gd name="connsiteY188" fmla="*/ 1608677 h 1628584"/>
              <a:gd name="connsiteX189" fmla="*/ 176213 w 3246882"/>
              <a:gd name="connsiteY189" fmla="*/ 1547431 h 1628584"/>
              <a:gd name="connsiteX190" fmla="*/ 240983 w 3246882"/>
              <a:gd name="connsiteY190" fmla="*/ 1499426 h 1628584"/>
              <a:gd name="connsiteX191" fmla="*/ 290322 w 3246882"/>
              <a:gd name="connsiteY191" fmla="*/ 1543907 h 1628584"/>
              <a:gd name="connsiteX192" fmla="*/ 356330 w 3246882"/>
              <a:gd name="connsiteY192" fmla="*/ 1558576 h 1628584"/>
              <a:gd name="connsiteX193" fmla="*/ 434816 w 3246882"/>
              <a:gd name="connsiteY193" fmla="*/ 1529144 h 1628584"/>
              <a:gd name="connsiteX194" fmla="*/ 463487 w 3246882"/>
              <a:gd name="connsiteY194" fmla="*/ 1441704 h 1628584"/>
              <a:gd name="connsiteX195" fmla="*/ 463487 w 3246882"/>
              <a:gd name="connsiteY195" fmla="*/ 1398175 h 1628584"/>
              <a:gd name="connsiteX196" fmla="*/ 461963 w 3246882"/>
              <a:gd name="connsiteY196" fmla="*/ 1398175 h 1628584"/>
              <a:gd name="connsiteX197" fmla="*/ 411194 w 3246882"/>
              <a:gd name="connsiteY197" fmla="*/ 1442847 h 1628584"/>
              <a:gd name="connsiteX198" fmla="*/ 336995 w 3246882"/>
              <a:gd name="connsiteY198" fmla="*/ 1458087 h 1628584"/>
              <a:gd name="connsiteX199" fmla="*/ 217932 w 3246882"/>
              <a:gd name="connsiteY199" fmla="*/ 1408081 h 1628584"/>
              <a:gd name="connsiteX200" fmla="*/ 172879 w 3246882"/>
              <a:gd name="connsiteY200" fmla="*/ 1268730 h 1628584"/>
              <a:gd name="connsiteX201" fmla="*/ 224790 w 3246882"/>
              <a:gd name="connsiteY201" fmla="*/ 1114520 h 1628584"/>
              <a:gd name="connsiteX202" fmla="*/ 353759 w 3246882"/>
              <a:gd name="connsiteY202" fmla="*/ 1059275 h 1628584"/>
              <a:gd name="connsiteX203" fmla="*/ 416052 w 3246882"/>
              <a:gd name="connsiteY203" fmla="*/ 1071944 h 1628584"/>
              <a:gd name="connsiteX204" fmla="*/ 461963 w 3246882"/>
              <a:gd name="connsiteY204" fmla="*/ 1108043 h 1628584"/>
              <a:gd name="connsiteX205" fmla="*/ 463487 w 3246882"/>
              <a:gd name="connsiteY205" fmla="*/ 1108043 h 1628584"/>
              <a:gd name="connsiteX206" fmla="*/ 463487 w 3246882"/>
              <a:gd name="connsiteY206" fmla="*/ 1068229 h 1628584"/>
              <a:gd name="connsiteX207" fmla="*/ 464153 w 3246882"/>
              <a:gd name="connsiteY207" fmla="*/ 1228154 h 1628584"/>
              <a:gd name="connsiteX208" fmla="*/ 437007 w 3246882"/>
              <a:gd name="connsiteY208" fmla="*/ 1159478 h 1628584"/>
              <a:gd name="connsiteX209" fmla="*/ 367094 w 3246882"/>
              <a:gd name="connsiteY209" fmla="*/ 1130999 h 1628584"/>
              <a:gd name="connsiteX210" fmla="*/ 291560 w 3246882"/>
              <a:gd name="connsiteY210" fmla="*/ 1165765 h 1628584"/>
              <a:gd name="connsiteX211" fmla="*/ 263652 w 3246882"/>
              <a:gd name="connsiteY211" fmla="*/ 1263777 h 1628584"/>
              <a:gd name="connsiteX212" fmla="*/ 289465 w 3246882"/>
              <a:gd name="connsiteY212" fmla="*/ 1353407 h 1628584"/>
              <a:gd name="connsiteX213" fmla="*/ 361093 w 3246882"/>
              <a:gd name="connsiteY213" fmla="*/ 1386173 h 1628584"/>
              <a:gd name="connsiteX214" fmla="*/ 435483 w 3246882"/>
              <a:gd name="connsiteY214" fmla="*/ 1354360 h 1628584"/>
              <a:gd name="connsiteX215" fmla="*/ 464153 w 3246882"/>
              <a:gd name="connsiteY215" fmla="*/ 1271588 h 1628584"/>
              <a:gd name="connsiteX216" fmla="*/ 464153 w 3246882"/>
              <a:gd name="connsiteY216" fmla="*/ 1228058 h 1628584"/>
              <a:gd name="connsiteX217" fmla="*/ 860965 w 3246882"/>
              <a:gd name="connsiteY217" fmla="*/ 1059275 h 1628584"/>
              <a:gd name="connsiteX218" fmla="*/ 791432 w 3246882"/>
              <a:gd name="connsiteY218" fmla="*/ 1075087 h 1628584"/>
              <a:gd name="connsiteX219" fmla="*/ 738950 w 3246882"/>
              <a:gd name="connsiteY219" fmla="*/ 1119950 h 1628584"/>
              <a:gd name="connsiteX220" fmla="*/ 737426 w 3246882"/>
              <a:gd name="connsiteY220" fmla="*/ 1119950 h 1628584"/>
              <a:gd name="connsiteX221" fmla="*/ 737426 w 3246882"/>
              <a:gd name="connsiteY221" fmla="*/ 1068229 h 1628584"/>
              <a:gd name="connsiteX222" fmla="*/ 648462 w 3246882"/>
              <a:gd name="connsiteY222" fmla="*/ 1068229 h 1628584"/>
              <a:gd name="connsiteX223" fmla="*/ 648462 w 3246882"/>
              <a:gd name="connsiteY223" fmla="*/ 1449229 h 1628584"/>
              <a:gd name="connsiteX224" fmla="*/ 737426 w 3246882"/>
              <a:gd name="connsiteY224" fmla="*/ 1449229 h 1628584"/>
              <a:gd name="connsiteX225" fmla="*/ 737426 w 3246882"/>
              <a:gd name="connsiteY225" fmla="*/ 1231964 h 1628584"/>
              <a:gd name="connsiteX226" fmla="*/ 762572 w 3246882"/>
              <a:gd name="connsiteY226" fmla="*/ 1159764 h 1628584"/>
              <a:gd name="connsiteX227" fmla="*/ 827151 w 3246882"/>
              <a:gd name="connsiteY227" fmla="*/ 1131094 h 1628584"/>
              <a:gd name="connsiteX228" fmla="*/ 882968 w 3246882"/>
              <a:gd name="connsiteY228" fmla="*/ 1155668 h 1628584"/>
              <a:gd name="connsiteX229" fmla="*/ 901541 w 3246882"/>
              <a:gd name="connsiteY229" fmla="*/ 1226725 h 1628584"/>
              <a:gd name="connsiteX230" fmla="*/ 901541 w 3246882"/>
              <a:gd name="connsiteY230" fmla="*/ 1449229 h 1628584"/>
              <a:gd name="connsiteX231" fmla="*/ 990505 w 3246882"/>
              <a:gd name="connsiteY231" fmla="*/ 1449229 h 1628584"/>
              <a:gd name="connsiteX232" fmla="*/ 990505 w 3246882"/>
              <a:gd name="connsiteY232" fmla="*/ 1214819 h 1628584"/>
              <a:gd name="connsiteX233" fmla="*/ 957358 w 3246882"/>
              <a:gd name="connsiteY233" fmla="*/ 1099661 h 1628584"/>
              <a:gd name="connsiteX234" fmla="*/ 860965 w 3246882"/>
              <a:gd name="connsiteY234" fmla="*/ 1059275 h 1628584"/>
              <a:gd name="connsiteX235" fmla="*/ 1124236 w 3246882"/>
              <a:gd name="connsiteY235" fmla="*/ 890683 h 1628584"/>
              <a:gd name="connsiteX236" fmla="*/ 1084802 w 3246882"/>
              <a:gd name="connsiteY236" fmla="*/ 905923 h 1628584"/>
              <a:gd name="connsiteX237" fmla="*/ 1069562 w 3246882"/>
              <a:gd name="connsiteY237" fmla="*/ 943547 h 1628584"/>
              <a:gd name="connsiteX238" fmla="*/ 1084802 w 3246882"/>
              <a:gd name="connsiteY238" fmla="*/ 981266 h 1628584"/>
              <a:gd name="connsiteX239" fmla="*/ 1124236 w 3246882"/>
              <a:gd name="connsiteY239" fmla="*/ 997077 h 1628584"/>
              <a:gd name="connsiteX240" fmla="*/ 1164431 w 3246882"/>
              <a:gd name="connsiteY240" fmla="*/ 981837 h 1628584"/>
              <a:gd name="connsiteX241" fmla="*/ 1179671 w 3246882"/>
              <a:gd name="connsiteY241" fmla="*/ 943928 h 1628584"/>
              <a:gd name="connsiteX242" fmla="*/ 1164431 w 3246882"/>
              <a:gd name="connsiteY242" fmla="*/ 906018 h 1628584"/>
              <a:gd name="connsiteX243" fmla="*/ 1124236 w 3246882"/>
              <a:gd name="connsiteY243" fmla="*/ 890778 h 1628584"/>
              <a:gd name="connsiteX244" fmla="*/ 1079564 w 3246882"/>
              <a:gd name="connsiteY244" fmla="*/ 1449229 h 1628584"/>
              <a:gd name="connsiteX245" fmla="*/ 1168527 w 3246882"/>
              <a:gd name="connsiteY245" fmla="*/ 1449229 h 1628584"/>
              <a:gd name="connsiteX246" fmla="*/ 1168527 w 3246882"/>
              <a:gd name="connsiteY246" fmla="*/ 1068229 h 1628584"/>
              <a:gd name="connsiteX247" fmla="*/ 1079564 w 3246882"/>
              <a:gd name="connsiteY247" fmla="*/ 1068229 h 1628584"/>
              <a:gd name="connsiteX248" fmla="*/ 1079564 w 3246882"/>
              <a:gd name="connsiteY248" fmla="*/ 1449229 h 1628584"/>
              <a:gd name="connsiteX249" fmla="*/ 1440656 w 3246882"/>
              <a:gd name="connsiteY249" fmla="*/ 1383697 h 1628584"/>
              <a:gd name="connsiteX250" fmla="*/ 1419797 w 3246882"/>
              <a:gd name="connsiteY250" fmla="*/ 1387412 h 1628584"/>
              <a:gd name="connsiteX251" fmla="*/ 1388555 w 3246882"/>
              <a:gd name="connsiteY251" fmla="*/ 1374172 h 1628584"/>
              <a:gd name="connsiteX252" fmla="*/ 1377410 w 3246882"/>
              <a:gd name="connsiteY252" fmla="*/ 1333024 h 1628584"/>
              <a:gd name="connsiteX253" fmla="*/ 1377410 w 3246882"/>
              <a:gd name="connsiteY253" fmla="*/ 1137285 h 1628584"/>
              <a:gd name="connsiteX254" fmla="*/ 1474565 w 3246882"/>
              <a:gd name="connsiteY254" fmla="*/ 1137285 h 1628584"/>
              <a:gd name="connsiteX255" fmla="*/ 1474565 w 3246882"/>
              <a:gd name="connsiteY255" fmla="*/ 1068038 h 1628584"/>
              <a:gd name="connsiteX256" fmla="*/ 1377410 w 3246882"/>
              <a:gd name="connsiteY256" fmla="*/ 1068038 h 1628584"/>
              <a:gd name="connsiteX257" fmla="*/ 1377410 w 3246882"/>
              <a:gd name="connsiteY257" fmla="*/ 958977 h 1628584"/>
              <a:gd name="connsiteX258" fmla="*/ 1288447 w 3246882"/>
              <a:gd name="connsiteY258" fmla="*/ 974598 h 1628584"/>
              <a:gd name="connsiteX259" fmla="*/ 1288447 w 3246882"/>
              <a:gd name="connsiteY259" fmla="*/ 1067943 h 1628584"/>
              <a:gd name="connsiteX260" fmla="*/ 1224820 w 3246882"/>
              <a:gd name="connsiteY260" fmla="*/ 1067943 h 1628584"/>
              <a:gd name="connsiteX261" fmla="*/ 1224820 w 3246882"/>
              <a:gd name="connsiteY261" fmla="*/ 1137190 h 1628584"/>
              <a:gd name="connsiteX262" fmla="*/ 1288447 w 3246882"/>
              <a:gd name="connsiteY262" fmla="*/ 1137190 h 1628584"/>
              <a:gd name="connsiteX263" fmla="*/ 1288447 w 3246882"/>
              <a:gd name="connsiteY263" fmla="*/ 1345597 h 1628584"/>
              <a:gd name="connsiteX264" fmla="*/ 1316736 w 3246882"/>
              <a:gd name="connsiteY264" fmla="*/ 1429322 h 1628584"/>
              <a:gd name="connsiteX265" fmla="*/ 1401223 w 3246882"/>
              <a:gd name="connsiteY265" fmla="*/ 1457992 h 1628584"/>
              <a:gd name="connsiteX266" fmla="*/ 1452372 w 3246882"/>
              <a:gd name="connsiteY266" fmla="*/ 1450753 h 1628584"/>
              <a:gd name="connsiteX267" fmla="*/ 1491234 w 3246882"/>
              <a:gd name="connsiteY267" fmla="*/ 1431227 h 1628584"/>
              <a:gd name="connsiteX268" fmla="*/ 1463707 w 3246882"/>
              <a:gd name="connsiteY268" fmla="*/ 1370933 h 1628584"/>
              <a:gd name="connsiteX269" fmla="*/ 1440656 w 3246882"/>
              <a:gd name="connsiteY269" fmla="*/ 1383602 h 1628584"/>
              <a:gd name="connsiteX270" fmla="*/ 1829657 w 3246882"/>
              <a:gd name="connsiteY270" fmla="*/ 1107662 h 1628584"/>
              <a:gd name="connsiteX271" fmla="*/ 1873949 w 3246882"/>
              <a:gd name="connsiteY271" fmla="*/ 1247204 h 1628584"/>
              <a:gd name="connsiteX272" fmla="*/ 1873949 w 3246882"/>
              <a:gd name="connsiteY272" fmla="*/ 1280731 h 1628584"/>
              <a:gd name="connsiteX273" fmla="*/ 1612392 w 3246882"/>
              <a:gd name="connsiteY273" fmla="*/ 1280731 h 1628584"/>
              <a:gd name="connsiteX274" fmla="*/ 1641824 w 3246882"/>
              <a:gd name="connsiteY274" fmla="*/ 1362075 h 1628584"/>
              <a:gd name="connsiteX275" fmla="*/ 1711738 w 3246882"/>
              <a:gd name="connsiteY275" fmla="*/ 1389031 h 1628584"/>
              <a:gd name="connsiteX276" fmla="*/ 1763459 w 3246882"/>
              <a:gd name="connsiteY276" fmla="*/ 1375220 h 1628584"/>
              <a:gd name="connsiteX277" fmla="*/ 1802130 w 3246882"/>
              <a:gd name="connsiteY277" fmla="*/ 1334262 h 1628584"/>
              <a:gd name="connsiteX278" fmla="*/ 1870234 w 3246882"/>
              <a:gd name="connsiteY278" fmla="*/ 1371505 h 1628584"/>
              <a:gd name="connsiteX279" fmla="*/ 1803464 w 3246882"/>
              <a:gd name="connsiteY279" fmla="*/ 1435703 h 1628584"/>
              <a:gd name="connsiteX280" fmla="*/ 1708785 w 3246882"/>
              <a:gd name="connsiteY280" fmla="*/ 1458182 h 1628584"/>
              <a:gd name="connsiteX281" fmla="*/ 1573149 w 3246882"/>
              <a:gd name="connsiteY281" fmla="*/ 1407605 h 1628584"/>
              <a:gd name="connsiteX282" fmla="*/ 1522381 w 3246882"/>
              <a:gd name="connsiteY282" fmla="*/ 1262158 h 1628584"/>
              <a:gd name="connsiteX283" fmla="*/ 1574673 w 3246882"/>
              <a:gd name="connsiteY283" fmla="*/ 1115568 h 1628584"/>
              <a:gd name="connsiteX284" fmla="*/ 1705070 w 3246882"/>
              <a:gd name="connsiteY284" fmla="*/ 1059371 h 1628584"/>
              <a:gd name="connsiteX285" fmla="*/ 1829753 w 3246882"/>
              <a:gd name="connsiteY285" fmla="*/ 1107758 h 1628584"/>
              <a:gd name="connsiteX286" fmla="*/ 1788414 w 3246882"/>
              <a:gd name="connsiteY286" fmla="*/ 1218152 h 1628584"/>
              <a:gd name="connsiteX287" fmla="*/ 1766602 w 3246882"/>
              <a:gd name="connsiteY287" fmla="*/ 1149858 h 1628584"/>
              <a:gd name="connsiteX288" fmla="*/ 1706499 w 3246882"/>
              <a:gd name="connsiteY288" fmla="*/ 1125855 h 1628584"/>
              <a:gd name="connsiteX289" fmla="*/ 1641729 w 3246882"/>
              <a:gd name="connsiteY289" fmla="*/ 1152049 h 1628584"/>
              <a:gd name="connsiteX290" fmla="*/ 1612011 w 3246882"/>
              <a:gd name="connsiteY290" fmla="*/ 1218057 h 1628584"/>
              <a:gd name="connsiteX291" fmla="*/ 1788414 w 3246882"/>
              <a:gd name="connsiteY291" fmla="*/ 1218057 h 1628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Lst>
            <a:rect l="l" t="t" r="r" b="b"/>
            <a:pathLst>
              <a:path w="3246882" h="1628584">
                <a:moveTo>
                  <a:pt x="452057" y="39338"/>
                </a:moveTo>
                <a:lnTo>
                  <a:pt x="576739" y="39338"/>
                </a:lnTo>
                <a:lnTo>
                  <a:pt x="576739" y="572929"/>
                </a:lnTo>
                <a:lnTo>
                  <a:pt x="486347" y="572929"/>
                </a:lnTo>
                <a:lnTo>
                  <a:pt x="486347" y="234315"/>
                </a:lnTo>
                <a:cubicBezTo>
                  <a:pt x="486347" y="220218"/>
                  <a:pt x="486537" y="206597"/>
                  <a:pt x="486918" y="193548"/>
                </a:cubicBezTo>
                <a:cubicBezTo>
                  <a:pt x="487299" y="180499"/>
                  <a:pt x="487585" y="165735"/>
                  <a:pt x="487871" y="149066"/>
                </a:cubicBezTo>
                <a:lnTo>
                  <a:pt x="485680" y="149066"/>
                </a:lnTo>
                <a:cubicBezTo>
                  <a:pt x="483489" y="156496"/>
                  <a:pt x="481298" y="162973"/>
                  <a:pt x="479393" y="168593"/>
                </a:cubicBezTo>
                <a:cubicBezTo>
                  <a:pt x="477393" y="174212"/>
                  <a:pt x="475202" y="180023"/>
                  <a:pt x="472726" y="186309"/>
                </a:cubicBezTo>
                <a:lnTo>
                  <a:pt x="319088" y="572929"/>
                </a:lnTo>
                <a:lnTo>
                  <a:pt x="254699" y="572929"/>
                </a:lnTo>
                <a:lnTo>
                  <a:pt x="99727" y="189643"/>
                </a:lnTo>
                <a:cubicBezTo>
                  <a:pt x="97727" y="183928"/>
                  <a:pt x="95726" y="178213"/>
                  <a:pt x="93631" y="172307"/>
                </a:cubicBezTo>
                <a:cubicBezTo>
                  <a:pt x="91535" y="166497"/>
                  <a:pt x="88868" y="158686"/>
                  <a:pt x="85630" y="149066"/>
                </a:cubicBezTo>
                <a:lnTo>
                  <a:pt x="83439" y="149066"/>
                </a:lnTo>
                <a:cubicBezTo>
                  <a:pt x="83915" y="164402"/>
                  <a:pt x="84296" y="180023"/>
                  <a:pt x="84582" y="195739"/>
                </a:cubicBezTo>
                <a:cubicBezTo>
                  <a:pt x="84868" y="211455"/>
                  <a:pt x="84963" y="228410"/>
                  <a:pt x="84963" y="246507"/>
                </a:cubicBezTo>
                <a:lnTo>
                  <a:pt x="84963" y="572834"/>
                </a:lnTo>
                <a:lnTo>
                  <a:pt x="0" y="572834"/>
                </a:lnTo>
                <a:lnTo>
                  <a:pt x="0" y="39338"/>
                </a:lnTo>
                <a:lnTo>
                  <a:pt x="129826" y="39338"/>
                </a:lnTo>
                <a:lnTo>
                  <a:pt x="266414" y="383477"/>
                </a:lnTo>
                <a:cubicBezTo>
                  <a:pt x="271653" y="396145"/>
                  <a:pt x="275749" y="406813"/>
                  <a:pt x="278892" y="415671"/>
                </a:cubicBezTo>
                <a:cubicBezTo>
                  <a:pt x="282035" y="424434"/>
                  <a:pt x="284988" y="434245"/>
                  <a:pt x="288036" y="444913"/>
                </a:cubicBezTo>
                <a:lnTo>
                  <a:pt x="290227" y="444913"/>
                </a:lnTo>
                <a:cubicBezTo>
                  <a:pt x="294704" y="433007"/>
                  <a:pt x="298704" y="422243"/>
                  <a:pt x="302324" y="412528"/>
                </a:cubicBezTo>
                <a:cubicBezTo>
                  <a:pt x="305943" y="402812"/>
                  <a:pt x="309658" y="392811"/>
                  <a:pt x="313658" y="382429"/>
                </a:cubicBezTo>
                <a:lnTo>
                  <a:pt x="452057" y="39338"/>
                </a:lnTo>
                <a:close/>
                <a:moveTo>
                  <a:pt x="712375" y="120872"/>
                </a:moveTo>
                <a:cubicBezTo>
                  <a:pt x="728948" y="120872"/>
                  <a:pt x="742379" y="115824"/>
                  <a:pt x="752570" y="105632"/>
                </a:cubicBezTo>
                <a:cubicBezTo>
                  <a:pt x="762762" y="95441"/>
                  <a:pt x="767810" y="82772"/>
                  <a:pt x="767810" y="67723"/>
                </a:cubicBezTo>
                <a:cubicBezTo>
                  <a:pt x="767810" y="52673"/>
                  <a:pt x="762762" y="39910"/>
                  <a:pt x="752570" y="29813"/>
                </a:cubicBezTo>
                <a:cubicBezTo>
                  <a:pt x="742379" y="19622"/>
                  <a:pt x="729044" y="14573"/>
                  <a:pt x="712375" y="14573"/>
                </a:cubicBezTo>
                <a:cubicBezTo>
                  <a:pt x="695706" y="14573"/>
                  <a:pt x="683133" y="19622"/>
                  <a:pt x="672941" y="29813"/>
                </a:cubicBezTo>
                <a:cubicBezTo>
                  <a:pt x="662750" y="40005"/>
                  <a:pt x="657701" y="52483"/>
                  <a:pt x="657701" y="67437"/>
                </a:cubicBezTo>
                <a:cubicBezTo>
                  <a:pt x="657701" y="82391"/>
                  <a:pt x="662750" y="94679"/>
                  <a:pt x="672941" y="105156"/>
                </a:cubicBezTo>
                <a:cubicBezTo>
                  <a:pt x="683133" y="115729"/>
                  <a:pt x="696278" y="120968"/>
                  <a:pt x="712375" y="120968"/>
                </a:cubicBezTo>
                <a:close/>
                <a:moveTo>
                  <a:pt x="667703" y="572929"/>
                </a:moveTo>
                <a:lnTo>
                  <a:pt x="756666" y="572929"/>
                </a:lnTo>
                <a:lnTo>
                  <a:pt x="756666" y="191929"/>
                </a:lnTo>
                <a:lnTo>
                  <a:pt x="667703" y="191929"/>
                </a:lnTo>
                <a:lnTo>
                  <a:pt x="667703" y="572929"/>
                </a:lnTo>
                <a:close/>
                <a:moveTo>
                  <a:pt x="1179100" y="500348"/>
                </a:moveTo>
                <a:lnTo>
                  <a:pt x="1110234" y="461677"/>
                </a:lnTo>
                <a:cubicBezTo>
                  <a:pt x="1099090" y="478346"/>
                  <a:pt x="1086422" y="490157"/>
                  <a:pt x="1072325" y="497205"/>
                </a:cubicBezTo>
                <a:cubicBezTo>
                  <a:pt x="1058228" y="504254"/>
                  <a:pt x="1042702" y="507778"/>
                  <a:pt x="1025843" y="507778"/>
                </a:cubicBezTo>
                <a:cubicBezTo>
                  <a:pt x="993553" y="507778"/>
                  <a:pt x="967835" y="497015"/>
                  <a:pt x="948500" y="475393"/>
                </a:cubicBezTo>
                <a:cubicBezTo>
                  <a:pt x="929164" y="453771"/>
                  <a:pt x="919448" y="423101"/>
                  <a:pt x="919448" y="383096"/>
                </a:cubicBezTo>
                <a:cubicBezTo>
                  <a:pt x="919448" y="343091"/>
                  <a:pt x="929259" y="311182"/>
                  <a:pt x="948881" y="288608"/>
                </a:cubicBezTo>
                <a:cubicBezTo>
                  <a:pt x="968502" y="266033"/>
                  <a:pt x="993362" y="254794"/>
                  <a:pt x="1023652" y="254794"/>
                </a:cubicBezTo>
                <a:cubicBezTo>
                  <a:pt x="1040987" y="254794"/>
                  <a:pt x="1056418" y="258413"/>
                  <a:pt x="1069753" y="265557"/>
                </a:cubicBezTo>
                <a:cubicBezTo>
                  <a:pt x="1083183" y="272796"/>
                  <a:pt x="1095566" y="284893"/>
                  <a:pt x="1106996" y="302038"/>
                </a:cubicBezTo>
                <a:lnTo>
                  <a:pt x="1176909" y="267462"/>
                </a:lnTo>
                <a:cubicBezTo>
                  <a:pt x="1163479" y="239649"/>
                  <a:pt x="1143476" y="218694"/>
                  <a:pt x="1116806" y="204407"/>
                </a:cubicBezTo>
                <a:cubicBezTo>
                  <a:pt x="1090136" y="190119"/>
                  <a:pt x="1060037" y="182975"/>
                  <a:pt x="1026605" y="182975"/>
                </a:cubicBezTo>
                <a:cubicBezTo>
                  <a:pt x="968026" y="182975"/>
                  <a:pt x="920401" y="201359"/>
                  <a:pt x="883730" y="238220"/>
                </a:cubicBezTo>
                <a:cubicBezTo>
                  <a:pt x="847058" y="275082"/>
                  <a:pt x="828675" y="325374"/>
                  <a:pt x="828675" y="389096"/>
                </a:cubicBezTo>
                <a:cubicBezTo>
                  <a:pt x="828675" y="447104"/>
                  <a:pt x="845915" y="493776"/>
                  <a:pt x="880396" y="529019"/>
                </a:cubicBezTo>
                <a:cubicBezTo>
                  <a:pt x="914876" y="564261"/>
                  <a:pt x="962597" y="581882"/>
                  <a:pt x="1023652" y="581882"/>
                </a:cubicBezTo>
                <a:cubicBezTo>
                  <a:pt x="1056608" y="581882"/>
                  <a:pt x="1086612" y="575215"/>
                  <a:pt x="1113473" y="561785"/>
                </a:cubicBezTo>
                <a:cubicBezTo>
                  <a:pt x="1140333" y="548354"/>
                  <a:pt x="1162241" y="527971"/>
                  <a:pt x="1179100" y="500348"/>
                </a:cubicBezTo>
                <a:close/>
                <a:moveTo>
                  <a:pt x="1438656" y="185166"/>
                </a:moveTo>
                <a:cubicBezTo>
                  <a:pt x="1415796" y="185166"/>
                  <a:pt x="1395698" y="191643"/>
                  <a:pt x="1378363" y="204692"/>
                </a:cubicBezTo>
                <a:cubicBezTo>
                  <a:pt x="1361027" y="217742"/>
                  <a:pt x="1347883" y="236411"/>
                  <a:pt x="1338929" y="260699"/>
                </a:cubicBezTo>
                <a:lnTo>
                  <a:pt x="1337405" y="260699"/>
                </a:lnTo>
                <a:lnTo>
                  <a:pt x="1337405" y="191834"/>
                </a:lnTo>
                <a:lnTo>
                  <a:pt x="1248442" y="191834"/>
                </a:lnTo>
                <a:lnTo>
                  <a:pt x="1248442" y="572834"/>
                </a:lnTo>
                <a:lnTo>
                  <a:pt x="1337405" y="572834"/>
                </a:lnTo>
                <a:lnTo>
                  <a:pt x="1337405" y="384524"/>
                </a:lnTo>
                <a:cubicBezTo>
                  <a:pt x="1337405" y="348043"/>
                  <a:pt x="1345311" y="318707"/>
                  <a:pt x="1361027" y="296323"/>
                </a:cubicBezTo>
                <a:cubicBezTo>
                  <a:pt x="1376743" y="274034"/>
                  <a:pt x="1397413" y="262795"/>
                  <a:pt x="1422940" y="262795"/>
                </a:cubicBezTo>
                <a:cubicBezTo>
                  <a:pt x="1431131" y="262795"/>
                  <a:pt x="1438847" y="263557"/>
                  <a:pt x="1446181" y="265176"/>
                </a:cubicBezTo>
                <a:cubicBezTo>
                  <a:pt x="1453515" y="266795"/>
                  <a:pt x="1460754" y="268986"/>
                  <a:pt x="1467993" y="271653"/>
                </a:cubicBezTo>
                <a:lnTo>
                  <a:pt x="1491806" y="195739"/>
                </a:lnTo>
                <a:cubicBezTo>
                  <a:pt x="1482376" y="191548"/>
                  <a:pt x="1473613" y="188690"/>
                  <a:pt x="1465421" y="187166"/>
                </a:cubicBezTo>
                <a:cubicBezTo>
                  <a:pt x="1457230" y="185642"/>
                  <a:pt x="1448276" y="184976"/>
                  <a:pt x="1438656" y="184976"/>
                </a:cubicBezTo>
                <a:close/>
                <a:moveTo>
                  <a:pt x="1855375" y="237649"/>
                </a:moveTo>
                <a:cubicBezTo>
                  <a:pt x="1890236" y="274130"/>
                  <a:pt x="1907667" y="321278"/>
                  <a:pt x="1907667" y="379000"/>
                </a:cubicBezTo>
                <a:cubicBezTo>
                  <a:pt x="1907667" y="436721"/>
                  <a:pt x="1889284" y="486632"/>
                  <a:pt x="1852613" y="524637"/>
                </a:cubicBezTo>
                <a:cubicBezTo>
                  <a:pt x="1815941" y="562737"/>
                  <a:pt x="1767364" y="581787"/>
                  <a:pt x="1707166" y="581787"/>
                </a:cubicBezTo>
                <a:cubicBezTo>
                  <a:pt x="1646968" y="581787"/>
                  <a:pt x="1598581" y="564071"/>
                  <a:pt x="1562957" y="528542"/>
                </a:cubicBezTo>
                <a:cubicBezTo>
                  <a:pt x="1527334" y="493109"/>
                  <a:pt x="1509522" y="445294"/>
                  <a:pt x="1509522" y="385286"/>
                </a:cubicBezTo>
                <a:cubicBezTo>
                  <a:pt x="1509808" y="324517"/>
                  <a:pt x="1528667" y="275558"/>
                  <a:pt x="1566101" y="238506"/>
                </a:cubicBezTo>
                <a:cubicBezTo>
                  <a:pt x="1603534" y="201454"/>
                  <a:pt x="1652302" y="182880"/>
                  <a:pt x="1712309" y="182880"/>
                </a:cubicBezTo>
                <a:cubicBezTo>
                  <a:pt x="1772317" y="182880"/>
                  <a:pt x="1820513" y="201073"/>
                  <a:pt x="1855375" y="237554"/>
                </a:cubicBezTo>
                <a:close/>
                <a:moveTo>
                  <a:pt x="1816513" y="381286"/>
                </a:moveTo>
                <a:cubicBezTo>
                  <a:pt x="1816513" y="343376"/>
                  <a:pt x="1807178" y="312801"/>
                  <a:pt x="1788605" y="289751"/>
                </a:cubicBezTo>
                <a:cubicBezTo>
                  <a:pt x="1770031" y="266700"/>
                  <a:pt x="1743837" y="255175"/>
                  <a:pt x="1710118" y="255175"/>
                </a:cubicBezTo>
                <a:cubicBezTo>
                  <a:pt x="1676400" y="255175"/>
                  <a:pt x="1650302" y="267081"/>
                  <a:pt x="1630299" y="290894"/>
                </a:cubicBezTo>
                <a:cubicBezTo>
                  <a:pt x="1610297" y="314706"/>
                  <a:pt x="1600391" y="345567"/>
                  <a:pt x="1600391" y="383572"/>
                </a:cubicBezTo>
                <a:cubicBezTo>
                  <a:pt x="1600391" y="421577"/>
                  <a:pt x="1610297" y="453676"/>
                  <a:pt x="1630013" y="476250"/>
                </a:cubicBezTo>
                <a:cubicBezTo>
                  <a:pt x="1649730" y="498824"/>
                  <a:pt x="1676591" y="510064"/>
                  <a:pt x="1710595" y="510064"/>
                </a:cubicBezTo>
                <a:cubicBezTo>
                  <a:pt x="1744599" y="510064"/>
                  <a:pt x="1770412" y="498443"/>
                  <a:pt x="1788890" y="475107"/>
                </a:cubicBezTo>
                <a:cubicBezTo>
                  <a:pt x="1807369" y="451771"/>
                  <a:pt x="1816608" y="420529"/>
                  <a:pt x="1816608" y="381381"/>
                </a:cubicBezTo>
                <a:close/>
                <a:moveTo>
                  <a:pt x="2123313" y="339566"/>
                </a:moveTo>
                <a:cubicBezTo>
                  <a:pt x="2096262" y="334328"/>
                  <a:pt x="2077879" y="328327"/>
                  <a:pt x="2068068" y="321374"/>
                </a:cubicBezTo>
                <a:cubicBezTo>
                  <a:pt x="2058257" y="314420"/>
                  <a:pt x="2053400" y="304800"/>
                  <a:pt x="2053400" y="292322"/>
                </a:cubicBezTo>
                <a:cubicBezTo>
                  <a:pt x="2053400" y="279845"/>
                  <a:pt x="2058067" y="269367"/>
                  <a:pt x="2067497" y="261461"/>
                </a:cubicBezTo>
                <a:cubicBezTo>
                  <a:pt x="2076926" y="253556"/>
                  <a:pt x="2090642" y="249555"/>
                  <a:pt x="2108835" y="249555"/>
                </a:cubicBezTo>
                <a:cubicBezTo>
                  <a:pt x="2125694" y="249555"/>
                  <a:pt x="2140268" y="252508"/>
                  <a:pt x="2152555" y="258509"/>
                </a:cubicBezTo>
                <a:cubicBezTo>
                  <a:pt x="2164842" y="264509"/>
                  <a:pt x="2176653" y="273368"/>
                  <a:pt x="2188083" y="285274"/>
                </a:cubicBezTo>
                <a:lnTo>
                  <a:pt x="2239804" y="238411"/>
                </a:lnTo>
                <a:cubicBezTo>
                  <a:pt x="2225421" y="219837"/>
                  <a:pt x="2206943" y="205931"/>
                  <a:pt x="2184368" y="196691"/>
                </a:cubicBezTo>
                <a:cubicBezTo>
                  <a:pt x="2161794" y="187547"/>
                  <a:pt x="2137505" y="182880"/>
                  <a:pt x="2111407" y="182880"/>
                </a:cubicBezTo>
                <a:cubicBezTo>
                  <a:pt x="2070735" y="182880"/>
                  <a:pt x="2037017" y="193453"/>
                  <a:pt x="2010251" y="214694"/>
                </a:cubicBezTo>
                <a:cubicBezTo>
                  <a:pt x="1983486" y="235934"/>
                  <a:pt x="1970056" y="265081"/>
                  <a:pt x="1970056" y="302324"/>
                </a:cubicBezTo>
                <a:cubicBezTo>
                  <a:pt x="1970056" y="331375"/>
                  <a:pt x="1979962" y="355759"/>
                  <a:pt x="1999679" y="375476"/>
                </a:cubicBezTo>
                <a:cubicBezTo>
                  <a:pt x="2019395" y="395192"/>
                  <a:pt x="2054162" y="409385"/>
                  <a:pt x="2104073" y="418052"/>
                </a:cubicBezTo>
                <a:cubicBezTo>
                  <a:pt x="2124361" y="421767"/>
                  <a:pt x="2139696" y="427768"/>
                  <a:pt x="2149983" y="436055"/>
                </a:cubicBezTo>
                <a:cubicBezTo>
                  <a:pt x="2160270" y="444341"/>
                  <a:pt x="2165414" y="454724"/>
                  <a:pt x="2165414" y="467106"/>
                </a:cubicBezTo>
                <a:cubicBezTo>
                  <a:pt x="2165414" y="482251"/>
                  <a:pt x="2159984" y="493967"/>
                  <a:pt x="2149031" y="502253"/>
                </a:cubicBezTo>
                <a:cubicBezTo>
                  <a:pt x="2138077" y="510540"/>
                  <a:pt x="2122837" y="514731"/>
                  <a:pt x="2103311" y="514731"/>
                </a:cubicBezTo>
                <a:cubicBezTo>
                  <a:pt x="2085975" y="514731"/>
                  <a:pt x="2069402" y="510826"/>
                  <a:pt x="2053685" y="503015"/>
                </a:cubicBezTo>
                <a:cubicBezTo>
                  <a:pt x="2037969" y="495205"/>
                  <a:pt x="2023110" y="482156"/>
                  <a:pt x="2009204" y="463772"/>
                </a:cubicBezTo>
                <a:lnTo>
                  <a:pt x="1955673" y="511778"/>
                </a:lnTo>
                <a:cubicBezTo>
                  <a:pt x="1969770" y="534638"/>
                  <a:pt x="1989868" y="551974"/>
                  <a:pt x="2015966" y="563880"/>
                </a:cubicBezTo>
                <a:cubicBezTo>
                  <a:pt x="2042065" y="575786"/>
                  <a:pt x="2070926" y="581787"/>
                  <a:pt x="2102644" y="581787"/>
                </a:cubicBezTo>
                <a:cubicBezTo>
                  <a:pt x="2146268" y="581787"/>
                  <a:pt x="2181606" y="570548"/>
                  <a:pt x="2208657" y="547973"/>
                </a:cubicBezTo>
                <a:cubicBezTo>
                  <a:pt x="2235708" y="525399"/>
                  <a:pt x="2249234" y="495776"/>
                  <a:pt x="2249234" y="459010"/>
                </a:cubicBezTo>
                <a:cubicBezTo>
                  <a:pt x="2249234" y="426244"/>
                  <a:pt x="2238851" y="399955"/>
                  <a:pt x="2217992" y="380143"/>
                </a:cubicBezTo>
                <a:cubicBezTo>
                  <a:pt x="2197132" y="360331"/>
                  <a:pt x="2165604" y="346805"/>
                  <a:pt x="2123504" y="339566"/>
                </a:cubicBezTo>
                <a:close/>
                <a:moveTo>
                  <a:pt x="2658332" y="237649"/>
                </a:moveTo>
                <a:cubicBezTo>
                  <a:pt x="2693194" y="274130"/>
                  <a:pt x="2710624" y="321278"/>
                  <a:pt x="2710624" y="379000"/>
                </a:cubicBezTo>
                <a:cubicBezTo>
                  <a:pt x="2710624" y="436721"/>
                  <a:pt x="2692241" y="486632"/>
                  <a:pt x="2655570" y="524637"/>
                </a:cubicBezTo>
                <a:cubicBezTo>
                  <a:pt x="2618899" y="562737"/>
                  <a:pt x="2570321" y="581787"/>
                  <a:pt x="2510123" y="581787"/>
                </a:cubicBezTo>
                <a:cubicBezTo>
                  <a:pt x="2449925" y="581787"/>
                  <a:pt x="2401538" y="564071"/>
                  <a:pt x="2365915" y="528542"/>
                </a:cubicBezTo>
                <a:cubicBezTo>
                  <a:pt x="2330291" y="493109"/>
                  <a:pt x="2312480" y="445294"/>
                  <a:pt x="2312480" y="385286"/>
                </a:cubicBezTo>
                <a:cubicBezTo>
                  <a:pt x="2312765" y="324517"/>
                  <a:pt x="2331625" y="275558"/>
                  <a:pt x="2369058" y="238506"/>
                </a:cubicBezTo>
                <a:cubicBezTo>
                  <a:pt x="2406491" y="201454"/>
                  <a:pt x="2455259" y="182880"/>
                  <a:pt x="2515267" y="182880"/>
                </a:cubicBezTo>
                <a:cubicBezTo>
                  <a:pt x="2575274" y="182880"/>
                  <a:pt x="2623471" y="201073"/>
                  <a:pt x="2658332" y="237554"/>
                </a:cubicBezTo>
                <a:close/>
                <a:moveTo>
                  <a:pt x="2619375" y="381286"/>
                </a:moveTo>
                <a:cubicBezTo>
                  <a:pt x="2619375" y="343376"/>
                  <a:pt x="2610041" y="312801"/>
                  <a:pt x="2591467" y="289751"/>
                </a:cubicBezTo>
                <a:cubicBezTo>
                  <a:pt x="2572893" y="266700"/>
                  <a:pt x="2546699" y="255175"/>
                  <a:pt x="2512981" y="255175"/>
                </a:cubicBezTo>
                <a:cubicBezTo>
                  <a:pt x="2479262" y="255175"/>
                  <a:pt x="2453164" y="267081"/>
                  <a:pt x="2433161" y="290894"/>
                </a:cubicBezTo>
                <a:cubicBezTo>
                  <a:pt x="2413159" y="314706"/>
                  <a:pt x="2403253" y="345567"/>
                  <a:pt x="2403253" y="383572"/>
                </a:cubicBezTo>
                <a:cubicBezTo>
                  <a:pt x="2403253" y="421577"/>
                  <a:pt x="2413159" y="453676"/>
                  <a:pt x="2432876" y="476250"/>
                </a:cubicBezTo>
                <a:cubicBezTo>
                  <a:pt x="2452592" y="498824"/>
                  <a:pt x="2479453" y="510064"/>
                  <a:pt x="2513457" y="510064"/>
                </a:cubicBezTo>
                <a:cubicBezTo>
                  <a:pt x="2547461" y="510064"/>
                  <a:pt x="2573274" y="498443"/>
                  <a:pt x="2591753" y="475107"/>
                </a:cubicBezTo>
                <a:cubicBezTo>
                  <a:pt x="2610231" y="451771"/>
                  <a:pt x="2619470" y="420529"/>
                  <a:pt x="2619470" y="381381"/>
                </a:cubicBezTo>
                <a:close/>
                <a:moveTo>
                  <a:pt x="3219260" y="494729"/>
                </a:moveTo>
                <a:cubicBezTo>
                  <a:pt x="3210782" y="500634"/>
                  <a:pt x="3203162" y="504920"/>
                  <a:pt x="3196209" y="507397"/>
                </a:cubicBezTo>
                <a:cubicBezTo>
                  <a:pt x="3189256" y="509873"/>
                  <a:pt x="3182303" y="511112"/>
                  <a:pt x="3175349" y="511112"/>
                </a:cubicBezTo>
                <a:cubicBezTo>
                  <a:pt x="3161919" y="511112"/>
                  <a:pt x="3151537" y="506730"/>
                  <a:pt x="3144107" y="497872"/>
                </a:cubicBezTo>
                <a:cubicBezTo>
                  <a:pt x="3136678" y="489109"/>
                  <a:pt x="3132963" y="475393"/>
                  <a:pt x="3132963" y="456724"/>
                </a:cubicBezTo>
                <a:lnTo>
                  <a:pt x="3132963" y="260985"/>
                </a:lnTo>
                <a:lnTo>
                  <a:pt x="3230118" y="260985"/>
                </a:lnTo>
                <a:lnTo>
                  <a:pt x="3230118" y="191738"/>
                </a:lnTo>
                <a:lnTo>
                  <a:pt x="3132963" y="191738"/>
                </a:lnTo>
                <a:lnTo>
                  <a:pt x="3132963" y="82677"/>
                </a:lnTo>
                <a:lnTo>
                  <a:pt x="3043999" y="98298"/>
                </a:lnTo>
                <a:lnTo>
                  <a:pt x="3043999" y="191643"/>
                </a:lnTo>
                <a:lnTo>
                  <a:pt x="2893028" y="191643"/>
                </a:lnTo>
                <a:lnTo>
                  <a:pt x="2893028" y="130969"/>
                </a:lnTo>
                <a:cubicBezTo>
                  <a:pt x="2893028" y="111157"/>
                  <a:pt x="2897315" y="96203"/>
                  <a:pt x="2905887" y="86297"/>
                </a:cubicBezTo>
                <a:cubicBezTo>
                  <a:pt x="2914460" y="76391"/>
                  <a:pt x="2926652" y="71438"/>
                  <a:pt x="2942558" y="71438"/>
                </a:cubicBezTo>
                <a:cubicBezTo>
                  <a:pt x="2950750" y="71438"/>
                  <a:pt x="2958274" y="72581"/>
                  <a:pt x="2965037" y="74962"/>
                </a:cubicBezTo>
                <a:cubicBezTo>
                  <a:pt x="2971895" y="77343"/>
                  <a:pt x="2978468" y="80582"/>
                  <a:pt x="2984945" y="84868"/>
                </a:cubicBezTo>
                <a:lnTo>
                  <a:pt x="3021425" y="20479"/>
                </a:lnTo>
                <a:cubicBezTo>
                  <a:pt x="3008281" y="13526"/>
                  <a:pt x="2994851" y="8382"/>
                  <a:pt x="2981230" y="5048"/>
                </a:cubicBezTo>
                <a:cubicBezTo>
                  <a:pt x="2967609" y="1715"/>
                  <a:pt x="2953417" y="0"/>
                  <a:pt x="2938844" y="0"/>
                </a:cubicBezTo>
                <a:cubicBezTo>
                  <a:pt x="2896172" y="0"/>
                  <a:pt x="2863120" y="11621"/>
                  <a:pt x="2839688" y="34957"/>
                </a:cubicBezTo>
                <a:cubicBezTo>
                  <a:pt x="2816257" y="58293"/>
                  <a:pt x="2804541" y="90011"/>
                  <a:pt x="2804541" y="130207"/>
                </a:cubicBezTo>
                <a:lnTo>
                  <a:pt x="2804541" y="191643"/>
                </a:lnTo>
                <a:lnTo>
                  <a:pt x="2739771" y="191643"/>
                </a:lnTo>
                <a:lnTo>
                  <a:pt x="2739771" y="260890"/>
                </a:lnTo>
                <a:lnTo>
                  <a:pt x="2804541" y="260890"/>
                </a:lnTo>
                <a:lnTo>
                  <a:pt x="2804541" y="572643"/>
                </a:lnTo>
                <a:lnTo>
                  <a:pt x="2893124" y="572643"/>
                </a:lnTo>
                <a:lnTo>
                  <a:pt x="2893124" y="261080"/>
                </a:lnTo>
                <a:lnTo>
                  <a:pt x="3044095" y="261080"/>
                </a:lnTo>
                <a:lnTo>
                  <a:pt x="3044095" y="469487"/>
                </a:lnTo>
                <a:cubicBezTo>
                  <a:pt x="3044095" y="506159"/>
                  <a:pt x="3053524" y="534067"/>
                  <a:pt x="3072384" y="553212"/>
                </a:cubicBezTo>
                <a:cubicBezTo>
                  <a:pt x="3091244" y="572357"/>
                  <a:pt x="3119342" y="581882"/>
                  <a:pt x="3156871" y="581882"/>
                </a:cubicBezTo>
                <a:cubicBezTo>
                  <a:pt x="3175254" y="581882"/>
                  <a:pt x="3192304" y="579501"/>
                  <a:pt x="3208020" y="574643"/>
                </a:cubicBezTo>
                <a:cubicBezTo>
                  <a:pt x="3223736" y="569786"/>
                  <a:pt x="3236690" y="563309"/>
                  <a:pt x="3246882" y="555117"/>
                </a:cubicBezTo>
                <a:lnTo>
                  <a:pt x="3219355" y="494824"/>
                </a:lnTo>
                <a:close/>
                <a:moveTo>
                  <a:pt x="0" y="1449229"/>
                </a:moveTo>
                <a:lnTo>
                  <a:pt x="91154" y="1449229"/>
                </a:lnTo>
                <a:lnTo>
                  <a:pt x="91154" y="915638"/>
                </a:lnTo>
                <a:lnTo>
                  <a:pt x="0" y="915638"/>
                </a:lnTo>
                <a:lnTo>
                  <a:pt x="0" y="1449229"/>
                </a:lnTo>
                <a:close/>
                <a:moveTo>
                  <a:pt x="463391" y="1068229"/>
                </a:moveTo>
                <a:lnTo>
                  <a:pt x="552355" y="1068229"/>
                </a:lnTo>
                <a:lnTo>
                  <a:pt x="552355" y="1426559"/>
                </a:lnTo>
                <a:cubicBezTo>
                  <a:pt x="552355" y="1490758"/>
                  <a:pt x="534829" y="1540574"/>
                  <a:pt x="499682" y="1575721"/>
                </a:cubicBezTo>
                <a:cubicBezTo>
                  <a:pt x="464534" y="1610963"/>
                  <a:pt x="416243" y="1628585"/>
                  <a:pt x="354806" y="1628585"/>
                </a:cubicBezTo>
                <a:cubicBezTo>
                  <a:pt x="318325" y="1628585"/>
                  <a:pt x="284893" y="1621917"/>
                  <a:pt x="254318" y="1608677"/>
                </a:cubicBezTo>
                <a:cubicBezTo>
                  <a:pt x="223838" y="1595438"/>
                  <a:pt x="197739" y="1574959"/>
                  <a:pt x="176213" y="1547431"/>
                </a:cubicBezTo>
                <a:lnTo>
                  <a:pt x="240983" y="1499426"/>
                </a:lnTo>
                <a:cubicBezTo>
                  <a:pt x="255365" y="1519238"/>
                  <a:pt x="271844" y="1534097"/>
                  <a:pt x="290322" y="1543907"/>
                </a:cubicBezTo>
                <a:cubicBezTo>
                  <a:pt x="308800" y="1553718"/>
                  <a:pt x="330803" y="1558576"/>
                  <a:pt x="356330" y="1558576"/>
                </a:cubicBezTo>
                <a:cubicBezTo>
                  <a:pt x="389573" y="1558576"/>
                  <a:pt x="415766" y="1548765"/>
                  <a:pt x="434816" y="1529144"/>
                </a:cubicBezTo>
                <a:cubicBezTo>
                  <a:pt x="453962" y="1509522"/>
                  <a:pt x="463487" y="1480376"/>
                  <a:pt x="463487" y="1441704"/>
                </a:cubicBezTo>
                <a:lnTo>
                  <a:pt x="463487" y="1398175"/>
                </a:lnTo>
                <a:lnTo>
                  <a:pt x="461963" y="1398175"/>
                </a:lnTo>
                <a:cubicBezTo>
                  <a:pt x="448056" y="1417796"/>
                  <a:pt x="431101" y="1432655"/>
                  <a:pt x="411194" y="1442847"/>
                </a:cubicBezTo>
                <a:cubicBezTo>
                  <a:pt x="391287" y="1453039"/>
                  <a:pt x="366522" y="1458087"/>
                  <a:pt x="336995" y="1458087"/>
                </a:cubicBezTo>
                <a:cubicBezTo>
                  <a:pt x="287655" y="1458087"/>
                  <a:pt x="247936" y="1441418"/>
                  <a:pt x="217932" y="1408081"/>
                </a:cubicBezTo>
                <a:cubicBezTo>
                  <a:pt x="187928" y="1374743"/>
                  <a:pt x="172879" y="1328261"/>
                  <a:pt x="172879" y="1268730"/>
                </a:cubicBezTo>
                <a:cubicBezTo>
                  <a:pt x="172879" y="1202722"/>
                  <a:pt x="190214" y="1151382"/>
                  <a:pt x="224790" y="1114520"/>
                </a:cubicBezTo>
                <a:cubicBezTo>
                  <a:pt x="259366" y="1077659"/>
                  <a:pt x="302324" y="1059275"/>
                  <a:pt x="353759" y="1059275"/>
                </a:cubicBezTo>
                <a:cubicBezTo>
                  <a:pt x="376333" y="1059275"/>
                  <a:pt x="397097" y="1063466"/>
                  <a:pt x="416052" y="1071944"/>
                </a:cubicBezTo>
                <a:cubicBezTo>
                  <a:pt x="435007" y="1080421"/>
                  <a:pt x="450342" y="1092422"/>
                  <a:pt x="461963" y="1108043"/>
                </a:cubicBezTo>
                <a:lnTo>
                  <a:pt x="463487" y="1108043"/>
                </a:lnTo>
                <a:lnTo>
                  <a:pt x="463487" y="1068229"/>
                </a:lnTo>
                <a:close/>
                <a:moveTo>
                  <a:pt x="464153" y="1228154"/>
                </a:moveTo>
                <a:cubicBezTo>
                  <a:pt x="464153" y="1201388"/>
                  <a:pt x="455105" y="1178528"/>
                  <a:pt x="437007" y="1159478"/>
                </a:cubicBezTo>
                <a:cubicBezTo>
                  <a:pt x="418910" y="1140428"/>
                  <a:pt x="395573" y="1130999"/>
                  <a:pt x="367094" y="1130999"/>
                </a:cubicBezTo>
                <a:cubicBezTo>
                  <a:pt x="335375" y="1130999"/>
                  <a:pt x="310134" y="1142619"/>
                  <a:pt x="291560" y="1165765"/>
                </a:cubicBezTo>
                <a:cubicBezTo>
                  <a:pt x="272987" y="1189006"/>
                  <a:pt x="263652" y="1221677"/>
                  <a:pt x="263652" y="1263777"/>
                </a:cubicBezTo>
                <a:cubicBezTo>
                  <a:pt x="263652" y="1301687"/>
                  <a:pt x="272225" y="1331595"/>
                  <a:pt x="289465" y="1353407"/>
                </a:cubicBezTo>
                <a:cubicBezTo>
                  <a:pt x="306705" y="1375220"/>
                  <a:pt x="330613" y="1386173"/>
                  <a:pt x="361093" y="1386173"/>
                </a:cubicBezTo>
                <a:cubicBezTo>
                  <a:pt x="391573" y="1386173"/>
                  <a:pt x="416433" y="1375601"/>
                  <a:pt x="435483" y="1354360"/>
                </a:cubicBezTo>
                <a:cubicBezTo>
                  <a:pt x="454533" y="1333119"/>
                  <a:pt x="464153" y="1305592"/>
                  <a:pt x="464153" y="1271588"/>
                </a:cubicBezTo>
                <a:lnTo>
                  <a:pt x="464153" y="1228058"/>
                </a:lnTo>
                <a:close/>
                <a:moveTo>
                  <a:pt x="860965" y="1059275"/>
                </a:moveTo>
                <a:cubicBezTo>
                  <a:pt x="835914" y="1059275"/>
                  <a:pt x="812673" y="1064514"/>
                  <a:pt x="791432" y="1075087"/>
                </a:cubicBezTo>
                <a:cubicBezTo>
                  <a:pt x="770096" y="1085660"/>
                  <a:pt x="752570" y="1100614"/>
                  <a:pt x="738950" y="1119950"/>
                </a:cubicBezTo>
                <a:lnTo>
                  <a:pt x="737426" y="1119950"/>
                </a:lnTo>
                <a:lnTo>
                  <a:pt x="737426" y="1068229"/>
                </a:lnTo>
                <a:lnTo>
                  <a:pt x="648462" y="1068229"/>
                </a:lnTo>
                <a:lnTo>
                  <a:pt x="648462" y="1449229"/>
                </a:lnTo>
                <a:lnTo>
                  <a:pt x="737426" y="1449229"/>
                </a:lnTo>
                <a:lnTo>
                  <a:pt x="737426" y="1231964"/>
                </a:lnTo>
                <a:cubicBezTo>
                  <a:pt x="737426" y="1202912"/>
                  <a:pt x="745808" y="1178909"/>
                  <a:pt x="762572" y="1159764"/>
                </a:cubicBezTo>
                <a:cubicBezTo>
                  <a:pt x="779336" y="1140714"/>
                  <a:pt x="800862" y="1131094"/>
                  <a:pt x="827151" y="1131094"/>
                </a:cubicBezTo>
                <a:cubicBezTo>
                  <a:pt x="851916" y="1131094"/>
                  <a:pt x="870585" y="1139285"/>
                  <a:pt x="882968" y="1155668"/>
                </a:cubicBezTo>
                <a:cubicBezTo>
                  <a:pt x="895350" y="1172051"/>
                  <a:pt x="901541" y="1195769"/>
                  <a:pt x="901541" y="1226725"/>
                </a:cubicBezTo>
                <a:lnTo>
                  <a:pt x="901541" y="1449229"/>
                </a:lnTo>
                <a:lnTo>
                  <a:pt x="990505" y="1449229"/>
                </a:lnTo>
                <a:lnTo>
                  <a:pt x="990505" y="1214819"/>
                </a:lnTo>
                <a:cubicBezTo>
                  <a:pt x="990505" y="1165003"/>
                  <a:pt x="979456" y="1126617"/>
                  <a:pt x="957358" y="1099661"/>
                </a:cubicBezTo>
                <a:cubicBezTo>
                  <a:pt x="935260" y="1072706"/>
                  <a:pt x="903161" y="1059275"/>
                  <a:pt x="860965" y="1059275"/>
                </a:cubicBezTo>
                <a:close/>
                <a:moveTo>
                  <a:pt x="1124236" y="890683"/>
                </a:moveTo>
                <a:cubicBezTo>
                  <a:pt x="1108139" y="890683"/>
                  <a:pt x="1094994" y="895731"/>
                  <a:pt x="1084802" y="905923"/>
                </a:cubicBezTo>
                <a:cubicBezTo>
                  <a:pt x="1074611" y="916115"/>
                  <a:pt x="1069562" y="928592"/>
                  <a:pt x="1069562" y="943547"/>
                </a:cubicBezTo>
                <a:cubicBezTo>
                  <a:pt x="1069562" y="958501"/>
                  <a:pt x="1074611" y="970788"/>
                  <a:pt x="1084802" y="981266"/>
                </a:cubicBezTo>
                <a:cubicBezTo>
                  <a:pt x="1094994" y="991838"/>
                  <a:pt x="1108139" y="997077"/>
                  <a:pt x="1124236" y="997077"/>
                </a:cubicBezTo>
                <a:cubicBezTo>
                  <a:pt x="1140333" y="997077"/>
                  <a:pt x="1154240" y="992029"/>
                  <a:pt x="1164431" y="981837"/>
                </a:cubicBezTo>
                <a:cubicBezTo>
                  <a:pt x="1174623" y="971645"/>
                  <a:pt x="1179671" y="958977"/>
                  <a:pt x="1179671" y="943928"/>
                </a:cubicBezTo>
                <a:cubicBezTo>
                  <a:pt x="1179671" y="928878"/>
                  <a:pt x="1174623" y="916115"/>
                  <a:pt x="1164431" y="906018"/>
                </a:cubicBezTo>
                <a:cubicBezTo>
                  <a:pt x="1154240" y="895826"/>
                  <a:pt x="1140905" y="890778"/>
                  <a:pt x="1124236" y="890778"/>
                </a:cubicBezTo>
                <a:close/>
                <a:moveTo>
                  <a:pt x="1079564" y="1449229"/>
                </a:moveTo>
                <a:lnTo>
                  <a:pt x="1168527" y="1449229"/>
                </a:lnTo>
                <a:lnTo>
                  <a:pt x="1168527" y="1068229"/>
                </a:lnTo>
                <a:lnTo>
                  <a:pt x="1079564" y="1068229"/>
                </a:lnTo>
                <a:lnTo>
                  <a:pt x="1079564" y="1449229"/>
                </a:lnTo>
                <a:close/>
                <a:moveTo>
                  <a:pt x="1440656" y="1383697"/>
                </a:moveTo>
                <a:cubicBezTo>
                  <a:pt x="1433703" y="1386173"/>
                  <a:pt x="1426750" y="1387412"/>
                  <a:pt x="1419797" y="1387412"/>
                </a:cubicBezTo>
                <a:cubicBezTo>
                  <a:pt x="1406366" y="1387412"/>
                  <a:pt x="1395984" y="1383030"/>
                  <a:pt x="1388555" y="1374172"/>
                </a:cubicBezTo>
                <a:cubicBezTo>
                  <a:pt x="1381125" y="1365409"/>
                  <a:pt x="1377410" y="1351693"/>
                  <a:pt x="1377410" y="1333024"/>
                </a:cubicBezTo>
                <a:lnTo>
                  <a:pt x="1377410" y="1137285"/>
                </a:lnTo>
                <a:lnTo>
                  <a:pt x="1474565" y="1137285"/>
                </a:lnTo>
                <a:lnTo>
                  <a:pt x="1474565" y="1068038"/>
                </a:lnTo>
                <a:lnTo>
                  <a:pt x="1377410" y="1068038"/>
                </a:lnTo>
                <a:lnTo>
                  <a:pt x="1377410" y="958977"/>
                </a:lnTo>
                <a:lnTo>
                  <a:pt x="1288447" y="974598"/>
                </a:lnTo>
                <a:lnTo>
                  <a:pt x="1288447" y="1067943"/>
                </a:lnTo>
                <a:lnTo>
                  <a:pt x="1224820" y="1067943"/>
                </a:lnTo>
                <a:lnTo>
                  <a:pt x="1224820" y="1137190"/>
                </a:lnTo>
                <a:lnTo>
                  <a:pt x="1288447" y="1137190"/>
                </a:lnTo>
                <a:lnTo>
                  <a:pt x="1288447" y="1345597"/>
                </a:lnTo>
                <a:cubicBezTo>
                  <a:pt x="1288447" y="1382268"/>
                  <a:pt x="1297877" y="1410176"/>
                  <a:pt x="1316736" y="1429322"/>
                </a:cubicBezTo>
                <a:cubicBezTo>
                  <a:pt x="1335596" y="1448467"/>
                  <a:pt x="1363789" y="1457992"/>
                  <a:pt x="1401223" y="1457992"/>
                </a:cubicBezTo>
                <a:cubicBezTo>
                  <a:pt x="1419606" y="1457992"/>
                  <a:pt x="1436656" y="1455610"/>
                  <a:pt x="1452372" y="1450753"/>
                </a:cubicBezTo>
                <a:cubicBezTo>
                  <a:pt x="1468088" y="1445895"/>
                  <a:pt x="1481042" y="1439418"/>
                  <a:pt x="1491234" y="1431227"/>
                </a:cubicBezTo>
                <a:lnTo>
                  <a:pt x="1463707" y="1370933"/>
                </a:lnTo>
                <a:cubicBezTo>
                  <a:pt x="1455230" y="1376839"/>
                  <a:pt x="1447610" y="1381125"/>
                  <a:pt x="1440656" y="1383602"/>
                </a:cubicBezTo>
                <a:close/>
                <a:moveTo>
                  <a:pt x="1829657" y="1107662"/>
                </a:moveTo>
                <a:cubicBezTo>
                  <a:pt x="1859185" y="1139952"/>
                  <a:pt x="1873949" y="1186434"/>
                  <a:pt x="1873949" y="1247204"/>
                </a:cubicBezTo>
                <a:lnTo>
                  <a:pt x="1873949" y="1280731"/>
                </a:lnTo>
                <a:lnTo>
                  <a:pt x="1612392" y="1280731"/>
                </a:lnTo>
                <a:cubicBezTo>
                  <a:pt x="1613154" y="1316927"/>
                  <a:pt x="1622965" y="1344073"/>
                  <a:pt x="1641824" y="1362075"/>
                </a:cubicBezTo>
                <a:cubicBezTo>
                  <a:pt x="1660684" y="1380077"/>
                  <a:pt x="1684020" y="1389031"/>
                  <a:pt x="1711738" y="1389031"/>
                </a:cubicBezTo>
                <a:cubicBezTo>
                  <a:pt x="1731074" y="1389031"/>
                  <a:pt x="1748314" y="1384459"/>
                  <a:pt x="1763459" y="1375220"/>
                </a:cubicBezTo>
                <a:cubicBezTo>
                  <a:pt x="1778603" y="1366076"/>
                  <a:pt x="1791462" y="1352360"/>
                  <a:pt x="1802130" y="1334262"/>
                </a:cubicBezTo>
                <a:lnTo>
                  <a:pt x="1870234" y="1371505"/>
                </a:lnTo>
                <a:cubicBezTo>
                  <a:pt x="1852613" y="1399318"/>
                  <a:pt x="1830324" y="1420654"/>
                  <a:pt x="1803464" y="1435703"/>
                </a:cubicBezTo>
                <a:cubicBezTo>
                  <a:pt x="1776508" y="1450753"/>
                  <a:pt x="1744980" y="1458182"/>
                  <a:pt x="1708785" y="1458182"/>
                </a:cubicBezTo>
                <a:cubicBezTo>
                  <a:pt x="1652207" y="1458182"/>
                  <a:pt x="1607058" y="1441323"/>
                  <a:pt x="1573149" y="1407605"/>
                </a:cubicBezTo>
                <a:cubicBezTo>
                  <a:pt x="1539335" y="1373886"/>
                  <a:pt x="1522381" y="1325404"/>
                  <a:pt x="1522381" y="1262158"/>
                </a:cubicBezTo>
                <a:cubicBezTo>
                  <a:pt x="1522667" y="1201865"/>
                  <a:pt x="1540097" y="1153001"/>
                  <a:pt x="1574673" y="1115568"/>
                </a:cubicBezTo>
                <a:cubicBezTo>
                  <a:pt x="1609249" y="1078135"/>
                  <a:pt x="1652778" y="1059371"/>
                  <a:pt x="1705070" y="1059371"/>
                </a:cubicBezTo>
                <a:cubicBezTo>
                  <a:pt x="1757363" y="1059371"/>
                  <a:pt x="1800225" y="1075468"/>
                  <a:pt x="1829753" y="1107758"/>
                </a:cubicBezTo>
                <a:close/>
                <a:moveTo>
                  <a:pt x="1788414" y="1218152"/>
                </a:moveTo>
                <a:cubicBezTo>
                  <a:pt x="1788414" y="1188625"/>
                  <a:pt x="1781175" y="1165860"/>
                  <a:pt x="1766602" y="1149858"/>
                </a:cubicBezTo>
                <a:cubicBezTo>
                  <a:pt x="1752029" y="1133856"/>
                  <a:pt x="1732026" y="1125855"/>
                  <a:pt x="1706499" y="1125855"/>
                </a:cubicBezTo>
                <a:cubicBezTo>
                  <a:pt x="1680972" y="1125855"/>
                  <a:pt x="1658398" y="1134618"/>
                  <a:pt x="1641729" y="1152049"/>
                </a:cubicBezTo>
                <a:cubicBezTo>
                  <a:pt x="1625060" y="1169575"/>
                  <a:pt x="1615154" y="1191578"/>
                  <a:pt x="1612011" y="1218057"/>
                </a:cubicBezTo>
                <a:lnTo>
                  <a:pt x="1788414" y="1218057"/>
                </a:lnTo>
                <a:close/>
              </a:path>
            </a:pathLst>
          </a:custGeom>
          <a:gradFill>
            <a:gsLst>
              <a:gs pos="0">
                <a:srgbClr val="FFFFFF"/>
              </a:gs>
              <a:gs pos="71000">
                <a:srgbClr val="FFEBB6"/>
              </a:gs>
              <a:gs pos="100000">
                <a:srgbClr val="FFE6A4"/>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201793268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DFC294-8A26-120C-670A-C3BCB5E87EDD}"/>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MS logo white - EMF" descr="Microsoft logo white text version">
            <a:extLst>
              <a:ext uri="{FF2B5EF4-FFF2-40B4-BE49-F238E27FC236}">
                <a16:creationId xmlns:a16="http://schemas.microsoft.com/office/drawing/2014/main" id="{793622C4-2B8D-1043-10DA-33B5AD98158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bwMode="white">
          <a:xfrm>
            <a:off x="584200" y="2305051"/>
            <a:ext cx="5577840" cy="1228726"/>
          </a:xfrm>
          <a:noFill/>
        </p:spPr>
        <p:txBody>
          <a:bodyPr vert="horz" wrap="square" lIns="0" tIns="0" rIns="0" bIns="0" rtlCol="0" anchor="b" anchorCtr="0">
            <a:spAutoFit/>
          </a:bodyPr>
          <a:lstStyle>
            <a:lvl1pPr>
              <a:defRPr lang="en-US" sz="4000" dirty="0">
                <a:solidFill>
                  <a:srgbClr val="FFF0C9"/>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9568307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7545546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3361464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20559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8744983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520888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613337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8700164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45664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725570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66037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2954452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1792470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7008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C03F73-285B-F771-6FC6-073CA85975B7}"/>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0B348FE-6BC8-ACBC-CA8F-584233CB6140}"/>
              </a:ext>
            </a:extLst>
          </p:cNvPr>
          <p:cNvPicPr>
            <a:picLocks noChangeAspect="1"/>
          </p:cNvPicPr>
          <p:nvPr userDrawn="1"/>
        </p:nvPicPr>
        <p:blipFill rotWithShape="1">
          <a:blip r:embed="rId2"/>
          <a:srcRect l="16043" t="38278" r="43066" b="16541"/>
          <a:stretch/>
        </p:blipFill>
        <p:spPr>
          <a:xfrm>
            <a:off x="7306970" y="0"/>
            <a:ext cx="4885030" cy="6858000"/>
          </a:xfrm>
          <a:prstGeom prst="rect">
            <a:avLst/>
          </a:prstGeom>
        </p:spPr>
      </p:pic>
      <p:sp>
        <p:nvSpPr>
          <p:cNvPr id="2" name="Title 1"/>
          <p:cNvSpPr>
            <a:spLocks noGrp="1"/>
          </p:cNvSpPr>
          <p:nvPr>
            <p:ph type="ctrTitle" hasCustomPrompt="1"/>
          </p:nvPr>
        </p:nvSpPr>
        <p:spPr>
          <a:xfrm>
            <a:off x="731420" y="3251569"/>
            <a:ext cx="6286372" cy="1329595"/>
          </a:xfrm>
        </p:spPr>
        <p:txBody>
          <a:bodyPr lIns="0" tIns="0" rIns="0" bIns="0" anchor="b">
            <a:spAutoFit/>
          </a:bodyPr>
          <a:lstStyle>
            <a:lvl1pPr algn="l">
              <a:lnSpc>
                <a:spcPct val="80000"/>
              </a:lnSpc>
              <a:defRPr sz="5400"/>
            </a:lvl1pPr>
          </a:lstStyle>
          <a:p>
            <a:r>
              <a:rPr lang="en-US"/>
              <a:t>The title of your presentation</a:t>
            </a:r>
          </a:p>
        </p:txBody>
      </p:sp>
      <p:sp>
        <p:nvSpPr>
          <p:cNvPr id="3" name="Subtitle 2"/>
          <p:cNvSpPr>
            <a:spLocks noGrp="1"/>
          </p:cNvSpPr>
          <p:nvPr>
            <p:ph type="subTitle" idx="1" hasCustomPrompt="1"/>
          </p:nvPr>
        </p:nvSpPr>
        <p:spPr>
          <a:xfrm>
            <a:off x="723247" y="4658406"/>
            <a:ext cx="6309769" cy="276999"/>
          </a:xfrm>
        </p:spPr>
        <p:txBody>
          <a:bodyPr lIns="0" tIns="0" rIns="0" bIns="0">
            <a:spAutoFit/>
          </a:bodyPr>
          <a:lstStyle>
            <a:lvl1pPr marL="0" indent="0" algn="l">
              <a:buNone/>
              <a:defRPr sz="1800" b="0" i="0">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The subtitle of your presentation.</a:t>
            </a:r>
          </a:p>
        </p:txBody>
      </p:sp>
    </p:spTree>
    <p:extLst>
      <p:ext uri="{BB962C8B-B14F-4D97-AF65-F5344CB8AC3E}">
        <p14:creationId xmlns:p14="http://schemas.microsoft.com/office/powerpoint/2010/main" val="843306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DC94790-FD6E-1711-131F-B1A522AF43A0}"/>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5F8A8D9-3DA3-3A8F-82D7-469D61A212E0}"/>
              </a:ext>
            </a:extLst>
          </p:cNvPr>
          <p:cNvSpPr txBox="1"/>
          <p:nvPr userDrawn="1"/>
        </p:nvSpPr>
        <p:spPr>
          <a:xfrm>
            <a:off x="723900" y="3086100"/>
            <a:ext cx="2508700" cy="830997"/>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a:ln>
                  <a:noFill/>
                </a:ln>
                <a:solidFill>
                  <a:schemeClr val="tx2"/>
                </a:solidFill>
                <a:effectLst/>
                <a:uLnTx/>
                <a:uFillTx/>
                <a:latin typeface="+mj-lt"/>
                <a:cs typeface="Segoe UI" panose="020B0502040204020203" pitchFamily="34" charset="0"/>
              </a:rPr>
              <a:t>Agenda</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514350"/>
            <a:ext cx="4800600" cy="5829300"/>
          </a:xfrm>
        </p:spPr>
        <p:txBody>
          <a:bodyPr anchor="ctr">
            <a:normAutofit/>
          </a:bodyPr>
          <a:lstStyle>
            <a:lvl1pPr marL="594360" indent="-457200" algn="l">
              <a:lnSpc>
                <a:spcPct val="100000"/>
              </a:lnSpc>
              <a:spcAft>
                <a:spcPts val="3000"/>
              </a:spcAft>
              <a:defRPr sz="2000" b="0" i="0">
                <a:latin typeface="Segoe UI" panose="020B0502040204020203" pitchFamily="34" charset="0"/>
                <a:cs typeface="Segoe UI" panose="020B0502040204020203" pitchFamily="34" charset="0"/>
              </a:defRPr>
            </a:lvl1pPr>
            <a:lvl2pPr marL="868680" indent="-274320" algn="l">
              <a:lnSpc>
                <a:spcPct val="100000"/>
              </a:lnSpc>
              <a:spcAft>
                <a:spcPts val="3000"/>
              </a:spcAft>
              <a:defRPr sz="1800" b="0" i="0">
                <a:latin typeface="Segoe UI" panose="020B0502040204020203" pitchFamily="34" charset="0"/>
                <a:cs typeface="Segoe UI" panose="020B0502040204020203" pitchFamily="34" charset="0"/>
              </a:defRPr>
            </a:lvl2pPr>
            <a:lvl3pPr marL="1143000" algn="l">
              <a:lnSpc>
                <a:spcPct val="100000"/>
              </a:lnSpc>
              <a:spcAft>
                <a:spcPts val="3000"/>
              </a:spcAft>
              <a:defRPr sz="1600" b="0" i="0">
                <a:latin typeface="Segoe UI" panose="020B0502040204020203" pitchFamily="34" charset="0"/>
                <a:cs typeface="Segoe UI" panose="020B0502040204020203" pitchFamily="34" charset="0"/>
              </a:defRPr>
            </a:lvl3pPr>
            <a:lvl4pPr marL="1463040" algn="l">
              <a:lnSpc>
                <a:spcPct val="100000"/>
              </a:lnSpc>
              <a:spcAft>
                <a:spcPts val="3000"/>
              </a:spcAft>
              <a:defRPr sz="1400" b="0" i="0">
                <a:latin typeface="Segoe UI" panose="020B0502040204020203" pitchFamily="34" charset="0"/>
                <a:cs typeface="Segoe UI" panose="020B0502040204020203" pitchFamily="34" charset="0"/>
              </a:defRPr>
            </a:lvl4pPr>
            <a:lvl5pPr marL="1783080" algn="l">
              <a:lnSpc>
                <a:spcPct val="100000"/>
              </a:lnSpc>
              <a:spcAft>
                <a:spcPts val="3000"/>
              </a:spcAft>
              <a:defRPr sz="1400" b="0" i="0">
                <a:latin typeface="Segoe UI" panose="020B0502040204020203" pitchFamily="34" charset="0"/>
                <a:cs typeface="Segoe UI" panose="020B0502040204020203" pitchFamily="34" charset="0"/>
              </a:defRPr>
            </a:lvl5pPr>
          </a:lstStyle>
          <a:p>
            <a:pPr lvl="0"/>
            <a:r>
              <a:rPr lang="en-US"/>
              <a:t>What is the setting of your story?</a:t>
            </a:r>
          </a:p>
          <a:p>
            <a:pPr lvl="0"/>
            <a:r>
              <a:rPr lang="en-US"/>
              <a:t>Who are the characters involved?</a:t>
            </a:r>
          </a:p>
          <a:p>
            <a:pPr lvl="0"/>
            <a:r>
              <a:rPr lang="en-US"/>
              <a:t>What conflict are you resolving?</a:t>
            </a:r>
          </a:p>
          <a:p>
            <a:pPr lvl="0"/>
            <a:r>
              <a:rPr lang="en-US"/>
              <a:t>What is your BIG idea?</a:t>
            </a:r>
          </a:p>
          <a:p>
            <a:pPr lvl="0"/>
            <a:r>
              <a:rPr lang="en-US"/>
              <a:t>How will you resolve the conflict?</a:t>
            </a:r>
          </a:p>
        </p:txBody>
      </p:sp>
      <p:sp>
        <p:nvSpPr>
          <p:cNvPr id="16" name="Text Placeholder 15">
            <a:extLst>
              <a:ext uri="{FF2B5EF4-FFF2-40B4-BE49-F238E27FC236}">
                <a16:creationId xmlns:a16="http://schemas.microsoft.com/office/drawing/2014/main" id="{3E43F5B2-499D-159B-959F-D650D0C9E9A1}"/>
              </a:ext>
            </a:extLst>
          </p:cNvPr>
          <p:cNvSpPr>
            <a:spLocks noGrp="1" noChangeAspect="1"/>
          </p:cNvSpPr>
          <p:nvPr>
            <p:ph type="body" sz="quarter" idx="17" hasCustomPrompt="1"/>
          </p:nvPr>
        </p:nvSpPr>
        <p:spPr>
          <a:xfrm>
            <a:off x="5695950" y="188595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tx1">
              <a:alpha val="99000"/>
            </a:schemeClr>
          </a:soli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solidFill>
                  <a:srgbClr val="C02572"/>
                </a:solidFill>
                <a:effectLst>
                  <a:outerShdw blurRad="317500" dist="12700" dir="2700000" sx="101000" sy="101000" algn="ctr" rotWithShape="0">
                    <a:srgbClr val="000000">
                      <a:alpha val="20000"/>
                    </a:srgbClr>
                  </a:outerShdw>
                </a:effectLst>
                <a:latin typeface="+mj-lt"/>
              </a:defRPr>
            </a:lvl1pPr>
          </a:lstStyle>
          <a:p>
            <a:pPr lvl="0"/>
            <a:r>
              <a:rPr lang="en-US"/>
              <a:t>1</a:t>
            </a:r>
          </a:p>
        </p:txBody>
      </p:sp>
      <p:sp>
        <p:nvSpPr>
          <p:cNvPr id="17" name="Text Placeholder 16">
            <a:extLst>
              <a:ext uri="{FF2B5EF4-FFF2-40B4-BE49-F238E27FC236}">
                <a16:creationId xmlns:a16="http://schemas.microsoft.com/office/drawing/2014/main" id="{239B8060-10DD-9CAB-82F1-5B8306F2D972}"/>
              </a:ext>
            </a:extLst>
          </p:cNvPr>
          <p:cNvSpPr>
            <a:spLocks noGrp="1" noChangeAspect="1"/>
          </p:cNvSpPr>
          <p:nvPr>
            <p:ph type="body" sz="quarter" idx="18" hasCustomPrompt="1"/>
          </p:nvPr>
        </p:nvSpPr>
        <p:spPr>
          <a:xfrm>
            <a:off x="5695950" y="254889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tx1">
              <a:alpha val="99000"/>
            </a:schemeClr>
          </a:soli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solidFill>
                  <a:srgbClr val="C02572"/>
                </a:solidFill>
                <a:effectLst>
                  <a:outerShdw blurRad="317500" dist="12700" dir="2700000" sx="101000" sy="101000" algn="ctr" rotWithShape="0">
                    <a:srgbClr val="000000">
                      <a:alpha val="20000"/>
                    </a:srgbClr>
                  </a:outerShdw>
                </a:effectLst>
                <a:latin typeface="+mj-lt"/>
              </a:defRPr>
            </a:lvl1pPr>
          </a:lstStyle>
          <a:p>
            <a:pPr lvl="0"/>
            <a:r>
              <a:rPr lang="en-US"/>
              <a:t>2</a:t>
            </a:r>
          </a:p>
        </p:txBody>
      </p:sp>
      <p:sp>
        <p:nvSpPr>
          <p:cNvPr id="18" name="Text Placeholder 17">
            <a:extLst>
              <a:ext uri="{FF2B5EF4-FFF2-40B4-BE49-F238E27FC236}">
                <a16:creationId xmlns:a16="http://schemas.microsoft.com/office/drawing/2014/main" id="{945DB81B-60AB-3A2A-B8B6-EBF034C68E6B}"/>
              </a:ext>
            </a:extLst>
          </p:cNvPr>
          <p:cNvSpPr>
            <a:spLocks noGrp="1" noChangeAspect="1"/>
          </p:cNvSpPr>
          <p:nvPr>
            <p:ph type="body" sz="quarter" idx="19" hasCustomPrompt="1"/>
          </p:nvPr>
        </p:nvSpPr>
        <p:spPr>
          <a:xfrm>
            <a:off x="5695950" y="323469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tx1">
              <a:alpha val="99000"/>
            </a:schemeClr>
          </a:soli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solidFill>
                  <a:srgbClr val="C02572"/>
                </a:solidFill>
                <a:effectLst>
                  <a:outerShdw blurRad="317500" dist="12700" dir="2700000" sx="101000" sy="101000" algn="ctr" rotWithShape="0">
                    <a:srgbClr val="000000">
                      <a:alpha val="20000"/>
                    </a:srgbClr>
                  </a:outerShdw>
                </a:effectLst>
                <a:latin typeface="+mj-lt"/>
              </a:defRPr>
            </a:lvl1pPr>
          </a:lstStyle>
          <a:p>
            <a:pPr lvl="0"/>
            <a:r>
              <a:rPr lang="en-US"/>
              <a:t>3</a:t>
            </a:r>
          </a:p>
        </p:txBody>
      </p:sp>
      <p:sp>
        <p:nvSpPr>
          <p:cNvPr id="19" name="Text Placeholder 18">
            <a:extLst>
              <a:ext uri="{FF2B5EF4-FFF2-40B4-BE49-F238E27FC236}">
                <a16:creationId xmlns:a16="http://schemas.microsoft.com/office/drawing/2014/main" id="{154F6482-A3F9-06E3-BB23-3F60ED96BA00}"/>
              </a:ext>
            </a:extLst>
          </p:cNvPr>
          <p:cNvSpPr>
            <a:spLocks noGrp="1" noChangeAspect="1"/>
          </p:cNvSpPr>
          <p:nvPr>
            <p:ph type="body" sz="quarter" idx="20" hasCustomPrompt="1"/>
          </p:nvPr>
        </p:nvSpPr>
        <p:spPr>
          <a:xfrm>
            <a:off x="5695950" y="393192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tx1">
              <a:alpha val="99000"/>
            </a:schemeClr>
          </a:soli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solidFill>
                  <a:srgbClr val="C02572"/>
                </a:solidFill>
                <a:effectLst>
                  <a:outerShdw blurRad="317500" dist="12700" dir="2700000" sx="101000" sy="101000" algn="ctr" rotWithShape="0">
                    <a:srgbClr val="000000">
                      <a:alpha val="20000"/>
                    </a:srgbClr>
                  </a:outerShdw>
                </a:effectLst>
                <a:latin typeface="+mj-lt"/>
              </a:defRPr>
            </a:lvl1pPr>
          </a:lstStyle>
          <a:p>
            <a:pPr lvl="0"/>
            <a:r>
              <a:rPr lang="en-US"/>
              <a:t>4</a:t>
            </a:r>
          </a:p>
        </p:txBody>
      </p:sp>
      <p:sp>
        <p:nvSpPr>
          <p:cNvPr id="20" name="Text Placeholder 19">
            <a:extLst>
              <a:ext uri="{FF2B5EF4-FFF2-40B4-BE49-F238E27FC236}">
                <a16:creationId xmlns:a16="http://schemas.microsoft.com/office/drawing/2014/main" id="{FEC6761A-8222-D725-87CA-704118A3BF8E}"/>
              </a:ext>
            </a:extLst>
          </p:cNvPr>
          <p:cNvSpPr>
            <a:spLocks noGrp="1" noChangeAspect="1"/>
          </p:cNvSpPr>
          <p:nvPr>
            <p:ph type="body" sz="quarter" idx="21" hasCustomPrompt="1"/>
          </p:nvPr>
        </p:nvSpPr>
        <p:spPr>
          <a:xfrm>
            <a:off x="5695950" y="461772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tx1">
              <a:alpha val="99000"/>
            </a:schemeClr>
          </a:soli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solidFill>
                  <a:srgbClr val="C02572"/>
                </a:solidFill>
                <a:effectLst>
                  <a:outerShdw blurRad="317500" dist="12700" dir="2700000" sx="101000" sy="101000" algn="ctr" rotWithShape="0">
                    <a:srgbClr val="000000">
                      <a:alpha val="20000"/>
                    </a:srgbClr>
                  </a:outerShdw>
                </a:effectLst>
                <a:latin typeface="+mj-lt"/>
              </a:defRPr>
            </a:lvl1pPr>
          </a:lstStyle>
          <a:p>
            <a:pPr lvl="0"/>
            <a:r>
              <a:rPr lang="en-US"/>
              <a:t>5</a:t>
            </a:r>
          </a:p>
        </p:txBody>
      </p:sp>
    </p:spTree>
    <p:extLst>
      <p:ext uri="{BB962C8B-B14F-4D97-AF65-F5344CB8AC3E}">
        <p14:creationId xmlns:p14="http://schemas.microsoft.com/office/powerpoint/2010/main" val="28581947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B77924-EE23-B52E-9C89-88632E1B314E}"/>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4305300" y="3977644"/>
            <a:ext cx="6191251" cy="307777"/>
          </a:xfrm>
        </p:spPr>
        <p:txBody>
          <a:bodyPr wrap="square">
            <a:sp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The subtitle of your section.</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4305300" y="3313744"/>
            <a:ext cx="6191251" cy="553998"/>
          </a:xfrm>
        </p:spPr>
        <p:txBody>
          <a:bodyPr wrap="square" lIns="0" tIns="0" rIns="0" bIns="0" anchor="b">
            <a:spAutoFit/>
          </a:bodyPr>
          <a:lstStyle>
            <a:lvl1pPr>
              <a:defRPr sz="4000"/>
            </a:lvl1pPr>
          </a:lstStyle>
          <a:p>
            <a:r>
              <a:rPr lang="en-US"/>
              <a:t>The title of your section.</a:t>
            </a:r>
          </a:p>
        </p:txBody>
      </p:sp>
      <p:pic>
        <p:nvPicPr>
          <p:cNvPr id="4" name="Picture 3">
            <a:extLst>
              <a:ext uri="{FF2B5EF4-FFF2-40B4-BE49-F238E27FC236}">
                <a16:creationId xmlns:a16="http://schemas.microsoft.com/office/drawing/2014/main" id="{7F7C3D6D-1C63-D0A2-5EB7-BF8265D9CAAE}"/>
              </a:ext>
            </a:extLst>
          </p:cNvPr>
          <p:cNvPicPr>
            <a:picLocks noChangeAspect="1"/>
          </p:cNvPicPr>
          <p:nvPr userDrawn="1"/>
        </p:nvPicPr>
        <p:blipFill rotWithShape="1">
          <a:blip r:embed="rId2"/>
          <a:srcRect l="16043" t="10451" r="41229" b="18579"/>
          <a:stretch/>
        </p:blipFill>
        <p:spPr>
          <a:xfrm rot="10800000">
            <a:off x="-2" y="0"/>
            <a:ext cx="3249637" cy="6858000"/>
          </a:xfrm>
          <a:prstGeom prst="rect">
            <a:avLst/>
          </a:prstGeom>
        </p:spPr>
      </p:pic>
    </p:spTree>
    <p:extLst>
      <p:ext uri="{BB962C8B-B14F-4D97-AF65-F5344CB8AC3E}">
        <p14:creationId xmlns:p14="http://schemas.microsoft.com/office/powerpoint/2010/main" val="2089014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12">
          <p15:clr>
            <a:srgbClr val="FBAE40"/>
          </p15:clr>
        </p15:guide>
        <p15:guide id="2" pos="6612">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BIG Ide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06C726-351B-10D7-D033-347F1066362C}"/>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723900" y="3793279"/>
            <a:ext cx="10744200" cy="307777"/>
          </a:xfrm>
        </p:spPr>
        <p:txBody>
          <a:bodyPr>
            <a:spAutoFit/>
          </a:bodyPr>
          <a:lstStyle>
            <a:lvl1pPr marL="0" indent="0" algn="ctr">
              <a:buNone/>
              <a:defRPr sz="2000" b="0" i="0">
                <a:solidFill>
                  <a:schemeClr val="tx1">
                    <a:tint val="75000"/>
                  </a:schemeClr>
                </a:solidFill>
                <a:latin typeface="Segoe UI Semilight" panose="020B0402040204020203" pitchFamily="34" charset="0"/>
                <a:cs typeface="Segoe UI Semilight" panose="020B04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Subtext for your big idea.</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723900" y="2943370"/>
            <a:ext cx="10744200" cy="664797"/>
          </a:xfrm>
        </p:spPr>
        <p:txBody>
          <a:bodyPr lIns="0" tIns="0" rIns="0" bIns="0" anchor="b">
            <a:spAutoFit/>
          </a:bodyPr>
          <a:lstStyle>
            <a:lvl1pPr algn="ctr">
              <a:defRPr sz="4800"/>
            </a:lvl1pPr>
          </a:lstStyle>
          <a:p>
            <a:r>
              <a:rPr lang="en-US"/>
              <a:t>What is your big idea?</a:t>
            </a:r>
          </a:p>
        </p:txBody>
      </p:sp>
      <p:pic>
        <p:nvPicPr>
          <p:cNvPr id="4" name="Picture 3">
            <a:extLst>
              <a:ext uri="{FF2B5EF4-FFF2-40B4-BE49-F238E27FC236}">
                <a16:creationId xmlns:a16="http://schemas.microsoft.com/office/drawing/2014/main" id="{095B86F3-2571-22C1-87E2-F589BF01EEC9}"/>
              </a:ext>
            </a:extLst>
          </p:cNvPr>
          <p:cNvPicPr>
            <a:picLocks noChangeAspect="1"/>
          </p:cNvPicPr>
          <p:nvPr userDrawn="1"/>
        </p:nvPicPr>
        <p:blipFill rotWithShape="1">
          <a:blip r:embed="rId2"/>
          <a:srcRect l="16750" t="2965" r="74732" b="4086"/>
          <a:stretch/>
        </p:blipFill>
        <p:spPr>
          <a:xfrm rot="5400000">
            <a:off x="5656385" y="322386"/>
            <a:ext cx="879229" cy="12192000"/>
          </a:xfrm>
          <a:prstGeom prst="rect">
            <a:avLst/>
          </a:prstGeom>
        </p:spPr>
      </p:pic>
    </p:spTree>
    <p:extLst>
      <p:ext uri="{BB962C8B-B14F-4D97-AF65-F5344CB8AC3E}">
        <p14:creationId xmlns:p14="http://schemas.microsoft.com/office/powerpoint/2010/main" val="573642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A4E0E5-1CCD-299D-1174-7F7B1AD35520}"/>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BE149A7E-0310-38E2-4292-AE64244D84CE}"/>
              </a:ext>
            </a:extLst>
          </p:cNvPr>
          <p:cNvSpPr>
            <a:spLocks noGrp="1"/>
          </p:cNvSpPr>
          <p:nvPr>
            <p:ph type="body" sz="quarter" idx="10"/>
          </p:nvPr>
        </p:nvSpPr>
        <p:spPr>
          <a:xfrm>
            <a:off x="2209800" y="1749528"/>
            <a:ext cx="857250" cy="800100"/>
          </a:xfrm>
          <a:blipFill dpi="0" rotWithShape="1">
            <a:blip r:embed="rId2"/>
            <a:srcRect/>
            <a:tile tx="0" ty="609600" sx="100000" sy="100000" flip="none" algn="ctr"/>
          </a:blipFill>
        </p:spPr>
        <p:txBody>
          <a:bodyPr>
            <a:normAutofit/>
          </a:bodyPr>
          <a:lstStyle>
            <a:lvl1pPr marL="0" indent="0">
              <a:buNone/>
              <a:defRPr sz="100"/>
            </a:lvl1pPr>
          </a:lstStyle>
          <a:p>
            <a:pPr lvl="0"/>
            <a:endParaRPr lang="en-US"/>
          </a:p>
        </p:txBody>
      </p:sp>
      <p:sp>
        <p:nvSpPr>
          <p:cNvPr id="5" name="Text Placeholder 3">
            <a:extLst>
              <a:ext uri="{FF2B5EF4-FFF2-40B4-BE49-F238E27FC236}">
                <a16:creationId xmlns:a16="http://schemas.microsoft.com/office/drawing/2014/main" id="{F98647E8-BBFB-0F07-D7DB-A65E141CDDE3}"/>
              </a:ext>
            </a:extLst>
          </p:cNvPr>
          <p:cNvSpPr>
            <a:spLocks noGrp="1"/>
          </p:cNvSpPr>
          <p:nvPr>
            <p:ph type="body" sz="quarter" idx="11" hasCustomPrompt="1"/>
          </p:nvPr>
        </p:nvSpPr>
        <p:spPr>
          <a:xfrm>
            <a:off x="2742038" y="514350"/>
            <a:ext cx="6743700" cy="5119534"/>
          </a:xfrm>
        </p:spPr>
        <p:txBody>
          <a:bodyPr anchor="ctr">
            <a:normAutofit/>
          </a:bodyPr>
          <a:lstStyle>
            <a:lvl1pPr marL="0" indent="0">
              <a:buNone/>
              <a:defRPr sz="2000" b="0" i="0">
                <a:latin typeface="Segoe UI Light" panose="020B0502040204020203" pitchFamily="34" charset="0"/>
                <a:cs typeface="Segoe UI Light" panose="020B0502040204020203" pitchFamily="34" charset="0"/>
              </a:defRPr>
            </a:lvl1pPr>
          </a:lstStyle>
          <a:p>
            <a:pPr marL="0" marR="0" lvl="0" indent="0" algn="l" defTabSz="914400" rtl="0" eaLnBrk="1" fontAlgn="auto" latinLnBrk="0" hangingPunct="1">
              <a:lnSpc>
                <a:spcPct val="100000"/>
              </a:lnSpc>
              <a:spcBef>
                <a:spcPts val="0"/>
              </a:spcBef>
              <a:spcAft>
                <a:spcPts val="1200"/>
              </a:spcAft>
              <a:buClrTx/>
              <a:buSzTx/>
              <a:buFont typeface="Wingdings" pitchFamily="2" charset="2"/>
              <a:buNone/>
              <a:tabLst/>
              <a:defRPr/>
            </a:pPr>
            <a:r>
              <a:rPr lang="en-US"/>
              <a:t>Morbi </a:t>
            </a:r>
            <a:r>
              <a:rPr lang="en-US" err="1"/>
              <a:t>leo</a:t>
            </a:r>
            <a:r>
              <a:rPr lang="en-US"/>
              <a:t> </a:t>
            </a:r>
            <a:r>
              <a:rPr lang="en-US" err="1"/>
              <a:t>risus</a:t>
            </a:r>
            <a:r>
              <a:rPr lang="en-US"/>
              <a:t>, porta ac </a:t>
            </a:r>
            <a:r>
              <a:rPr lang="en-US" err="1"/>
              <a:t>consectetur</a:t>
            </a:r>
            <a:r>
              <a:rPr lang="en-US"/>
              <a:t> ac, vestibulum at eros. </a:t>
            </a:r>
            <a:r>
              <a:rPr lang="en-US" err="1"/>
              <a:t>Nullam</a:t>
            </a:r>
            <a:r>
              <a:rPr lang="en-US"/>
              <a:t> id dolor id </a:t>
            </a:r>
            <a:r>
              <a:rPr lang="en-US" err="1"/>
              <a:t>nibh</a:t>
            </a:r>
            <a:r>
              <a:rPr lang="en-US"/>
              <a:t> </a:t>
            </a:r>
            <a:r>
              <a:rPr lang="en-US" err="1"/>
              <a:t>ultricies</a:t>
            </a:r>
            <a:r>
              <a:rPr lang="en-US"/>
              <a:t> </a:t>
            </a:r>
            <a:r>
              <a:rPr lang="en-US" err="1"/>
              <a:t>vehicula</a:t>
            </a:r>
            <a:r>
              <a:rPr lang="en-US"/>
              <a:t> </a:t>
            </a:r>
            <a:r>
              <a:rPr lang="en-US" err="1"/>
              <a:t>ut</a:t>
            </a:r>
            <a:r>
              <a:rPr lang="en-US"/>
              <a:t> id </a:t>
            </a:r>
            <a:r>
              <a:rPr lang="en-US" err="1"/>
              <a:t>elit</a:t>
            </a:r>
            <a:r>
              <a:rPr lang="en-US"/>
              <a:t>. Integer </a:t>
            </a:r>
            <a:r>
              <a:rPr lang="en-US" err="1"/>
              <a:t>posuere</a:t>
            </a:r>
            <a:r>
              <a:rPr lang="en-US"/>
              <a:t> </a:t>
            </a:r>
            <a:r>
              <a:rPr lang="en-US" err="1"/>
              <a:t>erat</a:t>
            </a:r>
            <a:r>
              <a:rPr lang="en-US"/>
              <a:t> a ante </a:t>
            </a:r>
            <a:r>
              <a:rPr lang="en-US" err="1"/>
              <a:t>venenatis</a:t>
            </a:r>
            <a:r>
              <a:rPr lang="en-US"/>
              <a:t> </a:t>
            </a:r>
            <a:r>
              <a:rPr lang="en-US" err="1"/>
              <a:t>dapibus</a:t>
            </a:r>
            <a:r>
              <a:rPr lang="en-US"/>
              <a:t> </a:t>
            </a:r>
            <a:r>
              <a:rPr lang="en-US" err="1"/>
              <a:t>posuere</a:t>
            </a:r>
            <a:r>
              <a:rPr lang="en-US"/>
              <a:t> </a:t>
            </a:r>
            <a:r>
              <a:rPr lang="en-US" err="1"/>
              <a:t>velit</a:t>
            </a:r>
            <a:r>
              <a:rPr lang="en-US"/>
              <a:t> </a:t>
            </a:r>
            <a:r>
              <a:rPr lang="en-US" err="1"/>
              <a:t>aliquet</a:t>
            </a:r>
            <a:r>
              <a:rPr lang="en-US"/>
              <a:t>. Donec sed </a:t>
            </a:r>
            <a:r>
              <a:rPr lang="en-US" err="1"/>
              <a:t>odio</a:t>
            </a:r>
            <a:r>
              <a:rPr lang="en-US"/>
              <a:t> dui.</a:t>
            </a:r>
          </a:p>
        </p:txBody>
      </p:sp>
      <p:pic>
        <p:nvPicPr>
          <p:cNvPr id="3" name="Picture 2">
            <a:extLst>
              <a:ext uri="{FF2B5EF4-FFF2-40B4-BE49-F238E27FC236}">
                <a16:creationId xmlns:a16="http://schemas.microsoft.com/office/drawing/2014/main" id="{B40D1D19-C24B-D573-65F5-F49454B57C0B}"/>
              </a:ext>
            </a:extLst>
          </p:cNvPr>
          <p:cNvPicPr>
            <a:picLocks noChangeAspect="1"/>
          </p:cNvPicPr>
          <p:nvPr userDrawn="1"/>
        </p:nvPicPr>
        <p:blipFill rotWithShape="1">
          <a:blip r:embed="rId3"/>
          <a:srcRect l="16750" t="2965" r="74732" b="4086"/>
          <a:stretch/>
        </p:blipFill>
        <p:spPr>
          <a:xfrm rot="5400000">
            <a:off x="5656385" y="322386"/>
            <a:ext cx="879229" cy="12192000"/>
          </a:xfrm>
          <a:prstGeom prst="rect">
            <a:avLst/>
          </a:prstGeom>
        </p:spPr>
      </p:pic>
    </p:spTree>
    <p:extLst>
      <p:ext uri="{BB962C8B-B14F-4D97-AF65-F5344CB8AC3E}">
        <p14:creationId xmlns:p14="http://schemas.microsoft.com/office/powerpoint/2010/main" val="8848336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F6F74A-6D6A-58F4-AA9E-411089281958}"/>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5F8A8D9-3DA3-3A8F-82D7-469D61A212E0}"/>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solidFill>
                  <a:schemeClr val="tx2"/>
                </a:solidFill>
                <a:effectLst/>
                <a:uLnTx/>
                <a:uFillTx/>
                <a:latin typeface="Segoe UI" panose="020B0502040204020203" pitchFamily="34" charset="0"/>
                <a:cs typeface="Segoe UI" panose="020B0502040204020203" pitchFamily="34" charset="0"/>
              </a:rPr>
              <a:t>1</a:t>
            </a:r>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5048252" cy="492443"/>
          </a:xfrm>
        </p:spPr>
        <p:txBody>
          <a:bodyPr wrap="square"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504825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grpSp>
        <p:nvGrpSpPr>
          <p:cNvPr id="15" name="Group 14">
            <a:extLst>
              <a:ext uri="{FF2B5EF4-FFF2-40B4-BE49-F238E27FC236}">
                <a16:creationId xmlns:a16="http://schemas.microsoft.com/office/drawing/2014/main" id="{6C0E1FC6-7A96-C811-291A-2C1E1AE3DE35}"/>
              </a:ext>
            </a:extLst>
          </p:cNvPr>
          <p:cNvGrpSpPr/>
          <p:nvPr userDrawn="1"/>
        </p:nvGrpSpPr>
        <p:grpSpPr>
          <a:xfrm>
            <a:off x="11914781" y="0"/>
            <a:ext cx="290097" cy="6858000"/>
            <a:chOff x="11761371" y="0"/>
            <a:chExt cx="298888" cy="7065819"/>
          </a:xfrm>
        </p:grpSpPr>
        <p:pic>
          <p:nvPicPr>
            <p:cNvPr id="16" name="Picture 15">
              <a:extLst>
                <a:ext uri="{FF2B5EF4-FFF2-40B4-BE49-F238E27FC236}">
                  <a16:creationId xmlns:a16="http://schemas.microsoft.com/office/drawing/2014/main" id="{D2B2EB94-2EDA-DA10-CC77-F9E15EBF4390}"/>
                </a:ext>
              </a:extLst>
            </p:cNvPr>
            <p:cNvPicPr>
              <a:picLocks noChangeAspect="1"/>
            </p:cNvPicPr>
            <p:nvPr userDrawn="1"/>
          </p:nvPicPr>
          <p:blipFill rotWithShape="1">
            <a:blip r:embed="rId2"/>
            <a:srcRect l="16043" t="11611" r="72400" b="15623"/>
            <a:stretch/>
          </p:blipFill>
          <p:spPr>
            <a:xfrm>
              <a:off x="11761371" y="0"/>
              <a:ext cx="294408" cy="2355273"/>
            </a:xfrm>
            <a:prstGeom prst="rect">
              <a:avLst/>
            </a:prstGeom>
          </p:spPr>
        </p:pic>
        <p:pic>
          <p:nvPicPr>
            <p:cNvPr id="17" name="Picture 16">
              <a:extLst>
                <a:ext uri="{FF2B5EF4-FFF2-40B4-BE49-F238E27FC236}">
                  <a16:creationId xmlns:a16="http://schemas.microsoft.com/office/drawing/2014/main" id="{D17714F9-4CCE-3492-DD21-9BDE8FD8F193}"/>
                </a:ext>
              </a:extLst>
            </p:cNvPr>
            <p:cNvPicPr>
              <a:picLocks noChangeAspect="1"/>
            </p:cNvPicPr>
            <p:nvPr userDrawn="1"/>
          </p:nvPicPr>
          <p:blipFill rotWithShape="1">
            <a:blip r:embed="rId2"/>
            <a:srcRect l="16044" t="11611" r="72398" b="15623"/>
            <a:stretch/>
          </p:blipFill>
          <p:spPr>
            <a:xfrm>
              <a:off x="11761387" y="2355273"/>
              <a:ext cx="294408" cy="2355273"/>
            </a:xfrm>
            <a:prstGeom prst="rect">
              <a:avLst/>
            </a:prstGeom>
          </p:spPr>
        </p:pic>
        <p:pic>
          <p:nvPicPr>
            <p:cNvPr id="18" name="Picture 17">
              <a:extLst>
                <a:ext uri="{FF2B5EF4-FFF2-40B4-BE49-F238E27FC236}">
                  <a16:creationId xmlns:a16="http://schemas.microsoft.com/office/drawing/2014/main" id="{07E7416C-2A0C-73A0-0AF2-0DE08E411CA7}"/>
                </a:ext>
              </a:extLst>
            </p:cNvPr>
            <p:cNvPicPr>
              <a:picLocks noChangeAspect="1"/>
            </p:cNvPicPr>
            <p:nvPr userDrawn="1"/>
          </p:nvPicPr>
          <p:blipFill rotWithShape="1">
            <a:blip r:embed="rId2"/>
            <a:srcRect l="16044" t="11611" r="72224" b="15623"/>
            <a:stretch/>
          </p:blipFill>
          <p:spPr>
            <a:xfrm>
              <a:off x="11761386" y="4710546"/>
              <a:ext cx="298873" cy="2355273"/>
            </a:xfrm>
            <a:prstGeom prst="rect">
              <a:avLst/>
            </a:prstGeom>
          </p:spPr>
        </p:pic>
      </p:grpSp>
    </p:spTree>
    <p:extLst>
      <p:ext uri="{BB962C8B-B14F-4D97-AF65-F5344CB8AC3E}">
        <p14:creationId xmlns:p14="http://schemas.microsoft.com/office/powerpoint/2010/main" val="9148423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768">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B29EA2-453A-D6F7-000F-8F5E67EE421B}"/>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5048252" cy="492443"/>
          </a:xfrm>
        </p:spPr>
        <p:txBody>
          <a:bodyPr wrap="square"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504825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8DBF563-5214-6460-A8F5-B8D7CC997646}"/>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solidFill>
                  <a:schemeClr val="tx2"/>
                </a:solidFill>
                <a:effectLst/>
                <a:uLnTx/>
                <a:uFillTx/>
                <a:latin typeface="Segoe UI" panose="020B0502040204020203" pitchFamily="34" charset="0"/>
                <a:cs typeface="Segoe UI" panose="020B0502040204020203" pitchFamily="34" charset="0"/>
              </a:rPr>
              <a:t>2</a:t>
            </a:r>
          </a:p>
        </p:txBody>
      </p:sp>
      <p:grpSp>
        <p:nvGrpSpPr>
          <p:cNvPr id="11" name="Group 10">
            <a:extLst>
              <a:ext uri="{FF2B5EF4-FFF2-40B4-BE49-F238E27FC236}">
                <a16:creationId xmlns:a16="http://schemas.microsoft.com/office/drawing/2014/main" id="{2B075F46-2E25-0035-F360-DC96DE3B6902}"/>
              </a:ext>
            </a:extLst>
          </p:cNvPr>
          <p:cNvGrpSpPr/>
          <p:nvPr userDrawn="1"/>
        </p:nvGrpSpPr>
        <p:grpSpPr>
          <a:xfrm>
            <a:off x="11914781" y="0"/>
            <a:ext cx="290097" cy="6858000"/>
            <a:chOff x="11761371" y="0"/>
            <a:chExt cx="298888" cy="7065819"/>
          </a:xfrm>
        </p:grpSpPr>
        <p:pic>
          <p:nvPicPr>
            <p:cNvPr id="12" name="Picture 11">
              <a:extLst>
                <a:ext uri="{FF2B5EF4-FFF2-40B4-BE49-F238E27FC236}">
                  <a16:creationId xmlns:a16="http://schemas.microsoft.com/office/drawing/2014/main" id="{EB142DA8-39C3-02BF-1E91-522AAE069DAF}"/>
                </a:ext>
              </a:extLst>
            </p:cNvPr>
            <p:cNvPicPr>
              <a:picLocks noChangeAspect="1"/>
            </p:cNvPicPr>
            <p:nvPr userDrawn="1"/>
          </p:nvPicPr>
          <p:blipFill rotWithShape="1">
            <a:blip r:embed="rId2"/>
            <a:srcRect l="16043" t="11611" r="72400" b="15623"/>
            <a:stretch/>
          </p:blipFill>
          <p:spPr>
            <a:xfrm>
              <a:off x="11761371" y="0"/>
              <a:ext cx="294408" cy="2355273"/>
            </a:xfrm>
            <a:prstGeom prst="rect">
              <a:avLst/>
            </a:prstGeom>
          </p:spPr>
        </p:pic>
        <p:pic>
          <p:nvPicPr>
            <p:cNvPr id="13" name="Picture 12">
              <a:extLst>
                <a:ext uri="{FF2B5EF4-FFF2-40B4-BE49-F238E27FC236}">
                  <a16:creationId xmlns:a16="http://schemas.microsoft.com/office/drawing/2014/main" id="{D2F24BB8-5D92-0CE0-8F1D-FFBC5E3CC24E}"/>
                </a:ext>
              </a:extLst>
            </p:cNvPr>
            <p:cNvPicPr>
              <a:picLocks noChangeAspect="1"/>
            </p:cNvPicPr>
            <p:nvPr userDrawn="1"/>
          </p:nvPicPr>
          <p:blipFill rotWithShape="1">
            <a:blip r:embed="rId2"/>
            <a:srcRect l="16044" t="11611" r="72398" b="15623"/>
            <a:stretch/>
          </p:blipFill>
          <p:spPr>
            <a:xfrm>
              <a:off x="11761387" y="2355273"/>
              <a:ext cx="294408" cy="2355273"/>
            </a:xfrm>
            <a:prstGeom prst="rect">
              <a:avLst/>
            </a:prstGeom>
          </p:spPr>
        </p:pic>
        <p:pic>
          <p:nvPicPr>
            <p:cNvPr id="14" name="Picture 13">
              <a:extLst>
                <a:ext uri="{FF2B5EF4-FFF2-40B4-BE49-F238E27FC236}">
                  <a16:creationId xmlns:a16="http://schemas.microsoft.com/office/drawing/2014/main" id="{34EC44DA-B159-73F2-ACDC-4E76F48F4DCE}"/>
                </a:ext>
              </a:extLst>
            </p:cNvPr>
            <p:cNvPicPr>
              <a:picLocks noChangeAspect="1"/>
            </p:cNvPicPr>
            <p:nvPr userDrawn="1"/>
          </p:nvPicPr>
          <p:blipFill rotWithShape="1">
            <a:blip r:embed="rId2"/>
            <a:srcRect l="16044" t="11611" r="72224" b="15623"/>
            <a:stretch/>
          </p:blipFill>
          <p:spPr>
            <a:xfrm>
              <a:off x="11761386" y="4710546"/>
              <a:ext cx="298873" cy="2355273"/>
            </a:xfrm>
            <a:prstGeom prst="rect">
              <a:avLst/>
            </a:prstGeom>
          </p:spPr>
        </p:pic>
      </p:grpSp>
    </p:spTree>
    <p:extLst>
      <p:ext uri="{BB962C8B-B14F-4D97-AF65-F5344CB8AC3E}">
        <p14:creationId xmlns:p14="http://schemas.microsoft.com/office/powerpoint/2010/main" val="36090957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768">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899C8E-61BF-1DDD-10CF-9CE1380C8856}"/>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5048252" cy="492443"/>
          </a:xfrm>
        </p:spPr>
        <p:txBody>
          <a:bodyPr wrap="square"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504825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DA6FD385-DEEA-ED58-37F8-753B3F8E733B}"/>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solidFill>
                  <a:schemeClr val="tx2"/>
                </a:solidFill>
                <a:effectLst/>
                <a:uLnTx/>
                <a:uFillTx/>
                <a:latin typeface="Segoe UI" panose="020B0502040204020203" pitchFamily="34" charset="0"/>
                <a:cs typeface="Segoe UI" panose="020B0502040204020203" pitchFamily="34" charset="0"/>
              </a:rPr>
              <a:t>3</a:t>
            </a:r>
          </a:p>
        </p:txBody>
      </p:sp>
      <p:grpSp>
        <p:nvGrpSpPr>
          <p:cNvPr id="16" name="Group 15">
            <a:extLst>
              <a:ext uri="{FF2B5EF4-FFF2-40B4-BE49-F238E27FC236}">
                <a16:creationId xmlns:a16="http://schemas.microsoft.com/office/drawing/2014/main" id="{BFFF7F82-2603-4345-1D99-D8D2F2ADAEAD}"/>
              </a:ext>
            </a:extLst>
          </p:cNvPr>
          <p:cNvGrpSpPr/>
          <p:nvPr userDrawn="1"/>
        </p:nvGrpSpPr>
        <p:grpSpPr>
          <a:xfrm>
            <a:off x="11914781" y="0"/>
            <a:ext cx="290097" cy="6858000"/>
            <a:chOff x="11761371" y="0"/>
            <a:chExt cx="298888" cy="7065819"/>
          </a:xfrm>
        </p:grpSpPr>
        <p:pic>
          <p:nvPicPr>
            <p:cNvPr id="17" name="Picture 16">
              <a:extLst>
                <a:ext uri="{FF2B5EF4-FFF2-40B4-BE49-F238E27FC236}">
                  <a16:creationId xmlns:a16="http://schemas.microsoft.com/office/drawing/2014/main" id="{0CD0FAF7-99F3-46B6-1008-AA1D5CD1CE22}"/>
                </a:ext>
              </a:extLst>
            </p:cNvPr>
            <p:cNvPicPr>
              <a:picLocks noChangeAspect="1"/>
            </p:cNvPicPr>
            <p:nvPr userDrawn="1"/>
          </p:nvPicPr>
          <p:blipFill rotWithShape="1">
            <a:blip r:embed="rId2"/>
            <a:srcRect l="16043" t="11611" r="72400" b="15623"/>
            <a:stretch/>
          </p:blipFill>
          <p:spPr>
            <a:xfrm>
              <a:off x="11761371" y="0"/>
              <a:ext cx="294408" cy="2355273"/>
            </a:xfrm>
            <a:prstGeom prst="rect">
              <a:avLst/>
            </a:prstGeom>
          </p:spPr>
        </p:pic>
        <p:pic>
          <p:nvPicPr>
            <p:cNvPr id="18" name="Picture 17">
              <a:extLst>
                <a:ext uri="{FF2B5EF4-FFF2-40B4-BE49-F238E27FC236}">
                  <a16:creationId xmlns:a16="http://schemas.microsoft.com/office/drawing/2014/main" id="{59576290-673A-2927-A1BD-16302DBF0993}"/>
                </a:ext>
              </a:extLst>
            </p:cNvPr>
            <p:cNvPicPr>
              <a:picLocks noChangeAspect="1"/>
            </p:cNvPicPr>
            <p:nvPr userDrawn="1"/>
          </p:nvPicPr>
          <p:blipFill rotWithShape="1">
            <a:blip r:embed="rId2"/>
            <a:srcRect l="16044" t="11611" r="72398" b="15623"/>
            <a:stretch/>
          </p:blipFill>
          <p:spPr>
            <a:xfrm>
              <a:off x="11761387" y="2355273"/>
              <a:ext cx="294408" cy="2355273"/>
            </a:xfrm>
            <a:prstGeom prst="rect">
              <a:avLst/>
            </a:prstGeom>
          </p:spPr>
        </p:pic>
        <p:pic>
          <p:nvPicPr>
            <p:cNvPr id="19" name="Picture 18">
              <a:extLst>
                <a:ext uri="{FF2B5EF4-FFF2-40B4-BE49-F238E27FC236}">
                  <a16:creationId xmlns:a16="http://schemas.microsoft.com/office/drawing/2014/main" id="{80E36F07-5E21-7576-A13C-6F8EDDE9FABA}"/>
                </a:ext>
              </a:extLst>
            </p:cNvPr>
            <p:cNvPicPr>
              <a:picLocks noChangeAspect="1"/>
            </p:cNvPicPr>
            <p:nvPr userDrawn="1"/>
          </p:nvPicPr>
          <p:blipFill rotWithShape="1">
            <a:blip r:embed="rId2"/>
            <a:srcRect l="16044" t="11611" r="72224" b="15623"/>
            <a:stretch/>
          </p:blipFill>
          <p:spPr>
            <a:xfrm>
              <a:off x="11761386" y="4710546"/>
              <a:ext cx="298873" cy="2355273"/>
            </a:xfrm>
            <a:prstGeom prst="rect">
              <a:avLst/>
            </a:prstGeom>
          </p:spPr>
        </p:pic>
      </p:grpSp>
    </p:spTree>
    <p:extLst>
      <p:ext uri="{BB962C8B-B14F-4D97-AF65-F5344CB8AC3E}">
        <p14:creationId xmlns:p14="http://schemas.microsoft.com/office/powerpoint/2010/main" val="823424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76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ection Header 4">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2F5F99-8D85-7712-BE1D-3C1512011D2F}"/>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5048252" cy="492443"/>
          </a:xfrm>
        </p:spPr>
        <p:txBody>
          <a:bodyPr wrap="square"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504825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6BBD3DD-37F4-A34D-A04C-B4BC07553F42}"/>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solidFill>
                  <a:schemeClr val="tx2"/>
                </a:solidFill>
                <a:effectLst/>
                <a:uLnTx/>
                <a:uFillTx/>
                <a:latin typeface="Segoe UI" panose="020B0502040204020203" pitchFamily="34" charset="0"/>
                <a:cs typeface="Segoe UI" panose="020B0502040204020203" pitchFamily="34" charset="0"/>
              </a:rPr>
              <a:t>4</a:t>
            </a:r>
          </a:p>
        </p:txBody>
      </p:sp>
      <p:grpSp>
        <p:nvGrpSpPr>
          <p:cNvPr id="11" name="Group 10">
            <a:extLst>
              <a:ext uri="{FF2B5EF4-FFF2-40B4-BE49-F238E27FC236}">
                <a16:creationId xmlns:a16="http://schemas.microsoft.com/office/drawing/2014/main" id="{07DFEDB8-A15B-EE82-EF7B-75F8E0C61454}"/>
              </a:ext>
            </a:extLst>
          </p:cNvPr>
          <p:cNvGrpSpPr/>
          <p:nvPr userDrawn="1"/>
        </p:nvGrpSpPr>
        <p:grpSpPr>
          <a:xfrm>
            <a:off x="11914781" y="0"/>
            <a:ext cx="290097" cy="6858000"/>
            <a:chOff x="11761371" y="0"/>
            <a:chExt cx="298888" cy="7065819"/>
          </a:xfrm>
        </p:grpSpPr>
        <p:pic>
          <p:nvPicPr>
            <p:cNvPr id="12" name="Picture 11">
              <a:extLst>
                <a:ext uri="{FF2B5EF4-FFF2-40B4-BE49-F238E27FC236}">
                  <a16:creationId xmlns:a16="http://schemas.microsoft.com/office/drawing/2014/main" id="{2A7BF3F8-F818-0FB9-5F8D-3D559B5CC2B0}"/>
                </a:ext>
              </a:extLst>
            </p:cNvPr>
            <p:cNvPicPr>
              <a:picLocks noChangeAspect="1"/>
            </p:cNvPicPr>
            <p:nvPr userDrawn="1"/>
          </p:nvPicPr>
          <p:blipFill rotWithShape="1">
            <a:blip r:embed="rId2"/>
            <a:srcRect l="16043" t="11611" r="72400" b="15623"/>
            <a:stretch/>
          </p:blipFill>
          <p:spPr>
            <a:xfrm>
              <a:off x="11761371" y="0"/>
              <a:ext cx="294408" cy="2355273"/>
            </a:xfrm>
            <a:prstGeom prst="rect">
              <a:avLst/>
            </a:prstGeom>
          </p:spPr>
        </p:pic>
        <p:pic>
          <p:nvPicPr>
            <p:cNvPr id="13" name="Picture 12">
              <a:extLst>
                <a:ext uri="{FF2B5EF4-FFF2-40B4-BE49-F238E27FC236}">
                  <a16:creationId xmlns:a16="http://schemas.microsoft.com/office/drawing/2014/main" id="{4666116B-84D8-A658-4264-2C335C93AB85}"/>
                </a:ext>
              </a:extLst>
            </p:cNvPr>
            <p:cNvPicPr>
              <a:picLocks noChangeAspect="1"/>
            </p:cNvPicPr>
            <p:nvPr userDrawn="1"/>
          </p:nvPicPr>
          <p:blipFill rotWithShape="1">
            <a:blip r:embed="rId2"/>
            <a:srcRect l="16044" t="11611" r="72398" b="15623"/>
            <a:stretch/>
          </p:blipFill>
          <p:spPr>
            <a:xfrm>
              <a:off x="11761387" y="2355273"/>
              <a:ext cx="294408" cy="2355273"/>
            </a:xfrm>
            <a:prstGeom prst="rect">
              <a:avLst/>
            </a:prstGeom>
          </p:spPr>
        </p:pic>
        <p:pic>
          <p:nvPicPr>
            <p:cNvPr id="14" name="Picture 13">
              <a:extLst>
                <a:ext uri="{FF2B5EF4-FFF2-40B4-BE49-F238E27FC236}">
                  <a16:creationId xmlns:a16="http://schemas.microsoft.com/office/drawing/2014/main" id="{45F81BD6-0B54-809A-1E2E-110D7DFE1C81}"/>
                </a:ext>
              </a:extLst>
            </p:cNvPr>
            <p:cNvPicPr>
              <a:picLocks noChangeAspect="1"/>
            </p:cNvPicPr>
            <p:nvPr userDrawn="1"/>
          </p:nvPicPr>
          <p:blipFill rotWithShape="1">
            <a:blip r:embed="rId2"/>
            <a:srcRect l="16044" t="11611" r="72224" b="15623"/>
            <a:stretch/>
          </p:blipFill>
          <p:spPr>
            <a:xfrm>
              <a:off x="11761386" y="4710546"/>
              <a:ext cx="298873" cy="2355273"/>
            </a:xfrm>
            <a:prstGeom prst="rect">
              <a:avLst/>
            </a:prstGeom>
          </p:spPr>
        </p:pic>
      </p:grpSp>
    </p:spTree>
    <p:extLst>
      <p:ext uri="{BB962C8B-B14F-4D97-AF65-F5344CB8AC3E}">
        <p14:creationId xmlns:p14="http://schemas.microsoft.com/office/powerpoint/2010/main" val="36238466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76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Section Header 5">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D41449-9141-7720-2A57-DE6E8D21C897}"/>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5048252" cy="492443"/>
          </a:xfrm>
        </p:spPr>
        <p:txBody>
          <a:bodyPr wrap="square"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504825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6E3BAC0-D48D-95C3-7E47-615067406ABF}"/>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solidFill>
                  <a:schemeClr val="tx2"/>
                </a:solidFill>
                <a:effectLst/>
                <a:uLnTx/>
                <a:uFillTx/>
                <a:latin typeface="Segoe UI" panose="020B0502040204020203" pitchFamily="34" charset="0"/>
                <a:cs typeface="Segoe UI" panose="020B0502040204020203" pitchFamily="34" charset="0"/>
              </a:rPr>
              <a:t>5</a:t>
            </a:r>
          </a:p>
        </p:txBody>
      </p:sp>
      <p:grpSp>
        <p:nvGrpSpPr>
          <p:cNvPr id="11" name="Group 10">
            <a:extLst>
              <a:ext uri="{FF2B5EF4-FFF2-40B4-BE49-F238E27FC236}">
                <a16:creationId xmlns:a16="http://schemas.microsoft.com/office/drawing/2014/main" id="{DCA2B989-9500-04F6-97D1-75DA6C56E891}"/>
              </a:ext>
            </a:extLst>
          </p:cNvPr>
          <p:cNvGrpSpPr/>
          <p:nvPr userDrawn="1"/>
        </p:nvGrpSpPr>
        <p:grpSpPr>
          <a:xfrm>
            <a:off x="11914781" y="0"/>
            <a:ext cx="290097" cy="6858000"/>
            <a:chOff x="11761371" y="0"/>
            <a:chExt cx="298888" cy="7065819"/>
          </a:xfrm>
        </p:grpSpPr>
        <p:pic>
          <p:nvPicPr>
            <p:cNvPr id="12" name="Picture 11">
              <a:extLst>
                <a:ext uri="{FF2B5EF4-FFF2-40B4-BE49-F238E27FC236}">
                  <a16:creationId xmlns:a16="http://schemas.microsoft.com/office/drawing/2014/main" id="{C229A9C2-CD2D-6F7C-38F1-732AF1517995}"/>
                </a:ext>
              </a:extLst>
            </p:cNvPr>
            <p:cNvPicPr>
              <a:picLocks noChangeAspect="1"/>
            </p:cNvPicPr>
            <p:nvPr userDrawn="1"/>
          </p:nvPicPr>
          <p:blipFill rotWithShape="1">
            <a:blip r:embed="rId2"/>
            <a:srcRect l="16043" t="11611" r="72400" b="15623"/>
            <a:stretch/>
          </p:blipFill>
          <p:spPr>
            <a:xfrm>
              <a:off x="11761371" y="0"/>
              <a:ext cx="294408" cy="2355273"/>
            </a:xfrm>
            <a:prstGeom prst="rect">
              <a:avLst/>
            </a:prstGeom>
          </p:spPr>
        </p:pic>
        <p:pic>
          <p:nvPicPr>
            <p:cNvPr id="13" name="Picture 12">
              <a:extLst>
                <a:ext uri="{FF2B5EF4-FFF2-40B4-BE49-F238E27FC236}">
                  <a16:creationId xmlns:a16="http://schemas.microsoft.com/office/drawing/2014/main" id="{A02F746B-0130-0EFD-4C59-F1E6A2420FB9}"/>
                </a:ext>
              </a:extLst>
            </p:cNvPr>
            <p:cNvPicPr>
              <a:picLocks noChangeAspect="1"/>
            </p:cNvPicPr>
            <p:nvPr userDrawn="1"/>
          </p:nvPicPr>
          <p:blipFill rotWithShape="1">
            <a:blip r:embed="rId2"/>
            <a:srcRect l="16044" t="11611" r="72398" b="15623"/>
            <a:stretch/>
          </p:blipFill>
          <p:spPr>
            <a:xfrm>
              <a:off x="11761387" y="2355273"/>
              <a:ext cx="294408" cy="2355273"/>
            </a:xfrm>
            <a:prstGeom prst="rect">
              <a:avLst/>
            </a:prstGeom>
          </p:spPr>
        </p:pic>
        <p:pic>
          <p:nvPicPr>
            <p:cNvPr id="14" name="Picture 13">
              <a:extLst>
                <a:ext uri="{FF2B5EF4-FFF2-40B4-BE49-F238E27FC236}">
                  <a16:creationId xmlns:a16="http://schemas.microsoft.com/office/drawing/2014/main" id="{F7616F33-EF46-0426-4871-7849A370FCA9}"/>
                </a:ext>
              </a:extLst>
            </p:cNvPr>
            <p:cNvPicPr>
              <a:picLocks noChangeAspect="1"/>
            </p:cNvPicPr>
            <p:nvPr userDrawn="1"/>
          </p:nvPicPr>
          <p:blipFill rotWithShape="1">
            <a:blip r:embed="rId2"/>
            <a:srcRect l="16044" t="11611" r="72224" b="15623"/>
            <a:stretch/>
          </p:blipFill>
          <p:spPr>
            <a:xfrm>
              <a:off x="11761386" y="4710546"/>
              <a:ext cx="298873" cy="2355273"/>
            </a:xfrm>
            <a:prstGeom prst="rect">
              <a:avLst/>
            </a:prstGeom>
          </p:spPr>
        </p:pic>
      </p:grpSp>
    </p:spTree>
    <p:extLst>
      <p:ext uri="{BB962C8B-B14F-4D97-AF65-F5344CB8AC3E}">
        <p14:creationId xmlns:p14="http://schemas.microsoft.com/office/powerpoint/2010/main" val="474651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768">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Section Header 5">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D41449-9141-7720-2A57-DE6E8D21C897}"/>
              </a:ext>
            </a:extLst>
          </p:cNvPr>
          <p:cNvSpPr/>
          <p:nvPr userDrawn="1"/>
        </p:nvSpPr>
        <p:spPr>
          <a:xfrm>
            <a:off x="0" y="0"/>
            <a:ext cx="12192000" cy="6858000"/>
          </a:xfrm>
          <a:prstGeom prst="rect">
            <a:avLst/>
          </a:prstGeom>
          <a:gradFill>
            <a:gsLst>
              <a:gs pos="100000">
                <a:srgbClr val="C42C78"/>
              </a:gs>
              <a:gs pos="0">
                <a:srgbClr val="CB398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5048252" cy="492443"/>
          </a:xfrm>
        </p:spPr>
        <p:txBody>
          <a:bodyPr wrap="square"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504825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grpSp>
        <p:nvGrpSpPr>
          <p:cNvPr id="11" name="Group 10">
            <a:extLst>
              <a:ext uri="{FF2B5EF4-FFF2-40B4-BE49-F238E27FC236}">
                <a16:creationId xmlns:a16="http://schemas.microsoft.com/office/drawing/2014/main" id="{DCA2B989-9500-04F6-97D1-75DA6C56E891}"/>
              </a:ext>
            </a:extLst>
          </p:cNvPr>
          <p:cNvGrpSpPr/>
          <p:nvPr userDrawn="1"/>
        </p:nvGrpSpPr>
        <p:grpSpPr>
          <a:xfrm>
            <a:off x="11914781" y="0"/>
            <a:ext cx="290097" cy="6858000"/>
            <a:chOff x="11761371" y="0"/>
            <a:chExt cx="298888" cy="7065819"/>
          </a:xfrm>
        </p:grpSpPr>
        <p:pic>
          <p:nvPicPr>
            <p:cNvPr id="12" name="Picture 11">
              <a:extLst>
                <a:ext uri="{FF2B5EF4-FFF2-40B4-BE49-F238E27FC236}">
                  <a16:creationId xmlns:a16="http://schemas.microsoft.com/office/drawing/2014/main" id="{C229A9C2-CD2D-6F7C-38F1-732AF1517995}"/>
                </a:ext>
              </a:extLst>
            </p:cNvPr>
            <p:cNvPicPr>
              <a:picLocks noChangeAspect="1"/>
            </p:cNvPicPr>
            <p:nvPr userDrawn="1"/>
          </p:nvPicPr>
          <p:blipFill rotWithShape="1">
            <a:blip r:embed="rId2"/>
            <a:srcRect l="16043" t="11611" r="72400" b="15623"/>
            <a:stretch/>
          </p:blipFill>
          <p:spPr>
            <a:xfrm>
              <a:off x="11761371" y="0"/>
              <a:ext cx="294408" cy="2355273"/>
            </a:xfrm>
            <a:prstGeom prst="rect">
              <a:avLst/>
            </a:prstGeom>
          </p:spPr>
        </p:pic>
        <p:pic>
          <p:nvPicPr>
            <p:cNvPr id="13" name="Picture 12">
              <a:extLst>
                <a:ext uri="{FF2B5EF4-FFF2-40B4-BE49-F238E27FC236}">
                  <a16:creationId xmlns:a16="http://schemas.microsoft.com/office/drawing/2014/main" id="{A02F746B-0130-0EFD-4C59-F1E6A2420FB9}"/>
                </a:ext>
              </a:extLst>
            </p:cNvPr>
            <p:cNvPicPr>
              <a:picLocks noChangeAspect="1"/>
            </p:cNvPicPr>
            <p:nvPr userDrawn="1"/>
          </p:nvPicPr>
          <p:blipFill rotWithShape="1">
            <a:blip r:embed="rId2"/>
            <a:srcRect l="16044" t="11611" r="72398" b="15623"/>
            <a:stretch/>
          </p:blipFill>
          <p:spPr>
            <a:xfrm>
              <a:off x="11761387" y="2355273"/>
              <a:ext cx="294408" cy="2355273"/>
            </a:xfrm>
            <a:prstGeom prst="rect">
              <a:avLst/>
            </a:prstGeom>
          </p:spPr>
        </p:pic>
        <p:pic>
          <p:nvPicPr>
            <p:cNvPr id="14" name="Picture 13">
              <a:extLst>
                <a:ext uri="{FF2B5EF4-FFF2-40B4-BE49-F238E27FC236}">
                  <a16:creationId xmlns:a16="http://schemas.microsoft.com/office/drawing/2014/main" id="{F7616F33-EF46-0426-4871-7849A370FCA9}"/>
                </a:ext>
              </a:extLst>
            </p:cNvPr>
            <p:cNvPicPr>
              <a:picLocks noChangeAspect="1"/>
            </p:cNvPicPr>
            <p:nvPr userDrawn="1"/>
          </p:nvPicPr>
          <p:blipFill rotWithShape="1">
            <a:blip r:embed="rId2"/>
            <a:srcRect l="16044" t="11611" r="72224" b="15623"/>
            <a:stretch/>
          </p:blipFill>
          <p:spPr>
            <a:xfrm>
              <a:off x="11761386" y="4710546"/>
              <a:ext cx="298873" cy="2355273"/>
            </a:xfrm>
            <a:prstGeom prst="rect">
              <a:avLst/>
            </a:prstGeom>
          </p:spPr>
        </p:pic>
      </p:grpSp>
    </p:spTree>
    <p:extLst>
      <p:ext uri="{BB962C8B-B14F-4D97-AF65-F5344CB8AC3E}">
        <p14:creationId xmlns:p14="http://schemas.microsoft.com/office/powerpoint/2010/main" val="4520677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76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3900" y="1362872"/>
            <a:ext cx="10515600" cy="443198"/>
          </a:xfrm>
        </p:spPr>
        <p:txBody>
          <a:bodyPr wrap="square">
            <a:spAutoFit/>
          </a:bodyPr>
          <a:lstStyle/>
          <a:p>
            <a:r>
              <a:rPr lang="en-US"/>
              <a:t>A concise, specific, and conversational active headline.</a:t>
            </a:r>
          </a:p>
        </p:txBody>
      </p:sp>
      <p:sp>
        <p:nvSpPr>
          <p:cNvPr id="10" name="Content Placeholder 2">
            <a:extLst>
              <a:ext uri="{FF2B5EF4-FFF2-40B4-BE49-F238E27FC236}">
                <a16:creationId xmlns:a16="http://schemas.microsoft.com/office/drawing/2014/main" id="{C48EC71C-D4A1-1E6C-CF0D-B6FC362ABF64}"/>
              </a:ext>
            </a:extLst>
          </p:cNvPr>
          <p:cNvSpPr>
            <a:spLocks noGrp="1"/>
          </p:cNvSpPr>
          <p:nvPr>
            <p:ph idx="1" hasCustomPrompt="1"/>
          </p:nvPr>
        </p:nvSpPr>
        <p:spPr>
          <a:xfrm>
            <a:off x="723900" y="2000250"/>
            <a:ext cx="10515600" cy="4171950"/>
          </a:xfrm>
        </p:spPr>
        <p:txBody>
          <a:bodyPr lIns="0" tIns="0" rIns="0" b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743078C0-2270-0525-5AF4-41E6139CA407}"/>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Section header</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3967757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468">
          <p15:clr>
            <a:srgbClr val="9FCC3B"/>
          </p15:clr>
        </p15:guide>
        <p15:guide id="2" orient="horz" pos="1080">
          <p15:clr>
            <a:srgbClr val="9FCC3B"/>
          </p15:clr>
        </p15:guide>
        <p15:guide id="3" orient="horz" pos="1260">
          <p15:clr>
            <a:srgbClr val="5ACBF0"/>
          </p15:clr>
        </p15:guide>
        <p15:guide id="4" orient="horz" pos="3888">
          <p15:clr>
            <a:srgbClr val="5ACBF0"/>
          </p15:clr>
        </p15:guide>
        <p15:guide id="5" pos="708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ull Screen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DC042C5-C03D-7319-FB15-757960565E21}"/>
              </a:ext>
            </a:extLst>
          </p:cNvPr>
          <p:cNvSpPr>
            <a:spLocks noGrp="1"/>
          </p:cNvSpPr>
          <p:nvPr>
            <p:ph type="pic" sz="quarter" idx="17" hasCustomPrompt="1"/>
          </p:nvPr>
        </p:nvSpPr>
        <p:spPr>
          <a:xfrm>
            <a:off x="723900" y="514350"/>
            <a:ext cx="10629900" cy="5657850"/>
          </a:xfrm>
          <a:effectLst>
            <a:outerShdw blurRad="381000" dist="12700" dir="2700000" sx="101000" sy="101000" algn="tl" rotWithShape="0">
              <a:prstClr val="black">
                <a:alpha val="15000"/>
              </a:prstClr>
            </a:outerShdw>
          </a:effectLst>
        </p:spPr>
        <p:txBody>
          <a:bodyPr anchor="ctr">
            <a:normAutofit/>
          </a:bodyPr>
          <a:lstStyle>
            <a:lvl1pPr marL="0" indent="0" algn="r">
              <a:buNone/>
              <a:defRPr sz="1600"/>
            </a:lvl1pPr>
          </a:lstStyle>
          <a:p>
            <a:r>
              <a:rPr lang="en-US"/>
              <a:t>Click on the picture icon to add</a:t>
            </a:r>
            <a:br>
              <a:rPr lang="en-US"/>
            </a:br>
            <a:r>
              <a:rPr lang="en-US"/>
              <a:t>a full screen image to this slide</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75">
            <a:extLst>
              <a:ext uri="{FF2B5EF4-FFF2-40B4-BE49-F238E27FC236}">
                <a16:creationId xmlns:a16="http://schemas.microsoft.com/office/drawing/2014/main" id="{89F48259-349C-0F5E-935C-131772CA6DE9}"/>
              </a:ext>
            </a:extLst>
          </p:cNvPr>
          <p:cNvSpPr>
            <a:spLocks noGrp="1"/>
          </p:cNvSpPr>
          <p:nvPr>
            <p:ph type="body" sz="quarter" idx="63" hasCustomPrompt="1"/>
          </p:nvPr>
        </p:nvSpPr>
        <p:spPr>
          <a:xfrm>
            <a:off x="1809750" y="1341404"/>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2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section details.</a:t>
            </a:r>
          </a:p>
        </p:txBody>
      </p:sp>
      <p:sp>
        <p:nvSpPr>
          <p:cNvPr id="3" name="Text Placeholder 76">
            <a:extLst>
              <a:ext uri="{FF2B5EF4-FFF2-40B4-BE49-F238E27FC236}">
                <a16:creationId xmlns:a16="http://schemas.microsoft.com/office/drawing/2014/main" id="{FA85C8AE-F728-C678-CDB2-DF36511C3D12}"/>
              </a:ext>
            </a:extLst>
          </p:cNvPr>
          <p:cNvSpPr>
            <a:spLocks noGrp="1"/>
          </p:cNvSpPr>
          <p:nvPr>
            <p:ph type="body" sz="quarter" idx="64" hasCustomPrompt="1"/>
          </p:nvPr>
        </p:nvSpPr>
        <p:spPr>
          <a:xfrm>
            <a:off x="1809750" y="1341404"/>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B02C6E"/>
              </a:gs>
              <a:gs pos="0">
                <a:schemeClr val="accent1"/>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a:t>The active headline for this card.</a:t>
            </a:r>
          </a:p>
        </p:txBody>
      </p:sp>
      <p:sp>
        <p:nvSpPr>
          <p:cNvPr id="9" name="Text Placeholder 77">
            <a:extLst>
              <a:ext uri="{FF2B5EF4-FFF2-40B4-BE49-F238E27FC236}">
                <a16:creationId xmlns:a16="http://schemas.microsoft.com/office/drawing/2014/main" id="{D550808A-A286-3572-4F8C-A3B04E288319}"/>
              </a:ext>
            </a:extLst>
          </p:cNvPr>
          <p:cNvSpPr>
            <a:spLocks noGrp="1"/>
          </p:cNvSpPr>
          <p:nvPr>
            <p:ph type="body" sz="quarter" idx="65" hasCustomPrompt="1"/>
          </p:nvPr>
        </p:nvSpPr>
        <p:spPr>
          <a:xfrm>
            <a:off x="1809750" y="4739294"/>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10" name="Picture Placeholder 62">
            <a:extLst>
              <a:ext uri="{FF2B5EF4-FFF2-40B4-BE49-F238E27FC236}">
                <a16:creationId xmlns:a16="http://schemas.microsoft.com/office/drawing/2014/main" id="{65202BDA-2322-ACE3-E9A8-1F533BC684EB}"/>
              </a:ext>
            </a:extLst>
          </p:cNvPr>
          <p:cNvSpPr>
            <a:spLocks noGrp="1"/>
          </p:cNvSpPr>
          <p:nvPr>
            <p:ph type="pic" sz="quarter" idx="66" hasCustomPrompt="1"/>
          </p:nvPr>
        </p:nvSpPr>
        <p:spPr>
          <a:xfrm>
            <a:off x="1809750" y="2110394"/>
            <a:ext cx="2457450" cy="2628900"/>
          </a:xfrm>
          <a:solidFill>
            <a:schemeClr val="bg1"/>
          </a:solidFill>
        </p:spPr>
        <p:txBody>
          <a:bodyPr lIns="274320" tIns="274320" rIns="274320" bIns="274320" anchor="t">
            <a:normAutofit/>
          </a:bodyPr>
          <a:lstStyle>
            <a:lvl1pPr marL="0" indent="0" algn="l">
              <a:buNone/>
              <a:defRPr sz="1200"/>
            </a:lvl1pPr>
          </a:lstStyle>
          <a:p>
            <a:r>
              <a:rPr lang="en-US"/>
              <a:t>Click on the picture icon to add a full bleed image to this card or delete this placeholder to add other types of content.</a:t>
            </a:r>
          </a:p>
        </p:txBody>
      </p:sp>
    </p:spTree>
    <p:extLst>
      <p:ext uri="{BB962C8B-B14F-4D97-AF65-F5344CB8AC3E}">
        <p14:creationId xmlns:p14="http://schemas.microsoft.com/office/powerpoint/2010/main" val="367901154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3276">
          <p15:clr>
            <a:srgbClr val="5ACBF0"/>
          </p15:clr>
        </p15:guide>
        <p15:guide id="2" orient="horz" pos="1188">
          <p15:clr>
            <a:srgbClr val="9FCC3B"/>
          </p15:clr>
        </p15:guide>
        <p15:guide id="3" orient="horz" pos="1476">
          <p15:clr>
            <a:srgbClr val="5ACBF0"/>
          </p15:clr>
        </p15:guide>
        <p15:guide id="4" orient="horz" pos="3888">
          <p15:clr>
            <a:srgbClr val="5ACBF0"/>
          </p15:clr>
        </p15:guide>
        <p15:guide id="5" pos="7152">
          <p15:clr>
            <a:srgbClr val="5ACBF0"/>
          </p15:clr>
        </p15:guide>
        <p15:guide id="6" pos="1140">
          <p15:clr>
            <a:srgbClr val="FBAE40"/>
          </p15:clr>
        </p15:guide>
        <p15:guide id="7" pos="2688">
          <p15:clr>
            <a:srgbClr val="FBAE40"/>
          </p15:clr>
        </p15:guide>
        <p15:guide id="8" orient="horz" pos="2988">
          <p15:clr>
            <a:srgbClr val="FBAE40"/>
          </p15:clr>
        </p15:guide>
        <p15:guide id="9" orient="horz" pos="3420">
          <p15:clr>
            <a:srgbClr val="FBAE40"/>
          </p15:clr>
        </p15:guide>
        <p15:guide id="10" orient="horz" pos="1332">
          <p15:clr>
            <a:srgbClr val="FBAE40"/>
          </p15:clr>
        </p15:guide>
        <p15:guide id="11" pos="1320">
          <p15:clr>
            <a:srgbClr val="5ACBF0"/>
          </p15:clr>
        </p15:guide>
        <p15:guide id="12" pos="2508">
          <p15:clr>
            <a:srgbClr val="5ACBF0"/>
          </p15:clr>
        </p15:guide>
        <p15:guide id="13" orient="horz" pos="3096">
          <p15:clr>
            <a:srgbClr val="5ACBF0"/>
          </p15:clr>
        </p15:guide>
        <p15:guide id="14" orient="horz" pos="842">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IG Idea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DC042C5-C03D-7319-FB15-757960565E21}"/>
              </a:ext>
            </a:extLst>
          </p:cNvPr>
          <p:cNvSpPr>
            <a:spLocks noGrp="1"/>
          </p:cNvSpPr>
          <p:nvPr>
            <p:ph type="pic" sz="quarter" idx="17" hasCustomPrompt="1"/>
          </p:nvPr>
        </p:nvSpPr>
        <p:spPr>
          <a:xfrm>
            <a:off x="723900" y="514350"/>
            <a:ext cx="10629900" cy="5657850"/>
          </a:xfrm>
          <a:effectLst>
            <a:outerShdw blurRad="381000" dist="12700" dir="2700000" sx="101000" sy="101000" algn="tl" rotWithShape="0">
              <a:prstClr val="black">
                <a:alpha val="15000"/>
              </a:prstClr>
            </a:outerShdw>
          </a:effectLst>
        </p:spPr>
        <p:txBody>
          <a:bodyPr anchor="ctr">
            <a:normAutofit/>
          </a:bodyPr>
          <a:lstStyle>
            <a:lvl1pPr marL="0" indent="0" algn="r">
              <a:buNone/>
              <a:defRPr sz="1600"/>
            </a:lvl1pPr>
          </a:lstStyle>
          <a:p>
            <a:r>
              <a:rPr lang="en-US"/>
              <a:t>Click on the picture icon to add</a:t>
            </a:r>
            <a:br>
              <a:rPr lang="en-US"/>
            </a:br>
            <a:r>
              <a:rPr lang="en-US"/>
              <a:t>a full screen image to this slide</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5" name="Title 1">
            <a:extLst>
              <a:ext uri="{FF2B5EF4-FFF2-40B4-BE49-F238E27FC236}">
                <a16:creationId xmlns:a16="http://schemas.microsoft.com/office/drawing/2014/main" id="{02073279-DEEC-1199-A7D7-4F2201C5A4CC}"/>
              </a:ext>
            </a:extLst>
          </p:cNvPr>
          <p:cNvSpPr>
            <a:spLocks noGrp="1"/>
          </p:cNvSpPr>
          <p:nvPr>
            <p:ph type="ctrTitle" hasCustomPrompt="1"/>
          </p:nvPr>
        </p:nvSpPr>
        <p:spPr>
          <a:xfrm>
            <a:off x="1166004" y="2686050"/>
            <a:ext cx="6286372" cy="1329595"/>
          </a:xfrm>
        </p:spPr>
        <p:txBody>
          <a:bodyPr wrap="square" lIns="0" tIns="0" rIns="0" bIns="0" anchor="b">
            <a:spAutoFit/>
          </a:bodyPr>
          <a:lstStyle>
            <a:lvl1pPr algn="l">
              <a:lnSpc>
                <a:spcPct val="80000"/>
              </a:lnSpc>
              <a:defRPr sz="5400"/>
            </a:lvl1pPr>
          </a:lstStyle>
          <a:p>
            <a:r>
              <a:rPr lang="en-US"/>
              <a:t>What’s your deck’s BIG idea?</a:t>
            </a:r>
          </a:p>
        </p:txBody>
      </p:sp>
      <p:sp>
        <p:nvSpPr>
          <p:cNvPr id="14" name="Subtitle 2">
            <a:extLst>
              <a:ext uri="{FF2B5EF4-FFF2-40B4-BE49-F238E27FC236}">
                <a16:creationId xmlns:a16="http://schemas.microsoft.com/office/drawing/2014/main" id="{70F2B796-1A13-3DA4-6B55-7378DB372589}"/>
              </a:ext>
            </a:extLst>
          </p:cNvPr>
          <p:cNvSpPr>
            <a:spLocks noGrp="1"/>
          </p:cNvSpPr>
          <p:nvPr>
            <p:ph type="subTitle" idx="1" hasCustomPrompt="1"/>
          </p:nvPr>
        </p:nvSpPr>
        <p:spPr>
          <a:xfrm>
            <a:off x="1157831" y="4092886"/>
            <a:ext cx="6309769" cy="276999"/>
          </a:xfrm>
        </p:spPr>
        <p:txBody>
          <a:bodyPr lIns="0" tIns="0" rIns="0" bIns="0">
            <a:spAutoFit/>
          </a:bodyPr>
          <a:lstStyle>
            <a:lvl1pPr marL="0" indent="0" algn="l">
              <a:buNone/>
              <a:defRPr sz="1800" b="0" i="0">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Subtext for your big idea.</a:t>
            </a:r>
          </a:p>
        </p:txBody>
      </p:sp>
    </p:spTree>
    <p:extLst>
      <p:ext uri="{BB962C8B-B14F-4D97-AF65-F5344CB8AC3E}">
        <p14:creationId xmlns:p14="http://schemas.microsoft.com/office/powerpoint/2010/main" val="379691462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orient="horz" pos="3888">
          <p15:clr>
            <a:srgbClr val="5ACBF0"/>
          </p15:clr>
        </p15:guide>
        <p15:guide id="5" pos="7152">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9141" y="2000250"/>
            <a:ext cx="5033854" cy="4171950"/>
          </a:xfrm>
        </p:spPr>
        <p:txBody>
          <a:bodyPr lIns="0" tIns="0" rIns="0" bIns="0">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0300" y="2000250"/>
            <a:ext cx="5029200" cy="4171950"/>
          </a:xfrm>
        </p:spPr>
        <p:txBody>
          <a:bodyPr lIns="0" tIns="0" rIns="0" bIns="0">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hasCustomPrompt="1"/>
          </p:nvPr>
        </p:nvSpPr>
        <p:spPr>
          <a:xfrm>
            <a:off x="723900" y="1360587"/>
            <a:ext cx="10515600" cy="443198"/>
          </a:xfrm>
        </p:spPr>
        <p:txBody>
          <a:bodyPr>
            <a:spAutoFit/>
          </a:bodyPr>
          <a:lstStyle/>
          <a:p>
            <a:r>
              <a:rPr lang="en-US"/>
              <a:t>A concise, specific, and conversational active headline.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408356986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3624">
          <p15:clr>
            <a:srgbClr val="5ACBF0"/>
          </p15:clr>
        </p15:guide>
        <p15:guide id="6" pos="391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5ACBF0"/>
          </p15:clr>
        </p15:guide>
        <p15:guide id="11" orient="horz" pos="1260">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9" name="Date Placeholder 28">
            <a:extLst>
              <a:ext uri="{FF2B5EF4-FFF2-40B4-BE49-F238E27FC236}">
                <a16:creationId xmlns:a16="http://schemas.microsoft.com/office/drawing/2014/main" id="{ACB144BD-B311-397F-5257-D7D79B2FF924}"/>
              </a:ext>
            </a:extLst>
          </p:cNvPr>
          <p:cNvSpPr>
            <a:spLocks noGrp="1"/>
          </p:cNvSpPr>
          <p:nvPr>
            <p:ph type="dt" sz="half" idx="14"/>
          </p:nvPr>
        </p:nvSpPr>
        <p:spPr/>
        <p:txBody>
          <a:bodyPr/>
          <a:lstStyle/>
          <a:p>
            <a:r>
              <a:rPr lang="en-US"/>
              <a:t>Microsoft confidential</a:t>
            </a:r>
          </a:p>
        </p:txBody>
      </p:sp>
      <p:sp>
        <p:nvSpPr>
          <p:cNvPr id="30" name="Footer Placeholder 29">
            <a:extLst>
              <a:ext uri="{FF2B5EF4-FFF2-40B4-BE49-F238E27FC236}">
                <a16:creationId xmlns:a16="http://schemas.microsoft.com/office/drawing/2014/main" id="{1E95153C-9A7D-A36C-A8F7-C42DFF755FE9}"/>
              </a:ext>
            </a:extLst>
          </p:cNvPr>
          <p:cNvSpPr>
            <a:spLocks noGrp="1"/>
          </p:cNvSpPr>
          <p:nvPr>
            <p:ph type="ftr" sz="quarter" idx="15"/>
          </p:nvPr>
        </p:nvSpPr>
        <p:spPr/>
        <p:txBody>
          <a:bodyPr/>
          <a:lstStyle/>
          <a:p>
            <a:r>
              <a:rPr lang="en-US"/>
              <a:t>Creating a scalable conversational UX</a:t>
            </a:r>
          </a:p>
        </p:txBody>
      </p:sp>
      <p:sp>
        <p:nvSpPr>
          <p:cNvPr id="31" name="Slide Number Placeholder 30">
            <a:extLst>
              <a:ext uri="{FF2B5EF4-FFF2-40B4-BE49-F238E27FC236}">
                <a16:creationId xmlns:a16="http://schemas.microsoft.com/office/drawing/2014/main" id="{0D9E3049-EBC8-E121-6C9F-10FD7CF3B3DB}"/>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15" name="Title 1">
            <a:extLst>
              <a:ext uri="{FF2B5EF4-FFF2-40B4-BE49-F238E27FC236}">
                <a16:creationId xmlns:a16="http://schemas.microsoft.com/office/drawing/2014/main" id="{8C5F29F9-F3BC-9CA5-E234-C8A45FAAF107}"/>
              </a:ext>
            </a:extLst>
          </p:cNvPr>
          <p:cNvSpPr>
            <a:spLocks noGrp="1"/>
          </p:cNvSpPr>
          <p:nvPr>
            <p:ph type="title" hasCustomPrompt="1"/>
          </p:nvPr>
        </p:nvSpPr>
        <p:spPr>
          <a:xfrm>
            <a:off x="723900" y="1362872"/>
            <a:ext cx="10515600" cy="443198"/>
          </a:xfrm>
        </p:spPr>
        <p:txBody>
          <a:bodyPr>
            <a:spAutoFit/>
          </a:bodyPr>
          <a:lstStyle/>
          <a:p>
            <a:r>
              <a:rPr lang="en-US"/>
              <a:t>A concise, specific, and conversational active headline.</a:t>
            </a:r>
          </a:p>
        </p:txBody>
      </p:sp>
      <p:sp>
        <p:nvSpPr>
          <p:cNvPr id="16" name="Text Placeholder 14">
            <a:extLst>
              <a:ext uri="{FF2B5EF4-FFF2-40B4-BE49-F238E27FC236}">
                <a16:creationId xmlns:a16="http://schemas.microsoft.com/office/drawing/2014/main" id="{B94F11F1-91FB-4498-1650-050D57F72529}"/>
              </a:ext>
            </a:extLst>
          </p:cNvPr>
          <p:cNvSpPr>
            <a:spLocks noGrp="1"/>
          </p:cNvSpPr>
          <p:nvPr>
            <p:ph type="body" sz="quarter" idx="13" hasCustomPrompt="1"/>
          </p:nvPr>
        </p:nvSpPr>
        <p:spPr>
          <a:xfrm>
            <a:off x="723899" y="523101"/>
            <a:ext cx="10515599"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7" name="Text Placeholder 2">
            <a:extLst>
              <a:ext uri="{FF2B5EF4-FFF2-40B4-BE49-F238E27FC236}">
                <a16:creationId xmlns:a16="http://schemas.microsoft.com/office/drawing/2014/main" id="{DDC8933F-2ED5-F093-4DBD-EE128831F86B}"/>
              </a:ext>
            </a:extLst>
          </p:cNvPr>
          <p:cNvSpPr>
            <a:spLocks noGrp="1"/>
          </p:cNvSpPr>
          <p:nvPr>
            <p:ph type="body" idx="1"/>
          </p:nvPr>
        </p:nvSpPr>
        <p:spPr>
          <a:xfrm>
            <a:off x="731838" y="2263972"/>
            <a:ext cx="5021262" cy="307777"/>
          </a:xfrm>
        </p:spPr>
        <p:txBody>
          <a:bodyPr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E183D49-0B79-9D2F-E1C0-FAC3AE55F2B1}"/>
              </a:ext>
            </a:extLst>
          </p:cNvPr>
          <p:cNvSpPr>
            <a:spLocks noGrp="1"/>
          </p:cNvSpPr>
          <p:nvPr>
            <p:ph sz="half" idx="2"/>
          </p:nvPr>
        </p:nvSpPr>
        <p:spPr>
          <a:xfrm>
            <a:off x="723899" y="2628900"/>
            <a:ext cx="5029201"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F8981CC-D75B-97B1-238C-24F75D65E793}"/>
              </a:ext>
            </a:extLst>
          </p:cNvPr>
          <p:cNvSpPr>
            <a:spLocks noGrp="1"/>
          </p:cNvSpPr>
          <p:nvPr>
            <p:ph type="body" sz="quarter" idx="3"/>
          </p:nvPr>
        </p:nvSpPr>
        <p:spPr>
          <a:xfrm>
            <a:off x="6210299" y="2263972"/>
            <a:ext cx="5029201" cy="307777"/>
          </a:xfrm>
        </p:spPr>
        <p:txBody>
          <a:bodyPr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5">
            <a:extLst>
              <a:ext uri="{FF2B5EF4-FFF2-40B4-BE49-F238E27FC236}">
                <a16:creationId xmlns:a16="http://schemas.microsoft.com/office/drawing/2014/main" id="{305A6076-8ECA-B2DD-0C98-81433662E9CE}"/>
              </a:ext>
            </a:extLst>
          </p:cNvPr>
          <p:cNvSpPr>
            <a:spLocks noGrp="1"/>
          </p:cNvSpPr>
          <p:nvPr>
            <p:ph sz="quarter" idx="4"/>
          </p:nvPr>
        </p:nvSpPr>
        <p:spPr>
          <a:xfrm>
            <a:off x="6210299" y="2628900"/>
            <a:ext cx="5029201"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277584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912">
          <p15:clr>
            <a:srgbClr val="5ACBF0"/>
          </p15:clr>
        </p15:guide>
        <p15:guide id="2" pos="3624">
          <p15:clr>
            <a:srgbClr val="5ACBF0"/>
          </p15:clr>
        </p15:guide>
        <p15:guide id="3" orient="horz" pos="468">
          <p15:clr>
            <a:srgbClr val="9FCC3B"/>
          </p15:clr>
        </p15:guide>
        <p15:guide id="4" orient="horz" pos="1080">
          <p15:clr>
            <a:srgbClr val="9FCC3B"/>
          </p15:clr>
        </p15:guide>
        <p15:guide id="5" orient="horz" pos="1656">
          <p15:clr>
            <a:srgbClr val="5ACBF0"/>
          </p15:clr>
        </p15:guide>
        <p15:guide id="6" orient="horz" pos="1584">
          <p15:clr>
            <a:srgbClr val="9FCC3B"/>
          </p15:clr>
        </p15:guide>
        <p15:guide id="7" orient="horz" pos="3888">
          <p15:clr>
            <a:srgbClr val="5ACBF0"/>
          </p15:clr>
        </p15:guide>
        <p15:guide id="8" pos="7080">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wo Captions">
    <p:spTree>
      <p:nvGrpSpPr>
        <p:cNvPr id="1" name=""/>
        <p:cNvGrpSpPr/>
        <p:nvPr/>
      </p:nvGrpSpPr>
      <p:grpSpPr>
        <a:xfrm>
          <a:off x="0" y="0"/>
          <a:ext cx="0" cy="0"/>
          <a:chOff x="0" y="0"/>
          <a:chExt cx="0" cy="0"/>
        </a:xfrm>
      </p:grpSpPr>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hasCustomPrompt="1"/>
          </p:nvPr>
        </p:nvSpPr>
        <p:spPr>
          <a:xfrm>
            <a:off x="723900" y="1360587"/>
            <a:ext cx="10515600" cy="443198"/>
          </a:xfrm>
        </p:spPr>
        <p:txBody>
          <a:bodyPr>
            <a:spAutoFit/>
          </a:bodyPr>
          <a:lstStyle/>
          <a:p>
            <a:r>
              <a:rPr lang="en-US"/>
              <a:t>A concise, specific, and conversational active headline.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15">
            <a:extLst>
              <a:ext uri="{FF2B5EF4-FFF2-40B4-BE49-F238E27FC236}">
                <a16:creationId xmlns:a16="http://schemas.microsoft.com/office/drawing/2014/main" id="{749DC33A-CC98-8AF6-1B94-CD9B0C218428}"/>
              </a:ext>
            </a:extLst>
          </p:cNvPr>
          <p:cNvSpPr>
            <a:spLocks noGrp="1"/>
          </p:cNvSpPr>
          <p:nvPr>
            <p:ph type="body" sz="quarter" idx="17" hasCustomPrompt="1"/>
          </p:nvPr>
        </p:nvSpPr>
        <p:spPr>
          <a:xfrm>
            <a:off x="3581400" y="2057400"/>
            <a:ext cx="2171700" cy="443198"/>
          </a:xfrm>
        </p:spPr>
        <p:txBody>
          <a:bodyPr wrap="square" anchor="b">
            <a:spAutoFit/>
          </a:bodyPr>
          <a:lstStyle>
            <a:lvl1pPr marL="0" indent="0">
              <a:lnSpc>
                <a:spcPct val="90000"/>
              </a:lnSpc>
              <a:buNone/>
              <a:defRPr sz="1600">
                <a:latin typeface="+mj-lt"/>
              </a:defRPr>
            </a:lvl1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lang="en-US" err="1"/>
              <a:t>Fusce</a:t>
            </a:r>
            <a:r>
              <a:rPr lang="en-US"/>
              <a:t> </a:t>
            </a:r>
            <a:r>
              <a:rPr lang="en-US" err="1"/>
              <a:t>dapibus</a:t>
            </a:r>
            <a:r>
              <a:rPr lang="en-US"/>
              <a:t>, </a:t>
            </a:r>
            <a:r>
              <a:rPr lang="en-US" err="1"/>
              <a:t>tellus</a:t>
            </a:r>
            <a:r>
              <a:rPr lang="en-US"/>
              <a:t> ac. </a:t>
            </a:r>
            <a:r>
              <a:rPr lang="en-US" err="1"/>
              <a:t>Fusce</a:t>
            </a:r>
            <a:r>
              <a:rPr lang="en-US"/>
              <a:t> </a:t>
            </a:r>
            <a:r>
              <a:rPr lang="en-US" err="1"/>
              <a:t>dapibus</a:t>
            </a:r>
            <a:r>
              <a:rPr lang="en-US"/>
              <a:t>.</a:t>
            </a:r>
          </a:p>
        </p:txBody>
      </p:sp>
      <p:sp>
        <p:nvSpPr>
          <p:cNvPr id="5" name="Text Placeholder 18">
            <a:extLst>
              <a:ext uri="{FF2B5EF4-FFF2-40B4-BE49-F238E27FC236}">
                <a16:creationId xmlns:a16="http://schemas.microsoft.com/office/drawing/2014/main" id="{B2FD01F5-8374-7E81-EC59-8FAC30A332EA}"/>
              </a:ext>
            </a:extLst>
          </p:cNvPr>
          <p:cNvSpPr>
            <a:spLocks noGrp="1"/>
          </p:cNvSpPr>
          <p:nvPr>
            <p:ph type="body" sz="quarter" idx="29" hasCustomPrompt="1"/>
          </p:nvPr>
        </p:nvSpPr>
        <p:spPr>
          <a:xfrm>
            <a:off x="3581399" y="2628900"/>
            <a:ext cx="2171701" cy="3543300"/>
          </a:xfrm>
        </p:spPr>
        <p:txBody>
          <a:bodyPr>
            <a:noAutofit/>
          </a:bodyPr>
          <a:lstStyle>
            <a:lvl1pPr marL="0" indent="0">
              <a:buNone/>
              <a:defRPr sz="1100"/>
            </a:lvl1pPr>
            <a:lvl2pPr>
              <a:defRPr sz="1000"/>
            </a:lvl2pPr>
            <a:lvl3pPr>
              <a:defRPr sz="900"/>
            </a:lvl3pPr>
            <a:lvl4pPr>
              <a:defRPr sz="800"/>
            </a:lvl4pPr>
            <a:lvl5pPr>
              <a:defRPr sz="800"/>
            </a:lvl5pPr>
          </a:lstStyle>
          <a:p>
            <a:pPr lvl="0"/>
            <a:r>
              <a:rPr lang="en-US"/>
              <a:t>Click to edit Master text styles.</a:t>
            </a:r>
          </a:p>
        </p:txBody>
      </p:sp>
      <p:sp>
        <p:nvSpPr>
          <p:cNvPr id="6" name="Picture Placeholder 20">
            <a:extLst>
              <a:ext uri="{FF2B5EF4-FFF2-40B4-BE49-F238E27FC236}">
                <a16:creationId xmlns:a16="http://schemas.microsoft.com/office/drawing/2014/main" id="{04AA1C4F-9500-BA96-93C9-FE0F12177472}"/>
              </a:ext>
            </a:extLst>
          </p:cNvPr>
          <p:cNvSpPr>
            <a:spLocks noGrp="1"/>
          </p:cNvSpPr>
          <p:nvPr>
            <p:ph type="pic" sz="quarter" idx="30" hasCustomPrompt="1"/>
          </p:nvPr>
        </p:nvSpPr>
        <p:spPr>
          <a:xfrm>
            <a:off x="723898" y="2057400"/>
            <a:ext cx="2628902" cy="4114800"/>
          </a:xfrm>
          <a:effectLst>
            <a:outerShdw blurRad="254000" dist="12700" dir="2700000" sx="101000" sy="101000" algn="tl" rotWithShape="0">
              <a:prstClr val="black">
                <a:alpha val="15000"/>
              </a:prstClr>
            </a:outerShdw>
          </a:effectLst>
        </p:spPr>
        <p:txBody>
          <a:bodyPr>
            <a:normAutofit/>
          </a:bodyPr>
          <a:lstStyle>
            <a:lvl1pPr marL="0" indent="0">
              <a:buNone/>
              <a:defRPr sz="1800"/>
            </a:lvl1pPr>
          </a:lstStyle>
          <a:p>
            <a:r>
              <a:rPr lang="en-US"/>
              <a:t>Insert picture</a:t>
            </a:r>
          </a:p>
        </p:txBody>
      </p:sp>
      <p:sp>
        <p:nvSpPr>
          <p:cNvPr id="7" name="Picture Placeholder 20">
            <a:extLst>
              <a:ext uri="{FF2B5EF4-FFF2-40B4-BE49-F238E27FC236}">
                <a16:creationId xmlns:a16="http://schemas.microsoft.com/office/drawing/2014/main" id="{B3265FC9-214E-D501-61ED-DC948EE6A78F}"/>
              </a:ext>
            </a:extLst>
          </p:cNvPr>
          <p:cNvSpPr>
            <a:spLocks noGrp="1"/>
          </p:cNvSpPr>
          <p:nvPr>
            <p:ph type="pic" sz="quarter" idx="33" hasCustomPrompt="1"/>
          </p:nvPr>
        </p:nvSpPr>
        <p:spPr>
          <a:xfrm>
            <a:off x="6210300" y="2057400"/>
            <a:ext cx="2628902" cy="4114800"/>
          </a:xfrm>
          <a:effectLst>
            <a:outerShdw blurRad="254000" dist="12700" dir="2700000" sx="101000" sy="101000" algn="tl" rotWithShape="0">
              <a:prstClr val="black">
                <a:alpha val="15000"/>
              </a:prstClr>
            </a:outerShdw>
          </a:effectLst>
        </p:spPr>
        <p:txBody>
          <a:bodyPr>
            <a:normAutofit/>
          </a:bodyPr>
          <a:lstStyle>
            <a:lvl1pPr marL="0" indent="0">
              <a:buNone/>
              <a:defRPr sz="1800"/>
            </a:lvl1pPr>
          </a:lstStyle>
          <a:p>
            <a:r>
              <a:rPr lang="en-US"/>
              <a:t>Insert picture</a:t>
            </a:r>
          </a:p>
        </p:txBody>
      </p:sp>
      <p:sp>
        <p:nvSpPr>
          <p:cNvPr id="8" name="Text Placeholder 15">
            <a:extLst>
              <a:ext uri="{FF2B5EF4-FFF2-40B4-BE49-F238E27FC236}">
                <a16:creationId xmlns:a16="http://schemas.microsoft.com/office/drawing/2014/main" id="{28C46A4C-995C-B779-F01B-A9B3B1B47E58}"/>
              </a:ext>
            </a:extLst>
          </p:cNvPr>
          <p:cNvSpPr>
            <a:spLocks noGrp="1"/>
          </p:cNvSpPr>
          <p:nvPr>
            <p:ph type="body" sz="quarter" idx="34" hasCustomPrompt="1"/>
          </p:nvPr>
        </p:nvSpPr>
        <p:spPr>
          <a:xfrm>
            <a:off x="9067800" y="2057400"/>
            <a:ext cx="2171700" cy="443198"/>
          </a:xfrm>
        </p:spPr>
        <p:txBody>
          <a:bodyPr wrap="square" anchor="b">
            <a:spAutoFit/>
          </a:bodyPr>
          <a:lstStyle>
            <a:lvl1pPr marL="0" indent="0">
              <a:lnSpc>
                <a:spcPct val="90000"/>
              </a:lnSpc>
              <a:buNone/>
              <a:defRPr sz="1600">
                <a:latin typeface="+mj-lt"/>
              </a:defRPr>
            </a:lvl1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lang="en-US" err="1"/>
              <a:t>Fusce</a:t>
            </a:r>
            <a:r>
              <a:rPr lang="en-US"/>
              <a:t> </a:t>
            </a:r>
            <a:r>
              <a:rPr lang="en-US" err="1"/>
              <a:t>dapibus</a:t>
            </a:r>
            <a:r>
              <a:rPr lang="en-US"/>
              <a:t>, </a:t>
            </a:r>
            <a:r>
              <a:rPr lang="en-US" err="1"/>
              <a:t>tellus</a:t>
            </a:r>
            <a:r>
              <a:rPr lang="en-US"/>
              <a:t> ac. </a:t>
            </a:r>
            <a:r>
              <a:rPr lang="en-US" err="1"/>
              <a:t>Fusce</a:t>
            </a:r>
            <a:r>
              <a:rPr lang="en-US"/>
              <a:t> </a:t>
            </a:r>
            <a:r>
              <a:rPr lang="en-US" err="1"/>
              <a:t>dapibus</a:t>
            </a:r>
            <a:r>
              <a:rPr lang="en-US"/>
              <a:t>.</a:t>
            </a:r>
          </a:p>
        </p:txBody>
      </p:sp>
      <p:sp>
        <p:nvSpPr>
          <p:cNvPr id="9" name="Text Placeholder 18">
            <a:extLst>
              <a:ext uri="{FF2B5EF4-FFF2-40B4-BE49-F238E27FC236}">
                <a16:creationId xmlns:a16="http://schemas.microsoft.com/office/drawing/2014/main" id="{1C48D4F0-8439-3D25-ADCD-08DCD1E2AAC2}"/>
              </a:ext>
            </a:extLst>
          </p:cNvPr>
          <p:cNvSpPr>
            <a:spLocks noGrp="1"/>
          </p:cNvSpPr>
          <p:nvPr>
            <p:ph type="body" sz="quarter" idx="35" hasCustomPrompt="1"/>
          </p:nvPr>
        </p:nvSpPr>
        <p:spPr>
          <a:xfrm>
            <a:off x="9067799" y="2628900"/>
            <a:ext cx="2171701" cy="3543300"/>
          </a:xfrm>
        </p:spPr>
        <p:txBody>
          <a:bodyPr>
            <a:noAutofit/>
          </a:bodyPr>
          <a:lstStyle>
            <a:lvl1pPr marL="0" indent="0">
              <a:buNone/>
              <a:defRPr sz="1100"/>
            </a:lvl1pPr>
            <a:lvl2pPr>
              <a:defRPr sz="1000"/>
            </a:lvl2pPr>
            <a:lvl3pPr>
              <a:defRPr sz="9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20468498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3624">
          <p15:clr>
            <a:srgbClr val="5ACBF0"/>
          </p15:clr>
        </p15:guide>
        <p15:guide id="6" pos="391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5ACBF0"/>
          </p15:clr>
        </p15:guide>
        <p15:guide id="11" orient="horz" pos="1296">
          <p15:clr>
            <a:srgbClr val="5ACBF0"/>
          </p15:clr>
        </p15:guide>
        <p15:guide id="12" orient="horz" pos="1656">
          <p15:clr>
            <a:srgbClr val="5ACBF0"/>
          </p15:clr>
        </p15:guide>
        <p15:guide id="13" orient="horz" pos="1548">
          <p15:clr>
            <a:srgbClr val="9FCC3B"/>
          </p15:clr>
        </p15:guide>
        <p15:guide id="14" pos="2112">
          <p15:clr>
            <a:srgbClr val="5ACBF0"/>
          </p15:clr>
        </p15:guide>
        <p15:guide id="15" pos="2256">
          <p15:clr>
            <a:srgbClr val="5ACBF0"/>
          </p15:clr>
        </p15:guide>
        <p15:guide id="16" pos="5568">
          <p15:clr>
            <a:srgbClr val="5ACBF0"/>
          </p15:clr>
        </p15:guide>
        <p15:guide id="17" pos="5712">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ards">
    <p:spTree>
      <p:nvGrpSpPr>
        <p:cNvPr id="1" name=""/>
        <p:cNvGrpSpPr/>
        <p:nvPr/>
      </p:nvGrpSpPr>
      <p:grpSpPr>
        <a:xfrm>
          <a:off x="0" y="0"/>
          <a:ext cx="0" cy="0"/>
          <a:chOff x="0" y="0"/>
          <a:chExt cx="0" cy="0"/>
        </a:xfrm>
      </p:grpSpPr>
      <p:sp>
        <p:nvSpPr>
          <p:cNvPr id="87" name="Text Placeholder 86">
            <a:extLst>
              <a:ext uri="{FF2B5EF4-FFF2-40B4-BE49-F238E27FC236}">
                <a16:creationId xmlns:a16="http://schemas.microsoft.com/office/drawing/2014/main" id="{FB5E43A3-7FDE-667A-33B7-FCD20462F79B}"/>
              </a:ext>
            </a:extLst>
          </p:cNvPr>
          <p:cNvSpPr>
            <a:spLocks noGrp="1"/>
          </p:cNvSpPr>
          <p:nvPr>
            <p:ph type="body" sz="quarter" idx="50" hasCustomPrompt="1"/>
          </p:nvPr>
        </p:nvSpPr>
        <p:spPr>
          <a:xfrm>
            <a:off x="723900" y="2052008"/>
            <a:ext cx="5029200" cy="4114800"/>
          </a:xfrm>
          <a:custGeom>
            <a:avLst/>
            <a:gdLst>
              <a:gd name="connsiteX0" fmla="*/ 93488 w 5029200"/>
              <a:gd name="connsiteY0" fmla="*/ 0 h 4114800"/>
              <a:gd name="connsiteX1" fmla="*/ 4935712 w 5029200"/>
              <a:gd name="connsiteY1" fmla="*/ 0 h 4114800"/>
              <a:gd name="connsiteX2" fmla="*/ 5029200 w 5029200"/>
              <a:gd name="connsiteY2" fmla="*/ 93488 h 4114800"/>
              <a:gd name="connsiteX3" fmla="*/ 5029200 w 5029200"/>
              <a:gd name="connsiteY3" fmla="*/ 4021312 h 4114800"/>
              <a:gd name="connsiteX4" fmla="*/ 4935712 w 5029200"/>
              <a:gd name="connsiteY4" fmla="*/ 4114800 h 4114800"/>
              <a:gd name="connsiteX5" fmla="*/ 93488 w 5029200"/>
              <a:gd name="connsiteY5" fmla="*/ 4114800 h 4114800"/>
              <a:gd name="connsiteX6" fmla="*/ 0 w 5029200"/>
              <a:gd name="connsiteY6" fmla="*/ 4021312 h 4114800"/>
              <a:gd name="connsiteX7" fmla="*/ 0 w 5029200"/>
              <a:gd name="connsiteY7" fmla="*/ 93488 h 4114800"/>
              <a:gd name="connsiteX8" fmla="*/ 93488 w 5029200"/>
              <a:gd name="connsiteY8" fmla="*/ 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9200" h="4114800">
                <a:moveTo>
                  <a:pt x="93488" y="0"/>
                </a:moveTo>
                <a:lnTo>
                  <a:pt x="4935712" y="0"/>
                </a:lnTo>
                <a:cubicBezTo>
                  <a:pt x="4987344" y="0"/>
                  <a:pt x="5029200" y="41856"/>
                  <a:pt x="5029200" y="93488"/>
                </a:cubicBezTo>
                <a:lnTo>
                  <a:pt x="5029200" y="4021312"/>
                </a:lnTo>
                <a:cubicBezTo>
                  <a:pt x="5029200" y="4072944"/>
                  <a:pt x="4987344" y="4114800"/>
                  <a:pt x="4935712" y="4114800"/>
                </a:cubicBezTo>
                <a:lnTo>
                  <a:pt x="93488" y="4114800"/>
                </a:lnTo>
                <a:cubicBezTo>
                  <a:pt x="41856" y="4114800"/>
                  <a:pt x="0" y="4072944"/>
                  <a:pt x="0" y="4021312"/>
                </a:cubicBezTo>
                <a:lnTo>
                  <a:pt x="0" y="93488"/>
                </a:lnTo>
                <a:cubicBezTo>
                  <a:pt x="0" y="41856"/>
                  <a:pt x="41856" y="0"/>
                  <a:pt x="93488"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234440" rIns="274320" bIns="1005840" anchor="t" anchorCtr="0">
            <a:noAutofit/>
          </a:bodyPr>
          <a:lstStyle>
            <a:lvl1pPr marL="0" indent="0">
              <a:buNone/>
              <a:defRPr sz="1400"/>
            </a:lvl1pPr>
            <a:lvl2pPr>
              <a:defRPr sz="1400"/>
            </a:lvl2pPr>
            <a:lvl3pPr>
              <a:defRPr sz="1200"/>
            </a:lvl3pPr>
            <a:lvl4pPr>
              <a:defRPr sz="1100"/>
            </a:lvl4pPr>
            <a:lvl5pPr>
              <a:defRPr sz="1100"/>
            </a:lvl5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tortor</a:t>
            </a:r>
            <a:r>
              <a:rPr lang="en-US"/>
              <a:t> </a:t>
            </a:r>
            <a:r>
              <a:rPr lang="en-US" err="1"/>
              <a:t>mauris</a:t>
            </a:r>
            <a:r>
              <a:rPr lang="en-US"/>
              <a:t> </a:t>
            </a:r>
            <a:r>
              <a:rPr lang="en-US" err="1"/>
              <a:t>condimentum</a:t>
            </a:r>
            <a:r>
              <a:rPr lang="en-US"/>
              <a:t> </a:t>
            </a:r>
            <a:r>
              <a:rPr lang="en-US" err="1"/>
              <a:t>nibh</a:t>
            </a:r>
            <a:r>
              <a:rPr lang="en-US"/>
              <a:t>, </a:t>
            </a:r>
            <a:r>
              <a:rPr lang="en-US" err="1"/>
              <a:t>ut</a:t>
            </a:r>
            <a:r>
              <a:rPr lang="en-US"/>
              <a:t> fermentum </a:t>
            </a:r>
            <a:r>
              <a:rPr lang="en-US" err="1"/>
              <a:t>massa</a:t>
            </a:r>
            <a:r>
              <a:rPr lang="en-US"/>
              <a:t> </a:t>
            </a:r>
            <a:r>
              <a:rPr lang="en-US" err="1"/>
              <a:t>justo</a:t>
            </a:r>
            <a:r>
              <a:rPr lang="en-US"/>
              <a:t> sit </a:t>
            </a:r>
            <a:r>
              <a:rPr lang="en-US" err="1"/>
              <a:t>amet</a:t>
            </a:r>
            <a:r>
              <a:rPr lang="en-US"/>
              <a:t> </a:t>
            </a:r>
            <a:r>
              <a:rPr lang="en-US" err="1"/>
              <a:t>risus</a:t>
            </a:r>
            <a:r>
              <a:rPr lang="en-US"/>
              <a:t>. </a:t>
            </a:r>
            <a:r>
              <a:rPr lang="en-US" err="1"/>
              <a:t>Curabitur</a:t>
            </a:r>
            <a:r>
              <a:rPr lang="en-US"/>
              <a:t> </a:t>
            </a:r>
            <a:r>
              <a:rPr lang="en-US" err="1"/>
              <a:t>blandit</a:t>
            </a:r>
            <a:r>
              <a:rPr lang="en-US"/>
              <a:t> tempus </a:t>
            </a:r>
            <a:r>
              <a:rPr lang="en-US" err="1"/>
              <a:t>porttitor</a:t>
            </a:r>
            <a:r>
              <a:rPr lang="en-US"/>
              <a:t>.</a:t>
            </a:r>
          </a:p>
        </p:txBody>
      </p:sp>
      <p:sp>
        <p:nvSpPr>
          <p:cNvPr id="77" name="Text Placeholder 76">
            <a:extLst>
              <a:ext uri="{FF2B5EF4-FFF2-40B4-BE49-F238E27FC236}">
                <a16:creationId xmlns:a16="http://schemas.microsoft.com/office/drawing/2014/main" id="{4FA11D01-0144-5B7A-F9DE-8903B90D3B5D}"/>
              </a:ext>
            </a:extLst>
          </p:cNvPr>
          <p:cNvSpPr>
            <a:spLocks noGrp="1"/>
          </p:cNvSpPr>
          <p:nvPr>
            <p:ph type="body" sz="quarter" idx="49" hasCustomPrompt="1"/>
          </p:nvPr>
        </p:nvSpPr>
        <p:spPr>
          <a:xfrm>
            <a:off x="6210300" y="2057400"/>
            <a:ext cx="5029200" cy="4114800"/>
          </a:xfrm>
          <a:custGeom>
            <a:avLst/>
            <a:gdLst>
              <a:gd name="connsiteX0" fmla="*/ 93488 w 5029200"/>
              <a:gd name="connsiteY0" fmla="*/ 0 h 4114800"/>
              <a:gd name="connsiteX1" fmla="*/ 4935712 w 5029200"/>
              <a:gd name="connsiteY1" fmla="*/ 0 h 4114800"/>
              <a:gd name="connsiteX2" fmla="*/ 5029200 w 5029200"/>
              <a:gd name="connsiteY2" fmla="*/ 93488 h 4114800"/>
              <a:gd name="connsiteX3" fmla="*/ 5029200 w 5029200"/>
              <a:gd name="connsiteY3" fmla="*/ 4021312 h 4114800"/>
              <a:gd name="connsiteX4" fmla="*/ 4935712 w 5029200"/>
              <a:gd name="connsiteY4" fmla="*/ 4114800 h 4114800"/>
              <a:gd name="connsiteX5" fmla="*/ 93488 w 5029200"/>
              <a:gd name="connsiteY5" fmla="*/ 4114800 h 4114800"/>
              <a:gd name="connsiteX6" fmla="*/ 0 w 5029200"/>
              <a:gd name="connsiteY6" fmla="*/ 4021312 h 4114800"/>
              <a:gd name="connsiteX7" fmla="*/ 0 w 5029200"/>
              <a:gd name="connsiteY7" fmla="*/ 93488 h 4114800"/>
              <a:gd name="connsiteX8" fmla="*/ 93488 w 5029200"/>
              <a:gd name="connsiteY8" fmla="*/ 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9200" h="4114800">
                <a:moveTo>
                  <a:pt x="93488" y="0"/>
                </a:moveTo>
                <a:lnTo>
                  <a:pt x="4935712" y="0"/>
                </a:lnTo>
                <a:cubicBezTo>
                  <a:pt x="4987344" y="0"/>
                  <a:pt x="5029200" y="41856"/>
                  <a:pt x="5029200" y="93488"/>
                </a:cubicBezTo>
                <a:lnTo>
                  <a:pt x="5029200" y="4021312"/>
                </a:lnTo>
                <a:cubicBezTo>
                  <a:pt x="5029200" y="4072944"/>
                  <a:pt x="4987344" y="4114800"/>
                  <a:pt x="4935712" y="4114800"/>
                </a:cubicBezTo>
                <a:lnTo>
                  <a:pt x="93488" y="4114800"/>
                </a:lnTo>
                <a:cubicBezTo>
                  <a:pt x="41856" y="4114800"/>
                  <a:pt x="0" y="4072944"/>
                  <a:pt x="0" y="4021312"/>
                </a:cubicBezTo>
                <a:lnTo>
                  <a:pt x="0" y="93488"/>
                </a:lnTo>
                <a:cubicBezTo>
                  <a:pt x="0" y="41856"/>
                  <a:pt x="41856" y="0"/>
                  <a:pt x="93488"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234440" rIns="274320" bIns="1005840" anchor="t" anchorCtr="0">
            <a:noAutofit/>
          </a:bodyPr>
          <a:lstStyle>
            <a:lvl1pPr marL="0" indent="0">
              <a:buNone/>
              <a:defRPr sz="1400"/>
            </a:lvl1pPr>
            <a:lvl2pPr>
              <a:defRPr sz="1400"/>
            </a:lvl2pPr>
            <a:lvl3pPr>
              <a:defRPr sz="1200"/>
            </a:lvl3pPr>
            <a:lvl4pPr>
              <a:defRPr sz="1100"/>
            </a:lvl4pPr>
            <a:lvl5pPr>
              <a:defRPr sz="1100"/>
            </a:lvl5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tortor</a:t>
            </a:r>
            <a:r>
              <a:rPr lang="en-US"/>
              <a:t> </a:t>
            </a:r>
            <a:r>
              <a:rPr lang="en-US" err="1"/>
              <a:t>mauris</a:t>
            </a:r>
            <a:r>
              <a:rPr lang="en-US"/>
              <a:t> </a:t>
            </a:r>
            <a:r>
              <a:rPr lang="en-US" err="1"/>
              <a:t>condimentum</a:t>
            </a:r>
            <a:r>
              <a:rPr lang="en-US"/>
              <a:t> </a:t>
            </a:r>
            <a:r>
              <a:rPr lang="en-US" err="1"/>
              <a:t>nibh</a:t>
            </a:r>
            <a:r>
              <a:rPr lang="en-US"/>
              <a:t>, </a:t>
            </a:r>
            <a:r>
              <a:rPr lang="en-US" err="1"/>
              <a:t>ut</a:t>
            </a:r>
            <a:r>
              <a:rPr lang="en-US"/>
              <a:t> fermentum </a:t>
            </a:r>
            <a:r>
              <a:rPr lang="en-US" err="1"/>
              <a:t>massa</a:t>
            </a:r>
            <a:r>
              <a:rPr lang="en-US"/>
              <a:t> </a:t>
            </a:r>
            <a:r>
              <a:rPr lang="en-US" err="1"/>
              <a:t>justo</a:t>
            </a:r>
            <a:r>
              <a:rPr lang="en-US"/>
              <a:t> sit </a:t>
            </a:r>
            <a:r>
              <a:rPr lang="en-US" err="1"/>
              <a:t>amet</a:t>
            </a:r>
            <a:r>
              <a:rPr lang="en-US"/>
              <a:t> </a:t>
            </a:r>
            <a:r>
              <a:rPr lang="en-US" err="1"/>
              <a:t>risus</a:t>
            </a:r>
            <a:r>
              <a:rPr lang="en-US"/>
              <a:t>. </a:t>
            </a:r>
            <a:r>
              <a:rPr lang="en-US" err="1"/>
              <a:t>Curabitur</a:t>
            </a:r>
            <a:r>
              <a:rPr lang="en-US"/>
              <a:t> </a:t>
            </a:r>
            <a:r>
              <a:rPr lang="en-US" err="1"/>
              <a:t>blandit</a:t>
            </a:r>
            <a:r>
              <a:rPr lang="en-US"/>
              <a:t> tempus </a:t>
            </a:r>
            <a:r>
              <a:rPr lang="en-US" err="1"/>
              <a:t>porttitor</a:t>
            </a:r>
            <a:r>
              <a:rPr lang="en-US"/>
              <a:t>.</a:t>
            </a:r>
          </a:p>
        </p:txBody>
      </p:sp>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a:solidFill>
            <a:schemeClr val="bg1"/>
          </a:solidFill>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p:nvPr>
        </p:nvSpPr>
        <p:spPr>
          <a:xfrm>
            <a:off x="723900" y="1360587"/>
            <a:ext cx="10515600" cy="443198"/>
          </a:xfrm>
        </p:spPr>
        <p:txBody>
          <a:bodyPr>
            <a:spAutoFit/>
          </a:bodyPr>
          <a:lstStyle/>
          <a:p>
            <a:r>
              <a:rPr lang="en-US"/>
              <a:t>Click to edit Master title style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98" name="Picture Placeholder 97">
            <a:extLst>
              <a:ext uri="{FF2B5EF4-FFF2-40B4-BE49-F238E27FC236}">
                <a16:creationId xmlns:a16="http://schemas.microsoft.com/office/drawing/2014/main" id="{49E69102-D3E9-E238-FF4A-C7296FA18D72}"/>
              </a:ext>
            </a:extLst>
          </p:cNvPr>
          <p:cNvSpPr>
            <a:spLocks noGrp="1"/>
          </p:cNvSpPr>
          <p:nvPr>
            <p:ph type="pic" sz="quarter" idx="53"/>
          </p:nvPr>
        </p:nvSpPr>
        <p:spPr>
          <a:xfrm>
            <a:off x="723900" y="3028950"/>
            <a:ext cx="5029200" cy="2400300"/>
          </a:xfrm>
        </p:spPr>
        <p:txBody>
          <a:bodyPr/>
          <a:lstStyle/>
          <a:p>
            <a:endParaRPr lang="en-US"/>
          </a:p>
        </p:txBody>
      </p:sp>
      <p:sp>
        <p:nvSpPr>
          <p:cNvPr id="99" name="Picture Placeholder 97">
            <a:extLst>
              <a:ext uri="{FF2B5EF4-FFF2-40B4-BE49-F238E27FC236}">
                <a16:creationId xmlns:a16="http://schemas.microsoft.com/office/drawing/2014/main" id="{2082D512-A13F-8492-CEA0-68B752636E5E}"/>
              </a:ext>
            </a:extLst>
          </p:cNvPr>
          <p:cNvSpPr>
            <a:spLocks noGrp="1"/>
          </p:cNvSpPr>
          <p:nvPr>
            <p:ph type="pic" sz="quarter" idx="54"/>
          </p:nvPr>
        </p:nvSpPr>
        <p:spPr>
          <a:xfrm>
            <a:off x="6210300" y="3028950"/>
            <a:ext cx="5029200" cy="2400300"/>
          </a:xfrm>
        </p:spPr>
        <p:txBody>
          <a:bodyPr/>
          <a:lstStyle/>
          <a:p>
            <a:endParaRPr lang="en-US"/>
          </a:p>
        </p:txBody>
      </p:sp>
      <p:sp>
        <p:nvSpPr>
          <p:cNvPr id="109" name="Text Placeholder 108">
            <a:extLst>
              <a:ext uri="{FF2B5EF4-FFF2-40B4-BE49-F238E27FC236}">
                <a16:creationId xmlns:a16="http://schemas.microsoft.com/office/drawing/2014/main" id="{F1CAE72F-52D6-B3D1-F6C4-EBAD436A942C}"/>
              </a:ext>
            </a:extLst>
          </p:cNvPr>
          <p:cNvSpPr>
            <a:spLocks noGrp="1"/>
          </p:cNvSpPr>
          <p:nvPr>
            <p:ph type="body" sz="quarter" idx="55" hasCustomPrompt="1"/>
          </p:nvPr>
        </p:nvSpPr>
        <p:spPr>
          <a:xfrm>
            <a:off x="6210300" y="2057400"/>
            <a:ext cx="5029200" cy="976942"/>
          </a:xfrm>
          <a:custGeom>
            <a:avLst/>
            <a:gdLst>
              <a:gd name="connsiteX0" fmla="*/ 93488 w 5029200"/>
              <a:gd name="connsiteY0" fmla="*/ 0 h 976942"/>
              <a:gd name="connsiteX1" fmla="*/ 4935712 w 5029200"/>
              <a:gd name="connsiteY1" fmla="*/ 0 h 976942"/>
              <a:gd name="connsiteX2" fmla="*/ 5029200 w 5029200"/>
              <a:gd name="connsiteY2" fmla="*/ 93488 h 976942"/>
              <a:gd name="connsiteX3" fmla="*/ 5029200 w 5029200"/>
              <a:gd name="connsiteY3" fmla="*/ 94007 h 976942"/>
              <a:gd name="connsiteX4" fmla="*/ 5029200 w 5029200"/>
              <a:gd name="connsiteY4" fmla="*/ 276380 h 976942"/>
              <a:gd name="connsiteX5" fmla="*/ 5029200 w 5029200"/>
              <a:gd name="connsiteY5" fmla="*/ 288514 h 976942"/>
              <a:gd name="connsiteX6" fmla="*/ 5029200 w 5029200"/>
              <a:gd name="connsiteY6" fmla="*/ 956867 h 976942"/>
              <a:gd name="connsiteX7" fmla="*/ 5029200 w 5029200"/>
              <a:gd name="connsiteY7" fmla="*/ 971550 h 976942"/>
              <a:gd name="connsiteX8" fmla="*/ 5029200 w 5029200"/>
              <a:gd name="connsiteY8" fmla="*/ 976942 h 976942"/>
              <a:gd name="connsiteX9" fmla="*/ 0 w 5029200"/>
              <a:gd name="connsiteY9" fmla="*/ 976942 h 976942"/>
              <a:gd name="connsiteX10" fmla="*/ 0 w 5029200"/>
              <a:gd name="connsiteY10" fmla="*/ 971550 h 976942"/>
              <a:gd name="connsiteX11" fmla="*/ 0 w 5029200"/>
              <a:gd name="connsiteY11" fmla="*/ 956867 h 976942"/>
              <a:gd name="connsiteX12" fmla="*/ 0 w 5029200"/>
              <a:gd name="connsiteY12" fmla="*/ 296919 h 976942"/>
              <a:gd name="connsiteX13" fmla="*/ 0 w 5029200"/>
              <a:gd name="connsiteY13" fmla="*/ 288514 h 976942"/>
              <a:gd name="connsiteX14" fmla="*/ 0 w 5029200"/>
              <a:gd name="connsiteY14" fmla="*/ 94007 h 976942"/>
              <a:gd name="connsiteX15" fmla="*/ 0 w 5029200"/>
              <a:gd name="connsiteY15" fmla="*/ 93488 h 976942"/>
              <a:gd name="connsiteX16" fmla="*/ 93488 w 5029200"/>
              <a:gd name="connsiteY16" fmla="*/ 0 h 97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29200" h="976942">
                <a:moveTo>
                  <a:pt x="93488" y="0"/>
                </a:moveTo>
                <a:lnTo>
                  <a:pt x="4935712" y="0"/>
                </a:lnTo>
                <a:cubicBezTo>
                  <a:pt x="4987344" y="0"/>
                  <a:pt x="5029200" y="41856"/>
                  <a:pt x="5029200" y="93488"/>
                </a:cubicBezTo>
                <a:lnTo>
                  <a:pt x="5029200" y="94007"/>
                </a:lnTo>
                <a:lnTo>
                  <a:pt x="5029200" y="276380"/>
                </a:lnTo>
                <a:lnTo>
                  <a:pt x="5029200" y="288514"/>
                </a:lnTo>
                <a:lnTo>
                  <a:pt x="5029200" y="956867"/>
                </a:lnTo>
                <a:lnTo>
                  <a:pt x="5029200" y="971550"/>
                </a:lnTo>
                <a:lnTo>
                  <a:pt x="5029200" y="976942"/>
                </a:lnTo>
                <a:lnTo>
                  <a:pt x="0" y="976942"/>
                </a:lnTo>
                <a:lnTo>
                  <a:pt x="0" y="971550"/>
                </a:lnTo>
                <a:lnTo>
                  <a:pt x="0" y="956867"/>
                </a:lnTo>
                <a:lnTo>
                  <a:pt x="0" y="296919"/>
                </a:lnTo>
                <a:lnTo>
                  <a:pt x="0" y="288514"/>
                </a:lnTo>
                <a:lnTo>
                  <a:pt x="0" y="94007"/>
                </a:lnTo>
                <a:lnTo>
                  <a:pt x="0" y="93488"/>
                </a:lnTo>
                <a:cubicBezTo>
                  <a:pt x="0" y="41856"/>
                  <a:pt x="41856" y="0"/>
                  <a:pt x="93488" y="0"/>
                </a:cubicBezTo>
                <a:close/>
              </a:path>
            </a:pathLst>
          </a:custGeom>
          <a:gradFill>
            <a:gsLst>
              <a:gs pos="0">
                <a:srgbClr val="BC2E75"/>
              </a:gs>
              <a:gs pos="100000">
                <a:srgbClr val="B12B6E"/>
              </a:gs>
            </a:gsLst>
            <a:lin ang="4200000" scaled="0"/>
          </a:gradFill>
        </p:spPr>
        <p:txBody>
          <a:bodyPr wrap="square" lIns="274320" tIns="182880" rIns="274320" bIns="182880" anchor="b" anchorCtr="0">
            <a:noAutofit/>
          </a:bodyPr>
          <a:lstStyle>
            <a:lvl1pPr marL="0" indent="0">
              <a:lnSpc>
                <a:spcPct val="100000"/>
              </a:lnSpc>
              <a:buNone/>
              <a:defRPr sz="1800">
                <a:solidFill>
                  <a:schemeClr val="bg2"/>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felis</a:t>
            </a:r>
            <a:r>
              <a:rPr lang="en-US"/>
              <a:t> </a:t>
            </a:r>
            <a:r>
              <a:rPr lang="en-US" err="1"/>
              <a:t>euismod</a:t>
            </a:r>
            <a:r>
              <a:rPr lang="en-US"/>
              <a:t> semper.</a:t>
            </a:r>
          </a:p>
        </p:txBody>
      </p:sp>
      <p:sp>
        <p:nvSpPr>
          <p:cNvPr id="110" name="Text Placeholder 109">
            <a:extLst>
              <a:ext uri="{FF2B5EF4-FFF2-40B4-BE49-F238E27FC236}">
                <a16:creationId xmlns:a16="http://schemas.microsoft.com/office/drawing/2014/main" id="{CE1D0A96-BAA8-D439-5774-8ECCA6101650}"/>
              </a:ext>
            </a:extLst>
          </p:cNvPr>
          <p:cNvSpPr>
            <a:spLocks noGrp="1"/>
          </p:cNvSpPr>
          <p:nvPr>
            <p:ph type="body" sz="quarter" idx="56" hasCustomPrompt="1"/>
          </p:nvPr>
        </p:nvSpPr>
        <p:spPr>
          <a:xfrm>
            <a:off x="723900" y="2052008"/>
            <a:ext cx="5029200" cy="976942"/>
          </a:xfrm>
          <a:custGeom>
            <a:avLst/>
            <a:gdLst>
              <a:gd name="connsiteX0" fmla="*/ 93488 w 5029200"/>
              <a:gd name="connsiteY0" fmla="*/ 0 h 976942"/>
              <a:gd name="connsiteX1" fmla="*/ 4935712 w 5029200"/>
              <a:gd name="connsiteY1" fmla="*/ 0 h 976942"/>
              <a:gd name="connsiteX2" fmla="*/ 5029200 w 5029200"/>
              <a:gd name="connsiteY2" fmla="*/ 93488 h 976942"/>
              <a:gd name="connsiteX3" fmla="*/ 5029200 w 5029200"/>
              <a:gd name="connsiteY3" fmla="*/ 94007 h 976942"/>
              <a:gd name="connsiteX4" fmla="*/ 5029200 w 5029200"/>
              <a:gd name="connsiteY4" fmla="*/ 276380 h 976942"/>
              <a:gd name="connsiteX5" fmla="*/ 5029200 w 5029200"/>
              <a:gd name="connsiteY5" fmla="*/ 288514 h 976942"/>
              <a:gd name="connsiteX6" fmla="*/ 5029200 w 5029200"/>
              <a:gd name="connsiteY6" fmla="*/ 956867 h 976942"/>
              <a:gd name="connsiteX7" fmla="*/ 5029200 w 5029200"/>
              <a:gd name="connsiteY7" fmla="*/ 971550 h 976942"/>
              <a:gd name="connsiteX8" fmla="*/ 5029200 w 5029200"/>
              <a:gd name="connsiteY8" fmla="*/ 976942 h 976942"/>
              <a:gd name="connsiteX9" fmla="*/ 0 w 5029200"/>
              <a:gd name="connsiteY9" fmla="*/ 976942 h 976942"/>
              <a:gd name="connsiteX10" fmla="*/ 0 w 5029200"/>
              <a:gd name="connsiteY10" fmla="*/ 971550 h 976942"/>
              <a:gd name="connsiteX11" fmla="*/ 0 w 5029200"/>
              <a:gd name="connsiteY11" fmla="*/ 956867 h 976942"/>
              <a:gd name="connsiteX12" fmla="*/ 0 w 5029200"/>
              <a:gd name="connsiteY12" fmla="*/ 296919 h 976942"/>
              <a:gd name="connsiteX13" fmla="*/ 0 w 5029200"/>
              <a:gd name="connsiteY13" fmla="*/ 288514 h 976942"/>
              <a:gd name="connsiteX14" fmla="*/ 0 w 5029200"/>
              <a:gd name="connsiteY14" fmla="*/ 94007 h 976942"/>
              <a:gd name="connsiteX15" fmla="*/ 0 w 5029200"/>
              <a:gd name="connsiteY15" fmla="*/ 93488 h 976942"/>
              <a:gd name="connsiteX16" fmla="*/ 93488 w 5029200"/>
              <a:gd name="connsiteY16" fmla="*/ 0 h 97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29200" h="976942">
                <a:moveTo>
                  <a:pt x="93488" y="0"/>
                </a:moveTo>
                <a:lnTo>
                  <a:pt x="4935712" y="0"/>
                </a:lnTo>
                <a:cubicBezTo>
                  <a:pt x="4987344" y="0"/>
                  <a:pt x="5029200" y="41856"/>
                  <a:pt x="5029200" y="93488"/>
                </a:cubicBezTo>
                <a:lnTo>
                  <a:pt x="5029200" y="94007"/>
                </a:lnTo>
                <a:lnTo>
                  <a:pt x="5029200" y="276380"/>
                </a:lnTo>
                <a:lnTo>
                  <a:pt x="5029200" y="288514"/>
                </a:lnTo>
                <a:lnTo>
                  <a:pt x="5029200" y="956867"/>
                </a:lnTo>
                <a:lnTo>
                  <a:pt x="5029200" y="971550"/>
                </a:lnTo>
                <a:lnTo>
                  <a:pt x="5029200" y="976942"/>
                </a:lnTo>
                <a:lnTo>
                  <a:pt x="0" y="976942"/>
                </a:lnTo>
                <a:lnTo>
                  <a:pt x="0" y="971550"/>
                </a:lnTo>
                <a:lnTo>
                  <a:pt x="0" y="956867"/>
                </a:lnTo>
                <a:lnTo>
                  <a:pt x="0" y="296919"/>
                </a:lnTo>
                <a:lnTo>
                  <a:pt x="0" y="288514"/>
                </a:lnTo>
                <a:lnTo>
                  <a:pt x="0" y="94007"/>
                </a:lnTo>
                <a:lnTo>
                  <a:pt x="0" y="93488"/>
                </a:lnTo>
                <a:cubicBezTo>
                  <a:pt x="0" y="41856"/>
                  <a:pt x="41856" y="0"/>
                  <a:pt x="93488" y="0"/>
                </a:cubicBezTo>
                <a:close/>
              </a:path>
            </a:pathLst>
          </a:custGeom>
          <a:gradFill>
            <a:gsLst>
              <a:gs pos="100000">
                <a:srgbClr val="BD2E76"/>
              </a:gs>
              <a:gs pos="0">
                <a:srgbClr val="C8317D"/>
              </a:gs>
            </a:gsLst>
            <a:lin ang="4200000" scaled="0"/>
          </a:gradFill>
        </p:spPr>
        <p:txBody>
          <a:bodyPr wrap="square" lIns="274320" tIns="182880" rIns="274320" bIns="182880" anchor="b" anchorCtr="0">
            <a:noAutofit/>
          </a:bodyPr>
          <a:lstStyle>
            <a:lvl1pPr marL="0" indent="0">
              <a:lnSpc>
                <a:spcPct val="100000"/>
              </a:lnSpc>
              <a:buNone/>
              <a:defRPr sz="1800">
                <a:solidFill>
                  <a:schemeClr val="bg2"/>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felis</a:t>
            </a:r>
            <a:r>
              <a:rPr lang="en-US"/>
              <a:t> </a:t>
            </a:r>
            <a:r>
              <a:rPr lang="en-US" err="1"/>
              <a:t>euismod</a:t>
            </a:r>
            <a:r>
              <a:rPr lang="en-US"/>
              <a:t> semper.</a:t>
            </a:r>
          </a:p>
        </p:txBody>
      </p:sp>
      <p:sp>
        <p:nvSpPr>
          <p:cNvPr id="115" name="Text Placeholder 114">
            <a:extLst>
              <a:ext uri="{FF2B5EF4-FFF2-40B4-BE49-F238E27FC236}">
                <a16:creationId xmlns:a16="http://schemas.microsoft.com/office/drawing/2014/main" id="{C7E918FB-2B52-1BD2-DDAC-B9EFF31FF191}"/>
              </a:ext>
            </a:extLst>
          </p:cNvPr>
          <p:cNvSpPr>
            <a:spLocks noGrp="1"/>
          </p:cNvSpPr>
          <p:nvPr>
            <p:ph type="body" sz="quarter" idx="57" hasCustomPrompt="1"/>
          </p:nvPr>
        </p:nvSpPr>
        <p:spPr>
          <a:xfrm>
            <a:off x="6210300" y="5434642"/>
            <a:ext cx="5029200" cy="737558"/>
          </a:xfrm>
          <a:custGeom>
            <a:avLst/>
            <a:gdLst>
              <a:gd name="connsiteX0" fmla="*/ 0 w 5029200"/>
              <a:gd name="connsiteY0" fmla="*/ 0 h 737558"/>
              <a:gd name="connsiteX1" fmla="*/ 5029200 w 5029200"/>
              <a:gd name="connsiteY1" fmla="*/ 0 h 737558"/>
              <a:gd name="connsiteX2" fmla="*/ 5029200 w 5029200"/>
              <a:gd name="connsiteY2" fmla="*/ 644070 h 737558"/>
              <a:gd name="connsiteX3" fmla="*/ 4935712 w 5029200"/>
              <a:gd name="connsiteY3" fmla="*/ 737558 h 737558"/>
              <a:gd name="connsiteX4" fmla="*/ 93488 w 5029200"/>
              <a:gd name="connsiteY4" fmla="*/ 737558 h 737558"/>
              <a:gd name="connsiteX5" fmla="*/ 0 w 5029200"/>
              <a:gd name="connsiteY5" fmla="*/ 644070 h 73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9200" h="737558">
                <a:moveTo>
                  <a:pt x="0" y="0"/>
                </a:moveTo>
                <a:lnTo>
                  <a:pt x="5029200" y="0"/>
                </a:lnTo>
                <a:lnTo>
                  <a:pt x="5029200" y="644070"/>
                </a:lnTo>
                <a:cubicBezTo>
                  <a:pt x="5029200" y="695702"/>
                  <a:pt x="4987344" y="737558"/>
                  <a:pt x="4935712" y="737558"/>
                </a:cubicBezTo>
                <a:lnTo>
                  <a:pt x="93488" y="737558"/>
                </a:lnTo>
                <a:cubicBezTo>
                  <a:pt x="41856" y="737558"/>
                  <a:pt x="0" y="695702"/>
                  <a:pt x="0" y="644070"/>
                </a:cubicBezTo>
                <a:close/>
              </a:path>
            </a:pathLst>
          </a:custGeom>
          <a:solidFill>
            <a:schemeClr val="bg2"/>
          </a:solidFill>
        </p:spPr>
        <p:txBody>
          <a:bodyPr wrap="square" lIns="274320" tIns="164592" rIns="274320" bIns="210312" anchor="t" anchorCtr="0">
            <a:noAutofit/>
          </a:bodyPr>
          <a:lstStyle>
            <a:lvl1pPr marL="0" indent="0">
              <a:lnSpc>
                <a:spcPct val="120000"/>
              </a:lnSpc>
              <a:buNone/>
              <a:defRPr sz="10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16" name="Text Placeholder 115">
            <a:extLst>
              <a:ext uri="{FF2B5EF4-FFF2-40B4-BE49-F238E27FC236}">
                <a16:creationId xmlns:a16="http://schemas.microsoft.com/office/drawing/2014/main" id="{B94B2673-D5EC-F8D1-5A6E-603D04682F50}"/>
              </a:ext>
            </a:extLst>
          </p:cNvPr>
          <p:cNvSpPr>
            <a:spLocks noGrp="1"/>
          </p:cNvSpPr>
          <p:nvPr>
            <p:ph type="body" sz="quarter" idx="58" hasCustomPrompt="1"/>
          </p:nvPr>
        </p:nvSpPr>
        <p:spPr>
          <a:xfrm>
            <a:off x="723900" y="5429250"/>
            <a:ext cx="5029200" cy="737558"/>
          </a:xfrm>
          <a:custGeom>
            <a:avLst/>
            <a:gdLst>
              <a:gd name="connsiteX0" fmla="*/ 0 w 5029200"/>
              <a:gd name="connsiteY0" fmla="*/ 0 h 737558"/>
              <a:gd name="connsiteX1" fmla="*/ 5029200 w 5029200"/>
              <a:gd name="connsiteY1" fmla="*/ 0 h 737558"/>
              <a:gd name="connsiteX2" fmla="*/ 5029200 w 5029200"/>
              <a:gd name="connsiteY2" fmla="*/ 644070 h 737558"/>
              <a:gd name="connsiteX3" fmla="*/ 4935712 w 5029200"/>
              <a:gd name="connsiteY3" fmla="*/ 737558 h 737558"/>
              <a:gd name="connsiteX4" fmla="*/ 93488 w 5029200"/>
              <a:gd name="connsiteY4" fmla="*/ 737558 h 737558"/>
              <a:gd name="connsiteX5" fmla="*/ 0 w 5029200"/>
              <a:gd name="connsiteY5" fmla="*/ 644070 h 73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9200" h="737558">
                <a:moveTo>
                  <a:pt x="0" y="0"/>
                </a:moveTo>
                <a:lnTo>
                  <a:pt x="5029200" y="0"/>
                </a:lnTo>
                <a:lnTo>
                  <a:pt x="5029200" y="644070"/>
                </a:lnTo>
                <a:cubicBezTo>
                  <a:pt x="5029200" y="695702"/>
                  <a:pt x="4987344" y="737558"/>
                  <a:pt x="4935712" y="737558"/>
                </a:cubicBezTo>
                <a:lnTo>
                  <a:pt x="93488" y="737558"/>
                </a:lnTo>
                <a:cubicBezTo>
                  <a:pt x="41856" y="737558"/>
                  <a:pt x="0" y="695702"/>
                  <a:pt x="0" y="644070"/>
                </a:cubicBezTo>
                <a:close/>
              </a:path>
            </a:pathLst>
          </a:custGeom>
          <a:solidFill>
            <a:schemeClr val="bg2"/>
          </a:solidFill>
        </p:spPr>
        <p:txBody>
          <a:bodyPr wrap="square" lIns="274320" tIns="164592" rIns="274320" bIns="210312" anchor="t" anchorCtr="0">
            <a:noAutofit/>
          </a:bodyPr>
          <a:lstStyle>
            <a:lvl1pPr marL="0" indent="0">
              <a:lnSpc>
                <a:spcPct val="120000"/>
              </a:lnSpc>
              <a:buNone/>
              <a:defRPr sz="10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Tree>
    <p:extLst>
      <p:ext uri="{BB962C8B-B14F-4D97-AF65-F5344CB8AC3E}">
        <p14:creationId xmlns:p14="http://schemas.microsoft.com/office/powerpoint/2010/main" val="251706622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6900">
          <p15:clr>
            <a:srgbClr val="5ACBF0"/>
          </p15:clr>
        </p15:guide>
        <p15:guide id="6" pos="409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FBAE40"/>
          </p15:clr>
        </p15:guide>
        <p15:guide id="11" orient="horz" pos="1296">
          <p15:clr>
            <a:srgbClr val="FBAE40"/>
          </p15:clr>
        </p15:guide>
        <p15:guide id="12" orient="horz" pos="1908">
          <p15:clr>
            <a:srgbClr val="FBAE40"/>
          </p15:clr>
        </p15:guide>
        <p15:guide id="13" orient="horz" pos="3420">
          <p15:clr>
            <a:srgbClr val="FBAE40"/>
          </p15:clr>
        </p15:guide>
        <p15:guide id="14" orient="horz" pos="3744">
          <p15:clr>
            <a:srgbClr val="5ACBF0"/>
          </p15:clr>
        </p15:guide>
        <p15:guide id="15" orient="horz" pos="3528">
          <p15:clr>
            <a:srgbClr val="5ACBF0"/>
          </p15:clr>
        </p15:guide>
        <p15:guide id="16" orient="horz" pos="1476">
          <p15:clr>
            <a:srgbClr val="FBAE40"/>
          </p15:clr>
        </p15:guide>
        <p15:guide id="17" orient="horz" pos="1764">
          <p15:clr>
            <a:srgbClr val="FBAE40"/>
          </p15:clr>
        </p15:guide>
        <p15:guide id="18" orient="horz" pos="2088">
          <p15:clr>
            <a:srgbClr val="5ACBF0"/>
          </p15:clr>
        </p15:guide>
        <p15:guide id="19" orient="horz" pos="3276">
          <p15:clr>
            <a:srgbClr val="5ACBF0"/>
          </p15:clr>
        </p15:guide>
        <p15:guide id="20" pos="636">
          <p15:clr>
            <a:srgbClr val="5ACBF0"/>
          </p15:clr>
        </p15:guide>
        <p15:guide id="21" pos="3444">
          <p15:clr>
            <a:srgbClr val="5ACBF0"/>
          </p15:clr>
        </p15:guide>
        <p15:guide id="22" pos="3912">
          <p15:clr>
            <a:srgbClr val="FBAE40"/>
          </p15:clr>
        </p15:guide>
        <p15:guide id="23" pos="3624">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8" name="Text Placeholder 25">
            <a:extLst>
              <a:ext uri="{FF2B5EF4-FFF2-40B4-BE49-F238E27FC236}">
                <a16:creationId xmlns:a16="http://schemas.microsoft.com/office/drawing/2014/main" id="{67C96563-2CDA-3174-C71B-94C007A57D2B}"/>
              </a:ext>
            </a:extLst>
          </p:cNvPr>
          <p:cNvSpPr>
            <a:spLocks noGrp="1"/>
          </p:cNvSpPr>
          <p:nvPr>
            <p:ph type="body" sz="quarter" idx="25"/>
          </p:nvPr>
        </p:nvSpPr>
        <p:spPr>
          <a:xfrm>
            <a:off x="8324850" y="2057011"/>
            <a:ext cx="839779" cy="1029090"/>
          </a:xfrm>
          <a:blipFill dpi="0" rotWithShape="1">
            <a:blip r:embed="rId2"/>
            <a:srcRect/>
            <a:tile tx="-146050" ty="228600" sx="100000" sy="100000" flip="none" algn="bl"/>
          </a:blipFill>
        </p:spPr>
        <p:txBody>
          <a:bodyPr>
            <a:normAutofit/>
          </a:bodyPr>
          <a:lstStyle>
            <a:lvl1pPr marL="0" indent="0">
              <a:buNone/>
              <a:defRPr sz="100">
                <a:noFill/>
              </a:defRPr>
            </a:lvl1pPr>
          </a:lstStyle>
          <a:p>
            <a:pPr lvl="0"/>
            <a:endParaRPr lang="en-US"/>
          </a:p>
        </p:txBody>
      </p:sp>
      <p:sp>
        <p:nvSpPr>
          <p:cNvPr id="27" name="Text Placeholder 25">
            <a:extLst>
              <a:ext uri="{FF2B5EF4-FFF2-40B4-BE49-F238E27FC236}">
                <a16:creationId xmlns:a16="http://schemas.microsoft.com/office/drawing/2014/main" id="{5BB977C9-DFED-40B7-207F-2C7EE282F69F}"/>
              </a:ext>
            </a:extLst>
          </p:cNvPr>
          <p:cNvSpPr>
            <a:spLocks noGrp="1"/>
          </p:cNvSpPr>
          <p:nvPr>
            <p:ph type="body" sz="quarter" idx="24"/>
          </p:nvPr>
        </p:nvSpPr>
        <p:spPr>
          <a:xfrm>
            <a:off x="4527550" y="2059297"/>
            <a:ext cx="825500" cy="1026804"/>
          </a:xfrm>
          <a:blipFill dpi="0" rotWithShape="1">
            <a:blip r:embed="rId3"/>
            <a:srcRect/>
            <a:tile tx="-133350" ty="234950" sx="100000" sy="100000" flip="none" algn="bl"/>
          </a:blipFill>
        </p:spPr>
        <p:txBody>
          <a:bodyPr>
            <a:normAutofit/>
          </a:bodyPr>
          <a:lstStyle>
            <a:lvl1pPr marL="0" indent="0">
              <a:buNone/>
              <a:defRPr sz="100">
                <a:noFill/>
              </a:defRPr>
            </a:lvl1pPr>
          </a:lstStyle>
          <a:p>
            <a:pPr lvl="0"/>
            <a:endParaRPr lang="en-US"/>
          </a:p>
        </p:txBody>
      </p:sp>
      <p:sp>
        <p:nvSpPr>
          <p:cNvPr id="26" name="Text Placeholder 25">
            <a:extLst>
              <a:ext uri="{FF2B5EF4-FFF2-40B4-BE49-F238E27FC236}">
                <a16:creationId xmlns:a16="http://schemas.microsoft.com/office/drawing/2014/main" id="{D5BAD480-35FC-25A9-8E53-F73292B991A1}"/>
              </a:ext>
            </a:extLst>
          </p:cNvPr>
          <p:cNvSpPr>
            <a:spLocks noGrp="1"/>
          </p:cNvSpPr>
          <p:nvPr>
            <p:ph type="body" sz="quarter" idx="23"/>
          </p:nvPr>
        </p:nvSpPr>
        <p:spPr>
          <a:xfrm>
            <a:off x="723900" y="2104853"/>
            <a:ext cx="817558" cy="981247"/>
          </a:xfrm>
          <a:blipFill dpi="0" rotWithShape="1">
            <a:blip r:embed="rId4"/>
            <a:srcRect/>
            <a:tile tx="-203200" ty="234950" sx="100000" sy="100000" flip="none" algn="bl"/>
          </a:blipFill>
        </p:spPr>
        <p:txBody>
          <a:bodyPr>
            <a:normAutofit/>
          </a:bodyPr>
          <a:lstStyle>
            <a:lvl1pPr marL="0" indent="0">
              <a:buNone/>
              <a:defRPr sz="100">
                <a:noFill/>
              </a:defRPr>
            </a:lvl1pPr>
          </a:lstStyle>
          <a:p>
            <a:pPr lvl="0"/>
            <a:endParaRPr lang="en-US"/>
          </a:p>
        </p:txBody>
      </p:sp>
      <p:sp>
        <p:nvSpPr>
          <p:cNvPr id="8" name="Title 1">
            <a:extLst>
              <a:ext uri="{FF2B5EF4-FFF2-40B4-BE49-F238E27FC236}">
                <a16:creationId xmlns:a16="http://schemas.microsoft.com/office/drawing/2014/main" id="{18F7ED0E-D2A8-C252-D1B8-09F110AF6045}"/>
              </a:ext>
            </a:extLst>
          </p:cNvPr>
          <p:cNvSpPr>
            <a:spLocks noGrp="1"/>
          </p:cNvSpPr>
          <p:nvPr>
            <p:ph type="title" hasCustomPrompt="1"/>
          </p:nvPr>
        </p:nvSpPr>
        <p:spPr>
          <a:xfrm>
            <a:off x="723901" y="1362872"/>
            <a:ext cx="10515600" cy="443198"/>
          </a:xfrm>
        </p:spPr>
        <p:txBody>
          <a:bodyPr>
            <a:spAutoFit/>
          </a:bodyPr>
          <a:lstStyle/>
          <a:p>
            <a:r>
              <a:rPr lang="en-US"/>
              <a:t>A concise, specific, and conversational active headline.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723900" y="3392424"/>
            <a:ext cx="2914646"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risus</a:t>
            </a:r>
            <a:r>
              <a:rPr lang="en-US"/>
              <a:t>.</a:t>
            </a:r>
          </a:p>
        </p:txBody>
      </p:sp>
      <p:sp>
        <p:nvSpPr>
          <p:cNvPr id="10" name="Text Placeholder 15">
            <a:extLst>
              <a:ext uri="{FF2B5EF4-FFF2-40B4-BE49-F238E27FC236}">
                <a16:creationId xmlns:a16="http://schemas.microsoft.com/office/drawing/2014/main" id="{29AA37EF-8374-B50A-530C-93ACFF2E27B2}"/>
              </a:ext>
            </a:extLst>
          </p:cNvPr>
          <p:cNvSpPr>
            <a:spLocks noGrp="1"/>
          </p:cNvSpPr>
          <p:nvPr>
            <p:ph type="body" sz="quarter" idx="15" hasCustomPrompt="1"/>
          </p:nvPr>
        </p:nvSpPr>
        <p:spPr>
          <a:xfrm>
            <a:off x="4526280" y="3392424"/>
            <a:ext cx="2916936"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1" name="Text Placeholder 15">
            <a:extLst>
              <a:ext uri="{FF2B5EF4-FFF2-40B4-BE49-F238E27FC236}">
                <a16:creationId xmlns:a16="http://schemas.microsoft.com/office/drawing/2014/main" id="{F1F22DE8-C2A8-3FE0-93FE-7579A240109D}"/>
              </a:ext>
            </a:extLst>
          </p:cNvPr>
          <p:cNvSpPr>
            <a:spLocks noGrp="1"/>
          </p:cNvSpPr>
          <p:nvPr>
            <p:ph type="body" sz="quarter" idx="16" hasCustomPrompt="1"/>
          </p:nvPr>
        </p:nvSpPr>
        <p:spPr>
          <a:xfrm>
            <a:off x="8324850" y="3392424"/>
            <a:ext cx="2914650"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2" name="Content Placeholder 19">
            <a:extLst>
              <a:ext uri="{FF2B5EF4-FFF2-40B4-BE49-F238E27FC236}">
                <a16:creationId xmlns:a16="http://schemas.microsoft.com/office/drawing/2014/main" id="{192115A2-0808-FBDB-6F16-145807FDEF93}"/>
              </a:ext>
            </a:extLst>
          </p:cNvPr>
          <p:cNvSpPr>
            <a:spLocks noGrp="1"/>
          </p:cNvSpPr>
          <p:nvPr>
            <p:ph sz="quarter" idx="17" hasCustomPrompt="1"/>
          </p:nvPr>
        </p:nvSpPr>
        <p:spPr>
          <a:xfrm>
            <a:off x="723900" y="4072080"/>
            <a:ext cx="2916936" cy="2100120"/>
          </a:xfrm>
        </p:spPr>
        <p:txBody>
          <a:bodyPr>
            <a:normAutofit/>
          </a:bodyPr>
          <a:lstStyle>
            <a:lvl1pPr marL="0" indent="0">
              <a:lnSpc>
                <a:spcPct val="90000"/>
              </a:lnSpc>
              <a:buNone/>
              <a:defRPr sz="1600"/>
            </a:lvl1pPr>
          </a:lstStyle>
          <a:p>
            <a:pPr lvl="0"/>
            <a:r>
              <a:rPr lang="en-US"/>
              <a:t>Click to edit Master text styles.</a:t>
            </a:r>
          </a:p>
        </p:txBody>
      </p:sp>
      <p:sp>
        <p:nvSpPr>
          <p:cNvPr id="13" name="Content Placeholder 19">
            <a:extLst>
              <a:ext uri="{FF2B5EF4-FFF2-40B4-BE49-F238E27FC236}">
                <a16:creationId xmlns:a16="http://schemas.microsoft.com/office/drawing/2014/main" id="{1529B278-0AE8-489F-1BFD-04F77AD041CE}"/>
              </a:ext>
            </a:extLst>
          </p:cNvPr>
          <p:cNvSpPr>
            <a:spLocks noGrp="1"/>
          </p:cNvSpPr>
          <p:nvPr>
            <p:ph sz="quarter" idx="18" hasCustomPrompt="1"/>
          </p:nvPr>
        </p:nvSpPr>
        <p:spPr>
          <a:xfrm>
            <a:off x="4526281" y="4072080"/>
            <a:ext cx="2912744" cy="2100120"/>
          </a:xfrm>
        </p:spPr>
        <p:txBody>
          <a:bodyPr>
            <a:normAutofit/>
          </a:bodyPr>
          <a:lstStyle>
            <a:lvl1pPr marL="0" indent="0">
              <a:lnSpc>
                <a:spcPct val="90000"/>
              </a:lnSpc>
              <a:buNone/>
              <a:defRPr sz="1600"/>
            </a:lvl1pPr>
          </a:lstStyle>
          <a:p>
            <a:pPr lvl="0"/>
            <a:r>
              <a:rPr lang="en-US"/>
              <a:t>Click to edit Master text styles.</a:t>
            </a:r>
          </a:p>
        </p:txBody>
      </p:sp>
      <p:sp>
        <p:nvSpPr>
          <p:cNvPr id="14" name="Content Placeholder 19">
            <a:extLst>
              <a:ext uri="{FF2B5EF4-FFF2-40B4-BE49-F238E27FC236}">
                <a16:creationId xmlns:a16="http://schemas.microsoft.com/office/drawing/2014/main" id="{70FD98F1-E9B7-D9CF-7872-1AD38AA37389}"/>
              </a:ext>
            </a:extLst>
          </p:cNvPr>
          <p:cNvSpPr>
            <a:spLocks noGrp="1"/>
          </p:cNvSpPr>
          <p:nvPr>
            <p:ph sz="quarter" idx="19" hasCustomPrompt="1"/>
          </p:nvPr>
        </p:nvSpPr>
        <p:spPr>
          <a:xfrm>
            <a:off x="8324850" y="4072080"/>
            <a:ext cx="2914649" cy="2100120"/>
          </a:xfrm>
        </p:spPr>
        <p:txBody>
          <a:bodyPr>
            <a:normAutofit/>
          </a:bodyPr>
          <a:lstStyle>
            <a:lvl1pPr marL="0" indent="0">
              <a:lnSpc>
                <a:spcPct val="90000"/>
              </a:lnSpc>
              <a:buNone/>
              <a:defRPr sz="1600"/>
            </a:lvl1pPr>
          </a:lstStyle>
          <a:p>
            <a:pPr lvl="0"/>
            <a:r>
              <a:rPr lang="en-US"/>
              <a:t>Click to edit Master text styles.</a:t>
            </a:r>
          </a:p>
        </p:txBody>
      </p:sp>
      <p:cxnSp>
        <p:nvCxnSpPr>
          <p:cNvPr id="16" name="Straight Connector 15">
            <a:extLst>
              <a:ext uri="{FF2B5EF4-FFF2-40B4-BE49-F238E27FC236}">
                <a16:creationId xmlns:a16="http://schemas.microsoft.com/office/drawing/2014/main" id="{BAF4B77B-F06C-6142-73B4-3F2297C4CD47}"/>
              </a:ext>
            </a:extLst>
          </p:cNvPr>
          <p:cNvCxnSpPr/>
          <p:nvPr userDrawn="1"/>
        </p:nvCxnSpPr>
        <p:spPr>
          <a:xfrm>
            <a:off x="4081463" y="200609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5980A5-4BAC-59E6-DFFC-535E033F480C}"/>
              </a:ext>
            </a:extLst>
          </p:cNvPr>
          <p:cNvCxnSpPr/>
          <p:nvPr userDrawn="1"/>
        </p:nvCxnSpPr>
        <p:spPr>
          <a:xfrm>
            <a:off x="7893050" y="200609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8" name="Date Placeholder 47">
            <a:extLst>
              <a:ext uri="{FF2B5EF4-FFF2-40B4-BE49-F238E27FC236}">
                <a16:creationId xmlns:a16="http://schemas.microsoft.com/office/drawing/2014/main" id="{C26A5604-9F6C-AB3D-FD4B-32C5D61EDA16}"/>
              </a:ext>
            </a:extLst>
          </p:cNvPr>
          <p:cNvSpPr>
            <a:spLocks noGrp="1"/>
          </p:cNvSpPr>
          <p:nvPr>
            <p:ph type="dt" sz="half" idx="26"/>
          </p:nvPr>
        </p:nvSpPr>
        <p:spPr/>
        <p:txBody>
          <a:bodyPr/>
          <a:lstStyle/>
          <a:p>
            <a:r>
              <a:rPr lang="en-US"/>
              <a:t>Microsoft confidential</a:t>
            </a:r>
          </a:p>
        </p:txBody>
      </p:sp>
      <p:sp>
        <p:nvSpPr>
          <p:cNvPr id="49" name="Footer Placeholder 48">
            <a:extLst>
              <a:ext uri="{FF2B5EF4-FFF2-40B4-BE49-F238E27FC236}">
                <a16:creationId xmlns:a16="http://schemas.microsoft.com/office/drawing/2014/main" id="{471D7A22-AC99-A318-AB56-8FC146FC5960}"/>
              </a:ext>
            </a:extLst>
          </p:cNvPr>
          <p:cNvSpPr>
            <a:spLocks noGrp="1"/>
          </p:cNvSpPr>
          <p:nvPr>
            <p:ph type="ftr" sz="quarter" idx="27"/>
          </p:nvPr>
        </p:nvSpPr>
        <p:spPr/>
        <p:txBody>
          <a:bodyPr/>
          <a:lstStyle/>
          <a:p>
            <a:r>
              <a:rPr lang="en-US"/>
              <a:t>Creating a scalable conversational UX</a:t>
            </a:r>
          </a:p>
        </p:txBody>
      </p:sp>
      <p:sp>
        <p:nvSpPr>
          <p:cNvPr id="50" name="Slide Number Placeholder 49">
            <a:extLst>
              <a:ext uri="{FF2B5EF4-FFF2-40B4-BE49-F238E27FC236}">
                <a16:creationId xmlns:a16="http://schemas.microsoft.com/office/drawing/2014/main" id="{2B96B48F-EA62-87B5-345F-9847CE7FD401}"/>
              </a:ext>
            </a:extLst>
          </p:cNvPr>
          <p:cNvSpPr>
            <a:spLocks noGrp="1"/>
          </p:cNvSpPr>
          <p:nvPr>
            <p:ph type="sldNum" sz="quarter" idx="28"/>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44753615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292">
          <p15:clr>
            <a:srgbClr val="5ACBF0"/>
          </p15:clr>
        </p15:guide>
        <p15:guide id="2" pos="2852">
          <p15:clr>
            <a:srgbClr val="5ACBF0"/>
          </p15:clr>
        </p15:guide>
        <p15:guide id="3" pos="4686">
          <p15:clr>
            <a:srgbClr val="5ACBF0"/>
          </p15:clr>
        </p15:guide>
        <p15:guide id="4" pos="5244">
          <p15:clr>
            <a:srgbClr val="5ACBF0"/>
          </p15:clr>
        </p15:guide>
        <p15:guide id="6" pos="2571">
          <p15:clr>
            <a:srgbClr val="FBAE40"/>
          </p15:clr>
        </p15:guide>
        <p15:guide id="7" pos="4972">
          <p15:clr>
            <a:srgbClr val="FBAE4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2" orient="horz" pos="2556">
          <p15:clr>
            <a:srgbClr val="5ACBF0"/>
          </p15:clr>
        </p15:guide>
        <p15:guide id="13" orient="horz" pos="2412">
          <p15:clr>
            <a:srgbClr val="9FCC3B"/>
          </p15:clr>
        </p15:guide>
        <p15:guide id="14" orient="horz" pos="1908">
          <p15:clr>
            <a:srgbClr val="9FCC3B"/>
          </p15:clr>
        </p15:guide>
        <p15:guide id="15" orient="horz" pos="126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hree Caption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2724150" y="2053363"/>
            <a:ext cx="1314450" cy="387798"/>
          </a:xfrm>
        </p:spPr>
        <p:txBody>
          <a:bodyPr wrap="square" anchor="b">
            <a:spAutoFit/>
          </a:bodyPr>
          <a:lstStyle>
            <a:lvl1pPr marL="0" indent="0">
              <a:lnSpc>
                <a:spcPct val="90000"/>
              </a:lnSpc>
              <a:buNone/>
              <a:defRPr sz="1400">
                <a:latin typeface="+mj-lt"/>
              </a:defRPr>
            </a:lvl1pPr>
          </a:lstStyle>
          <a:p>
            <a:pPr lvl="0"/>
            <a:r>
              <a:rPr lang="en-US" err="1"/>
              <a:t>Fusce</a:t>
            </a:r>
            <a:r>
              <a:rPr lang="en-US"/>
              <a:t> </a:t>
            </a:r>
            <a:r>
              <a:rPr lang="en-US" err="1"/>
              <a:t>dapibus</a:t>
            </a:r>
            <a:r>
              <a:rPr lang="en-US"/>
              <a:t>, </a:t>
            </a:r>
            <a:r>
              <a:rPr lang="en-US" err="1"/>
              <a:t>tellus</a:t>
            </a:r>
            <a:r>
              <a:rPr lang="en-US"/>
              <a:t> ac.</a:t>
            </a:r>
          </a:p>
        </p:txBody>
      </p:sp>
      <p:sp>
        <p:nvSpPr>
          <p:cNvPr id="19" name="Text Placeholder 18">
            <a:extLst>
              <a:ext uri="{FF2B5EF4-FFF2-40B4-BE49-F238E27FC236}">
                <a16:creationId xmlns:a16="http://schemas.microsoft.com/office/drawing/2014/main" id="{CDD04A0C-BE9D-A887-F6FE-51A9C8DB5EE8}"/>
              </a:ext>
            </a:extLst>
          </p:cNvPr>
          <p:cNvSpPr>
            <a:spLocks noGrp="1"/>
          </p:cNvSpPr>
          <p:nvPr>
            <p:ph type="body" sz="quarter" idx="29" hasCustomPrompt="1"/>
          </p:nvPr>
        </p:nvSpPr>
        <p:spPr>
          <a:xfrm>
            <a:off x="2724150" y="2514600"/>
            <a:ext cx="1314450" cy="3657600"/>
          </a:xfrm>
        </p:spPr>
        <p:txBody>
          <a:bodyPr>
            <a:noAutofit/>
          </a:bodyPr>
          <a:lstStyle>
            <a:lvl1pPr marL="0" indent="0">
              <a:buNone/>
              <a:defRPr sz="1000"/>
            </a:lvl1pPr>
            <a:lvl2pPr>
              <a:defRPr sz="1000"/>
            </a:lvl2pPr>
            <a:lvl3pPr>
              <a:defRPr sz="900"/>
            </a:lvl3pPr>
            <a:lvl4pPr>
              <a:defRPr sz="800"/>
            </a:lvl4pPr>
            <a:lvl5pPr>
              <a:defRPr sz="800"/>
            </a:lvl5pPr>
          </a:lstStyle>
          <a:p>
            <a:pPr lvl="0"/>
            <a:r>
              <a:rPr lang="en-US"/>
              <a:t>Click to edit Master text styles.</a:t>
            </a:r>
          </a:p>
        </p:txBody>
      </p:sp>
      <p:sp>
        <p:nvSpPr>
          <p:cNvPr id="21" name="Picture Placeholder 20">
            <a:extLst>
              <a:ext uri="{FF2B5EF4-FFF2-40B4-BE49-F238E27FC236}">
                <a16:creationId xmlns:a16="http://schemas.microsoft.com/office/drawing/2014/main" id="{C10BBADE-1D5C-914A-7CFA-F4C2705CEDF2}"/>
              </a:ext>
            </a:extLst>
          </p:cNvPr>
          <p:cNvSpPr>
            <a:spLocks noGrp="1"/>
          </p:cNvSpPr>
          <p:nvPr>
            <p:ph type="pic" sz="quarter" idx="30" hasCustomPrompt="1"/>
          </p:nvPr>
        </p:nvSpPr>
        <p:spPr>
          <a:xfrm>
            <a:off x="723899" y="2073274"/>
            <a:ext cx="1837652" cy="4091455"/>
          </a:xfrm>
          <a:effectLst>
            <a:outerShdw blurRad="254000" dist="12700" dir="2700000" sx="101000" sy="101000" algn="tl" rotWithShape="0">
              <a:prstClr val="black">
                <a:alpha val="20000"/>
              </a:prstClr>
            </a:outerShdw>
          </a:effectLst>
        </p:spPr>
        <p:txBody>
          <a:bodyPr>
            <a:normAutofit/>
          </a:bodyPr>
          <a:lstStyle>
            <a:lvl1pPr marL="0" indent="0">
              <a:buNone/>
              <a:defRPr sz="1800"/>
            </a:lvl1pPr>
          </a:lstStyle>
          <a:p>
            <a:r>
              <a:rPr lang="en-US"/>
              <a:t>Insert picture</a:t>
            </a:r>
          </a:p>
        </p:txBody>
      </p:sp>
      <p:sp>
        <p:nvSpPr>
          <p:cNvPr id="23" name="Text Placeholder 15">
            <a:extLst>
              <a:ext uri="{FF2B5EF4-FFF2-40B4-BE49-F238E27FC236}">
                <a16:creationId xmlns:a16="http://schemas.microsoft.com/office/drawing/2014/main" id="{79F1E2B0-A068-EB1F-EF1A-2FF7B3897A50}"/>
              </a:ext>
            </a:extLst>
          </p:cNvPr>
          <p:cNvSpPr>
            <a:spLocks noGrp="1"/>
          </p:cNvSpPr>
          <p:nvPr>
            <p:ph type="body" sz="quarter" idx="31" hasCustomPrompt="1"/>
          </p:nvPr>
        </p:nvSpPr>
        <p:spPr>
          <a:xfrm>
            <a:off x="6324600" y="2053363"/>
            <a:ext cx="1314450" cy="387798"/>
          </a:xfrm>
        </p:spPr>
        <p:txBody>
          <a:bodyPr wrap="square" anchor="b">
            <a:spAutoFit/>
          </a:bodyPr>
          <a:lstStyle>
            <a:lvl1pPr marL="0" indent="0">
              <a:lnSpc>
                <a:spcPct val="90000"/>
              </a:lnSpc>
              <a:buNone/>
              <a:defRPr sz="1400">
                <a:latin typeface="+mj-lt"/>
              </a:defRPr>
            </a:lvl1pPr>
          </a:lstStyle>
          <a:p>
            <a:pPr lvl="0"/>
            <a:r>
              <a:rPr lang="en-US" err="1"/>
              <a:t>Fusce</a:t>
            </a:r>
            <a:r>
              <a:rPr lang="en-US"/>
              <a:t> </a:t>
            </a:r>
            <a:r>
              <a:rPr lang="en-US" err="1"/>
              <a:t>dapibus</a:t>
            </a:r>
            <a:r>
              <a:rPr lang="en-US"/>
              <a:t>, </a:t>
            </a:r>
            <a:r>
              <a:rPr lang="en-US" err="1"/>
              <a:t>tellus</a:t>
            </a:r>
            <a:r>
              <a:rPr lang="en-US"/>
              <a:t> ac.</a:t>
            </a:r>
          </a:p>
        </p:txBody>
      </p:sp>
      <p:sp>
        <p:nvSpPr>
          <p:cNvPr id="24" name="Text Placeholder 18">
            <a:extLst>
              <a:ext uri="{FF2B5EF4-FFF2-40B4-BE49-F238E27FC236}">
                <a16:creationId xmlns:a16="http://schemas.microsoft.com/office/drawing/2014/main" id="{5721E34F-8DCE-9AE2-80E7-18B63DBA75D2}"/>
              </a:ext>
            </a:extLst>
          </p:cNvPr>
          <p:cNvSpPr>
            <a:spLocks noGrp="1"/>
          </p:cNvSpPr>
          <p:nvPr>
            <p:ph type="body" sz="quarter" idx="32" hasCustomPrompt="1"/>
          </p:nvPr>
        </p:nvSpPr>
        <p:spPr>
          <a:xfrm>
            <a:off x="6324600" y="2514600"/>
            <a:ext cx="1314450" cy="3657600"/>
          </a:xfrm>
        </p:spPr>
        <p:txBody>
          <a:bodyPr>
            <a:noAutofit/>
          </a:bodyPr>
          <a:lstStyle>
            <a:lvl1pPr marL="0" indent="0">
              <a:buNone/>
              <a:defRPr sz="1000"/>
            </a:lvl1pPr>
            <a:lvl2pPr>
              <a:defRPr sz="1000"/>
            </a:lvl2pPr>
            <a:lvl3pPr>
              <a:defRPr sz="900"/>
            </a:lvl3pPr>
            <a:lvl4pPr>
              <a:defRPr sz="800"/>
            </a:lvl4pPr>
            <a:lvl5pPr>
              <a:defRPr sz="800"/>
            </a:lvl5pPr>
          </a:lstStyle>
          <a:p>
            <a:pPr lvl="0"/>
            <a:r>
              <a:rPr lang="en-US"/>
              <a:t>Click to edit Master text styles.</a:t>
            </a:r>
          </a:p>
        </p:txBody>
      </p:sp>
      <p:sp>
        <p:nvSpPr>
          <p:cNvPr id="25" name="Picture Placeholder 20">
            <a:extLst>
              <a:ext uri="{FF2B5EF4-FFF2-40B4-BE49-F238E27FC236}">
                <a16:creationId xmlns:a16="http://schemas.microsoft.com/office/drawing/2014/main" id="{78D854EB-2A10-4FCD-6FCF-A39554FF78A2}"/>
              </a:ext>
            </a:extLst>
          </p:cNvPr>
          <p:cNvSpPr>
            <a:spLocks noGrp="1"/>
          </p:cNvSpPr>
          <p:nvPr>
            <p:ph type="pic" sz="quarter" idx="33" hasCustomPrompt="1"/>
          </p:nvPr>
        </p:nvSpPr>
        <p:spPr>
          <a:xfrm>
            <a:off x="4324349" y="2073274"/>
            <a:ext cx="1837652" cy="4091455"/>
          </a:xfrm>
          <a:effectLst>
            <a:outerShdw blurRad="254000" dist="12700" dir="2700000" sx="101000" sy="101000" algn="tl" rotWithShape="0">
              <a:prstClr val="black">
                <a:alpha val="20000"/>
              </a:prstClr>
            </a:outerShdw>
          </a:effectLst>
        </p:spPr>
        <p:txBody>
          <a:bodyPr>
            <a:normAutofit/>
          </a:bodyPr>
          <a:lstStyle>
            <a:lvl1pPr marL="0" indent="0">
              <a:buNone/>
              <a:defRPr sz="1800"/>
            </a:lvl1pPr>
          </a:lstStyle>
          <a:p>
            <a:r>
              <a:rPr lang="en-US"/>
              <a:t>Insert picture</a:t>
            </a:r>
          </a:p>
        </p:txBody>
      </p:sp>
      <p:sp>
        <p:nvSpPr>
          <p:cNvPr id="29" name="Text Placeholder 15">
            <a:extLst>
              <a:ext uri="{FF2B5EF4-FFF2-40B4-BE49-F238E27FC236}">
                <a16:creationId xmlns:a16="http://schemas.microsoft.com/office/drawing/2014/main" id="{89F90C0A-7D59-3E8B-E393-824CE4A719E2}"/>
              </a:ext>
            </a:extLst>
          </p:cNvPr>
          <p:cNvSpPr>
            <a:spLocks noGrp="1"/>
          </p:cNvSpPr>
          <p:nvPr>
            <p:ph type="body" sz="quarter" idx="34" hasCustomPrompt="1"/>
          </p:nvPr>
        </p:nvSpPr>
        <p:spPr>
          <a:xfrm>
            <a:off x="9925050" y="2053363"/>
            <a:ext cx="1314450" cy="387798"/>
          </a:xfrm>
        </p:spPr>
        <p:txBody>
          <a:bodyPr wrap="square" anchor="b">
            <a:spAutoFit/>
          </a:bodyPr>
          <a:lstStyle>
            <a:lvl1pPr marL="0" indent="0">
              <a:lnSpc>
                <a:spcPct val="90000"/>
              </a:lnSpc>
              <a:buNone/>
              <a:defRPr sz="1400">
                <a:latin typeface="+mj-lt"/>
              </a:defRPr>
            </a:lvl1pPr>
          </a:lstStyle>
          <a:p>
            <a:pPr lvl="0"/>
            <a:r>
              <a:rPr lang="en-US" err="1"/>
              <a:t>Fusce</a:t>
            </a:r>
            <a:r>
              <a:rPr lang="en-US"/>
              <a:t> </a:t>
            </a:r>
            <a:r>
              <a:rPr lang="en-US" err="1"/>
              <a:t>dapibus</a:t>
            </a:r>
            <a:r>
              <a:rPr lang="en-US"/>
              <a:t>, </a:t>
            </a:r>
            <a:r>
              <a:rPr lang="en-US" err="1"/>
              <a:t>tellus</a:t>
            </a:r>
            <a:r>
              <a:rPr lang="en-US"/>
              <a:t> ac.</a:t>
            </a:r>
          </a:p>
        </p:txBody>
      </p:sp>
      <p:sp>
        <p:nvSpPr>
          <p:cNvPr id="30" name="Text Placeholder 18">
            <a:extLst>
              <a:ext uri="{FF2B5EF4-FFF2-40B4-BE49-F238E27FC236}">
                <a16:creationId xmlns:a16="http://schemas.microsoft.com/office/drawing/2014/main" id="{A87271CD-19A5-2E45-4726-3742E195ACE1}"/>
              </a:ext>
            </a:extLst>
          </p:cNvPr>
          <p:cNvSpPr>
            <a:spLocks noGrp="1"/>
          </p:cNvSpPr>
          <p:nvPr>
            <p:ph type="body" sz="quarter" idx="35" hasCustomPrompt="1"/>
          </p:nvPr>
        </p:nvSpPr>
        <p:spPr>
          <a:xfrm>
            <a:off x="9925050" y="2514600"/>
            <a:ext cx="1314450" cy="3657600"/>
          </a:xfrm>
        </p:spPr>
        <p:txBody>
          <a:bodyPr>
            <a:noAutofit/>
          </a:bodyPr>
          <a:lstStyle>
            <a:lvl1pPr marL="0" indent="0">
              <a:buNone/>
              <a:defRPr sz="1000"/>
            </a:lvl1pPr>
            <a:lvl2pPr>
              <a:defRPr sz="1000"/>
            </a:lvl2pPr>
            <a:lvl3pPr>
              <a:defRPr sz="900"/>
            </a:lvl3pPr>
            <a:lvl4pPr>
              <a:defRPr sz="800"/>
            </a:lvl4pPr>
            <a:lvl5pPr>
              <a:defRPr sz="800"/>
            </a:lvl5pPr>
          </a:lstStyle>
          <a:p>
            <a:pPr lvl="0"/>
            <a:r>
              <a:rPr lang="en-US"/>
              <a:t>Click to edit Master text styles.</a:t>
            </a:r>
          </a:p>
        </p:txBody>
      </p:sp>
      <p:sp>
        <p:nvSpPr>
          <p:cNvPr id="31" name="Picture Placeholder 20">
            <a:extLst>
              <a:ext uri="{FF2B5EF4-FFF2-40B4-BE49-F238E27FC236}">
                <a16:creationId xmlns:a16="http://schemas.microsoft.com/office/drawing/2014/main" id="{A33D4646-BF72-F134-1E69-9AB1A33E285C}"/>
              </a:ext>
            </a:extLst>
          </p:cNvPr>
          <p:cNvSpPr>
            <a:spLocks noGrp="1"/>
          </p:cNvSpPr>
          <p:nvPr>
            <p:ph type="pic" sz="quarter" idx="36" hasCustomPrompt="1"/>
          </p:nvPr>
        </p:nvSpPr>
        <p:spPr>
          <a:xfrm>
            <a:off x="7919543" y="2073274"/>
            <a:ext cx="1837652" cy="4091455"/>
          </a:xfrm>
          <a:effectLst>
            <a:outerShdw blurRad="254000" dist="12700" dir="2700000" sx="101000" sy="101000" algn="tl" rotWithShape="0">
              <a:prstClr val="black">
                <a:alpha val="20000"/>
              </a:prstClr>
            </a:outerShdw>
          </a:effectLst>
        </p:spPr>
        <p:txBody>
          <a:bodyPr>
            <a:normAutofit/>
          </a:bodyPr>
          <a:lstStyle>
            <a:lvl1pPr marL="0" indent="0">
              <a:buNone/>
              <a:defRPr sz="1800"/>
            </a:lvl1pPr>
          </a:lstStyle>
          <a:p>
            <a:r>
              <a:rPr lang="en-US"/>
              <a:t>Insert picture</a:t>
            </a:r>
          </a:p>
        </p:txBody>
      </p:sp>
      <p:sp>
        <p:nvSpPr>
          <p:cNvPr id="53" name="Date Placeholder 52">
            <a:extLst>
              <a:ext uri="{FF2B5EF4-FFF2-40B4-BE49-F238E27FC236}">
                <a16:creationId xmlns:a16="http://schemas.microsoft.com/office/drawing/2014/main" id="{CBDAD46A-D724-5318-3A54-62F5A8518DD3}"/>
              </a:ext>
            </a:extLst>
          </p:cNvPr>
          <p:cNvSpPr>
            <a:spLocks noGrp="1"/>
          </p:cNvSpPr>
          <p:nvPr>
            <p:ph type="dt" sz="half" idx="37"/>
          </p:nvPr>
        </p:nvSpPr>
        <p:spPr/>
        <p:txBody>
          <a:bodyPr/>
          <a:lstStyle/>
          <a:p>
            <a:r>
              <a:rPr lang="en-US"/>
              <a:t>Microsoft confidential</a:t>
            </a:r>
          </a:p>
        </p:txBody>
      </p:sp>
      <p:sp>
        <p:nvSpPr>
          <p:cNvPr id="54" name="Footer Placeholder 53">
            <a:extLst>
              <a:ext uri="{FF2B5EF4-FFF2-40B4-BE49-F238E27FC236}">
                <a16:creationId xmlns:a16="http://schemas.microsoft.com/office/drawing/2014/main" id="{4E1810F9-AD59-1E5A-7B32-9758486BB3A1}"/>
              </a:ext>
            </a:extLst>
          </p:cNvPr>
          <p:cNvSpPr>
            <a:spLocks noGrp="1"/>
          </p:cNvSpPr>
          <p:nvPr>
            <p:ph type="ftr" sz="quarter" idx="38"/>
          </p:nvPr>
        </p:nvSpPr>
        <p:spPr/>
        <p:txBody>
          <a:bodyPr/>
          <a:lstStyle/>
          <a:p>
            <a:r>
              <a:rPr lang="en-US"/>
              <a:t>Creating a scalable conversational UX</a:t>
            </a:r>
          </a:p>
        </p:txBody>
      </p:sp>
      <p:sp>
        <p:nvSpPr>
          <p:cNvPr id="55" name="Slide Number Placeholder 54">
            <a:extLst>
              <a:ext uri="{FF2B5EF4-FFF2-40B4-BE49-F238E27FC236}">
                <a16:creationId xmlns:a16="http://schemas.microsoft.com/office/drawing/2014/main" id="{251CDA23-7780-6CF6-D5F0-ABD49E4EC257}"/>
              </a:ext>
            </a:extLst>
          </p:cNvPr>
          <p:cNvSpPr>
            <a:spLocks noGrp="1"/>
          </p:cNvSpPr>
          <p:nvPr>
            <p:ph type="sldNum" sz="quarter" idx="39"/>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14935190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544">
          <p15:clr>
            <a:srgbClr val="5ACBF0"/>
          </p15:clr>
        </p15:guide>
        <p15:guide id="2" pos="2724">
          <p15:clr>
            <a:srgbClr val="5ACBF0"/>
          </p15:clr>
        </p15:guide>
        <p15:guide id="3" pos="4812">
          <p15:clr>
            <a:srgbClr val="5ACBF0"/>
          </p15:clr>
        </p15:guide>
        <p15:guide id="4" pos="4987">
          <p15:clr>
            <a:srgbClr val="5ACBF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4" orient="horz" pos="1512">
          <p15:clr>
            <a:srgbClr val="9FCC3B"/>
          </p15:clr>
        </p15:guide>
        <p15:guide id="15" pos="1716">
          <p15:clr>
            <a:srgbClr val="5ACBF0"/>
          </p15:clr>
        </p15:guide>
        <p15:guide id="17" orient="horz" pos="1584">
          <p15:clr>
            <a:srgbClr val="5ACBF0"/>
          </p15:clr>
        </p15:guide>
        <p15:guide id="18" pos="3884">
          <p15:clr>
            <a:srgbClr val="5ACBF0"/>
          </p15:clr>
        </p15:guide>
        <p15:guide id="19" pos="3984">
          <p15:clr>
            <a:srgbClr val="5ACBF0"/>
          </p15:clr>
        </p15:guide>
        <p15:guide id="20" pos="6149">
          <p15:clr>
            <a:srgbClr val="5ACBF0"/>
          </p15:clr>
        </p15:guide>
        <p15:guide id="21" pos="6252">
          <p15:clr>
            <a:srgbClr val="5ACBF0"/>
          </p15:clr>
        </p15:guide>
        <p15:guide id="22" orient="horz" pos="1306">
          <p15:clr>
            <a:srgbClr val="5ACBF0"/>
          </p15:clr>
        </p15:guide>
        <p15:guide id="23" pos="1618">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hree Cards">
    <p:spTree>
      <p:nvGrpSpPr>
        <p:cNvPr id="1" name=""/>
        <p:cNvGrpSpPr/>
        <p:nvPr/>
      </p:nvGrpSpPr>
      <p:grpSpPr>
        <a:xfrm>
          <a:off x="0" y="0"/>
          <a:ext cx="0" cy="0"/>
          <a:chOff x="0" y="0"/>
          <a:chExt cx="0" cy="0"/>
        </a:xfrm>
      </p:grpSpPr>
      <p:sp>
        <p:nvSpPr>
          <p:cNvPr id="143" name="Text Placeholder 142">
            <a:extLst>
              <a:ext uri="{FF2B5EF4-FFF2-40B4-BE49-F238E27FC236}">
                <a16:creationId xmlns:a16="http://schemas.microsoft.com/office/drawing/2014/main" id="{C8C0B12A-6049-6481-4FAE-B2050289C56F}"/>
              </a:ext>
            </a:extLst>
          </p:cNvPr>
          <p:cNvSpPr>
            <a:spLocks noGrp="1"/>
          </p:cNvSpPr>
          <p:nvPr>
            <p:ph type="body" sz="quarter" idx="48"/>
          </p:nvPr>
        </p:nvSpPr>
        <p:spPr>
          <a:xfrm>
            <a:off x="7928084" y="2090912"/>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83" name="Date Placeholder 82">
            <a:extLst>
              <a:ext uri="{FF2B5EF4-FFF2-40B4-BE49-F238E27FC236}">
                <a16:creationId xmlns:a16="http://schemas.microsoft.com/office/drawing/2014/main" id="{211705BF-7E4B-1843-4CC6-BB3616F89C84}"/>
              </a:ext>
            </a:extLst>
          </p:cNvPr>
          <p:cNvSpPr>
            <a:spLocks noGrp="1"/>
          </p:cNvSpPr>
          <p:nvPr>
            <p:ph type="dt" sz="half" idx="33"/>
          </p:nvPr>
        </p:nvSpPr>
        <p:spPr>
          <a:gradFill>
            <a:lin ang="0" scaled="0"/>
          </a:gradFill>
        </p:spPr>
        <p:txBody>
          <a:bodyPr/>
          <a:lstStyle/>
          <a:p>
            <a:r>
              <a:rPr lang="en-US"/>
              <a:t>Microsoft confidential</a:t>
            </a:r>
          </a:p>
        </p:txBody>
      </p:sp>
      <p:sp>
        <p:nvSpPr>
          <p:cNvPr id="84" name="Footer Placeholder 83">
            <a:extLst>
              <a:ext uri="{FF2B5EF4-FFF2-40B4-BE49-F238E27FC236}">
                <a16:creationId xmlns:a16="http://schemas.microsoft.com/office/drawing/2014/main" id="{81B8593B-ACBC-07ED-653D-AC773D8A4103}"/>
              </a:ext>
            </a:extLst>
          </p:cNvPr>
          <p:cNvSpPr>
            <a:spLocks noGrp="1"/>
          </p:cNvSpPr>
          <p:nvPr>
            <p:ph type="ftr" sz="quarter" idx="34"/>
          </p:nvPr>
        </p:nvSpPr>
        <p:spPr/>
        <p:txBody>
          <a:bodyPr/>
          <a:lstStyle/>
          <a:p>
            <a:r>
              <a:rPr lang="en-US"/>
              <a:t>Creating a scalable conversational UX</a:t>
            </a:r>
          </a:p>
        </p:txBody>
      </p:sp>
      <p:sp>
        <p:nvSpPr>
          <p:cNvPr id="85" name="Slide Number Placeholder 84">
            <a:extLst>
              <a:ext uri="{FF2B5EF4-FFF2-40B4-BE49-F238E27FC236}">
                <a16:creationId xmlns:a16="http://schemas.microsoft.com/office/drawing/2014/main" id="{33B81391-D441-2EAC-7A49-020766F1233D}"/>
              </a:ext>
            </a:extLst>
          </p:cNvPr>
          <p:cNvSpPr>
            <a:spLocks noGrp="1"/>
          </p:cNvSpPr>
          <p:nvPr>
            <p:ph type="sldNum" sz="quarter" idx="35"/>
          </p:nvPr>
        </p:nvSpPr>
        <p:spPr/>
        <p:txBody>
          <a:bodyPr/>
          <a:lstStyle/>
          <a:p>
            <a:fld id="{9406BE13-FF2C-3A41-A53B-D6BC2DDA0AE5}" type="slidenum">
              <a:rPr lang="en-US" smtClean="0"/>
              <a:pPr/>
              <a:t>‹#›</a:t>
            </a:fld>
            <a:endParaRPr lang="en-US"/>
          </a:p>
        </p:txBody>
      </p:sp>
      <p:sp>
        <p:nvSpPr>
          <p:cNvPr id="166" name="Text Placeholder 165">
            <a:extLst>
              <a:ext uri="{FF2B5EF4-FFF2-40B4-BE49-F238E27FC236}">
                <a16:creationId xmlns:a16="http://schemas.microsoft.com/office/drawing/2014/main" id="{07A35E2A-9852-410D-56F6-83D92AFE7F80}"/>
              </a:ext>
            </a:extLst>
          </p:cNvPr>
          <p:cNvSpPr>
            <a:spLocks noGrp="1"/>
          </p:cNvSpPr>
          <p:nvPr>
            <p:ph type="body" sz="quarter" idx="45" hasCustomPrompt="1"/>
          </p:nvPr>
        </p:nvSpPr>
        <p:spPr>
          <a:xfrm>
            <a:off x="7928084"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B2E74"/>
              </a:gs>
              <a:gs pos="99000">
                <a:srgbClr val="B62D70"/>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45" name="Picture Placeholder 144">
            <a:extLst>
              <a:ext uri="{FF2B5EF4-FFF2-40B4-BE49-F238E27FC236}">
                <a16:creationId xmlns:a16="http://schemas.microsoft.com/office/drawing/2014/main" id="{377AA7B1-FD99-B3B1-B6E4-C18A5DAE2AB3}"/>
              </a:ext>
            </a:extLst>
          </p:cNvPr>
          <p:cNvSpPr>
            <a:spLocks noGrp="1"/>
          </p:cNvSpPr>
          <p:nvPr>
            <p:ph type="pic" sz="quarter" idx="49"/>
          </p:nvPr>
        </p:nvSpPr>
        <p:spPr>
          <a:xfrm>
            <a:off x="7928084" y="2914650"/>
            <a:ext cx="3314700" cy="2514600"/>
          </a:xfrm>
        </p:spPr>
        <p:txBody>
          <a:bodyPr/>
          <a:lstStyle/>
          <a:p>
            <a:endParaRPr lang="en-US"/>
          </a:p>
        </p:txBody>
      </p:sp>
      <p:sp>
        <p:nvSpPr>
          <p:cNvPr id="147" name="Text Placeholder 146">
            <a:extLst>
              <a:ext uri="{FF2B5EF4-FFF2-40B4-BE49-F238E27FC236}">
                <a16:creationId xmlns:a16="http://schemas.microsoft.com/office/drawing/2014/main" id="{C1B6AB41-7F49-D3D4-4B34-2C3D05EAA505}"/>
              </a:ext>
            </a:extLst>
          </p:cNvPr>
          <p:cNvSpPr>
            <a:spLocks noGrp="1"/>
          </p:cNvSpPr>
          <p:nvPr>
            <p:ph type="body" sz="quarter" idx="50"/>
          </p:nvPr>
        </p:nvSpPr>
        <p:spPr>
          <a:xfrm>
            <a:off x="4327634" y="2084354"/>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65" name="Text Placeholder 164">
            <a:extLst>
              <a:ext uri="{FF2B5EF4-FFF2-40B4-BE49-F238E27FC236}">
                <a16:creationId xmlns:a16="http://schemas.microsoft.com/office/drawing/2014/main" id="{EA8A318A-E9B8-67F5-500C-21E5CCE3DA42}"/>
              </a:ext>
            </a:extLst>
          </p:cNvPr>
          <p:cNvSpPr>
            <a:spLocks noGrp="1"/>
          </p:cNvSpPr>
          <p:nvPr>
            <p:ph type="body" sz="quarter" idx="51" hasCustomPrompt="1"/>
          </p:nvPr>
        </p:nvSpPr>
        <p:spPr>
          <a:xfrm>
            <a:off x="4327634"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C42D79"/>
              </a:gs>
              <a:gs pos="100000">
                <a:srgbClr val="AF2B6C"/>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50" name="Picture Placeholder 144">
            <a:extLst>
              <a:ext uri="{FF2B5EF4-FFF2-40B4-BE49-F238E27FC236}">
                <a16:creationId xmlns:a16="http://schemas.microsoft.com/office/drawing/2014/main" id="{49D1D003-FCC6-3879-027E-F8F7CEDD6D5C}"/>
              </a:ext>
            </a:extLst>
          </p:cNvPr>
          <p:cNvSpPr>
            <a:spLocks noGrp="1"/>
          </p:cNvSpPr>
          <p:nvPr>
            <p:ph type="pic" sz="quarter" idx="53"/>
          </p:nvPr>
        </p:nvSpPr>
        <p:spPr>
          <a:xfrm>
            <a:off x="4327634" y="2914650"/>
            <a:ext cx="3314700" cy="2514600"/>
          </a:xfrm>
        </p:spPr>
        <p:txBody>
          <a:bodyPr/>
          <a:lstStyle/>
          <a:p>
            <a:endParaRPr lang="en-US"/>
          </a:p>
        </p:txBody>
      </p:sp>
      <p:sp>
        <p:nvSpPr>
          <p:cNvPr id="151" name="Text Placeholder 150">
            <a:extLst>
              <a:ext uri="{FF2B5EF4-FFF2-40B4-BE49-F238E27FC236}">
                <a16:creationId xmlns:a16="http://schemas.microsoft.com/office/drawing/2014/main" id="{D3CF79A8-459C-F799-47AA-F0380C87B251}"/>
              </a:ext>
            </a:extLst>
          </p:cNvPr>
          <p:cNvSpPr>
            <a:spLocks noGrp="1"/>
          </p:cNvSpPr>
          <p:nvPr>
            <p:ph type="body" sz="quarter" idx="54"/>
          </p:nvPr>
        </p:nvSpPr>
        <p:spPr>
          <a:xfrm>
            <a:off x="723900" y="2084354"/>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62" name="Text Placeholder 161">
            <a:extLst>
              <a:ext uri="{FF2B5EF4-FFF2-40B4-BE49-F238E27FC236}">
                <a16:creationId xmlns:a16="http://schemas.microsoft.com/office/drawing/2014/main" id="{2DFDF3FA-4F7D-42CF-F938-A145B4465A4B}"/>
              </a:ext>
            </a:extLst>
          </p:cNvPr>
          <p:cNvSpPr>
            <a:spLocks noGrp="1"/>
          </p:cNvSpPr>
          <p:nvPr>
            <p:ph type="body" sz="quarter" idx="55" hasCustomPrompt="1"/>
          </p:nvPr>
        </p:nvSpPr>
        <p:spPr>
          <a:xfrm>
            <a:off x="723900"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100000">
                <a:srgbClr val="C22F79"/>
              </a:gs>
              <a:gs pos="0">
                <a:srgbClr val="C8317D"/>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54" name="Picture Placeholder 144">
            <a:extLst>
              <a:ext uri="{FF2B5EF4-FFF2-40B4-BE49-F238E27FC236}">
                <a16:creationId xmlns:a16="http://schemas.microsoft.com/office/drawing/2014/main" id="{DEC3F41F-5979-2121-4CB1-ABBB3C8E4044}"/>
              </a:ext>
            </a:extLst>
          </p:cNvPr>
          <p:cNvSpPr>
            <a:spLocks noGrp="1"/>
          </p:cNvSpPr>
          <p:nvPr>
            <p:ph type="pic" sz="quarter" idx="57"/>
          </p:nvPr>
        </p:nvSpPr>
        <p:spPr>
          <a:xfrm>
            <a:off x="723900" y="2914650"/>
            <a:ext cx="3314700" cy="2514600"/>
          </a:xfrm>
        </p:spPr>
        <p:txBody>
          <a:bodyPr/>
          <a:lstStyle/>
          <a:p>
            <a:endParaRPr lang="en-US"/>
          </a:p>
        </p:txBody>
      </p:sp>
      <p:sp>
        <p:nvSpPr>
          <p:cNvPr id="158" name="Text Placeholder 157">
            <a:extLst>
              <a:ext uri="{FF2B5EF4-FFF2-40B4-BE49-F238E27FC236}">
                <a16:creationId xmlns:a16="http://schemas.microsoft.com/office/drawing/2014/main" id="{77F276E8-1F2A-A9DF-3D70-511FA65792BC}"/>
              </a:ext>
            </a:extLst>
          </p:cNvPr>
          <p:cNvSpPr>
            <a:spLocks noGrp="1"/>
          </p:cNvSpPr>
          <p:nvPr>
            <p:ph type="body" sz="quarter" idx="59" hasCustomPrompt="1"/>
          </p:nvPr>
        </p:nvSpPr>
        <p:spPr>
          <a:xfrm>
            <a:off x="432435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59" name="Text Placeholder 158">
            <a:extLst>
              <a:ext uri="{FF2B5EF4-FFF2-40B4-BE49-F238E27FC236}">
                <a16:creationId xmlns:a16="http://schemas.microsoft.com/office/drawing/2014/main" id="{9CA48829-EDEF-FAA2-4D5E-104F1456D3F9}"/>
              </a:ext>
            </a:extLst>
          </p:cNvPr>
          <p:cNvSpPr>
            <a:spLocks noGrp="1"/>
          </p:cNvSpPr>
          <p:nvPr>
            <p:ph type="body" sz="quarter" idx="60" hasCustomPrompt="1"/>
          </p:nvPr>
        </p:nvSpPr>
        <p:spPr>
          <a:xfrm>
            <a:off x="72390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60" name="Text Placeholder 159">
            <a:extLst>
              <a:ext uri="{FF2B5EF4-FFF2-40B4-BE49-F238E27FC236}">
                <a16:creationId xmlns:a16="http://schemas.microsoft.com/office/drawing/2014/main" id="{7DF9E0E3-A444-E8DE-7566-4207A15FA485}"/>
              </a:ext>
            </a:extLst>
          </p:cNvPr>
          <p:cNvSpPr>
            <a:spLocks noGrp="1"/>
          </p:cNvSpPr>
          <p:nvPr>
            <p:ph type="body" sz="quarter" idx="61" hasCustomPrompt="1"/>
          </p:nvPr>
        </p:nvSpPr>
        <p:spPr>
          <a:xfrm>
            <a:off x="792480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Tree>
    <p:extLst>
      <p:ext uri="{BB962C8B-B14F-4D97-AF65-F5344CB8AC3E}">
        <p14:creationId xmlns:p14="http://schemas.microsoft.com/office/powerpoint/2010/main" val="175830523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364">
          <p15:clr>
            <a:srgbClr val="5ACBF0"/>
          </p15:clr>
        </p15:guide>
        <p15:guide id="2" pos="2904">
          <p15:clr>
            <a:srgbClr val="5ACBF0"/>
          </p15:clr>
        </p15:guide>
        <p15:guide id="3" pos="4632">
          <p15:clr>
            <a:srgbClr val="5ACBF0"/>
          </p15:clr>
        </p15:guide>
        <p15:guide id="4" pos="5172">
          <p15:clr>
            <a:srgbClr val="5ACBF0"/>
          </p15:clr>
        </p15:guide>
        <p15:guide id="8" orient="horz" pos="468">
          <p15:clr>
            <a:srgbClr val="9FCC3B"/>
          </p15:clr>
        </p15:guide>
        <p15:guide id="9" orient="horz" pos="1080">
          <p15:clr>
            <a:srgbClr val="9FCC3B"/>
          </p15:clr>
        </p15:guide>
        <p15:guide id="10" pos="7080">
          <p15:clr>
            <a:srgbClr val="FBAE40"/>
          </p15:clr>
        </p15:guide>
        <p15:guide id="11" orient="horz" pos="1980">
          <p15:clr>
            <a:srgbClr val="5ACBF0"/>
          </p15:clr>
        </p15:guide>
        <p15:guide id="12" orient="horz" pos="3744">
          <p15:clr>
            <a:srgbClr val="5ACBF0"/>
          </p15:clr>
        </p15:guide>
        <p15:guide id="14" orient="horz" pos="1692">
          <p15:clr>
            <a:srgbClr val="9FCC3B"/>
          </p15:clr>
        </p15:guide>
        <p15:guide id="15" orient="horz" pos="1304">
          <p15:clr>
            <a:srgbClr val="FBAE40"/>
          </p15:clr>
        </p15:guide>
        <p15:guide id="16" pos="636">
          <p15:clr>
            <a:srgbClr val="5ACBF0"/>
          </p15:clr>
        </p15:guide>
        <p15:guide id="17" pos="2544">
          <p15:clr>
            <a:srgbClr val="FBAE40"/>
          </p15:clr>
        </p15:guide>
        <p15:guide id="18" pos="2724">
          <p15:clr>
            <a:srgbClr val="FBAE40"/>
          </p15:clr>
        </p15:guide>
        <p15:guide id="19" pos="4812">
          <p15:clr>
            <a:srgbClr val="FBAE40"/>
          </p15:clr>
        </p15:guide>
        <p15:guide id="20" pos="4992">
          <p15:clr>
            <a:srgbClr val="FBAE40"/>
          </p15:clr>
        </p15:guide>
        <p15:guide id="21" orient="horz" pos="3888">
          <p15:clr>
            <a:srgbClr val="FBAE40"/>
          </p15:clr>
        </p15:guide>
        <p15:guide id="22" orient="horz" pos="1836">
          <p15:clr>
            <a:srgbClr val="FBAE40"/>
          </p15:clr>
        </p15:guide>
        <p15:guide id="23" orient="horz" pos="3420">
          <p15:clr>
            <a:srgbClr val="FBAE40"/>
          </p15:clr>
        </p15:guide>
        <p15:guide id="24" orient="horz" pos="3564">
          <p15:clr>
            <a:srgbClr val="5ACBF0"/>
          </p15:clr>
        </p15:guide>
        <p15:guide id="25" orient="horz" pos="3240">
          <p15:clr>
            <a:srgbClr val="5ACBF0"/>
          </p15:clr>
        </p15:guide>
        <p15:guide id="26" pos="6900">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723899" y="3653545"/>
            <a:ext cx="2102652"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19" name="Text Placeholder 18">
            <a:extLst>
              <a:ext uri="{FF2B5EF4-FFF2-40B4-BE49-F238E27FC236}">
                <a16:creationId xmlns:a16="http://schemas.microsoft.com/office/drawing/2014/main" id="{CDD04A0C-BE9D-A887-F6FE-51A9C8DB5EE8}"/>
              </a:ext>
            </a:extLst>
          </p:cNvPr>
          <p:cNvSpPr>
            <a:spLocks noGrp="1"/>
          </p:cNvSpPr>
          <p:nvPr>
            <p:ph type="body" sz="quarter" idx="29" hasCustomPrompt="1"/>
          </p:nvPr>
        </p:nvSpPr>
        <p:spPr>
          <a:xfrm>
            <a:off x="735798" y="4062620"/>
            <a:ext cx="2102652"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23" name="Text Placeholder 15">
            <a:extLst>
              <a:ext uri="{FF2B5EF4-FFF2-40B4-BE49-F238E27FC236}">
                <a16:creationId xmlns:a16="http://schemas.microsoft.com/office/drawing/2014/main" id="{79F1E2B0-A068-EB1F-EF1A-2FF7B3897A50}"/>
              </a:ext>
            </a:extLst>
          </p:cNvPr>
          <p:cNvSpPr>
            <a:spLocks noGrp="1"/>
          </p:cNvSpPr>
          <p:nvPr>
            <p:ph type="body" sz="quarter" idx="31" hasCustomPrompt="1"/>
          </p:nvPr>
        </p:nvSpPr>
        <p:spPr>
          <a:xfrm>
            <a:off x="3524248" y="3653545"/>
            <a:ext cx="2102654"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24" name="Text Placeholder 18">
            <a:extLst>
              <a:ext uri="{FF2B5EF4-FFF2-40B4-BE49-F238E27FC236}">
                <a16:creationId xmlns:a16="http://schemas.microsoft.com/office/drawing/2014/main" id="{5721E34F-8DCE-9AE2-80E7-18B63DBA75D2}"/>
              </a:ext>
            </a:extLst>
          </p:cNvPr>
          <p:cNvSpPr>
            <a:spLocks noGrp="1"/>
          </p:cNvSpPr>
          <p:nvPr>
            <p:ph type="body" sz="quarter" idx="32" hasCustomPrompt="1"/>
          </p:nvPr>
        </p:nvSpPr>
        <p:spPr>
          <a:xfrm>
            <a:off x="3536147" y="4057650"/>
            <a:ext cx="2102653"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29" name="Text Placeholder 15">
            <a:extLst>
              <a:ext uri="{FF2B5EF4-FFF2-40B4-BE49-F238E27FC236}">
                <a16:creationId xmlns:a16="http://schemas.microsoft.com/office/drawing/2014/main" id="{89F90C0A-7D59-3E8B-E393-824CE4A719E2}"/>
              </a:ext>
            </a:extLst>
          </p:cNvPr>
          <p:cNvSpPr>
            <a:spLocks noGrp="1"/>
          </p:cNvSpPr>
          <p:nvPr>
            <p:ph type="body" sz="quarter" idx="34" hasCustomPrompt="1"/>
          </p:nvPr>
        </p:nvSpPr>
        <p:spPr>
          <a:xfrm>
            <a:off x="9113051" y="3664601"/>
            <a:ext cx="2114550"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30" name="Text Placeholder 18">
            <a:extLst>
              <a:ext uri="{FF2B5EF4-FFF2-40B4-BE49-F238E27FC236}">
                <a16:creationId xmlns:a16="http://schemas.microsoft.com/office/drawing/2014/main" id="{A87271CD-19A5-2E45-4726-3742E195ACE1}"/>
              </a:ext>
            </a:extLst>
          </p:cNvPr>
          <p:cNvSpPr>
            <a:spLocks noGrp="1"/>
          </p:cNvSpPr>
          <p:nvPr>
            <p:ph type="body" sz="quarter" idx="35" hasCustomPrompt="1"/>
          </p:nvPr>
        </p:nvSpPr>
        <p:spPr>
          <a:xfrm>
            <a:off x="9124950" y="4057650"/>
            <a:ext cx="2114550"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53" name="Date Placeholder 52">
            <a:extLst>
              <a:ext uri="{FF2B5EF4-FFF2-40B4-BE49-F238E27FC236}">
                <a16:creationId xmlns:a16="http://schemas.microsoft.com/office/drawing/2014/main" id="{CBDAD46A-D724-5318-3A54-62F5A8518DD3}"/>
              </a:ext>
            </a:extLst>
          </p:cNvPr>
          <p:cNvSpPr>
            <a:spLocks noGrp="1"/>
          </p:cNvSpPr>
          <p:nvPr>
            <p:ph type="dt" sz="half" idx="37"/>
          </p:nvPr>
        </p:nvSpPr>
        <p:spPr/>
        <p:txBody>
          <a:bodyPr/>
          <a:lstStyle/>
          <a:p>
            <a:r>
              <a:rPr lang="en-US"/>
              <a:t>Microsoft confidential</a:t>
            </a:r>
          </a:p>
        </p:txBody>
      </p:sp>
      <p:sp>
        <p:nvSpPr>
          <p:cNvPr id="54" name="Footer Placeholder 53">
            <a:extLst>
              <a:ext uri="{FF2B5EF4-FFF2-40B4-BE49-F238E27FC236}">
                <a16:creationId xmlns:a16="http://schemas.microsoft.com/office/drawing/2014/main" id="{4E1810F9-AD59-1E5A-7B32-9758486BB3A1}"/>
              </a:ext>
            </a:extLst>
          </p:cNvPr>
          <p:cNvSpPr>
            <a:spLocks noGrp="1"/>
          </p:cNvSpPr>
          <p:nvPr>
            <p:ph type="ftr" sz="quarter" idx="38"/>
          </p:nvPr>
        </p:nvSpPr>
        <p:spPr/>
        <p:txBody>
          <a:bodyPr/>
          <a:lstStyle/>
          <a:p>
            <a:r>
              <a:rPr lang="en-US"/>
              <a:t>Creating a scalable conversational UX</a:t>
            </a:r>
          </a:p>
        </p:txBody>
      </p:sp>
      <p:sp>
        <p:nvSpPr>
          <p:cNvPr id="55" name="Slide Number Placeholder 54">
            <a:extLst>
              <a:ext uri="{FF2B5EF4-FFF2-40B4-BE49-F238E27FC236}">
                <a16:creationId xmlns:a16="http://schemas.microsoft.com/office/drawing/2014/main" id="{251CDA23-7780-6CF6-D5F0-ABD49E4EC257}"/>
              </a:ext>
            </a:extLst>
          </p:cNvPr>
          <p:cNvSpPr>
            <a:spLocks noGrp="1"/>
          </p:cNvSpPr>
          <p:nvPr>
            <p:ph type="sldNum" sz="quarter" idx="39"/>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15">
            <a:extLst>
              <a:ext uri="{FF2B5EF4-FFF2-40B4-BE49-F238E27FC236}">
                <a16:creationId xmlns:a16="http://schemas.microsoft.com/office/drawing/2014/main" id="{F4A7A32C-D4B5-8E0F-D416-E6B26162F4FD}"/>
              </a:ext>
            </a:extLst>
          </p:cNvPr>
          <p:cNvSpPr>
            <a:spLocks noGrp="1"/>
          </p:cNvSpPr>
          <p:nvPr>
            <p:ph type="body" sz="quarter" idx="40" hasCustomPrompt="1"/>
          </p:nvPr>
        </p:nvSpPr>
        <p:spPr>
          <a:xfrm>
            <a:off x="6312702" y="3653545"/>
            <a:ext cx="2114550" cy="221599"/>
          </a:xfrm>
        </p:spPr>
        <p:txBody>
          <a:bodyPr wrap="square" anchor="b">
            <a:spAutoFit/>
          </a:bodyPr>
          <a:lstStyle>
            <a:lvl1pPr marL="0" indent="0">
              <a:lnSpc>
                <a:spcPct val="90000"/>
              </a:lnSpc>
              <a:buNone/>
              <a:defRPr sz="1600">
                <a:latin typeface="+mj-lt"/>
              </a:defRPr>
            </a:lvl1pPr>
          </a:lstStyle>
          <a:p>
            <a:pPr lvl="0"/>
            <a:r>
              <a:rPr lang="en-US" err="1"/>
              <a:t>Fusce</a:t>
            </a:r>
            <a:r>
              <a:rPr lang="en-US"/>
              <a:t> </a:t>
            </a:r>
            <a:r>
              <a:rPr lang="en-US" err="1"/>
              <a:t>dapibus</a:t>
            </a:r>
            <a:r>
              <a:rPr lang="en-US"/>
              <a:t> ac.</a:t>
            </a:r>
          </a:p>
        </p:txBody>
      </p:sp>
      <p:sp>
        <p:nvSpPr>
          <p:cNvPr id="3" name="Text Placeholder 18">
            <a:extLst>
              <a:ext uri="{FF2B5EF4-FFF2-40B4-BE49-F238E27FC236}">
                <a16:creationId xmlns:a16="http://schemas.microsoft.com/office/drawing/2014/main" id="{0B83AFA9-8C52-6BD1-E099-BCFB512643B7}"/>
              </a:ext>
            </a:extLst>
          </p:cNvPr>
          <p:cNvSpPr>
            <a:spLocks noGrp="1"/>
          </p:cNvSpPr>
          <p:nvPr>
            <p:ph type="body" sz="quarter" idx="41" hasCustomPrompt="1"/>
          </p:nvPr>
        </p:nvSpPr>
        <p:spPr>
          <a:xfrm>
            <a:off x="6324601" y="4057650"/>
            <a:ext cx="2114550" cy="2114550"/>
          </a:xfrm>
        </p:spPr>
        <p:txBody>
          <a:bodyPr>
            <a:noAutofit/>
          </a:bodyPr>
          <a:lstStyle>
            <a:lvl1pPr marL="0" indent="0">
              <a:buNone/>
              <a:defRPr sz="1050"/>
            </a:lvl1pPr>
            <a:lvl2pPr>
              <a:defRPr sz="1000"/>
            </a:lvl2pPr>
            <a:lvl3pPr>
              <a:defRPr sz="900"/>
            </a:lvl3pPr>
            <a:lvl4pPr>
              <a:defRPr sz="800"/>
            </a:lvl4pPr>
            <a:lvl5pPr>
              <a:defRPr sz="800"/>
            </a:lvl5pPr>
          </a:lstStyle>
          <a:p>
            <a:pPr lvl="0"/>
            <a:r>
              <a:rPr lang="en-US"/>
              <a:t>Click to edit Master text styles.</a:t>
            </a:r>
          </a:p>
        </p:txBody>
      </p:sp>
      <p:sp>
        <p:nvSpPr>
          <p:cNvPr id="4" name="Text Placeholder 25">
            <a:extLst>
              <a:ext uri="{FF2B5EF4-FFF2-40B4-BE49-F238E27FC236}">
                <a16:creationId xmlns:a16="http://schemas.microsoft.com/office/drawing/2014/main" id="{87F8F591-4D2A-9EBC-836E-DC01C767A840}"/>
              </a:ext>
            </a:extLst>
          </p:cNvPr>
          <p:cNvSpPr>
            <a:spLocks noGrp="1"/>
          </p:cNvSpPr>
          <p:nvPr>
            <p:ph type="body" sz="quarter" idx="25"/>
          </p:nvPr>
        </p:nvSpPr>
        <p:spPr>
          <a:xfrm>
            <a:off x="6342071" y="2114160"/>
            <a:ext cx="839779" cy="1029090"/>
          </a:xfrm>
          <a:blipFill dpi="0" rotWithShape="1">
            <a:blip r:embed="rId2"/>
            <a:srcRect/>
            <a:tile tx="-146050" ty="254000" sx="100000" sy="100000" flip="none" algn="bl"/>
          </a:blipFill>
        </p:spPr>
        <p:txBody>
          <a:bodyPr>
            <a:normAutofit/>
          </a:bodyPr>
          <a:lstStyle>
            <a:lvl1pPr marL="0" indent="0">
              <a:buNone/>
              <a:defRPr sz="100">
                <a:noFill/>
              </a:defRPr>
            </a:lvl1pPr>
          </a:lstStyle>
          <a:p>
            <a:pPr lvl="0"/>
            <a:endParaRPr lang="en-US"/>
          </a:p>
        </p:txBody>
      </p:sp>
      <p:sp>
        <p:nvSpPr>
          <p:cNvPr id="5" name="Text Placeholder 25">
            <a:extLst>
              <a:ext uri="{FF2B5EF4-FFF2-40B4-BE49-F238E27FC236}">
                <a16:creationId xmlns:a16="http://schemas.microsoft.com/office/drawing/2014/main" id="{C32D8907-C1FF-53B1-4089-A1A0CA25DB19}"/>
              </a:ext>
            </a:extLst>
          </p:cNvPr>
          <p:cNvSpPr>
            <a:spLocks noGrp="1"/>
          </p:cNvSpPr>
          <p:nvPr>
            <p:ph type="body" sz="quarter" idx="24"/>
          </p:nvPr>
        </p:nvSpPr>
        <p:spPr>
          <a:xfrm>
            <a:off x="3524250" y="2116446"/>
            <a:ext cx="825500" cy="1026804"/>
          </a:xfrm>
          <a:blipFill dpi="0" rotWithShape="1">
            <a:blip r:embed="rId3"/>
            <a:srcRect/>
            <a:tile tx="-146050" ty="254000" sx="100000" sy="100000" flip="none" algn="bl"/>
          </a:blipFill>
        </p:spPr>
        <p:txBody>
          <a:bodyPr>
            <a:normAutofit/>
          </a:bodyPr>
          <a:lstStyle>
            <a:lvl1pPr marL="0" indent="0">
              <a:buNone/>
              <a:defRPr sz="100">
                <a:noFill/>
              </a:defRPr>
            </a:lvl1pPr>
          </a:lstStyle>
          <a:p>
            <a:pPr lvl="0"/>
            <a:endParaRPr lang="en-US"/>
          </a:p>
        </p:txBody>
      </p:sp>
      <p:sp>
        <p:nvSpPr>
          <p:cNvPr id="6" name="Text Placeholder 25">
            <a:extLst>
              <a:ext uri="{FF2B5EF4-FFF2-40B4-BE49-F238E27FC236}">
                <a16:creationId xmlns:a16="http://schemas.microsoft.com/office/drawing/2014/main" id="{9EF6E404-308D-9EE7-A32F-B074DF9751D2}"/>
              </a:ext>
            </a:extLst>
          </p:cNvPr>
          <p:cNvSpPr>
            <a:spLocks noGrp="1"/>
          </p:cNvSpPr>
          <p:nvPr>
            <p:ph type="body" sz="quarter" idx="23"/>
          </p:nvPr>
        </p:nvSpPr>
        <p:spPr>
          <a:xfrm>
            <a:off x="723900" y="2162002"/>
            <a:ext cx="817558" cy="981247"/>
          </a:xfrm>
          <a:blipFill dpi="0" rotWithShape="1">
            <a:blip r:embed="rId4"/>
            <a:srcRect/>
            <a:tile tx="-203200" ty="254000" sx="100000" sy="100000" flip="none" algn="bl"/>
          </a:blipFill>
        </p:spPr>
        <p:txBody>
          <a:bodyPr>
            <a:normAutofit/>
          </a:bodyPr>
          <a:lstStyle>
            <a:lvl1pPr marL="0" indent="0">
              <a:buNone/>
              <a:defRPr sz="100">
                <a:noFill/>
              </a:defRPr>
            </a:lvl1pPr>
          </a:lstStyle>
          <a:p>
            <a:pPr lvl="0"/>
            <a:endParaRPr lang="en-US"/>
          </a:p>
        </p:txBody>
      </p:sp>
      <p:sp>
        <p:nvSpPr>
          <p:cNvPr id="11" name="Text Placeholder 25">
            <a:extLst>
              <a:ext uri="{FF2B5EF4-FFF2-40B4-BE49-F238E27FC236}">
                <a16:creationId xmlns:a16="http://schemas.microsoft.com/office/drawing/2014/main" id="{88C97DFB-235C-F9C3-9930-FDC5D29F61C6}"/>
              </a:ext>
            </a:extLst>
          </p:cNvPr>
          <p:cNvSpPr>
            <a:spLocks noGrp="1"/>
          </p:cNvSpPr>
          <p:nvPr>
            <p:ph type="body" sz="quarter" idx="42"/>
          </p:nvPr>
        </p:nvSpPr>
        <p:spPr>
          <a:xfrm>
            <a:off x="9142421" y="2114159"/>
            <a:ext cx="839779" cy="1029090"/>
          </a:xfrm>
          <a:blipFill dpi="0" rotWithShape="1">
            <a:blip r:embed="rId5"/>
            <a:srcRect/>
            <a:tile tx="-114300" ty="247650" sx="100000" sy="100000" flip="none" algn="bl"/>
          </a:blipFill>
        </p:spPr>
        <p:txBody>
          <a:bodyPr>
            <a:normAutofit/>
          </a:bodyPr>
          <a:lstStyle>
            <a:lvl1pPr marL="0" indent="0">
              <a:buNone/>
              <a:defRPr sz="100">
                <a:noFill/>
              </a:defRPr>
            </a:lvl1pPr>
          </a:lstStyle>
          <a:p>
            <a:pPr lvl="0"/>
            <a:endParaRPr lang="en-US"/>
          </a:p>
        </p:txBody>
      </p:sp>
      <p:cxnSp>
        <p:nvCxnSpPr>
          <p:cNvPr id="12" name="Straight Connector 11">
            <a:extLst>
              <a:ext uri="{FF2B5EF4-FFF2-40B4-BE49-F238E27FC236}">
                <a16:creationId xmlns:a16="http://schemas.microsoft.com/office/drawing/2014/main" id="{3A766672-D9F5-35E5-B6AF-0ED591ABCED9}"/>
              </a:ext>
            </a:extLst>
          </p:cNvPr>
          <p:cNvCxnSpPr/>
          <p:nvPr userDrawn="1"/>
        </p:nvCxnSpPr>
        <p:spPr>
          <a:xfrm>
            <a:off x="3181350" y="1943100"/>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BA2426-A4AD-42A8-AF32-7661A8D1F9D1}"/>
              </a:ext>
            </a:extLst>
          </p:cNvPr>
          <p:cNvCxnSpPr/>
          <p:nvPr userDrawn="1"/>
        </p:nvCxnSpPr>
        <p:spPr>
          <a:xfrm>
            <a:off x="5981700" y="195391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5A47060-22E2-DC87-76A0-348B400EC4B0}"/>
              </a:ext>
            </a:extLst>
          </p:cNvPr>
          <p:cNvCxnSpPr/>
          <p:nvPr userDrawn="1"/>
        </p:nvCxnSpPr>
        <p:spPr>
          <a:xfrm>
            <a:off x="8782050" y="1943100"/>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45212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1788">
          <p15:clr>
            <a:srgbClr val="5ACBF0"/>
          </p15:clr>
        </p15:guide>
        <p15:guide id="2" pos="2220">
          <p15:clr>
            <a:srgbClr val="5ACBF0"/>
          </p15:clr>
        </p15:guide>
        <p15:guide id="3" pos="3552">
          <p15:clr>
            <a:srgbClr val="5ACBF0"/>
          </p15:clr>
        </p15:guide>
        <p15:guide id="4" pos="3984">
          <p15:clr>
            <a:srgbClr val="5ACBF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4" orient="horz" pos="2412">
          <p15:clr>
            <a:srgbClr val="9FCC3B"/>
          </p15:clr>
        </p15:guide>
        <p15:guide id="17" orient="horz" pos="1944">
          <p15:clr>
            <a:srgbClr val="9FCC3B"/>
          </p15:clr>
        </p15:guide>
        <p15:guide id="23" pos="5316">
          <p15:clr>
            <a:srgbClr val="5ACBF0"/>
          </p15:clr>
        </p15:guide>
        <p15:guide id="24" pos="5748">
          <p15:clr>
            <a:srgbClr val="5ACBF0"/>
          </p15:clr>
        </p15:guide>
        <p15:guide id="25" orient="horz" pos="2556">
          <p15:clr>
            <a:srgbClr val="5ACBF0"/>
          </p15:clr>
        </p15:guide>
        <p15:guide id="26" pos="2004">
          <p15:clr>
            <a:srgbClr val="FBAE40"/>
          </p15:clr>
        </p15:guide>
        <p15:guide id="27" pos="3768">
          <p15:clr>
            <a:srgbClr val="FBAE40"/>
          </p15:clr>
        </p15:guide>
        <p15:guide id="28" pos="553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Four Cards">
    <p:spTree>
      <p:nvGrpSpPr>
        <p:cNvPr id="1" name=""/>
        <p:cNvGrpSpPr/>
        <p:nvPr/>
      </p:nvGrpSpPr>
      <p:grpSpPr>
        <a:xfrm>
          <a:off x="0" y="0"/>
          <a:ext cx="0" cy="0"/>
          <a:chOff x="0" y="0"/>
          <a:chExt cx="0" cy="0"/>
        </a:xfrm>
      </p:grpSpPr>
      <p:sp>
        <p:nvSpPr>
          <p:cNvPr id="57" name="Text Placeholder 56">
            <a:extLst>
              <a:ext uri="{FF2B5EF4-FFF2-40B4-BE49-F238E27FC236}">
                <a16:creationId xmlns:a16="http://schemas.microsoft.com/office/drawing/2014/main" id="{D2E0C6C8-ACA5-F8DC-1AA8-9D5F4D115C70}"/>
              </a:ext>
            </a:extLst>
          </p:cNvPr>
          <p:cNvSpPr>
            <a:spLocks noGrp="1"/>
          </p:cNvSpPr>
          <p:nvPr>
            <p:ph type="body" sz="quarter" idx="53"/>
          </p:nvPr>
        </p:nvSpPr>
        <p:spPr>
          <a:xfrm>
            <a:off x="8785644"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53" name="Date Placeholder 52">
            <a:extLst>
              <a:ext uri="{FF2B5EF4-FFF2-40B4-BE49-F238E27FC236}">
                <a16:creationId xmlns:a16="http://schemas.microsoft.com/office/drawing/2014/main" id="{CBDAD46A-D724-5318-3A54-62F5A8518DD3}"/>
              </a:ext>
            </a:extLst>
          </p:cNvPr>
          <p:cNvSpPr>
            <a:spLocks noGrp="1"/>
          </p:cNvSpPr>
          <p:nvPr>
            <p:ph type="dt" sz="half" idx="37"/>
          </p:nvPr>
        </p:nvSpPr>
        <p:spPr/>
        <p:txBody>
          <a:bodyPr/>
          <a:lstStyle/>
          <a:p>
            <a:r>
              <a:rPr lang="en-US"/>
              <a:t>Microsoft confidential</a:t>
            </a:r>
          </a:p>
        </p:txBody>
      </p:sp>
      <p:sp>
        <p:nvSpPr>
          <p:cNvPr id="54" name="Footer Placeholder 53">
            <a:extLst>
              <a:ext uri="{FF2B5EF4-FFF2-40B4-BE49-F238E27FC236}">
                <a16:creationId xmlns:a16="http://schemas.microsoft.com/office/drawing/2014/main" id="{4E1810F9-AD59-1E5A-7B32-9758486BB3A1}"/>
              </a:ext>
            </a:extLst>
          </p:cNvPr>
          <p:cNvSpPr>
            <a:spLocks noGrp="1"/>
          </p:cNvSpPr>
          <p:nvPr>
            <p:ph type="ftr" sz="quarter" idx="38"/>
          </p:nvPr>
        </p:nvSpPr>
        <p:spPr/>
        <p:txBody>
          <a:bodyPr/>
          <a:lstStyle/>
          <a:p>
            <a:r>
              <a:rPr lang="en-US"/>
              <a:t>Creating a scalable conversational UX</a:t>
            </a:r>
          </a:p>
        </p:txBody>
      </p:sp>
      <p:sp>
        <p:nvSpPr>
          <p:cNvPr id="55" name="Slide Number Placeholder 54">
            <a:extLst>
              <a:ext uri="{FF2B5EF4-FFF2-40B4-BE49-F238E27FC236}">
                <a16:creationId xmlns:a16="http://schemas.microsoft.com/office/drawing/2014/main" id="{251CDA23-7780-6CF6-D5F0-ABD49E4EC257}"/>
              </a:ext>
            </a:extLst>
          </p:cNvPr>
          <p:cNvSpPr>
            <a:spLocks noGrp="1"/>
          </p:cNvSpPr>
          <p:nvPr>
            <p:ph type="sldNum" sz="quarter" idx="39"/>
          </p:nvPr>
        </p:nvSpPr>
        <p:spPr/>
        <p:txBody>
          <a:bodyPr/>
          <a:lstStyle/>
          <a:p>
            <a:fld id="{9406BE13-FF2C-3A41-A53B-D6BC2DDA0AE5}" type="slidenum">
              <a:rPr lang="en-US" smtClean="0"/>
              <a:pPr/>
              <a:t>‹#›</a:t>
            </a:fld>
            <a:endParaRPr lang="en-US">
              <a:solidFill>
                <a:schemeClr val="bg1">
                  <a:lumMod val="85000"/>
                </a:schemeClr>
              </a:solidFill>
            </a:endParaRPr>
          </a:p>
        </p:txBody>
      </p:sp>
      <p:sp>
        <p:nvSpPr>
          <p:cNvPr id="60" name="Text Placeholder 59">
            <a:extLst>
              <a:ext uri="{FF2B5EF4-FFF2-40B4-BE49-F238E27FC236}">
                <a16:creationId xmlns:a16="http://schemas.microsoft.com/office/drawing/2014/main" id="{51AE8175-0D90-6F79-9406-82C8BB9FEC87}"/>
              </a:ext>
            </a:extLst>
          </p:cNvPr>
          <p:cNvSpPr>
            <a:spLocks noGrp="1"/>
          </p:cNvSpPr>
          <p:nvPr>
            <p:ph type="body" sz="quarter" idx="51" hasCustomPrompt="1"/>
          </p:nvPr>
        </p:nvSpPr>
        <p:spPr>
          <a:xfrm>
            <a:off x="8785644"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0">
                <a:srgbClr val="BA2E73"/>
              </a:gs>
              <a:gs pos="100000">
                <a:srgbClr val="B62D70"/>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61" name="Text Placeholder 60">
            <a:extLst>
              <a:ext uri="{FF2B5EF4-FFF2-40B4-BE49-F238E27FC236}">
                <a16:creationId xmlns:a16="http://schemas.microsoft.com/office/drawing/2014/main" id="{7409294D-F189-F3AC-CF7F-36B9A3071891}"/>
              </a:ext>
            </a:extLst>
          </p:cNvPr>
          <p:cNvSpPr>
            <a:spLocks noGrp="1"/>
          </p:cNvSpPr>
          <p:nvPr>
            <p:ph type="body" sz="quarter" idx="52" hasCustomPrompt="1"/>
          </p:nvPr>
        </p:nvSpPr>
        <p:spPr>
          <a:xfrm>
            <a:off x="8785644"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63" name="Picture Placeholder 62">
            <a:extLst>
              <a:ext uri="{FF2B5EF4-FFF2-40B4-BE49-F238E27FC236}">
                <a16:creationId xmlns:a16="http://schemas.microsoft.com/office/drawing/2014/main" id="{5A4A65E7-0BEC-A026-7371-67C99424C02E}"/>
              </a:ext>
            </a:extLst>
          </p:cNvPr>
          <p:cNvSpPr>
            <a:spLocks noGrp="1"/>
          </p:cNvSpPr>
          <p:nvPr>
            <p:ph type="pic" sz="quarter" idx="54"/>
          </p:nvPr>
        </p:nvSpPr>
        <p:spPr>
          <a:xfrm>
            <a:off x="8785644" y="2857500"/>
            <a:ext cx="2457450" cy="2628900"/>
          </a:xfrm>
        </p:spPr>
        <p:txBody>
          <a:bodyPr/>
          <a:lstStyle/>
          <a:p>
            <a:endParaRPr lang="en-US"/>
          </a:p>
        </p:txBody>
      </p:sp>
      <p:sp>
        <p:nvSpPr>
          <p:cNvPr id="68" name="Text Placeholder 67">
            <a:extLst>
              <a:ext uri="{FF2B5EF4-FFF2-40B4-BE49-F238E27FC236}">
                <a16:creationId xmlns:a16="http://schemas.microsoft.com/office/drawing/2014/main" id="{3E76F6CB-7D5E-ED7B-685B-9B61E8B60090}"/>
              </a:ext>
            </a:extLst>
          </p:cNvPr>
          <p:cNvSpPr>
            <a:spLocks noGrp="1"/>
          </p:cNvSpPr>
          <p:nvPr>
            <p:ph type="body" sz="quarter" idx="55"/>
          </p:nvPr>
        </p:nvSpPr>
        <p:spPr>
          <a:xfrm>
            <a:off x="6096000"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69" name="Text Placeholder 68">
            <a:extLst>
              <a:ext uri="{FF2B5EF4-FFF2-40B4-BE49-F238E27FC236}">
                <a16:creationId xmlns:a16="http://schemas.microsoft.com/office/drawing/2014/main" id="{7E9CA36F-FEE9-4AD0-E9AF-22FAFAF8B885}"/>
              </a:ext>
            </a:extLst>
          </p:cNvPr>
          <p:cNvSpPr>
            <a:spLocks noGrp="1"/>
          </p:cNvSpPr>
          <p:nvPr>
            <p:ph type="body" sz="quarter" idx="56" hasCustomPrompt="1"/>
          </p:nvPr>
        </p:nvSpPr>
        <p:spPr>
          <a:xfrm>
            <a:off x="6096000"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B72D71"/>
              </a:gs>
              <a:gs pos="0">
                <a:srgbClr val="BD2F76"/>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70" name="Text Placeholder 69">
            <a:extLst>
              <a:ext uri="{FF2B5EF4-FFF2-40B4-BE49-F238E27FC236}">
                <a16:creationId xmlns:a16="http://schemas.microsoft.com/office/drawing/2014/main" id="{7BB92E94-A24A-0A58-4D2E-E3C397CEE264}"/>
              </a:ext>
            </a:extLst>
          </p:cNvPr>
          <p:cNvSpPr>
            <a:spLocks noGrp="1"/>
          </p:cNvSpPr>
          <p:nvPr>
            <p:ph type="body" sz="quarter" idx="57" hasCustomPrompt="1"/>
          </p:nvPr>
        </p:nvSpPr>
        <p:spPr>
          <a:xfrm>
            <a:off x="6096000"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71" name="Picture Placeholder 62">
            <a:extLst>
              <a:ext uri="{FF2B5EF4-FFF2-40B4-BE49-F238E27FC236}">
                <a16:creationId xmlns:a16="http://schemas.microsoft.com/office/drawing/2014/main" id="{43804906-01A0-41C1-4F2B-C2C589C1895B}"/>
              </a:ext>
            </a:extLst>
          </p:cNvPr>
          <p:cNvSpPr>
            <a:spLocks noGrp="1"/>
          </p:cNvSpPr>
          <p:nvPr>
            <p:ph type="pic" sz="quarter" idx="58"/>
          </p:nvPr>
        </p:nvSpPr>
        <p:spPr>
          <a:xfrm>
            <a:off x="6096000" y="2857500"/>
            <a:ext cx="2457450" cy="2628900"/>
          </a:xfrm>
        </p:spPr>
        <p:txBody>
          <a:bodyPr/>
          <a:lstStyle/>
          <a:p>
            <a:endParaRPr lang="en-US"/>
          </a:p>
        </p:txBody>
      </p:sp>
      <p:sp>
        <p:nvSpPr>
          <p:cNvPr id="72" name="Text Placeholder 71">
            <a:extLst>
              <a:ext uri="{FF2B5EF4-FFF2-40B4-BE49-F238E27FC236}">
                <a16:creationId xmlns:a16="http://schemas.microsoft.com/office/drawing/2014/main" id="{51AC82D9-FEEC-29A8-A580-DF87C21FD165}"/>
              </a:ext>
            </a:extLst>
          </p:cNvPr>
          <p:cNvSpPr>
            <a:spLocks noGrp="1"/>
          </p:cNvSpPr>
          <p:nvPr>
            <p:ph type="body" sz="quarter" idx="59"/>
          </p:nvPr>
        </p:nvSpPr>
        <p:spPr>
          <a:xfrm>
            <a:off x="3413544"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73" name="Text Placeholder 72">
            <a:extLst>
              <a:ext uri="{FF2B5EF4-FFF2-40B4-BE49-F238E27FC236}">
                <a16:creationId xmlns:a16="http://schemas.microsoft.com/office/drawing/2014/main" id="{8BA6EB89-34C3-8B0F-3935-088A3BD6C266}"/>
              </a:ext>
            </a:extLst>
          </p:cNvPr>
          <p:cNvSpPr>
            <a:spLocks noGrp="1"/>
          </p:cNvSpPr>
          <p:nvPr>
            <p:ph type="body" sz="quarter" idx="60" hasCustomPrompt="1"/>
          </p:nvPr>
        </p:nvSpPr>
        <p:spPr>
          <a:xfrm>
            <a:off x="3413544"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0">
                <a:srgbClr val="C3307A"/>
              </a:gs>
              <a:gs pos="100000">
                <a:srgbClr val="BD2F76"/>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74" name="Text Placeholder 73">
            <a:extLst>
              <a:ext uri="{FF2B5EF4-FFF2-40B4-BE49-F238E27FC236}">
                <a16:creationId xmlns:a16="http://schemas.microsoft.com/office/drawing/2014/main" id="{4D68BEC3-3269-7117-D9F0-7F22EFF42789}"/>
              </a:ext>
            </a:extLst>
          </p:cNvPr>
          <p:cNvSpPr>
            <a:spLocks noGrp="1"/>
          </p:cNvSpPr>
          <p:nvPr>
            <p:ph type="body" sz="quarter" idx="61" hasCustomPrompt="1"/>
          </p:nvPr>
        </p:nvSpPr>
        <p:spPr>
          <a:xfrm>
            <a:off x="3413544"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75" name="Picture Placeholder 62">
            <a:extLst>
              <a:ext uri="{FF2B5EF4-FFF2-40B4-BE49-F238E27FC236}">
                <a16:creationId xmlns:a16="http://schemas.microsoft.com/office/drawing/2014/main" id="{72A31A62-1E3B-E964-EF63-4AAB0629F633}"/>
              </a:ext>
            </a:extLst>
          </p:cNvPr>
          <p:cNvSpPr>
            <a:spLocks noGrp="1"/>
          </p:cNvSpPr>
          <p:nvPr>
            <p:ph type="pic" sz="quarter" idx="62"/>
          </p:nvPr>
        </p:nvSpPr>
        <p:spPr>
          <a:xfrm>
            <a:off x="3413544" y="2857500"/>
            <a:ext cx="2457450" cy="2628900"/>
          </a:xfrm>
        </p:spPr>
        <p:txBody>
          <a:bodyPr/>
          <a:lstStyle/>
          <a:p>
            <a:endParaRPr lang="en-US"/>
          </a:p>
        </p:txBody>
      </p:sp>
      <p:sp>
        <p:nvSpPr>
          <p:cNvPr id="76" name="Text Placeholder 75">
            <a:extLst>
              <a:ext uri="{FF2B5EF4-FFF2-40B4-BE49-F238E27FC236}">
                <a16:creationId xmlns:a16="http://schemas.microsoft.com/office/drawing/2014/main" id="{3AAF3C26-79AA-51C5-070E-31E0F374B773}"/>
              </a:ext>
            </a:extLst>
          </p:cNvPr>
          <p:cNvSpPr>
            <a:spLocks noGrp="1"/>
          </p:cNvSpPr>
          <p:nvPr>
            <p:ph type="body" sz="quarter" idx="63"/>
          </p:nvPr>
        </p:nvSpPr>
        <p:spPr>
          <a:xfrm>
            <a:off x="727494" y="2088510"/>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1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77" name="Text Placeholder 76">
            <a:extLst>
              <a:ext uri="{FF2B5EF4-FFF2-40B4-BE49-F238E27FC236}">
                <a16:creationId xmlns:a16="http://schemas.microsoft.com/office/drawing/2014/main" id="{613C2584-7698-DEC7-4B88-F857A5478315}"/>
              </a:ext>
            </a:extLst>
          </p:cNvPr>
          <p:cNvSpPr>
            <a:spLocks noGrp="1"/>
          </p:cNvSpPr>
          <p:nvPr>
            <p:ph type="body" sz="quarter" idx="64" hasCustomPrompt="1"/>
          </p:nvPr>
        </p:nvSpPr>
        <p:spPr>
          <a:xfrm>
            <a:off x="727494" y="2088510"/>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C3307A"/>
              </a:gs>
              <a:gs pos="0">
                <a:srgbClr val="C8317D"/>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78" name="Text Placeholder 77">
            <a:extLst>
              <a:ext uri="{FF2B5EF4-FFF2-40B4-BE49-F238E27FC236}">
                <a16:creationId xmlns:a16="http://schemas.microsoft.com/office/drawing/2014/main" id="{B9D46C88-1032-9F52-F4A9-64B958B3FDC1}"/>
              </a:ext>
            </a:extLst>
          </p:cNvPr>
          <p:cNvSpPr>
            <a:spLocks noGrp="1"/>
          </p:cNvSpPr>
          <p:nvPr>
            <p:ph type="body" sz="quarter" idx="65" hasCustomPrompt="1"/>
          </p:nvPr>
        </p:nvSpPr>
        <p:spPr>
          <a:xfrm>
            <a:off x="727494" y="5486400"/>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79" name="Picture Placeholder 62">
            <a:extLst>
              <a:ext uri="{FF2B5EF4-FFF2-40B4-BE49-F238E27FC236}">
                <a16:creationId xmlns:a16="http://schemas.microsoft.com/office/drawing/2014/main" id="{FACAA3F0-E6FF-E9BB-47FF-710F966FEA87}"/>
              </a:ext>
            </a:extLst>
          </p:cNvPr>
          <p:cNvSpPr>
            <a:spLocks noGrp="1"/>
          </p:cNvSpPr>
          <p:nvPr>
            <p:ph type="pic" sz="quarter" idx="66"/>
          </p:nvPr>
        </p:nvSpPr>
        <p:spPr>
          <a:xfrm>
            <a:off x="727494" y="2857500"/>
            <a:ext cx="2457450" cy="2628900"/>
          </a:xfrm>
        </p:spPr>
        <p:txBody>
          <a:bodyPr/>
          <a:lstStyle/>
          <a:p>
            <a:endParaRPr lang="en-US"/>
          </a:p>
        </p:txBody>
      </p:sp>
    </p:spTree>
    <p:extLst>
      <p:ext uri="{BB962C8B-B14F-4D97-AF65-F5344CB8AC3E}">
        <p14:creationId xmlns:p14="http://schemas.microsoft.com/office/powerpoint/2010/main" val="150065190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004">
          <p15:clr>
            <a:srgbClr val="FBAE40"/>
          </p15:clr>
        </p15:guide>
        <p15:guide id="2" pos="2148">
          <p15:clr>
            <a:srgbClr val="FBAE40"/>
          </p15:clr>
        </p15:guide>
        <p15:guide id="3" pos="3696">
          <p15:clr>
            <a:srgbClr val="FBAE40"/>
          </p15:clr>
        </p15:guide>
        <p15:guide id="4" pos="3840">
          <p15:clr>
            <a:srgbClr val="FBAE40"/>
          </p15:clr>
        </p15:guide>
        <p15:guide id="8" orient="horz" pos="468">
          <p15:clr>
            <a:srgbClr val="9FCC3B"/>
          </p15:clr>
        </p15:guide>
        <p15:guide id="9" orient="horz" pos="1080">
          <p15:clr>
            <a:srgbClr val="9FCC3B"/>
          </p15:clr>
        </p15:guide>
        <p15:guide id="10" pos="7080">
          <p15:clr>
            <a:srgbClr val="FBAE40"/>
          </p15:clr>
        </p15:guide>
        <p15:guide id="11" orient="horz" pos="3888">
          <p15:clr>
            <a:srgbClr val="FBAE40"/>
          </p15:clr>
        </p15:guide>
        <p15:guide id="14" orient="horz" pos="3456">
          <p15:clr>
            <a:srgbClr val="FBAE40"/>
          </p15:clr>
        </p15:guide>
        <p15:guide id="17" orient="horz" pos="1656">
          <p15:clr>
            <a:srgbClr val="9FCC3B"/>
          </p15:clr>
        </p15:guide>
        <p15:guide id="23" pos="5388">
          <p15:clr>
            <a:srgbClr val="FBAE40"/>
          </p15:clr>
        </p15:guide>
        <p15:guide id="24" pos="5532">
          <p15:clr>
            <a:srgbClr val="FBAE40"/>
          </p15:clr>
        </p15:guide>
        <p15:guide id="25" orient="horz" pos="1944">
          <p15:clr>
            <a:srgbClr val="5ACBF0"/>
          </p15:clr>
        </p15:guide>
        <p15:guide id="26" orient="horz" pos="1800">
          <p15:clr>
            <a:srgbClr val="FBAE40"/>
          </p15:clr>
        </p15:guide>
        <p15:guide id="27" orient="horz" pos="1311">
          <p15:clr>
            <a:srgbClr val="FBAE40"/>
          </p15:clr>
        </p15:guide>
        <p15:guide id="28" orient="horz" pos="3312">
          <p15:clr>
            <a:srgbClr val="5ACBF0"/>
          </p15:clr>
        </p15:guide>
        <p15:guide id="29" orient="horz" pos="3564">
          <p15:clr>
            <a:srgbClr val="5ACBF0"/>
          </p15:clr>
        </p15:guide>
        <p15:guide id="30" orient="horz" pos="3744">
          <p15:clr>
            <a:srgbClr val="5ACBF0"/>
          </p15:clr>
        </p15:guide>
        <p15:guide id="31" pos="636">
          <p15:clr>
            <a:srgbClr val="5ACBF0"/>
          </p15:clr>
        </p15:guide>
        <p15:guide id="32" pos="1824">
          <p15:clr>
            <a:srgbClr val="5ACBF0"/>
          </p15:clr>
        </p15:guide>
        <p15:guide id="33" pos="2328">
          <p15:clr>
            <a:srgbClr val="5ACBF0"/>
          </p15:clr>
        </p15:guide>
        <p15:guide id="34" pos="3516">
          <p15:clr>
            <a:srgbClr val="5ACBF0"/>
          </p15:clr>
        </p15:guide>
        <p15:guide id="35" pos="4020">
          <p15:clr>
            <a:srgbClr val="5ACBF0"/>
          </p15:clr>
        </p15:guide>
        <p15:guide id="36" pos="5208">
          <p15:clr>
            <a:srgbClr val="5ACBF0"/>
          </p15:clr>
        </p15:guide>
        <p15:guide id="37" pos="5712">
          <p15:clr>
            <a:srgbClr val="5ACBF0"/>
          </p15:clr>
        </p15:guide>
        <p15:guide id="38" pos="6900">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839" y="1018911"/>
            <a:ext cx="3192461" cy="775597"/>
          </a:xfrm>
        </p:spPr>
        <p:txBody>
          <a:bodyPr wrap="square" anchor="b">
            <a:spAutoFit/>
          </a:bodyPr>
          <a:lstStyle>
            <a:lvl1pPr>
              <a:defRPr sz="2800"/>
            </a:lvl1pPr>
          </a:lstStyle>
          <a:p>
            <a:r>
              <a:rPr lang="en-US"/>
              <a:t>Click to edit Master title style</a:t>
            </a:r>
          </a:p>
        </p:txBody>
      </p:sp>
      <p:sp>
        <p:nvSpPr>
          <p:cNvPr id="3" name="Content Placeholder 2"/>
          <p:cNvSpPr>
            <a:spLocks noGrp="1"/>
          </p:cNvSpPr>
          <p:nvPr>
            <p:ph idx="1"/>
          </p:nvPr>
        </p:nvSpPr>
        <p:spPr>
          <a:xfrm>
            <a:off x="4838701" y="1085850"/>
            <a:ext cx="6400797" cy="5073993"/>
          </a:xfrm>
        </p:spPr>
        <p:txBody>
          <a:bodyPr>
            <a:normAutofit/>
          </a:bodyPr>
          <a:lstStyle>
            <a:lvl1pPr>
              <a:defRPr sz="2000"/>
            </a:lvl1pPr>
            <a:lvl2pPr>
              <a:lnSpc>
                <a:spcPct val="100000"/>
              </a:lnSpc>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839" y="2000250"/>
            <a:ext cx="3192461" cy="4171950"/>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14">
            <a:extLst>
              <a:ext uri="{FF2B5EF4-FFF2-40B4-BE49-F238E27FC236}">
                <a16:creationId xmlns:a16="http://schemas.microsoft.com/office/drawing/2014/main" id="{76893D5C-FC7B-B26F-C218-1FCB0C1C2C34}"/>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24" name="Date Placeholder 23">
            <a:extLst>
              <a:ext uri="{FF2B5EF4-FFF2-40B4-BE49-F238E27FC236}">
                <a16:creationId xmlns:a16="http://schemas.microsoft.com/office/drawing/2014/main" id="{BD614423-B91B-E2AE-4752-C858EDBEE407}"/>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74FA32EB-85DD-B866-E29D-8E50398E2616}"/>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ABD3CEF5-A0EB-5F14-AB4C-74860D3EFA0B}"/>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cxnSp>
        <p:nvCxnSpPr>
          <p:cNvPr id="27" name="Straight Connector 26">
            <a:extLst>
              <a:ext uri="{FF2B5EF4-FFF2-40B4-BE49-F238E27FC236}">
                <a16:creationId xmlns:a16="http://schemas.microsoft.com/office/drawing/2014/main" id="{01DEA435-BB27-C1B2-638E-237AEFB94840}"/>
              </a:ext>
            </a:extLst>
          </p:cNvPr>
          <p:cNvCxnSpPr>
            <a:cxnSpLocks/>
          </p:cNvCxnSpPr>
          <p:nvPr userDrawn="1"/>
        </p:nvCxnSpPr>
        <p:spPr>
          <a:xfrm>
            <a:off x="4381500" y="1085850"/>
            <a:ext cx="0" cy="5086350"/>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949458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048">
          <p15:clr>
            <a:srgbClr val="5ACBF0"/>
          </p15:clr>
        </p15:guide>
        <p15:guide id="2" pos="2472">
          <p15:clr>
            <a:srgbClr val="5ACBF0"/>
          </p15:clr>
        </p15:guide>
        <p15:guide id="3" orient="horz" pos="1080">
          <p15:clr>
            <a:srgbClr val="9FCC3B"/>
          </p15:clr>
        </p15:guide>
        <p15:guide id="4" orient="horz" pos="468">
          <p15:clr>
            <a:srgbClr val="9FCC3B"/>
          </p15:clr>
        </p15:guide>
        <p15:guide id="5" orient="horz" pos="684">
          <p15:clr>
            <a:srgbClr val="5ACBF0"/>
          </p15:clr>
        </p15:guide>
        <p15:guide id="6" orient="horz" pos="3888">
          <p15:clr>
            <a:srgbClr val="5ACBF0"/>
          </p15:clr>
        </p15:guide>
        <p15:guide id="7" pos="7080">
          <p15:clr>
            <a:srgbClr val="5ACBF0"/>
          </p15:clr>
        </p15:guide>
        <p15:guide id="8" orient="horz" pos="1260">
          <p15:clr>
            <a:srgbClr val="5ACBF0"/>
          </p15:clr>
        </p15:guide>
        <p15:guide id="9" orient="horz" pos="2160">
          <p15:clr>
            <a:srgbClr val="FBAE40"/>
          </p15:clr>
        </p15:guide>
        <p15:guide id="10" pos="276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381500" y="1085850"/>
            <a:ext cx="6858000" cy="50863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itle 1">
            <a:extLst>
              <a:ext uri="{FF2B5EF4-FFF2-40B4-BE49-F238E27FC236}">
                <a16:creationId xmlns:a16="http://schemas.microsoft.com/office/drawing/2014/main" id="{6810C5D6-BE0E-81CA-D041-F375BC16290F}"/>
              </a:ext>
            </a:extLst>
          </p:cNvPr>
          <p:cNvSpPr>
            <a:spLocks noGrp="1"/>
          </p:cNvSpPr>
          <p:nvPr>
            <p:ph type="title"/>
          </p:nvPr>
        </p:nvSpPr>
        <p:spPr>
          <a:xfrm>
            <a:off x="731839" y="1018911"/>
            <a:ext cx="3192461" cy="775597"/>
          </a:xfrm>
        </p:spPr>
        <p:txBody>
          <a:bodyPr anchor="b">
            <a:sp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2C686E56-D7FD-ADB2-F8E0-67414A061562}"/>
              </a:ext>
            </a:extLst>
          </p:cNvPr>
          <p:cNvSpPr>
            <a:spLocks noGrp="1"/>
          </p:cNvSpPr>
          <p:nvPr>
            <p:ph type="body" sz="half" idx="2"/>
          </p:nvPr>
        </p:nvSpPr>
        <p:spPr>
          <a:xfrm>
            <a:off x="731839" y="2003674"/>
            <a:ext cx="3192461" cy="4168526"/>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14">
            <a:extLst>
              <a:ext uri="{FF2B5EF4-FFF2-40B4-BE49-F238E27FC236}">
                <a16:creationId xmlns:a16="http://schemas.microsoft.com/office/drawing/2014/main" id="{AD78403F-9C73-9352-18B8-6B5744A60562}"/>
              </a:ext>
            </a:extLst>
          </p:cNvPr>
          <p:cNvSpPr>
            <a:spLocks noGrp="1"/>
          </p:cNvSpPr>
          <p:nvPr>
            <p:ph type="body" sz="quarter" idx="13" hasCustomPrompt="1"/>
          </p:nvPr>
        </p:nvSpPr>
        <p:spPr>
          <a:xfrm>
            <a:off x="723900" y="523101"/>
            <a:ext cx="10515598" cy="276999"/>
          </a:xfrm>
        </p:spPr>
        <p:txBody>
          <a:bodyPr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21" name="Date Placeholder 20">
            <a:extLst>
              <a:ext uri="{FF2B5EF4-FFF2-40B4-BE49-F238E27FC236}">
                <a16:creationId xmlns:a16="http://schemas.microsoft.com/office/drawing/2014/main" id="{A8D2097C-9E92-9D50-CDAA-D366F692199B}"/>
              </a:ext>
            </a:extLst>
          </p:cNvPr>
          <p:cNvSpPr>
            <a:spLocks noGrp="1"/>
          </p:cNvSpPr>
          <p:nvPr>
            <p:ph type="dt" sz="half" idx="14"/>
          </p:nvPr>
        </p:nvSpPr>
        <p:spPr/>
        <p:txBody>
          <a:bodyPr/>
          <a:lstStyle/>
          <a:p>
            <a:r>
              <a:rPr lang="en-US"/>
              <a:t>Microsoft confidential</a:t>
            </a:r>
          </a:p>
        </p:txBody>
      </p:sp>
      <p:sp>
        <p:nvSpPr>
          <p:cNvPr id="22" name="Footer Placeholder 21">
            <a:extLst>
              <a:ext uri="{FF2B5EF4-FFF2-40B4-BE49-F238E27FC236}">
                <a16:creationId xmlns:a16="http://schemas.microsoft.com/office/drawing/2014/main" id="{1F7B70CE-844B-A67E-8FB6-17C0E871D432}"/>
              </a:ext>
            </a:extLst>
          </p:cNvPr>
          <p:cNvSpPr>
            <a:spLocks noGrp="1"/>
          </p:cNvSpPr>
          <p:nvPr>
            <p:ph type="ftr" sz="quarter" idx="15"/>
          </p:nvPr>
        </p:nvSpPr>
        <p:spPr/>
        <p:txBody>
          <a:bodyPr/>
          <a:lstStyle/>
          <a:p>
            <a:r>
              <a:rPr lang="en-US"/>
              <a:t>Creating a scalable conversational UX</a:t>
            </a:r>
          </a:p>
        </p:txBody>
      </p:sp>
      <p:sp>
        <p:nvSpPr>
          <p:cNvPr id="23" name="Slide Number Placeholder 22">
            <a:extLst>
              <a:ext uri="{FF2B5EF4-FFF2-40B4-BE49-F238E27FC236}">
                <a16:creationId xmlns:a16="http://schemas.microsoft.com/office/drawing/2014/main" id="{67851276-2BCB-1F58-AE5E-1036302CE353}"/>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357789740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472">
          <p15:clr>
            <a:srgbClr val="5ACBF0"/>
          </p15:clr>
        </p15:guide>
        <p15:guide id="3" orient="horz" pos="468">
          <p15:clr>
            <a:srgbClr val="9FCC3B"/>
          </p15:clr>
        </p15:guide>
        <p15:guide id="4" orient="horz" pos="1080">
          <p15:clr>
            <a:srgbClr val="9FCC3B"/>
          </p15:clr>
        </p15:guide>
        <p15:guide id="5" orient="horz" pos="1260">
          <p15:clr>
            <a:srgbClr val="5ACBF0"/>
          </p15:clr>
        </p15:guide>
        <p15:guide id="6" orient="horz" pos="3888">
          <p15:clr>
            <a:srgbClr val="5ACBF0"/>
          </p15:clr>
        </p15:guide>
        <p15:guide id="7" pos="7080">
          <p15:clr>
            <a:srgbClr val="5ACBF0"/>
          </p15:clr>
        </p15:guide>
        <p15:guide id="8" orient="horz" pos="684">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Finding with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0" name="Content Placeholder 3">
            <a:extLst>
              <a:ext uri="{FF2B5EF4-FFF2-40B4-BE49-F238E27FC236}">
                <a16:creationId xmlns:a16="http://schemas.microsoft.com/office/drawing/2014/main" id="{2E499ABE-434C-C083-DDBE-98CC0F6592A2}"/>
              </a:ext>
            </a:extLst>
          </p:cNvPr>
          <p:cNvSpPr>
            <a:spLocks noGrp="1"/>
          </p:cNvSpPr>
          <p:nvPr>
            <p:ph sz="half" idx="2"/>
          </p:nvPr>
        </p:nvSpPr>
        <p:spPr>
          <a:xfrm>
            <a:off x="4381500" y="2015288"/>
            <a:ext cx="6858000" cy="4156912"/>
          </a:xfrm>
        </p:spPr>
        <p:txBody>
          <a:bodyPr>
            <a:normAutofit/>
          </a:bodyPr>
          <a:lstStyle>
            <a:lvl1pPr algn="l">
              <a:lnSpc>
                <a:spcPct val="90000"/>
              </a:lnSpc>
              <a:defRPr sz="2000"/>
            </a:lvl1pPr>
            <a:lvl2pPr algn="l">
              <a:lnSpc>
                <a:spcPct val="90000"/>
              </a:lnSpc>
              <a:defRPr sz="1800"/>
            </a:lvl2pPr>
            <a:lvl3pPr algn="l">
              <a:lnSpc>
                <a:spcPct val="90000"/>
              </a:lnSpc>
              <a:defRPr sz="1600"/>
            </a:lvl3pPr>
            <a:lvl4pPr algn="l">
              <a:lnSpc>
                <a:spcPct val="90000"/>
              </a:lnSpc>
              <a:defRPr sz="1400"/>
            </a:lvl4pPr>
            <a:lvl5pPr algn="l">
              <a:lnSpc>
                <a:spcPct val="9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14">
            <a:extLst>
              <a:ext uri="{FF2B5EF4-FFF2-40B4-BE49-F238E27FC236}">
                <a16:creationId xmlns:a16="http://schemas.microsoft.com/office/drawing/2014/main" id="{E5399AA5-E3F2-CA8C-9D65-50078D801F4A}"/>
              </a:ext>
            </a:extLst>
          </p:cNvPr>
          <p:cNvSpPr>
            <a:spLocks noGrp="1"/>
          </p:cNvSpPr>
          <p:nvPr>
            <p:ph type="body" sz="quarter" idx="17" hasCustomPrompt="1"/>
          </p:nvPr>
        </p:nvSpPr>
        <p:spPr>
          <a:xfrm>
            <a:off x="43815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15334883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Finding with 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Content Placeholder 2">
            <a:extLst>
              <a:ext uri="{FF2B5EF4-FFF2-40B4-BE49-F238E27FC236}">
                <a16:creationId xmlns:a16="http://schemas.microsoft.com/office/drawing/2014/main" id="{E109A60F-7B93-5741-913E-0B35A3BADCB7}"/>
              </a:ext>
            </a:extLst>
          </p:cNvPr>
          <p:cNvSpPr>
            <a:spLocks noGrp="1"/>
          </p:cNvSpPr>
          <p:nvPr>
            <p:ph sz="half" idx="1"/>
          </p:nvPr>
        </p:nvSpPr>
        <p:spPr>
          <a:xfrm>
            <a:off x="4378485" y="2000250"/>
            <a:ext cx="3260565"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56B0688-427C-2240-F3D8-AE3DF18FABB2}"/>
              </a:ext>
            </a:extLst>
          </p:cNvPr>
          <p:cNvSpPr>
            <a:spLocks noGrp="1"/>
          </p:cNvSpPr>
          <p:nvPr>
            <p:ph sz="half" idx="2"/>
          </p:nvPr>
        </p:nvSpPr>
        <p:spPr>
          <a:xfrm>
            <a:off x="7981951" y="2000250"/>
            <a:ext cx="3257550"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4">
            <a:extLst>
              <a:ext uri="{FF2B5EF4-FFF2-40B4-BE49-F238E27FC236}">
                <a16:creationId xmlns:a16="http://schemas.microsoft.com/office/drawing/2014/main" id="{46B26563-4C9A-F5EC-A867-B2A6790BF795}"/>
              </a:ext>
            </a:extLst>
          </p:cNvPr>
          <p:cNvSpPr>
            <a:spLocks noGrp="1"/>
          </p:cNvSpPr>
          <p:nvPr>
            <p:ph type="body" sz="quarter" idx="17" hasCustomPrompt="1"/>
          </p:nvPr>
        </p:nvSpPr>
        <p:spPr>
          <a:xfrm>
            <a:off x="43815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28394686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guide id="9" pos="4812">
          <p15:clr>
            <a:srgbClr val="5ACBF0"/>
          </p15:clr>
        </p15:guide>
        <p15:guide id="10" pos="5028">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Finding with Comparis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4" name="Text Placeholder 2">
            <a:extLst>
              <a:ext uri="{FF2B5EF4-FFF2-40B4-BE49-F238E27FC236}">
                <a16:creationId xmlns:a16="http://schemas.microsoft.com/office/drawing/2014/main" id="{5686D7E8-691F-D565-3697-A402F4125DC4}"/>
              </a:ext>
            </a:extLst>
          </p:cNvPr>
          <p:cNvSpPr>
            <a:spLocks noGrp="1"/>
          </p:cNvSpPr>
          <p:nvPr>
            <p:ph type="body" idx="1"/>
          </p:nvPr>
        </p:nvSpPr>
        <p:spPr>
          <a:xfrm>
            <a:off x="4389439" y="2263972"/>
            <a:ext cx="3252408"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7" name="Content Placeholder 3">
            <a:extLst>
              <a:ext uri="{FF2B5EF4-FFF2-40B4-BE49-F238E27FC236}">
                <a16:creationId xmlns:a16="http://schemas.microsoft.com/office/drawing/2014/main" id="{1B9D03D2-357B-CD0E-65C4-7313342CA8A4}"/>
              </a:ext>
            </a:extLst>
          </p:cNvPr>
          <p:cNvSpPr>
            <a:spLocks noGrp="1"/>
          </p:cNvSpPr>
          <p:nvPr>
            <p:ph sz="half" idx="2"/>
          </p:nvPr>
        </p:nvSpPr>
        <p:spPr>
          <a:xfrm>
            <a:off x="4381501" y="2628900"/>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543707D-F2D3-CC26-FF7B-70B385ED9872}"/>
              </a:ext>
            </a:extLst>
          </p:cNvPr>
          <p:cNvSpPr>
            <a:spLocks noGrp="1"/>
          </p:cNvSpPr>
          <p:nvPr>
            <p:ph type="body" sz="quarter" idx="3"/>
          </p:nvPr>
        </p:nvSpPr>
        <p:spPr>
          <a:xfrm>
            <a:off x="7981950" y="2263972"/>
            <a:ext cx="3257550"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10" name="Content Placeholder 5">
            <a:extLst>
              <a:ext uri="{FF2B5EF4-FFF2-40B4-BE49-F238E27FC236}">
                <a16:creationId xmlns:a16="http://schemas.microsoft.com/office/drawing/2014/main" id="{54E48CD0-F4DA-B27A-9949-5BE1E8FBA773}"/>
              </a:ext>
            </a:extLst>
          </p:cNvPr>
          <p:cNvSpPr>
            <a:spLocks noGrp="1"/>
          </p:cNvSpPr>
          <p:nvPr>
            <p:ph sz="quarter" idx="4"/>
          </p:nvPr>
        </p:nvSpPr>
        <p:spPr>
          <a:xfrm>
            <a:off x="7981950" y="2628900"/>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4">
            <a:extLst>
              <a:ext uri="{FF2B5EF4-FFF2-40B4-BE49-F238E27FC236}">
                <a16:creationId xmlns:a16="http://schemas.microsoft.com/office/drawing/2014/main" id="{48D1CFCE-D279-4337-2ADD-2117950037DB}"/>
              </a:ext>
            </a:extLst>
          </p:cNvPr>
          <p:cNvSpPr>
            <a:spLocks noGrp="1"/>
          </p:cNvSpPr>
          <p:nvPr>
            <p:ph type="body" sz="quarter" idx="17" hasCustomPrompt="1"/>
          </p:nvPr>
        </p:nvSpPr>
        <p:spPr>
          <a:xfrm>
            <a:off x="43815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217146713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guide id="9" pos="4812">
          <p15:clr>
            <a:srgbClr val="5ACBF0"/>
          </p15:clr>
        </p15:guide>
        <p15:guide id="10" pos="5028">
          <p15:clr>
            <a:srgbClr val="5ACBF0"/>
          </p15:clr>
        </p15:guide>
        <p15:guide id="11" orient="horz" pos="1584">
          <p15:clr>
            <a:srgbClr val="9FCC3B"/>
          </p15:clr>
        </p15:guide>
        <p15:guide id="12" orient="horz" pos="162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Finding with Two Card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2"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7CCE25E7-A642-8476-CF51-7E111CFC1403}"/>
              </a:ext>
            </a:extLst>
          </p:cNvPr>
          <p:cNvSpPr>
            <a:spLocks noGrp="1"/>
          </p:cNvSpPr>
          <p:nvPr>
            <p:ph type="dt" sz="half" idx="14"/>
          </p:nvPr>
        </p:nvSpPr>
        <p:spPr/>
        <p:txBody>
          <a:bodyPr/>
          <a:lstStyle/>
          <a:p>
            <a:r>
              <a:rPr lang="en-US"/>
              <a:t>Microsoft confidential</a:t>
            </a:r>
          </a:p>
        </p:txBody>
      </p:sp>
      <p:sp>
        <p:nvSpPr>
          <p:cNvPr id="17" name="Footer Placeholder 16">
            <a:extLst>
              <a:ext uri="{FF2B5EF4-FFF2-40B4-BE49-F238E27FC236}">
                <a16:creationId xmlns:a16="http://schemas.microsoft.com/office/drawing/2014/main" id="{62BF258C-F640-931D-98F4-9D7A403CEF8C}"/>
              </a:ext>
            </a:extLst>
          </p:cNvPr>
          <p:cNvSpPr>
            <a:spLocks noGrp="1"/>
          </p:cNvSpPr>
          <p:nvPr>
            <p:ph type="ftr" sz="quarter" idx="15"/>
          </p:nvPr>
        </p:nvSpPr>
        <p:spPr/>
        <p:txBody>
          <a:bodyPr/>
          <a:lstStyle/>
          <a:p>
            <a:r>
              <a:rPr lang="en-US"/>
              <a:t>Creating a scalable conversational UX</a:t>
            </a:r>
          </a:p>
        </p:txBody>
      </p:sp>
      <p:sp>
        <p:nvSpPr>
          <p:cNvPr id="18" name="Slide Number Placeholder 17">
            <a:extLst>
              <a:ext uri="{FF2B5EF4-FFF2-40B4-BE49-F238E27FC236}">
                <a16:creationId xmlns:a16="http://schemas.microsoft.com/office/drawing/2014/main" id="{2B73C748-65FC-7329-72BA-EBB1FE662A22}"/>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19" name="Text Placeholder 18">
            <a:extLst>
              <a:ext uri="{FF2B5EF4-FFF2-40B4-BE49-F238E27FC236}">
                <a16:creationId xmlns:a16="http://schemas.microsoft.com/office/drawing/2014/main" id="{A93A4AEF-4207-1E99-39DF-868FBE10B702}"/>
              </a:ext>
            </a:extLst>
          </p:cNvPr>
          <p:cNvSpPr>
            <a:spLocks noGrp="1"/>
          </p:cNvSpPr>
          <p:nvPr>
            <p:ph type="body" sz="quarter" idx="59"/>
          </p:nvPr>
        </p:nvSpPr>
        <p:spPr>
          <a:xfrm>
            <a:off x="7928084" y="1988820"/>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20" name="Text Placeholder 19">
            <a:extLst>
              <a:ext uri="{FF2B5EF4-FFF2-40B4-BE49-F238E27FC236}">
                <a16:creationId xmlns:a16="http://schemas.microsoft.com/office/drawing/2014/main" id="{D390264C-BF27-8468-128F-93EAC4B25FB9}"/>
              </a:ext>
            </a:extLst>
          </p:cNvPr>
          <p:cNvSpPr>
            <a:spLocks noGrp="1"/>
          </p:cNvSpPr>
          <p:nvPr>
            <p:ph type="body" sz="quarter" idx="51" hasCustomPrompt="1"/>
          </p:nvPr>
        </p:nvSpPr>
        <p:spPr>
          <a:xfrm>
            <a:off x="7928084" y="1988820"/>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D2F76"/>
              </a:gs>
              <a:gs pos="100000">
                <a:srgbClr val="B22C6E"/>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21" name="Picture Placeholder 144">
            <a:extLst>
              <a:ext uri="{FF2B5EF4-FFF2-40B4-BE49-F238E27FC236}">
                <a16:creationId xmlns:a16="http://schemas.microsoft.com/office/drawing/2014/main" id="{9A99AB34-5AEB-4443-D991-4A7A93651E38}"/>
              </a:ext>
            </a:extLst>
          </p:cNvPr>
          <p:cNvSpPr>
            <a:spLocks noGrp="1"/>
          </p:cNvSpPr>
          <p:nvPr>
            <p:ph type="pic" sz="quarter" idx="60"/>
          </p:nvPr>
        </p:nvSpPr>
        <p:spPr>
          <a:xfrm>
            <a:off x="7928084" y="2819116"/>
            <a:ext cx="3314700" cy="2610134"/>
          </a:xfrm>
        </p:spPr>
        <p:txBody>
          <a:bodyPr/>
          <a:lstStyle/>
          <a:p>
            <a:endParaRPr lang="en-US"/>
          </a:p>
        </p:txBody>
      </p:sp>
      <p:sp>
        <p:nvSpPr>
          <p:cNvPr id="22" name="Text Placeholder 21">
            <a:extLst>
              <a:ext uri="{FF2B5EF4-FFF2-40B4-BE49-F238E27FC236}">
                <a16:creationId xmlns:a16="http://schemas.microsoft.com/office/drawing/2014/main" id="{9EBB15A9-F51F-77F5-58E6-14BBE4E63B4D}"/>
              </a:ext>
            </a:extLst>
          </p:cNvPr>
          <p:cNvSpPr>
            <a:spLocks noGrp="1"/>
          </p:cNvSpPr>
          <p:nvPr>
            <p:ph type="body" sz="quarter" idx="61"/>
          </p:nvPr>
        </p:nvSpPr>
        <p:spPr>
          <a:xfrm>
            <a:off x="4381500" y="1988820"/>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23" name="Text Placeholder 22">
            <a:extLst>
              <a:ext uri="{FF2B5EF4-FFF2-40B4-BE49-F238E27FC236}">
                <a16:creationId xmlns:a16="http://schemas.microsoft.com/office/drawing/2014/main" id="{22AF828B-6E87-6053-A05B-4BF8B4D2B50A}"/>
              </a:ext>
            </a:extLst>
          </p:cNvPr>
          <p:cNvSpPr>
            <a:spLocks noGrp="1"/>
          </p:cNvSpPr>
          <p:nvPr>
            <p:ph type="body" sz="quarter" idx="62" hasCustomPrompt="1"/>
          </p:nvPr>
        </p:nvSpPr>
        <p:spPr>
          <a:xfrm>
            <a:off x="4381500" y="1988820"/>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100000">
                <a:srgbClr val="BD2F76"/>
              </a:gs>
              <a:gs pos="0">
                <a:srgbClr val="C8317D"/>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24" name="Picture Placeholder 144">
            <a:extLst>
              <a:ext uri="{FF2B5EF4-FFF2-40B4-BE49-F238E27FC236}">
                <a16:creationId xmlns:a16="http://schemas.microsoft.com/office/drawing/2014/main" id="{431E48B4-5A42-3540-CD38-7A4ED81C91ED}"/>
              </a:ext>
            </a:extLst>
          </p:cNvPr>
          <p:cNvSpPr>
            <a:spLocks noGrp="1"/>
          </p:cNvSpPr>
          <p:nvPr>
            <p:ph type="pic" sz="quarter" idx="63"/>
          </p:nvPr>
        </p:nvSpPr>
        <p:spPr>
          <a:xfrm>
            <a:off x="4381500" y="2819116"/>
            <a:ext cx="3314700" cy="2610134"/>
          </a:xfrm>
        </p:spPr>
        <p:txBody>
          <a:bodyPr/>
          <a:lstStyle/>
          <a:p>
            <a:endParaRPr lang="en-US"/>
          </a:p>
        </p:txBody>
      </p:sp>
      <p:sp>
        <p:nvSpPr>
          <p:cNvPr id="25" name="Text Placeholder 24">
            <a:extLst>
              <a:ext uri="{FF2B5EF4-FFF2-40B4-BE49-F238E27FC236}">
                <a16:creationId xmlns:a16="http://schemas.microsoft.com/office/drawing/2014/main" id="{79D36527-9FDD-20B2-2395-47127F623D3B}"/>
              </a:ext>
            </a:extLst>
          </p:cNvPr>
          <p:cNvSpPr>
            <a:spLocks noGrp="1"/>
          </p:cNvSpPr>
          <p:nvPr>
            <p:ph type="body" sz="quarter" idx="64" hasCustomPrompt="1"/>
          </p:nvPr>
        </p:nvSpPr>
        <p:spPr>
          <a:xfrm>
            <a:off x="7924800" y="5429250"/>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26" name="Text Placeholder 25">
            <a:extLst>
              <a:ext uri="{FF2B5EF4-FFF2-40B4-BE49-F238E27FC236}">
                <a16:creationId xmlns:a16="http://schemas.microsoft.com/office/drawing/2014/main" id="{5B447594-FA2A-01C5-C2A2-6BA9FD64F412}"/>
              </a:ext>
            </a:extLst>
          </p:cNvPr>
          <p:cNvSpPr>
            <a:spLocks noGrp="1"/>
          </p:cNvSpPr>
          <p:nvPr>
            <p:ph type="body" sz="quarter" idx="65" hasCustomPrompt="1"/>
          </p:nvPr>
        </p:nvSpPr>
        <p:spPr>
          <a:xfrm>
            <a:off x="4381500" y="5429250"/>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3" name="Text Placeholder 14">
            <a:extLst>
              <a:ext uri="{FF2B5EF4-FFF2-40B4-BE49-F238E27FC236}">
                <a16:creationId xmlns:a16="http://schemas.microsoft.com/office/drawing/2014/main" id="{A6D68077-FA8F-CCB3-7824-148317431044}"/>
              </a:ext>
            </a:extLst>
          </p:cNvPr>
          <p:cNvSpPr>
            <a:spLocks noGrp="1"/>
          </p:cNvSpPr>
          <p:nvPr>
            <p:ph type="body" sz="quarter" idx="17" hasCustomPrompt="1"/>
          </p:nvPr>
        </p:nvSpPr>
        <p:spPr>
          <a:xfrm>
            <a:off x="43815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95172468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040">
          <p15:clr>
            <a:srgbClr val="5ACBF0"/>
          </p15:clr>
        </p15:guide>
        <p15:guide id="3" pos="2472">
          <p15:clr>
            <a:srgbClr val="FBAE40"/>
          </p15:clr>
        </p15:guide>
        <p15:guide id="4" orient="horz" pos="1080">
          <p15:clr>
            <a:srgbClr val="9FCC3B"/>
          </p15:clr>
        </p15:guide>
        <p15:guide id="6" pos="7080">
          <p15:clr>
            <a:srgbClr val="5ACBF0"/>
          </p15:clr>
        </p15:guide>
        <p15:guide id="7" orient="horz" pos="1260">
          <p15:clr>
            <a:srgbClr val="5ACBF0"/>
          </p15:clr>
        </p15:guide>
        <p15:guide id="8" orient="horz" pos="3888">
          <p15:clr>
            <a:srgbClr val="5ACBF0"/>
          </p15:clr>
        </p15:guide>
        <p15:guide id="9" pos="4848">
          <p15:clr>
            <a:srgbClr val="5ACBF0"/>
          </p15:clr>
        </p15:guide>
        <p15:guide id="10" pos="4992">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Finding with Three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1" y="0"/>
            <a:ext cx="39243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8C589C-BAD8-D7B2-A399-378DFBF4DD58}"/>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9" name="Text Placeholder 8">
            <a:extLst>
              <a:ext uri="{FF2B5EF4-FFF2-40B4-BE49-F238E27FC236}">
                <a16:creationId xmlns:a16="http://schemas.microsoft.com/office/drawing/2014/main" id="{2AF84CF2-8C84-E1A4-3383-24F104977387}"/>
              </a:ext>
            </a:extLst>
          </p:cNvPr>
          <p:cNvSpPr>
            <a:spLocks noGrp="1"/>
          </p:cNvSpPr>
          <p:nvPr>
            <p:ph type="body" sz="quarter" idx="12"/>
          </p:nvPr>
        </p:nvSpPr>
        <p:spPr>
          <a:xfrm>
            <a:off x="43815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Text Placeholder 15">
            <a:extLst>
              <a:ext uri="{FF2B5EF4-FFF2-40B4-BE49-F238E27FC236}">
                <a16:creationId xmlns:a16="http://schemas.microsoft.com/office/drawing/2014/main" id="{5689C9A9-B54D-B707-B621-F93A1E142ECB}"/>
              </a:ext>
            </a:extLst>
          </p:cNvPr>
          <p:cNvSpPr>
            <a:spLocks noGrp="1"/>
          </p:cNvSpPr>
          <p:nvPr>
            <p:ph type="body" sz="quarter" idx="14" hasCustomPrompt="1"/>
          </p:nvPr>
        </p:nvSpPr>
        <p:spPr>
          <a:xfrm>
            <a:off x="43815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17" name="Text Placeholder 15">
            <a:extLst>
              <a:ext uri="{FF2B5EF4-FFF2-40B4-BE49-F238E27FC236}">
                <a16:creationId xmlns:a16="http://schemas.microsoft.com/office/drawing/2014/main" id="{F11C9724-CE40-A9A9-DDC1-B9354BB340F2}"/>
              </a:ext>
            </a:extLst>
          </p:cNvPr>
          <p:cNvSpPr>
            <a:spLocks noGrp="1"/>
          </p:cNvSpPr>
          <p:nvPr>
            <p:ph type="body" sz="quarter" idx="15" hasCustomPrompt="1"/>
          </p:nvPr>
        </p:nvSpPr>
        <p:spPr>
          <a:xfrm>
            <a:off x="67818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18" name="Text Placeholder 15">
            <a:extLst>
              <a:ext uri="{FF2B5EF4-FFF2-40B4-BE49-F238E27FC236}">
                <a16:creationId xmlns:a16="http://schemas.microsoft.com/office/drawing/2014/main" id="{174DAEAE-DEC0-59DC-7B54-E6454A12EAB7}"/>
              </a:ext>
            </a:extLst>
          </p:cNvPr>
          <p:cNvSpPr>
            <a:spLocks noGrp="1"/>
          </p:cNvSpPr>
          <p:nvPr>
            <p:ph type="body" sz="quarter" idx="16" hasCustomPrompt="1"/>
          </p:nvPr>
        </p:nvSpPr>
        <p:spPr>
          <a:xfrm>
            <a:off x="9181884" y="3371850"/>
            <a:ext cx="2057616"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0" name="Content Placeholder 19">
            <a:extLst>
              <a:ext uri="{FF2B5EF4-FFF2-40B4-BE49-F238E27FC236}">
                <a16:creationId xmlns:a16="http://schemas.microsoft.com/office/drawing/2014/main" id="{2F8733F3-3861-38C3-F3DB-654F23090A97}"/>
              </a:ext>
            </a:extLst>
          </p:cNvPr>
          <p:cNvSpPr>
            <a:spLocks noGrp="1"/>
          </p:cNvSpPr>
          <p:nvPr>
            <p:ph sz="quarter" idx="17" hasCustomPrompt="1"/>
          </p:nvPr>
        </p:nvSpPr>
        <p:spPr>
          <a:xfrm>
            <a:off x="4381500"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1" name="Content Placeholder 19">
            <a:extLst>
              <a:ext uri="{FF2B5EF4-FFF2-40B4-BE49-F238E27FC236}">
                <a16:creationId xmlns:a16="http://schemas.microsoft.com/office/drawing/2014/main" id="{6A935ECD-DA35-4C9D-A116-55BF4A1F82B4}"/>
              </a:ext>
            </a:extLst>
          </p:cNvPr>
          <p:cNvSpPr>
            <a:spLocks noGrp="1"/>
          </p:cNvSpPr>
          <p:nvPr>
            <p:ph sz="quarter" idx="18" hasCustomPrompt="1"/>
          </p:nvPr>
        </p:nvSpPr>
        <p:spPr>
          <a:xfrm>
            <a:off x="6782022"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2" name="Content Placeholder 19">
            <a:extLst>
              <a:ext uri="{FF2B5EF4-FFF2-40B4-BE49-F238E27FC236}">
                <a16:creationId xmlns:a16="http://schemas.microsoft.com/office/drawing/2014/main" id="{69CC8E03-9660-F7A1-D4AF-B073903E4AB4}"/>
              </a:ext>
            </a:extLst>
          </p:cNvPr>
          <p:cNvSpPr>
            <a:spLocks noGrp="1"/>
          </p:cNvSpPr>
          <p:nvPr>
            <p:ph sz="quarter" idx="19" hasCustomPrompt="1"/>
          </p:nvPr>
        </p:nvSpPr>
        <p:spPr>
          <a:xfrm>
            <a:off x="9182100" y="4000500"/>
            <a:ext cx="2057178" cy="2171700"/>
          </a:xfrm>
        </p:spPr>
        <p:txBody>
          <a:bodyPr>
            <a:normAutofit/>
          </a:bodyPr>
          <a:lstStyle>
            <a:lvl1pPr marL="0" indent="0">
              <a:lnSpc>
                <a:spcPct val="90000"/>
              </a:lnSpc>
              <a:buNone/>
              <a:defRPr sz="1400"/>
            </a:lvl1pPr>
          </a:lstStyle>
          <a:p>
            <a:pPr lvl="0"/>
            <a:r>
              <a:rPr lang="en-US"/>
              <a:t>Click to edit Master text styles.</a:t>
            </a:r>
          </a:p>
        </p:txBody>
      </p:sp>
      <p:sp>
        <p:nvSpPr>
          <p:cNvPr id="30" name="Text Placeholder 25">
            <a:extLst>
              <a:ext uri="{FF2B5EF4-FFF2-40B4-BE49-F238E27FC236}">
                <a16:creationId xmlns:a16="http://schemas.microsoft.com/office/drawing/2014/main" id="{25DBEED6-B617-8623-396A-79FAD5EB884D}"/>
              </a:ext>
            </a:extLst>
          </p:cNvPr>
          <p:cNvSpPr>
            <a:spLocks noGrp="1"/>
          </p:cNvSpPr>
          <p:nvPr>
            <p:ph type="body" sz="quarter" idx="25"/>
          </p:nvPr>
        </p:nvSpPr>
        <p:spPr>
          <a:xfrm>
            <a:off x="9182100" y="2400300"/>
            <a:ext cx="742950" cy="742950"/>
          </a:xfrm>
          <a:blipFill dpi="0" rotWithShape="1">
            <a:blip r:embed="rId2"/>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31" name="Text Placeholder 25">
            <a:extLst>
              <a:ext uri="{FF2B5EF4-FFF2-40B4-BE49-F238E27FC236}">
                <a16:creationId xmlns:a16="http://schemas.microsoft.com/office/drawing/2014/main" id="{7A03BFB8-7A1D-B1B0-A50C-BFD542470C50}"/>
              </a:ext>
            </a:extLst>
          </p:cNvPr>
          <p:cNvSpPr>
            <a:spLocks noGrp="1"/>
          </p:cNvSpPr>
          <p:nvPr>
            <p:ph type="body" sz="quarter" idx="24"/>
          </p:nvPr>
        </p:nvSpPr>
        <p:spPr>
          <a:xfrm>
            <a:off x="6781800" y="2400300"/>
            <a:ext cx="742950" cy="742950"/>
          </a:xfrm>
          <a:blipFill dpi="0" rotWithShape="1">
            <a:blip r:embed="rId3"/>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32" name="Text Placeholder 25">
            <a:extLst>
              <a:ext uri="{FF2B5EF4-FFF2-40B4-BE49-F238E27FC236}">
                <a16:creationId xmlns:a16="http://schemas.microsoft.com/office/drawing/2014/main" id="{C8C851F1-1DC5-AE26-9DF0-DA60D1864B80}"/>
              </a:ext>
            </a:extLst>
          </p:cNvPr>
          <p:cNvSpPr>
            <a:spLocks noGrp="1"/>
          </p:cNvSpPr>
          <p:nvPr>
            <p:ph type="body" sz="quarter" idx="23"/>
          </p:nvPr>
        </p:nvSpPr>
        <p:spPr>
          <a:xfrm>
            <a:off x="4381500" y="2400300"/>
            <a:ext cx="742950" cy="742950"/>
          </a:xfrm>
          <a:blipFill dpi="0" rotWithShape="1">
            <a:blip r:embed="rId4"/>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40" name="Date Placeholder 39">
            <a:extLst>
              <a:ext uri="{FF2B5EF4-FFF2-40B4-BE49-F238E27FC236}">
                <a16:creationId xmlns:a16="http://schemas.microsoft.com/office/drawing/2014/main" id="{A34B2215-DD56-E802-6FA0-948C644F9530}"/>
              </a:ext>
            </a:extLst>
          </p:cNvPr>
          <p:cNvSpPr>
            <a:spLocks noGrp="1"/>
          </p:cNvSpPr>
          <p:nvPr>
            <p:ph type="dt" sz="half" idx="26"/>
          </p:nvPr>
        </p:nvSpPr>
        <p:spPr/>
        <p:txBody>
          <a:bodyPr/>
          <a:lstStyle/>
          <a:p>
            <a:r>
              <a:rPr lang="en-US"/>
              <a:t>Microsoft confidential</a:t>
            </a:r>
          </a:p>
        </p:txBody>
      </p:sp>
      <p:sp>
        <p:nvSpPr>
          <p:cNvPr id="41" name="Footer Placeholder 40">
            <a:extLst>
              <a:ext uri="{FF2B5EF4-FFF2-40B4-BE49-F238E27FC236}">
                <a16:creationId xmlns:a16="http://schemas.microsoft.com/office/drawing/2014/main" id="{B3B66419-6459-03AB-A760-B0BCBB03E1BD}"/>
              </a:ext>
            </a:extLst>
          </p:cNvPr>
          <p:cNvSpPr>
            <a:spLocks noGrp="1"/>
          </p:cNvSpPr>
          <p:nvPr>
            <p:ph type="ftr" sz="quarter" idx="27"/>
          </p:nvPr>
        </p:nvSpPr>
        <p:spPr/>
        <p:txBody>
          <a:bodyPr/>
          <a:lstStyle/>
          <a:p>
            <a:r>
              <a:rPr lang="en-US"/>
              <a:t>Creating a scalable conversational UX</a:t>
            </a:r>
          </a:p>
        </p:txBody>
      </p:sp>
      <p:sp>
        <p:nvSpPr>
          <p:cNvPr id="42" name="Slide Number Placeholder 41">
            <a:extLst>
              <a:ext uri="{FF2B5EF4-FFF2-40B4-BE49-F238E27FC236}">
                <a16:creationId xmlns:a16="http://schemas.microsoft.com/office/drawing/2014/main" id="{B69F77EF-2D75-70DF-5795-706C6FF4A9D9}"/>
              </a:ext>
            </a:extLst>
          </p:cNvPr>
          <p:cNvSpPr>
            <a:spLocks noGrp="1"/>
          </p:cNvSpPr>
          <p:nvPr>
            <p:ph type="sldNum" sz="quarter" idx="28"/>
          </p:nvPr>
        </p:nvSpPr>
        <p:spPr/>
        <p:txBody>
          <a:bodyPr/>
          <a:lstStyle/>
          <a:p>
            <a:fld id="{9406BE13-FF2C-3A41-A53B-D6BC2DDA0AE5}" type="slidenum">
              <a:rPr lang="en-US" smtClean="0"/>
              <a:pPr/>
              <a:t>‹#›</a:t>
            </a:fld>
            <a:endParaRPr lang="en-US"/>
          </a:p>
        </p:txBody>
      </p:sp>
      <p:sp>
        <p:nvSpPr>
          <p:cNvPr id="7" name="Text Placeholder 14">
            <a:extLst>
              <a:ext uri="{FF2B5EF4-FFF2-40B4-BE49-F238E27FC236}">
                <a16:creationId xmlns:a16="http://schemas.microsoft.com/office/drawing/2014/main" id="{C358F429-6138-6A1A-CB89-8C621EE5D008}"/>
              </a:ext>
            </a:extLst>
          </p:cNvPr>
          <p:cNvSpPr>
            <a:spLocks noGrp="1"/>
          </p:cNvSpPr>
          <p:nvPr>
            <p:ph type="body" sz="quarter" idx="29" hasCustomPrompt="1"/>
          </p:nvPr>
        </p:nvSpPr>
        <p:spPr>
          <a:xfrm>
            <a:off x="43815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181987707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760">
          <p15:clr>
            <a:srgbClr val="5ACBF0"/>
          </p15:clr>
        </p15:guide>
        <p15:guide id="2" pos="2472">
          <p15:clr>
            <a:srgbClr val="FBAE40"/>
          </p15:clr>
        </p15:guide>
        <p15:guide id="3" pos="2040">
          <p15:clr>
            <a:srgbClr val="5ACBF0"/>
          </p15:clr>
        </p15:guide>
        <p15:guide id="4" pos="4056">
          <p15:clr>
            <a:srgbClr val="5ACBF0"/>
          </p15:clr>
        </p15:guide>
        <p15:guide id="5" pos="5568">
          <p15:clr>
            <a:srgbClr val="5ACBF0"/>
          </p15:clr>
        </p15:guide>
        <p15:guide id="6" pos="5784">
          <p15:clr>
            <a:srgbClr val="5ACBF0"/>
          </p15:clr>
        </p15:guide>
        <p15:guide id="7" pos="4272">
          <p15:clr>
            <a:srgbClr val="5ACBF0"/>
          </p15:clr>
        </p15:guide>
        <p15:guide id="8" orient="horz" pos="3888">
          <p15:clr>
            <a:srgbClr val="5ACBF0"/>
          </p15:clr>
        </p15:guide>
        <p15:guide id="9" orient="horz" pos="1260">
          <p15:clr>
            <a:srgbClr val="5ACBF0"/>
          </p15:clr>
        </p15:guide>
        <p15:guide id="10" orient="horz" pos="2376">
          <p15:clr>
            <a:srgbClr val="9FCC3B"/>
          </p15:clr>
        </p15:guide>
        <p15:guide id="11" orient="horz" pos="1944">
          <p15:clr>
            <a:srgbClr val="9FCC3B"/>
          </p15:clr>
        </p15:guide>
        <p15:guide id="13" orient="horz" pos="1080">
          <p15:clr>
            <a:srgbClr val="9FCC3B"/>
          </p15:clr>
        </p15:guide>
        <p15:guide id="14" orient="horz" pos="2520">
          <p15:clr>
            <a:srgbClr val="5ACBF0"/>
          </p15:clr>
        </p15:guide>
        <p15:guide id="15" pos="7080">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3_Section Header with Three Content">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CDAED8B-B028-1487-1510-5947D660C337}"/>
              </a:ext>
            </a:extLst>
          </p:cNvPr>
          <p:cNvSpPr>
            <a:spLocks noGrp="1"/>
          </p:cNvSpPr>
          <p:nvPr>
            <p:ph type="body" sz="quarter" idx="50" hasCustomPrompt="1"/>
          </p:nvPr>
        </p:nvSpPr>
        <p:spPr>
          <a:xfrm>
            <a:off x="906780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 name="Rectangle 1">
            <a:extLst>
              <a:ext uri="{FF2B5EF4-FFF2-40B4-BE49-F238E27FC236}">
                <a16:creationId xmlns:a16="http://schemas.microsoft.com/office/drawing/2014/main" id="{0ACB6FC8-E82D-1634-359A-FA8922874A10}"/>
              </a:ext>
            </a:extLst>
          </p:cNvPr>
          <p:cNvSpPr/>
          <p:nvPr userDrawn="1"/>
        </p:nvSpPr>
        <p:spPr>
          <a:xfrm>
            <a:off x="1" y="0"/>
            <a:ext cx="39243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299B58F4-C0D5-10CF-E9D4-B7B14925EE7D}"/>
              </a:ext>
            </a:extLst>
          </p:cNvPr>
          <p:cNvSpPr>
            <a:spLocks noGrp="1"/>
          </p:cNvSpPr>
          <p:nvPr>
            <p:ph type="title"/>
          </p:nvPr>
        </p:nvSpPr>
        <p:spPr>
          <a:xfrm>
            <a:off x="731839" y="742948"/>
            <a:ext cx="2506661" cy="1024128"/>
          </a:xfrm>
        </p:spPr>
        <p:txBody>
          <a:bodyPr anchor="b"/>
          <a:lstStyle>
            <a:lvl1pPr>
              <a:defRPr sz="2000">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A49C1931-9860-B91E-2237-6F200181C939}"/>
              </a:ext>
            </a:extLst>
          </p:cNvPr>
          <p:cNvSpPr>
            <a:spLocks noGrp="1"/>
          </p:cNvSpPr>
          <p:nvPr>
            <p:ph type="body" sz="half" idx="13"/>
          </p:nvPr>
        </p:nvSpPr>
        <p:spPr>
          <a:xfrm>
            <a:off x="731839" y="2003674"/>
            <a:ext cx="2506661" cy="4168526"/>
          </a:xfrm>
        </p:spPr>
        <p:txBody>
          <a:bodyPr>
            <a:normAutofit/>
          </a:bodyPr>
          <a:lstStyle>
            <a:lvl1pPr marL="0" indent="0">
              <a:lnSpc>
                <a:spcPct val="100000"/>
              </a:lnSpc>
              <a:buNone/>
              <a:defRPr sz="1400" b="0" i="0">
                <a:solidFill>
                  <a:schemeClr val="tx2"/>
                </a:solidFill>
                <a:latin typeface="+mn-lt"/>
                <a:cs typeface="Segoe UI Ligh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Text Placeholder 8">
            <a:extLst>
              <a:ext uri="{FF2B5EF4-FFF2-40B4-BE49-F238E27FC236}">
                <a16:creationId xmlns:a16="http://schemas.microsoft.com/office/drawing/2014/main" id="{C3E13BCB-268A-0BC7-DF78-ADD79B1E1DF2}"/>
              </a:ext>
            </a:extLst>
          </p:cNvPr>
          <p:cNvSpPr>
            <a:spLocks noGrp="1"/>
          </p:cNvSpPr>
          <p:nvPr>
            <p:ph type="body" sz="quarter" idx="12"/>
          </p:nvPr>
        </p:nvSpPr>
        <p:spPr>
          <a:xfrm>
            <a:off x="43815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6" name="Text Placeholder 15">
            <a:extLst>
              <a:ext uri="{FF2B5EF4-FFF2-40B4-BE49-F238E27FC236}">
                <a16:creationId xmlns:a16="http://schemas.microsoft.com/office/drawing/2014/main" id="{F793EBE5-D041-8B80-CAE7-64872620DAD4}"/>
              </a:ext>
            </a:extLst>
          </p:cNvPr>
          <p:cNvSpPr>
            <a:spLocks noGrp="1"/>
          </p:cNvSpPr>
          <p:nvPr>
            <p:ph type="body" sz="quarter" idx="48" hasCustomPrompt="1"/>
          </p:nvPr>
        </p:nvSpPr>
        <p:spPr>
          <a:xfrm>
            <a:off x="906780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B92E73"/>
              </a:gs>
              <a:gs pos="100000">
                <a:srgbClr val="B22C6E"/>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17" name="Text Placeholder 16">
            <a:extLst>
              <a:ext uri="{FF2B5EF4-FFF2-40B4-BE49-F238E27FC236}">
                <a16:creationId xmlns:a16="http://schemas.microsoft.com/office/drawing/2014/main" id="{728B20E3-018B-A4F0-A1AB-AA97ECAFCF5E}"/>
              </a:ext>
            </a:extLst>
          </p:cNvPr>
          <p:cNvSpPr>
            <a:spLocks noGrp="1"/>
          </p:cNvSpPr>
          <p:nvPr>
            <p:ph type="body" sz="quarter" idx="49" hasCustomPrompt="1"/>
          </p:nvPr>
        </p:nvSpPr>
        <p:spPr>
          <a:xfrm>
            <a:off x="906780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1" name="Text Placeholder 20">
            <a:extLst>
              <a:ext uri="{FF2B5EF4-FFF2-40B4-BE49-F238E27FC236}">
                <a16:creationId xmlns:a16="http://schemas.microsoft.com/office/drawing/2014/main" id="{49C838B0-EAE8-487E-14AB-927ADAFFBA55}"/>
              </a:ext>
            </a:extLst>
          </p:cNvPr>
          <p:cNvSpPr>
            <a:spLocks noGrp="1"/>
          </p:cNvSpPr>
          <p:nvPr>
            <p:ph type="body" sz="quarter" idx="51" hasCustomPrompt="1"/>
          </p:nvPr>
        </p:nvSpPr>
        <p:spPr>
          <a:xfrm>
            <a:off x="4381500" y="2005098"/>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2" name="Text Placeholder 21">
            <a:extLst>
              <a:ext uri="{FF2B5EF4-FFF2-40B4-BE49-F238E27FC236}">
                <a16:creationId xmlns:a16="http://schemas.microsoft.com/office/drawing/2014/main" id="{BFA97547-4391-AAB0-CB0E-81ABDE49BB5C}"/>
              </a:ext>
            </a:extLst>
          </p:cNvPr>
          <p:cNvSpPr>
            <a:spLocks noGrp="1"/>
          </p:cNvSpPr>
          <p:nvPr>
            <p:ph type="body" sz="quarter" idx="52" hasCustomPrompt="1"/>
          </p:nvPr>
        </p:nvSpPr>
        <p:spPr>
          <a:xfrm>
            <a:off x="4381500" y="2005098"/>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C8317D"/>
              </a:gs>
              <a:gs pos="100000">
                <a:srgbClr val="C02F78"/>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3" name="Text Placeholder 22">
            <a:extLst>
              <a:ext uri="{FF2B5EF4-FFF2-40B4-BE49-F238E27FC236}">
                <a16:creationId xmlns:a16="http://schemas.microsoft.com/office/drawing/2014/main" id="{4CB6E527-C9D8-CC88-70BA-AC0C055EA7DD}"/>
              </a:ext>
            </a:extLst>
          </p:cNvPr>
          <p:cNvSpPr>
            <a:spLocks noGrp="1"/>
          </p:cNvSpPr>
          <p:nvPr>
            <p:ph type="body" sz="quarter" idx="53" hasCustomPrompt="1"/>
          </p:nvPr>
        </p:nvSpPr>
        <p:spPr>
          <a:xfrm>
            <a:off x="4381500" y="5488912"/>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4" name="Text Placeholder 23">
            <a:extLst>
              <a:ext uri="{FF2B5EF4-FFF2-40B4-BE49-F238E27FC236}">
                <a16:creationId xmlns:a16="http://schemas.microsoft.com/office/drawing/2014/main" id="{66F6A202-CA5E-1F26-59D6-33BA8B67BF46}"/>
              </a:ext>
            </a:extLst>
          </p:cNvPr>
          <p:cNvSpPr>
            <a:spLocks noGrp="1"/>
          </p:cNvSpPr>
          <p:nvPr>
            <p:ph type="body" sz="quarter" idx="54" hasCustomPrompt="1"/>
          </p:nvPr>
        </p:nvSpPr>
        <p:spPr>
          <a:xfrm>
            <a:off x="672465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5" name="Text Placeholder 24">
            <a:extLst>
              <a:ext uri="{FF2B5EF4-FFF2-40B4-BE49-F238E27FC236}">
                <a16:creationId xmlns:a16="http://schemas.microsoft.com/office/drawing/2014/main" id="{E7EF7ABF-C144-0645-96F2-70A7D18D1217}"/>
              </a:ext>
            </a:extLst>
          </p:cNvPr>
          <p:cNvSpPr>
            <a:spLocks noGrp="1"/>
          </p:cNvSpPr>
          <p:nvPr>
            <p:ph type="body" sz="quarter" idx="55" hasCustomPrompt="1"/>
          </p:nvPr>
        </p:nvSpPr>
        <p:spPr>
          <a:xfrm>
            <a:off x="672465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C23079"/>
              </a:gs>
              <a:gs pos="100000">
                <a:srgbClr val="B92E73"/>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6" name="Text Placeholder 25">
            <a:extLst>
              <a:ext uri="{FF2B5EF4-FFF2-40B4-BE49-F238E27FC236}">
                <a16:creationId xmlns:a16="http://schemas.microsoft.com/office/drawing/2014/main" id="{E6B7B717-DA23-83B7-DC27-D88DAC9E0145}"/>
              </a:ext>
            </a:extLst>
          </p:cNvPr>
          <p:cNvSpPr>
            <a:spLocks noGrp="1"/>
          </p:cNvSpPr>
          <p:nvPr>
            <p:ph type="body" sz="quarter" idx="56" hasCustomPrompt="1"/>
          </p:nvPr>
        </p:nvSpPr>
        <p:spPr>
          <a:xfrm>
            <a:off x="672465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43" name="Picture Placeholder 42">
            <a:extLst>
              <a:ext uri="{FF2B5EF4-FFF2-40B4-BE49-F238E27FC236}">
                <a16:creationId xmlns:a16="http://schemas.microsoft.com/office/drawing/2014/main" id="{D380C1EC-3D79-E4BB-132B-04FE04345DC2}"/>
              </a:ext>
            </a:extLst>
          </p:cNvPr>
          <p:cNvSpPr>
            <a:spLocks noGrp="1"/>
          </p:cNvSpPr>
          <p:nvPr>
            <p:ph type="pic" sz="quarter" idx="57"/>
          </p:nvPr>
        </p:nvSpPr>
        <p:spPr>
          <a:xfrm>
            <a:off x="9067800" y="2743200"/>
            <a:ext cx="2173671" cy="2743200"/>
          </a:xfrm>
        </p:spPr>
        <p:txBody>
          <a:bodyPr/>
          <a:lstStyle/>
          <a:p>
            <a:endParaRPr lang="en-US"/>
          </a:p>
        </p:txBody>
      </p:sp>
      <p:sp>
        <p:nvSpPr>
          <p:cNvPr id="44" name="Picture Placeholder 42">
            <a:extLst>
              <a:ext uri="{FF2B5EF4-FFF2-40B4-BE49-F238E27FC236}">
                <a16:creationId xmlns:a16="http://schemas.microsoft.com/office/drawing/2014/main" id="{6276CA65-E87A-C23C-3290-15C8F23A1EA2}"/>
              </a:ext>
            </a:extLst>
          </p:cNvPr>
          <p:cNvSpPr>
            <a:spLocks noGrp="1"/>
          </p:cNvSpPr>
          <p:nvPr>
            <p:ph type="pic" sz="quarter" idx="58"/>
          </p:nvPr>
        </p:nvSpPr>
        <p:spPr>
          <a:xfrm>
            <a:off x="6724650" y="2743200"/>
            <a:ext cx="2173671" cy="2743200"/>
          </a:xfrm>
        </p:spPr>
        <p:txBody>
          <a:bodyPr/>
          <a:lstStyle/>
          <a:p>
            <a:endParaRPr lang="en-US"/>
          </a:p>
        </p:txBody>
      </p:sp>
      <p:sp>
        <p:nvSpPr>
          <p:cNvPr id="45" name="Picture Placeholder 42">
            <a:extLst>
              <a:ext uri="{FF2B5EF4-FFF2-40B4-BE49-F238E27FC236}">
                <a16:creationId xmlns:a16="http://schemas.microsoft.com/office/drawing/2014/main" id="{9E8FAFAE-315A-DE1C-3691-91FAD5FA7EAB}"/>
              </a:ext>
            </a:extLst>
          </p:cNvPr>
          <p:cNvSpPr>
            <a:spLocks noGrp="1"/>
          </p:cNvSpPr>
          <p:nvPr>
            <p:ph type="pic" sz="quarter" idx="59"/>
          </p:nvPr>
        </p:nvSpPr>
        <p:spPr>
          <a:xfrm>
            <a:off x="4383471" y="2743200"/>
            <a:ext cx="2171700" cy="2743200"/>
          </a:xfrm>
        </p:spPr>
        <p:txBody>
          <a:bodyPr/>
          <a:lstStyle/>
          <a:p>
            <a:endParaRPr lang="en-US"/>
          </a:p>
        </p:txBody>
      </p:sp>
      <p:sp>
        <p:nvSpPr>
          <p:cNvPr id="46" name="Date Placeholder 45">
            <a:extLst>
              <a:ext uri="{FF2B5EF4-FFF2-40B4-BE49-F238E27FC236}">
                <a16:creationId xmlns:a16="http://schemas.microsoft.com/office/drawing/2014/main" id="{A115C4E0-09A8-3A21-7D82-EF99557F1EB8}"/>
              </a:ext>
            </a:extLst>
          </p:cNvPr>
          <p:cNvSpPr>
            <a:spLocks noGrp="1"/>
          </p:cNvSpPr>
          <p:nvPr>
            <p:ph type="dt" sz="half" idx="60"/>
          </p:nvPr>
        </p:nvSpPr>
        <p:spPr/>
        <p:txBody>
          <a:bodyPr/>
          <a:lstStyle/>
          <a:p>
            <a:r>
              <a:rPr lang="en-US"/>
              <a:t>Microsoft confidential</a:t>
            </a:r>
          </a:p>
        </p:txBody>
      </p:sp>
      <p:sp>
        <p:nvSpPr>
          <p:cNvPr id="47" name="Footer Placeholder 46">
            <a:extLst>
              <a:ext uri="{FF2B5EF4-FFF2-40B4-BE49-F238E27FC236}">
                <a16:creationId xmlns:a16="http://schemas.microsoft.com/office/drawing/2014/main" id="{02F6EF46-ADF5-E65E-B6B0-0F30D789149F}"/>
              </a:ext>
            </a:extLst>
          </p:cNvPr>
          <p:cNvSpPr>
            <a:spLocks noGrp="1"/>
          </p:cNvSpPr>
          <p:nvPr>
            <p:ph type="ftr" sz="quarter" idx="61"/>
          </p:nvPr>
        </p:nvSpPr>
        <p:spPr/>
        <p:txBody>
          <a:bodyPr/>
          <a:lstStyle/>
          <a:p>
            <a:r>
              <a:rPr lang="en-US"/>
              <a:t>Creating a scalable conversational UX</a:t>
            </a:r>
          </a:p>
        </p:txBody>
      </p:sp>
      <p:sp>
        <p:nvSpPr>
          <p:cNvPr id="48" name="Slide Number Placeholder 47">
            <a:extLst>
              <a:ext uri="{FF2B5EF4-FFF2-40B4-BE49-F238E27FC236}">
                <a16:creationId xmlns:a16="http://schemas.microsoft.com/office/drawing/2014/main" id="{81355B07-0383-5A1F-3CC6-B016568B52CE}"/>
              </a:ext>
            </a:extLst>
          </p:cNvPr>
          <p:cNvSpPr>
            <a:spLocks noGrp="1"/>
          </p:cNvSpPr>
          <p:nvPr>
            <p:ph type="sldNum" sz="quarter" idx="62"/>
          </p:nvPr>
        </p:nvSpPr>
        <p:spPr/>
        <p:txBody>
          <a:bodyPr/>
          <a:lstStyle/>
          <a:p>
            <a:fld id="{9406BE13-FF2C-3A41-A53B-D6BC2DDA0AE5}" type="slidenum">
              <a:rPr lang="en-US" smtClean="0"/>
              <a:pPr/>
              <a:t>‹#›</a:t>
            </a:fld>
            <a:endParaRPr lang="en-US"/>
          </a:p>
        </p:txBody>
      </p:sp>
      <p:sp>
        <p:nvSpPr>
          <p:cNvPr id="7" name="Text Placeholder 14">
            <a:extLst>
              <a:ext uri="{FF2B5EF4-FFF2-40B4-BE49-F238E27FC236}">
                <a16:creationId xmlns:a16="http://schemas.microsoft.com/office/drawing/2014/main" id="{582BA5A2-A2A3-53B5-F366-9EF5E9B74C02}"/>
              </a:ext>
            </a:extLst>
          </p:cNvPr>
          <p:cNvSpPr>
            <a:spLocks noGrp="1"/>
          </p:cNvSpPr>
          <p:nvPr>
            <p:ph type="body" sz="quarter" idx="17" hasCustomPrompt="1"/>
          </p:nvPr>
        </p:nvSpPr>
        <p:spPr>
          <a:xfrm>
            <a:off x="43815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76941106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2904">
          <p15:clr>
            <a:srgbClr val="5ACBF0"/>
          </p15:clr>
        </p15:guide>
        <p15:guide id="2" pos="2472">
          <p15:clr>
            <a:srgbClr val="FBAE40"/>
          </p15:clr>
        </p15:guide>
        <p15:guide id="3" pos="2040">
          <p15:clr>
            <a:srgbClr val="5ACBF0"/>
          </p15:clr>
        </p15:guide>
        <p15:guide id="4" pos="3984">
          <p15:clr>
            <a:srgbClr val="5ACBF0"/>
          </p15:clr>
        </p15:guide>
        <p15:guide id="5" pos="5460">
          <p15:clr>
            <a:srgbClr val="5ACBF0"/>
          </p15:clr>
        </p15:guide>
        <p15:guide id="6" pos="5856">
          <p15:clr>
            <a:srgbClr val="5ACBF0"/>
          </p15:clr>
        </p15:guide>
        <p15:guide id="7" pos="4380">
          <p15:clr>
            <a:srgbClr val="5ACBF0"/>
          </p15:clr>
        </p15:guide>
        <p15:guide id="8" orient="horz" pos="3888">
          <p15:clr>
            <a:srgbClr val="FBAE40"/>
          </p15:clr>
        </p15:guide>
        <p15:guide id="9" orient="horz" pos="1260">
          <p15:clr>
            <a:srgbClr val="5ACBF0"/>
          </p15:clr>
        </p15:guide>
        <p15:guide id="11" orient="horz" pos="1594">
          <p15:clr>
            <a:srgbClr val="9FCC3B"/>
          </p15:clr>
        </p15:guide>
        <p15:guide id="13" orient="horz" pos="1080">
          <p15:clr>
            <a:srgbClr val="9FCC3B"/>
          </p15:clr>
        </p15:guide>
        <p15:guide id="14" orient="horz" pos="3456">
          <p15:clr>
            <a:srgbClr val="FBAE40"/>
          </p15:clr>
        </p15:guide>
        <p15:guide id="15" pos="6936">
          <p15:clr>
            <a:srgbClr val="5ACBF0"/>
          </p15:clr>
        </p15:guide>
        <p15:guide id="16" orient="horz" pos="1728">
          <p15:clr>
            <a:srgbClr val="FBAE40"/>
          </p15:clr>
        </p15:guide>
        <p15:guide id="17" orient="horz" pos="468">
          <p15:clr>
            <a:srgbClr val="FBAE40"/>
          </p15:clr>
        </p15:guide>
        <p15:guide id="19" orient="horz" pos="3312">
          <p15:clr>
            <a:srgbClr val="5ACBF0"/>
          </p15:clr>
        </p15:guide>
        <p15:guide id="20" pos="2760">
          <p15:clr>
            <a:srgbClr val="FBAE40"/>
          </p15:clr>
        </p15:guide>
        <p15:guide id="21" pos="4128">
          <p15:clr>
            <a:srgbClr val="FBAE40"/>
          </p15:clr>
        </p15:guide>
        <p15:guide id="22" pos="4236">
          <p15:clr>
            <a:srgbClr val="FBAE40"/>
          </p15:clr>
        </p15:guide>
        <p15:guide id="23" pos="5604">
          <p15:clr>
            <a:srgbClr val="FBAE40"/>
          </p15:clr>
        </p15:guide>
        <p15:guide id="24" pos="5712">
          <p15:clr>
            <a:srgbClr val="FBAE40"/>
          </p15:clr>
        </p15:guide>
        <p15:guide id="25" pos="7080">
          <p15:clr>
            <a:srgbClr val="FBAE40"/>
          </p15:clr>
        </p15:guide>
        <p15:guide id="26" orient="horz" pos="3780">
          <p15:clr>
            <a:srgbClr val="5ACBF0"/>
          </p15:clr>
        </p15:guide>
        <p15:guide id="27" orient="horz" pos="3564">
          <p15:clr>
            <a:srgbClr val="5ACBF0"/>
          </p15:clr>
        </p15:guide>
        <p15:guide id="28" orient="horz" pos="1872">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a:extLst>
              <a:ext uri="{FF2B5EF4-FFF2-40B4-BE49-F238E27FC236}">
                <a16:creationId xmlns:a16="http://schemas.microsoft.com/office/drawing/2014/main" id="{2E499ABE-434C-C083-DDBE-98CC0F6592A2}"/>
              </a:ext>
            </a:extLst>
          </p:cNvPr>
          <p:cNvSpPr>
            <a:spLocks noGrp="1"/>
          </p:cNvSpPr>
          <p:nvPr>
            <p:ph sz="half" idx="2"/>
          </p:nvPr>
        </p:nvSpPr>
        <p:spPr>
          <a:xfrm>
            <a:off x="723900" y="2015988"/>
            <a:ext cx="6858000" cy="4156212"/>
          </a:xfrm>
        </p:spPr>
        <p:txBody>
          <a:bodyPr>
            <a:normAutofit/>
          </a:bodyPr>
          <a:lstStyle>
            <a:lvl1pPr algn="l">
              <a:lnSpc>
                <a:spcPct val="90000"/>
              </a:lnSpc>
              <a:defRPr sz="2000"/>
            </a:lvl1pPr>
            <a:lvl2pPr algn="l">
              <a:lnSpc>
                <a:spcPct val="90000"/>
              </a:lnSpc>
              <a:defRPr sz="1800"/>
            </a:lvl2pPr>
            <a:lvl3pPr algn="l">
              <a:lnSpc>
                <a:spcPct val="90000"/>
              </a:lnSpc>
              <a:defRPr sz="1600"/>
            </a:lvl3pPr>
            <a:lvl4pPr algn="l">
              <a:lnSpc>
                <a:spcPct val="90000"/>
              </a:lnSpc>
              <a:defRPr sz="1400"/>
            </a:lvl4pPr>
            <a:lvl5pPr algn="l">
              <a:lnSpc>
                <a:spcPct val="9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468630" indent="-285750">
              <a:lnSpc>
                <a:spcPct val="100000"/>
              </a:lnSpc>
              <a:buFont typeface="Arial" panose="020B0604020202020204" pitchFamily="34" charset="0"/>
              <a:buChar char="•"/>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23" name="Date Placeholder 22">
            <a:extLst>
              <a:ext uri="{FF2B5EF4-FFF2-40B4-BE49-F238E27FC236}">
                <a16:creationId xmlns:a16="http://schemas.microsoft.com/office/drawing/2014/main" id="{44E90726-3954-16B6-2EC6-2A7B8F584BF0}"/>
              </a:ext>
            </a:extLst>
          </p:cNvPr>
          <p:cNvSpPr>
            <a:spLocks noGrp="1"/>
          </p:cNvSpPr>
          <p:nvPr>
            <p:ph type="dt" sz="half" idx="14"/>
          </p:nvPr>
        </p:nvSpPr>
        <p:spPr/>
        <p:txBody>
          <a:bodyPr/>
          <a:lstStyle/>
          <a:p>
            <a:r>
              <a:rPr lang="en-US"/>
              <a:t>Microsoft confidential</a:t>
            </a:r>
          </a:p>
        </p:txBody>
      </p:sp>
      <p:sp>
        <p:nvSpPr>
          <p:cNvPr id="24" name="Footer Placeholder 23">
            <a:extLst>
              <a:ext uri="{FF2B5EF4-FFF2-40B4-BE49-F238E27FC236}">
                <a16:creationId xmlns:a16="http://schemas.microsoft.com/office/drawing/2014/main" id="{CAEB1874-3463-CA0A-8A77-A81210119CFE}"/>
              </a:ext>
            </a:extLst>
          </p:cNvPr>
          <p:cNvSpPr>
            <a:spLocks noGrp="1"/>
          </p:cNvSpPr>
          <p:nvPr>
            <p:ph type="ftr" sz="quarter" idx="15"/>
          </p:nvPr>
        </p:nvSpPr>
        <p:spPr/>
        <p:txBody>
          <a:bodyPr/>
          <a:lstStyle/>
          <a:p>
            <a:r>
              <a:rPr lang="en-US"/>
              <a:t>Creating a scalable conversational UX</a:t>
            </a:r>
          </a:p>
        </p:txBody>
      </p:sp>
      <p:sp>
        <p:nvSpPr>
          <p:cNvPr id="25" name="Slide Number Placeholder 24">
            <a:extLst>
              <a:ext uri="{FF2B5EF4-FFF2-40B4-BE49-F238E27FC236}">
                <a16:creationId xmlns:a16="http://schemas.microsoft.com/office/drawing/2014/main" id="{95E44251-A653-1CB9-30C3-5E1AC3F0B236}"/>
              </a:ext>
            </a:extLst>
          </p:cNvPr>
          <p:cNvSpPr>
            <a:spLocks noGrp="1"/>
          </p:cNvSpPr>
          <p:nvPr>
            <p:ph type="sldNum" sz="quarter" idx="16"/>
          </p:nvPr>
        </p:nvSpPr>
        <p:spPr/>
        <p:txBody>
          <a:bodyPr/>
          <a:lstStyle/>
          <a:p>
            <a:fld id="{9406BE13-FF2C-3A41-A53B-D6BC2DDA0AE5}" type="slidenum">
              <a:rPr lang="en-US" smtClean="0"/>
              <a:pPr/>
              <a:t>‹#›</a:t>
            </a:fld>
            <a:endParaRPr lang="en-US"/>
          </a:p>
        </p:txBody>
      </p:sp>
      <p:sp>
        <p:nvSpPr>
          <p:cNvPr id="12" name="Text Placeholder 11">
            <a:extLst>
              <a:ext uri="{FF2B5EF4-FFF2-40B4-BE49-F238E27FC236}">
                <a16:creationId xmlns:a16="http://schemas.microsoft.com/office/drawing/2014/main" id="{C565ABAD-BF9E-A38D-1234-D3B3B712542F}"/>
              </a:ext>
            </a:extLst>
          </p:cNvPr>
          <p:cNvSpPr>
            <a:spLocks noGrp="1" noChangeAspect="1"/>
          </p:cNvSpPr>
          <p:nvPr>
            <p:ph type="body" sz="quarter" idx="17" hasCustomPrompt="1"/>
          </p:nvPr>
        </p:nvSpPr>
        <p:spPr>
          <a:xfrm>
            <a:off x="8724900" y="1965960"/>
            <a:ext cx="320040" cy="32004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accent1"/>
          </a:solidFill>
        </p:spPr>
        <p:txBody>
          <a:bodyPr wrap="square" anchor="ctr">
            <a:noAutofit/>
          </a:bodyPr>
          <a:lstStyle>
            <a:lvl1pPr marL="0" indent="0" algn="ctr">
              <a:buNone/>
              <a:defRPr sz="1400">
                <a:solidFill>
                  <a:schemeClr val="bg1"/>
                </a:solidFill>
                <a:latin typeface="+mj-lt"/>
              </a:defRPr>
            </a:lvl1pPr>
          </a:lstStyle>
          <a:p>
            <a:pPr lvl="0"/>
            <a:r>
              <a:rPr lang="en-US"/>
              <a:t>1</a:t>
            </a:r>
          </a:p>
        </p:txBody>
      </p:sp>
      <p:sp>
        <p:nvSpPr>
          <p:cNvPr id="13" name="Text Placeholder 12">
            <a:extLst>
              <a:ext uri="{FF2B5EF4-FFF2-40B4-BE49-F238E27FC236}">
                <a16:creationId xmlns:a16="http://schemas.microsoft.com/office/drawing/2014/main" id="{2070397E-4C3B-49EA-B6F0-66C4FAAEB0A2}"/>
              </a:ext>
            </a:extLst>
          </p:cNvPr>
          <p:cNvSpPr>
            <a:spLocks noGrp="1" noChangeAspect="1"/>
          </p:cNvSpPr>
          <p:nvPr>
            <p:ph type="body" sz="quarter" idx="18" hasCustomPrompt="1"/>
          </p:nvPr>
        </p:nvSpPr>
        <p:spPr>
          <a:xfrm>
            <a:off x="8741229" y="2628900"/>
            <a:ext cx="320040" cy="32004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accent1"/>
          </a:solidFill>
        </p:spPr>
        <p:txBody>
          <a:bodyPr wrap="square" anchor="ctr">
            <a:noAutofit/>
          </a:bodyPr>
          <a:lstStyle>
            <a:lvl1pPr marL="0" indent="0" algn="ctr">
              <a:buNone/>
              <a:defRPr sz="1400">
                <a:solidFill>
                  <a:schemeClr val="bg1"/>
                </a:solidFill>
                <a:latin typeface="+mj-lt"/>
              </a:defRPr>
            </a:lvl1pPr>
          </a:lstStyle>
          <a:p>
            <a:pPr lvl="0"/>
            <a:r>
              <a:rPr lang="en-US"/>
              <a:t>2</a:t>
            </a:r>
          </a:p>
        </p:txBody>
      </p:sp>
      <p:sp>
        <p:nvSpPr>
          <p:cNvPr id="16" name="Text Placeholder 15">
            <a:extLst>
              <a:ext uri="{FF2B5EF4-FFF2-40B4-BE49-F238E27FC236}">
                <a16:creationId xmlns:a16="http://schemas.microsoft.com/office/drawing/2014/main" id="{FD5230CB-AA22-A461-4F60-CF7588E8A7B6}"/>
              </a:ext>
            </a:extLst>
          </p:cNvPr>
          <p:cNvSpPr>
            <a:spLocks noGrp="1" noChangeAspect="1"/>
          </p:cNvSpPr>
          <p:nvPr>
            <p:ph type="body" sz="quarter" idx="19" hasCustomPrompt="1"/>
          </p:nvPr>
        </p:nvSpPr>
        <p:spPr>
          <a:xfrm>
            <a:off x="8730343" y="3314700"/>
            <a:ext cx="320040" cy="32004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solidFill>
            <a:schemeClr val="accent1"/>
          </a:solidFill>
        </p:spPr>
        <p:txBody>
          <a:bodyPr wrap="square" anchor="ctr">
            <a:noAutofit/>
          </a:bodyPr>
          <a:lstStyle>
            <a:lvl1pPr marL="0" indent="0" algn="ctr">
              <a:buNone/>
              <a:defRPr sz="1400">
                <a:solidFill>
                  <a:schemeClr val="bg1"/>
                </a:solidFill>
                <a:latin typeface="+mj-lt"/>
              </a:defRPr>
            </a:lvl1pPr>
          </a:lstStyle>
          <a:p>
            <a:pPr lvl="0"/>
            <a:r>
              <a:rPr lang="en-US"/>
              <a:t>3</a:t>
            </a:r>
          </a:p>
        </p:txBody>
      </p:sp>
      <p:sp>
        <p:nvSpPr>
          <p:cNvPr id="3" name="Text Placeholder 14">
            <a:extLst>
              <a:ext uri="{FF2B5EF4-FFF2-40B4-BE49-F238E27FC236}">
                <a16:creationId xmlns:a16="http://schemas.microsoft.com/office/drawing/2014/main" id="{38C20958-974C-06BE-BF7C-29F707A58501}"/>
              </a:ext>
            </a:extLst>
          </p:cNvPr>
          <p:cNvSpPr>
            <a:spLocks noGrp="1"/>
          </p:cNvSpPr>
          <p:nvPr>
            <p:ph type="body" sz="quarter" idx="20" hasCustomPrompt="1"/>
          </p:nvPr>
        </p:nvSpPr>
        <p:spPr>
          <a:xfrm>
            <a:off x="7239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53055944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3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3" name="Content Placeholder 2">
            <a:extLst>
              <a:ext uri="{FF2B5EF4-FFF2-40B4-BE49-F238E27FC236}">
                <a16:creationId xmlns:a16="http://schemas.microsoft.com/office/drawing/2014/main" id="{49283673-448B-450D-BF13-F1B79580C04A}"/>
              </a:ext>
            </a:extLst>
          </p:cNvPr>
          <p:cNvSpPr>
            <a:spLocks noGrp="1"/>
          </p:cNvSpPr>
          <p:nvPr>
            <p:ph sz="half" idx="1"/>
          </p:nvPr>
        </p:nvSpPr>
        <p:spPr>
          <a:xfrm>
            <a:off x="723900" y="2000250"/>
            <a:ext cx="3260565"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472765-5562-3F70-76E2-C46FB3E4FB69}"/>
              </a:ext>
            </a:extLst>
          </p:cNvPr>
          <p:cNvSpPr>
            <a:spLocks noGrp="1"/>
          </p:cNvSpPr>
          <p:nvPr>
            <p:ph sz="half" idx="2"/>
          </p:nvPr>
        </p:nvSpPr>
        <p:spPr>
          <a:xfrm>
            <a:off x="4327366" y="2000250"/>
            <a:ext cx="3257550" cy="4171950"/>
          </a:xfrm>
        </p:spPr>
        <p:txBody>
          <a:bodyPr lIns="0" tIns="0" rIns="0" bIns="0">
            <a:normAutofit/>
          </a:bodyPr>
          <a:lstStyle>
            <a:lvl1pPr algn="just">
              <a:lnSpc>
                <a:spcPct val="100000"/>
              </a:lnSpc>
              <a:defRPr sz="1200"/>
            </a:lvl1pPr>
            <a:lvl2pPr algn="just">
              <a:lnSpc>
                <a:spcPct val="100000"/>
              </a:lnSpc>
              <a:defRPr sz="1100"/>
            </a:lvl2pPr>
            <a:lvl3pPr algn="just">
              <a:lnSpc>
                <a:spcPct val="100000"/>
              </a:lnSpc>
              <a:defRPr sz="1050"/>
            </a:lvl3pPr>
            <a:lvl4pPr algn="just">
              <a:lnSpc>
                <a:spcPct val="100000"/>
              </a:lnSpc>
              <a:defRPr sz="1000"/>
            </a:lvl4pPr>
            <a:lvl5pPr algn="just">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2B2B8B82-ACE8-40A8-F324-9E8FE5A1AC8D}"/>
              </a:ext>
            </a:extLst>
          </p:cNvPr>
          <p:cNvSpPr>
            <a:spLocks noGrp="1"/>
          </p:cNvSpPr>
          <p:nvPr>
            <p:ph type="dt" sz="half" idx="14"/>
          </p:nvPr>
        </p:nvSpPr>
        <p:spPr/>
        <p:txBody>
          <a:bodyPr/>
          <a:lstStyle/>
          <a:p>
            <a:r>
              <a:rPr lang="en-US"/>
              <a:t>Microsoft confidential</a:t>
            </a:r>
          </a:p>
        </p:txBody>
      </p:sp>
      <p:sp>
        <p:nvSpPr>
          <p:cNvPr id="7" name="Footer Placeholder 6">
            <a:extLst>
              <a:ext uri="{FF2B5EF4-FFF2-40B4-BE49-F238E27FC236}">
                <a16:creationId xmlns:a16="http://schemas.microsoft.com/office/drawing/2014/main" id="{E997EC7B-5518-4DC1-BAFE-95EE9F4406DE}"/>
              </a:ext>
            </a:extLst>
          </p:cNvPr>
          <p:cNvSpPr>
            <a:spLocks noGrp="1"/>
          </p:cNvSpPr>
          <p:nvPr>
            <p:ph type="ftr" sz="quarter" idx="15"/>
          </p:nvPr>
        </p:nvSpPr>
        <p:spPr/>
        <p:txBody>
          <a:bodyPr/>
          <a:lstStyle/>
          <a:p>
            <a:r>
              <a:rPr lang="en-US"/>
              <a:t>Creating a scalable conversational UX</a:t>
            </a:r>
          </a:p>
        </p:txBody>
      </p:sp>
      <p:sp>
        <p:nvSpPr>
          <p:cNvPr id="8" name="Slide Number Placeholder 7">
            <a:extLst>
              <a:ext uri="{FF2B5EF4-FFF2-40B4-BE49-F238E27FC236}">
                <a16:creationId xmlns:a16="http://schemas.microsoft.com/office/drawing/2014/main" id="{8D46B276-67FF-A41C-092C-ED45935FFC2A}"/>
              </a:ext>
            </a:extLst>
          </p:cNvPr>
          <p:cNvSpPr>
            <a:spLocks noGrp="1"/>
          </p:cNvSpPr>
          <p:nvPr>
            <p:ph type="sldNum" sz="quarter" idx="16"/>
          </p:nvPr>
        </p:nvSpPr>
        <p:spPr/>
        <p:txBody>
          <a:bodyPr/>
          <a:lstStyle/>
          <a:p>
            <a:fld id="{9406BE13-FF2C-3A41-A53B-D6BC2DDA0AE5}" type="slidenum">
              <a:rPr lang="en-US" smtClean="0"/>
              <a:pPr/>
              <a:t>‹#›</a:t>
            </a:fld>
            <a:endParaRPr lang="en-US"/>
          </a:p>
        </p:txBody>
      </p:sp>
      <p:sp>
        <p:nvSpPr>
          <p:cNvPr id="2" name="Text Placeholder 14">
            <a:extLst>
              <a:ext uri="{FF2B5EF4-FFF2-40B4-BE49-F238E27FC236}">
                <a16:creationId xmlns:a16="http://schemas.microsoft.com/office/drawing/2014/main" id="{E0F19515-BD6B-D6C3-24F6-848B79BEA0E4}"/>
              </a:ext>
            </a:extLst>
          </p:cNvPr>
          <p:cNvSpPr>
            <a:spLocks noGrp="1"/>
          </p:cNvSpPr>
          <p:nvPr>
            <p:ph type="body" sz="quarter" idx="20" hasCustomPrompt="1"/>
          </p:nvPr>
        </p:nvSpPr>
        <p:spPr>
          <a:xfrm>
            <a:off x="7239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158741680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6" name="Text Placeholder 2">
            <a:extLst>
              <a:ext uri="{FF2B5EF4-FFF2-40B4-BE49-F238E27FC236}">
                <a16:creationId xmlns:a16="http://schemas.microsoft.com/office/drawing/2014/main" id="{6F4D4F06-F829-CE7F-1387-D12D9214D4DB}"/>
              </a:ext>
            </a:extLst>
          </p:cNvPr>
          <p:cNvSpPr>
            <a:spLocks noGrp="1"/>
          </p:cNvSpPr>
          <p:nvPr>
            <p:ph type="body" idx="1"/>
          </p:nvPr>
        </p:nvSpPr>
        <p:spPr>
          <a:xfrm>
            <a:off x="731838" y="2256938"/>
            <a:ext cx="3252408"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7" name="Content Placeholder 3">
            <a:extLst>
              <a:ext uri="{FF2B5EF4-FFF2-40B4-BE49-F238E27FC236}">
                <a16:creationId xmlns:a16="http://schemas.microsoft.com/office/drawing/2014/main" id="{61E2EEC8-8503-7774-1576-3F53E23BBB4A}"/>
              </a:ext>
            </a:extLst>
          </p:cNvPr>
          <p:cNvSpPr>
            <a:spLocks noGrp="1"/>
          </p:cNvSpPr>
          <p:nvPr>
            <p:ph sz="half" idx="2"/>
          </p:nvPr>
        </p:nvSpPr>
        <p:spPr>
          <a:xfrm>
            <a:off x="723900" y="2621866"/>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0707460F-CF98-557F-3399-7FF10E8BCB3F}"/>
              </a:ext>
            </a:extLst>
          </p:cNvPr>
          <p:cNvSpPr>
            <a:spLocks noGrp="1"/>
          </p:cNvSpPr>
          <p:nvPr>
            <p:ph type="body" sz="quarter" idx="3"/>
          </p:nvPr>
        </p:nvSpPr>
        <p:spPr>
          <a:xfrm>
            <a:off x="4324349" y="2256938"/>
            <a:ext cx="3257550" cy="307777"/>
          </a:xfrm>
        </p:spPr>
        <p:txBody>
          <a:bodyPr wrap="square"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9" name="Content Placeholder 5">
            <a:extLst>
              <a:ext uri="{FF2B5EF4-FFF2-40B4-BE49-F238E27FC236}">
                <a16:creationId xmlns:a16="http://schemas.microsoft.com/office/drawing/2014/main" id="{DAAC44B1-97D6-1BED-1C20-0FCD4AD011ED}"/>
              </a:ext>
            </a:extLst>
          </p:cNvPr>
          <p:cNvSpPr>
            <a:spLocks noGrp="1"/>
          </p:cNvSpPr>
          <p:nvPr>
            <p:ph sz="quarter" idx="4"/>
          </p:nvPr>
        </p:nvSpPr>
        <p:spPr>
          <a:xfrm>
            <a:off x="4324349" y="2621866"/>
            <a:ext cx="3257550"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5FED4EA-4A65-6278-4382-676D8E174288}"/>
              </a:ext>
            </a:extLst>
          </p:cNvPr>
          <p:cNvSpPr>
            <a:spLocks noGrp="1"/>
          </p:cNvSpPr>
          <p:nvPr>
            <p:ph type="dt" sz="half" idx="14"/>
          </p:nvPr>
        </p:nvSpPr>
        <p:spPr/>
        <p:txBody>
          <a:bodyPr/>
          <a:lstStyle/>
          <a:p>
            <a:r>
              <a:rPr lang="en-US"/>
              <a:t>Microsoft confidential</a:t>
            </a:r>
          </a:p>
        </p:txBody>
      </p:sp>
      <p:sp>
        <p:nvSpPr>
          <p:cNvPr id="12" name="Footer Placeholder 11">
            <a:extLst>
              <a:ext uri="{FF2B5EF4-FFF2-40B4-BE49-F238E27FC236}">
                <a16:creationId xmlns:a16="http://schemas.microsoft.com/office/drawing/2014/main" id="{7DF3B2BB-5A11-7B8F-242F-4C90419F2265}"/>
              </a:ext>
            </a:extLst>
          </p:cNvPr>
          <p:cNvSpPr>
            <a:spLocks noGrp="1"/>
          </p:cNvSpPr>
          <p:nvPr>
            <p:ph type="ftr" sz="quarter" idx="15"/>
          </p:nvPr>
        </p:nvSpPr>
        <p:spPr/>
        <p:txBody>
          <a:bodyPr/>
          <a:lstStyle/>
          <a:p>
            <a:r>
              <a:rPr lang="en-US"/>
              <a:t>Creating a scalable conversational UX</a:t>
            </a:r>
          </a:p>
        </p:txBody>
      </p:sp>
      <p:sp>
        <p:nvSpPr>
          <p:cNvPr id="13" name="Slide Number Placeholder 12">
            <a:extLst>
              <a:ext uri="{FF2B5EF4-FFF2-40B4-BE49-F238E27FC236}">
                <a16:creationId xmlns:a16="http://schemas.microsoft.com/office/drawing/2014/main" id="{28E1D097-E1C7-4D5E-E3BA-42F0F2F058DE}"/>
              </a:ext>
            </a:extLst>
          </p:cNvPr>
          <p:cNvSpPr>
            <a:spLocks noGrp="1"/>
          </p:cNvSpPr>
          <p:nvPr>
            <p:ph type="sldNum" sz="quarter" idx="16"/>
          </p:nvPr>
        </p:nvSpPr>
        <p:spPr/>
        <p:txBody>
          <a:bodyPr/>
          <a:lstStyle/>
          <a:p>
            <a:fld id="{9406BE13-FF2C-3A41-A53B-D6BC2DDA0AE5}" type="slidenum">
              <a:rPr lang="en-US" smtClean="0"/>
              <a:pPr/>
              <a:t>‹#›</a:t>
            </a:fld>
            <a:endParaRPr lang="en-US"/>
          </a:p>
        </p:txBody>
      </p:sp>
      <p:sp>
        <p:nvSpPr>
          <p:cNvPr id="2" name="Text Placeholder 14">
            <a:extLst>
              <a:ext uri="{FF2B5EF4-FFF2-40B4-BE49-F238E27FC236}">
                <a16:creationId xmlns:a16="http://schemas.microsoft.com/office/drawing/2014/main" id="{3FC7596C-20A4-6FB1-3EA4-C7C498540071}"/>
              </a:ext>
            </a:extLst>
          </p:cNvPr>
          <p:cNvSpPr>
            <a:spLocks noGrp="1"/>
          </p:cNvSpPr>
          <p:nvPr>
            <p:ph type="body" sz="quarter" idx="20" hasCustomPrompt="1"/>
          </p:nvPr>
        </p:nvSpPr>
        <p:spPr>
          <a:xfrm>
            <a:off x="7239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75322264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5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15" name="Text Placeholder 8">
            <a:extLst>
              <a:ext uri="{FF2B5EF4-FFF2-40B4-BE49-F238E27FC236}">
                <a16:creationId xmlns:a16="http://schemas.microsoft.com/office/drawing/2014/main" id="{5C98F329-AE53-D0D4-1554-95C25A209E94}"/>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3" name="Text Placeholder 2">
            <a:extLst>
              <a:ext uri="{FF2B5EF4-FFF2-40B4-BE49-F238E27FC236}">
                <a16:creationId xmlns:a16="http://schemas.microsoft.com/office/drawing/2014/main" id="{43414D85-E5ED-0DA8-3DA5-76E37061E664}"/>
              </a:ext>
            </a:extLst>
          </p:cNvPr>
          <p:cNvSpPr>
            <a:spLocks noGrp="1"/>
          </p:cNvSpPr>
          <p:nvPr>
            <p:ph type="body" sz="quarter" idx="59"/>
          </p:nvPr>
        </p:nvSpPr>
        <p:spPr>
          <a:xfrm>
            <a:off x="4270484" y="2012559"/>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4" name="Text Placeholder 3">
            <a:extLst>
              <a:ext uri="{FF2B5EF4-FFF2-40B4-BE49-F238E27FC236}">
                <a16:creationId xmlns:a16="http://schemas.microsoft.com/office/drawing/2014/main" id="{1E5E84A3-3754-CFC8-3251-00EBEC9B4512}"/>
              </a:ext>
            </a:extLst>
          </p:cNvPr>
          <p:cNvSpPr>
            <a:spLocks noGrp="1"/>
          </p:cNvSpPr>
          <p:nvPr>
            <p:ph type="body" sz="quarter" idx="51" hasCustomPrompt="1"/>
          </p:nvPr>
        </p:nvSpPr>
        <p:spPr>
          <a:xfrm>
            <a:off x="4270484" y="2012559"/>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D2F76"/>
              </a:gs>
              <a:gs pos="99000">
                <a:srgbClr val="B22C6E"/>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0" name="Picture Placeholder 144">
            <a:extLst>
              <a:ext uri="{FF2B5EF4-FFF2-40B4-BE49-F238E27FC236}">
                <a16:creationId xmlns:a16="http://schemas.microsoft.com/office/drawing/2014/main" id="{5DEBD094-C34D-D872-06A3-543549CBEC67}"/>
              </a:ext>
            </a:extLst>
          </p:cNvPr>
          <p:cNvSpPr>
            <a:spLocks noGrp="1"/>
          </p:cNvSpPr>
          <p:nvPr>
            <p:ph type="pic" sz="quarter" idx="60"/>
          </p:nvPr>
        </p:nvSpPr>
        <p:spPr>
          <a:xfrm>
            <a:off x="4270484" y="2842855"/>
            <a:ext cx="3314700" cy="2610134"/>
          </a:xfrm>
        </p:spPr>
        <p:txBody>
          <a:bodyPr/>
          <a:lstStyle/>
          <a:p>
            <a:endParaRPr lang="en-US"/>
          </a:p>
        </p:txBody>
      </p:sp>
      <p:sp>
        <p:nvSpPr>
          <p:cNvPr id="12" name="Text Placeholder 11">
            <a:extLst>
              <a:ext uri="{FF2B5EF4-FFF2-40B4-BE49-F238E27FC236}">
                <a16:creationId xmlns:a16="http://schemas.microsoft.com/office/drawing/2014/main" id="{11C4227D-B481-5D4C-41CA-3300585CF867}"/>
              </a:ext>
            </a:extLst>
          </p:cNvPr>
          <p:cNvSpPr>
            <a:spLocks noGrp="1"/>
          </p:cNvSpPr>
          <p:nvPr>
            <p:ph type="body" sz="quarter" idx="61"/>
          </p:nvPr>
        </p:nvSpPr>
        <p:spPr>
          <a:xfrm>
            <a:off x="723900" y="2012559"/>
            <a:ext cx="3314700" cy="4183380"/>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3" name="Text Placeholder 12">
            <a:extLst>
              <a:ext uri="{FF2B5EF4-FFF2-40B4-BE49-F238E27FC236}">
                <a16:creationId xmlns:a16="http://schemas.microsoft.com/office/drawing/2014/main" id="{DFF8B41A-8751-4AE3-346F-E64D28A38CE5}"/>
              </a:ext>
            </a:extLst>
          </p:cNvPr>
          <p:cNvSpPr>
            <a:spLocks noGrp="1"/>
          </p:cNvSpPr>
          <p:nvPr>
            <p:ph type="body" sz="quarter" idx="62" hasCustomPrompt="1"/>
          </p:nvPr>
        </p:nvSpPr>
        <p:spPr>
          <a:xfrm>
            <a:off x="723900" y="2012559"/>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C8317D"/>
              </a:gs>
              <a:gs pos="100000">
                <a:srgbClr val="BD2F76"/>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6" name="Picture Placeholder 144">
            <a:extLst>
              <a:ext uri="{FF2B5EF4-FFF2-40B4-BE49-F238E27FC236}">
                <a16:creationId xmlns:a16="http://schemas.microsoft.com/office/drawing/2014/main" id="{312A8568-F091-A3D8-2202-2C236C7AF6B3}"/>
              </a:ext>
            </a:extLst>
          </p:cNvPr>
          <p:cNvSpPr>
            <a:spLocks noGrp="1"/>
          </p:cNvSpPr>
          <p:nvPr>
            <p:ph type="pic" sz="quarter" idx="63"/>
          </p:nvPr>
        </p:nvSpPr>
        <p:spPr>
          <a:xfrm>
            <a:off x="723900" y="2842855"/>
            <a:ext cx="3314700" cy="2610134"/>
          </a:xfrm>
        </p:spPr>
        <p:txBody>
          <a:bodyPr/>
          <a:lstStyle/>
          <a:p>
            <a:endParaRPr lang="en-US"/>
          </a:p>
        </p:txBody>
      </p:sp>
      <p:sp>
        <p:nvSpPr>
          <p:cNvPr id="17" name="Text Placeholder 16">
            <a:extLst>
              <a:ext uri="{FF2B5EF4-FFF2-40B4-BE49-F238E27FC236}">
                <a16:creationId xmlns:a16="http://schemas.microsoft.com/office/drawing/2014/main" id="{8CF81B08-FF83-B948-96CC-683CCE8564D8}"/>
              </a:ext>
            </a:extLst>
          </p:cNvPr>
          <p:cNvSpPr>
            <a:spLocks noGrp="1"/>
          </p:cNvSpPr>
          <p:nvPr>
            <p:ph type="body" sz="quarter" idx="64" hasCustomPrompt="1"/>
          </p:nvPr>
        </p:nvSpPr>
        <p:spPr>
          <a:xfrm>
            <a:off x="4267200" y="5452989"/>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8" name="Text Placeholder 17">
            <a:extLst>
              <a:ext uri="{FF2B5EF4-FFF2-40B4-BE49-F238E27FC236}">
                <a16:creationId xmlns:a16="http://schemas.microsoft.com/office/drawing/2014/main" id="{A02EF5ED-186B-670C-C2E8-68D282A7A4F7}"/>
              </a:ext>
            </a:extLst>
          </p:cNvPr>
          <p:cNvSpPr>
            <a:spLocks noGrp="1"/>
          </p:cNvSpPr>
          <p:nvPr>
            <p:ph type="body" sz="quarter" idx="65" hasCustomPrompt="1"/>
          </p:nvPr>
        </p:nvSpPr>
        <p:spPr>
          <a:xfrm>
            <a:off x="723900" y="5452989"/>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9" name="Date Placeholder 18">
            <a:extLst>
              <a:ext uri="{FF2B5EF4-FFF2-40B4-BE49-F238E27FC236}">
                <a16:creationId xmlns:a16="http://schemas.microsoft.com/office/drawing/2014/main" id="{251AA8C3-F39A-94D4-CBF5-AECDEA12028C}"/>
              </a:ext>
            </a:extLst>
          </p:cNvPr>
          <p:cNvSpPr>
            <a:spLocks noGrp="1"/>
          </p:cNvSpPr>
          <p:nvPr>
            <p:ph type="dt" sz="half" idx="66"/>
          </p:nvPr>
        </p:nvSpPr>
        <p:spPr/>
        <p:txBody>
          <a:bodyPr/>
          <a:lstStyle/>
          <a:p>
            <a:r>
              <a:rPr lang="en-US"/>
              <a:t>Microsoft confidential</a:t>
            </a:r>
          </a:p>
        </p:txBody>
      </p:sp>
      <p:sp>
        <p:nvSpPr>
          <p:cNvPr id="20" name="Footer Placeholder 19">
            <a:extLst>
              <a:ext uri="{FF2B5EF4-FFF2-40B4-BE49-F238E27FC236}">
                <a16:creationId xmlns:a16="http://schemas.microsoft.com/office/drawing/2014/main" id="{FED86831-0B64-C602-EBEB-280481F6237C}"/>
              </a:ext>
            </a:extLst>
          </p:cNvPr>
          <p:cNvSpPr>
            <a:spLocks noGrp="1"/>
          </p:cNvSpPr>
          <p:nvPr>
            <p:ph type="ftr" sz="quarter" idx="67"/>
          </p:nvPr>
        </p:nvSpPr>
        <p:spPr/>
        <p:txBody>
          <a:bodyPr/>
          <a:lstStyle/>
          <a:p>
            <a:r>
              <a:rPr lang="en-US"/>
              <a:t>Creating a scalable conversational UX</a:t>
            </a:r>
          </a:p>
        </p:txBody>
      </p:sp>
      <p:sp>
        <p:nvSpPr>
          <p:cNvPr id="21" name="Slide Number Placeholder 20">
            <a:extLst>
              <a:ext uri="{FF2B5EF4-FFF2-40B4-BE49-F238E27FC236}">
                <a16:creationId xmlns:a16="http://schemas.microsoft.com/office/drawing/2014/main" id="{8A898C96-994C-8E19-548D-6E03739928C7}"/>
              </a:ext>
            </a:extLst>
          </p:cNvPr>
          <p:cNvSpPr>
            <a:spLocks noGrp="1"/>
          </p:cNvSpPr>
          <p:nvPr>
            <p:ph type="sldNum" sz="quarter" idx="68"/>
          </p:nvPr>
        </p:nvSpPr>
        <p:spPr/>
        <p:txBody>
          <a:bodyPr/>
          <a:lstStyle/>
          <a:p>
            <a:fld id="{9406BE13-FF2C-3A41-A53B-D6BC2DDA0AE5}" type="slidenum">
              <a:rPr lang="en-US" smtClean="0"/>
              <a:pPr/>
              <a:t>‹#›</a:t>
            </a:fld>
            <a:endParaRPr lang="en-US"/>
          </a:p>
        </p:txBody>
      </p:sp>
      <p:sp>
        <p:nvSpPr>
          <p:cNvPr id="2" name="Text Placeholder 14">
            <a:extLst>
              <a:ext uri="{FF2B5EF4-FFF2-40B4-BE49-F238E27FC236}">
                <a16:creationId xmlns:a16="http://schemas.microsoft.com/office/drawing/2014/main" id="{8FF2BAFC-5FE4-F451-CD9C-5C924F8A4928}"/>
              </a:ext>
            </a:extLst>
          </p:cNvPr>
          <p:cNvSpPr>
            <a:spLocks noGrp="1"/>
          </p:cNvSpPr>
          <p:nvPr>
            <p:ph type="body" sz="quarter" idx="20" hasCustomPrompt="1"/>
          </p:nvPr>
        </p:nvSpPr>
        <p:spPr>
          <a:xfrm>
            <a:off x="7239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366225189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3" name="Text Placeholder 8">
            <a:extLst>
              <a:ext uri="{FF2B5EF4-FFF2-40B4-BE49-F238E27FC236}">
                <a16:creationId xmlns:a16="http://schemas.microsoft.com/office/drawing/2014/main" id="{6C24020C-1A51-DC96-3646-C742E575352A}"/>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9" name="Text Placeholder 15">
            <a:extLst>
              <a:ext uri="{FF2B5EF4-FFF2-40B4-BE49-F238E27FC236}">
                <a16:creationId xmlns:a16="http://schemas.microsoft.com/office/drawing/2014/main" id="{17FD13F5-E0ED-FD3A-A68C-15268F269AEB}"/>
              </a:ext>
            </a:extLst>
          </p:cNvPr>
          <p:cNvSpPr>
            <a:spLocks noGrp="1"/>
          </p:cNvSpPr>
          <p:nvPr>
            <p:ph type="body" sz="quarter" idx="14" hasCustomPrompt="1"/>
          </p:nvPr>
        </p:nvSpPr>
        <p:spPr>
          <a:xfrm>
            <a:off x="7239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0" name="Text Placeholder 15">
            <a:extLst>
              <a:ext uri="{FF2B5EF4-FFF2-40B4-BE49-F238E27FC236}">
                <a16:creationId xmlns:a16="http://schemas.microsoft.com/office/drawing/2014/main" id="{861DB29A-AD22-653F-6297-7941BEC86B38}"/>
              </a:ext>
            </a:extLst>
          </p:cNvPr>
          <p:cNvSpPr>
            <a:spLocks noGrp="1"/>
          </p:cNvSpPr>
          <p:nvPr>
            <p:ph type="body" sz="quarter" idx="15" hasCustomPrompt="1"/>
          </p:nvPr>
        </p:nvSpPr>
        <p:spPr>
          <a:xfrm>
            <a:off x="3124200" y="3371850"/>
            <a:ext cx="2057838"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1" name="Text Placeholder 15">
            <a:extLst>
              <a:ext uri="{FF2B5EF4-FFF2-40B4-BE49-F238E27FC236}">
                <a16:creationId xmlns:a16="http://schemas.microsoft.com/office/drawing/2014/main" id="{92C653C0-B4C0-71A0-0DFE-6EF3DF5FD992}"/>
              </a:ext>
            </a:extLst>
          </p:cNvPr>
          <p:cNvSpPr>
            <a:spLocks noGrp="1"/>
          </p:cNvSpPr>
          <p:nvPr>
            <p:ph type="body" sz="quarter" idx="16" hasCustomPrompt="1"/>
          </p:nvPr>
        </p:nvSpPr>
        <p:spPr>
          <a:xfrm>
            <a:off x="5524284" y="3371850"/>
            <a:ext cx="2057616" cy="493776"/>
          </a:xfrm>
        </p:spPr>
        <p:txBody>
          <a:bodyPr>
            <a:noAutofit/>
          </a:bodyPr>
          <a:lstStyle>
            <a:lvl1pPr marL="0" indent="0">
              <a:lnSpc>
                <a:spcPct val="90000"/>
              </a:lnSpc>
              <a:buNone/>
              <a:defRPr sz="1600">
                <a:latin typeface="+mj-lt"/>
              </a:defRPr>
            </a:lvl1pPr>
          </a:lstStyle>
          <a:p>
            <a:pPr lvl="0"/>
            <a:r>
              <a:rPr lang="en-US"/>
              <a:t>Morbi </a:t>
            </a:r>
            <a:r>
              <a:rPr lang="en-US" err="1"/>
              <a:t>leo</a:t>
            </a:r>
            <a:r>
              <a:rPr lang="en-US"/>
              <a:t> </a:t>
            </a:r>
            <a:r>
              <a:rPr lang="en-US" err="1"/>
              <a:t>risus</a:t>
            </a:r>
            <a:r>
              <a:rPr lang="en-US"/>
              <a:t>, porta vestibulum at eros.</a:t>
            </a:r>
          </a:p>
        </p:txBody>
      </p:sp>
      <p:sp>
        <p:nvSpPr>
          <p:cNvPr id="22" name="Content Placeholder 19">
            <a:extLst>
              <a:ext uri="{FF2B5EF4-FFF2-40B4-BE49-F238E27FC236}">
                <a16:creationId xmlns:a16="http://schemas.microsoft.com/office/drawing/2014/main" id="{7697DB2C-48AF-ECCB-C06D-8A44D7010D9E}"/>
              </a:ext>
            </a:extLst>
          </p:cNvPr>
          <p:cNvSpPr>
            <a:spLocks noGrp="1"/>
          </p:cNvSpPr>
          <p:nvPr>
            <p:ph sz="quarter" idx="17" hasCustomPrompt="1"/>
          </p:nvPr>
        </p:nvSpPr>
        <p:spPr>
          <a:xfrm>
            <a:off x="723900"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3" name="Content Placeholder 19">
            <a:extLst>
              <a:ext uri="{FF2B5EF4-FFF2-40B4-BE49-F238E27FC236}">
                <a16:creationId xmlns:a16="http://schemas.microsoft.com/office/drawing/2014/main" id="{C9E6F894-9A10-9C1D-DC3C-15B7A8D7FC16}"/>
              </a:ext>
            </a:extLst>
          </p:cNvPr>
          <p:cNvSpPr>
            <a:spLocks noGrp="1"/>
          </p:cNvSpPr>
          <p:nvPr>
            <p:ph sz="quarter" idx="18" hasCustomPrompt="1"/>
          </p:nvPr>
        </p:nvSpPr>
        <p:spPr>
          <a:xfrm>
            <a:off x="3124422" y="4000500"/>
            <a:ext cx="2057400" cy="2171700"/>
          </a:xfrm>
        </p:spPr>
        <p:txBody>
          <a:bodyPr>
            <a:normAutofit/>
          </a:bodyPr>
          <a:lstStyle>
            <a:lvl1pPr marL="0" indent="0">
              <a:lnSpc>
                <a:spcPct val="90000"/>
              </a:lnSpc>
              <a:buNone/>
              <a:defRPr sz="1400"/>
            </a:lvl1pPr>
          </a:lstStyle>
          <a:p>
            <a:pPr lvl="0"/>
            <a:r>
              <a:rPr lang="en-US"/>
              <a:t>Click to edit Master text styles.</a:t>
            </a:r>
          </a:p>
        </p:txBody>
      </p:sp>
      <p:sp>
        <p:nvSpPr>
          <p:cNvPr id="24" name="Content Placeholder 19">
            <a:extLst>
              <a:ext uri="{FF2B5EF4-FFF2-40B4-BE49-F238E27FC236}">
                <a16:creationId xmlns:a16="http://schemas.microsoft.com/office/drawing/2014/main" id="{B99D05C7-2FC2-62D2-81EF-C28BE6BC798A}"/>
              </a:ext>
            </a:extLst>
          </p:cNvPr>
          <p:cNvSpPr>
            <a:spLocks noGrp="1"/>
          </p:cNvSpPr>
          <p:nvPr>
            <p:ph sz="quarter" idx="19" hasCustomPrompt="1"/>
          </p:nvPr>
        </p:nvSpPr>
        <p:spPr>
          <a:xfrm>
            <a:off x="5524500" y="4000500"/>
            <a:ext cx="2057178" cy="2171700"/>
          </a:xfrm>
        </p:spPr>
        <p:txBody>
          <a:bodyPr>
            <a:normAutofit/>
          </a:bodyPr>
          <a:lstStyle>
            <a:lvl1pPr marL="0" indent="0">
              <a:lnSpc>
                <a:spcPct val="90000"/>
              </a:lnSpc>
              <a:buNone/>
              <a:defRPr sz="1400"/>
            </a:lvl1pPr>
          </a:lstStyle>
          <a:p>
            <a:pPr lvl="0"/>
            <a:r>
              <a:rPr lang="en-US"/>
              <a:t>Click to edit Master text styles.</a:t>
            </a:r>
          </a:p>
        </p:txBody>
      </p:sp>
      <p:sp>
        <p:nvSpPr>
          <p:cNvPr id="25" name="Text Placeholder 25">
            <a:extLst>
              <a:ext uri="{FF2B5EF4-FFF2-40B4-BE49-F238E27FC236}">
                <a16:creationId xmlns:a16="http://schemas.microsoft.com/office/drawing/2014/main" id="{722031DF-9D7E-6147-222F-5139761D3CFF}"/>
              </a:ext>
            </a:extLst>
          </p:cNvPr>
          <p:cNvSpPr>
            <a:spLocks noGrp="1"/>
          </p:cNvSpPr>
          <p:nvPr>
            <p:ph type="body" sz="quarter" idx="25"/>
          </p:nvPr>
        </p:nvSpPr>
        <p:spPr>
          <a:xfrm>
            <a:off x="5524500" y="2400300"/>
            <a:ext cx="742950" cy="742950"/>
          </a:xfrm>
          <a:blipFill dpi="0" rotWithShape="1">
            <a:blip r:embed="rId2"/>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26" name="Text Placeholder 25">
            <a:extLst>
              <a:ext uri="{FF2B5EF4-FFF2-40B4-BE49-F238E27FC236}">
                <a16:creationId xmlns:a16="http://schemas.microsoft.com/office/drawing/2014/main" id="{95562051-68B7-ABF4-56A2-13928074D2B4}"/>
              </a:ext>
            </a:extLst>
          </p:cNvPr>
          <p:cNvSpPr>
            <a:spLocks noGrp="1"/>
          </p:cNvSpPr>
          <p:nvPr>
            <p:ph type="body" sz="quarter" idx="24"/>
          </p:nvPr>
        </p:nvSpPr>
        <p:spPr>
          <a:xfrm>
            <a:off x="3124200" y="2400300"/>
            <a:ext cx="742950" cy="742950"/>
          </a:xfrm>
          <a:blipFill dpi="0" rotWithShape="1">
            <a:blip r:embed="rId3"/>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27" name="Text Placeholder 25">
            <a:extLst>
              <a:ext uri="{FF2B5EF4-FFF2-40B4-BE49-F238E27FC236}">
                <a16:creationId xmlns:a16="http://schemas.microsoft.com/office/drawing/2014/main" id="{7D2D1AF7-9BE6-2166-6E98-FC02D67702BD}"/>
              </a:ext>
            </a:extLst>
          </p:cNvPr>
          <p:cNvSpPr>
            <a:spLocks noGrp="1"/>
          </p:cNvSpPr>
          <p:nvPr>
            <p:ph type="body" sz="quarter" idx="23"/>
          </p:nvPr>
        </p:nvSpPr>
        <p:spPr>
          <a:xfrm>
            <a:off x="723900" y="2400300"/>
            <a:ext cx="742950" cy="742950"/>
          </a:xfrm>
          <a:blipFill dpi="0" rotWithShape="1">
            <a:blip r:embed="rId4"/>
            <a:srcRect/>
            <a:tile tx="-139700" ty="190500" sx="100000" sy="100000" flip="none" algn="bl"/>
          </a:blipFill>
        </p:spPr>
        <p:txBody>
          <a:bodyPr>
            <a:normAutofit/>
          </a:bodyPr>
          <a:lstStyle>
            <a:lvl1pPr marL="0" indent="0">
              <a:buNone/>
              <a:defRPr sz="100">
                <a:noFill/>
              </a:defRPr>
            </a:lvl1pPr>
          </a:lstStyle>
          <a:p>
            <a:pPr lvl="0"/>
            <a:endParaRPr lang="en-US"/>
          </a:p>
        </p:txBody>
      </p:sp>
      <p:sp>
        <p:nvSpPr>
          <p:cNvPr id="28" name="Date Placeholder 27">
            <a:extLst>
              <a:ext uri="{FF2B5EF4-FFF2-40B4-BE49-F238E27FC236}">
                <a16:creationId xmlns:a16="http://schemas.microsoft.com/office/drawing/2014/main" id="{E638D9C1-5152-5F52-805D-D606C8B4A48E}"/>
              </a:ext>
            </a:extLst>
          </p:cNvPr>
          <p:cNvSpPr>
            <a:spLocks noGrp="1"/>
          </p:cNvSpPr>
          <p:nvPr>
            <p:ph type="dt" sz="half" idx="26"/>
          </p:nvPr>
        </p:nvSpPr>
        <p:spPr/>
        <p:txBody>
          <a:bodyPr/>
          <a:lstStyle/>
          <a:p>
            <a:r>
              <a:rPr lang="en-US"/>
              <a:t>Microsoft confidential</a:t>
            </a:r>
          </a:p>
        </p:txBody>
      </p:sp>
      <p:sp>
        <p:nvSpPr>
          <p:cNvPr id="29" name="Footer Placeholder 28">
            <a:extLst>
              <a:ext uri="{FF2B5EF4-FFF2-40B4-BE49-F238E27FC236}">
                <a16:creationId xmlns:a16="http://schemas.microsoft.com/office/drawing/2014/main" id="{504D6C79-0A7C-9DBA-85E8-5A0A045CCB3F}"/>
              </a:ext>
            </a:extLst>
          </p:cNvPr>
          <p:cNvSpPr>
            <a:spLocks noGrp="1"/>
          </p:cNvSpPr>
          <p:nvPr>
            <p:ph type="ftr" sz="quarter" idx="27"/>
          </p:nvPr>
        </p:nvSpPr>
        <p:spPr/>
        <p:txBody>
          <a:bodyPr/>
          <a:lstStyle/>
          <a:p>
            <a:r>
              <a:rPr lang="en-US"/>
              <a:t>Creating a scalable conversational UX</a:t>
            </a:r>
          </a:p>
        </p:txBody>
      </p:sp>
      <p:sp>
        <p:nvSpPr>
          <p:cNvPr id="30" name="Slide Number Placeholder 29">
            <a:extLst>
              <a:ext uri="{FF2B5EF4-FFF2-40B4-BE49-F238E27FC236}">
                <a16:creationId xmlns:a16="http://schemas.microsoft.com/office/drawing/2014/main" id="{35699041-328F-1780-D956-29E33CB57F7C}"/>
              </a:ext>
            </a:extLst>
          </p:cNvPr>
          <p:cNvSpPr>
            <a:spLocks noGrp="1"/>
          </p:cNvSpPr>
          <p:nvPr>
            <p:ph type="sldNum" sz="quarter" idx="28"/>
          </p:nvPr>
        </p:nvSpPr>
        <p:spPr/>
        <p:txBody>
          <a:bodyPr/>
          <a:lstStyle/>
          <a:p>
            <a:fld id="{9406BE13-FF2C-3A41-A53B-D6BC2DDA0AE5}" type="slidenum">
              <a:rPr lang="en-US" smtClean="0"/>
              <a:pPr/>
              <a:t>‹#›</a:t>
            </a:fld>
            <a:endParaRPr lang="en-US"/>
          </a:p>
        </p:txBody>
      </p:sp>
      <p:sp>
        <p:nvSpPr>
          <p:cNvPr id="2" name="Text Placeholder 14">
            <a:extLst>
              <a:ext uri="{FF2B5EF4-FFF2-40B4-BE49-F238E27FC236}">
                <a16:creationId xmlns:a16="http://schemas.microsoft.com/office/drawing/2014/main" id="{C9505F32-9D0A-F1D3-3756-9C60857AEA50}"/>
              </a:ext>
            </a:extLst>
          </p:cNvPr>
          <p:cNvSpPr>
            <a:spLocks noGrp="1"/>
          </p:cNvSpPr>
          <p:nvPr>
            <p:ph type="body" sz="quarter" idx="20" hasCustomPrompt="1"/>
          </p:nvPr>
        </p:nvSpPr>
        <p:spPr>
          <a:xfrm>
            <a:off x="7239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139149878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Content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BA9-53B3-65D7-5B4C-52197CFA02B4}"/>
              </a:ext>
            </a:extLst>
          </p:cNvPr>
          <p:cNvSpPr/>
          <p:nvPr userDrawn="1"/>
        </p:nvSpPr>
        <p:spPr>
          <a:xfrm>
            <a:off x="8039100" y="2117"/>
            <a:ext cx="41529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544A4C-3C11-14F2-4ADC-BCB328396478}"/>
              </a:ext>
            </a:extLst>
          </p:cNvPr>
          <p:cNvSpPr>
            <a:spLocks noGrp="1"/>
          </p:cNvSpPr>
          <p:nvPr>
            <p:ph type="body" sz="half" idx="13"/>
          </p:nvPr>
        </p:nvSpPr>
        <p:spPr>
          <a:xfrm>
            <a:off x="8732839" y="2005791"/>
            <a:ext cx="2506661" cy="4166409"/>
          </a:xfrm>
        </p:spPr>
        <p:txBody>
          <a:bodyPr>
            <a:normAutofit/>
          </a:bodyPr>
          <a:lstStyle>
            <a:lvl1pPr marL="0" indent="0">
              <a:lnSpc>
                <a:spcPct val="100000"/>
              </a:lnSpc>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4A8286D2-F40D-1CA4-D77A-32BBDCCF7F40}"/>
              </a:ext>
            </a:extLst>
          </p:cNvPr>
          <p:cNvSpPr>
            <a:spLocks noGrp="1"/>
          </p:cNvSpPr>
          <p:nvPr>
            <p:ph type="title"/>
          </p:nvPr>
        </p:nvSpPr>
        <p:spPr>
          <a:xfrm>
            <a:off x="8724900" y="748884"/>
            <a:ext cx="2522539" cy="1024128"/>
          </a:xfrm>
        </p:spPr>
        <p:txBody>
          <a:bodyPr anchor="b"/>
          <a:lstStyle>
            <a:lvl1pPr>
              <a:defRPr sz="2000">
                <a:solidFill>
                  <a:schemeClr val="tx2"/>
                </a:solidFill>
              </a:defRPr>
            </a:lvl1pPr>
          </a:lstStyle>
          <a:p>
            <a:r>
              <a:rPr lang="en-US"/>
              <a:t>Click to edit Master title style</a:t>
            </a:r>
          </a:p>
        </p:txBody>
      </p:sp>
      <p:sp>
        <p:nvSpPr>
          <p:cNvPr id="21" name="Text Placeholder 8">
            <a:extLst>
              <a:ext uri="{FF2B5EF4-FFF2-40B4-BE49-F238E27FC236}">
                <a16:creationId xmlns:a16="http://schemas.microsoft.com/office/drawing/2014/main" id="{6325F162-E83F-F35A-7739-63BB864C83FF}"/>
              </a:ext>
            </a:extLst>
          </p:cNvPr>
          <p:cNvSpPr>
            <a:spLocks noGrp="1"/>
          </p:cNvSpPr>
          <p:nvPr>
            <p:ph type="body" sz="quarter" idx="12"/>
          </p:nvPr>
        </p:nvSpPr>
        <p:spPr>
          <a:xfrm>
            <a:off x="723900" y="742950"/>
            <a:ext cx="6858000"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22" name="Text Placeholder 21">
            <a:extLst>
              <a:ext uri="{FF2B5EF4-FFF2-40B4-BE49-F238E27FC236}">
                <a16:creationId xmlns:a16="http://schemas.microsoft.com/office/drawing/2014/main" id="{342830CD-B068-6E3E-7D68-BFC9D6C22D42}"/>
              </a:ext>
            </a:extLst>
          </p:cNvPr>
          <p:cNvSpPr>
            <a:spLocks noGrp="1"/>
          </p:cNvSpPr>
          <p:nvPr>
            <p:ph type="body" sz="quarter" idx="50" hasCustomPrompt="1"/>
          </p:nvPr>
        </p:nvSpPr>
        <p:spPr>
          <a:xfrm>
            <a:off x="541020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3" name="Text Placeholder 22">
            <a:extLst>
              <a:ext uri="{FF2B5EF4-FFF2-40B4-BE49-F238E27FC236}">
                <a16:creationId xmlns:a16="http://schemas.microsoft.com/office/drawing/2014/main" id="{5C21A485-8FDE-0936-B795-9802D7ECE5F2}"/>
              </a:ext>
            </a:extLst>
          </p:cNvPr>
          <p:cNvSpPr>
            <a:spLocks noGrp="1"/>
          </p:cNvSpPr>
          <p:nvPr>
            <p:ph type="body" sz="quarter" idx="48" hasCustomPrompt="1"/>
          </p:nvPr>
        </p:nvSpPr>
        <p:spPr>
          <a:xfrm>
            <a:off x="541020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B92E73"/>
              </a:gs>
              <a:gs pos="99000">
                <a:srgbClr val="B22C6E"/>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4" name="Text Placeholder 23">
            <a:extLst>
              <a:ext uri="{FF2B5EF4-FFF2-40B4-BE49-F238E27FC236}">
                <a16:creationId xmlns:a16="http://schemas.microsoft.com/office/drawing/2014/main" id="{305A2191-7FB8-744B-7103-4CBC5FCFD02E}"/>
              </a:ext>
            </a:extLst>
          </p:cNvPr>
          <p:cNvSpPr>
            <a:spLocks noGrp="1"/>
          </p:cNvSpPr>
          <p:nvPr>
            <p:ph type="body" sz="quarter" idx="49" hasCustomPrompt="1"/>
          </p:nvPr>
        </p:nvSpPr>
        <p:spPr>
          <a:xfrm>
            <a:off x="541020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5" name="Text Placeholder 24">
            <a:extLst>
              <a:ext uri="{FF2B5EF4-FFF2-40B4-BE49-F238E27FC236}">
                <a16:creationId xmlns:a16="http://schemas.microsoft.com/office/drawing/2014/main" id="{50EDCE07-60C8-34A3-7A8C-A4A17D19583E}"/>
              </a:ext>
            </a:extLst>
          </p:cNvPr>
          <p:cNvSpPr>
            <a:spLocks noGrp="1"/>
          </p:cNvSpPr>
          <p:nvPr>
            <p:ph type="body" sz="quarter" idx="51" hasCustomPrompt="1"/>
          </p:nvPr>
        </p:nvSpPr>
        <p:spPr>
          <a:xfrm>
            <a:off x="723900" y="2005098"/>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6" name="Text Placeholder 25">
            <a:extLst>
              <a:ext uri="{FF2B5EF4-FFF2-40B4-BE49-F238E27FC236}">
                <a16:creationId xmlns:a16="http://schemas.microsoft.com/office/drawing/2014/main" id="{B20017F9-8D4C-DA30-91AA-68549AAB5BEB}"/>
              </a:ext>
            </a:extLst>
          </p:cNvPr>
          <p:cNvSpPr>
            <a:spLocks noGrp="1"/>
          </p:cNvSpPr>
          <p:nvPr>
            <p:ph type="body" sz="quarter" idx="52" hasCustomPrompt="1"/>
          </p:nvPr>
        </p:nvSpPr>
        <p:spPr>
          <a:xfrm>
            <a:off x="723900" y="2005098"/>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0">
                <a:srgbClr val="C8317D"/>
              </a:gs>
              <a:gs pos="100000">
                <a:srgbClr val="C02F78"/>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27" name="Text Placeholder 26">
            <a:extLst>
              <a:ext uri="{FF2B5EF4-FFF2-40B4-BE49-F238E27FC236}">
                <a16:creationId xmlns:a16="http://schemas.microsoft.com/office/drawing/2014/main" id="{B3187AAD-E086-F7A2-AE44-EEE4CDB4E460}"/>
              </a:ext>
            </a:extLst>
          </p:cNvPr>
          <p:cNvSpPr>
            <a:spLocks noGrp="1"/>
          </p:cNvSpPr>
          <p:nvPr>
            <p:ph type="body" sz="quarter" idx="53" hasCustomPrompt="1"/>
          </p:nvPr>
        </p:nvSpPr>
        <p:spPr>
          <a:xfrm>
            <a:off x="723900" y="5488912"/>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28" name="Text Placeholder 27">
            <a:extLst>
              <a:ext uri="{FF2B5EF4-FFF2-40B4-BE49-F238E27FC236}">
                <a16:creationId xmlns:a16="http://schemas.microsoft.com/office/drawing/2014/main" id="{7A479736-8C67-2946-027A-6C823D6ADD16}"/>
              </a:ext>
            </a:extLst>
          </p:cNvPr>
          <p:cNvSpPr>
            <a:spLocks noGrp="1"/>
          </p:cNvSpPr>
          <p:nvPr>
            <p:ph type="body" sz="quarter" idx="54" hasCustomPrompt="1"/>
          </p:nvPr>
        </p:nvSpPr>
        <p:spPr>
          <a:xfrm>
            <a:off x="3067050" y="2002586"/>
            <a:ext cx="2171700" cy="4169614"/>
          </a:xfrm>
          <a:custGeom>
            <a:avLst/>
            <a:gdLst>
              <a:gd name="connsiteX0" fmla="*/ 94076 w 2171700"/>
              <a:gd name="connsiteY0" fmla="*/ 0 h 4169614"/>
              <a:gd name="connsiteX1" fmla="*/ 2079595 w 2171700"/>
              <a:gd name="connsiteY1" fmla="*/ 0 h 4169614"/>
              <a:gd name="connsiteX2" fmla="*/ 2166278 w 2171700"/>
              <a:gd name="connsiteY2" fmla="*/ 57458 h 4169614"/>
              <a:gd name="connsiteX3" fmla="*/ 2171700 w 2171700"/>
              <a:gd name="connsiteY3" fmla="*/ 84314 h 4169614"/>
              <a:gd name="connsiteX4" fmla="*/ 2171700 w 2171700"/>
              <a:gd name="connsiteY4" fmla="*/ 4085301 h 4169614"/>
              <a:gd name="connsiteX5" fmla="*/ 2166278 w 2171700"/>
              <a:gd name="connsiteY5" fmla="*/ 4112157 h 4169614"/>
              <a:gd name="connsiteX6" fmla="*/ 2079595 w 2171700"/>
              <a:gd name="connsiteY6" fmla="*/ 4169614 h 4169614"/>
              <a:gd name="connsiteX7" fmla="*/ 94076 w 2171700"/>
              <a:gd name="connsiteY7" fmla="*/ 4169614 h 4169614"/>
              <a:gd name="connsiteX8" fmla="*/ 0 w 2171700"/>
              <a:gd name="connsiteY8" fmla="*/ 4075538 h 4169614"/>
              <a:gd name="connsiteX9" fmla="*/ 0 w 2171700"/>
              <a:gd name="connsiteY9" fmla="*/ 94076 h 4169614"/>
              <a:gd name="connsiteX10" fmla="*/ 94076 w 2171700"/>
              <a:gd name="connsiteY10" fmla="*/ 0 h 416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700" h="4169614">
                <a:moveTo>
                  <a:pt x="94076" y="0"/>
                </a:moveTo>
                <a:lnTo>
                  <a:pt x="2079595" y="0"/>
                </a:lnTo>
                <a:cubicBezTo>
                  <a:pt x="2118563" y="0"/>
                  <a:pt x="2151997" y="23692"/>
                  <a:pt x="2166278" y="57458"/>
                </a:cubicBezTo>
                <a:lnTo>
                  <a:pt x="2171700" y="84314"/>
                </a:lnTo>
                <a:lnTo>
                  <a:pt x="2171700" y="4085301"/>
                </a:lnTo>
                <a:lnTo>
                  <a:pt x="2166278" y="4112157"/>
                </a:lnTo>
                <a:cubicBezTo>
                  <a:pt x="2151997" y="4145922"/>
                  <a:pt x="2118563" y="4169614"/>
                  <a:pt x="2079595" y="4169614"/>
                </a:cubicBezTo>
                <a:lnTo>
                  <a:pt x="94076" y="4169614"/>
                </a:lnTo>
                <a:cubicBezTo>
                  <a:pt x="42119" y="4169614"/>
                  <a:pt x="0" y="4127495"/>
                  <a:pt x="0" y="4075538"/>
                </a:cubicBezTo>
                <a:lnTo>
                  <a:pt x="0" y="94076"/>
                </a:lnTo>
                <a:cubicBezTo>
                  <a:pt x="0" y="42119"/>
                  <a:pt x="42119" y="0"/>
                  <a:pt x="9407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28600" tIns="914400" rIns="22860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Master text styles.</a:t>
            </a:r>
          </a:p>
        </p:txBody>
      </p:sp>
      <p:sp>
        <p:nvSpPr>
          <p:cNvPr id="29" name="Text Placeholder 28">
            <a:extLst>
              <a:ext uri="{FF2B5EF4-FFF2-40B4-BE49-F238E27FC236}">
                <a16:creationId xmlns:a16="http://schemas.microsoft.com/office/drawing/2014/main" id="{618173BF-5547-ABF6-6949-652E20CE2862}"/>
              </a:ext>
            </a:extLst>
          </p:cNvPr>
          <p:cNvSpPr>
            <a:spLocks noGrp="1"/>
          </p:cNvSpPr>
          <p:nvPr>
            <p:ph type="body" sz="quarter" idx="55" hasCustomPrompt="1"/>
          </p:nvPr>
        </p:nvSpPr>
        <p:spPr>
          <a:xfrm>
            <a:off x="3067050" y="2002586"/>
            <a:ext cx="2173671" cy="742950"/>
          </a:xfrm>
          <a:custGeom>
            <a:avLst/>
            <a:gdLst>
              <a:gd name="connsiteX0" fmla="*/ 94076 w 2173671"/>
              <a:gd name="connsiteY0" fmla="*/ 0 h 742950"/>
              <a:gd name="connsiteX1" fmla="*/ 2079595 w 2173671"/>
              <a:gd name="connsiteY1" fmla="*/ 0 h 742950"/>
              <a:gd name="connsiteX2" fmla="*/ 2173671 w 2173671"/>
              <a:gd name="connsiteY2" fmla="*/ 94076 h 742950"/>
              <a:gd name="connsiteX3" fmla="*/ 2173671 w 2173671"/>
              <a:gd name="connsiteY3" fmla="*/ 742950 h 742950"/>
              <a:gd name="connsiteX4" fmla="*/ 0 w 2173671"/>
              <a:gd name="connsiteY4" fmla="*/ 742950 h 742950"/>
              <a:gd name="connsiteX5" fmla="*/ 0 w 2173671"/>
              <a:gd name="connsiteY5" fmla="*/ 94076 h 742950"/>
              <a:gd name="connsiteX6" fmla="*/ 94076 w 2173671"/>
              <a:gd name="connsiteY6"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671" h="742950">
                <a:moveTo>
                  <a:pt x="94076" y="0"/>
                </a:moveTo>
                <a:lnTo>
                  <a:pt x="2079595" y="0"/>
                </a:lnTo>
                <a:cubicBezTo>
                  <a:pt x="2131552" y="0"/>
                  <a:pt x="2173671" y="42119"/>
                  <a:pt x="2173671" y="94076"/>
                </a:cubicBezTo>
                <a:lnTo>
                  <a:pt x="2173671" y="742950"/>
                </a:lnTo>
                <a:lnTo>
                  <a:pt x="0" y="742950"/>
                </a:lnTo>
                <a:lnTo>
                  <a:pt x="0" y="94076"/>
                </a:lnTo>
                <a:cubicBezTo>
                  <a:pt x="0" y="42119"/>
                  <a:pt x="42119" y="0"/>
                  <a:pt x="94076" y="0"/>
                </a:cubicBezTo>
                <a:close/>
              </a:path>
            </a:pathLst>
          </a:custGeom>
          <a:gradFill>
            <a:gsLst>
              <a:gs pos="100000">
                <a:srgbClr val="B92E73"/>
              </a:gs>
              <a:gs pos="0">
                <a:srgbClr val="C02F78"/>
              </a:gs>
            </a:gsLst>
            <a:lin ang="4200000" scaled="0"/>
          </a:gradFill>
        </p:spPr>
        <p:txBody>
          <a:bodyPr wrap="square" lIns="228600" tIns="182880" rIns="228600" bIns="182880">
            <a:noAutofit/>
          </a:bodyPr>
          <a:lstStyle>
            <a:lvl1pPr marL="0" indent="0">
              <a:lnSpc>
                <a:spcPct val="90000"/>
              </a:lnSpc>
              <a:buNone/>
              <a:defRPr sz="14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a:t>
            </a:r>
          </a:p>
        </p:txBody>
      </p:sp>
      <p:sp>
        <p:nvSpPr>
          <p:cNvPr id="30" name="Text Placeholder 29">
            <a:extLst>
              <a:ext uri="{FF2B5EF4-FFF2-40B4-BE49-F238E27FC236}">
                <a16:creationId xmlns:a16="http://schemas.microsoft.com/office/drawing/2014/main" id="{F6726FFB-AED2-307D-7680-2271A99F9442}"/>
              </a:ext>
            </a:extLst>
          </p:cNvPr>
          <p:cNvSpPr>
            <a:spLocks noGrp="1"/>
          </p:cNvSpPr>
          <p:nvPr>
            <p:ph type="body" sz="quarter" idx="56" hasCustomPrompt="1"/>
          </p:nvPr>
        </p:nvSpPr>
        <p:spPr>
          <a:xfrm>
            <a:off x="3067050" y="5486400"/>
            <a:ext cx="2173671" cy="685800"/>
          </a:xfrm>
          <a:custGeom>
            <a:avLst/>
            <a:gdLst>
              <a:gd name="connsiteX0" fmla="*/ 0 w 2173671"/>
              <a:gd name="connsiteY0" fmla="*/ 0 h 685800"/>
              <a:gd name="connsiteX1" fmla="*/ 2173671 w 2173671"/>
              <a:gd name="connsiteY1" fmla="*/ 0 h 685800"/>
              <a:gd name="connsiteX2" fmla="*/ 2173671 w 2173671"/>
              <a:gd name="connsiteY2" fmla="*/ 591724 h 685800"/>
              <a:gd name="connsiteX3" fmla="*/ 2079595 w 2173671"/>
              <a:gd name="connsiteY3" fmla="*/ 685800 h 685800"/>
              <a:gd name="connsiteX4" fmla="*/ 94076 w 2173671"/>
              <a:gd name="connsiteY4" fmla="*/ 685800 h 685800"/>
              <a:gd name="connsiteX5" fmla="*/ 0 w 2173671"/>
              <a:gd name="connsiteY5" fmla="*/ 591724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3671" h="685800">
                <a:moveTo>
                  <a:pt x="0" y="0"/>
                </a:moveTo>
                <a:lnTo>
                  <a:pt x="2173671" y="0"/>
                </a:lnTo>
                <a:lnTo>
                  <a:pt x="2173671" y="591724"/>
                </a:lnTo>
                <a:cubicBezTo>
                  <a:pt x="2173671" y="643681"/>
                  <a:pt x="2131552" y="685800"/>
                  <a:pt x="2079595" y="685800"/>
                </a:cubicBezTo>
                <a:lnTo>
                  <a:pt x="94076" y="685800"/>
                </a:lnTo>
                <a:cubicBezTo>
                  <a:pt x="42119" y="685800"/>
                  <a:pt x="0" y="643681"/>
                  <a:pt x="0" y="591724"/>
                </a:cubicBezTo>
                <a:close/>
              </a:path>
            </a:pathLst>
          </a:custGeom>
          <a:solidFill>
            <a:schemeClr val="bg2"/>
          </a:solidFill>
        </p:spPr>
        <p:txBody>
          <a:bodyPr wrap="square" lIns="228600" tIns="201168" rIns="228600" bIns="201168" anchor="b">
            <a:noAutofit/>
          </a:bodyPr>
          <a:lstStyle>
            <a:lvl1pPr marL="0" indent="0">
              <a:lnSpc>
                <a:spcPct val="11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a:t>
            </a:r>
          </a:p>
        </p:txBody>
      </p:sp>
      <p:sp>
        <p:nvSpPr>
          <p:cNvPr id="31" name="Picture Placeholder 42">
            <a:extLst>
              <a:ext uri="{FF2B5EF4-FFF2-40B4-BE49-F238E27FC236}">
                <a16:creationId xmlns:a16="http://schemas.microsoft.com/office/drawing/2014/main" id="{DCFF8CD4-8B2E-750C-CB76-A5E32271818F}"/>
              </a:ext>
            </a:extLst>
          </p:cNvPr>
          <p:cNvSpPr>
            <a:spLocks noGrp="1"/>
          </p:cNvSpPr>
          <p:nvPr>
            <p:ph type="pic" sz="quarter" idx="57"/>
          </p:nvPr>
        </p:nvSpPr>
        <p:spPr>
          <a:xfrm>
            <a:off x="5410200" y="2743200"/>
            <a:ext cx="2173671" cy="2743200"/>
          </a:xfrm>
        </p:spPr>
        <p:txBody>
          <a:bodyPr/>
          <a:lstStyle/>
          <a:p>
            <a:endParaRPr lang="en-US"/>
          </a:p>
        </p:txBody>
      </p:sp>
      <p:sp>
        <p:nvSpPr>
          <p:cNvPr id="32" name="Picture Placeholder 42">
            <a:extLst>
              <a:ext uri="{FF2B5EF4-FFF2-40B4-BE49-F238E27FC236}">
                <a16:creationId xmlns:a16="http://schemas.microsoft.com/office/drawing/2014/main" id="{0D102266-C6FD-539E-19BB-5104EAA09266}"/>
              </a:ext>
            </a:extLst>
          </p:cNvPr>
          <p:cNvSpPr>
            <a:spLocks noGrp="1"/>
          </p:cNvSpPr>
          <p:nvPr>
            <p:ph type="pic" sz="quarter" idx="58"/>
          </p:nvPr>
        </p:nvSpPr>
        <p:spPr>
          <a:xfrm>
            <a:off x="3067050" y="2743200"/>
            <a:ext cx="2173671" cy="2743200"/>
          </a:xfrm>
        </p:spPr>
        <p:txBody>
          <a:bodyPr/>
          <a:lstStyle/>
          <a:p>
            <a:endParaRPr lang="en-US"/>
          </a:p>
        </p:txBody>
      </p:sp>
      <p:sp>
        <p:nvSpPr>
          <p:cNvPr id="33" name="Picture Placeholder 42">
            <a:extLst>
              <a:ext uri="{FF2B5EF4-FFF2-40B4-BE49-F238E27FC236}">
                <a16:creationId xmlns:a16="http://schemas.microsoft.com/office/drawing/2014/main" id="{AE37CECF-712D-9943-18BC-4B27C6E4F574}"/>
              </a:ext>
            </a:extLst>
          </p:cNvPr>
          <p:cNvSpPr>
            <a:spLocks noGrp="1"/>
          </p:cNvSpPr>
          <p:nvPr>
            <p:ph type="pic" sz="quarter" idx="59"/>
          </p:nvPr>
        </p:nvSpPr>
        <p:spPr>
          <a:xfrm>
            <a:off x="725871" y="2743200"/>
            <a:ext cx="2171700" cy="2743200"/>
          </a:xfrm>
        </p:spPr>
        <p:txBody>
          <a:bodyPr/>
          <a:lstStyle/>
          <a:p>
            <a:endParaRPr lang="en-US"/>
          </a:p>
        </p:txBody>
      </p:sp>
      <p:sp>
        <p:nvSpPr>
          <p:cNvPr id="34" name="Date Placeholder 33">
            <a:extLst>
              <a:ext uri="{FF2B5EF4-FFF2-40B4-BE49-F238E27FC236}">
                <a16:creationId xmlns:a16="http://schemas.microsoft.com/office/drawing/2014/main" id="{B740A999-439F-2330-8368-51DAC8999F51}"/>
              </a:ext>
            </a:extLst>
          </p:cNvPr>
          <p:cNvSpPr>
            <a:spLocks noGrp="1"/>
          </p:cNvSpPr>
          <p:nvPr>
            <p:ph type="dt" sz="half" idx="60"/>
          </p:nvPr>
        </p:nvSpPr>
        <p:spPr/>
        <p:txBody>
          <a:bodyPr/>
          <a:lstStyle/>
          <a:p>
            <a:r>
              <a:rPr lang="en-US"/>
              <a:t>Microsoft confidential</a:t>
            </a:r>
          </a:p>
        </p:txBody>
      </p:sp>
      <p:sp>
        <p:nvSpPr>
          <p:cNvPr id="35" name="Footer Placeholder 34">
            <a:extLst>
              <a:ext uri="{FF2B5EF4-FFF2-40B4-BE49-F238E27FC236}">
                <a16:creationId xmlns:a16="http://schemas.microsoft.com/office/drawing/2014/main" id="{6EDCACCB-C61D-0C23-67AE-CB5AF3818D54}"/>
              </a:ext>
            </a:extLst>
          </p:cNvPr>
          <p:cNvSpPr>
            <a:spLocks noGrp="1"/>
          </p:cNvSpPr>
          <p:nvPr>
            <p:ph type="ftr" sz="quarter" idx="61"/>
          </p:nvPr>
        </p:nvSpPr>
        <p:spPr/>
        <p:txBody>
          <a:bodyPr/>
          <a:lstStyle/>
          <a:p>
            <a:r>
              <a:rPr lang="en-US"/>
              <a:t>Creating a scalable conversational UX</a:t>
            </a:r>
          </a:p>
        </p:txBody>
      </p:sp>
      <p:sp>
        <p:nvSpPr>
          <p:cNvPr id="36" name="Slide Number Placeholder 35">
            <a:extLst>
              <a:ext uri="{FF2B5EF4-FFF2-40B4-BE49-F238E27FC236}">
                <a16:creationId xmlns:a16="http://schemas.microsoft.com/office/drawing/2014/main" id="{DF91C99E-5BD5-1183-E5A4-724565240135}"/>
              </a:ext>
            </a:extLst>
          </p:cNvPr>
          <p:cNvSpPr>
            <a:spLocks noGrp="1"/>
          </p:cNvSpPr>
          <p:nvPr>
            <p:ph type="sldNum" sz="quarter" idx="62"/>
          </p:nvPr>
        </p:nvSpPr>
        <p:spPr/>
        <p:txBody>
          <a:bodyPr/>
          <a:lstStyle/>
          <a:p>
            <a:fld id="{9406BE13-FF2C-3A41-A53B-D6BC2DDA0AE5}" type="slidenum">
              <a:rPr lang="en-US" smtClean="0"/>
              <a:pPr/>
              <a:t>‹#›</a:t>
            </a:fld>
            <a:endParaRPr lang="en-US"/>
          </a:p>
        </p:txBody>
      </p:sp>
      <p:sp>
        <p:nvSpPr>
          <p:cNvPr id="2" name="Text Placeholder 14">
            <a:extLst>
              <a:ext uri="{FF2B5EF4-FFF2-40B4-BE49-F238E27FC236}">
                <a16:creationId xmlns:a16="http://schemas.microsoft.com/office/drawing/2014/main" id="{3E0340E6-DE8B-9E58-310A-1B1609499CA9}"/>
              </a:ext>
            </a:extLst>
          </p:cNvPr>
          <p:cNvSpPr>
            <a:spLocks noGrp="1"/>
          </p:cNvSpPr>
          <p:nvPr>
            <p:ph type="body" sz="quarter" idx="20" hasCustomPrompt="1"/>
          </p:nvPr>
        </p:nvSpPr>
        <p:spPr>
          <a:xfrm>
            <a:off x="723900" y="523101"/>
            <a:ext cx="6862658"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416692268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4776">
          <p15:clr>
            <a:srgbClr val="5ACBF0"/>
          </p15:clr>
        </p15:guide>
        <p15:guide id="2" pos="5496">
          <p15:clr>
            <a:srgbClr val="5ACBF0"/>
          </p15:clr>
        </p15:guide>
        <p15:guide id="3" pos="5064">
          <p15:clr>
            <a:srgbClr val="FBAE40"/>
          </p15:clr>
        </p15:guide>
        <p15:guide id="4" pos="7080">
          <p15:clr>
            <a:srgbClr val="5ACBF0"/>
          </p15:clr>
        </p15:guide>
        <p15:guide id="5" orient="horz" pos="1080">
          <p15:clr>
            <a:srgbClr val="9FCC3B"/>
          </p15:clr>
        </p15:guide>
        <p15:guide id="6" orient="horz" pos="468">
          <p15:clr>
            <a:srgbClr val="9FCC3B"/>
          </p15:clr>
        </p15:guide>
        <p15:guide id="7" orient="horz" pos="1260">
          <p15:clr>
            <a:srgbClr val="5ACBF0"/>
          </p15:clr>
        </p15:guide>
        <p15:guide id="8" orient="horz" pos="3888">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aption with Detail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B5441F-36A5-717B-0919-0FC544144CA4}"/>
              </a:ext>
            </a:extLst>
          </p:cNvPr>
          <p:cNvSpPr/>
          <p:nvPr userDrawn="1"/>
        </p:nvSpPr>
        <p:spPr>
          <a:xfrm>
            <a:off x="4381500" y="0"/>
            <a:ext cx="781050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6810C5D6-BE0E-81CA-D041-F375BC16290F}"/>
              </a:ext>
            </a:extLst>
          </p:cNvPr>
          <p:cNvSpPr>
            <a:spLocks noGrp="1"/>
          </p:cNvSpPr>
          <p:nvPr>
            <p:ph type="title"/>
          </p:nvPr>
        </p:nvSpPr>
        <p:spPr>
          <a:xfrm>
            <a:off x="731839" y="1018911"/>
            <a:ext cx="3192461" cy="775597"/>
          </a:xfrm>
        </p:spPr>
        <p:txBody>
          <a:bodyPr anchor="b">
            <a:sp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2C686E56-D7FD-ADB2-F8E0-67414A061562}"/>
              </a:ext>
            </a:extLst>
          </p:cNvPr>
          <p:cNvSpPr>
            <a:spLocks noGrp="1"/>
          </p:cNvSpPr>
          <p:nvPr>
            <p:ph type="body" sz="half" idx="2"/>
          </p:nvPr>
        </p:nvSpPr>
        <p:spPr>
          <a:xfrm>
            <a:off x="731839" y="2000250"/>
            <a:ext cx="3192461" cy="4171950"/>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F7F7D32A-2256-96E0-3DE9-C3313E337E7A}"/>
              </a:ext>
            </a:extLst>
          </p:cNvPr>
          <p:cNvSpPr>
            <a:spLocks noGrp="1"/>
          </p:cNvSpPr>
          <p:nvPr>
            <p:ph idx="1"/>
          </p:nvPr>
        </p:nvSpPr>
        <p:spPr>
          <a:xfrm>
            <a:off x="5067300" y="1085850"/>
            <a:ext cx="6172198" cy="5073993"/>
          </a:xfrm>
        </p:spPr>
        <p:txBody>
          <a:bodyPr>
            <a:normAutofit/>
          </a:bodyPr>
          <a:lstStyle>
            <a:lvl1pPr>
              <a:defRPr sz="2000">
                <a:solidFill>
                  <a:schemeClr val="tx2"/>
                </a:solidFill>
              </a:defRPr>
            </a:lvl1pPr>
            <a:lvl2pPr>
              <a:lnSpc>
                <a:spcPct val="100000"/>
              </a:lnSpc>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AC04BFB5-B21E-FB36-8F69-C8B5ECCFF32D}"/>
              </a:ext>
            </a:extLst>
          </p:cNvPr>
          <p:cNvSpPr>
            <a:spLocks noGrp="1"/>
          </p:cNvSpPr>
          <p:nvPr>
            <p:ph type="dt" sz="half" idx="10"/>
          </p:nvPr>
        </p:nvSpPr>
        <p:spPr/>
        <p:txBody>
          <a:bodyPr/>
          <a:lstStyle/>
          <a:p>
            <a:r>
              <a:rPr lang="en-US"/>
              <a:t>Microsoft confidential</a:t>
            </a:r>
          </a:p>
        </p:txBody>
      </p:sp>
      <p:sp>
        <p:nvSpPr>
          <p:cNvPr id="29" name="Footer Placeholder 28">
            <a:extLst>
              <a:ext uri="{FF2B5EF4-FFF2-40B4-BE49-F238E27FC236}">
                <a16:creationId xmlns:a16="http://schemas.microsoft.com/office/drawing/2014/main" id="{6364E18D-8700-21BD-F5EE-A702FB90A761}"/>
              </a:ext>
            </a:extLst>
          </p:cNvPr>
          <p:cNvSpPr>
            <a:spLocks noGrp="1"/>
          </p:cNvSpPr>
          <p:nvPr>
            <p:ph type="ftr" sz="quarter" idx="11"/>
          </p:nvPr>
        </p:nvSpPr>
        <p:spPr/>
        <p:txBody>
          <a:bodyPr/>
          <a:lstStyle/>
          <a:p>
            <a:r>
              <a:rPr lang="en-US"/>
              <a:t>Creating a scalable conversational UX</a:t>
            </a:r>
          </a:p>
        </p:txBody>
      </p:sp>
      <p:sp>
        <p:nvSpPr>
          <p:cNvPr id="30" name="Slide Number Placeholder 29">
            <a:extLst>
              <a:ext uri="{FF2B5EF4-FFF2-40B4-BE49-F238E27FC236}">
                <a16:creationId xmlns:a16="http://schemas.microsoft.com/office/drawing/2014/main" id="{83682194-0BAE-2337-E73E-B858952DB378}"/>
              </a:ext>
            </a:extLst>
          </p:cNvPr>
          <p:cNvSpPr>
            <a:spLocks noGrp="1"/>
          </p:cNvSpPr>
          <p:nvPr>
            <p:ph type="sldNum" sz="quarter" idx="12"/>
          </p:nvPr>
        </p:nvSpPr>
        <p:spPr/>
        <p:txBody>
          <a:bodyPr/>
          <a:lstStyle/>
          <a:p>
            <a:fld id="{9406BE13-FF2C-3A41-A53B-D6BC2DDA0AE5}" type="slidenum">
              <a:rPr lang="en-US" smtClean="0"/>
              <a:pPr/>
              <a:t>‹#›</a:t>
            </a:fld>
            <a:endParaRPr lang="en-US"/>
          </a:p>
        </p:txBody>
      </p:sp>
      <p:sp>
        <p:nvSpPr>
          <p:cNvPr id="2" name="Text Placeholder 14">
            <a:extLst>
              <a:ext uri="{FF2B5EF4-FFF2-40B4-BE49-F238E27FC236}">
                <a16:creationId xmlns:a16="http://schemas.microsoft.com/office/drawing/2014/main" id="{613C264C-4D02-6D78-2735-E4ADCE65275D}"/>
              </a:ext>
            </a:extLst>
          </p:cNvPr>
          <p:cNvSpPr>
            <a:spLocks noGrp="1"/>
          </p:cNvSpPr>
          <p:nvPr>
            <p:ph type="body" sz="quarter" idx="20" hasCustomPrompt="1"/>
          </p:nvPr>
        </p:nvSpPr>
        <p:spPr>
          <a:xfrm>
            <a:off x="723900" y="523101"/>
            <a:ext cx="3200400" cy="276999"/>
          </a:xfrm>
        </p:spPr>
        <p:txBody>
          <a:bodyPr wrap="square" anchor="b">
            <a:spAutoFit/>
          </a:bodyPr>
          <a:lstStyle>
            <a:lvl1pPr marL="0" indent="0">
              <a:buNone/>
              <a:defRPr sz="1800">
                <a:gradFill>
                  <a:gsLst>
                    <a:gs pos="100000">
                      <a:srgbClr val="C02572"/>
                    </a:gs>
                    <a:gs pos="0">
                      <a:srgbClr val="D54D91"/>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Tree>
    <p:extLst>
      <p:ext uri="{BB962C8B-B14F-4D97-AF65-F5344CB8AC3E}">
        <p14:creationId xmlns:p14="http://schemas.microsoft.com/office/powerpoint/2010/main" val="288022439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192">
          <p15:clr>
            <a:srgbClr val="5ACBF0"/>
          </p15:clr>
        </p15:guide>
        <p15:guide id="2" pos="2472">
          <p15:clr>
            <a:srgbClr val="5ACBF0"/>
          </p15:clr>
        </p15:guide>
        <p15:guide id="3" orient="horz" pos="468">
          <p15:clr>
            <a:srgbClr val="9FCC3B"/>
          </p15:clr>
        </p15:guide>
        <p15:guide id="4" orient="horz" pos="1080">
          <p15:clr>
            <a:srgbClr val="9FCC3B"/>
          </p15:clr>
        </p15:guide>
        <p15:guide id="5" orient="horz" pos="684">
          <p15:clr>
            <a:srgbClr val="5ACBF0"/>
          </p15:clr>
        </p15:guide>
        <p15:guide id="6" orient="horz" pos="3888">
          <p15:clr>
            <a:srgbClr val="5ACBF0"/>
          </p15:clr>
        </p15:guide>
        <p15:guide id="7" pos="7080">
          <p15:clr>
            <a:srgbClr val="5ACBF0"/>
          </p15:clr>
        </p15:guide>
        <p15:guide id="8" orient="horz" pos="1260">
          <p15:clr>
            <a:srgbClr val="5ACBF0"/>
          </p15:clr>
        </p15:guide>
        <p15:guide id="9" pos="276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900" y="542926"/>
            <a:ext cx="10515600" cy="257174"/>
          </a:xfrm>
        </p:spPr>
        <p:txBody>
          <a:bodyPr anchor="b">
            <a:noAutofit/>
          </a:bodyPr>
          <a:lstStyle>
            <a:lvl1pPr marL="0" indent="0">
              <a:buNone/>
              <a:defRPr sz="1800">
                <a:gradFill>
                  <a:gsLst>
                    <a:gs pos="0">
                      <a:srgbClr val="C8317D"/>
                    </a:gs>
                    <a:gs pos="100000">
                      <a:srgbClr val="BD2F76"/>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3" name="Text Placeholder 8">
            <a:extLst>
              <a:ext uri="{FF2B5EF4-FFF2-40B4-BE49-F238E27FC236}">
                <a16:creationId xmlns:a16="http://schemas.microsoft.com/office/drawing/2014/main" id="{E194B6BC-F57D-39EE-F228-5EEAC20F4513}"/>
              </a:ext>
            </a:extLst>
          </p:cNvPr>
          <p:cNvSpPr>
            <a:spLocks noGrp="1"/>
          </p:cNvSpPr>
          <p:nvPr>
            <p:ph type="body" sz="quarter" idx="15"/>
          </p:nvPr>
        </p:nvSpPr>
        <p:spPr>
          <a:xfrm>
            <a:off x="723900" y="742950"/>
            <a:ext cx="10515598" cy="1060704"/>
          </a:xfrm>
        </p:spPr>
        <p:txBody>
          <a:bodyPr anchor="b">
            <a:no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Master text</a:t>
            </a:r>
          </a:p>
        </p:txBody>
      </p:sp>
      <p:sp>
        <p:nvSpPr>
          <p:cNvPr id="14" name="Date Placeholder 13">
            <a:extLst>
              <a:ext uri="{FF2B5EF4-FFF2-40B4-BE49-F238E27FC236}">
                <a16:creationId xmlns:a16="http://schemas.microsoft.com/office/drawing/2014/main" id="{3174A77F-C0D1-8B49-6E03-45198C1F91AA}"/>
              </a:ext>
            </a:extLst>
          </p:cNvPr>
          <p:cNvSpPr>
            <a:spLocks noGrp="1"/>
          </p:cNvSpPr>
          <p:nvPr>
            <p:ph type="dt" sz="half" idx="16"/>
          </p:nvPr>
        </p:nvSpPr>
        <p:spPr/>
        <p:txBody>
          <a:bodyPr/>
          <a:lstStyle/>
          <a:p>
            <a:r>
              <a:rPr lang="en-US"/>
              <a:t>Microsoft confidential</a:t>
            </a:r>
          </a:p>
        </p:txBody>
      </p:sp>
      <p:sp>
        <p:nvSpPr>
          <p:cNvPr id="15" name="Footer Placeholder 14">
            <a:extLst>
              <a:ext uri="{FF2B5EF4-FFF2-40B4-BE49-F238E27FC236}">
                <a16:creationId xmlns:a16="http://schemas.microsoft.com/office/drawing/2014/main" id="{C2AD537F-3EA1-D89E-3AB6-381327B64022}"/>
              </a:ext>
            </a:extLst>
          </p:cNvPr>
          <p:cNvSpPr>
            <a:spLocks noGrp="1"/>
          </p:cNvSpPr>
          <p:nvPr>
            <p:ph type="ftr" sz="quarter" idx="17"/>
          </p:nvPr>
        </p:nvSpPr>
        <p:spPr/>
        <p:txBody>
          <a:bodyPr/>
          <a:lstStyle/>
          <a:p>
            <a:r>
              <a:rPr lang="en-US"/>
              <a:t>Creating a scalable conversational UX</a:t>
            </a:r>
          </a:p>
        </p:txBody>
      </p:sp>
      <p:sp>
        <p:nvSpPr>
          <p:cNvPr id="16" name="Slide Number Placeholder 15">
            <a:extLst>
              <a:ext uri="{FF2B5EF4-FFF2-40B4-BE49-F238E27FC236}">
                <a16:creationId xmlns:a16="http://schemas.microsoft.com/office/drawing/2014/main" id="{2F8B7D47-DBDE-7938-7BF3-99BBA52FC527}"/>
              </a:ext>
            </a:extLst>
          </p:cNvPr>
          <p:cNvSpPr>
            <a:spLocks noGrp="1"/>
          </p:cNvSpPr>
          <p:nvPr>
            <p:ph type="sldNum" sz="quarter" idx="18"/>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30464781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7080">
          <p15:clr>
            <a:srgbClr val="5ACBF0"/>
          </p15:clr>
        </p15:guide>
        <p15:guide id="2" orient="horz" pos="1080">
          <p15:clr>
            <a:srgbClr val="9FCC3B"/>
          </p15:clr>
        </p15:guide>
        <p15:guide id="3" orient="horz" pos="468">
          <p15:clr>
            <a:srgbClr val="9FCC3B"/>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4" name="Date Placeholder 13">
            <a:extLst>
              <a:ext uri="{FF2B5EF4-FFF2-40B4-BE49-F238E27FC236}">
                <a16:creationId xmlns:a16="http://schemas.microsoft.com/office/drawing/2014/main" id="{BF70D728-6391-C6A7-990F-15AEFC949BE5}"/>
              </a:ext>
            </a:extLst>
          </p:cNvPr>
          <p:cNvSpPr>
            <a:spLocks noGrp="1"/>
          </p:cNvSpPr>
          <p:nvPr>
            <p:ph type="dt" sz="half" idx="10"/>
          </p:nvPr>
        </p:nvSpPr>
        <p:spPr/>
        <p:txBody>
          <a:bodyPr/>
          <a:lstStyle/>
          <a:p>
            <a:r>
              <a:rPr lang="en-US"/>
              <a:t>Microsoft confidential</a:t>
            </a:r>
          </a:p>
        </p:txBody>
      </p:sp>
      <p:sp>
        <p:nvSpPr>
          <p:cNvPr id="15" name="Footer Placeholder 14">
            <a:extLst>
              <a:ext uri="{FF2B5EF4-FFF2-40B4-BE49-F238E27FC236}">
                <a16:creationId xmlns:a16="http://schemas.microsoft.com/office/drawing/2014/main" id="{E0B93BD2-4A5B-AE69-BC2C-D5C57EA4A845}"/>
              </a:ext>
            </a:extLst>
          </p:cNvPr>
          <p:cNvSpPr>
            <a:spLocks noGrp="1"/>
          </p:cNvSpPr>
          <p:nvPr>
            <p:ph type="ftr" sz="quarter" idx="11"/>
          </p:nvPr>
        </p:nvSpPr>
        <p:spPr/>
        <p:txBody>
          <a:bodyPr/>
          <a:lstStyle/>
          <a:p>
            <a:r>
              <a:rPr lang="en-US"/>
              <a:t>Creating a scalable conversational UX</a:t>
            </a:r>
          </a:p>
        </p:txBody>
      </p:sp>
      <p:sp>
        <p:nvSpPr>
          <p:cNvPr id="16" name="Slide Number Placeholder 15">
            <a:extLst>
              <a:ext uri="{FF2B5EF4-FFF2-40B4-BE49-F238E27FC236}">
                <a16:creationId xmlns:a16="http://schemas.microsoft.com/office/drawing/2014/main" id="{AD20D6D1-61B5-6896-D1A0-BCE64CFEF2DF}"/>
              </a:ext>
            </a:extLst>
          </p:cNvPr>
          <p:cNvSpPr>
            <a:spLocks noGrp="1"/>
          </p:cNvSpPr>
          <p:nvPr>
            <p:ph type="sldNum" sz="quarter" idx="12"/>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342137423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7080">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6283909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rgbClr val="FFFFFF"/>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20349134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_Gradient_Dark Purpl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with medium confidence">
            <a:extLst>
              <a:ext uri="{FF2B5EF4-FFF2-40B4-BE49-F238E27FC236}">
                <a16:creationId xmlns:a16="http://schemas.microsoft.com/office/drawing/2014/main" id="{927425DA-3229-4755-8ECB-6BBAF1B3261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213400DE-577A-F22E-6D22-067D750FD52F}"/>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1E3568E9-EDDA-BA98-E968-A291C84577F0}"/>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5340609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_Illustration_Soft focus">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BB2FCDC-1864-6C1C-3C44-C6412B97D96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13419986-4044-B473-D837-12B9FB4AFBF0}"/>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98B178F9-93DD-7447-DB0C-4B190F656E74}"/>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01536741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_Illustration_Waves">
    <p:bg>
      <p:bgPr>
        <a:solidFill>
          <a:schemeClr val="bg2"/>
        </a:solidFill>
        <a:effectLst/>
      </p:bgPr>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EE31C3A2-2502-5962-D44F-4F0B7DDDCFE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1"/>
            <a:ext cx="12188952" cy="6863434"/>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62FAB6A0-A122-2BE0-9BE0-DFE55F64D3F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04269215-93A5-E2C5-B078-A2A3BC42315D}"/>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9331093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_Photo_1/2 page">
    <p:bg>
      <p:bgPr>
        <a:solidFill>
          <a:schemeClr val="bg2"/>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CB4AE7C7-69AD-F100-6AAD-66E2394A14A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2" name="MS logo white - EMF">
            <a:extLst>
              <a:ext uri="{FF2B5EF4-FFF2-40B4-BE49-F238E27FC236}">
                <a16:creationId xmlns:a16="http://schemas.microsoft.com/office/drawing/2014/main" id="{29AA0694-93B3-A723-F9C9-53E401C82F2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216"/>
            <a:ext cx="1366245" cy="292608"/>
          </a:xfrm>
          <a:prstGeom prst="rect">
            <a:avLst/>
          </a:prstGeom>
        </p:spPr>
      </p:pic>
      <p:sp>
        <p:nvSpPr>
          <p:cNvPr id="11" name="Title 1">
            <a:extLst>
              <a:ext uri="{FF2B5EF4-FFF2-40B4-BE49-F238E27FC236}">
                <a16:creationId xmlns:a16="http://schemas.microsoft.com/office/drawing/2014/main" id="{C55AB98C-9F9F-D3B0-10A0-17DCB64F33D6}"/>
              </a:ext>
            </a:extLst>
          </p:cNvPr>
          <p:cNvSpPr>
            <a:spLocks noGrp="1"/>
          </p:cNvSpPr>
          <p:nvPr>
            <p:ph type="title" hasCustomPrompt="1"/>
          </p:nvPr>
        </p:nvSpPr>
        <p:spPr bwMode="white">
          <a:xfrm>
            <a:off x="569912" y="2769057"/>
            <a:ext cx="5068887"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presentation title </a:t>
            </a:r>
          </a:p>
        </p:txBody>
      </p:sp>
      <p:sp>
        <p:nvSpPr>
          <p:cNvPr id="5" name="Text Placeholder 4">
            <a:extLst>
              <a:ext uri="{FF2B5EF4-FFF2-40B4-BE49-F238E27FC236}">
                <a16:creationId xmlns:a16="http://schemas.microsoft.com/office/drawing/2014/main" id="{5482F14D-1CBB-8E3B-8D2E-9B5EA00C5571}"/>
              </a:ext>
            </a:extLst>
          </p:cNvPr>
          <p:cNvSpPr>
            <a:spLocks noGrp="1"/>
          </p:cNvSpPr>
          <p:nvPr>
            <p:ph type="body" sz="quarter" idx="12" hasCustomPrompt="1"/>
          </p:nvPr>
        </p:nvSpPr>
        <p:spPr bwMode="white">
          <a:xfrm>
            <a:off x="582043" y="4215827"/>
            <a:ext cx="505675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9" name="Text Placeholder 4">
            <a:extLst>
              <a:ext uri="{FF2B5EF4-FFF2-40B4-BE49-F238E27FC236}">
                <a16:creationId xmlns:a16="http://schemas.microsoft.com/office/drawing/2014/main" id="{A3E5ACEC-04CC-D20B-D4D4-AF1B70D010C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10" name="Text Placeholder 4">
            <a:extLst>
              <a:ext uri="{FF2B5EF4-FFF2-40B4-BE49-F238E27FC236}">
                <a16:creationId xmlns:a16="http://schemas.microsoft.com/office/drawing/2014/main" id="{83F18C0F-35B3-00B9-E1FB-83D07536BB0A}"/>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51AAB13A-1E1B-E45F-BD10-BCD660802657}"/>
              </a:ext>
            </a:extLst>
          </p:cNvPr>
          <p:cNvSpPr>
            <a:spLocks noGrp="1"/>
          </p:cNvSpPr>
          <p:nvPr>
            <p:ph type="pic" sz="quarter" idx="15" hasCustomPrompt="1"/>
          </p:nvPr>
        </p:nvSpPr>
        <p:spPr bwMode="ltGray">
          <a:xfrm>
            <a:off x="6096000" y="0"/>
            <a:ext cx="6096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57065596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guide id="3" pos="384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_Photo_1/3 page">
    <p:bg>
      <p:bgPr>
        <a:solidFill>
          <a:schemeClr val="bg2"/>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906F4419-64A5-9020-22F2-344FC7FAF15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2" name="MS logo white - EMF">
            <a:extLst>
              <a:ext uri="{FF2B5EF4-FFF2-40B4-BE49-F238E27FC236}">
                <a16:creationId xmlns:a16="http://schemas.microsoft.com/office/drawing/2014/main" id="{29AA0694-93B3-A723-F9C9-53E401C82F2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216"/>
            <a:ext cx="1366245" cy="292608"/>
          </a:xfrm>
          <a:prstGeom prst="rect">
            <a:avLst/>
          </a:prstGeom>
        </p:spPr>
      </p:pic>
      <p:sp>
        <p:nvSpPr>
          <p:cNvPr id="8" name="Title 1">
            <a:extLst>
              <a:ext uri="{FF2B5EF4-FFF2-40B4-BE49-F238E27FC236}">
                <a16:creationId xmlns:a16="http://schemas.microsoft.com/office/drawing/2014/main" id="{A6B1FCBB-06B7-64C6-F117-5E63670DFFA7}"/>
              </a:ext>
            </a:extLst>
          </p:cNvPr>
          <p:cNvSpPr>
            <a:spLocks noGrp="1"/>
          </p:cNvSpPr>
          <p:nvPr>
            <p:ph type="title" hasCustomPrompt="1"/>
          </p:nvPr>
        </p:nvSpPr>
        <p:spPr>
          <a:xfrm>
            <a:off x="569911" y="2769057"/>
            <a:ext cx="6949440" cy="1231106"/>
          </a:xfrm>
          <a:noFill/>
        </p:spPr>
        <p:txBody>
          <a:bodyPr wrap="square" lIns="0" tIns="0" rIns="0" bIns="0" anchor="b" anchorCtr="0">
            <a:spAutoFit/>
          </a:bodyPr>
          <a:lstStyle>
            <a:lvl1pPr>
              <a:defRPr sz="4000" b="0" i="0" spc="-50" baseline="0">
                <a:solidFill>
                  <a:srgbClr val="FFFFFF"/>
                </a:solidFill>
                <a:latin typeface="+mn-lt"/>
                <a:cs typeface="Segoe UI" panose="020B0502040204020203" pitchFamily="34" charset="0"/>
              </a:defRPr>
            </a:lvl1pPr>
          </a:lstStyle>
          <a:p>
            <a:r>
              <a:rPr lang="en-US"/>
              <a:t>Event name or </a:t>
            </a:r>
            <a:br>
              <a:rPr lang="en-US"/>
            </a:br>
            <a:r>
              <a:rPr lang="en-US"/>
              <a:t>presentation title </a:t>
            </a:r>
          </a:p>
        </p:txBody>
      </p:sp>
      <p:sp>
        <p:nvSpPr>
          <p:cNvPr id="10" name="Text Placeholder 4">
            <a:extLst>
              <a:ext uri="{FF2B5EF4-FFF2-40B4-BE49-F238E27FC236}">
                <a16:creationId xmlns:a16="http://schemas.microsoft.com/office/drawing/2014/main" id="{469CED02-2B46-444B-3830-0E40E15910FF}"/>
              </a:ext>
            </a:extLst>
          </p:cNvPr>
          <p:cNvSpPr>
            <a:spLocks noGrp="1"/>
          </p:cNvSpPr>
          <p:nvPr>
            <p:ph type="body" sz="quarter" idx="12" hasCustomPrompt="1"/>
          </p:nvPr>
        </p:nvSpPr>
        <p:spPr>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rgbClr val="FFFFFF"/>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EAFE125C-F2D8-2A18-58C3-194C3E321220}"/>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6" name="Text Placeholder 4">
            <a:extLst>
              <a:ext uri="{FF2B5EF4-FFF2-40B4-BE49-F238E27FC236}">
                <a16:creationId xmlns:a16="http://schemas.microsoft.com/office/drawing/2014/main" id="{1C67AC21-30F5-48B7-086F-79D1E4E11293}"/>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A0521F0C-988A-EA48-770E-C78EECC5B1B7}"/>
              </a:ext>
            </a:extLst>
          </p:cNvPr>
          <p:cNvSpPr>
            <a:spLocks noGrp="1"/>
          </p:cNvSpPr>
          <p:nvPr>
            <p:ph type="pic" sz="quarter" idx="15" hasCustomPrompt="1"/>
          </p:nvPr>
        </p:nvSpPr>
        <p:spPr bwMode="ltGray">
          <a:xfrm>
            <a:off x="8077200" y="0"/>
            <a:ext cx="4114800" cy="685800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4942792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guide id="3" pos="5075">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_Photo_Full page_1">
    <p:bg>
      <p:bgPr>
        <a:solidFill>
          <a:schemeClr val="bg2"/>
        </a:solidFill>
        <a:effectLst/>
      </p:bgPr>
    </p:bg>
    <p:spTree>
      <p:nvGrpSpPr>
        <p:cNvPr id="1" name=""/>
        <p:cNvGrpSpPr/>
        <p:nvPr/>
      </p:nvGrpSpPr>
      <p:grpSpPr>
        <a:xfrm>
          <a:off x="0" y="0"/>
          <a:ext cx="0" cy="0"/>
          <a:chOff x="0" y="0"/>
          <a:chExt cx="0" cy="0"/>
        </a:xfrm>
      </p:grpSpPr>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44D44FA1-EE52-F9BC-B63E-D105CB6DE1C9}"/>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7" name="Text Placeholder 4">
            <a:extLst>
              <a:ext uri="{FF2B5EF4-FFF2-40B4-BE49-F238E27FC236}">
                <a16:creationId xmlns:a16="http://schemas.microsoft.com/office/drawing/2014/main" id="{5B4C53E4-E0E2-0DBC-1E21-DE54E6739E88}"/>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83905533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_Photo_Full page_2">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1C74A79-BBEB-1C63-D4EF-38F00672DA48}"/>
              </a:ext>
            </a:extLst>
          </p:cNvPr>
          <p:cNvGrpSpPr/>
          <p:nvPr userDrawn="1"/>
        </p:nvGrpSpPr>
        <p:grpSpPr>
          <a:xfrm>
            <a:off x="-1" y="-1"/>
            <a:ext cx="12192001" cy="6858001"/>
            <a:chOff x="-1" y="-1"/>
            <a:chExt cx="12192001" cy="6858001"/>
          </a:xfrm>
        </p:grpSpPr>
        <p:pic>
          <p:nvPicPr>
            <p:cNvPr id="11" name="Picture 10" descr="A picture containing building&#10;&#10;Description automatically generated">
              <a:extLst>
                <a:ext uri="{FF2B5EF4-FFF2-40B4-BE49-F238E27FC236}">
                  <a16:creationId xmlns:a16="http://schemas.microsoft.com/office/drawing/2014/main" id="{313AFE2B-239D-9AC7-8FB0-8C96026D039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12" name="Rectangle 11">
              <a:extLst>
                <a:ext uri="{FF2B5EF4-FFF2-40B4-BE49-F238E27FC236}">
                  <a16:creationId xmlns:a16="http://schemas.microsoft.com/office/drawing/2014/main" id="{A389BF22-929B-2908-E860-A934A7695603}"/>
                </a:ext>
              </a:extLst>
            </p:cNvPr>
            <p:cNvSpPr/>
            <p:nvPr/>
          </p:nvSpPr>
          <p:spPr bwMode="auto">
            <a:xfrm>
              <a:off x="0" y="0"/>
              <a:ext cx="8149389" cy="6858000"/>
            </a:xfrm>
            <a:prstGeom prst="rect">
              <a:avLst/>
            </a:prstGeom>
            <a:gradFill>
              <a:gsLst>
                <a:gs pos="0">
                  <a:schemeClr val="bg1">
                    <a:alpha val="76249"/>
                  </a:schemeClr>
                </a:gs>
                <a:gs pos="100000">
                  <a:schemeClr val="bg1">
                    <a:alpha val="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44D44FA1-EE52-F9BC-B63E-D105CB6DE1C9}"/>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7" name="Text Placeholder 4">
            <a:extLst>
              <a:ext uri="{FF2B5EF4-FFF2-40B4-BE49-F238E27FC236}">
                <a16:creationId xmlns:a16="http://schemas.microsoft.com/office/drawing/2014/main" id="{5B4C53E4-E0E2-0DBC-1E21-DE54E6739E8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
        <p:nvSpPr>
          <p:cNvPr id="13" name="TextBox 12">
            <a:extLst>
              <a:ext uri="{FF2B5EF4-FFF2-40B4-BE49-F238E27FC236}">
                <a16:creationId xmlns:a16="http://schemas.microsoft.com/office/drawing/2014/main" id="{FC33FD83-0CA7-3551-4539-8F751FBF29ED}"/>
              </a:ext>
            </a:extLst>
          </p:cNvPr>
          <p:cNvSpPr txBox="1"/>
          <p:nvPr userDrawn="1"/>
        </p:nvSpPr>
        <p:spPr>
          <a:xfrm>
            <a:off x="2342147" y="7940842"/>
            <a:ext cx="65" cy="276999"/>
          </a:xfrm>
          <a:prstGeom prst="rect">
            <a:avLst/>
          </a:prstGeom>
          <a:noFill/>
        </p:spPr>
        <p:txBody>
          <a:bodyPr wrap="none" lIns="0" tIns="0" rIns="0" bIns="0" rtlCol="0">
            <a:spAutoFit/>
          </a:bodyPr>
          <a:lstStyle/>
          <a:p>
            <a:pPr algn="l"/>
            <a:endParaRPr lang="en-US" sz="180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7003232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ection_Gradient_Dark Blue">
    <p:bg>
      <p:bgPr>
        <a:solidFill>
          <a:schemeClr val="bg2"/>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1C9D6987-B7F5-0C98-A76B-1F2B3C15A8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924" y="0"/>
            <a:ext cx="12188952" cy="6856285"/>
          </a:xfrm>
          <a:prstGeom prst="rect">
            <a:avLst/>
          </a:prstGeom>
        </p:spPr>
      </p:pic>
      <p:sp>
        <p:nvSpPr>
          <p:cNvPr id="4" name="Title 1">
            <a:extLst>
              <a:ext uri="{FF2B5EF4-FFF2-40B4-BE49-F238E27FC236}">
                <a16:creationId xmlns:a16="http://schemas.microsoft.com/office/drawing/2014/main" id="{782285C3-99A0-8CCF-D634-885F1C5CB19F}"/>
              </a:ext>
            </a:extLst>
          </p:cNvPr>
          <p:cNvSpPr>
            <a:spLocks noGrp="1"/>
          </p:cNvSpPr>
          <p:nvPr>
            <p:ph type="title" hasCustomPrompt="1"/>
          </p:nvPr>
        </p:nvSpPr>
        <p:spPr bwMode="white">
          <a:xfrm>
            <a:off x="569911" y="3384610"/>
            <a:ext cx="8193024"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2EC080A7-654B-D07C-9038-BDE71311A26B}"/>
              </a:ext>
            </a:extLst>
          </p:cNvPr>
          <p:cNvSpPr>
            <a:spLocks noGrp="1"/>
          </p:cNvSpPr>
          <p:nvPr>
            <p:ph type="body" sz="quarter" idx="12" hasCustomPrompt="1"/>
          </p:nvPr>
        </p:nvSpPr>
        <p:spPr bwMode="white">
          <a:xfrm>
            <a:off x="582042" y="4215828"/>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67744209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Section_Gradient_Dark Purple">
    <p:bg>
      <p:bgPr>
        <a:solidFill>
          <a:schemeClr val="bg2"/>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with medium confidence">
            <a:extLst>
              <a:ext uri="{FF2B5EF4-FFF2-40B4-BE49-F238E27FC236}">
                <a16:creationId xmlns:a16="http://schemas.microsoft.com/office/drawing/2014/main" id="{8D1FFD6F-3D0E-B46F-1914-A3183A1C186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782285C3-99A0-8CCF-D634-885F1C5CB19F}"/>
              </a:ext>
            </a:extLst>
          </p:cNvPr>
          <p:cNvSpPr>
            <a:spLocks noGrp="1"/>
          </p:cNvSpPr>
          <p:nvPr>
            <p:ph type="title" hasCustomPrompt="1"/>
          </p:nvPr>
        </p:nvSpPr>
        <p:spPr bwMode="white">
          <a:xfrm>
            <a:off x="569911" y="3384610"/>
            <a:ext cx="8193024"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2EC080A7-654B-D07C-9038-BDE71311A26B}"/>
              </a:ext>
            </a:extLst>
          </p:cNvPr>
          <p:cNvSpPr>
            <a:spLocks noGrp="1"/>
          </p:cNvSpPr>
          <p:nvPr>
            <p:ph type="body" sz="quarter" idx="12" hasCustomPrompt="1"/>
          </p:nvPr>
        </p:nvSpPr>
        <p:spPr bwMode="white">
          <a:xfrm>
            <a:off x="582042" y="4215828"/>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54050547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Section_Gradient_Dark Blue_with Image">
    <p:bg>
      <p:bgPr>
        <a:solidFill>
          <a:schemeClr val="bg2"/>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E4E4D2C8-20BC-7E5D-0A90-5DB478BDE6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sp>
        <p:nvSpPr>
          <p:cNvPr id="2" name="Title 1">
            <a:extLst>
              <a:ext uri="{FF2B5EF4-FFF2-40B4-BE49-F238E27FC236}">
                <a16:creationId xmlns:a16="http://schemas.microsoft.com/office/drawing/2014/main" id="{51B65EEA-77F3-C0F5-3483-CA4C24A82D88}"/>
              </a:ext>
            </a:extLst>
          </p:cNvPr>
          <p:cNvSpPr>
            <a:spLocks noGrp="1"/>
          </p:cNvSpPr>
          <p:nvPr>
            <p:ph type="title" hasCustomPrompt="1"/>
          </p:nvPr>
        </p:nvSpPr>
        <p:spPr bwMode="white">
          <a:xfrm>
            <a:off x="569911" y="3387502"/>
            <a:ext cx="6949440"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C203CD3A-B97F-B099-C6BA-D7F8AE1152F5}"/>
              </a:ext>
            </a:extLst>
          </p:cNvPr>
          <p:cNvSpPr>
            <a:spLocks noGrp="1"/>
          </p:cNvSpPr>
          <p:nvPr>
            <p:ph type="body" sz="quarter" idx="12" hasCustomPrompt="1"/>
          </p:nvPr>
        </p:nvSpPr>
        <p:spPr bwMode="white">
          <a:xfrm>
            <a:off x="582042" y="4215828"/>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0844D09D-1B98-1848-E708-C357D319EAE8}"/>
              </a:ext>
            </a:extLst>
          </p:cNvPr>
          <p:cNvSpPr>
            <a:spLocks noGrp="1"/>
          </p:cNvSpPr>
          <p:nvPr>
            <p:ph type="pic" sz="quarter" idx="15" hasCustomPrompt="1"/>
          </p:nvPr>
        </p:nvSpPr>
        <p:spPr bwMode="ltGray">
          <a:xfrm>
            <a:off x="8077200" y="0"/>
            <a:ext cx="4114800" cy="6858000"/>
          </a:xfrm>
          <a:prstGeom prst="rect">
            <a:avLst/>
          </a:prstGeom>
          <a:solidFill>
            <a:srgbClr val="D9D9D6"/>
          </a:solid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2400915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Section_Gradient_Dark Purple_with Image">
    <p:bg>
      <p:bgPr>
        <a:solidFill>
          <a:schemeClr val="bg2"/>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with medium confidence">
            <a:extLst>
              <a:ext uri="{FF2B5EF4-FFF2-40B4-BE49-F238E27FC236}">
                <a16:creationId xmlns:a16="http://schemas.microsoft.com/office/drawing/2014/main" id="{0A086935-3714-39D1-32AE-80326770EE8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sp>
        <p:nvSpPr>
          <p:cNvPr id="2" name="Title 1">
            <a:extLst>
              <a:ext uri="{FF2B5EF4-FFF2-40B4-BE49-F238E27FC236}">
                <a16:creationId xmlns:a16="http://schemas.microsoft.com/office/drawing/2014/main" id="{51B65EEA-77F3-C0F5-3483-CA4C24A82D88}"/>
              </a:ext>
            </a:extLst>
          </p:cNvPr>
          <p:cNvSpPr>
            <a:spLocks noGrp="1"/>
          </p:cNvSpPr>
          <p:nvPr>
            <p:ph type="title" hasCustomPrompt="1"/>
          </p:nvPr>
        </p:nvSpPr>
        <p:spPr bwMode="white">
          <a:xfrm>
            <a:off x="569911" y="3387502"/>
            <a:ext cx="6949440"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C203CD3A-B97F-B099-C6BA-D7F8AE1152F5}"/>
              </a:ext>
            </a:extLst>
          </p:cNvPr>
          <p:cNvSpPr>
            <a:spLocks noGrp="1"/>
          </p:cNvSpPr>
          <p:nvPr>
            <p:ph type="body" sz="quarter" idx="12" hasCustomPrompt="1"/>
          </p:nvPr>
        </p:nvSpPr>
        <p:spPr bwMode="white">
          <a:xfrm>
            <a:off x="582042" y="4215828"/>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0844D09D-1B98-1848-E708-C357D319EAE8}"/>
              </a:ext>
            </a:extLst>
          </p:cNvPr>
          <p:cNvSpPr>
            <a:spLocks noGrp="1"/>
          </p:cNvSpPr>
          <p:nvPr>
            <p:ph type="pic" sz="quarter" idx="15" hasCustomPrompt="1"/>
          </p:nvPr>
        </p:nvSpPr>
        <p:spPr bwMode="ltGray">
          <a:xfrm>
            <a:off x="8077200" y="0"/>
            <a:ext cx="4114800" cy="6858000"/>
          </a:xfrm>
          <a:prstGeom prst="rect">
            <a:avLst/>
          </a:prstGeom>
          <a:solidFill>
            <a:srgbClr val="D9D9D6"/>
          </a:solid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08341095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Agenda_1-column_Large type">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sp>
        <p:nvSpPr>
          <p:cNvPr id="2" name="Text Placeholder 3">
            <a:extLst>
              <a:ext uri="{FF2B5EF4-FFF2-40B4-BE49-F238E27FC236}">
                <a16:creationId xmlns:a16="http://schemas.microsoft.com/office/drawing/2014/main" id="{79614968-3494-E366-3F5D-AD4C362B9029}"/>
              </a:ext>
            </a:extLst>
          </p:cNvPr>
          <p:cNvSpPr>
            <a:spLocks noGrp="1"/>
          </p:cNvSpPr>
          <p:nvPr>
            <p:ph type="body" sz="quarter" idx="12" hasCustomPrompt="1"/>
          </p:nvPr>
        </p:nvSpPr>
        <p:spPr>
          <a:xfrm>
            <a:off x="584199" y="1589670"/>
            <a:ext cx="8193024" cy="646908"/>
          </a:xfrm>
          <a:prstGeom prst="rect">
            <a:avLst/>
          </a:prstGeom>
        </p:spPr>
        <p:txBody>
          <a:bodyPr/>
          <a:lstStyle>
            <a:lvl1pPr marL="514350" indent="-514350">
              <a:lnSpc>
                <a:spcPct val="150000"/>
              </a:lnSpc>
              <a:spcBef>
                <a:spcPts val="0"/>
              </a:spcBef>
              <a:buSzPct val="100000"/>
              <a:buFont typeface="+mj-lt"/>
              <a:buAutoNum type="arabicPeriod"/>
              <a:defRPr sz="3200" spc="-20" baseline="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agenda items</a:t>
            </a:r>
          </a:p>
        </p:txBody>
      </p:sp>
    </p:spTree>
    <p:extLst>
      <p:ext uri="{BB962C8B-B14F-4D97-AF65-F5344CB8AC3E}">
        <p14:creationId xmlns:p14="http://schemas.microsoft.com/office/powerpoint/2010/main" val="279392427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44">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Agenda_2-column">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sp>
        <p:nvSpPr>
          <p:cNvPr id="5" name="Text Placeholder 4">
            <a:extLst>
              <a:ext uri="{FF2B5EF4-FFF2-40B4-BE49-F238E27FC236}">
                <a16:creationId xmlns:a16="http://schemas.microsoft.com/office/drawing/2014/main" id="{E9A8A03C-9110-2600-11EF-7EC8A656DB95}"/>
              </a:ext>
            </a:extLst>
          </p:cNvPr>
          <p:cNvSpPr>
            <a:spLocks noGrp="1"/>
          </p:cNvSpPr>
          <p:nvPr>
            <p:ph type="body" sz="quarter" idx="12" hasCustomPrompt="1"/>
          </p:nvPr>
        </p:nvSpPr>
        <p:spPr>
          <a:xfrm>
            <a:off x="592137" y="2588260"/>
            <a:ext cx="3471863" cy="277320"/>
          </a:xfrm>
          <a:prstGeom prst="rect">
            <a:avLst/>
          </a:prstGeom>
        </p:spPr>
        <p:txBody>
          <a:bodyPr/>
          <a:lstStyle>
            <a:lvl1pPr marL="342900" indent="-342900">
              <a:lnSpc>
                <a:spcPct val="200000"/>
              </a:lnSpc>
              <a:spcBef>
                <a:spcPts val="0"/>
              </a:spcBef>
              <a:buSzPct val="100000"/>
              <a:buFont typeface="+mj-lt"/>
              <a:buAutoNum type="arabicPeriod"/>
              <a:tabLst>
                <a:tab pos="457200" algn="l"/>
              </a:tabLst>
              <a:defRPr>
                <a:solidFill>
                  <a:schemeClr val="tx1"/>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
        <p:nvSpPr>
          <p:cNvPr id="6" name="Text Placeholder 4">
            <a:extLst>
              <a:ext uri="{FF2B5EF4-FFF2-40B4-BE49-F238E27FC236}">
                <a16:creationId xmlns:a16="http://schemas.microsoft.com/office/drawing/2014/main" id="{0FF51780-D40A-A319-BDAA-730133A238F7}"/>
              </a:ext>
            </a:extLst>
          </p:cNvPr>
          <p:cNvSpPr>
            <a:spLocks noGrp="1"/>
          </p:cNvSpPr>
          <p:nvPr>
            <p:ph type="body" sz="quarter" idx="14" hasCustomPrompt="1"/>
          </p:nvPr>
        </p:nvSpPr>
        <p:spPr>
          <a:xfrm>
            <a:off x="4356100" y="2588259"/>
            <a:ext cx="3478213" cy="277320"/>
          </a:xfrm>
          <a:prstGeom prst="rect">
            <a:avLst/>
          </a:prstGeom>
        </p:spPr>
        <p:txBody>
          <a:bodyPr/>
          <a:lstStyle>
            <a:lvl1pPr marL="342900" indent="-342900">
              <a:lnSpc>
                <a:spcPct val="200000"/>
              </a:lnSpc>
              <a:spcBef>
                <a:spcPts val="0"/>
              </a:spcBef>
              <a:buSzPct val="100000"/>
              <a:buFont typeface="+mj-lt"/>
              <a:buAutoNum type="arabicPeriod"/>
              <a:defRPr>
                <a:solidFill>
                  <a:schemeClr val="tx1"/>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Tree>
    <p:extLst>
      <p:ext uri="{BB962C8B-B14F-4D97-AF65-F5344CB8AC3E}">
        <p14:creationId xmlns:p14="http://schemas.microsoft.com/office/powerpoint/2010/main" val="74255229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am roster_5 member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Picture 1" descr="This photo is a 'placeholder' only. Drag or drop your photo here, or click and tap the center to insert a photo.">
            <a:extLst>
              <a:ext uri="{FF2B5EF4-FFF2-40B4-BE49-F238E27FC236}">
                <a16:creationId xmlns:a16="http://schemas.microsoft.com/office/drawing/2014/main" id="{2095A92D-6FC0-30E2-84FD-749200CFDD2F}"/>
              </a:ext>
            </a:extLst>
          </p:cNvPr>
          <p:cNvSpPr>
            <a:spLocks noGrp="1" noChangeAspect="1"/>
          </p:cNvSpPr>
          <p:nvPr>
            <p:ph type="pic" sz="quarter" idx="21" hasCustomPrompt="1"/>
          </p:nvPr>
        </p:nvSpPr>
        <p:spPr bwMode="ltGray">
          <a:xfrm>
            <a:off x="597395"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1" name="Text Placeholder 58">
            <a:extLst>
              <a:ext uri="{FF2B5EF4-FFF2-40B4-BE49-F238E27FC236}">
                <a16:creationId xmlns:a16="http://schemas.microsoft.com/office/drawing/2014/main" id="{8E28FB90-1F0C-96B6-ED65-6403818CBD82}"/>
              </a:ext>
            </a:extLst>
          </p:cNvPr>
          <p:cNvSpPr>
            <a:spLocks noGrp="1"/>
          </p:cNvSpPr>
          <p:nvPr>
            <p:ph type="body" sz="quarter" idx="36" hasCustomPrompt="1"/>
          </p:nvPr>
        </p:nvSpPr>
        <p:spPr>
          <a:xfrm>
            <a:off x="584200"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 name="Text Placeholder 58">
            <a:extLst>
              <a:ext uri="{FF2B5EF4-FFF2-40B4-BE49-F238E27FC236}">
                <a16:creationId xmlns:a16="http://schemas.microsoft.com/office/drawing/2014/main" id="{39EC624B-C018-EA8F-FC34-7FA84C7312AC}"/>
              </a:ext>
            </a:extLst>
          </p:cNvPr>
          <p:cNvSpPr>
            <a:spLocks noGrp="1"/>
          </p:cNvSpPr>
          <p:nvPr>
            <p:ph type="body" sz="quarter" idx="37" hasCustomPrompt="1"/>
          </p:nvPr>
        </p:nvSpPr>
        <p:spPr>
          <a:xfrm>
            <a:off x="584200"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7" name="Text Placeholder 2A sub">
            <a:extLst>
              <a:ext uri="{FF2B5EF4-FFF2-40B4-BE49-F238E27FC236}">
                <a16:creationId xmlns:a16="http://schemas.microsoft.com/office/drawing/2014/main" id="{7F9D57BE-5CDF-C75E-2546-01FDA84338EC}"/>
              </a:ext>
            </a:extLst>
          </p:cNvPr>
          <p:cNvSpPr>
            <a:spLocks noGrp="1"/>
          </p:cNvSpPr>
          <p:nvPr>
            <p:ph type="body" sz="quarter" idx="48" hasCustomPrompt="1"/>
          </p:nvPr>
        </p:nvSpPr>
        <p:spPr>
          <a:xfrm>
            <a:off x="597395"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7" name="Picture 2" descr="This photo is a 'placeholder' only. Drag or drop your photo here, or click and tap the center to insert a photo.">
            <a:extLst>
              <a:ext uri="{FF2B5EF4-FFF2-40B4-BE49-F238E27FC236}">
                <a16:creationId xmlns:a16="http://schemas.microsoft.com/office/drawing/2014/main" id="{E080675F-DF49-FC49-81AB-E8C058EE4972}"/>
              </a:ext>
            </a:extLst>
          </p:cNvPr>
          <p:cNvSpPr>
            <a:spLocks noGrp="1" noChangeAspect="1"/>
          </p:cNvSpPr>
          <p:nvPr>
            <p:ph type="pic" sz="quarter" idx="32" hasCustomPrompt="1"/>
          </p:nvPr>
        </p:nvSpPr>
        <p:spPr bwMode="ltGray">
          <a:xfrm>
            <a:off x="2885660"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58">
            <a:extLst>
              <a:ext uri="{FF2B5EF4-FFF2-40B4-BE49-F238E27FC236}">
                <a16:creationId xmlns:a16="http://schemas.microsoft.com/office/drawing/2014/main" id="{3928C68D-DAC5-11B4-3C12-6C91DE377400}"/>
              </a:ext>
            </a:extLst>
          </p:cNvPr>
          <p:cNvSpPr>
            <a:spLocks noGrp="1"/>
          </p:cNvSpPr>
          <p:nvPr>
            <p:ph type="body" sz="quarter" idx="38" hasCustomPrompt="1"/>
          </p:nvPr>
        </p:nvSpPr>
        <p:spPr>
          <a:xfrm>
            <a:off x="2895600"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4" name="Text Placeholder 58">
            <a:extLst>
              <a:ext uri="{FF2B5EF4-FFF2-40B4-BE49-F238E27FC236}">
                <a16:creationId xmlns:a16="http://schemas.microsoft.com/office/drawing/2014/main" id="{0B56EBDC-A427-27E1-3FEB-F0FD4E7B82C2}"/>
              </a:ext>
            </a:extLst>
          </p:cNvPr>
          <p:cNvSpPr>
            <a:spLocks noGrp="1"/>
          </p:cNvSpPr>
          <p:nvPr>
            <p:ph type="body" sz="quarter" idx="39" hasCustomPrompt="1"/>
          </p:nvPr>
        </p:nvSpPr>
        <p:spPr>
          <a:xfrm>
            <a:off x="2895600"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8" name="Text Placeholder 2A sub">
            <a:extLst>
              <a:ext uri="{FF2B5EF4-FFF2-40B4-BE49-F238E27FC236}">
                <a16:creationId xmlns:a16="http://schemas.microsoft.com/office/drawing/2014/main" id="{A7056ACE-B611-E42B-9345-C0B20848C942}"/>
              </a:ext>
            </a:extLst>
          </p:cNvPr>
          <p:cNvSpPr>
            <a:spLocks noGrp="1"/>
          </p:cNvSpPr>
          <p:nvPr>
            <p:ph type="body" sz="quarter" idx="56" hasCustomPrompt="1"/>
          </p:nvPr>
        </p:nvSpPr>
        <p:spPr>
          <a:xfrm>
            <a:off x="2900758"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8" name="Picture 3" descr="This photo is a 'placeholder' only. Drag or drop your photo here, or click and tap the center to insert a photo.">
            <a:extLst>
              <a:ext uri="{FF2B5EF4-FFF2-40B4-BE49-F238E27FC236}">
                <a16:creationId xmlns:a16="http://schemas.microsoft.com/office/drawing/2014/main" id="{05FE9E54-AB2C-EF3D-275C-52775C5B1213}"/>
              </a:ext>
            </a:extLst>
          </p:cNvPr>
          <p:cNvSpPr>
            <a:spLocks noGrp="1" noChangeAspect="1"/>
          </p:cNvSpPr>
          <p:nvPr>
            <p:ph type="pic" sz="quarter" idx="33" hasCustomPrompt="1"/>
          </p:nvPr>
        </p:nvSpPr>
        <p:spPr bwMode="ltGray">
          <a:xfrm>
            <a:off x="5206586"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58">
            <a:extLst>
              <a:ext uri="{FF2B5EF4-FFF2-40B4-BE49-F238E27FC236}">
                <a16:creationId xmlns:a16="http://schemas.microsoft.com/office/drawing/2014/main" id="{E6A26C49-73B1-32C2-15C5-764A1E43D37A}"/>
              </a:ext>
            </a:extLst>
          </p:cNvPr>
          <p:cNvSpPr>
            <a:spLocks noGrp="1"/>
          </p:cNvSpPr>
          <p:nvPr>
            <p:ph type="body" sz="quarter" idx="40" hasCustomPrompt="1"/>
          </p:nvPr>
        </p:nvSpPr>
        <p:spPr>
          <a:xfrm>
            <a:off x="5181600"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6" name="Text Placeholder 58">
            <a:extLst>
              <a:ext uri="{FF2B5EF4-FFF2-40B4-BE49-F238E27FC236}">
                <a16:creationId xmlns:a16="http://schemas.microsoft.com/office/drawing/2014/main" id="{69292DB0-E395-2E0C-8AD4-5A478E223D83}"/>
              </a:ext>
            </a:extLst>
          </p:cNvPr>
          <p:cNvSpPr>
            <a:spLocks noGrp="1"/>
          </p:cNvSpPr>
          <p:nvPr>
            <p:ph type="body" sz="quarter" idx="41" hasCustomPrompt="1"/>
          </p:nvPr>
        </p:nvSpPr>
        <p:spPr>
          <a:xfrm>
            <a:off x="5181600"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9" name="Text Placeholder 2A sub">
            <a:extLst>
              <a:ext uri="{FF2B5EF4-FFF2-40B4-BE49-F238E27FC236}">
                <a16:creationId xmlns:a16="http://schemas.microsoft.com/office/drawing/2014/main" id="{18235FB3-0388-BC57-E46C-852B620BD36A}"/>
              </a:ext>
            </a:extLst>
          </p:cNvPr>
          <p:cNvSpPr>
            <a:spLocks noGrp="1"/>
          </p:cNvSpPr>
          <p:nvPr>
            <p:ph type="body" sz="quarter" idx="57" hasCustomPrompt="1"/>
          </p:nvPr>
        </p:nvSpPr>
        <p:spPr>
          <a:xfrm>
            <a:off x="5180970"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9" name="Picture 4" descr="This photo is a 'placeholder' only. Drag or drop your photo here, or click and tap the center to insert a photo.">
            <a:extLst>
              <a:ext uri="{FF2B5EF4-FFF2-40B4-BE49-F238E27FC236}">
                <a16:creationId xmlns:a16="http://schemas.microsoft.com/office/drawing/2014/main" id="{96F26384-C43A-EEAD-9B70-92910BADFBBF}"/>
              </a:ext>
            </a:extLst>
          </p:cNvPr>
          <p:cNvSpPr>
            <a:spLocks noGrp="1" noChangeAspect="1"/>
          </p:cNvSpPr>
          <p:nvPr>
            <p:ph type="pic" sz="quarter" idx="34" hasCustomPrompt="1"/>
          </p:nvPr>
        </p:nvSpPr>
        <p:spPr bwMode="ltGray">
          <a:xfrm>
            <a:off x="7444409"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7" name="Text Placeholder 58">
            <a:extLst>
              <a:ext uri="{FF2B5EF4-FFF2-40B4-BE49-F238E27FC236}">
                <a16:creationId xmlns:a16="http://schemas.microsoft.com/office/drawing/2014/main" id="{5C9A1883-6DFC-99E3-6521-481114322E5A}"/>
              </a:ext>
            </a:extLst>
          </p:cNvPr>
          <p:cNvSpPr>
            <a:spLocks noGrp="1"/>
          </p:cNvSpPr>
          <p:nvPr>
            <p:ph type="body" sz="quarter" idx="42" hasCustomPrompt="1"/>
          </p:nvPr>
        </p:nvSpPr>
        <p:spPr>
          <a:xfrm>
            <a:off x="7453312"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8" name="Text Placeholder 58">
            <a:extLst>
              <a:ext uri="{FF2B5EF4-FFF2-40B4-BE49-F238E27FC236}">
                <a16:creationId xmlns:a16="http://schemas.microsoft.com/office/drawing/2014/main" id="{77F88679-0849-BCE4-E48F-9011B09625AA}"/>
              </a:ext>
            </a:extLst>
          </p:cNvPr>
          <p:cNvSpPr>
            <a:spLocks noGrp="1"/>
          </p:cNvSpPr>
          <p:nvPr>
            <p:ph type="body" sz="quarter" idx="43" hasCustomPrompt="1"/>
          </p:nvPr>
        </p:nvSpPr>
        <p:spPr>
          <a:xfrm>
            <a:off x="7453312"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0" name="Text Placeholder 2A sub">
            <a:extLst>
              <a:ext uri="{FF2B5EF4-FFF2-40B4-BE49-F238E27FC236}">
                <a16:creationId xmlns:a16="http://schemas.microsoft.com/office/drawing/2014/main" id="{46C9B654-FF71-96F3-9D65-FAFDCC542B23}"/>
              </a:ext>
            </a:extLst>
          </p:cNvPr>
          <p:cNvSpPr>
            <a:spLocks noGrp="1"/>
          </p:cNvSpPr>
          <p:nvPr>
            <p:ph type="body" sz="quarter" idx="58" hasCustomPrompt="1"/>
          </p:nvPr>
        </p:nvSpPr>
        <p:spPr>
          <a:xfrm>
            <a:off x="7426459"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0" name="Picture 5" descr="This photo is a 'placeholder' only. Drag or drop your photo here, or click and tap the center to insert a photo.">
            <a:extLst>
              <a:ext uri="{FF2B5EF4-FFF2-40B4-BE49-F238E27FC236}">
                <a16:creationId xmlns:a16="http://schemas.microsoft.com/office/drawing/2014/main" id="{3B9166C7-9DC6-A91A-ED39-661EF0FD1414}"/>
              </a:ext>
            </a:extLst>
          </p:cNvPr>
          <p:cNvSpPr>
            <a:spLocks noGrp="1" noChangeAspect="1"/>
          </p:cNvSpPr>
          <p:nvPr>
            <p:ph type="pic" sz="quarter" idx="35" hasCustomPrompt="1"/>
          </p:nvPr>
        </p:nvSpPr>
        <p:spPr bwMode="ltGray">
          <a:xfrm>
            <a:off x="9732820"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9" name="Text Placeholder 58">
            <a:extLst>
              <a:ext uri="{FF2B5EF4-FFF2-40B4-BE49-F238E27FC236}">
                <a16:creationId xmlns:a16="http://schemas.microsoft.com/office/drawing/2014/main" id="{F3664A74-3BF2-EBBD-0A32-D91D7E18D712}"/>
              </a:ext>
            </a:extLst>
          </p:cNvPr>
          <p:cNvSpPr>
            <a:spLocks noGrp="1"/>
          </p:cNvSpPr>
          <p:nvPr>
            <p:ph type="body" sz="quarter" idx="44" hasCustomPrompt="1"/>
          </p:nvPr>
        </p:nvSpPr>
        <p:spPr>
          <a:xfrm>
            <a:off x="9725024"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0" name="Text Placeholder 58">
            <a:extLst>
              <a:ext uri="{FF2B5EF4-FFF2-40B4-BE49-F238E27FC236}">
                <a16:creationId xmlns:a16="http://schemas.microsoft.com/office/drawing/2014/main" id="{1EA6E3E7-9522-FBDA-5AA8-9B02637C3DED}"/>
              </a:ext>
            </a:extLst>
          </p:cNvPr>
          <p:cNvSpPr>
            <a:spLocks noGrp="1"/>
          </p:cNvSpPr>
          <p:nvPr>
            <p:ph type="body" sz="quarter" idx="45" hasCustomPrompt="1"/>
          </p:nvPr>
        </p:nvSpPr>
        <p:spPr>
          <a:xfrm>
            <a:off x="9725024"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1" name="Text Placeholder 2A sub">
            <a:extLst>
              <a:ext uri="{FF2B5EF4-FFF2-40B4-BE49-F238E27FC236}">
                <a16:creationId xmlns:a16="http://schemas.microsoft.com/office/drawing/2014/main" id="{C58F8C8D-221D-B55E-D329-5A72E24F04B1}"/>
              </a:ext>
            </a:extLst>
          </p:cNvPr>
          <p:cNvSpPr>
            <a:spLocks noGrp="1"/>
          </p:cNvSpPr>
          <p:nvPr>
            <p:ph type="body" sz="quarter" idx="59" hasCustomPrompt="1"/>
          </p:nvPr>
        </p:nvSpPr>
        <p:spPr>
          <a:xfrm>
            <a:off x="9729821"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Tree>
    <p:extLst>
      <p:ext uri="{BB962C8B-B14F-4D97-AF65-F5344CB8AC3E}">
        <p14:creationId xmlns:p14="http://schemas.microsoft.com/office/powerpoint/2010/main" val="398722587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am roster_Multiple team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3" name="Team 1">
            <a:extLst>
              <a:ext uri="{FF2B5EF4-FFF2-40B4-BE49-F238E27FC236}">
                <a16:creationId xmlns:a16="http://schemas.microsoft.com/office/drawing/2014/main" id="{1788A81D-F91F-4B63-B86B-E5FF44CB3797}"/>
              </a:ext>
            </a:extLst>
          </p:cNvPr>
          <p:cNvSpPr>
            <a:spLocks noGrp="1"/>
          </p:cNvSpPr>
          <p:nvPr>
            <p:ph type="body" sz="quarter" idx="41" hasCustomPrompt="1"/>
          </p:nvPr>
        </p:nvSpPr>
        <p:spPr>
          <a:xfrm>
            <a:off x="584200" y="2038192"/>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1</a:t>
            </a:r>
          </a:p>
        </p:txBody>
      </p:sp>
      <p:sp>
        <p:nvSpPr>
          <p:cNvPr id="30" name="Picture Placeholder 1A" descr="This photo is a 'placeholder' only. Drag or drop your photo here, or click and tap the center to insert a photo.">
            <a:extLst>
              <a:ext uri="{FF2B5EF4-FFF2-40B4-BE49-F238E27FC236}">
                <a16:creationId xmlns:a16="http://schemas.microsoft.com/office/drawing/2014/main" id="{7A1858DE-4EF1-DF37-6E54-4CDDA8BE4810}"/>
              </a:ext>
            </a:extLst>
          </p:cNvPr>
          <p:cNvSpPr>
            <a:spLocks noGrp="1" noChangeAspect="1"/>
          </p:cNvSpPr>
          <p:nvPr>
            <p:ph type="pic" sz="quarter" idx="28"/>
          </p:nvPr>
        </p:nvSpPr>
        <p:spPr bwMode="ltGray">
          <a:xfrm>
            <a:off x="2179638"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47" name="Text Placeholder 58">
            <a:extLst>
              <a:ext uri="{FF2B5EF4-FFF2-40B4-BE49-F238E27FC236}">
                <a16:creationId xmlns:a16="http://schemas.microsoft.com/office/drawing/2014/main" id="{44D0620A-EDE4-7447-2DB5-3E62FDFEF2AE}"/>
              </a:ext>
            </a:extLst>
          </p:cNvPr>
          <p:cNvSpPr>
            <a:spLocks noGrp="1"/>
          </p:cNvSpPr>
          <p:nvPr>
            <p:ph type="body" sz="quarter" idx="45" hasCustomPrompt="1"/>
          </p:nvPr>
        </p:nvSpPr>
        <p:spPr>
          <a:xfrm>
            <a:off x="3193643"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48" name="Text Placeholder 58">
            <a:extLst>
              <a:ext uri="{FF2B5EF4-FFF2-40B4-BE49-F238E27FC236}">
                <a16:creationId xmlns:a16="http://schemas.microsoft.com/office/drawing/2014/main" id="{01C010F4-F640-8A60-84DB-3A2F8B87A5DD}"/>
              </a:ext>
            </a:extLst>
          </p:cNvPr>
          <p:cNvSpPr>
            <a:spLocks noGrp="1"/>
          </p:cNvSpPr>
          <p:nvPr>
            <p:ph type="body" sz="quarter" idx="46" hasCustomPrompt="1"/>
          </p:nvPr>
        </p:nvSpPr>
        <p:spPr>
          <a:xfrm>
            <a:off x="3193643"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4" name="Picture Placeholder 1B" descr="This photo is a 'placeholder' only. Drag or drop your photo here, or click and tap the center to insert a photo.">
            <a:extLst>
              <a:ext uri="{FF2B5EF4-FFF2-40B4-BE49-F238E27FC236}">
                <a16:creationId xmlns:a16="http://schemas.microsoft.com/office/drawing/2014/main" id="{8DC67249-5F90-20FE-642D-92B8A7AA4725}"/>
              </a:ext>
            </a:extLst>
          </p:cNvPr>
          <p:cNvSpPr>
            <a:spLocks noGrp="1" noChangeAspect="1"/>
          </p:cNvSpPr>
          <p:nvPr>
            <p:ph type="pic" sz="quarter" idx="32"/>
          </p:nvPr>
        </p:nvSpPr>
        <p:spPr bwMode="ltGray">
          <a:xfrm>
            <a:off x="4609587"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5" name="Text Placeholder 58">
            <a:extLst>
              <a:ext uri="{FF2B5EF4-FFF2-40B4-BE49-F238E27FC236}">
                <a16:creationId xmlns:a16="http://schemas.microsoft.com/office/drawing/2014/main" id="{922227CE-29CC-7715-08E4-905343CC4668}"/>
              </a:ext>
            </a:extLst>
          </p:cNvPr>
          <p:cNvSpPr>
            <a:spLocks noGrp="1"/>
          </p:cNvSpPr>
          <p:nvPr>
            <p:ph type="body" sz="quarter" idx="53" hasCustomPrompt="1"/>
          </p:nvPr>
        </p:nvSpPr>
        <p:spPr>
          <a:xfrm>
            <a:off x="5627448"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6" name="Text Placeholder 58">
            <a:extLst>
              <a:ext uri="{FF2B5EF4-FFF2-40B4-BE49-F238E27FC236}">
                <a16:creationId xmlns:a16="http://schemas.microsoft.com/office/drawing/2014/main" id="{20F30418-EB83-FF1F-ECF0-A40BD6D8CBC0}"/>
              </a:ext>
            </a:extLst>
          </p:cNvPr>
          <p:cNvSpPr>
            <a:spLocks noGrp="1"/>
          </p:cNvSpPr>
          <p:nvPr>
            <p:ph type="body" sz="quarter" idx="54" hasCustomPrompt="1"/>
          </p:nvPr>
        </p:nvSpPr>
        <p:spPr>
          <a:xfrm>
            <a:off x="5627448"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8" name="Picture Placeholder 1C" descr="This photo is a 'placeholder' only. Drag or drop your photo here, or click and tap the center to insert a photo.">
            <a:extLst>
              <a:ext uri="{FF2B5EF4-FFF2-40B4-BE49-F238E27FC236}">
                <a16:creationId xmlns:a16="http://schemas.microsoft.com/office/drawing/2014/main" id="{1B8D2A36-064C-FE3B-CEAF-48281FAD4185}"/>
              </a:ext>
            </a:extLst>
          </p:cNvPr>
          <p:cNvSpPr>
            <a:spLocks noGrp="1" noChangeAspect="1"/>
          </p:cNvSpPr>
          <p:nvPr>
            <p:ph type="pic" sz="quarter" idx="36"/>
          </p:nvPr>
        </p:nvSpPr>
        <p:spPr bwMode="ltGray">
          <a:xfrm>
            <a:off x="7049911"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3" name="Text Placeholder 58">
            <a:extLst>
              <a:ext uri="{FF2B5EF4-FFF2-40B4-BE49-F238E27FC236}">
                <a16:creationId xmlns:a16="http://schemas.microsoft.com/office/drawing/2014/main" id="{8AD370F1-6139-1223-018A-16C75055E068}"/>
              </a:ext>
            </a:extLst>
          </p:cNvPr>
          <p:cNvSpPr>
            <a:spLocks noGrp="1"/>
          </p:cNvSpPr>
          <p:nvPr>
            <p:ph type="body" sz="quarter" idx="61" hasCustomPrompt="1"/>
          </p:nvPr>
        </p:nvSpPr>
        <p:spPr>
          <a:xfrm>
            <a:off x="8057744"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4" name="Text Placeholder 58">
            <a:extLst>
              <a:ext uri="{FF2B5EF4-FFF2-40B4-BE49-F238E27FC236}">
                <a16:creationId xmlns:a16="http://schemas.microsoft.com/office/drawing/2014/main" id="{BFCE70D8-4F10-E678-F1BB-75AEBFBE09D5}"/>
              </a:ext>
            </a:extLst>
          </p:cNvPr>
          <p:cNvSpPr>
            <a:spLocks noGrp="1"/>
          </p:cNvSpPr>
          <p:nvPr>
            <p:ph type="body" sz="quarter" idx="62" hasCustomPrompt="1"/>
          </p:nvPr>
        </p:nvSpPr>
        <p:spPr>
          <a:xfrm>
            <a:off x="8057744"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42" name="Picture Placeholder 1D" descr="This photo is a 'placeholder' only. Drag or drop your photo here, or click and tap the center to insert a photo.">
            <a:extLst>
              <a:ext uri="{FF2B5EF4-FFF2-40B4-BE49-F238E27FC236}">
                <a16:creationId xmlns:a16="http://schemas.microsoft.com/office/drawing/2014/main" id="{8E2E6F0B-8050-0919-E8CB-AC11968F627C}"/>
              </a:ext>
            </a:extLst>
          </p:cNvPr>
          <p:cNvSpPr>
            <a:spLocks noGrp="1" noChangeAspect="1"/>
          </p:cNvSpPr>
          <p:nvPr>
            <p:ph type="pic" sz="quarter" idx="40"/>
          </p:nvPr>
        </p:nvSpPr>
        <p:spPr bwMode="ltGray">
          <a:xfrm>
            <a:off x="9485490"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1" name="Text Placeholder 58">
            <a:extLst>
              <a:ext uri="{FF2B5EF4-FFF2-40B4-BE49-F238E27FC236}">
                <a16:creationId xmlns:a16="http://schemas.microsoft.com/office/drawing/2014/main" id="{0001AF27-6E88-CCE0-8660-7B99045D854D}"/>
              </a:ext>
            </a:extLst>
          </p:cNvPr>
          <p:cNvSpPr>
            <a:spLocks noGrp="1"/>
          </p:cNvSpPr>
          <p:nvPr>
            <p:ph type="body" sz="quarter" idx="69" hasCustomPrompt="1"/>
          </p:nvPr>
        </p:nvSpPr>
        <p:spPr>
          <a:xfrm>
            <a:off x="10478312"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2" name="Text Placeholder 58">
            <a:extLst>
              <a:ext uri="{FF2B5EF4-FFF2-40B4-BE49-F238E27FC236}">
                <a16:creationId xmlns:a16="http://schemas.microsoft.com/office/drawing/2014/main" id="{03C09D05-0CE3-7C80-1290-D97C4CA98852}"/>
              </a:ext>
            </a:extLst>
          </p:cNvPr>
          <p:cNvSpPr>
            <a:spLocks noGrp="1"/>
          </p:cNvSpPr>
          <p:nvPr>
            <p:ph type="body" sz="quarter" idx="70" hasCustomPrompt="1"/>
          </p:nvPr>
        </p:nvSpPr>
        <p:spPr>
          <a:xfrm>
            <a:off x="10478312"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2" name="Straight Connector 1">
            <a:extLst>
              <a:ext uri="{FF2B5EF4-FFF2-40B4-BE49-F238E27FC236}">
                <a16:creationId xmlns:a16="http://schemas.microsoft.com/office/drawing/2014/main" id="{8F445834-5147-BDA3-1A05-42FE03F26C3D}"/>
              </a:ext>
            </a:extLst>
          </p:cNvPr>
          <p:cNvCxnSpPr>
            <a:cxnSpLocks/>
          </p:cNvCxnSpPr>
          <p:nvPr userDrawn="1"/>
        </p:nvCxnSpPr>
        <p:spPr>
          <a:xfrm>
            <a:off x="588662" y="2796209"/>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am 2">
            <a:extLst>
              <a:ext uri="{FF2B5EF4-FFF2-40B4-BE49-F238E27FC236}">
                <a16:creationId xmlns:a16="http://schemas.microsoft.com/office/drawing/2014/main" id="{10A26582-C8F8-AC4A-9BCE-FF494FA099A6}"/>
              </a:ext>
            </a:extLst>
          </p:cNvPr>
          <p:cNvSpPr>
            <a:spLocks noGrp="1"/>
          </p:cNvSpPr>
          <p:nvPr>
            <p:ph type="body" sz="quarter" idx="42" hasCustomPrompt="1"/>
          </p:nvPr>
        </p:nvSpPr>
        <p:spPr>
          <a:xfrm>
            <a:off x="584200" y="3276600"/>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2</a:t>
            </a:r>
          </a:p>
        </p:txBody>
      </p:sp>
      <p:sp>
        <p:nvSpPr>
          <p:cNvPr id="29" name="Picture Placeholder 2A" descr="This photo is a 'placeholder' only. Drag or drop your photo here, or click and tap the center to insert a photo.">
            <a:extLst>
              <a:ext uri="{FF2B5EF4-FFF2-40B4-BE49-F238E27FC236}">
                <a16:creationId xmlns:a16="http://schemas.microsoft.com/office/drawing/2014/main" id="{B47D2B24-2319-9A35-2475-DEF9C8C68542}"/>
              </a:ext>
            </a:extLst>
          </p:cNvPr>
          <p:cNvSpPr>
            <a:spLocks noGrp="1" noChangeAspect="1"/>
          </p:cNvSpPr>
          <p:nvPr>
            <p:ph type="pic" sz="quarter" idx="27"/>
          </p:nvPr>
        </p:nvSpPr>
        <p:spPr bwMode="ltGray">
          <a:xfrm>
            <a:off x="2179638"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49" name="Text Placeholder 58">
            <a:extLst>
              <a:ext uri="{FF2B5EF4-FFF2-40B4-BE49-F238E27FC236}">
                <a16:creationId xmlns:a16="http://schemas.microsoft.com/office/drawing/2014/main" id="{FC01ED5E-F101-B2E3-BF92-D7282EDD9294}"/>
              </a:ext>
            </a:extLst>
          </p:cNvPr>
          <p:cNvSpPr>
            <a:spLocks noGrp="1"/>
          </p:cNvSpPr>
          <p:nvPr>
            <p:ph type="body" sz="quarter" idx="47" hasCustomPrompt="1"/>
          </p:nvPr>
        </p:nvSpPr>
        <p:spPr>
          <a:xfrm>
            <a:off x="3193643"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0" name="Text Placeholder 58">
            <a:extLst>
              <a:ext uri="{FF2B5EF4-FFF2-40B4-BE49-F238E27FC236}">
                <a16:creationId xmlns:a16="http://schemas.microsoft.com/office/drawing/2014/main" id="{5EFE1E18-263B-ADE2-5B97-3D3EC83D4FFD}"/>
              </a:ext>
            </a:extLst>
          </p:cNvPr>
          <p:cNvSpPr>
            <a:spLocks noGrp="1"/>
          </p:cNvSpPr>
          <p:nvPr>
            <p:ph type="body" sz="quarter" idx="48" hasCustomPrompt="1"/>
          </p:nvPr>
        </p:nvSpPr>
        <p:spPr>
          <a:xfrm>
            <a:off x="3193643"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3" name="Picture Placeholder 2B" descr="This photo is a 'placeholder' only. Drag or drop your photo here, or click and tap the center to insert a photo.">
            <a:extLst>
              <a:ext uri="{FF2B5EF4-FFF2-40B4-BE49-F238E27FC236}">
                <a16:creationId xmlns:a16="http://schemas.microsoft.com/office/drawing/2014/main" id="{E8083CB6-CCDA-255D-BC5C-0F5D411855D5}"/>
              </a:ext>
            </a:extLst>
          </p:cNvPr>
          <p:cNvSpPr>
            <a:spLocks noGrp="1" noChangeAspect="1"/>
          </p:cNvSpPr>
          <p:nvPr>
            <p:ph type="pic" sz="quarter" idx="31"/>
          </p:nvPr>
        </p:nvSpPr>
        <p:spPr bwMode="ltGray">
          <a:xfrm>
            <a:off x="4609587"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7" name="Text Placeholder 58">
            <a:extLst>
              <a:ext uri="{FF2B5EF4-FFF2-40B4-BE49-F238E27FC236}">
                <a16:creationId xmlns:a16="http://schemas.microsoft.com/office/drawing/2014/main" id="{F2AC0BEF-2B97-6CDB-7C63-7F2758C12D78}"/>
              </a:ext>
            </a:extLst>
          </p:cNvPr>
          <p:cNvSpPr>
            <a:spLocks noGrp="1"/>
          </p:cNvSpPr>
          <p:nvPr>
            <p:ph type="body" sz="quarter" idx="55" hasCustomPrompt="1"/>
          </p:nvPr>
        </p:nvSpPr>
        <p:spPr>
          <a:xfrm>
            <a:off x="5627448"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8" name="Text Placeholder 58">
            <a:extLst>
              <a:ext uri="{FF2B5EF4-FFF2-40B4-BE49-F238E27FC236}">
                <a16:creationId xmlns:a16="http://schemas.microsoft.com/office/drawing/2014/main" id="{74C1C912-D822-B1C0-3368-737311266008}"/>
              </a:ext>
            </a:extLst>
          </p:cNvPr>
          <p:cNvSpPr>
            <a:spLocks noGrp="1"/>
          </p:cNvSpPr>
          <p:nvPr>
            <p:ph type="body" sz="quarter" idx="56" hasCustomPrompt="1"/>
          </p:nvPr>
        </p:nvSpPr>
        <p:spPr>
          <a:xfrm>
            <a:off x="5627448"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7" name="Picture Placeholder 2C" descr="This photo is a 'placeholder' only. Drag or drop your photo here, or click and tap the center to insert a photo.">
            <a:extLst>
              <a:ext uri="{FF2B5EF4-FFF2-40B4-BE49-F238E27FC236}">
                <a16:creationId xmlns:a16="http://schemas.microsoft.com/office/drawing/2014/main" id="{164422E8-3E89-9441-E751-CAFDCD0F198A}"/>
              </a:ext>
            </a:extLst>
          </p:cNvPr>
          <p:cNvSpPr>
            <a:spLocks noGrp="1" noChangeAspect="1"/>
          </p:cNvSpPr>
          <p:nvPr>
            <p:ph type="pic" sz="quarter" idx="35"/>
          </p:nvPr>
        </p:nvSpPr>
        <p:spPr bwMode="ltGray">
          <a:xfrm>
            <a:off x="7049911"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5" name="Text Placeholder 58">
            <a:extLst>
              <a:ext uri="{FF2B5EF4-FFF2-40B4-BE49-F238E27FC236}">
                <a16:creationId xmlns:a16="http://schemas.microsoft.com/office/drawing/2014/main" id="{317C4FB7-C080-AFBA-6406-A20CF0407110}"/>
              </a:ext>
            </a:extLst>
          </p:cNvPr>
          <p:cNvSpPr>
            <a:spLocks noGrp="1"/>
          </p:cNvSpPr>
          <p:nvPr>
            <p:ph type="body" sz="quarter" idx="63" hasCustomPrompt="1"/>
          </p:nvPr>
        </p:nvSpPr>
        <p:spPr>
          <a:xfrm>
            <a:off x="8057744"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6" name="Text Placeholder 58">
            <a:extLst>
              <a:ext uri="{FF2B5EF4-FFF2-40B4-BE49-F238E27FC236}">
                <a16:creationId xmlns:a16="http://schemas.microsoft.com/office/drawing/2014/main" id="{0E6AE450-22D4-A89C-C840-1C35AC4C6789}"/>
              </a:ext>
            </a:extLst>
          </p:cNvPr>
          <p:cNvSpPr>
            <a:spLocks noGrp="1"/>
          </p:cNvSpPr>
          <p:nvPr>
            <p:ph type="body" sz="quarter" idx="64" hasCustomPrompt="1"/>
          </p:nvPr>
        </p:nvSpPr>
        <p:spPr>
          <a:xfrm>
            <a:off x="8057744"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41" name="Picture Placeholder 2D" descr="This photo is a 'placeholder' only. Drag or drop your photo here, or click and tap the center to insert a photo.">
            <a:extLst>
              <a:ext uri="{FF2B5EF4-FFF2-40B4-BE49-F238E27FC236}">
                <a16:creationId xmlns:a16="http://schemas.microsoft.com/office/drawing/2014/main" id="{E418AC83-800E-9972-CCF5-0D24DA9B04AC}"/>
              </a:ext>
            </a:extLst>
          </p:cNvPr>
          <p:cNvSpPr>
            <a:spLocks noGrp="1" noChangeAspect="1"/>
          </p:cNvSpPr>
          <p:nvPr>
            <p:ph type="pic" sz="quarter" idx="39"/>
          </p:nvPr>
        </p:nvSpPr>
        <p:spPr bwMode="ltGray">
          <a:xfrm>
            <a:off x="9485490"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3" name="Text Placeholder 58">
            <a:extLst>
              <a:ext uri="{FF2B5EF4-FFF2-40B4-BE49-F238E27FC236}">
                <a16:creationId xmlns:a16="http://schemas.microsoft.com/office/drawing/2014/main" id="{309D02C3-435E-CDD1-D82F-28B543F1B5A2}"/>
              </a:ext>
            </a:extLst>
          </p:cNvPr>
          <p:cNvSpPr>
            <a:spLocks noGrp="1"/>
          </p:cNvSpPr>
          <p:nvPr>
            <p:ph type="body" sz="quarter" idx="71" hasCustomPrompt="1"/>
          </p:nvPr>
        </p:nvSpPr>
        <p:spPr>
          <a:xfrm>
            <a:off x="10478312"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4" name="Text Placeholder 58">
            <a:extLst>
              <a:ext uri="{FF2B5EF4-FFF2-40B4-BE49-F238E27FC236}">
                <a16:creationId xmlns:a16="http://schemas.microsoft.com/office/drawing/2014/main" id="{D366B6F5-DEC3-1C48-DA3B-4397F337A269}"/>
              </a:ext>
            </a:extLst>
          </p:cNvPr>
          <p:cNvSpPr>
            <a:spLocks noGrp="1"/>
          </p:cNvSpPr>
          <p:nvPr>
            <p:ph type="body" sz="quarter" idx="72" hasCustomPrompt="1"/>
          </p:nvPr>
        </p:nvSpPr>
        <p:spPr>
          <a:xfrm>
            <a:off x="10478312"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4" name="Straight Connector 3">
            <a:extLst>
              <a:ext uri="{FF2B5EF4-FFF2-40B4-BE49-F238E27FC236}">
                <a16:creationId xmlns:a16="http://schemas.microsoft.com/office/drawing/2014/main" id="{9804F51A-1D45-8731-5DAA-2233599509CB}"/>
              </a:ext>
            </a:extLst>
          </p:cNvPr>
          <p:cNvCxnSpPr>
            <a:cxnSpLocks/>
          </p:cNvCxnSpPr>
          <p:nvPr userDrawn="1"/>
        </p:nvCxnSpPr>
        <p:spPr>
          <a:xfrm>
            <a:off x="588662" y="3962400"/>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am 3">
            <a:extLst>
              <a:ext uri="{FF2B5EF4-FFF2-40B4-BE49-F238E27FC236}">
                <a16:creationId xmlns:a16="http://schemas.microsoft.com/office/drawing/2014/main" id="{D3F608B4-ED44-5C07-5EFA-438FB513B7FB}"/>
              </a:ext>
            </a:extLst>
          </p:cNvPr>
          <p:cNvSpPr>
            <a:spLocks noGrp="1"/>
          </p:cNvSpPr>
          <p:nvPr>
            <p:ph type="body" sz="quarter" idx="43" hasCustomPrompt="1"/>
          </p:nvPr>
        </p:nvSpPr>
        <p:spPr>
          <a:xfrm>
            <a:off x="584200" y="4419600"/>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3</a:t>
            </a:r>
          </a:p>
        </p:txBody>
      </p:sp>
      <p:sp>
        <p:nvSpPr>
          <p:cNvPr id="28" name="Picture Placeholder 3A" descr="This photo is a 'placeholder' only. Drag or drop your photo here, or click and tap the center to insert a photo.">
            <a:extLst>
              <a:ext uri="{FF2B5EF4-FFF2-40B4-BE49-F238E27FC236}">
                <a16:creationId xmlns:a16="http://schemas.microsoft.com/office/drawing/2014/main" id="{EAECE39A-485D-E6EB-27F0-728F88CA6719}"/>
              </a:ext>
            </a:extLst>
          </p:cNvPr>
          <p:cNvSpPr>
            <a:spLocks noGrp="1" noChangeAspect="1"/>
          </p:cNvSpPr>
          <p:nvPr>
            <p:ph type="pic" sz="quarter" idx="26"/>
          </p:nvPr>
        </p:nvSpPr>
        <p:spPr bwMode="ltGray">
          <a:xfrm>
            <a:off x="2179638"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1" name="Text Placeholder 58">
            <a:extLst>
              <a:ext uri="{FF2B5EF4-FFF2-40B4-BE49-F238E27FC236}">
                <a16:creationId xmlns:a16="http://schemas.microsoft.com/office/drawing/2014/main" id="{3965190B-2799-9D0C-F8DD-6CC5158F1533}"/>
              </a:ext>
            </a:extLst>
          </p:cNvPr>
          <p:cNvSpPr>
            <a:spLocks noGrp="1"/>
          </p:cNvSpPr>
          <p:nvPr>
            <p:ph type="body" sz="quarter" idx="49" hasCustomPrompt="1"/>
          </p:nvPr>
        </p:nvSpPr>
        <p:spPr>
          <a:xfrm>
            <a:off x="3193643"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2" name="Text Placeholder 58">
            <a:extLst>
              <a:ext uri="{FF2B5EF4-FFF2-40B4-BE49-F238E27FC236}">
                <a16:creationId xmlns:a16="http://schemas.microsoft.com/office/drawing/2014/main" id="{736C02F1-87C7-951D-BE5A-0E2EE9F3DC1E}"/>
              </a:ext>
            </a:extLst>
          </p:cNvPr>
          <p:cNvSpPr>
            <a:spLocks noGrp="1"/>
          </p:cNvSpPr>
          <p:nvPr>
            <p:ph type="body" sz="quarter" idx="50" hasCustomPrompt="1"/>
          </p:nvPr>
        </p:nvSpPr>
        <p:spPr>
          <a:xfrm>
            <a:off x="3193643"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2" name="Picture Placeholder 3B" descr="This photo is a 'placeholder' only. Drag or drop your photo here, or click and tap the center to insert a photo.">
            <a:extLst>
              <a:ext uri="{FF2B5EF4-FFF2-40B4-BE49-F238E27FC236}">
                <a16:creationId xmlns:a16="http://schemas.microsoft.com/office/drawing/2014/main" id="{8BF4AC3C-2414-C0C9-D30B-1883D8FF07F9}"/>
              </a:ext>
            </a:extLst>
          </p:cNvPr>
          <p:cNvSpPr>
            <a:spLocks noGrp="1" noChangeAspect="1"/>
          </p:cNvSpPr>
          <p:nvPr>
            <p:ph type="pic" sz="quarter" idx="30"/>
          </p:nvPr>
        </p:nvSpPr>
        <p:spPr bwMode="ltGray">
          <a:xfrm>
            <a:off x="4609587"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9" name="Text Placeholder 58">
            <a:extLst>
              <a:ext uri="{FF2B5EF4-FFF2-40B4-BE49-F238E27FC236}">
                <a16:creationId xmlns:a16="http://schemas.microsoft.com/office/drawing/2014/main" id="{EF622325-4A31-0D34-F692-292C7A27B194}"/>
              </a:ext>
            </a:extLst>
          </p:cNvPr>
          <p:cNvSpPr>
            <a:spLocks noGrp="1"/>
          </p:cNvSpPr>
          <p:nvPr>
            <p:ph type="body" sz="quarter" idx="57" hasCustomPrompt="1"/>
          </p:nvPr>
        </p:nvSpPr>
        <p:spPr>
          <a:xfrm>
            <a:off x="5627448"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0" name="Text Placeholder 58">
            <a:extLst>
              <a:ext uri="{FF2B5EF4-FFF2-40B4-BE49-F238E27FC236}">
                <a16:creationId xmlns:a16="http://schemas.microsoft.com/office/drawing/2014/main" id="{4EA6AF6F-230F-CCBA-01CB-9F97E4A80419}"/>
              </a:ext>
            </a:extLst>
          </p:cNvPr>
          <p:cNvSpPr>
            <a:spLocks noGrp="1"/>
          </p:cNvSpPr>
          <p:nvPr>
            <p:ph type="body" sz="quarter" idx="58" hasCustomPrompt="1"/>
          </p:nvPr>
        </p:nvSpPr>
        <p:spPr>
          <a:xfrm>
            <a:off x="5627448"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6" name="Picture Placeholder 3C" descr="This photo is a 'placeholder' only. Drag or drop your photo here, or click and tap the center to insert a photo.">
            <a:extLst>
              <a:ext uri="{FF2B5EF4-FFF2-40B4-BE49-F238E27FC236}">
                <a16:creationId xmlns:a16="http://schemas.microsoft.com/office/drawing/2014/main" id="{A1EE5FC3-9D08-4309-3E1C-5300AC037DC4}"/>
              </a:ext>
            </a:extLst>
          </p:cNvPr>
          <p:cNvSpPr>
            <a:spLocks noGrp="1" noChangeAspect="1"/>
          </p:cNvSpPr>
          <p:nvPr>
            <p:ph type="pic" sz="quarter" idx="34"/>
          </p:nvPr>
        </p:nvSpPr>
        <p:spPr bwMode="ltGray">
          <a:xfrm>
            <a:off x="7049911"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7" name="Text Placeholder 58">
            <a:extLst>
              <a:ext uri="{FF2B5EF4-FFF2-40B4-BE49-F238E27FC236}">
                <a16:creationId xmlns:a16="http://schemas.microsoft.com/office/drawing/2014/main" id="{8F8EB56C-34C6-E5E1-1972-A071C8CB2ACF}"/>
              </a:ext>
            </a:extLst>
          </p:cNvPr>
          <p:cNvSpPr>
            <a:spLocks noGrp="1"/>
          </p:cNvSpPr>
          <p:nvPr>
            <p:ph type="body" sz="quarter" idx="65" hasCustomPrompt="1"/>
          </p:nvPr>
        </p:nvSpPr>
        <p:spPr>
          <a:xfrm>
            <a:off x="8057744"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8" name="Text Placeholder 58">
            <a:extLst>
              <a:ext uri="{FF2B5EF4-FFF2-40B4-BE49-F238E27FC236}">
                <a16:creationId xmlns:a16="http://schemas.microsoft.com/office/drawing/2014/main" id="{6070585B-81AF-32BA-0813-522DCAEFA40E}"/>
              </a:ext>
            </a:extLst>
          </p:cNvPr>
          <p:cNvSpPr>
            <a:spLocks noGrp="1"/>
          </p:cNvSpPr>
          <p:nvPr>
            <p:ph type="body" sz="quarter" idx="66" hasCustomPrompt="1"/>
          </p:nvPr>
        </p:nvSpPr>
        <p:spPr>
          <a:xfrm>
            <a:off x="8057744"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40" name="Picture Placeholder 3D" descr="This photo is a 'placeholder' only. Drag or drop your photo here, or click and tap the center to insert a photo.">
            <a:extLst>
              <a:ext uri="{FF2B5EF4-FFF2-40B4-BE49-F238E27FC236}">
                <a16:creationId xmlns:a16="http://schemas.microsoft.com/office/drawing/2014/main" id="{48D92F43-C340-0BDC-CD08-A5A2D0AFAA5A}"/>
              </a:ext>
            </a:extLst>
          </p:cNvPr>
          <p:cNvSpPr>
            <a:spLocks noGrp="1" noChangeAspect="1"/>
          </p:cNvSpPr>
          <p:nvPr>
            <p:ph type="pic" sz="quarter" idx="38"/>
          </p:nvPr>
        </p:nvSpPr>
        <p:spPr bwMode="ltGray">
          <a:xfrm>
            <a:off x="9485490"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5" name="Text Placeholder 58">
            <a:extLst>
              <a:ext uri="{FF2B5EF4-FFF2-40B4-BE49-F238E27FC236}">
                <a16:creationId xmlns:a16="http://schemas.microsoft.com/office/drawing/2014/main" id="{89E6A037-24C1-CAC2-A398-476119D3F25D}"/>
              </a:ext>
            </a:extLst>
          </p:cNvPr>
          <p:cNvSpPr>
            <a:spLocks noGrp="1"/>
          </p:cNvSpPr>
          <p:nvPr>
            <p:ph type="body" sz="quarter" idx="73" hasCustomPrompt="1"/>
          </p:nvPr>
        </p:nvSpPr>
        <p:spPr>
          <a:xfrm>
            <a:off x="10478312"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6" name="Text Placeholder 58">
            <a:extLst>
              <a:ext uri="{FF2B5EF4-FFF2-40B4-BE49-F238E27FC236}">
                <a16:creationId xmlns:a16="http://schemas.microsoft.com/office/drawing/2014/main" id="{876F2CA6-31AD-FFE7-FC90-15148A097830}"/>
              </a:ext>
            </a:extLst>
          </p:cNvPr>
          <p:cNvSpPr>
            <a:spLocks noGrp="1"/>
          </p:cNvSpPr>
          <p:nvPr>
            <p:ph type="body" sz="quarter" idx="74" hasCustomPrompt="1"/>
          </p:nvPr>
        </p:nvSpPr>
        <p:spPr>
          <a:xfrm>
            <a:off x="10478312"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26" name="Straight Connector 25">
            <a:extLst>
              <a:ext uri="{FF2B5EF4-FFF2-40B4-BE49-F238E27FC236}">
                <a16:creationId xmlns:a16="http://schemas.microsoft.com/office/drawing/2014/main" id="{372DE300-AF33-9F86-1E59-5008DFACF2FD}"/>
              </a:ext>
            </a:extLst>
          </p:cNvPr>
          <p:cNvCxnSpPr>
            <a:cxnSpLocks/>
          </p:cNvCxnSpPr>
          <p:nvPr userDrawn="1"/>
        </p:nvCxnSpPr>
        <p:spPr>
          <a:xfrm>
            <a:off x="588662" y="5128591"/>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am 4">
            <a:extLst>
              <a:ext uri="{FF2B5EF4-FFF2-40B4-BE49-F238E27FC236}">
                <a16:creationId xmlns:a16="http://schemas.microsoft.com/office/drawing/2014/main" id="{B1818782-B436-6129-67F3-553E6ADB8AE1}"/>
              </a:ext>
            </a:extLst>
          </p:cNvPr>
          <p:cNvSpPr>
            <a:spLocks noGrp="1"/>
          </p:cNvSpPr>
          <p:nvPr>
            <p:ph type="body" sz="quarter" idx="44" hasCustomPrompt="1"/>
          </p:nvPr>
        </p:nvSpPr>
        <p:spPr>
          <a:xfrm>
            <a:off x="569912" y="5619750"/>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4</a:t>
            </a:r>
          </a:p>
        </p:txBody>
      </p:sp>
      <p:sp>
        <p:nvSpPr>
          <p:cNvPr id="27" name="Picture Placeholder 4A" descr="This photo is a 'placeholder' only. Drag or drop your photo here, or click and tap the center to insert a photo.">
            <a:extLst>
              <a:ext uri="{FF2B5EF4-FFF2-40B4-BE49-F238E27FC236}">
                <a16:creationId xmlns:a16="http://schemas.microsoft.com/office/drawing/2014/main" id="{09D5AA92-B282-C1B4-798D-F0C0CE32DFED}"/>
              </a:ext>
            </a:extLst>
          </p:cNvPr>
          <p:cNvSpPr>
            <a:spLocks noGrp="1" noChangeAspect="1"/>
          </p:cNvSpPr>
          <p:nvPr>
            <p:ph type="pic" sz="quarter" idx="25"/>
          </p:nvPr>
        </p:nvSpPr>
        <p:spPr bwMode="ltGray">
          <a:xfrm>
            <a:off x="2179638"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3" name="Text Placeholder 58">
            <a:extLst>
              <a:ext uri="{FF2B5EF4-FFF2-40B4-BE49-F238E27FC236}">
                <a16:creationId xmlns:a16="http://schemas.microsoft.com/office/drawing/2014/main" id="{185A2984-DFE0-DB13-1B58-814E78BACB59}"/>
              </a:ext>
            </a:extLst>
          </p:cNvPr>
          <p:cNvSpPr>
            <a:spLocks noGrp="1"/>
          </p:cNvSpPr>
          <p:nvPr>
            <p:ph type="body" sz="quarter" idx="51" hasCustomPrompt="1"/>
          </p:nvPr>
        </p:nvSpPr>
        <p:spPr>
          <a:xfrm>
            <a:off x="3193643"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4" name="Text Placeholder 58">
            <a:extLst>
              <a:ext uri="{FF2B5EF4-FFF2-40B4-BE49-F238E27FC236}">
                <a16:creationId xmlns:a16="http://schemas.microsoft.com/office/drawing/2014/main" id="{8B90DB1C-DC86-BEED-6297-979686631FEC}"/>
              </a:ext>
            </a:extLst>
          </p:cNvPr>
          <p:cNvSpPr>
            <a:spLocks noGrp="1"/>
          </p:cNvSpPr>
          <p:nvPr>
            <p:ph type="body" sz="quarter" idx="52" hasCustomPrompt="1"/>
          </p:nvPr>
        </p:nvSpPr>
        <p:spPr>
          <a:xfrm>
            <a:off x="3193643"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1" name="Picture Placeholder 4B" descr="This photo is a 'placeholder' only. Drag or drop your photo here, or click and tap the center to insert a photo.">
            <a:extLst>
              <a:ext uri="{FF2B5EF4-FFF2-40B4-BE49-F238E27FC236}">
                <a16:creationId xmlns:a16="http://schemas.microsoft.com/office/drawing/2014/main" id="{1AACDD71-3F9F-FF96-80B7-B16ACB3DBDA0}"/>
              </a:ext>
            </a:extLst>
          </p:cNvPr>
          <p:cNvSpPr>
            <a:spLocks noGrp="1" noChangeAspect="1"/>
          </p:cNvSpPr>
          <p:nvPr>
            <p:ph type="pic" sz="quarter" idx="29"/>
          </p:nvPr>
        </p:nvSpPr>
        <p:spPr bwMode="ltGray">
          <a:xfrm>
            <a:off x="4609587"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1" name="Text Placeholder 58">
            <a:extLst>
              <a:ext uri="{FF2B5EF4-FFF2-40B4-BE49-F238E27FC236}">
                <a16:creationId xmlns:a16="http://schemas.microsoft.com/office/drawing/2014/main" id="{2B9A6BDF-B22A-1D52-4406-C9B2C30D5BE2}"/>
              </a:ext>
            </a:extLst>
          </p:cNvPr>
          <p:cNvSpPr>
            <a:spLocks noGrp="1"/>
          </p:cNvSpPr>
          <p:nvPr>
            <p:ph type="body" sz="quarter" idx="59" hasCustomPrompt="1"/>
          </p:nvPr>
        </p:nvSpPr>
        <p:spPr>
          <a:xfrm>
            <a:off x="5627448"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2" name="Text Placeholder 58">
            <a:extLst>
              <a:ext uri="{FF2B5EF4-FFF2-40B4-BE49-F238E27FC236}">
                <a16:creationId xmlns:a16="http://schemas.microsoft.com/office/drawing/2014/main" id="{798F9B24-6D32-FEF4-B4F7-221FA0383648}"/>
              </a:ext>
            </a:extLst>
          </p:cNvPr>
          <p:cNvSpPr>
            <a:spLocks noGrp="1"/>
          </p:cNvSpPr>
          <p:nvPr>
            <p:ph type="body" sz="quarter" idx="60" hasCustomPrompt="1"/>
          </p:nvPr>
        </p:nvSpPr>
        <p:spPr>
          <a:xfrm>
            <a:off x="5627448"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5" name="Picture Placeholder 4C" descr="This photo is a 'placeholder' only. Drag or drop your photo here, or click and tap the center to insert a photo.">
            <a:extLst>
              <a:ext uri="{FF2B5EF4-FFF2-40B4-BE49-F238E27FC236}">
                <a16:creationId xmlns:a16="http://schemas.microsoft.com/office/drawing/2014/main" id="{217FFE89-17B7-1648-33A1-D7100A36CE96}"/>
              </a:ext>
            </a:extLst>
          </p:cNvPr>
          <p:cNvSpPr>
            <a:spLocks noGrp="1" noChangeAspect="1"/>
          </p:cNvSpPr>
          <p:nvPr>
            <p:ph type="pic" sz="quarter" idx="33"/>
          </p:nvPr>
        </p:nvSpPr>
        <p:spPr bwMode="ltGray">
          <a:xfrm>
            <a:off x="7049911"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9" name="Text Placeholder 58">
            <a:extLst>
              <a:ext uri="{FF2B5EF4-FFF2-40B4-BE49-F238E27FC236}">
                <a16:creationId xmlns:a16="http://schemas.microsoft.com/office/drawing/2014/main" id="{4E67998A-56F2-636C-2397-FD35A6BAED5C}"/>
              </a:ext>
            </a:extLst>
          </p:cNvPr>
          <p:cNvSpPr>
            <a:spLocks noGrp="1"/>
          </p:cNvSpPr>
          <p:nvPr>
            <p:ph type="body" sz="quarter" idx="67" hasCustomPrompt="1"/>
          </p:nvPr>
        </p:nvSpPr>
        <p:spPr>
          <a:xfrm>
            <a:off x="8057744"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0" name="Text Placeholder 58">
            <a:extLst>
              <a:ext uri="{FF2B5EF4-FFF2-40B4-BE49-F238E27FC236}">
                <a16:creationId xmlns:a16="http://schemas.microsoft.com/office/drawing/2014/main" id="{98A4D675-E7C5-C94A-F613-39AE772372B3}"/>
              </a:ext>
            </a:extLst>
          </p:cNvPr>
          <p:cNvSpPr>
            <a:spLocks noGrp="1"/>
          </p:cNvSpPr>
          <p:nvPr>
            <p:ph type="body" sz="quarter" idx="68" hasCustomPrompt="1"/>
          </p:nvPr>
        </p:nvSpPr>
        <p:spPr>
          <a:xfrm>
            <a:off x="8057744"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9" name="Picture Placeholder 4D" descr="This photo is a 'placeholder' only. Drag or drop your photo here, or click and tap the center to insert a photo.">
            <a:extLst>
              <a:ext uri="{FF2B5EF4-FFF2-40B4-BE49-F238E27FC236}">
                <a16:creationId xmlns:a16="http://schemas.microsoft.com/office/drawing/2014/main" id="{BB3E99EB-92F7-AFDA-6F2F-8D5C275EECBF}"/>
              </a:ext>
            </a:extLst>
          </p:cNvPr>
          <p:cNvSpPr>
            <a:spLocks noGrp="1" noChangeAspect="1"/>
          </p:cNvSpPr>
          <p:nvPr>
            <p:ph type="pic" sz="quarter" idx="37"/>
          </p:nvPr>
        </p:nvSpPr>
        <p:spPr bwMode="ltGray">
          <a:xfrm>
            <a:off x="9485490"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7" name="Text Placeholder 58">
            <a:extLst>
              <a:ext uri="{FF2B5EF4-FFF2-40B4-BE49-F238E27FC236}">
                <a16:creationId xmlns:a16="http://schemas.microsoft.com/office/drawing/2014/main" id="{794D0FFB-0845-0A62-2ABA-9D32A8F6A11F}"/>
              </a:ext>
            </a:extLst>
          </p:cNvPr>
          <p:cNvSpPr>
            <a:spLocks noGrp="1"/>
          </p:cNvSpPr>
          <p:nvPr>
            <p:ph type="body" sz="quarter" idx="75" hasCustomPrompt="1"/>
          </p:nvPr>
        </p:nvSpPr>
        <p:spPr>
          <a:xfrm>
            <a:off x="10478312"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8" name="Text Placeholder 58">
            <a:extLst>
              <a:ext uri="{FF2B5EF4-FFF2-40B4-BE49-F238E27FC236}">
                <a16:creationId xmlns:a16="http://schemas.microsoft.com/office/drawing/2014/main" id="{EA2979B5-9049-F13E-01F6-96D99CFF4F5E}"/>
              </a:ext>
            </a:extLst>
          </p:cNvPr>
          <p:cNvSpPr>
            <a:spLocks noGrp="1"/>
          </p:cNvSpPr>
          <p:nvPr>
            <p:ph type="body" sz="quarter" idx="76" hasCustomPrompt="1"/>
          </p:nvPr>
        </p:nvSpPr>
        <p:spPr>
          <a:xfrm>
            <a:off x="10478312"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Tree>
    <p:extLst>
      <p:ext uri="{BB962C8B-B14F-4D97-AF65-F5344CB8AC3E}">
        <p14:creationId xmlns:p14="http://schemas.microsoft.com/office/powerpoint/2010/main" val="134397623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Summary page_Big headline">
    <p:bg>
      <p:bgPr>
        <a:solidFill>
          <a:schemeClr val="bg2"/>
        </a:solidFill>
        <a:effectLst/>
      </p:bgPr>
    </p:bg>
    <p:spTree>
      <p:nvGrpSpPr>
        <p:cNvPr id="1" name=""/>
        <p:cNvGrpSpPr/>
        <p:nvPr/>
      </p:nvGrpSpPr>
      <p:grpSpPr>
        <a:xfrm>
          <a:off x="0" y="0"/>
          <a:ext cx="0" cy="0"/>
          <a:chOff x="0" y="0"/>
          <a:chExt cx="0" cy="0"/>
        </a:xfrm>
      </p:grpSpPr>
      <p:sp>
        <p:nvSpPr>
          <p:cNvPr id="11" name="Title 4">
            <a:extLst>
              <a:ext uri="{FF2B5EF4-FFF2-40B4-BE49-F238E27FC236}">
                <a16:creationId xmlns:a16="http://schemas.microsoft.com/office/drawing/2014/main" id="{9654F913-8C73-8154-339B-5F55F59D6479}"/>
              </a:ext>
            </a:extLst>
          </p:cNvPr>
          <p:cNvSpPr>
            <a:spLocks noGrp="1"/>
          </p:cNvSpPr>
          <p:nvPr>
            <p:ph type="title" hasCustomPrompt="1"/>
          </p:nvPr>
        </p:nvSpPr>
        <p:spPr>
          <a:xfrm>
            <a:off x="525081" y="2448062"/>
            <a:ext cx="10430257" cy="1015663"/>
          </a:xfrm>
        </p:spPr>
        <p:txBody>
          <a:bodyPr anchor="b" anchorCtr="0"/>
          <a:lstStyle>
            <a:lvl1pPr>
              <a:defRPr sz="6600" spc="-100" baseline="0">
                <a:solidFill>
                  <a:schemeClr val="tx1"/>
                </a:solidFill>
                <a:latin typeface="+mn-lt"/>
              </a:defRPr>
            </a:lvl1pPr>
          </a:lstStyle>
          <a:p>
            <a:r>
              <a:rPr lang="en-US"/>
              <a:t>Big headline</a:t>
            </a:r>
          </a:p>
        </p:txBody>
      </p:sp>
      <p:sp>
        <p:nvSpPr>
          <p:cNvPr id="12" name="Text Placeholder 3">
            <a:extLst>
              <a:ext uri="{FF2B5EF4-FFF2-40B4-BE49-F238E27FC236}">
                <a16:creationId xmlns:a16="http://schemas.microsoft.com/office/drawing/2014/main" id="{1AD7AFE0-BCF1-36FF-7EA7-BCB9808983BD}"/>
              </a:ext>
            </a:extLst>
          </p:cNvPr>
          <p:cNvSpPr>
            <a:spLocks noGrp="1"/>
          </p:cNvSpPr>
          <p:nvPr>
            <p:ph type="body" sz="quarter" idx="15"/>
          </p:nvPr>
        </p:nvSpPr>
        <p:spPr>
          <a:xfrm>
            <a:off x="58638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1290F352-B453-F362-EDD0-00B6F4E63D12}"/>
              </a:ext>
            </a:extLst>
          </p:cNvPr>
          <p:cNvSpPr>
            <a:spLocks noGrp="1"/>
          </p:cNvSpPr>
          <p:nvPr>
            <p:ph type="body" sz="quarter" idx="16"/>
          </p:nvPr>
        </p:nvSpPr>
        <p:spPr>
          <a:xfrm>
            <a:off x="624640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7886887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pos="7680">
          <p15:clr>
            <a:srgbClr val="954F72"/>
          </p15:clr>
        </p15:guide>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Quote_Dark Purple">
    <p:bg>
      <p:bgPr>
        <a:solidFill>
          <a:srgbClr val="225B6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50DF2A-4008-7ADC-F1B1-AEF3EC3F4AE5}"/>
              </a:ext>
            </a:extLst>
          </p:cNvPr>
          <p:cNvPicPr>
            <a:picLocks noChangeAspect="1"/>
          </p:cNvPicPr>
          <p:nvPr userDrawn="1"/>
        </p:nvPicPr>
        <p:blipFill>
          <a:blip r:embed="rId2">
            <a:biLevel thresh="25000"/>
            <a:alphaModFix amt="13000"/>
          </a:blip>
          <a:stretch>
            <a:fillRect/>
          </a:stretch>
        </p:blipFill>
        <p:spPr>
          <a:xfrm>
            <a:off x="720939" y="-1430212"/>
            <a:ext cx="6490706" cy="4743210"/>
          </a:xfrm>
          <a:prstGeom prst="rect">
            <a:avLst/>
          </a:prstGeom>
        </p:spPr>
      </p:pic>
      <p:pic>
        <p:nvPicPr>
          <p:cNvPr id="7" name="Picture 6">
            <a:extLst>
              <a:ext uri="{FF2B5EF4-FFF2-40B4-BE49-F238E27FC236}">
                <a16:creationId xmlns:a16="http://schemas.microsoft.com/office/drawing/2014/main" id="{C8068E63-4A09-0712-0A67-27152034AB07}"/>
              </a:ext>
            </a:extLst>
          </p:cNvPr>
          <p:cNvPicPr>
            <a:picLocks noChangeAspect="1"/>
          </p:cNvPicPr>
          <p:nvPr userDrawn="1"/>
        </p:nvPicPr>
        <p:blipFill>
          <a:blip r:embed="rId2">
            <a:biLevel thresh="25000"/>
            <a:alphaModFix amt="13000"/>
          </a:blip>
          <a:stretch>
            <a:fillRect/>
          </a:stretch>
        </p:blipFill>
        <p:spPr>
          <a:xfrm rot="10800000">
            <a:off x="8186352" y="3860767"/>
            <a:ext cx="4624669" cy="3379567"/>
          </a:xfrm>
          <a:prstGeom prst="rect">
            <a:avLst/>
          </a:prstGeom>
        </p:spPr>
      </p:pic>
      <p:sp>
        <p:nvSpPr>
          <p:cNvPr id="15" name="Text Placeholder 2">
            <a:extLst>
              <a:ext uri="{FF2B5EF4-FFF2-40B4-BE49-F238E27FC236}">
                <a16:creationId xmlns:a16="http://schemas.microsoft.com/office/drawing/2014/main" id="{E7E5487E-046B-12F4-5F50-B9A9DED92006}"/>
              </a:ext>
            </a:extLst>
          </p:cNvPr>
          <p:cNvSpPr>
            <a:spLocks noGrp="1"/>
          </p:cNvSpPr>
          <p:nvPr>
            <p:ph type="body" sz="quarter" idx="15"/>
          </p:nvPr>
        </p:nvSpPr>
        <p:spPr>
          <a:xfrm>
            <a:off x="1534883" y="2624554"/>
            <a:ext cx="9144000" cy="615553"/>
          </a:xfrm>
          <a:prstGeom prst="rect">
            <a:avLst/>
          </a:prstGeom>
        </p:spPr>
        <p:txBody>
          <a:bodyPr anchor="ctr"/>
          <a:lstStyle>
            <a:lvl1pPr marL="0" indent="0" algn="ctr">
              <a:spcBef>
                <a:spcPts val="0"/>
              </a:spcBef>
              <a:buNone/>
              <a:defRPr sz="4000" b="0" i="0" spc="-50" baseline="0">
                <a:solidFill>
                  <a:schemeClr val="tx1"/>
                </a:solidFill>
                <a:latin typeface="+mn-lt"/>
                <a:cs typeface="Segoe UI" panose="020B0502040204020203" pitchFamily="34" charset="0"/>
              </a:defRPr>
            </a:lvl1pPr>
            <a:lvl2pPr>
              <a:defRPr sz="4200">
                <a:solidFill>
                  <a:srgbClr val="F4F4F7"/>
                </a:solidFill>
              </a:defRPr>
            </a:lvl2pPr>
            <a:lvl3pPr>
              <a:defRPr sz="4200">
                <a:solidFill>
                  <a:srgbClr val="F4F4F7"/>
                </a:solidFill>
              </a:defRPr>
            </a:lvl3pPr>
            <a:lvl4pPr>
              <a:defRPr sz="4200">
                <a:solidFill>
                  <a:srgbClr val="F4F4F7"/>
                </a:solidFill>
              </a:defRPr>
            </a:lvl4pPr>
            <a:lvl5pPr>
              <a:defRPr sz="4200">
                <a:solidFill>
                  <a:srgbClr val="F4F4F7"/>
                </a:solidFill>
              </a:defRPr>
            </a:lvl5pPr>
          </a:lstStyle>
          <a:p>
            <a:pPr lvl="0"/>
            <a:r>
              <a:rPr lang="en-US"/>
              <a:t>Click to edit Master text styles</a:t>
            </a:r>
          </a:p>
        </p:txBody>
      </p:sp>
      <p:sp>
        <p:nvSpPr>
          <p:cNvPr id="5" name="Text Placeholder 14">
            <a:extLst>
              <a:ext uri="{FF2B5EF4-FFF2-40B4-BE49-F238E27FC236}">
                <a16:creationId xmlns:a16="http://schemas.microsoft.com/office/drawing/2014/main" id="{6A38A572-BE21-AD6C-05B0-796EB24BADA2}"/>
              </a:ext>
            </a:extLst>
          </p:cNvPr>
          <p:cNvSpPr>
            <a:spLocks noGrp="1"/>
          </p:cNvSpPr>
          <p:nvPr>
            <p:ph type="body" sz="quarter" idx="14"/>
          </p:nvPr>
        </p:nvSpPr>
        <p:spPr>
          <a:xfrm>
            <a:off x="1534883" y="4711980"/>
            <a:ext cx="9144000" cy="246221"/>
          </a:xfrm>
          <a:prstGeom prst="rect">
            <a:avLst/>
          </a:prstGeom>
        </p:spPr>
        <p:txBody>
          <a:bodyPr/>
          <a:lstStyle>
            <a:lvl1pPr marL="0" indent="0" algn="ctr">
              <a:buNone/>
              <a:defRPr sz="1600" b="0" i="0">
                <a:solidFill>
                  <a:schemeClr val="tx1"/>
                </a:solidFill>
                <a:latin typeface="+mj-lt"/>
                <a:cs typeface="Segoe UI Semibold" panose="020B0502040204020203" pitchFamily="34" charset="0"/>
              </a:defRPr>
            </a:lvl1pPr>
          </a:lstStyle>
          <a:p>
            <a:pPr lvl="0"/>
            <a:endParaRPr lang="en-US"/>
          </a:p>
        </p:txBody>
      </p:sp>
      <p:sp>
        <p:nvSpPr>
          <p:cNvPr id="8" name="Text Placeholder 14">
            <a:extLst>
              <a:ext uri="{FF2B5EF4-FFF2-40B4-BE49-F238E27FC236}">
                <a16:creationId xmlns:a16="http://schemas.microsoft.com/office/drawing/2014/main" id="{F35B74AA-BE69-DAC7-7B0A-BE5264EC2C3C}"/>
              </a:ext>
            </a:extLst>
          </p:cNvPr>
          <p:cNvSpPr>
            <a:spLocks noGrp="1"/>
          </p:cNvSpPr>
          <p:nvPr>
            <p:ph type="body" sz="quarter" idx="13"/>
          </p:nvPr>
        </p:nvSpPr>
        <p:spPr>
          <a:xfrm>
            <a:off x="1534883" y="5012194"/>
            <a:ext cx="9144000" cy="184666"/>
          </a:xfrm>
          <a:prstGeom prst="rect">
            <a:avLst/>
          </a:prstGeom>
        </p:spPr>
        <p:txBody>
          <a:bodyPr/>
          <a:lstStyle>
            <a:lvl1pPr marL="0" indent="0" algn="ctr">
              <a:buNone/>
              <a:defRPr sz="1200">
                <a:solidFill>
                  <a:schemeClr val="tx1"/>
                </a:solidFill>
              </a:defRPr>
            </a:lvl1pPr>
          </a:lstStyle>
          <a:p>
            <a:pPr lvl="0"/>
            <a:endParaRPr lang="en-US"/>
          </a:p>
        </p:txBody>
      </p:sp>
    </p:spTree>
    <p:extLst>
      <p:ext uri="{BB962C8B-B14F-4D97-AF65-F5344CB8AC3E}">
        <p14:creationId xmlns:p14="http://schemas.microsoft.com/office/powerpoint/2010/main" val="228612433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pos="368">
          <p15:clr>
            <a:srgbClr val="954F72"/>
          </p15:clr>
        </p15:guide>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Quote_Dark Teal">
    <p:bg>
      <p:bgPr>
        <a:solidFill>
          <a:srgbClr val="463668"/>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50DF2A-4008-7ADC-F1B1-AEF3EC3F4AE5}"/>
              </a:ext>
            </a:extLst>
          </p:cNvPr>
          <p:cNvPicPr>
            <a:picLocks noChangeAspect="1"/>
          </p:cNvPicPr>
          <p:nvPr userDrawn="1"/>
        </p:nvPicPr>
        <p:blipFill>
          <a:blip r:embed="rId2">
            <a:biLevel thresh="25000"/>
            <a:alphaModFix amt="13000"/>
          </a:blip>
          <a:stretch>
            <a:fillRect/>
          </a:stretch>
        </p:blipFill>
        <p:spPr>
          <a:xfrm>
            <a:off x="720939" y="-1430212"/>
            <a:ext cx="6490706" cy="4743210"/>
          </a:xfrm>
          <a:prstGeom prst="rect">
            <a:avLst/>
          </a:prstGeom>
        </p:spPr>
      </p:pic>
      <p:pic>
        <p:nvPicPr>
          <p:cNvPr id="7" name="Picture 6">
            <a:extLst>
              <a:ext uri="{FF2B5EF4-FFF2-40B4-BE49-F238E27FC236}">
                <a16:creationId xmlns:a16="http://schemas.microsoft.com/office/drawing/2014/main" id="{C8068E63-4A09-0712-0A67-27152034AB07}"/>
              </a:ext>
            </a:extLst>
          </p:cNvPr>
          <p:cNvPicPr>
            <a:picLocks noChangeAspect="1"/>
          </p:cNvPicPr>
          <p:nvPr userDrawn="1"/>
        </p:nvPicPr>
        <p:blipFill>
          <a:blip r:embed="rId2">
            <a:biLevel thresh="25000"/>
            <a:alphaModFix amt="13000"/>
          </a:blip>
          <a:stretch>
            <a:fillRect/>
          </a:stretch>
        </p:blipFill>
        <p:spPr>
          <a:xfrm rot="10800000">
            <a:off x="8186352" y="3860767"/>
            <a:ext cx="4624669" cy="3379567"/>
          </a:xfrm>
          <a:prstGeom prst="rect">
            <a:avLst/>
          </a:prstGeom>
        </p:spPr>
      </p:pic>
      <p:sp>
        <p:nvSpPr>
          <p:cNvPr id="15" name="Text Placeholder 2">
            <a:extLst>
              <a:ext uri="{FF2B5EF4-FFF2-40B4-BE49-F238E27FC236}">
                <a16:creationId xmlns:a16="http://schemas.microsoft.com/office/drawing/2014/main" id="{E7E5487E-046B-12F4-5F50-B9A9DED92006}"/>
              </a:ext>
            </a:extLst>
          </p:cNvPr>
          <p:cNvSpPr>
            <a:spLocks noGrp="1"/>
          </p:cNvSpPr>
          <p:nvPr>
            <p:ph type="body" sz="quarter" idx="15"/>
          </p:nvPr>
        </p:nvSpPr>
        <p:spPr>
          <a:xfrm>
            <a:off x="1534883" y="2624554"/>
            <a:ext cx="9144000" cy="615553"/>
          </a:xfrm>
          <a:prstGeom prst="rect">
            <a:avLst/>
          </a:prstGeom>
        </p:spPr>
        <p:txBody>
          <a:bodyPr anchor="ctr"/>
          <a:lstStyle>
            <a:lvl1pPr marL="0" indent="0" algn="ctr">
              <a:spcBef>
                <a:spcPts val="0"/>
              </a:spcBef>
              <a:buNone/>
              <a:defRPr sz="4000" b="0" i="0" spc="-50" baseline="0">
                <a:solidFill>
                  <a:schemeClr val="tx1"/>
                </a:solidFill>
                <a:latin typeface="+mn-lt"/>
                <a:cs typeface="Segoe UI" panose="020B0502040204020203" pitchFamily="34" charset="0"/>
              </a:defRPr>
            </a:lvl1pPr>
            <a:lvl2pPr>
              <a:defRPr sz="4200">
                <a:solidFill>
                  <a:srgbClr val="F4F4F7"/>
                </a:solidFill>
              </a:defRPr>
            </a:lvl2pPr>
            <a:lvl3pPr>
              <a:defRPr sz="4200">
                <a:solidFill>
                  <a:srgbClr val="F4F4F7"/>
                </a:solidFill>
              </a:defRPr>
            </a:lvl3pPr>
            <a:lvl4pPr>
              <a:defRPr sz="4200">
                <a:solidFill>
                  <a:srgbClr val="F4F4F7"/>
                </a:solidFill>
              </a:defRPr>
            </a:lvl4pPr>
            <a:lvl5pPr>
              <a:defRPr sz="4200">
                <a:solidFill>
                  <a:srgbClr val="F4F4F7"/>
                </a:solidFill>
              </a:defRPr>
            </a:lvl5pPr>
          </a:lstStyle>
          <a:p>
            <a:pPr lvl="0"/>
            <a:r>
              <a:rPr lang="en-US"/>
              <a:t>Click to edit Master text styles</a:t>
            </a:r>
          </a:p>
        </p:txBody>
      </p:sp>
      <p:sp>
        <p:nvSpPr>
          <p:cNvPr id="5" name="Text Placeholder 14">
            <a:extLst>
              <a:ext uri="{FF2B5EF4-FFF2-40B4-BE49-F238E27FC236}">
                <a16:creationId xmlns:a16="http://schemas.microsoft.com/office/drawing/2014/main" id="{6A38A572-BE21-AD6C-05B0-796EB24BADA2}"/>
              </a:ext>
            </a:extLst>
          </p:cNvPr>
          <p:cNvSpPr>
            <a:spLocks noGrp="1"/>
          </p:cNvSpPr>
          <p:nvPr>
            <p:ph type="body" sz="quarter" idx="14"/>
          </p:nvPr>
        </p:nvSpPr>
        <p:spPr>
          <a:xfrm>
            <a:off x="1534883" y="4711980"/>
            <a:ext cx="9144000" cy="246221"/>
          </a:xfrm>
          <a:prstGeom prst="rect">
            <a:avLst/>
          </a:prstGeom>
        </p:spPr>
        <p:txBody>
          <a:bodyPr/>
          <a:lstStyle>
            <a:lvl1pPr marL="0" indent="0" algn="ctr">
              <a:buNone/>
              <a:defRPr sz="1600" b="0" i="0">
                <a:solidFill>
                  <a:schemeClr val="tx1"/>
                </a:solidFill>
                <a:latin typeface="+mj-lt"/>
                <a:cs typeface="Segoe UI Semibold" panose="020B0502040204020203" pitchFamily="34" charset="0"/>
              </a:defRPr>
            </a:lvl1pPr>
          </a:lstStyle>
          <a:p>
            <a:pPr lvl="0"/>
            <a:endParaRPr lang="en-US"/>
          </a:p>
        </p:txBody>
      </p:sp>
      <p:sp>
        <p:nvSpPr>
          <p:cNvPr id="8" name="Text Placeholder 14">
            <a:extLst>
              <a:ext uri="{FF2B5EF4-FFF2-40B4-BE49-F238E27FC236}">
                <a16:creationId xmlns:a16="http://schemas.microsoft.com/office/drawing/2014/main" id="{F35B74AA-BE69-DAC7-7B0A-BE5264EC2C3C}"/>
              </a:ext>
            </a:extLst>
          </p:cNvPr>
          <p:cNvSpPr>
            <a:spLocks noGrp="1"/>
          </p:cNvSpPr>
          <p:nvPr>
            <p:ph type="body" sz="quarter" idx="13"/>
          </p:nvPr>
        </p:nvSpPr>
        <p:spPr>
          <a:xfrm>
            <a:off x="1534883" y="5012194"/>
            <a:ext cx="9144000" cy="184666"/>
          </a:xfrm>
          <a:prstGeom prst="rect">
            <a:avLst/>
          </a:prstGeom>
        </p:spPr>
        <p:txBody>
          <a:bodyPr/>
          <a:lstStyle>
            <a:lvl1pPr marL="0" indent="0" algn="ctr">
              <a:buNone/>
              <a:defRPr sz="1200">
                <a:solidFill>
                  <a:schemeClr val="tx1"/>
                </a:solidFill>
              </a:defRPr>
            </a:lvl1pPr>
          </a:lstStyle>
          <a:p>
            <a:pPr lvl="0"/>
            <a:endParaRPr lang="en-US"/>
          </a:p>
        </p:txBody>
      </p:sp>
    </p:spTree>
    <p:extLst>
      <p:ext uri="{BB962C8B-B14F-4D97-AF65-F5344CB8AC3E}">
        <p14:creationId xmlns:p14="http://schemas.microsoft.com/office/powerpoint/2010/main" val="253518701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pos="368">
          <p15:clr>
            <a:srgbClr val="954F72"/>
          </p15:clr>
        </p15:guide>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9777237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column_Text_with Subhead">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Text Placeholder 11">
            <a:extLst>
              <a:ext uri="{FF2B5EF4-FFF2-40B4-BE49-F238E27FC236}">
                <a16:creationId xmlns:a16="http://schemas.microsoft.com/office/drawing/2014/main" id="{0FD7F3A0-AE9E-F4D1-2FA8-3A1E9EA0E8B0}"/>
              </a:ext>
            </a:extLst>
          </p:cNvPr>
          <p:cNvSpPr>
            <a:spLocks noGrp="1"/>
          </p:cNvSpPr>
          <p:nvPr>
            <p:ph type="body" sz="quarter" idx="17"/>
          </p:nvPr>
        </p:nvSpPr>
        <p:spPr>
          <a:xfrm>
            <a:off x="584199" y="1594155"/>
            <a:ext cx="81964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5" name="Text Placeholder 3">
            <a:extLst>
              <a:ext uri="{FF2B5EF4-FFF2-40B4-BE49-F238E27FC236}">
                <a16:creationId xmlns:a16="http://schemas.microsoft.com/office/drawing/2014/main" id="{9B285081-0F92-6C1C-3512-5B288A411FF8}"/>
              </a:ext>
            </a:extLst>
          </p:cNvPr>
          <p:cNvSpPr>
            <a:spLocks noGrp="1"/>
          </p:cNvSpPr>
          <p:nvPr>
            <p:ph type="body" sz="quarter" idx="15"/>
          </p:nvPr>
        </p:nvSpPr>
        <p:spPr>
          <a:xfrm>
            <a:off x="586390" y="2085764"/>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479894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2-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8E180A9F-A1A7-5DB6-E89E-76F228103C73}"/>
              </a:ext>
            </a:extLst>
          </p:cNvPr>
          <p:cNvSpPr>
            <a:spLocks noGrp="1"/>
          </p:cNvSpPr>
          <p:nvPr>
            <p:ph type="body" sz="quarter" idx="15" hasCustomPrompt="1"/>
          </p:nvPr>
        </p:nvSpPr>
        <p:spPr>
          <a:xfrm>
            <a:off x="586390" y="1591056"/>
            <a:ext cx="5365148"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736ED656-29AE-AA0B-2536-E6F40F331249}"/>
              </a:ext>
            </a:extLst>
          </p:cNvPr>
          <p:cNvSpPr>
            <a:spLocks noGrp="1"/>
          </p:cNvSpPr>
          <p:nvPr>
            <p:ph type="body" sz="quarter" idx="18" hasCustomPrompt="1"/>
          </p:nvPr>
        </p:nvSpPr>
        <p:spPr>
          <a:xfrm>
            <a:off x="6242050" y="1591310"/>
            <a:ext cx="5365148"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1946398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08">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2" name="Text Placeholder 11">
            <a:extLst>
              <a:ext uri="{FF2B5EF4-FFF2-40B4-BE49-F238E27FC236}">
                <a16:creationId xmlns:a16="http://schemas.microsoft.com/office/drawing/2014/main" id="{A151F6C3-4C86-9BE0-3EF1-2A7F45C255BA}"/>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5" name="Text Placeholder 11">
            <a:extLst>
              <a:ext uri="{FF2B5EF4-FFF2-40B4-BE49-F238E27FC236}">
                <a16:creationId xmlns:a16="http://schemas.microsoft.com/office/drawing/2014/main" id="{115C830D-6AE0-FCBB-3BB9-EFF53999C9A1}"/>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CCAD7EC1-C7F9-87F1-55C3-BD621FEC89CF}"/>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3">
            <a:extLst>
              <a:ext uri="{FF2B5EF4-FFF2-40B4-BE49-F238E27FC236}">
                <a16:creationId xmlns:a16="http://schemas.microsoft.com/office/drawing/2014/main" id="{941FF17A-50FC-D446-28DE-E297FDBEBBCC}"/>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7983647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3-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4" name="Text Placeholder 3">
            <a:extLst>
              <a:ext uri="{FF2B5EF4-FFF2-40B4-BE49-F238E27FC236}">
                <a16:creationId xmlns:a16="http://schemas.microsoft.com/office/drawing/2014/main" id="{908EA551-F10A-E84D-1885-84662B8E64D6}"/>
              </a:ext>
            </a:extLst>
          </p:cNvPr>
          <p:cNvSpPr>
            <a:spLocks noGrp="1"/>
          </p:cNvSpPr>
          <p:nvPr>
            <p:ph type="body" sz="quarter" idx="15"/>
          </p:nvPr>
        </p:nvSpPr>
        <p:spPr>
          <a:xfrm>
            <a:off x="586390" y="1591056"/>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6" name="Text Placeholder 3">
            <a:extLst>
              <a:ext uri="{FF2B5EF4-FFF2-40B4-BE49-F238E27FC236}">
                <a16:creationId xmlns:a16="http://schemas.microsoft.com/office/drawing/2014/main" id="{A9AE509D-953D-DAFE-1CFA-CA884266E52F}"/>
              </a:ext>
            </a:extLst>
          </p:cNvPr>
          <p:cNvSpPr>
            <a:spLocks noGrp="1"/>
          </p:cNvSpPr>
          <p:nvPr>
            <p:ph type="body" sz="quarter" idx="23"/>
          </p:nvPr>
        </p:nvSpPr>
        <p:spPr>
          <a:xfrm>
            <a:off x="4359737" y="1591056"/>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8" name="Text Placeholder 3">
            <a:extLst>
              <a:ext uri="{FF2B5EF4-FFF2-40B4-BE49-F238E27FC236}">
                <a16:creationId xmlns:a16="http://schemas.microsoft.com/office/drawing/2014/main" id="{A859BF26-94A7-DE29-683E-3FF26324EB33}"/>
              </a:ext>
            </a:extLst>
          </p:cNvPr>
          <p:cNvSpPr>
            <a:spLocks noGrp="1"/>
          </p:cNvSpPr>
          <p:nvPr>
            <p:ph type="body" sz="quarter" idx="25"/>
          </p:nvPr>
        </p:nvSpPr>
        <p:spPr>
          <a:xfrm>
            <a:off x="8133084" y="1591056"/>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642568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3" name="Text Placeholder 11">
            <a:extLst>
              <a:ext uri="{FF2B5EF4-FFF2-40B4-BE49-F238E27FC236}">
                <a16:creationId xmlns:a16="http://schemas.microsoft.com/office/drawing/2014/main" id="{F5FC17DB-F369-FD60-F937-6D86368B55F8}"/>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908EA551-F10A-E84D-1885-84662B8E64D6}"/>
              </a:ext>
            </a:extLst>
          </p:cNvPr>
          <p:cNvSpPr>
            <a:spLocks noGrp="1"/>
          </p:cNvSpPr>
          <p:nvPr>
            <p:ph type="body" sz="quarter" idx="15"/>
          </p:nvPr>
        </p:nvSpPr>
        <p:spPr>
          <a:xfrm>
            <a:off x="586390" y="2297575"/>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6C805E6F-C958-680B-B451-D60BC887347E}"/>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A9AE509D-953D-DAFE-1CFA-CA884266E52F}"/>
              </a:ext>
            </a:extLst>
          </p:cNvPr>
          <p:cNvSpPr>
            <a:spLocks noGrp="1"/>
          </p:cNvSpPr>
          <p:nvPr>
            <p:ph type="body" sz="quarter" idx="23"/>
          </p:nvPr>
        </p:nvSpPr>
        <p:spPr>
          <a:xfrm>
            <a:off x="4359737" y="2297575"/>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3E1923A9-6862-5E39-000A-ADF4749943CF}"/>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A859BF26-94A7-DE29-683E-3FF26324EB33}"/>
              </a:ext>
            </a:extLst>
          </p:cNvPr>
          <p:cNvSpPr>
            <a:spLocks noGrp="1"/>
          </p:cNvSpPr>
          <p:nvPr>
            <p:ph type="body" sz="quarter" idx="25"/>
          </p:nvPr>
        </p:nvSpPr>
        <p:spPr>
          <a:xfrm>
            <a:off x="8133084" y="2297575"/>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9881894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column_Text_with Image">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11">
            <a:extLst>
              <a:ext uri="{FF2B5EF4-FFF2-40B4-BE49-F238E27FC236}">
                <a16:creationId xmlns:a16="http://schemas.microsoft.com/office/drawing/2014/main" id="{4CE33728-F33A-8A85-4F59-E95CD991BB12}"/>
              </a:ext>
            </a:extLst>
          </p:cNvPr>
          <p:cNvSpPr>
            <a:spLocks noGrp="1"/>
          </p:cNvSpPr>
          <p:nvPr>
            <p:ph type="body" sz="quarter" idx="17"/>
          </p:nvPr>
        </p:nvSpPr>
        <p:spPr>
          <a:xfrm>
            <a:off x="584200" y="1594155"/>
            <a:ext cx="5269866"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7" name="Text Placeholder 3">
            <a:extLst>
              <a:ext uri="{FF2B5EF4-FFF2-40B4-BE49-F238E27FC236}">
                <a16:creationId xmlns:a16="http://schemas.microsoft.com/office/drawing/2014/main" id="{D977E074-7BF3-AFBF-816A-6083687A21BC}"/>
              </a:ext>
            </a:extLst>
          </p:cNvPr>
          <p:cNvSpPr>
            <a:spLocks noGrp="1"/>
          </p:cNvSpPr>
          <p:nvPr>
            <p:ph type="body" sz="quarter" idx="15"/>
          </p:nvPr>
        </p:nvSpPr>
        <p:spPr>
          <a:xfrm>
            <a:off x="586390" y="2085764"/>
            <a:ext cx="5267655"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38839F2-C52C-C4AA-6F99-D918ABEA1233}"/>
              </a:ext>
            </a:extLst>
          </p:cNvPr>
          <p:cNvSpPr>
            <a:spLocks noGrp="1"/>
          </p:cNvSpPr>
          <p:nvPr>
            <p:ph type="pic" sz="quarter" idx="19" hasCustomPrompt="1"/>
          </p:nvPr>
        </p:nvSpPr>
        <p:spPr bwMode="ltGray">
          <a:xfrm>
            <a:off x="6096000" y="0"/>
            <a:ext cx="6892925" cy="6858000"/>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178633220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08">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2-column_Text_with Image">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2A048E08-9484-4B49-59F4-E69B6910CB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10634B71-425C-AD5B-E93D-36901FD6392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11">
            <a:extLst>
              <a:ext uri="{FF2B5EF4-FFF2-40B4-BE49-F238E27FC236}">
                <a16:creationId xmlns:a16="http://schemas.microsoft.com/office/drawing/2014/main" id="{0480DC35-6D2B-3C04-ADAC-CA31374AD6C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0549035B-2CE7-2B6F-FC18-05B7AAD0608E}"/>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9A138B69-6378-4265-3E29-E8A0FAC055A8}"/>
              </a:ext>
            </a:extLst>
          </p:cNvPr>
          <p:cNvSpPr>
            <a:spLocks noGrp="1"/>
          </p:cNvSpPr>
          <p:nvPr>
            <p:ph type="pic" sz="quarter" idx="19" hasCustomPrompt="1"/>
          </p:nvPr>
        </p:nvSpPr>
        <p:spPr bwMode="ltGray">
          <a:xfrm>
            <a:off x="8074152" y="0"/>
            <a:ext cx="4114800" cy="6858000"/>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240042381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 photos_with Caption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C18FEBA7-9547-B47A-AC0B-1B507B9D0F6A}"/>
              </a:ext>
            </a:extLst>
          </p:cNvPr>
          <p:cNvSpPr>
            <a:spLocks noGrp="1"/>
          </p:cNvSpPr>
          <p:nvPr>
            <p:ph type="pic" sz="quarter" idx="19" hasCustomPrompt="1"/>
          </p:nvPr>
        </p:nvSpPr>
        <p:spPr bwMode="ltGray">
          <a:xfrm>
            <a:off x="584200" y="1591310"/>
            <a:ext cx="5365752"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5" name="Text Placeholder 11">
            <a:extLst>
              <a:ext uri="{FF2B5EF4-FFF2-40B4-BE49-F238E27FC236}">
                <a16:creationId xmlns:a16="http://schemas.microsoft.com/office/drawing/2014/main" id="{D497F6CD-19FA-ACAE-FB83-28330FA3C8FA}"/>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spcAft>
                <a:spcPts val="0"/>
              </a:spcAft>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A695C2F5-3147-3A26-A25D-F87321E20D9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spcAft>
                <a:spcPts val="0"/>
              </a:spcAft>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A44C7803-8AA6-2FFC-B7E1-B37E6FDB6D88}"/>
              </a:ext>
            </a:extLst>
          </p:cNvPr>
          <p:cNvSpPr>
            <a:spLocks noGrp="1"/>
          </p:cNvSpPr>
          <p:nvPr>
            <p:ph type="pic" sz="quarter" idx="20" hasCustomPrompt="1"/>
          </p:nvPr>
        </p:nvSpPr>
        <p:spPr bwMode="ltGray">
          <a:xfrm>
            <a:off x="6242049" y="1591310"/>
            <a:ext cx="5357813"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2" name="Text Placeholder 11">
            <a:extLst>
              <a:ext uri="{FF2B5EF4-FFF2-40B4-BE49-F238E27FC236}">
                <a16:creationId xmlns:a16="http://schemas.microsoft.com/office/drawing/2014/main" id="{6A5A11E0-202D-5EFF-D35F-04E19FA1C6DA}"/>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spcAft>
                <a:spcPts val="0"/>
              </a:spcAft>
              <a:buNone/>
              <a:defRPr sz="1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138DB0D6-B721-F4FA-3F65-792A7C512C87}"/>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spcAft>
                <a:spcPts val="0"/>
              </a:spcAft>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57390511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3 photos_with Caption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D627A95E-0357-5914-7010-1D2F6BA4EA61}"/>
              </a:ext>
            </a:extLst>
          </p:cNvPr>
          <p:cNvSpPr>
            <a:spLocks noGrp="1"/>
          </p:cNvSpPr>
          <p:nvPr>
            <p:ph type="pic" sz="quarter" idx="19" hasCustomPrompt="1"/>
          </p:nvPr>
        </p:nvSpPr>
        <p:spPr bwMode="ltGray">
          <a:xfrm>
            <a:off x="584200" y="1591310"/>
            <a:ext cx="3481388"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7" name="Text Placeholder 11">
            <a:extLst>
              <a:ext uri="{FF2B5EF4-FFF2-40B4-BE49-F238E27FC236}">
                <a16:creationId xmlns:a16="http://schemas.microsoft.com/office/drawing/2014/main" id="{60D57D22-3C15-2296-2295-B8638F48597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E0C755E6-CA31-B10A-A01A-4CC68A1CF00F}"/>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B64328BC-3456-8864-B2DC-59ACD6C43A9F}"/>
              </a:ext>
            </a:extLst>
          </p:cNvPr>
          <p:cNvSpPr>
            <a:spLocks noGrp="1"/>
          </p:cNvSpPr>
          <p:nvPr>
            <p:ph type="pic" sz="quarter" idx="20" hasCustomPrompt="1"/>
          </p:nvPr>
        </p:nvSpPr>
        <p:spPr bwMode="ltGray">
          <a:xfrm>
            <a:off x="4353560" y="1591310"/>
            <a:ext cx="3481388"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5" name="Text Placeholder 11">
            <a:extLst>
              <a:ext uri="{FF2B5EF4-FFF2-40B4-BE49-F238E27FC236}">
                <a16:creationId xmlns:a16="http://schemas.microsoft.com/office/drawing/2014/main" id="{7C6B95DC-E74B-5F90-37A2-A23E19F747E7}"/>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7" name="Text Placeholder 3">
            <a:extLst>
              <a:ext uri="{FF2B5EF4-FFF2-40B4-BE49-F238E27FC236}">
                <a16:creationId xmlns:a16="http://schemas.microsoft.com/office/drawing/2014/main" id="{D57AA38E-9101-D52F-C80E-7EE9B4310E73}"/>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21502E7B-F7B3-F184-CB49-466883FF4339}"/>
              </a:ext>
            </a:extLst>
          </p:cNvPr>
          <p:cNvSpPr>
            <a:spLocks noGrp="1"/>
          </p:cNvSpPr>
          <p:nvPr>
            <p:ph type="pic" sz="quarter" idx="21" hasCustomPrompt="1"/>
          </p:nvPr>
        </p:nvSpPr>
        <p:spPr bwMode="ltGray">
          <a:xfrm>
            <a:off x="8128000" y="1591309"/>
            <a:ext cx="3486092" cy="2684159"/>
          </a:xfrm>
          <a:prstGeom prst="rect">
            <a:avLst/>
          </a:prstGeom>
          <a:solidFill>
            <a:srgbClr val="D9D9D6"/>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6" name="Text Placeholder 11">
            <a:extLst>
              <a:ext uri="{FF2B5EF4-FFF2-40B4-BE49-F238E27FC236}">
                <a16:creationId xmlns:a16="http://schemas.microsoft.com/office/drawing/2014/main" id="{53CB91D2-DE94-3F1C-512B-574096C683E1}"/>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D2D1C074-4292-FC4F-0123-4B005665DC46}"/>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76279841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4 photos_with Caption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C9AF824D-A137-44B4-E2CA-E6A4F7D7E2E7}"/>
              </a:ext>
            </a:extLst>
          </p:cNvPr>
          <p:cNvSpPr>
            <a:spLocks noGrp="1"/>
          </p:cNvSpPr>
          <p:nvPr>
            <p:ph type="pic" sz="quarter" idx="19"/>
          </p:nvPr>
        </p:nvSpPr>
        <p:spPr bwMode="ltGray">
          <a:xfrm>
            <a:off x="5842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5" name="Text Placeholder 11">
            <a:extLst>
              <a:ext uri="{FF2B5EF4-FFF2-40B4-BE49-F238E27FC236}">
                <a16:creationId xmlns:a16="http://schemas.microsoft.com/office/drawing/2014/main" id="{97137254-091E-FE51-D704-301D86D6DADB}"/>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C985BDC9-D8AE-C203-7E02-1E71BAF2A6A8}"/>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9072C48-B616-E414-86D7-6789DB4F2DD8}"/>
              </a:ext>
            </a:extLst>
          </p:cNvPr>
          <p:cNvSpPr>
            <a:spLocks noGrp="1"/>
          </p:cNvSpPr>
          <p:nvPr>
            <p:ph type="pic" sz="quarter" idx="29"/>
          </p:nvPr>
        </p:nvSpPr>
        <p:spPr bwMode="ltGray">
          <a:xfrm>
            <a:off x="34290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7" name="Text Placeholder 11">
            <a:extLst>
              <a:ext uri="{FF2B5EF4-FFF2-40B4-BE49-F238E27FC236}">
                <a16:creationId xmlns:a16="http://schemas.microsoft.com/office/drawing/2014/main" id="{107FA330-6530-342C-C20F-CA6643C71710}"/>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998D5136-EE55-6531-677C-D23BB9CCE338}"/>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DBE19309-8E58-3C03-D4B2-B2C22E93661C}"/>
              </a:ext>
            </a:extLst>
          </p:cNvPr>
          <p:cNvSpPr>
            <a:spLocks noGrp="1"/>
          </p:cNvSpPr>
          <p:nvPr>
            <p:ph type="pic" sz="quarter" idx="30"/>
          </p:nvPr>
        </p:nvSpPr>
        <p:spPr bwMode="ltGray">
          <a:xfrm>
            <a:off x="62484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8" name="Text Placeholder 11">
            <a:extLst>
              <a:ext uri="{FF2B5EF4-FFF2-40B4-BE49-F238E27FC236}">
                <a16:creationId xmlns:a16="http://schemas.microsoft.com/office/drawing/2014/main" id="{36583377-B32F-BF0C-0B94-FB474E44B5F9}"/>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25A66176-D93F-5509-F3FE-5C6810544D65}"/>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748FB811-5504-83F6-4CE0-40207C2062E0}"/>
              </a:ext>
            </a:extLst>
          </p:cNvPr>
          <p:cNvSpPr>
            <a:spLocks noGrp="1"/>
          </p:cNvSpPr>
          <p:nvPr>
            <p:ph type="pic" sz="quarter" idx="31"/>
          </p:nvPr>
        </p:nvSpPr>
        <p:spPr bwMode="ltGray">
          <a:xfrm>
            <a:off x="90678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9" name="Text Placeholder 11">
            <a:extLst>
              <a:ext uri="{FF2B5EF4-FFF2-40B4-BE49-F238E27FC236}">
                <a16:creationId xmlns:a16="http://schemas.microsoft.com/office/drawing/2014/main" id="{8BBF0BEC-1EF1-BA9A-4754-6AD84751C66A}"/>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9870FDAC-6F46-BD55-69F2-4B133ADFC6E8}"/>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10101690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F6CCD566-E45F-E226-9116-256A957FAABA}"/>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0"/>
            <a:endParaRPr lang="en-US"/>
          </a:p>
        </p:txBody>
      </p:sp>
      <p:sp>
        <p:nvSpPr>
          <p:cNvPr id="9" name="Text Placeholder 3">
            <a:extLst>
              <a:ext uri="{FF2B5EF4-FFF2-40B4-BE49-F238E27FC236}">
                <a16:creationId xmlns:a16="http://schemas.microsoft.com/office/drawing/2014/main" id="{C50B58E6-91E5-6853-3DEB-352D0E392679}"/>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lvl="0"/>
            <a:endParaRPr lang="en-US"/>
          </a:p>
        </p:txBody>
      </p:sp>
      <p:sp>
        <p:nvSpPr>
          <p:cNvPr id="10" name="Text Placeholder 3">
            <a:extLst>
              <a:ext uri="{FF2B5EF4-FFF2-40B4-BE49-F238E27FC236}">
                <a16:creationId xmlns:a16="http://schemas.microsoft.com/office/drawing/2014/main" id="{99CAD011-DB85-3385-A70F-737C4753C63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0"/>
            <a:endParaRPr lang="en-US"/>
          </a:p>
        </p:txBody>
      </p:sp>
      <p:sp>
        <p:nvSpPr>
          <p:cNvPr id="11" name="Text Placeholder 3">
            <a:extLst>
              <a:ext uri="{FF2B5EF4-FFF2-40B4-BE49-F238E27FC236}">
                <a16:creationId xmlns:a16="http://schemas.microsoft.com/office/drawing/2014/main" id="{A9D99E4D-B4BB-FECE-37BB-2C1BF989CAC9}"/>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lvl="0"/>
            <a:endParaRPr lang="en-US"/>
          </a:p>
        </p:txBody>
      </p:sp>
    </p:spTree>
    <p:extLst>
      <p:ext uri="{BB962C8B-B14F-4D97-AF65-F5344CB8AC3E}">
        <p14:creationId xmlns:p14="http://schemas.microsoft.com/office/powerpoint/2010/main" val="403005841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chemeClr val="bg2"/>
        </a:solidFill>
        <a:effectLst/>
      </p:bgPr>
    </p:bg>
    <p:spTree>
      <p:nvGrpSpPr>
        <p:cNvPr id="1" name=""/>
        <p:cNvGrpSpPr/>
        <p:nvPr/>
      </p:nvGrpSpPr>
      <p:grpSpPr>
        <a:xfrm>
          <a:off x="0" y="0"/>
          <a:ext cx="0" cy="0"/>
          <a:chOff x="0" y="0"/>
          <a:chExt cx="0" cy="0"/>
        </a:xfrm>
      </p:grpSpPr>
      <p:pic>
        <p:nvPicPr>
          <p:cNvPr id="4" name="MS logo white - EMF">
            <a:extLst>
              <a:ext uri="{FF2B5EF4-FFF2-40B4-BE49-F238E27FC236}">
                <a16:creationId xmlns:a16="http://schemas.microsoft.com/office/drawing/2014/main" id="{37E26AFE-DE6D-4BB8-BFA8-71844F8CF0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rgbClr val="FFFFFF"/>
                </a:solidFill>
                <a:cs typeface="Segoe UI" pitchFamily="34" charset="0"/>
              </a:rPr>
              <a:t>© Copyright Microsoft Corporation. All rights reserved. </a:t>
            </a:r>
          </a:p>
        </p:txBody>
      </p:sp>
      <p:sp>
        <p:nvSpPr>
          <p:cNvPr id="2" name="Title 1">
            <a:extLst>
              <a:ext uri="{FF2B5EF4-FFF2-40B4-BE49-F238E27FC236}">
                <a16:creationId xmlns:a16="http://schemas.microsoft.com/office/drawing/2014/main" id="{FB5CDB97-C98E-1E29-E646-7E1E2152341A}"/>
              </a:ext>
            </a:extLst>
          </p:cNvPr>
          <p:cNvSpPr>
            <a:spLocks noGrp="1"/>
          </p:cNvSpPr>
          <p:nvPr>
            <p:ph type="title" hasCustomPrompt="1"/>
          </p:nvPr>
        </p:nvSpPr>
        <p:spPr>
          <a:xfrm>
            <a:off x="588262" y="-326827"/>
            <a:ext cx="4416552" cy="307777"/>
          </a:xfrm>
        </p:spPr>
        <p:txBody>
          <a:bodyPr/>
          <a:lstStyle>
            <a:lvl1pPr>
              <a:defRPr sz="2000" b="0" i="0">
                <a:solidFill>
                  <a:schemeClr val="bg1"/>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428073877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itle Only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313C5-EF55-C442-6833-3427D5CE04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615553"/>
          </a:xfrm>
        </p:spPr>
        <p:txBody>
          <a:bodyPr/>
          <a:lstStyle>
            <a:lvl1pPr>
              <a:defRPr sz="4000"/>
            </a:lvl1pPr>
          </a:lstStyle>
          <a:p>
            <a:r>
              <a:rPr lang="en-US"/>
              <a:t>Click to edit Master title style</a:t>
            </a:r>
          </a:p>
        </p:txBody>
      </p:sp>
    </p:spTree>
    <p:extLst>
      <p:ext uri="{BB962C8B-B14F-4D97-AF65-F5344CB8AC3E}">
        <p14:creationId xmlns:p14="http://schemas.microsoft.com/office/powerpoint/2010/main" val="391638427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Customer story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313C5-EF55-C442-6833-3427D5CE04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2CBD7033-FDE8-E30D-3C11-B29DF86EBF8F}"/>
              </a:ext>
            </a:extLst>
          </p:cNvPr>
          <p:cNvSpPr/>
          <p:nvPr userDrawn="1"/>
        </p:nvSpPr>
        <p:spPr bwMode="auto">
          <a:xfrm>
            <a:off x="613811" y="591803"/>
            <a:ext cx="5129764" cy="5642342"/>
          </a:xfrm>
          <a:prstGeom prst="roundRect">
            <a:avLst>
              <a:gd name="adj" fmla="val 2764"/>
            </a:avLst>
          </a:prstGeom>
          <a:solidFill>
            <a:srgbClr val="2A446F">
              <a:alpha val="19000"/>
            </a:srgb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5" name="Picture Placeholder 56">
            <a:extLst>
              <a:ext uri="{FF2B5EF4-FFF2-40B4-BE49-F238E27FC236}">
                <a16:creationId xmlns:a16="http://schemas.microsoft.com/office/drawing/2014/main" id="{65F80DB9-4EFB-DF2C-AE72-A2724B9C7E15}"/>
              </a:ext>
            </a:extLst>
          </p:cNvPr>
          <p:cNvSpPr>
            <a:spLocks noGrp="1"/>
          </p:cNvSpPr>
          <p:nvPr>
            <p:ph type="pic" sz="quarter" idx="16" hasCustomPrompt="1"/>
          </p:nvPr>
        </p:nvSpPr>
        <p:spPr>
          <a:xfrm>
            <a:off x="884739" y="707283"/>
            <a:ext cx="1007561" cy="1007561"/>
          </a:xfrm>
          <a:prstGeom prst="rect">
            <a:avLst/>
          </a:prstGeom>
        </p:spPr>
        <p:txBody>
          <a:bodyPr anchor="ctr">
            <a:noAutofit/>
          </a:bodyPr>
          <a:lstStyle>
            <a:lvl1pPr marL="0" indent="0" algn="ctr">
              <a:buNone/>
              <a:defRPr sz="1200">
                <a:latin typeface="+mj-lt"/>
              </a:defRPr>
            </a:lvl1pPr>
          </a:lstStyle>
          <a:p>
            <a:r>
              <a:rPr lang="en-US"/>
              <a:t>Customer Logo</a:t>
            </a:r>
          </a:p>
        </p:txBody>
      </p:sp>
      <p:sp>
        <p:nvSpPr>
          <p:cNvPr id="6" name="Rectangle: Rounded Corners 5">
            <a:extLst>
              <a:ext uri="{FF2B5EF4-FFF2-40B4-BE49-F238E27FC236}">
                <a16:creationId xmlns:a16="http://schemas.microsoft.com/office/drawing/2014/main" id="{9B06376A-A79B-7250-80D6-AC99E6269A4C}"/>
              </a:ext>
            </a:extLst>
          </p:cNvPr>
          <p:cNvSpPr/>
          <p:nvPr userDrawn="1"/>
        </p:nvSpPr>
        <p:spPr bwMode="auto">
          <a:xfrm>
            <a:off x="501662" y="477861"/>
            <a:ext cx="11101485" cy="5848489"/>
          </a:xfrm>
          <a:prstGeom prst="roundRect">
            <a:avLst>
              <a:gd name="adj" fmla="val 3187"/>
            </a:avLst>
          </a:prstGeom>
          <a:noFill/>
          <a:ln w="6350">
            <a:solidFill>
              <a:srgbClr val="FFFFFF">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7" name="Text Placeholder 61">
            <a:extLst>
              <a:ext uri="{FF2B5EF4-FFF2-40B4-BE49-F238E27FC236}">
                <a16:creationId xmlns:a16="http://schemas.microsoft.com/office/drawing/2014/main" id="{01FE6276-F3D4-2863-E5D6-27A09F82DF27}"/>
              </a:ext>
            </a:extLst>
          </p:cNvPr>
          <p:cNvSpPr>
            <a:spLocks noGrp="1"/>
          </p:cNvSpPr>
          <p:nvPr>
            <p:ph type="body" sz="quarter" idx="10" hasCustomPrompt="1"/>
          </p:nvPr>
        </p:nvSpPr>
        <p:spPr>
          <a:xfrm>
            <a:off x="6096000" y="673195"/>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chemeClr val="tx1"/>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8" name="Text Placeholder 61">
            <a:extLst>
              <a:ext uri="{FF2B5EF4-FFF2-40B4-BE49-F238E27FC236}">
                <a16:creationId xmlns:a16="http://schemas.microsoft.com/office/drawing/2014/main" id="{D52A181F-B91E-26C1-E233-7DC001F84CD5}"/>
              </a:ext>
            </a:extLst>
          </p:cNvPr>
          <p:cNvSpPr>
            <a:spLocks noGrp="1"/>
          </p:cNvSpPr>
          <p:nvPr>
            <p:ph type="body" sz="quarter" idx="11" hasCustomPrompt="1"/>
          </p:nvPr>
        </p:nvSpPr>
        <p:spPr>
          <a:xfrm>
            <a:off x="6096000" y="2581823"/>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chemeClr val="tx1"/>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9" name="Text Placeholder 61">
            <a:extLst>
              <a:ext uri="{FF2B5EF4-FFF2-40B4-BE49-F238E27FC236}">
                <a16:creationId xmlns:a16="http://schemas.microsoft.com/office/drawing/2014/main" id="{F47811AD-AF43-4243-D454-8C923B16BB27}"/>
              </a:ext>
            </a:extLst>
          </p:cNvPr>
          <p:cNvSpPr>
            <a:spLocks noGrp="1"/>
          </p:cNvSpPr>
          <p:nvPr>
            <p:ph type="body" sz="quarter" idx="12" hasCustomPrompt="1"/>
          </p:nvPr>
        </p:nvSpPr>
        <p:spPr>
          <a:xfrm>
            <a:off x="6096000" y="4490453"/>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chemeClr val="tx1"/>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10" name="Text Placeholder 61">
            <a:extLst>
              <a:ext uri="{FF2B5EF4-FFF2-40B4-BE49-F238E27FC236}">
                <a16:creationId xmlns:a16="http://schemas.microsoft.com/office/drawing/2014/main" id="{14581E70-5202-3BCE-B865-358FF16A96E8}"/>
              </a:ext>
            </a:extLst>
          </p:cNvPr>
          <p:cNvSpPr>
            <a:spLocks noGrp="1"/>
          </p:cNvSpPr>
          <p:nvPr>
            <p:ph type="body" sz="quarter" idx="14" hasCustomPrompt="1"/>
          </p:nvPr>
        </p:nvSpPr>
        <p:spPr>
          <a:xfrm>
            <a:off x="884739" y="1957550"/>
            <a:ext cx="4616175" cy="4013200"/>
          </a:xfrm>
        </p:spPr>
        <p:txBody>
          <a:bodyPr anchor="t">
            <a:noAutofit/>
          </a:bodyPr>
          <a:lstStyle>
            <a:lvl1pPr marL="0" indent="0">
              <a:lnSpc>
                <a:spcPct val="100000"/>
              </a:lnSpc>
              <a:buNone/>
              <a:defRPr kumimoji="0" lang="en-US" sz="2400" b="0" i="0" u="none" strike="noStrike" kern="1200" cap="none" spc="0" normalizeH="0" baseline="0" dirty="0">
                <a:ln>
                  <a:noFill/>
                </a:ln>
                <a:solidFill>
                  <a:schemeClr val="tx1"/>
                </a:solidFill>
                <a:effectLst/>
                <a:uLnTx/>
                <a:uFillTx/>
                <a:latin typeface="Segoe UI Semibold"/>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GB"/>
              <a:t>Add description here</a:t>
            </a:r>
            <a:endParaRPr lang="en-US"/>
          </a:p>
        </p:txBody>
      </p:sp>
      <p:cxnSp>
        <p:nvCxnSpPr>
          <p:cNvPr id="12" name="Straight Connector 11">
            <a:extLst>
              <a:ext uri="{FF2B5EF4-FFF2-40B4-BE49-F238E27FC236}">
                <a16:creationId xmlns:a16="http://schemas.microsoft.com/office/drawing/2014/main" id="{C58F7450-FA61-D837-173E-169EBF29503C}"/>
              </a:ext>
            </a:extLst>
          </p:cNvPr>
          <p:cNvCxnSpPr>
            <a:cxnSpLocks/>
          </p:cNvCxnSpPr>
          <p:nvPr userDrawn="1"/>
        </p:nvCxnSpPr>
        <p:spPr>
          <a:xfrm>
            <a:off x="6096000" y="2450208"/>
            <a:ext cx="5303520" cy="0"/>
          </a:xfrm>
          <a:prstGeom prst="line">
            <a:avLst/>
          </a:prstGeom>
          <a:ln w="6350">
            <a:solidFill>
              <a:schemeClr val="tx1">
                <a:alpha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3450C8C-CE54-01E7-95BF-CDC72C4A6526}"/>
              </a:ext>
            </a:extLst>
          </p:cNvPr>
          <p:cNvCxnSpPr>
            <a:cxnSpLocks/>
          </p:cNvCxnSpPr>
          <p:nvPr userDrawn="1"/>
        </p:nvCxnSpPr>
        <p:spPr>
          <a:xfrm>
            <a:off x="6096000" y="4358836"/>
            <a:ext cx="5303520" cy="0"/>
          </a:xfrm>
          <a:prstGeom prst="line">
            <a:avLst/>
          </a:prstGeom>
          <a:ln w="6350">
            <a:solidFill>
              <a:schemeClr val="tx1">
                <a:alpha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812465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Customer story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313C5-EF55-C442-6833-3427D5CE04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063D00C8-0EE1-C450-DB6A-F28B22C77373}"/>
              </a:ext>
            </a:extLst>
          </p:cNvPr>
          <p:cNvSpPr txBox="1"/>
          <p:nvPr userDrawn="1"/>
        </p:nvSpPr>
        <p:spPr>
          <a:xfrm rot="5400000">
            <a:off x="6266210" y="953440"/>
            <a:ext cx="4641453" cy="6785713"/>
          </a:xfrm>
          <a:prstGeom prst="round1Rect">
            <a:avLst>
              <a:gd name="adj" fmla="val 11156"/>
            </a:avLst>
          </a:prstGeom>
          <a:solidFill>
            <a:srgbClr val="091F2C">
              <a:alpha val="36000"/>
            </a:srgbClr>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defTabSz="932472" fontAlgn="base">
              <a:lnSpc>
                <a:spcPct val="110000"/>
              </a:lnSpc>
              <a:spcBef>
                <a:spcPct val="0"/>
              </a:spcBef>
              <a:spcAft>
                <a:spcPct val="0"/>
              </a:spcAft>
              <a:buClrTx/>
              <a:buSzTx/>
              <a:buFontTx/>
              <a:buNone/>
              <a:tabLst/>
              <a:defRPr kumimoji="0" sz="2000" b="0" i="0" u="none" strike="noStrike" cap="none" spc="0" normalizeH="0" baseline="0">
                <a:ln>
                  <a:noFill/>
                </a:ln>
                <a:solidFill>
                  <a:srgbClr val="FFFFFF"/>
                </a:solidFill>
                <a:effectLst/>
                <a:uLnTx/>
                <a:uFillTx/>
                <a:latin typeface="Calibri" panose="020F0502020204030204"/>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11" name="Rectangle 10">
            <a:extLst>
              <a:ext uri="{FF2B5EF4-FFF2-40B4-BE49-F238E27FC236}">
                <a16:creationId xmlns:a16="http://schemas.microsoft.com/office/drawing/2014/main" id="{7B8FEF45-A3AA-C7F7-39F0-4181A598F407}"/>
              </a:ext>
            </a:extLst>
          </p:cNvPr>
          <p:cNvSpPr/>
          <p:nvPr userDrawn="1"/>
        </p:nvSpPr>
        <p:spPr bwMode="auto">
          <a:xfrm>
            <a:off x="0" y="0"/>
            <a:ext cx="5197033" cy="6858000"/>
          </a:xfrm>
          <a:prstGeom prst="rect">
            <a:avLst/>
          </a:prstGeom>
          <a:solidFill>
            <a:srgbClr val="0A213E">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 name="Picture Placeholder 56">
            <a:extLst>
              <a:ext uri="{FF2B5EF4-FFF2-40B4-BE49-F238E27FC236}">
                <a16:creationId xmlns:a16="http://schemas.microsoft.com/office/drawing/2014/main" id="{23B94B7D-FCB3-E84E-BF67-E55AED2726E7}"/>
              </a:ext>
            </a:extLst>
          </p:cNvPr>
          <p:cNvSpPr>
            <a:spLocks noGrp="1"/>
          </p:cNvSpPr>
          <p:nvPr>
            <p:ph type="pic" sz="quarter" idx="35" hasCustomPrompt="1"/>
          </p:nvPr>
        </p:nvSpPr>
        <p:spPr>
          <a:xfrm>
            <a:off x="5194079" y="0"/>
            <a:ext cx="6997919" cy="2025570"/>
          </a:xfrm>
          <a:prstGeom prst="rect">
            <a:avLst/>
          </a:prstGeom>
        </p:spPr>
        <p:txBody>
          <a:bodyPr anchor="ctr">
            <a:noAutofit/>
          </a:bodyPr>
          <a:lstStyle>
            <a:lvl1pPr marL="0" indent="0" algn="ctr">
              <a:buNone/>
              <a:defRPr sz="1200">
                <a:latin typeface="+mj-lt"/>
              </a:defRPr>
            </a:lvl1pPr>
          </a:lstStyle>
          <a:p>
            <a:r>
              <a:rPr lang="en-US"/>
              <a:t>Customer Image</a:t>
            </a:r>
          </a:p>
        </p:txBody>
      </p:sp>
      <p:cxnSp>
        <p:nvCxnSpPr>
          <p:cNvPr id="15" name="Straight Connector 14">
            <a:extLst>
              <a:ext uri="{FF2B5EF4-FFF2-40B4-BE49-F238E27FC236}">
                <a16:creationId xmlns:a16="http://schemas.microsoft.com/office/drawing/2014/main" id="{7CAED47A-9131-34C3-36D4-CBD9A8D90C43}"/>
              </a:ext>
            </a:extLst>
          </p:cNvPr>
          <p:cNvCxnSpPr>
            <a:cxnSpLocks/>
          </p:cNvCxnSpPr>
          <p:nvPr userDrawn="1"/>
        </p:nvCxnSpPr>
        <p:spPr>
          <a:xfrm>
            <a:off x="671332" y="5656548"/>
            <a:ext cx="4004840" cy="0"/>
          </a:xfrm>
          <a:prstGeom prst="line">
            <a:avLst/>
          </a:prstGeom>
          <a:ln w="19050">
            <a:solidFill>
              <a:srgbClr val="FFFFFF">
                <a:alpha val="50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863C2F1F-C5B6-69B2-1515-33BE34C1EB00}"/>
              </a:ext>
            </a:extLst>
          </p:cNvPr>
          <p:cNvGraphicFramePr>
            <a:graphicFrameLocks noGrp="1"/>
          </p:cNvGraphicFramePr>
          <p:nvPr userDrawn="1">
            <p:extLst>
              <p:ext uri="{D42A27DB-BD31-4B8C-83A1-F6EECF244321}">
                <p14:modId xmlns:p14="http://schemas.microsoft.com/office/powerpoint/2010/main" val="1287835912"/>
              </p:ext>
            </p:extLst>
          </p:nvPr>
        </p:nvGraphicFramePr>
        <p:xfrm>
          <a:off x="630692" y="5795384"/>
          <a:ext cx="4304249" cy="251460"/>
        </p:xfrm>
        <a:graphic>
          <a:graphicData uri="http://schemas.openxmlformats.org/drawingml/2006/table">
            <a:tbl>
              <a:tblPr>
                <a:tableStyleId>{5C22544A-7EE6-4342-B048-85BDC9FD1C3A}</a:tableStyleId>
              </a:tblPr>
              <a:tblGrid>
                <a:gridCol w="667756">
                  <a:extLst>
                    <a:ext uri="{9D8B030D-6E8A-4147-A177-3AD203B41FA5}">
                      <a16:colId xmlns:a16="http://schemas.microsoft.com/office/drawing/2014/main" val="2624742422"/>
                    </a:ext>
                  </a:extLst>
                </a:gridCol>
                <a:gridCol w="972312">
                  <a:extLst>
                    <a:ext uri="{9D8B030D-6E8A-4147-A177-3AD203B41FA5}">
                      <a16:colId xmlns:a16="http://schemas.microsoft.com/office/drawing/2014/main" val="1480161058"/>
                    </a:ext>
                  </a:extLst>
                </a:gridCol>
                <a:gridCol w="589280">
                  <a:extLst>
                    <a:ext uri="{9D8B030D-6E8A-4147-A177-3AD203B41FA5}">
                      <a16:colId xmlns:a16="http://schemas.microsoft.com/office/drawing/2014/main" val="1481414005"/>
                    </a:ext>
                  </a:extLst>
                </a:gridCol>
                <a:gridCol w="2074901">
                  <a:extLst>
                    <a:ext uri="{9D8B030D-6E8A-4147-A177-3AD203B41FA5}">
                      <a16:colId xmlns:a16="http://schemas.microsoft.com/office/drawing/2014/main" val="224405000"/>
                    </a:ext>
                  </a:extLst>
                </a:gridCol>
              </a:tblGrid>
              <a:tr h="198731">
                <a:tc>
                  <a:txBody>
                    <a:bodyPr/>
                    <a:lstStyle/>
                    <a:p>
                      <a:r>
                        <a:rPr lang="en-US" sz="1050">
                          <a:solidFill>
                            <a:schemeClr val="tx1">
                              <a:lumMod val="75000"/>
                              <a:lumOff val="25000"/>
                            </a:schemeClr>
                          </a:solidFill>
                          <a:latin typeface="+mj-lt"/>
                        </a:rPr>
                        <a:t>Industry</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50">
                        <a:solidFill>
                          <a:schemeClr val="tx1">
                            <a:lumMod val="75000"/>
                            <a:lumOff val="25000"/>
                          </a:schemeClr>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50">
                          <a:solidFill>
                            <a:schemeClr val="tx1">
                              <a:lumMod val="75000"/>
                              <a:lumOff val="25000"/>
                            </a:schemeClr>
                          </a:solidFill>
                          <a:latin typeface="+mj-lt"/>
                        </a:rPr>
                        <a:t>Org size</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050">
                        <a:solidFill>
                          <a:schemeClr val="tx1">
                            <a:lumMod val="75000"/>
                            <a:lumOff val="25000"/>
                          </a:schemeClr>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4301978"/>
                  </a:ext>
                </a:extLst>
              </a:tr>
            </a:tbl>
          </a:graphicData>
        </a:graphic>
      </p:graphicFrame>
      <p:graphicFrame>
        <p:nvGraphicFramePr>
          <p:cNvPr id="17" name="Table 16">
            <a:extLst>
              <a:ext uri="{FF2B5EF4-FFF2-40B4-BE49-F238E27FC236}">
                <a16:creationId xmlns:a16="http://schemas.microsoft.com/office/drawing/2014/main" id="{3E3D7344-8448-7063-C1F9-93BFBAD7216B}"/>
              </a:ext>
            </a:extLst>
          </p:cNvPr>
          <p:cNvGraphicFramePr>
            <a:graphicFrameLocks noGrp="1"/>
          </p:cNvGraphicFramePr>
          <p:nvPr userDrawn="1">
            <p:extLst>
              <p:ext uri="{D42A27DB-BD31-4B8C-83A1-F6EECF244321}">
                <p14:modId xmlns:p14="http://schemas.microsoft.com/office/powerpoint/2010/main" val="3504930762"/>
              </p:ext>
            </p:extLst>
          </p:nvPr>
        </p:nvGraphicFramePr>
        <p:xfrm>
          <a:off x="630692" y="6060358"/>
          <a:ext cx="4045480" cy="251460"/>
        </p:xfrm>
        <a:graphic>
          <a:graphicData uri="http://schemas.openxmlformats.org/drawingml/2006/table">
            <a:tbl>
              <a:tblPr>
                <a:tableStyleId>{5C22544A-7EE6-4342-B048-85BDC9FD1C3A}</a:tableStyleId>
              </a:tblPr>
              <a:tblGrid>
                <a:gridCol w="665673">
                  <a:extLst>
                    <a:ext uri="{9D8B030D-6E8A-4147-A177-3AD203B41FA5}">
                      <a16:colId xmlns:a16="http://schemas.microsoft.com/office/drawing/2014/main" val="2624742422"/>
                    </a:ext>
                  </a:extLst>
                </a:gridCol>
                <a:gridCol w="3379807">
                  <a:extLst>
                    <a:ext uri="{9D8B030D-6E8A-4147-A177-3AD203B41FA5}">
                      <a16:colId xmlns:a16="http://schemas.microsoft.com/office/drawing/2014/main" val="1480161058"/>
                    </a:ext>
                  </a:extLst>
                </a:gridCol>
              </a:tblGrid>
              <a:tr h="198731">
                <a:tc>
                  <a:txBody>
                    <a:bodyPr/>
                    <a:lstStyle/>
                    <a:p>
                      <a:r>
                        <a:rPr lang="en-US" sz="1050">
                          <a:solidFill>
                            <a:schemeClr val="tx1">
                              <a:lumMod val="75000"/>
                              <a:lumOff val="25000"/>
                            </a:schemeClr>
                          </a:solidFill>
                          <a:latin typeface="+mj-lt"/>
                        </a:rPr>
                        <a:t>Products</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50">
                        <a:solidFill>
                          <a:schemeClr val="tx1">
                            <a:lumMod val="75000"/>
                            <a:lumOff val="25000"/>
                          </a:schemeClr>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4301978"/>
                  </a:ext>
                </a:extLst>
              </a:tr>
            </a:tbl>
          </a:graphicData>
        </a:graphic>
      </p:graphicFrame>
      <p:sp>
        <p:nvSpPr>
          <p:cNvPr id="18" name="Picture Placeholder 56">
            <a:extLst>
              <a:ext uri="{FF2B5EF4-FFF2-40B4-BE49-F238E27FC236}">
                <a16:creationId xmlns:a16="http://schemas.microsoft.com/office/drawing/2014/main" id="{DA57AD45-8BF0-8FC1-0725-345A95A73D2D}"/>
              </a:ext>
            </a:extLst>
          </p:cNvPr>
          <p:cNvSpPr>
            <a:spLocks noGrp="1"/>
          </p:cNvSpPr>
          <p:nvPr>
            <p:ph type="pic" sz="quarter" idx="16" hasCustomPrompt="1"/>
          </p:nvPr>
        </p:nvSpPr>
        <p:spPr>
          <a:xfrm>
            <a:off x="656091" y="286511"/>
            <a:ext cx="1433420" cy="802389"/>
          </a:xfrm>
          <a:prstGeom prst="rect">
            <a:avLst/>
          </a:prstGeom>
        </p:spPr>
        <p:txBody>
          <a:bodyPr anchor="ctr">
            <a:noAutofit/>
          </a:bodyPr>
          <a:lstStyle>
            <a:lvl1pPr marL="0" indent="0" algn="ctr">
              <a:buNone/>
              <a:defRPr sz="1200">
                <a:latin typeface="+mj-lt"/>
              </a:defRPr>
            </a:lvl1pPr>
          </a:lstStyle>
          <a:p>
            <a:r>
              <a:rPr lang="en-US"/>
              <a:t>Customer Logo</a:t>
            </a:r>
          </a:p>
        </p:txBody>
      </p:sp>
      <p:sp>
        <p:nvSpPr>
          <p:cNvPr id="19" name="Text Placeholder 42">
            <a:extLst>
              <a:ext uri="{FF2B5EF4-FFF2-40B4-BE49-F238E27FC236}">
                <a16:creationId xmlns:a16="http://schemas.microsoft.com/office/drawing/2014/main" id="{99D73E9C-2978-862B-5339-485AC9D12D95}"/>
              </a:ext>
            </a:extLst>
          </p:cNvPr>
          <p:cNvSpPr>
            <a:spLocks noGrp="1"/>
          </p:cNvSpPr>
          <p:nvPr>
            <p:ph type="body" sz="quarter" idx="25"/>
          </p:nvPr>
        </p:nvSpPr>
        <p:spPr>
          <a:xfrm>
            <a:off x="671331" y="2560313"/>
            <a:ext cx="4004840" cy="184666"/>
          </a:xfrm>
        </p:spPr>
        <p:txBody>
          <a:bodyPr wrap="square">
            <a:spAutoFit/>
          </a:bodyPr>
          <a:lstStyle>
            <a:lvl1pPr marL="0" indent="0">
              <a:buNone/>
              <a:defRPr sz="120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20" name="Text Placeholder 42">
            <a:extLst>
              <a:ext uri="{FF2B5EF4-FFF2-40B4-BE49-F238E27FC236}">
                <a16:creationId xmlns:a16="http://schemas.microsoft.com/office/drawing/2014/main" id="{3A899C31-D96B-41FC-A32C-4870A15C5621}"/>
              </a:ext>
            </a:extLst>
          </p:cNvPr>
          <p:cNvSpPr>
            <a:spLocks noGrp="1"/>
          </p:cNvSpPr>
          <p:nvPr>
            <p:ph type="body" sz="quarter" idx="26" hasCustomPrompt="1"/>
          </p:nvPr>
        </p:nvSpPr>
        <p:spPr>
          <a:xfrm>
            <a:off x="667268" y="6403184"/>
            <a:ext cx="1901688" cy="161583"/>
          </a:xfrm>
        </p:spPr>
        <p:txBody>
          <a:bodyPr wrap="square">
            <a:spAutoFit/>
          </a:bodyPr>
          <a:lstStyle>
            <a:lvl1pPr marL="0" indent="0" algn="l" defTabSz="914400" rtl="0" eaLnBrk="1" latinLnBrk="0" hangingPunct="1">
              <a:buNone/>
              <a:defRPr lang="en-US" sz="1050" kern="1200" dirty="0">
                <a:gradFill>
                  <a:gsLst>
                    <a:gs pos="100000">
                      <a:srgbClr val="8DC8E8"/>
                    </a:gs>
                    <a:gs pos="0">
                      <a:srgbClr val="49C5B1"/>
                    </a:gs>
                  </a:gsLst>
                  <a:path path="circle">
                    <a:fillToRect r="100000" b="100000"/>
                  </a:path>
                </a:gradFill>
                <a:latin typeface="+mj-lt"/>
                <a:ea typeface="+mn-ea"/>
                <a:cs typeface="+mn-cs"/>
              </a:defRPr>
            </a:lvl1pPr>
          </a:lstStyle>
          <a:p>
            <a:pPr lvl="0"/>
            <a:r>
              <a:rPr lang="en-US"/>
              <a:t>Read the full story here &gt;</a:t>
            </a:r>
          </a:p>
        </p:txBody>
      </p:sp>
      <p:sp>
        <p:nvSpPr>
          <p:cNvPr id="21" name="Text Placeholder 42">
            <a:extLst>
              <a:ext uri="{FF2B5EF4-FFF2-40B4-BE49-F238E27FC236}">
                <a16:creationId xmlns:a16="http://schemas.microsoft.com/office/drawing/2014/main" id="{505E579C-A082-ED8B-ECEB-287F1AD5A496}"/>
              </a:ext>
            </a:extLst>
          </p:cNvPr>
          <p:cNvSpPr>
            <a:spLocks noGrp="1"/>
          </p:cNvSpPr>
          <p:nvPr>
            <p:ph type="body" sz="quarter" idx="27"/>
          </p:nvPr>
        </p:nvSpPr>
        <p:spPr>
          <a:xfrm>
            <a:off x="1249867" y="5843899"/>
            <a:ext cx="998033" cy="161583"/>
          </a:xfrm>
        </p:spPr>
        <p:txBody>
          <a:bodyPr wrap="square">
            <a:spAutoFit/>
          </a:bodyPr>
          <a:lstStyle>
            <a:lvl1pPr marL="0" indent="0">
              <a:buNone/>
              <a:defRPr sz="105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a:t>
            </a:r>
          </a:p>
        </p:txBody>
      </p:sp>
      <p:sp>
        <p:nvSpPr>
          <p:cNvPr id="22" name="Text Placeholder 42">
            <a:extLst>
              <a:ext uri="{FF2B5EF4-FFF2-40B4-BE49-F238E27FC236}">
                <a16:creationId xmlns:a16="http://schemas.microsoft.com/office/drawing/2014/main" id="{F9E33FEB-BCAD-6361-47BE-8AF7EA8A0215}"/>
              </a:ext>
            </a:extLst>
          </p:cNvPr>
          <p:cNvSpPr>
            <a:spLocks noGrp="1"/>
          </p:cNvSpPr>
          <p:nvPr>
            <p:ph type="body" sz="quarter" idx="28"/>
          </p:nvPr>
        </p:nvSpPr>
        <p:spPr>
          <a:xfrm>
            <a:off x="2893745" y="5843899"/>
            <a:ext cx="1782426" cy="161583"/>
          </a:xfrm>
        </p:spPr>
        <p:txBody>
          <a:bodyPr wrap="square">
            <a:spAutoFit/>
          </a:bodyPr>
          <a:lstStyle>
            <a:lvl1pPr marL="0" indent="0">
              <a:buNone/>
              <a:defRPr sz="105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a:t>
            </a:r>
          </a:p>
        </p:txBody>
      </p:sp>
      <p:sp>
        <p:nvSpPr>
          <p:cNvPr id="23" name="Text Placeholder 42">
            <a:extLst>
              <a:ext uri="{FF2B5EF4-FFF2-40B4-BE49-F238E27FC236}">
                <a16:creationId xmlns:a16="http://schemas.microsoft.com/office/drawing/2014/main" id="{CA762D6D-DDA9-673A-1443-46B4EDB9D1C4}"/>
              </a:ext>
            </a:extLst>
          </p:cNvPr>
          <p:cNvSpPr>
            <a:spLocks noGrp="1"/>
          </p:cNvSpPr>
          <p:nvPr>
            <p:ph type="body" sz="quarter" idx="29"/>
          </p:nvPr>
        </p:nvSpPr>
        <p:spPr>
          <a:xfrm>
            <a:off x="1280159" y="6106141"/>
            <a:ext cx="3396011" cy="161583"/>
          </a:xfrm>
        </p:spPr>
        <p:txBody>
          <a:bodyPr wrap="square">
            <a:spAutoFit/>
          </a:bodyPr>
          <a:lstStyle>
            <a:lvl1pPr marL="0" indent="0">
              <a:buNone/>
              <a:defRPr sz="105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a:t>
            </a:r>
          </a:p>
        </p:txBody>
      </p:sp>
      <p:sp>
        <p:nvSpPr>
          <p:cNvPr id="24" name="TextBox 23">
            <a:extLst>
              <a:ext uri="{FF2B5EF4-FFF2-40B4-BE49-F238E27FC236}">
                <a16:creationId xmlns:a16="http://schemas.microsoft.com/office/drawing/2014/main" id="{F3DCDCED-0887-95DE-581B-70D77CDE2FAD}"/>
              </a:ext>
            </a:extLst>
          </p:cNvPr>
          <p:cNvSpPr txBox="1"/>
          <p:nvPr userDrawn="1"/>
        </p:nvSpPr>
        <p:spPr>
          <a:xfrm>
            <a:off x="5564852" y="2359659"/>
            <a:ext cx="2407057" cy="246221"/>
          </a:xfrm>
          <a:prstGeom prst="rect">
            <a:avLst/>
          </a:prstGeom>
          <a:noFill/>
        </p:spPr>
        <p:txBody>
          <a:bodyPr wrap="square" lIns="0" tIns="0" rIns="0" bIns="0" rtlCol="0">
            <a:spAutoFit/>
          </a:bodyPr>
          <a:lstStyle/>
          <a:p>
            <a:pPr algn="l"/>
            <a:r>
              <a:rPr lang="en-US" sz="1600">
                <a:latin typeface="+mj-lt"/>
              </a:rPr>
              <a:t>Challenge</a:t>
            </a:r>
          </a:p>
        </p:txBody>
      </p:sp>
      <p:sp>
        <p:nvSpPr>
          <p:cNvPr id="25" name="TextBox 24">
            <a:extLst>
              <a:ext uri="{FF2B5EF4-FFF2-40B4-BE49-F238E27FC236}">
                <a16:creationId xmlns:a16="http://schemas.microsoft.com/office/drawing/2014/main" id="{68836280-6873-7981-F5E4-E93EDD9B7161}"/>
              </a:ext>
            </a:extLst>
          </p:cNvPr>
          <p:cNvSpPr txBox="1"/>
          <p:nvPr userDrawn="1"/>
        </p:nvSpPr>
        <p:spPr>
          <a:xfrm>
            <a:off x="5564852" y="3772613"/>
            <a:ext cx="2407057" cy="246221"/>
          </a:xfrm>
          <a:prstGeom prst="rect">
            <a:avLst/>
          </a:prstGeom>
          <a:noFill/>
        </p:spPr>
        <p:txBody>
          <a:bodyPr wrap="square" lIns="0" tIns="0" rIns="0" bIns="0" rtlCol="0">
            <a:spAutoFit/>
          </a:bodyPr>
          <a:lstStyle/>
          <a:p>
            <a:pPr algn="l"/>
            <a:r>
              <a:rPr lang="en-US" sz="1600">
                <a:latin typeface="+mj-lt"/>
              </a:rPr>
              <a:t>Solution</a:t>
            </a:r>
          </a:p>
        </p:txBody>
      </p:sp>
      <p:sp>
        <p:nvSpPr>
          <p:cNvPr id="26" name="TextBox 25">
            <a:extLst>
              <a:ext uri="{FF2B5EF4-FFF2-40B4-BE49-F238E27FC236}">
                <a16:creationId xmlns:a16="http://schemas.microsoft.com/office/drawing/2014/main" id="{92335CBC-3025-D52E-2E04-B4E45DA37891}"/>
              </a:ext>
            </a:extLst>
          </p:cNvPr>
          <p:cNvSpPr txBox="1"/>
          <p:nvPr userDrawn="1"/>
        </p:nvSpPr>
        <p:spPr>
          <a:xfrm>
            <a:off x="5564852" y="5185567"/>
            <a:ext cx="2407057" cy="246221"/>
          </a:xfrm>
          <a:prstGeom prst="rect">
            <a:avLst/>
          </a:prstGeom>
          <a:noFill/>
        </p:spPr>
        <p:txBody>
          <a:bodyPr wrap="square" lIns="0" tIns="0" rIns="0" bIns="0" rtlCol="0">
            <a:spAutoFit/>
          </a:bodyPr>
          <a:lstStyle/>
          <a:p>
            <a:pPr algn="l"/>
            <a:r>
              <a:rPr lang="en-US" sz="1600">
                <a:latin typeface="+mj-lt"/>
              </a:rPr>
              <a:t>Impact</a:t>
            </a:r>
          </a:p>
        </p:txBody>
      </p:sp>
      <p:sp>
        <p:nvSpPr>
          <p:cNvPr id="27" name="Text Placeholder 42">
            <a:extLst>
              <a:ext uri="{FF2B5EF4-FFF2-40B4-BE49-F238E27FC236}">
                <a16:creationId xmlns:a16="http://schemas.microsoft.com/office/drawing/2014/main" id="{B65B8723-57B7-3118-DAC8-8B45C36722F9}"/>
              </a:ext>
            </a:extLst>
          </p:cNvPr>
          <p:cNvSpPr>
            <a:spLocks noGrp="1"/>
          </p:cNvSpPr>
          <p:nvPr>
            <p:ph type="body" sz="quarter" idx="32"/>
          </p:nvPr>
        </p:nvSpPr>
        <p:spPr>
          <a:xfrm>
            <a:off x="6836394" y="2390436"/>
            <a:ext cx="4903486" cy="184666"/>
          </a:xfrm>
        </p:spPr>
        <p:txBody>
          <a:bodyPr wrap="square">
            <a:spAutoFit/>
          </a:bodyPr>
          <a:lstStyle>
            <a:lvl1pPr marL="0" indent="0">
              <a:buNone/>
              <a:defRPr sz="1200">
                <a:solidFill>
                  <a:schemeClr val="tx1"/>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28" name="Text Placeholder 42">
            <a:extLst>
              <a:ext uri="{FF2B5EF4-FFF2-40B4-BE49-F238E27FC236}">
                <a16:creationId xmlns:a16="http://schemas.microsoft.com/office/drawing/2014/main" id="{F4759D0C-157C-2075-8548-42B8AEE96128}"/>
              </a:ext>
            </a:extLst>
          </p:cNvPr>
          <p:cNvSpPr>
            <a:spLocks noGrp="1"/>
          </p:cNvSpPr>
          <p:nvPr>
            <p:ph type="body" sz="quarter" idx="33"/>
          </p:nvPr>
        </p:nvSpPr>
        <p:spPr>
          <a:xfrm>
            <a:off x="6768380" y="3803390"/>
            <a:ext cx="4903486" cy="184666"/>
          </a:xfrm>
        </p:spPr>
        <p:txBody>
          <a:bodyPr wrap="square">
            <a:spAutoFit/>
          </a:bodyPr>
          <a:lstStyle>
            <a:lvl1pPr marL="0" indent="0">
              <a:buNone/>
              <a:defRPr sz="1200">
                <a:solidFill>
                  <a:schemeClr val="tx1"/>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29" name="Text Placeholder 42">
            <a:extLst>
              <a:ext uri="{FF2B5EF4-FFF2-40B4-BE49-F238E27FC236}">
                <a16:creationId xmlns:a16="http://schemas.microsoft.com/office/drawing/2014/main" id="{54B07604-6E9E-99D3-4F2C-230312E96321}"/>
              </a:ext>
            </a:extLst>
          </p:cNvPr>
          <p:cNvSpPr>
            <a:spLocks noGrp="1"/>
          </p:cNvSpPr>
          <p:nvPr>
            <p:ph type="body" sz="quarter" idx="34"/>
          </p:nvPr>
        </p:nvSpPr>
        <p:spPr>
          <a:xfrm>
            <a:off x="6768380" y="5213427"/>
            <a:ext cx="4903486" cy="184666"/>
          </a:xfrm>
        </p:spPr>
        <p:txBody>
          <a:bodyPr wrap="square">
            <a:spAutoFit/>
          </a:bodyPr>
          <a:lstStyle>
            <a:lvl1pPr marL="0" indent="0">
              <a:buNone/>
              <a:defRPr sz="1200">
                <a:solidFill>
                  <a:schemeClr val="tx1"/>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30" name="Title 1">
            <a:extLst>
              <a:ext uri="{FF2B5EF4-FFF2-40B4-BE49-F238E27FC236}">
                <a16:creationId xmlns:a16="http://schemas.microsoft.com/office/drawing/2014/main" id="{FC83A049-181B-86F8-1F65-18A93CF722A2}"/>
              </a:ext>
            </a:extLst>
          </p:cNvPr>
          <p:cNvSpPr>
            <a:spLocks noGrp="1"/>
          </p:cNvSpPr>
          <p:nvPr>
            <p:ph type="title"/>
          </p:nvPr>
        </p:nvSpPr>
        <p:spPr>
          <a:xfrm>
            <a:off x="656091" y="1286914"/>
            <a:ext cx="4064699" cy="338554"/>
          </a:xfrm>
        </p:spPr>
        <p:txBody>
          <a:bodyPr/>
          <a:lstStyle>
            <a:lvl1pPr marL="0" algn="l" defTabSz="932742" rtl="0" eaLnBrk="1" latinLnBrk="0" hangingPunct="1">
              <a:lnSpc>
                <a:spcPct val="100000"/>
              </a:lnSpc>
              <a:spcBef>
                <a:spcPct val="0"/>
              </a:spcBef>
              <a:buNone/>
              <a:defRPr lang="en-US" sz="2200" b="0" kern="1200" cap="none" spc="-50" baseline="0" dirty="0">
                <a:ln w="3175">
                  <a:noFill/>
                </a:ln>
                <a:solidFill>
                  <a:schemeClr val="tx1"/>
                </a:solidFill>
                <a:effectLst/>
                <a:latin typeface="+mj-lt"/>
                <a:ea typeface="+mn-ea"/>
                <a:cs typeface="Segoe UI" pitchFamily="34" charset="0"/>
              </a:defRPr>
            </a:lvl1pPr>
          </a:lstStyle>
          <a:p>
            <a:r>
              <a:rPr lang="en-US"/>
              <a:t>Click to edit Master title</a:t>
            </a:r>
          </a:p>
        </p:txBody>
      </p:sp>
      <p:sp>
        <p:nvSpPr>
          <p:cNvPr id="31" name="Rectangle: Rounded Corners 30">
            <a:extLst>
              <a:ext uri="{FF2B5EF4-FFF2-40B4-BE49-F238E27FC236}">
                <a16:creationId xmlns:a16="http://schemas.microsoft.com/office/drawing/2014/main" id="{CD0EE7D6-0847-46C6-2C92-018916BDDC49}"/>
              </a:ext>
            </a:extLst>
          </p:cNvPr>
          <p:cNvSpPr/>
          <p:nvPr userDrawn="1"/>
        </p:nvSpPr>
        <p:spPr bwMode="auto">
          <a:xfrm>
            <a:off x="652027" y="4268085"/>
            <a:ext cx="1973431" cy="1188720"/>
          </a:xfrm>
          <a:prstGeom prst="roundRect">
            <a:avLst>
              <a:gd name="adj" fmla="val 5825"/>
            </a:avLst>
          </a:prstGeom>
          <a:solidFill>
            <a:srgbClr val="223A52">
              <a:alpha val="66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32" name="Rectangle: Rounded Corners 31">
            <a:extLst>
              <a:ext uri="{FF2B5EF4-FFF2-40B4-BE49-F238E27FC236}">
                <a16:creationId xmlns:a16="http://schemas.microsoft.com/office/drawing/2014/main" id="{6EAE8F58-6A92-32E3-458C-63EBE40E7C00}"/>
              </a:ext>
            </a:extLst>
          </p:cNvPr>
          <p:cNvSpPr/>
          <p:nvPr userDrawn="1"/>
        </p:nvSpPr>
        <p:spPr bwMode="auto">
          <a:xfrm>
            <a:off x="2747359" y="4268086"/>
            <a:ext cx="1973431" cy="1186021"/>
          </a:xfrm>
          <a:prstGeom prst="roundRect">
            <a:avLst>
              <a:gd name="adj" fmla="val 5825"/>
            </a:avLst>
          </a:prstGeom>
          <a:solidFill>
            <a:srgbClr val="223A52">
              <a:alpha val="66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33" name="Text Placeholder 42">
            <a:extLst>
              <a:ext uri="{FF2B5EF4-FFF2-40B4-BE49-F238E27FC236}">
                <a16:creationId xmlns:a16="http://schemas.microsoft.com/office/drawing/2014/main" id="{C5A19680-1E23-688E-2ECE-62B56B066866}"/>
              </a:ext>
            </a:extLst>
          </p:cNvPr>
          <p:cNvSpPr>
            <a:spLocks noGrp="1"/>
          </p:cNvSpPr>
          <p:nvPr>
            <p:ph type="body" sz="quarter" idx="36" hasCustomPrompt="1"/>
          </p:nvPr>
        </p:nvSpPr>
        <p:spPr>
          <a:xfrm>
            <a:off x="764806" y="4324295"/>
            <a:ext cx="1747873" cy="492443"/>
          </a:xfrm>
        </p:spPr>
        <p:txBody>
          <a:bodyPr wrap="square">
            <a:spAutoFit/>
          </a:bodyPr>
          <a:lstStyle>
            <a:lvl1pPr marL="0" indent="0">
              <a:buNone/>
              <a:defRPr sz="3200">
                <a:gradFill>
                  <a:gsLst>
                    <a:gs pos="100000">
                      <a:srgbClr val="8DC8E8"/>
                    </a:gs>
                    <a:gs pos="0">
                      <a:srgbClr val="49C5B1"/>
                    </a:gs>
                  </a:gsLst>
                  <a:path path="circle">
                    <a:fillToRect r="100000" b="100000"/>
                  </a:path>
                </a:gradFill>
                <a:latin typeface="+mj-lt"/>
              </a:defRPr>
            </a:lvl1pPr>
          </a:lstStyle>
          <a:p>
            <a:pPr lvl="0"/>
            <a:r>
              <a:rPr lang="en-US"/>
              <a:t>##</a:t>
            </a:r>
          </a:p>
        </p:txBody>
      </p:sp>
      <p:sp>
        <p:nvSpPr>
          <p:cNvPr id="34" name="Text Placeholder 42">
            <a:extLst>
              <a:ext uri="{FF2B5EF4-FFF2-40B4-BE49-F238E27FC236}">
                <a16:creationId xmlns:a16="http://schemas.microsoft.com/office/drawing/2014/main" id="{F42A7643-78E7-96F9-6A65-C4B3EBB030AB}"/>
              </a:ext>
            </a:extLst>
          </p:cNvPr>
          <p:cNvSpPr>
            <a:spLocks noGrp="1"/>
          </p:cNvSpPr>
          <p:nvPr>
            <p:ph type="body" sz="quarter" idx="37"/>
          </p:nvPr>
        </p:nvSpPr>
        <p:spPr>
          <a:xfrm>
            <a:off x="764806" y="4827358"/>
            <a:ext cx="1747873" cy="369332"/>
          </a:xfrm>
        </p:spPr>
        <p:txBody>
          <a:bodyPr wrap="square">
            <a:spAutoFit/>
          </a:bodyPr>
          <a:lstStyle>
            <a:lvl1pPr marL="0" indent="0">
              <a:buNone/>
              <a:defRPr sz="120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35" name="Text Placeholder 42">
            <a:extLst>
              <a:ext uri="{FF2B5EF4-FFF2-40B4-BE49-F238E27FC236}">
                <a16:creationId xmlns:a16="http://schemas.microsoft.com/office/drawing/2014/main" id="{71DABF84-FD95-DE37-457F-5D5DABAC6F8B}"/>
              </a:ext>
            </a:extLst>
          </p:cNvPr>
          <p:cNvSpPr>
            <a:spLocks noGrp="1"/>
          </p:cNvSpPr>
          <p:nvPr>
            <p:ph type="body" sz="quarter" idx="21" hasCustomPrompt="1"/>
          </p:nvPr>
        </p:nvSpPr>
        <p:spPr>
          <a:xfrm>
            <a:off x="2860138" y="4324295"/>
            <a:ext cx="1747873" cy="492443"/>
          </a:xfrm>
        </p:spPr>
        <p:txBody>
          <a:bodyPr wrap="square">
            <a:spAutoFit/>
          </a:bodyPr>
          <a:lstStyle>
            <a:lvl1pPr marL="0" indent="0">
              <a:buNone/>
              <a:defRPr sz="3200">
                <a:gradFill>
                  <a:gsLst>
                    <a:gs pos="100000">
                      <a:srgbClr val="8DC8E8"/>
                    </a:gs>
                    <a:gs pos="0">
                      <a:srgbClr val="49C5B1"/>
                    </a:gs>
                  </a:gsLst>
                  <a:path path="circle">
                    <a:fillToRect r="100000" b="100000"/>
                  </a:path>
                </a:gradFill>
                <a:latin typeface="+mj-lt"/>
              </a:defRPr>
            </a:lvl1pPr>
          </a:lstStyle>
          <a:p>
            <a:pPr lvl="0"/>
            <a:r>
              <a:rPr lang="en-US"/>
              <a:t>##</a:t>
            </a:r>
          </a:p>
        </p:txBody>
      </p:sp>
      <p:sp>
        <p:nvSpPr>
          <p:cNvPr id="36" name="Text Placeholder 42">
            <a:extLst>
              <a:ext uri="{FF2B5EF4-FFF2-40B4-BE49-F238E27FC236}">
                <a16:creationId xmlns:a16="http://schemas.microsoft.com/office/drawing/2014/main" id="{DE807A39-A0BA-2903-C507-1BC44B6F520F}"/>
              </a:ext>
            </a:extLst>
          </p:cNvPr>
          <p:cNvSpPr>
            <a:spLocks noGrp="1"/>
          </p:cNvSpPr>
          <p:nvPr>
            <p:ph type="body" sz="quarter" idx="22"/>
          </p:nvPr>
        </p:nvSpPr>
        <p:spPr>
          <a:xfrm>
            <a:off x="2860138" y="4827358"/>
            <a:ext cx="1747873" cy="369332"/>
          </a:xfrm>
        </p:spPr>
        <p:txBody>
          <a:bodyPr wrap="square">
            <a:spAutoFit/>
          </a:bodyPr>
          <a:lstStyle>
            <a:lvl1pPr marL="0" indent="0">
              <a:buNone/>
              <a:defRPr sz="120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66508730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Key Differentiator with subtitle">
    <p:bg>
      <p:bgPr>
        <a:solidFill>
          <a:srgbClr val="091F2C"/>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57674D38-3B0D-9B62-0382-E1DFB811D423}"/>
              </a:ext>
            </a:extLst>
          </p:cNvPr>
          <p:cNvSpPr>
            <a:spLocks noGrp="1"/>
          </p:cNvSpPr>
          <p:nvPr>
            <p:ph type="body" sz="quarter" idx="26" hasCustomPrompt="1"/>
          </p:nvPr>
        </p:nvSpPr>
        <p:spPr>
          <a:xfrm>
            <a:off x="588263" y="2248382"/>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9" name="Text Placeholder 11">
            <a:extLst>
              <a:ext uri="{FF2B5EF4-FFF2-40B4-BE49-F238E27FC236}">
                <a16:creationId xmlns:a16="http://schemas.microsoft.com/office/drawing/2014/main" id="{CE60FF01-1663-DA73-0A87-1BFF7EA80FB8}"/>
              </a:ext>
            </a:extLst>
          </p:cNvPr>
          <p:cNvSpPr>
            <a:spLocks noGrp="1"/>
          </p:cNvSpPr>
          <p:nvPr>
            <p:ph type="body" sz="quarter" idx="27" hasCustomPrompt="1"/>
          </p:nvPr>
        </p:nvSpPr>
        <p:spPr>
          <a:xfrm>
            <a:off x="588263" y="3370394"/>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10" name="Text Placeholder 11">
            <a:extLst>
              <a:ext uri="{FF2B5EF4-FFF2-40B4-BE49-F238E27FC236}">
                <a16:creationId xmlns:a16="http://schemas.microsoft.com/office/drawing/2014/main" id="{A3BF79A3-DB8F-D1C4-E81A-C220692B7DD9}"/>
              </a:ext>
            </a:extLst>
          </p:cNvPr>
          <p:cNvSpPr>
            <a:spLocks noGrp="1"/>
          </p:cNvSpPr>
          <p:nvPr>
            <p:ph type="body" sz="quarter" idx="28" hasCustomPrompt="1"/>
          </p:nvPr>
        </p:nvSpPr>
        <p:spPr>
          <a:xfrm>
            <a:off x="588263" y="4492406"/>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11" name="Text Placeholder 11">
            <a:extLst>
              <a:ext uri="{FF2B5EF4-FFF2-40B4-BE49-F238E27FC236}">
                <a16:creationId xmlns:a16="http://schemas.microsoft.com/office/drawing/2014/main" id="{CA2DAE56-9124-C81F-9859-4D561B4AC848}"/>
              </a:ext>
            </a:extLst>
          </p:cNvPr>
          <p:cNvSpPr>
            <a:spLocks noGrp="1"/>
          </p:cNvSpPr>
          <p:nvPr>
            <p:ph type="body" sz="quarter" idx="29" hasCustomPrompt="1"/>
          </p:nvPr>
        </p:nvSpPr>
        <p:spPr>
          <a:xfrm>
            <a:off x="588263" y="5614416"/>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7" name="Picture Placeholder 56">
            <a:extLst>
              <a:ext uri="{FF2B5EF4-FFF2-40B4-BE49-F238E27FC236}">
                <a16:creationId xmlns:a16="http://schemas.microsoft.com/office/drawing/2014/main" id="{CCCF1159-71BD-D20F-FE78-8963CB64A557}"/>
              </a:ext>
            </a:extLst>
          </p:cNvPr>
          <p:cNvSpPr>
            <a:spLocks noGrp="1"/>
          </p:cNvSpPr>
          <p:nvPr>
            <p:ph type="pic" sz="quarter" idx="18" hasCustomPrompt="1"/>
          </p:nvPr>
        </p:nvSpPr>
        <p:spPr>
          <a:xfrm>
            <a:off x="4668706" y="2111725"/>
            <a:ext cx="7516368" cy="4233672"/>
          </a:xfrm>
          <a:prstGeom prst="rect">
            <a:avLst/>
          </a:prstGeom>
          <a:solidFill>
            <a:schemeClr val="bg1"/>
          </a:solidFill>
        </p:spPr>
        <p:txBody>
          <a:bodyPr bIns="914400" anchor="ct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800" kern="1200" spc="0" baseline="0" dirty="0">
                <a:solidFill>
                  <a:schemeClr val="tx1"/>
                </a:solidFill>
                <a:latin typeface="+mn-lt"/>
                <a:ea typeface="+mn-ea"/>
                <a:cs typeface="Segoe UI" panose="020B0502040204020203" pitchFamily="34" charset="0"/>
              </a:defRPr>
            </a:lvl1pPr>
          </a:lstStyle>
          <a:p>
            <a:r>
              <a:rPr lang="en-US"/>
              <a:t>Click on the icon to add Image</a:t>
            </a:r>
          </a:p>
        </p:txBody>
      </p:sp>
      <p:sp>
        <p:nvSpPr>
          <p:cNvPr id="4" name="Title 1">
            <a:extLst>
              <a:ext uri="{FF2B5EF4-FFF2-40B4-BE49-F238E27FC236}">
                <a16:creationId xmlns:a16="http://schemas.microsoft.com/office/drawing/2014/main" id="{5BDE11CF-9267-6F03-644E-1FA5AF7ECE58}"/>
              </a:ext>
            </a:extLst>
          </p:cNvPr>
          <p:cNvSpPr>
            <a:spLocks noGrp="1"/>
          </p:cNvSpPr>
          <p:nvPr>
            <p:ph type="title"/>
          </p:nvPr>
        </p:nvSpPr>
        <p:spPr>
          <a:xfrm>
            <a:off x="588263" y="886196"/>
            <a:ext cx="10213087" cy="553998"/>
          </a:xfrm>
        </p:spPr>
        <p:txBody>
          <a:bodyPr/>
          <a:lstStyle/>
          <a:p>
            <a:r>
              <a:rPr lang="en-US"/>
              <a:t>Click to edit Master title style</a:t>
            </a:r>
          </a:p>
        </p:txBody>
      </p:sp>
    </p:spTree>
    <p:extLst>
      <p:ext uri="{BB962C8B-B14F-4D97-AF65-F5344CB8AC3E}">
        <p14:creationId xmlns:p14="http://schemas.microsoft.com/office/powerpoint/2010/main" val="95299622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35" presetClass="path" presetSubtype="0" accel="50000" decel="50000" fill="hold" grpId="1" nodeType="withEffect">
                                  <p:stCondLst>
                                    <p:cond delay="500"/>
                                  </p:stCondLst>
                                  <p:childTnLst>
                                    <p:animMotion origin="layout" path="M 0.01966 2.59259E-6 L -1.04167E-6 2.59259E-6 " pathEditMode="relative" rAng="0" ptsTypes="AA">
                                      <p:cBhvr>
                                        <p:cTn id="13" dur="1000" fill="hold"/>
                                        <p:tgtEl>
                                          <p:spTgt spid="8"/>
                                        </p:tgtEl>
                                        <p:attrNameLst>
                                          <p:attrName>ppt_x</p:attrName>
                                          <p:attrName>ppt_y</p:attrName>
                                        </p:attrNameLst>
                                      </p:cBhvr>
                                      <p:rCtr x="-977" y="0"/>
                                    </p:animMotion>
                                  </p:childTnLst>
                                </p:cTn>
                              </p:par>
                              <p:par>
                                <p:cTn id="14" presetID="10" presetClass="entr" presetSubtype="0" fill="hold" grpId="0" nodeType="withEffect">
                                  <p:stCondLst>
                                    <p:cond delay="7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35" presetClass="path" presetSubtype="0" accel="50000" decel="50000" fill="hold" grpId="1" nodeType="withEffect">
                                  <p:stCondLst>
                                    <p:cond delay="750"/>
                                  </p:stCondLst>
                                  <p:childTnLst>
                                    <p:animMotion origin="layout" path="M 0.01966 -2.59259E-6 L -1.04167E-6 -2.59259E-6 " pathEditMode="relative" rAng="0" ptsTypes="AA">
                                      <p:cBhvr>
                                        <p:cTn id="18" dur="1000" fill="hold"/>
                                        <p:tgtEl>
                                          <p:spTgt spid="9"/>
                                        </p:tgtEl>
                                        <p:attrNameLst>
                                          <p:attrName>ppt_x</p:attrName>
                                          <p:attrName>ppt_y</p:attrName>
                                        </p:attrNameLst>
                                      </p:cBhvr>
                                      <p:rCtr x="-977" y="0"/>
                                    </p:animMotion>
                                  </p:childTnLst>
                                </p:cTn>
                              </p:par>
                              <p:par>
                                <p:cTn id="19" presetID="10" presetClass="entr" presetSubtype="0" fill="hold" grpId="0" nodeType="withEffect">
                                  <p:stCondLst>
                                    <p:cond delay="10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35" presetClass="path" presetSubtype="0" accel="50000" decel="50000" fill="hold" grpId="1" nodeType="withEffect">
                                  <p:stCondLst>
                                    <p:cond delay="1000"/>
                                  </p:stCondLst>
                                  <p:childTnLst>
                                    <p:animMotion origin="layout" path="M 0.01966 3.7037E-6 L -1.04167E-6 3.7037E-6 " pathEditMode="relative" rAng="0" ptsTypes="AA">
                                      <p:cBhvr>
                                        <p:cTn id="23" dur="1000" fill="hold"/>
                                        <p:tgtEl>
                                          <p:spTgt spid="10"/>
                                        </p:tgtEl>
                                        <p:attrNameLst>
                                          <p:attrName>ppt_x</p:attrName>
                                          <p:attrName>ppt_y</p:attrName>
                                        </p:attrNameLst>
                                      </p:cBhvr>
                                      <p:rCtr x="-977" y="0"/>
                                    </p:animMotion>
                                  </p:childTnLst>
                                </p:cTn>
                              </p:par>
                              <p:par>
                                <p:cTn id="24" presetID="10" presetClass="entr" presetSubtype="0" fill="hold" grpId="0" nodeType="withEffect">
                                  <p:stCondLst>
                                    <p:cond delay="10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35" presetClass="path" presetSubtype="0" accel="50000" decel="50000" fill="hold" grpId="1" nodeType="withEffect">
                                  <p:stCondLst>
                                    <p:cond delay="1000"/>
                                  </p:stCondLst>
                                  <p:childTnLst>
                                    <p:animMotion origin="layout" path="M 0.01966 3.7037E-6 L -1.04167E-6 3.7037E-6 " pathEditMode="relative" rAng="0" ptsTypes="AA">
                                      <p:cBhvr>
                                        <p:cTn id="28" dur="1000" fill="hold"/>
                                        <p:tgtEl>
                                          <p:spTgt spid="11"/>
                                        </p:tgtEl>
                                        <p:attrNameLst>
                                          <p:attrName>ppt_x</p:attrName>
                                          <p:attrName>ppt_y</p:attrName>
                                        </p:attrNameLst>
                                      </p:cBhvr>
                                      <p:rCtr x="-9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10" presetClass="entr" presetSubtype="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8" grpId="1"/>
      <p:bldP spid="9" grpId="0">
        <p:tmplLst>
          <p:tmpl>
            <p:tnLst>
              <p:par>
                <p:cTn presetID="10" presetClass="entr" presetSubtype="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9" grpId="1"/>
      <p:bldP spid="10" grpId="0">
        <p:tmplLst>
          <p:tmpl>
            <p:tnLst>
              <p:par>
                <p:cTn presetID="10" presetClass="entr" presetSubtype="0" fill="hold" nodeType="withEffect">
                  <p:stCondLst>
                    <p:cond delay="10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0" grpId="1"/>
      <p:bldP spid="11" grpId="0">
        <p:tmplLst>
          <p:tmpl>
            <p:tnLst>
              <p:par>
                <p:cTn presetID="10" presetClass="entr" presetSubtype="0" fill="hold" nodeType="withEffect">
                  <p:stCondLst>
                    <p:cond delay="10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1" grpId="1"/>
      <p:bldP spid="7" grpId="0" animBg="1"/>
    </p:bldLst>
  </p:timing>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Speaker Guidanc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ED924C7-0356-6225-E12D-52F6C07AEA4F}"/>
              </a:ext>
            </a:extLst>
          </p:cNvPr>
          <p:cNvSpPr/>
          <p:nvPr userDrawn="1"/>
        </p:nvSpPr>
        <p:spPr bwMode="auto">
          <a:xfrm flipH="1">
            <a:off x="2524538" y="1152524"/>
            <a:ext cx="9081674" cy="5114309"/>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3" name="Rectangle 22">
            <a:extLst>
              <a:ext uri="{FF2B5EF4-FFF2-40B4-BE49-F238E27FC236}">
                <a16:creationId xmlns:a16="http://schemas.microsoft.com/office/drawing/2014/main" id="{82C25624-FD92-7EF6-BDD3-64F1782E1E0B}"/>
              </a:ext>
            </a:extLst>
          </p:cNvPr>
          <p:cNvSpPr/>
          <p:nvPr userDrawn="1"/>
        </p:nvSpPr>
        <p:spPr bwMode="auto">
          <a:xfrm>
            <a:off x="0" y="6266834"/>
            <a:ext cx="12192000" cy="59116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lvl1pPr>
              <a:defRPr/>
            </a:lvl1pPr>
          </a:lstStyle>
          <a:p>
            <a:r>
              <a:rPr lang="en-US"/>
              <a:t>Add Title here</a:t>
            </a:r>
          </a:p>
        </p:txBody>
      </p:sp>
      <p:sp>
        <p:nvSpPr>
          <p:cNvPr id="15" name="Text Placeholder 5">
            <a:extLst>
              <a:ext uri="{FF2B5EF4-FFF2-40B4-BE49-F238E27FC236}">
                <a16:creationId xmlns:a16="http://schemas.microsoft.com/office/drawing/2014/main" id="{D205E7A8-1881-A585-87DB-A2BD273F9506}"/>
              </a:ext>
            </a:extLst>
          </p:cNvPr>
          <p:cNvSpPr>
            <a:spLocks noGrp="1"/>
          </p:cNvSpPr>
          <p:nvPr>
            <p:ph type="body" sz="quarter" idx="20" hasCustomPrompt="1"/>
          </p:nvPr>
        </p:nvSpPr>
        <p:spPr>
          <a:xfrm>
            <a:off x="2603500" y="115252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6" name="Text Placeholder 5">
            <a:extLst>
              <a:ext uri="{FF2B5EF4-FFF2-40B4-BE49-F238E27FC236}">
                <a16:creationId xmlns:a16="http://schemas.microsoft.com/office/drawing/2014/main" id="{AE27D661-5D7F-C05F-4F97-7818CB1C50E0}"/>
              </a:ext>
            </a:extLst>
          </p:cNvPr>
          <p:cNvSpPr>
            <a:spLocks noGrp="1"/>
          </p:cNvSpPr>
          <p:nvPr>
            <p:ph type="body" sz="quarter" idx="21" hasCustomPrompt="1"/>
          </p:nvPr>
        </p:nvSpPr>
        <p:spPr>
          <a:xfrm>
            <a:off x="2603500" y="1890977"/>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7" name="Text Placeholder 5">
            <a:extLst>
              <a:ext uri="{FF2B5EF4-FFF2-40B4-BE49-F238E27FC236}">
                <a16:creationId xmlns:a16="http://schemas.microsoft.com/office/drawing/2014/main" id="{94DD9AD2-18DF-C76D-C40C-3BC3856BC6F0}"/>
              </a:ext>
            </a:extLst>
          </p:cNvPr>
          <p:cNvSpPr>
            <a:spLocks noGrp="1"/>
          </p:cNvSpPr>
          <p:nvPr>
            <p:ph type="body" sz="quarter" idx="22" hasCustomPrompt="1"/>
          </p:nvPr>
        </p:nvSpPr>
        <p:spPr>
          <a:xfrm>
            <a:off x="2603500" y="2629429"/>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8" name="Text Placeholder 5">
            <a:extLst>
              <a:ext uri="{FF2B5EF4-FFF2-40B4-BE49-F238E27FC236}">
                <a16:creationId xmlns:a16="http://schemas.microsoft.com/office/drawing/2014/main" id="{B3E59AB2-BBBB-24AE-6D25-42A2F78E7CBA}"/>
              </a:ext>
            </a:extLst>
          </p:cNvPr>
          <p:cNvSpPr>
            <a:spLocks noGrp="1"/>
          </p:cNvSpPr>
          <p:nvPr>
            <p:ph type="body" sz="quarter" idx="23" hasCustomPrompt="1"/>
          </p:nvPr>
        </p:nvSpPr>
        <p:spPr>
          <a:xfrm>
            <a:off x="2603500" y="3367881"/>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9" name="Text Placeholder 5">
            <a:extLst>
              <a:ext uri="{FF2B5EF4-FFF2-40B4-BE49-F238E27FC236}">
                <a16:creationId xmlns:a16="http://schemas.microsoft.com/office/drawing/2014/main" id="{030D4C9A-59E0-BD9C-F67D-75EB7DD853A3}"/>
              </a:ext>
            </a:extLst>
          </p:cNvPr>
          <p:cNvSpPr>
            <a:spLocks noGrp="1"/>
          </p:cNvSpPr>
          <p:nvPr>
            <p:ph type="body" sz="quarter" idx="24" hasCustomPrompt="1"/>
          </p:nvPr>
        </p:nvSpPr>
        <p:spPr>
          <a:xfrm>
            <a:off x="2603500" y="4106333"/>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0" name="Text Placeholder 5">
            <a:extLst>
              <a:ext uri="{FF2B5EF4-FFF2-40B4-BE49-F238E27FC236}">
                <a16:creationId xmlns:a16="http://schemas.microsoft.com/office/drawing/2014/main" id="{53FFF5E9-EB90-274A-4F32-79223FFCBE75}"/>
              </a:ext>
            </a:extLst>
          </p:cNvPr>
          <p:cNvSpPr>
            <a:spLocks noGrp="1"/>
          </p:cNvSpPr>
          <p:nvPr>
            <p:ph type="body" sz="quarter" idx="25" hasCustomPrompt="1"/>
          </p:nvPr>
        </p:nvSpPr>
        <p:spPr>
          <a:xfrm>
            <a:off x="2603500" y="484478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1" name="Text Placeholder 5">
            <a:extLst>
              <a:ext uri="{FF2B5EF4-FFF2-40B4-BE49-F238E27FC236}">
                <a16:creationId xmlns:a16="http://schemas.microsoft.com/office/drawing/2014/main" id="{092C99D8-DBE4-4260-924F-35D46E0B0A84}"/>
              </a:ext>
            </a:extLst>
          </p:cNvPr>
          <p:cNvSpPr>
            <a:spLocks noGrp="1"/>
          </p:cNvSpPr>
          <p:nvPr>
            <p:ph type="body" sz="quarter" idx="26" hasCustomPrompt="1"/>
          </p:nvPr>
        </p:nvSpPr>
        <p:spPr>
          <a:xfrm>
            <a:off x="2603500" y="558323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cxnSp>
        <p:nvCxnSpPr>
          <p:cNvPr id="25" name="Straight Connector 24">
            <a:extLst>
              <a:ext uri="{FF2B5EF4-FFF2-40B4-BE49-F238E27FC236}">
                <a16:creationId xmlns:a16="http://schemas.microsoft.com/office/drawing/2014/main" id="{B7C3725F-901C-C01F-E141-69E4374DC60C}"/>
              </a:ext>
            </a:extLst>
          </p:cNvPr>
          <p:cNvCxnSpPr>
            <a:cxnSpLocks/>
          </p:cNvCxnSpPr>
          <p:nvPr userDrawn="1"/>
        </p:nvCxnSpPr>
        <p:spPr>
          <a:xfrm>
            <a:off x="2603499" y="186465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CCF5029-E2DC-F2CF-6F92-B65540D53548}"/>
              </a:ext>
            </a:extLst>
          </p:cNvPr>
          <p:cNvCxnSpPr>
            <a:cxnSpLocks/>
          </p:cNvCxnSpPr>
          <p:nvPr userDrawn="1"/>
        </p:nvCxnSpPr>
        <p:spPr>
          <a:xfrm>
            <a:off x="2603499" y="2603103"/>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075192-50B7-3FC8-2E43-9002B60CDB09}"/>
              </a:ext>
            </a:extLst>
          </p:cNvPr>
          <p:cNvCxnSpPr>
            <a:cxnSpLocks/>
          </p:cNvCxnSpPr>
          <p:nvPr userDrawn="1"/>
        </p:nvCxnSpPr>
        <p:spPr>
          <a:xfrm>
            <a:off x="2603499" y="3341555"/>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53E800-D778-A32C-B978-EBD31A8823CD}"/>
              </a:ext>
            </a:extLst>
          </p:cNvPr>
          <p:cNvCxnSpPr>
            <a:cxnSpLocks/>
          </p:cNvCxnSpPr>
          <p:nvPr userDrawn="1"/>
        </p:nvCxnSpPr>
        <p:spPr>
          <a:xfrm>
            <a:off x="2603499" y="4080007"/>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0AFDF1-6406-00A6-9E52-3B64F6CEAA6B}"/>
              </a:ext>
            </a:extLst>
          </p:cNvPr>
          <p:cNvCxnSpPr>
            <a:cxnSpLocks/>
          </p:cNvCxnSpPr>
          <p:nvPr userDrawn="1"/>
        </p:nvCxnSpPr>
        <p:spPr>
          <a:xfrm>
            <a:off x="2603499" y="4818459"/>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2580B5-E917-7977-84AB-B816900A32BA}"/>
              </a:ext>
            </a:extLst>
          </p:cNvPr>
          <p:cNvCxnSpPr>
            <a:cxnSpLocks/>
          </p:cNvCxnSpPr>
          <p:nvPr userDrawn="1"/>
        </p:nvCxnSpPr>
        <p:spPr>
          <a:xfrm>
            <a:off x="2603499" y="555691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04E465-9A88-A57C-E10C-26DBF15524EE}"/>
              </a:ext>
            </a:extLst>
          </p:cNvPr>
          <p:cNvSpPr>
            <a:spLocks noGrp="1"/>
          </p:cNvSpPr>
          <p:nvPr>
            <p:ph type="body" sz="quarter" idx="13" hasCustomPrompt="1"/>
          </p:nvPr>
        </p:nvSpPr>
        <p:spPr>
          <a:xfrm>
            <a:off x="-1" y="115252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endParaRPr lang="en-US"/>
          </a:p>
        </p:txBody>
      </p:sp>
      <p:sp>
        <p:nvSpPr>
          <p:cNvPr id="7" name="Text Placeholder 5">
            <a:extLst>
              <a:ext uri="{FF2B5EF4-FFF2-40B4-BE49-F238E27FC236}">
                <a16:creationId xmlns:a16="http://schemas.microsoft.com/office/drawing/2014/main" id="{CED3A873-AF8D-D678-59D4-767C43AE3572}"/>
              </a:ext>
            </a:extLst>
          </p:cNvPr>
          <p:cNvSpPr>
            <a:spLocks noGrp="1"/>
          </p:cNvSpPr>
          <p:nvPr>
            <p:ph type="body" sz="quarter" idx="14" hasCustomPrompt="1"/>
          </p:nvPr>
        </p:nvSpPr>
        <p:spPr>
          <a:xfrm>
            <a:off x="-1" y="1890977"/>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8" name="Text Placeholder 5">
            <a:extLst>
              <a:ext uri="{FF2B5EF4-FFF2-40B4-BE49-F238E27FC236}">
                <a16:creationId xmlns:a16="http://schemas.microsoft.com/office/drawing/2014/main" id="{3C4C1BAE-D67A-56B0-565E-BB8DD62A1F04}"/>
              </a:ext>
            </a:extLst>
          </p:cNvPr>
          <p:cNvSpPr>
            <a:spLocks noGrp="1"/>
          </p:cNvSpPr>
          <p:nvPr>
            <p:ph type="body" sz="quarter" idx="15" hasCustomPrompt="1"/>
          </p:nvPr>
        </p:nvSpPr>
        <p:spPr>
          <a:xfrm>
            <a:off x="-1" y="2629429"/>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0" name="Text Placeholder 5">
            <a:extLst>
              <a:ext uri="{FF2B5EF4-FFF2-40B4-BE49-F238E27FC236}">
                <a16:creationId xmlns:a16="http://schemas.microsoft.com/office/drawing/2014/main" id="{EBDC8AD4-C927-CCDC-B645-AAC76C2FD939}"/>
              </a:ext>
            </a:extLst>
          </p:cNvPr>
          <p:cNvSpPr>
            <a:spLocks noGrp="1"/>
          </p:cNvSpPr>
          <p:nvPr>
            <p:ph type="body" sz="quarter" idx="16" hasCustomPrompt="1"/>
          </p:nvPr>
        </p:nvSpPr>
        <p:spPr>
          <a:xfrm>
            <a:off x="-1" y="3367881"/>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2" name="Text Placeholder 5">
            <a:extLst>
              <a:ext uri="{FF2B5EF4-FFF2-40B4-BE49-F238E27FC236}">
                <a16:creationId xmlns:a16="http://schemas.microsoft.com/office/drawing/2014/main" id="{79EB4475-9CBB-9290-75FD-627A825D8BBE}"/>
              </a:ext>
            </a:extLst>
          </p:cNvPr>
          <p:cNvSpPr>
            <a:spLocks noGrp="1"/>
          </p:cNvSpPr>
          <p:nvPr>
            <p:ph type="body" sz="quarter" idx="17" hasCustomPrompt="1"/>
          </p:nvPr>
        </p:nvSpPr>
        <p:spPr>
          <a:xfrm>
            <a:off x="-1" y="4106333"/>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3" name="Text Placeholder 5">
            <a:extLst>
              <a:ext uri="{FF2B5EF4-FFF2-40B4-BE49-F238E27FC236}">
                <a16:creationId xmlns:a16="http://schemas.microsoft.com/office/drawing/2014/main" id="{026C1969-4182-635E-8417-0C5A9050140D}"/>
              </a:ext>
            </a:extLst>
          </p:cNvPr>
          <p:cNvSpPr>
            <a:spLocks noGrp="1"/>
          </p:cNvSpPr>
          <p:nvPr>
            <p:ph type="body" sz="quarter" idx="18" hasCustomPrompt="1"/>
          </p:nvPr>
        </p:nvSpPr>
        <p:spPr>
          <a:xfrm>
            <a:off x="-1" y="484478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4" name="Text Placeholder 5">
            <a:extLst>
              <a:ext uri="{FF2B5EF4-FFF2-40B4-BE49-F238E27FC236}">
                <a16:creationId xmlns:a16="http://schemas.microsoft.com/office/drawing/2014/main" id="{251F96A7-E684-A125-B0E2-0DEA00C8442A}"/>
              </a:ext>
            </a:extLst>
          </p:cNvPr>
          <p:cNvSpPr>
            <a:spLocks noGrp="1"/>
          </p:cNvSpPr>
          <p:nvPr>
            <p:ph type="body" sz="quarter" idx="19" hasCustomPrompt="1"/>
          </p:nvPr>
        </p:nvSpPr>
        <p:spPr>
          <a:xfrm>
            <a:off x="-1" y="558323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3" name="Rectangle 2">
            <a:extLst>
              <a:ext uri="{FF2B5EF4-FFF2-40B4-BE49-F238E27FC236}">
                <a16:creationId xmlns:a16="http://schemas.microsoft.com/office/drawing/2014/main" id="{FD52D9C0-751B-47BD-F922-CD7E7783C353}"/>
              </a:ext>
            </a:extLst>
          </p:cNvPr>
          <p:cNvSpPr/>
          <p:nvPr userDrawn="1"/>
        </p:nvSpPr>
        <p:spPr bwMode="auto">
          <a:xfrm>
            <a:off x="1" y="0"/>
            <a:ext cx="12192000" cy="381000"/>
          </a:xfrm>
          <a:prstGeom prst="rect">
            <a:avLst/>
          </a:prstGeom>
          <a:solidFill>
            <a:srgbClr val="C000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Presenter Guidance</a:t>
            </a:r>
          </a:p>
        </p:txBody>
      </p:sp>
    </p:spTree>
    <p:extLst>
      <p:ext uri="{BB962C8B-B14F-4D97-AF65-F5344CB8AC3E}">
        <p14:creationId xmlns:p14="http://schemas.microsoft.com/office/powerpoint/2010/main" val="395125865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68808331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cSld name="Demo slide">
    <p:bg>
      <p:bgPr>
        <a:solidFill>
          <a:schemeClr val="bg2"/>
        </a:solidFill>
        <a:effectLst/>
      </p:bgPr>
    </p:bg>
    <p:spTree>
      <p:nvGrpSpPr>
        <p:cNvPr id="1" name=""/>
        <p:cNvGrpSpPr/>
        <p:nvPr/>
      </p:nvGrpSpPr>
      <p:grpSpPr>
        <a:xfrm>
          <a:off x="0" y="0"/>
          <a:ext cx="0" cy="0"/>
          <a:chOff x="0" y="0"/>
          <a:chExt cx="0" cy="0"/>
        </a:xfrm>
      </p:grpSpPr>
      <p:pic>
        <p:nvPicPr>
          <p:cNvPr id="4" name="Picture 3" descr="A group of colorful hexagons&#10;&#10;AI-generated content may be incorrect.">
            <a:extLst>
              <a:ext uri="{FF2B5EF4-FFF2-40B4-BE49-F238E27FC236}">
                <a16:creationId xmlns:a16="http://schemas.microsoft.com/office/drawing/2014/main" id="{C459F199-2A2D-6CE7-FD4F-C67A96274D7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FAE4A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915141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1807131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0754054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520418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5711430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0331296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922291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2814011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6127505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68185339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0619608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3961939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3">
              <a:alphaModFix/>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115993046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40">
          <p15:clr>
            <a:srgbClr val="A4A3A4"/>
          </p15:clr>
        </p15:guide>
        <p15:guide id="7" pos="878">
          <p15:clr>
            <a:srgbClr val="A4A3A4"/>
          </p15:clr>
        </p15:guide>
        <p15:guide id="8" pos="1348">
          <p15:clr>
            <a:srgbClr val="A4A3A4"/>
          </p15:clr>
        </p15:guide>
        <p15:guide id="9" pos="1486">
          <p15:clr>
            <a:srgbClr val="A4A3A4"/>
          </p15:clr>
        </p15:guide>
        <p15:guide id="10" pos="1952">
          <p15:clr>
            <a:srgbClr val="A4A3A4"/>
          </p15:clr>
        </p15:guide>
        <p15:guide id="11" pos="2091">
          <p15:clr>
            <a:srgbClr val="A4A3A4"/>
          </p15:clr>
        </p15:guide>
        <p15:guide id="12" pos="2560">
          <p15:clr>
            <a:srgbClr val="A4A3A4"/>
          </p15:clr>
        </p15:guide>
        <p15:guide id="13" pos="2695">
          <p15:clr>
            <a:srgbClr val="A4A3A4"/>
          </p15:clr>
        </p15:guide>
        <p15:guide id="14" pos="3164">
          <p15:clr>
            <a:srgbClr val="A4A3A4"/>
          </p15:clr>
        </p15:guide>
        <p15:guide id="15" pos="3300">
          <p15:clr>
            <a:srgbClr val="A4A3A4"/>
          </p15:clr>
        </p15:guide>
        <p15:guide id="16" pos="3772">
          <p15:clr>
            <a:srgbClr val="A4A3A4"/>
          </p15:clr>
        </p15:guide>
        <p15:guide id="17" pos="3908">
          <p15:clr>
            <a:srgbClr val="A4A3A4"/>
          </p15:clr>
        </p15:guide>
        <p15:guide id="18" pos="4380">
          <p15:clr>
            <a:srgbClr val="A4A3A4"/>
          </p15:clr>
        </p15:guide>
        <p15:guide id="19" pos="4516">
          <p15:clr>
            <a:srgbClr val="A4A3A4"/>
          </p15:clr>
        </p15:guide>
        <p15:guide id="20" pos="4985">
          <p15:clr>
            <a:srgbClr val="A4A3A4"/>
          </p15:clr>
        </p15:guide>
        <p15:guide id="21" pos="5120">
          <p15:clr>
            <a:srgbClr val="A4A3A4"/>
          </p15:clr>
        </p15:guide>
        <p15:guide id="22" pos="5589">
          <p15:clr>
            <a:srgbClr val="A4A3A4"/>
          </p15:clr>
        </p15:guide>
        <p15:guide id="23" pos="5728">
          <p15:clr>
            <a:srgbClr val="A4A3A4"/>
          </p15:clr>
        </p15:guide>
        <p15:guide id="24" pos="6194">
          <p15:clr>
            <a:srgbClr val="A4A3A4"/>
          </p15:clr>
        </p15:guide>
        <p15:guide id="25" pos="6332">
          <p15:clr>
            <a:srgbClr val="A4A3A4"/>
          </p15:clr>
        </p15:guide>
        <p15:guide id="26" pos="6802">
          <p15:clr>
            <a:srgbClr val="A4A3A4"/>
          </p15:clr>
        </p15:guide>
        <p15:guide id="27" pos="6940">
          <p15:clr>
            <a:srgbClr val="A4A3A4"/>
          </p15:clr>
        </p15:guide>
        <p15:guide id="28" orient="horz" pos="905">
          <p15:clr>
            <a:srgbClr val="5ACBF0"/>
          </p15:clr>
        </p15:guide>
        <p15:guide id="29" orient="horz" pos="1271">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339057"/>
            <a:ext cx="11018520" cy="430887"/>
          </a:xfrm>
        </p:spPr>
        <p:txBody>
          <a:bodyPr/>
          <a:lstStyle>
            <a:lvl1pPr>
              <a:defRPr sz="2800"/>
            </a:lvl1pPr>
          </a:lstStyle>
          <a:p>
            <a:r>
              <a:rPr lang="en-US"/>
              <a:t>Click to edit Master title style</a:t>
            </a:r>
          </a:p>
        </p:txBody>
      </p:sp>
    </p:spTree>
    <p:extLst>
      <p:ext uri="{BB962C8B-B14F-4D97-AF65-F5344CB8AC3E}">
        <p14:creationId xmlns:p14="http://schemas.microsoft.com/office/powerpoint/2010/main" val="263964367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2_Section Header - option 2">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29202D2-7400-B85C-E27C-1C43F148CDD2}"/>
              </a:ext>
            </a:extLst>
          </p:cNvPr>
          <p:cNvSpPr>
            <a:spLocks/>
          </p:cNvSpPr>
          <p:nvPr userDrawn="1"/>
        </p:nvSpPr>
        <p:spPr>
          <a:xfrm>
            <a:off x="0" y="0"/>
            <a:ext cx="12198350" cy="686972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5">
              <a:lumMod val="20000"/>
              <a:lumOff val="80000"/>
            </a:schemeClr>
          </a:solidFill>
        </p:spPr>
        <p:txBody>
          <a:bodyPr/>
          <a:lstStyle/>
          <a:p>
            <a:endParaRPr lang="es-MX"/>
          </a:p>
        </p:txBody>
      </p:sp>
      <p:sp>
        <p:nvSpPr>
          <p:cNvPr id="2" name="Title 1">
            <a:extLst>
              <a:ext uri="{FF2B5EF4-FFF2-40B4-BE49-F238E27FC236}">
                <a16:creationId xmlns:a16="http://schemas.microsoft.com/office/drawing/2014/main" id="{C6A6E44D-AF4D-B0D0-2D38-17BF590B43A1}"/>
              </a:ext>
            </a:extLst>
          </p:cNvPr>
          <p:cNvSpPr>
            <a:spLocks noGrp="1"/>
          </p:cNvSpPr>
          <p:nvPr>
            <p:ph type="title"/>
          </p:nvPr>
        </p:nvSpPr>
        <p:spPr>
          <a:xfrm>
            <a:off x="831850" y="1709739"/>
            <a:ext cx="10515600" cy="1141154"/>
          </a:xfrm>
        </p:spPr>
        <p:txBody>
          <a:bodyPr anchor="ctr">
            <a:normAutofit/>
          </a:bodyPr>
          <a:lstStyle>
            <a:lvl1pPr>
              <a:defRPr sz="4400">
                <a:solidFill>
                  <a:schemeClr val="accent6">
                    <a:lumMod val="50000"/>
                  </a:schemeClr>
                </a:solidFill>
              </a:defRPr>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B773F104-8DDE-A1E6-0719-100ACF2087DB}"/>
              </a:ext>
            </a:extLst>
          </p:cNvPr>
          <p:cNvSpPr>
            <a:spLocks noGrp="1"/>
          </p:cNvSpPr>
          <p:nvPr>
            <p:ph type="body" idx="1"/>
          </p:nvPr>
        </p:nvSpPr>
        <p:spPr>
          <a:xfrm>
            <a:off x="831850" y="2850893"/>
            <a:ext cx="10515600" cy="1594358"/>
          </a:xfrm>
        </p:spPr>
        <p:txBody>
          <a:bodyPr>
            <a:normAutofit/>
          </a:bodyPr>
          <a:lstStyle>
            <a:lvl1pPr marL="0" indent="0">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69DBC-2956-8F47-4E6B-2E507E2D943D}"/>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15" name="Freeform 8">
            <a:extLst>
              <a:ext uri="{FF2B5EF4-FFF2-40B4-BE49-F238E27FC236}">
                <a16:creationId xmlns:a16="http://schemas.microsoft.com/office/drawing/2014/main" id="{4ABE5541-45AA-5D0D-8169-D76F16EACDA3}"/>
              </a:ext>
            </a:extLst>
          </p:cNvPr>
          <p:cNvSpPr/>
          <p:nvPr userDrawn="1"/>
        </p:nvSpPr>
        <p:spPr>
          <a:xfrm>
            <a:off x="739972" y="471669"/>
            <a:ext cx="1860550" cy="525189"/>
          </a:xfrm>
          <a:custGeom>
            <a:avLst/>
            <a:gdLst/>
            <a:ahLst/>
            <a:cxnLst/>
            <a:rect l="l" t="t" r="r" b="b"/>
            <a:pathLst>
              <a:path w="3040582" h="862772">
                <a:moveTo>
                  <a:pt x="0" y="0"/>
                </a:moveTo>
                <a:lnTo>
                  <a:pt x="3040582" y="0"/>
                </a:lnTo>
                <a:lnTo>
                  <a:pt x="3040582" y="862771"/>
                </a:lnTo>
                <a:lnTo>
                  <a:pt x="0" y="862771"/>
                </a:lnTo>
                <a:lnTo>
                  <a:pt x="0" y="0"/>
                </a:lnTo>
                <a:close/>
              </a:path>
            </a:pathLst>
          </a:custGeom>
          <a:blipFill>
            <a:blip r:embed="rId2"/>
            <a:stretch>
              <a:fillRect l="-18542" t="-57395" r="-18192" b="-58446"/>
            </a:stretch>
          </a:blipFill>
        </p:spPr>
        <p:txBody>
          <a:bodyPr/>
          <a:lstStyle/>
          <a:p>
            <a:endParaRPr lang="es-MX"/>
          </a:p>
        </p:txBody>
      </p:sp>
      <p:sp>
        <p:nvSpPr>
          <p:cNvPr id="12" name="Text Placeholder 2">
            <a:extLst>
              <a:ext uri="{FF2B5EF4-FFF2-40B4-BE49-F238E27FC236}">
                <a16:creationId xmlns:a16="http://schemas.microsoft.com/office/drawing/2014/main" id="{0C6718F5-4CB2-A424-FD1A-5CC53BB88C2C}"/>
              </a:ext>
            </a:extLst>
          </p:cNvPr>
          <p:cNvSpPr>
            <a:spLocks noGrp="1"/>
          </p:cNvSpPr>
          <p:nvPr>
            <p:ph type="body" idx="13" hasCustomPrompt="1"/>
          </p:nvPr>
        </p:nvSpPr>
        <p:spPr>
          <a:xfrm>
            <a:off x="791633" y="4550797"/>
            <a:ext cx="5156494" cy="1594358"/>
          </a:xfrm>
        </p:spPr>
        <p:txBody>
          <a:bodyPr>
            <a:normAutofit/>
          </a:bodyPr>
          <a:lstStyle>
            <a:lvl1pPr marL="0" indent="0">
              <a:buNone/>
              <a:defRPr sz="2400">
                <a:solidFill>
                  <a:schemeClr val="accent6">
                    <a:lumMod val="75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Speaker Name</a:t>
            </a:r>
          </a:p>
          <a:p>
            <a:pPr lvl="0"/>
            <a:r>
              <a:rPr lang="en-US"/>
              <a:t>Title</a:t>
            </a:r>
          </a:p>
          <a:p>
            <a:pPr lvl="0"/>
            <a:r>
              <a:rPr lang="en-US"/>
              <a:t>Role</a:t>
            </a:r>
          </a:p>
          <a:p>
            <a:pPr lvl="0"/>
            <a:endParaRPr lang="en-US"/>
          </a:p>
        </p:txBody>
      </p:sp>
      <p:sp>
        <p:nvSpPr>
          <p:cNvPr id="13" name="Text Placeholder 2">
            <a:extLst>
              <a:ext uri="{FF2B5EF4-FFF2-40B4-BE49-F238E27FC236}">
                <a16:creationId xmlns:a16="http://schemas.microsoft.com/office/drawing/2014/main" id="{B28653AB-9915-A1B3-34BF-C7AA9C6808D9}"/>
              </a:ext>
            </a:extLst>
          </p:cNvPr>
          <p:cNvSpPr>
            <a:spLocks noGrp="1"/>
          </p:cNvSpPr>
          <p:nvPr>
            <p:ph type="body" idx="14" hasCustomPrompt="1"/>
          </p:nvPr>
        </p:nvSpPr>
        <p:spPr>
          <a:xfrm>
            <a:off x="6096000" y="4550797"/>
            <a:ext cx="5249941" cy="1594358"/>
          </a:xfrm>
        </p:spPr>
        <p:txBody>
          <a:bodyPr>
            <a:normAutofit/>
          </a:bodyPr>
          <a:lstStyle>
            <a:lvl1pPr marL="0" indent="0">
              <a:buNone/>
              <a:defRPr sz="2400">
                <a:solidFill>
                  <a:schemeClr val="accent6">
                    <a:lumMod val="75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Speaker Name</a:t>
            </a:r>
          </a:p>
          <a:p>
            <a:pPr lvl="0"/>
            <a:r>
              <a:rPr lang="en-US"/>
              <a:t>Title</a:t>
            </a:r>
          </a:p>
          <a:p>
            <a:pPr lvl="0"/>
            <a:r>
              <a:rPr lang="en-US"/>
              <a:t>Role</a:t>
            </a:r>
          </a:p>
          <a:p>
            <a:pPr lvl="0"/>
            <a:endParaRPr lang="en-US"/>
          </a:p>
        </p:txBody>
      </p:sp>
    </p:spTree>
    <p:extLst>
      <p:ext uri="{BB962C8B-B14F-4D97-AF65-F5344CB8AC3E}">
        <p14:creationId xmlns:p14="http://schemas.microsoft.com/office/powerpoint/2010/main" val="268333955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3_Section Header - option 2">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29202D2-7400-B85C-E27C-1C43F148CDD2}"/>
              </a:ext>
            </a:extLst>
          </p:cNvPr>
          <p:cNvSpPr>
            <a:spLocks/>
          </p:cNvSpPr>
          <p:nvPr userDrawn="1"/>
        </p:nvSpPr>
        <p:spPr>
          <a:xfrm>
            <a:off x="0" y="0"/>
            <a:ext cx="12198350" cy="686972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5">
              <a:lumMod val="20000"/>
              <a:lumOff val="80000"/>
            </a:schemeClr>
          </a:solidFill>
        </p:spPr>
        <p:txBody>
          <a:bodyPr/>
          <a:lstStyle/>
          <a:p>
            <a:endParaRPr lang="es-MX"/>
          </a:p>
        </p:txBody>
      </p:sp>
      <p:sp>
        <p:nvSpPr>
          <p:cNvPr id="2" name="Title 1">
            <a:extLst>
              <a:ext uri="{FF2B5EF4-FFF2-40B4-BE49-F238E27FC236}">
                <a16:creationId xmlns:a16="http://schemas.microsoft.com/office/drawing/2014/main" id="{C6A6E44D-AF4D-B0D0-2D38-17BF590B43A1}"/>
              </a:ext>
            </a:extLst>
          </p:cNvPr>
          <p:cNvSpPr>
            <a:spLocks noGrp="1"/>
          </p:cNvSpPr>
          <p:nvPr>
            <p:ph type="title"/>
          </p:nvPr>
        </p:nvSpPr>
        <p:spPr>
          <a:xfrm>
            <a:off x="838200" y="1232343"/>
            <a:ext cx="10515600" cy="2852737"/>
          </a:xfrm>
        </p:spPr>
        <p:txBody>
          <a:bodyPr anchor="ctr"/>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B773F104-8DDE-A1E6-0719-100ACF2087DB}"/>
              </a:ext>
            </a:extLst>
          </p:cNvPr>
          <p:cNvSpPr>
            <a:spLocks noGrp="1"/>
          </p:cNvSpPr>
          <p:nvPr>
            <p:ph type="body" idx="1"/>
          </p:nvPr>
        </p:nvSpPr>
        <p:spPr>
          <a:xfrm>
            <a:off x="838200" y="423110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69DBC-2956-8F47-4E6B-2E507E2D943D}"/>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2015187267"/>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95FCD2-FBD5-1EFB-6B99-A5A5A405356B}"/>
              </a:ext>
            </a:extLst>
          </p:cNvPr>
          <p:cNvSpPr>
            <a:spLocks noGrp="1" noRot="1" noMove="1" noResize="1" noEditPoints="1" noAdjustHandles="1" noChangeArrowheads="1" noChangeShapeType="1"/>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MX"/>
          </a:p>
        </p:txBody>
      </p:sp>
      <p:sp>
        <p:nvSpPr>
          <p:cNvPr id="2" name="Title 1">
            <a:extLst>
              <a:ext uri="{FF2B5EF4-FFF2-40B4-BE49-F238E27FC236}">
                <a16:creationId xmlns:a16="http://schemas.microsoft.com/office/drawing/2014/main" id="{3060115F-7367-9831-CC7F-5F32AB3CDF64}"/>
              </a:ext>
            </a:extLst>
          </p:cNvPr>
          <p:cNvSpPr>
            <a:spLocks noGrp="1"/>
          </p:cNvSpPr>
          <p:nvPr>
            <p:ph type="title" hasCustomPrompt="1"/>
          </p:nvPr>
        </p:nvSpPr>
        <p:spPr/>
        <p:txBody>
          <a:bodyPr/>
          <a:lstStyle>
            <a:lvl1pPr>
              <a:defRPr/>
            </a:lvl1pPr>
          </a:lstStyle>
          <a:p>
            <a:r>
              <a:rPr lang="en-US"/>
              <a:t>About you</a:t>
            </a:r>
            <a:endParaRPr lang="es-MX"/>
          </a:p>
        </p:txBody>
      </p:sp>
      <p:grpSp>
        <p:nvGrpSpPr>
          <p:cNvPr id="5" name="Group 6">
            <a:extLst>
              <a:ext uri="{FF2B5EF4-FFF2-40B4-BE49-F238E27FC236}">
                <a16:creationId xmlns:a16="http://schemas.microsoft.com/office/drawing/2014/main" id="{38C10DA9-B70C-145C-3BF4-E96609F6562A}"/>
              </a:ext>
            </a:extLst>
          </p:cNvPr>
          <p:cNvGrpSpPr/>
          <p:nvPr userDrawn="1"/>
        </p:nvGrpSpPr>
        <p:grpSpPr>
          <a:xfrm>
            <a:off x="838200" y="1690688"/>
            <a:ext cx="10515602" cy="5167313"/>
            <a:chOff x="0" y="-234844"/>
            <a:chExt cx="4396591" cy="2457932"/>
          </a:xfrm>
        </p:grpSpPr>
        <p:sp>
          <p:nvSpPr>
            <p:cNvPr id="6" name="Freeform 7">
              <a:extLst>
                <a:ext uri="{FF2B5EF4-FFF2-40B4-BE49-F238E27FC236}">
                  <a16:creationId xmlns:a16="http://schemas.microsoft.com/office/drawing/2014/main" id="{670F8A61-A63F-DE51-BC1C-81A4C91CE8F3}"/>
                </a:ext>
              </a:extLst>
            </p:cNvPr>
            <p:cNvSpPr/>
            <p:nvPr/>
          </p:nvSpPr>
          <p:spPr>
            <a:xfrm>
              <a:off x="0" y="-234844"/>
              <a:ext cx="4396591" cy="2457932"/>
            </a:xfrm>
            <a:custGeom>
              <a:avLst/>
              <a:gdLst/>
              <a:ahLst/>
              <a:cxnLst/>
              <a:rect l="l" t="t" r="r" b="b"/>
              <a:pathLst>
                <a:path w="4396591" h="2223088">
                  <a:moveTo>
                    <a:pt x="13449" y="0"/>
                  </a:moveTo>
                  <a:lnTo>
                    <a:pt x="4383141" y="0"/>
                  </a:lnTo>
                  <a:cubicBezTo>
                    <a:pt x="4390569" y="0"/>
                    <a:pt x="4396591" y="6022"/>
                    <a:pt x="4396591" y="13449"/>
                  </a:cubicBezTo>
                  <a:lnTo>
                    <a:pt x="4396591" y="2209638"/>
                  </a:lnTo>
                  <a:cubicBezTo>
                    <a:pt x="4396591" y="2213205"/>
                    <a:pt x="4395174" y="2216626"/>
                    <a:pt x="4392651" y="2219148"/>
                  </a:cubicBezTo>
                  <a:cubicBezTo>
                    <a:pt x="4390129" y="2221671"/>
                    <a:pt x="4386708" y="2223088"/>
                    <a:pt x="4383141" y="2223088"/>
                  </a:cubicBezTo>
                  <a:lnTo>
                    <a:pt x="13449" y="2223088"/>
                  </a:lnTo>
                  <a:cubicBezTo>
                    <a:pt x="6022" y="2223088"/>
                    <a:pt x="0" y="2217066"/>
                    <a:pt x="0" y="2209638"/>
                  </a:cubicBezTo>
                  <a:lnTo>
                    <a:pt x="0" y="13449"/>
                  </a:lnTo>
                  <a:cubicBezTo>
                    <a:pt x="0" y="6022"/>
                    <a:pt x="6022" y="0"/>
                    <a:pt x="13449" y="0"/>
                  </a:cubicBezTo>
                  <a:close/>
                </a:path>
              </a:pathLst>
            </a:custGeom>
            <a:solidFill>
              <a:srgbClr val="FFFFFF"/>
            </a:solidFill>
          </p:spPr>
          <p:txBody>
            <a:bodyPr/>
            <a:lstStyle/>
            <a:p>
              <a:endParaRPr lang="es-MX"/>
            </a:p>
          </p:txBody>
        </p:sp>
        <p:sp>
          <p:nvSpPr>
            <p:cNvPr id="7" name="TextBox 8">
              <a:extLst>
                <a:ext uri="{FF2B5EF4-FFF2-40B4-BE49-F238E27FC236}">
                  <a16:creationId xmlns:a16="http://schemas.microsoft.com/office/drawing/2014/main" id="{6AD497AD-1ADB-DF0F-B24D-811410E7D65A}"/>
                </a:ext>
              </a:extLst>
            </p:cNvPr>
            <p:cNvSpPr txBox="1"/>
            <p:nvPr/>
          </p:nvSpPr>
          <p:spPr>
            <a:xfrm>
              <a:off x="0" y="-38100"/>
              <a:ext cx="4396590" cy="2261188"/>
            </a:xfrm>
            <a:prstGeom prst="rect">
              <a:avLst/>
            </a:prstGeom>
          </p:spPr>
          <p:txBody>
            <a:bodyPr lIns="50800" tIns="50800" rIns="50800" bIns="50800" rtlCol="0" anchor="ctr"/>
            <a:lstStyle/>
            <a:p>
              <a:pPr algn="ctr">
                <a:lnSpc>
                  <a:spcPts val="2659"/>
                </a:lnSpc>
                <a:spcBef>
                  <a:spcPct val="0"/>
                </a:spcBef>
              </a:pPr>
              <a:endParaRPr/>
            </a:p>
          </p:txBody>
        </p:sp>
      </p:gr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75267" y="1837854"/>
            <a:ext cx="9863666" cy="4339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Tree>
    <p:extLst>
      <p:ext uri="{BB962C8B-B14F-4D97-AF65-F5344CB8AC3E}">
        <p14:creationId xmlns:p14="http://schemas.microsoft.com/office/powerpoint/2010/main" val="2028260406"/>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95FCD2-FBD5-1EFB-6B99-A5A5A405356B}"/>
              </a:ext>
            </a:extLst>
          </p:cNvPr>
          <p:cNvSpPr>
            <a:spLocks noGrp="1" noRot="1" noMove="1" noResize="1" noEditPoints="1" noAdjustHandles="1" noChangeArrowheads="1" noChangeShapeType="1"/>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MX"/>
          </a:p>
        </p:txBody>
      </p:sp>
      <p:sp>
        <p:nvSpPr>
          <p:cNvPr id="2" name="Title 1">
            <a:extLst>
              <a:ext uri="{FF2B5EF4-FFF2-40B4-BE49-F238E27FC236}">
                <a16:creationId xmlns:a16="http://schemas.microsoft.com/office/drawing/2014/main" id="{3060115F-7367-9831-CC7F-5F32AB3CDF64}"/>
              </a:ext>
            </a:extLst>
          </p:cNvPr>
          <p:cNvSpPr>
            <a:spLocks noGrp="1"/>
          </p:cNvSpPr>
          <p:nvPr>
            <p:ph type="title" hasCustomPrompt="1"/>
          </p:nvPr>
        </p:nvSpPr>
        <p:spPr/>
        <p:txBody>
          <a:bodyPr/>
          <a:lstStyle>
            <a:lvl1pPr>
              <a:defRPr/>
            </a:lvl1pPr>
          </a:lstStyle>
          <a:p>
            <a:r>
              <a:rPr lang="en-US"/>
              <a:t>About the speakers</a:t>
            </a:r>
            <a:endParaRPr lang="es-MX"/>
          </a:p>
        </p:txBody>
      </p:sp>
      <p:grpSp>
        <p:nvGrpSpPr>
          <p:cNvPr id="12" name="Group 8">
            <a:extLst>
              <a:ext uri="{FF2B5EF4-FFF2-40B4-BE49-F238E27FC236}">
                <a16:creationId xmlns:a16="http://schemas.microsoft.com/office/drawing/2014/main" id="{84CD342C-E2D3-353F-8B33-2ACD3A1BE8B3}"/>
              </a:ext>
            </a:extLst>
          </p:cNvPr>
          <p:cNvGrpSpPr/>
          <p:nvPr userDrawn="1"/>
        </p:nvGrpSpPr>
        <p:grpSpPr>
          <a:xfrm>
            <a:off x="6891020" y="3537719"/>
            <a:ext cx="4064848" cy="3320281"/>
            <a:chOff x="0" y="0"/>
            <a:chExt cx="1513731" cy="2223088"/>
          </a:xfrm>
        </p:grpSpPr>
        <p:sp>
          <p:nvSpPr>
            <p:cNvPr id="13" name="Freeform 9">
              <a:extLst>
                <a:ext uri="{FF2B5EF4-FFF2-40B4-BE49-F238E27FC236}">
                  <a16:creationId xmlns:a16="http://schemas.microsoft.com/office/drawing/2014/main" id="{4F86E2AA-C4BD-82FC-82EE-004E6D1D47E9}"/>
                </a:ext>
              </a:extLst>
            </p:cNvPr>
            <p:cNvSpPr/>
            <p:nvPr/>
          </p:nvSpPr>
          <p:spPr>
            <a:xfrm>
              <a:off x="0" y="0"/>
              <a:ext cx="1513731" cy="2223088"/>
            </a:xfrm>
            <a:custGeom>
              <a:avLst/>
              <a:gdLst/>
              <a:ahLst/>
              <a:cxnLst/>
              <a:rect l="l" t="t" r="r" b="b"/>
              <a:pathLst>
                <a:path w="1513731" h="2223088">
                  <a:moveTo>
                    <a:pt x="39064" y="0"/>
                  </a:moveTo>
                  <a:lnTo>
                    <a:pt x="1474668" y="0"/>
                  </a:lnTo>
                  <a:cubicBezTo>
                    <a:pt x="1485028" y="0"/>
                    <a:pt x="1494964" y="4116"/>
                    <a:pt x="1502290" y="11441"/>
                  </a:cubicBezTo>
                  <a:cubicBezTo>
                    <a:pt x="1509616" y="18767"/>
                    <a:pt x="1513731" y="28703"/>
                    <a:pt x="1513731" y="39064"/>
                  </a:cubicBezTo>
                  <a:lnTo>
                    <a:pt x="1513731" y="2184024"/>
                  </a:lnTo>
                  <a:cubicBezTo>
                    <a:pt x="1513731" y="2205598"/>
                    <a:pt x="1496242" y="2223088"/>
                    <a:pt x="1474668" y="2223088"/>
                  </a:cubicBezTo>
                  <a:lnTo>
                    <a:pt x="39064" y="2223088"/>
                  </a:lnTo>
                  <a:cubicBezTo>
                    <a:pt x="17489" y="2223088"/>
                    <a:pt x="0" y="2205598"/>
                    <a:pt x="0" y="2184024"/>
                  </a:cubicBezTo>
                  <a:lnTo>
                    <a:pt x="0" y="39064"/>
                  </a:lnTo>
                  <a:cubicBezTo>
                    <a:pt x="0" y="17489"/>
                    <a:pt x="17489" y="0"/>
                    <a:pt x="39064" y="0"/>
                  </a:cubicBezTo>
                  <a:close/>
                </a:path>
              </a:pathLst>
            </a:custGeom>
            <a:solidFill>
              <a:srgbClr val="FFFFFF"/>
            </a:solidFill>
          </p:spPr>
          <p:txBody>
            <a:bodyPr/>
            <a:lstStyle/>
            <a:p>
              <a:endParaRPr lang="es-MX"/>
            </a:p>
          </p:txBody>
        </p:sp>
        <p:sp>
          <p:nvSpPr>
            <p:cNvPr id="14" name="TextBox 13">
              <a:extLst>
                <a:ext uri="{FF2B5EF4-FFF2-40B4-BE49-F238E27FC236}">
                  <a16:creationId xmlns:a16="http://schemas.microsoft.com/office/drawing/2014/main" id="{0EA62988-03A8-2DE6-E763-D7FD9D803333}"/>
                </a:ext>
              </a:extLst>
            </p:cNvPr>
            <p:cNvSpPr txBox="1"/>
            <p:nvPr/>
          </p:nvSpPr>
          <p:spPr>
            <a:xfrm>
              <a:off x="0" y="-47625"/>
              <a:ext cx="1513731" cy="2270713"/>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8">
            <a:extLst>
              <a:ext uri="{FF2B5EF4-FFF2-40B4-BE49-F238E27FC236}">
                <a16:creationId xmlns:a16="http://schemas.microsoft.com/office/drawing/2014/main" id="{CA45EA46-89E2-2C45-FAE0-708611EC9957}"/>
              </a:ext>
            </a:extLst>
          </p:cNvPr>
          <p:cNvGrpSpPr/>
          <p:nvPr userDrawn="1"/>
        </p:nvGrpSpPr>
        <p:grpSpPr>
          <a:xfrm>
            <a:off x="1075267" y="3537719"/>
            <a:ext cx="4064848" cy="3320281"/>
            <a:chOff x="0" y="0"/>
            <a:chExt cx="1513731" cy="2223088"/>
          </a:xfrm>
        </p:grpSpPr>
        <p:sp>
          <p:nvSpPr>
            <p:cNvPr id="16" name="Freeform 9">
              <a:extLst>
                <a:ext uri="{FF2B5EF4-FFF2-40B4-BE49-F238E27FC236}">
                  <a16:creationId xmlns:a16="http://schemas.microsoft.com/office/drawing/2014/main" id="{321B8092-5047-EEF5-E13B-09FC7334CE51}"/>
                </a:ext>
              </a:extLst>
            </p:cNvPr>
            <p:cNvSpPr/>
            <p:nvPr/>
          </p:nvSpPr>
          <p:spPr>
            <a:xfrm>
              <a:off x="0" y="0"/>
              <a:ext cx="1513731" cy="2223088"/>
            </a:xfrm>
            <a:custGeom>
              <a:avLst/>
              <a:gdLst/>
              <a:ahLst/>
              <a:cxnLst/>
              <a:rect l="l" t="t" r="r" b="b"/>
              <a:pathLst>
                <a:path w="1513731" h="2223088">
                  <a:moveTo>
                    <a:pt x="39064" y="0"/>
                  </a:moveTo>
                  <a:lnTo>
                    <a:pt x="1474668" y="0"/>
                  </a:lnTo>
                  <a:cubicBezTo>
                    <a:pt x="1485028" y="0"/>
                    <a:pt x="1494964" y="4116"/>
                    <a:pt x="1502290" y="11441"/>
                  </a:cubicBezTo>
                  <a:cubicBezTo>
                    <a:pt x="1509616" y="18767"/>
                    <a:pt x="1513731" y="28703"/>
                    <a:pt x="1513731" y="39064"/>
                  </a:cubicBezTo>
                  <a:lnTo>
                    <a:pt x="1513731" y="2184024"/>
                  </a:lnTo>
                  <a:cubicBezTo>
                    <a:pt x="1513731" y="2205598"/>
                    <a:pt x="1496242" y="2223088"/>
                    <a:pt x="1474668" y="2223088"/>
                  </a:cubicBezTo>
                  <a:lnTo>
                    <a:pt x="39064" y="2223088"/>
                  </a:lnTo>
                  <a:cubicBezTo>
                    <a:pt x="17489" y="2223088"/>
                    <a:pt x="0" y="2205598"/>
                    <a:pt x="0" y="2184024"/>
                  </a:cubicBezTo>
                  <a:lnTo>
                    <a:pt x="0" y="39064"/>
                  </a:lnTo>
                  <a:cubicBezTo>
                    <a:pt x="0" y="17489"/>
                    <a:pt x="17489" y="0"/>
                    <a:pt x="39064" y="0"/>
                  </a:cubicBezTo>
                  <a:close/>
                </a:path>
              </a:pathLst>
            </a:custGeom>
            <a:solidFill>
              <a:srgbClr val="FFFFFF"/>
            </a:solidFill>
          </p:spPr>
          <p:txBody>
            <a:bodyPr/>
            <a:lstStyle/>
            <a:p>
              <a:endParaRPr lang="es-MX"/>
            </a:p>
          </p:txBody>
        </p:sp>
        <p:sp>
          <p:nvSpPr>
            <p:cNvPr id="17" name="TextBox 16">
              <a:extLst>
                <a:ext uri="{FF2B5EF4-FFF2-40B4-BE49-F238E27FC236}">
                  <a16:creationId xmlns:a16="http://schemas.microsoft.com/office/drawing/2014/main" id="{037CCC31-8AF4-47FA-8DCA-1BD5C1B435BC}"/>
                </a:ext>
              </a:extLst>
            </p:cNvPr>
            <p:cNvSpPr txBox="1"/>
            <p:nvPr/>
          </p:nvSpPr>
          <p:spPr>
            <a:xfrm>
              <a:off x="0" y="-47625"/>
              <a:ext cx="1513731" cy="2270713"/>
            </a:xfrm>
            <a:prstGeom prst="rect">
              <a:avLst/>
            </a:prstGeom>
          </p:spPr>
          <p:txBody>
            <a:bodyPr lIns="50800" tIns="50800" rIns="50800" bIns="50800" rtlCol="0" anchor="ctr"/>
            <a:lstStyle/>
            <a:p>
              <a:pPr algn="ctr">
                <a:lnSpc>
                  <a:spcPts val="2659"/>
                </a:lnSpc>
                <a:spcBef>
                  <a:spcPct val="0"/>
                </a:spcBef>
              </a:pPr>
              <a:endParaRPr/>
            </a:p>
          </p:txBody>
        </p:sp>
      </p:grpSp>
      <p:sp>
        <p:nvSpPr>
          <p:cNvPr id="9" name="Picture Placeholder 2">
            <a:extLst>
              <a:ext uri="{FF2B5EF4-FFF2-40B4-BE49-F238E27FC236}">
                <a16:creationId xmlns:a16="http://schemas.microsoft.com/office/drawing/2014/main" id="{31EDC61F-BE19-72DD-112C-956072532F5D}"/>
              </a:ext>
            </a:extLst>
          </p:cNvPr>
          <p:cNvSpPr>
            <a:spLocks noGrp="1"/>
          </p:cNvSpPr>
          <p:nvPr>
            <p:ph type="pic" idx="10"/>
          </p:nvPr>
        </p:nvSpPr>
        <p:spPr>
          <a:xfrm>
            <a:off x="7458710" y="2055813"/>
            <a:ext cx="2929468" cy="2778654"/>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19" name="Content Placeholder 2">
            <a:extLst>
              <a:ext uri="{FF2B5EF4-FFF2-40B4-BE49-F238E27FC236}">
                <a16:creationId xmlns:a16="http://schemas.microsoft.com/office/drawing/2014/main" id="{867F8969-FF6A-9BCC-AAAE-F6E9D06627D3}"/>
              </a:ext>
            </a:extLst>
          </p:cNvPr>
          <p:cNvSpPr>
            <a:spLocks noGrp="1"/>
          </p:cNvSpPr>
          <p:nvPr>
            <p:ph idx="11" hasCustomPrompt="1"/>
          </p:nvPr>
        </p:nvSpPr>
        <p:spPr>
          <a:xfrm>
            <a:off x="7458711" y="5162293"/>
            <a:ext cx="2929468" cy="1502393"/>
          </a:xfrm>
        </p:spPr>
        <p:txBody>
          <a:bodyPr/>
          <a:lstStyle>
            <a:lvl1pPr marL="0" indent="0">
              <a:buNone/>
              <a:defRPr/>
            </a:lvl1pPr>
            <a:lvl2pPr marL="457200" indent="0">
              <a:buNone/>
              <a:defRPr/>
            </a:lvl2pPr>
            <a:lvl3pPr marL="914400" indent="0">
              <a:buNone/>
              <a:defRPr/>
            </a:lvl3pPr>
          </a:lstStyle>
          <a:p>
            <a:pPr lvl="0"/>
            <a:r>
              <a:rPr lang="en-US"/>
              <a:t>Your Name</a:t>
            </a:r>
          </a:p>
          <a:p>
            <a:pPr lvl="0"/>
            <a:r>
              <a:rPr lang="en-US"/>
              <a:t>Title</a:t>
            </a:r>
          </a:p>
          <a:p>
            <a:pPr lvl="0"/>
            <a:r>
              <a:rPr lang="en-US"/>
              <a:t>Social</a:t>
            </a:r>
          </a:p>
        </p:txBody>
      </p:sp>
      <p:sp>
        <p:nvSpPr>
          <p:cNvPr id="21" name="Content Placeholder 2">
            <a:extLst>
              <a:ext uri="{FF2B5EF4-FFF2-40B4-BE49-F238E27FC236}">
                <a16:creationId xmlns:a16="http://schemas.microsoft.com/office/drawing/2014/main" id="{D64A18B6-AE97-E15D-EB56-EA636756AB0A}"/>
              </a:ext>
            </a:extLst>
          </p:cNvPr>
          <p:cNvSpPr>
            <a:spLocks noGrp="1"/>
          </p:cNvSpPr>
          <p:nvPr>
            <p:ph idx="12" hasCustomPrompt="1"/>
          </p:nvPr>
        </p:nvSpPr>
        <p:spPr>
          <a:xfrm>
            <a:off x="1642957" y="5162293"/>
            <a:ext cx="2929468" cy="1502393"/>
          </a:xfrm>
        </p:spPr>
        <p:txBody>
          <a:bodyPr/>
          <a:lstStyle>
            <a:lvl1pPr marL="0" indent="0">
              <a:buNone/>
              <a:defRPr/>
            </a:lvl1pPr>
            <a:lvl2pPr marL="457200" indent="0">
              <a:buNone/>
              <a:defRPr/>
            </a:lvl2pPr>
            <a:lvl3pPr marL="914400" indent="0">
              <a:buNone/>
              <a:defRPr/>
            </a:lvl3pPr>
          </a:lstStyle>
          <a:p>
            <a:pPr lvl="0"/>
            <a:r>
              <a:rPr lang="en-US"/>
              <a:t>Your Name</a:t>
            </a:r>
          </a:p>
          <a:p>
            <a:pPr lvl="0"/>
            <a:r>
              <a:rPr lang="en-US"/>
              <a:t>Title</a:t>
            </a:r>
          </a:p>
          <a:p>
            <a:pPr lvl="0"/>
            <a:r>
              <a:rPr lang="en-US"/>
              <a:t>Social</a:t>
            </a:r>
          </a:p>
        </p:txBody>
      </p:sp>
      <p:sp>
        <p:nvSpPr>
          <p:cNvPr id="22" name="Picture Placeholder 2">
            <a:extLst>
              <a:ext uri="{FF2B5EF4-FFF2-40B4-BE49-F238E27FC236}">
                <a16:creationId xmlns:a16="http://schemas.microsoft.com/office/drawing/2014/main" id="{A49CB7E8-945A-668B-6849-ED0A7A9C6C14}"/>
              </a:ext>
            </a:extLst>
          </p:cNvPr>
          <p:cNvSpPr>
            <a:spLocks noGrp="1"/>
          </p:cNvSpPr>
          <p:nvPr>
            <p:ph type="pic" idx="13"/>
          </p:nvPr>
        </p:nvSpPr>
        <p:spPr>
          <a:xfrm>
            <a:off x="1642957" y="2039673"/>
            <a:ext cx="2929468" cy="2778654"/>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Tree>
    <p:extLst>
      <p:ext uri="{BB962C8B-B14F-4D97-AF65-F5344CB8AC3E}">
        <p14:creationId xmlns:p14="http://schemas.microsoft.com/office/powerpoint/2010/main" val="1925441168"/>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Main - 1">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95FCD2-FBD5-1EFB-6B99-A5A5A405356B}"/>
              </a:ext>
            </a:extLst>
          </p:cNvPr>
          <p:cNvSpPr>
            <a:spLocks noGrp="1" noRot="1" noMove="1" noResize="1" noEditPoints="1" noAdjustHandles="1" noChangeArrowheads="1" noChangeShapeType="1"/>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MX"/>
          </a:p>
        </p:txBody>
      </p:sp>
      <p:sp>
        <p:nvSpPr>
          <p:cNvPr id="2" name="Title 1">
            <a:extLst>
              <a:ext uri="{FF2B5EF4-FFF2-40B4-BE49-F238E27FC236}">
                <a16:creationId xmlns:a16="http://schemas.microsoft.com/office/drawing/2014/main" id="{3060115F-7367-9831-CC7F-5F32AB3CDF64}"/>
              </a:ext>
            </a:extLst>
          </p:cNvPr>
          <p:cNvSpPr>
            <a:spLocks noGrp="1"/>
          </p:cNvSpPr>
          <p:nvPr>
            <p:ph type="title"/>
          </p:nvPr>
        </p:nvSpPr>
        <p:spPr/>
        <p:txBody>
          <a:bodyPr/>
          <a:lstStyle/>
          <a:p>
            <a:r>
              <a:rPr lang="en-US"/>
              <a:t>Click to edit Master title style</a:t>
            </a:r>
            <a:endParaRPr lang="es-MX"/>
          </a:p>
        </p:txBody>
      </p:sp>
      <p:grpSp>
        <p:nvGrpSpPr>
          <p:cNvPr id="5" name="Group 6">
            <a:extLst>
              <a:ext uri="{FF2B5EF4-FFF2-40B4-BE49-F238E27FC236}">
                <a16:creationId xmlns:a16="http://schemas.microsoft.com/office/drawing/2014/main" id="{38C10DA9-B70C-145C-3BF4-E96609F6562A}"/>
              </a:ext>
            </a:extLst>
          </p:cNvPr>
          <p:cNvGrpSpPr/>
          <p:nvPr userDrawn="1"/>
        </p:nvGrpSpPr>
        <p:grpSpPr>
          <a:xfrm>
            <a:off x="838200" y="2184401"/>
            <a:ext cx="10515600" cy="4673600"/>
            <a:chOff x="0" y="0"/>
            <a:chExt cx="4396590" cy="2223088"/>
          </a:xfrm>
        </p:grpSpPr>
        <p:sp>
          <p:nvSpPr>
            <p:cNvPr id="6" name="Freeform 7">
              <a:extLst>
                <a:ext uri="{FF2B5EF4-FFF2-40B4-BE49-F238E27FC236}">
                  <a16:creationId xmlns:a16="http://schemas.microsoft.com/office/drawing/2014/main" id="{670F8A61-A63F-DE51-BC1C-81A4C91CE8F3}"/>
                </a:ext>
              </a:extLst>
            </p:cNvPr>
            <p:cNvSpPr/>
            <p:nvPr/>
          </p:nvSpPr>
          <p:spPr>
            <a:xfrm>
              <a:off x="0" y="0"/>
              <a:ext cx="4396591" cy="2223088"/>
            </a:xfrm>
            <a:custGeom>
              <a:avLst/>
              <a:gdLst/>
              <a:ahLst/>
              <a:cxnLst/>
              <a:rect l="l" t="t" r="r" b="b"/>
              <a:pathLst>
                <a:path w="4396591" h="2223088">
                  <a:moveTo>
                    <a:pt x="13449" y="0"/>
                  </a:moveTo>
                  <a:lnTo>
                    <a:pt x="4383141" y="0"/>
                  </a:lnTo>
                  <a:cubicBezTo>
                    <a:pt x="4390569" y="0"/>
                    <a:pt x="4396591" y="6022"/>
                    <a:pt x="4396591" y="13449"/>
                  </a:cubicBezTo>
                  <a:lnTo>
                    <a:pt x="4396591" y="2209638"/>
                  </a:lnTo>
                  <a:cubicBezTo>
                    <a:pt x="4396591" y="2213205"/>
                    <a:pt x="4395174" y="2216626"/>
                    <a:pt x="4392651" y="2219148"/>
                  </a:cubicBezTo>
                  <a:cubicBezTo>
                    <a:pt x="4390129" y="2221671"/>
                    <a:pt x="4386708" y="2223088"/>
                    <a:pt x="4383141" y="2223088"/>
                  </a:cubicBezTo>
                  <a:lnTo>
                    <a:pt x="13449" y="2223088"/>
                  </a:lnTo>
                  <a:cubicBezTo>
                    <a:pt x="6022" y="2223088"/>
                    <a:pt x="0" y="2217066"/>
                    <a:pt x="0" y="2209638"/>
                  </a:cubicBezTo>
                  <a:lnTo>
                    <a:pt x="0" y="13449"/>
                  </a:lnTo>
                  <a:cubicBezTo>
                    <a:pt x="0" y="6022"/>
                    <a:pt x="6022" y="0"/>
                    <a:pt x="13449" y="0"/>
                  </a:cubicBezTo>
                  <a:close/>
                </a:path>
              </a:pathLst>
            </a:custGeom>
            <a:solidFill>
              <a:srgbClr val="FFFFFF"/>
            </a:solidFill>
          </p:spPr>
          <p:txBody>
            <a:bodyPr/>
            <a:lstStyle/>
            <a:p>
              <a:endParaRPr lang="es-MX"/>
            </a:p>
          </p:txBody>
        </p:sp>
        <p:sp>
          <p:nvSpPr>
            <p:cNvPr id="7" name="TextBox 8">
              <a:extLst>
                <a:ext uri="{FF2B5EF4-FFF2-40B4-BE49-F238E27FC236}">
                  <a16:creationId xmlns:a16="http://schemas.microsoft.com/office/drawing/2014/main" id="{6AD497AD-1ADB-DF0F-B24D-811410E7D65A}"/>
                </a:ext>
              </a:extLst>
            </p:cNvPr>
            <p:cNvSpPr txBox="1"/>
            <p:nvPr/>
          </p:nvSpPr>
          <p:spPr>
            <a:xfrm>
              <a:off x="0" y="-38100"/>
              <a:ext cx="4396590" cy="2261188"/>
            </a:xfrm>
            <a:prstGeom prst="rect">
              <a:avLst/>
            </a:prstGeom>
          </p:spPr>
          <p:txBody>
            <a:bodyPr lIns="50800" tIns="50800" rIns="50800" bIns="50800" rtlCol="0" anchor="ctr"/>
            <a:lstStyle/>
            <a:p>
              <a:pPr algn="ctr">
                <a:lnSpc>
                  <a:spcPts val="2659"/>
                </a:lnSpc>
                <a:spcBef>
                  <a:spcPct val="0"/>
                </a:spcBef>
              </a:pPr>
              <a:endParaRPr/>
            </a:p>
          </p:txBody>
        </p:sp>
      </p:gr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75267" y="2590800"/>
            <a:ext cx="9863666" cy="3586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Tree>
    <p:extLst>
      <p:ext uri="{BB962C8B-B14F-4D97-AF65-F5344CB8AC3E}">
        <p14:creationId xmlns:p14="http://schemas.microsoft.com/office/powerpoint/2010/main" val="1491201952"/>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ontent - option 1">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95FCD2-FBD5-1EFB-6B99-A5A5A405356B}"/>
              </a:ext>
            </a:extLst>
          </p:cNvPr>
          <p:cNvSpPr>
            <a:spLocks noGrp="1" noRot="1" noMove="1" noResize="1" noEditPoints="1" noAdjustHandles="1" noChangeArrowheads="1" noChangeShapeType="1"/>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MX"/>
          </a:p>
        </p:txBody>
      </p:sp>
      <p:sp>
        <p:nvSpPr>
          <p:cNvPr id="2" name="Title 1">
            <a:extLst>
              <a:ext uri="{FF2B5EF4-FFF2-40B4-BE49-F238E27FC236}">
                <a16:creationId xmlns:a16="http://schemas.microsoft.com/office/drawing/2014/main" id="{3060115F-7367-9831-CC7F-5F32AB3CDF64}"/>
              </a:ext>
            </a:extLst>
          </p:cNvPr>
          <p:cNvSpPr>
            <a:spLocks noGrp="1"/>
          </p:cNvSpPr>
          <p:nvPr>
            <p:ph type="title" hasCustomPrompt="1"/>
          </p:nvPr>
        </p:nvSpPr>
        <p:spPr>
          <a:xfrm>
            <a:off x="838200" y="365125"/>
            <a:ext cx="6307667" cy="1325563"/>
          </a:xfrm>
        </p:spPr>
        <p:txBody>
          <a:bodyPr/>
          <a:lstStyle>
            <a:lvl1pPr>
              <a:defRPr/>
            </a:lvl1pPr>
          </a:lstStyle>
          <a:p>
            <a:r>
              <a:rPr lang="en-US"/>
              <a:t>Topic 2</a:t>
            </a:r>
            <a:endParaRPr lang="es-MX"/>
          </a:p>
        </p:txBody>
      </p:sp>
      <p:grpSp>
        <p:nvGrpSpPr>
          <p:cNvPr id="5" name="Group 6">
            <a:extLst>
              <a:ext uri="{FF2B5EF4-FFF2-40B4-BE49-F238E27FC236}">
                <a16:creationId xmlns:a16="http://schemas.microsoft.com/office/drawing/2014/main" id="{38C10DA9-B70C-145C-3BF4-E96609F6562A}"/>
              </a:ext>
            </a:extLst>
          </p:cNvPr>
          <p:cNvGrpSpPr/>
          <p:nvPr userDrawn="1"/>
        </p:nvGrpSpPr>
        <p:grpSpPr>
          <a:xfrm>
            <a:off x="838200" y="2184401"/>
            <a:ext cx="10515600" cy="4673600"/>
            <a:chOff x="0" y="0"/>
            <a:chExt cx="4396590" cy="2223088"/>
          </a:xfrm>
        </p:grpSpPr>
        <p:sp>
          <p:nvSpPr>
            <p:cNvPr id="6" name="Freeform 7">
              <a:extLst>
                <a:ext uri="{FF2B5EF4-FFF2-40B4-BE49-F238E27FC236}">
                  <a16:creationId xmlns:a16="http://schemas.microsoft.com/office/drawing/2014/main" id="{670F8A61-A63F-DE51-BC1C-81A4C91CE8F3}"/>
                </a:ext>
              </a:extLst>
            </p:cNvPr>
            <p:cNvSpPr/>
            <p:nvPr/>
          </p:nvSpPr>
          <p:spPr>
            <a:xfrm>
              <a:off x="0" y="0"/>
              <a:ext cx="4396591" cy="2223088"/>
            </a:xfrm>
            <a:custGeom>
              <a:avLst/>
              <a:gdLst/>
              <a:ahLst/>
              <a:cxnLst/>
              <a:rect l="l" t="t" r="r" b="b"/>
              <a:pathLst>
                <a:path w="4396591" h="2223088">
                  <a:moveTo>
                    <a:pt x="13449" y="0"/>
                  </a:moveTo>
                  <a:lnTo>
                    <a:pt x="4383141" y="0"/>
                  </a:lnTo>
                  <a:cubicBezTo>
                    <a:pt x="4390569" y="0"/>
                    <a:pt x="4396591" y="6022"/>
                    <a:pt x="4396591" y="13449"/>
                  </a:cubicBezTo>
                  <a:lnTo>
                    <a:pt x="4396591" y="2209638"/>
                  </a:lnTo>
                  <a:cubicBezTo>
                    <a:pt x="4396591" y="2213205"/>
                    <a:pt x="4395174" y="2216626"/>
                    <a:pt x="4392651" y="2219148"/>
                  </a:cubicBezTo>
                  <a:cubicBezTo>
                    <a:pt x="4390129" y="2221671"/>
                    <a:pt x="4386708" y="2223088"/>
                    <a:pt x="4383141" y="2223088"/>
                  </a:cubicBezTo>
                  <a:lnTo>
                    <a:pt x="13449" y="2223088"/>
                  </a:lnTo>
                  <a:cubicBezTo>
                    <a:pt x="6022" y="2223088"/>
                    <a:pt x="0" y="2217066"/>
                    <a:pt x="0" y="2209638"/>
                  </a:cubicBezTo>
                  <a:lnTo>
                    <a:pt x="0" y="13449"/>
                  </a:lnTo>
                  <a:cubicBezTo>
                    <a:pt x="0" y="6022"/>
                    <a:pt x="6022" y="0"/>
                    <a:pt x="13449" y="0"/>
                  </a:cubicBezTo>
                  <a:close/>
                </a:path>
              </a:pathLst>
            </a:custGeom>
            <a:solidFill>
              <a:srgbClr val="FFFFFF"/>
            </a:solidFill>
          </p:spPr>
          <p:txBody>
            <a:bodyPr/>
            <a:lstStyle/>
            <a:p>
              <a:endParaRPr lang="es-MX"/>
            </a:p>
          </p:txBody>
        </p:sp>
        <p:sp>
          <p:nvSpPr>
            <p:cNvPr id="7" name="TextBox 8">
              <a:extLst>
                <a:ext uri="{FF2B5EF4-FFF2-40B4-BE49-F238E27FC236}">
                  <a16:creationId xmlns:a16="http://schemas.microsoft.com/office/drawing/2014/main" id="{6AD497AD-1ADB-DF0F-B24D-811410E7D65A}"/>
                </a:ext>
              </a:extLst>
            </p:cNvPr>
            <p:cNvSpPr txBox="1"/>
            <p:nvPr/>
          </p:nvSpPr>
          <p:spPr>
            <a:xfrm>
              <a:off x="0" y="-38100"/>
              <a:ext cx="4396590" cy="2261188"/>
            </a:xfrm>
            <a:prstGeom prst="rect">
              <a:avLst/>
            </a:prstGeom>
          </p:spPr>
          <p:txBody>
            <a:bodyPr lIns="50800" tIns="50800" rIns="50800" bIns="50800" rtlCol="0" anchor="ctr"/>
            <a:lstStyle/>
            <a:p>
              <a:pPr algn="ctr">
                <a:lnSpc>
                  <a:spcPts val="2659"/>
                </a:lnSpc>
                <a:spcBef>
                  <a:spcPct val="0"/>
                </a:spcBef>
              </a:pPr>
              <a:endParaRPr/>
            </a:p>
          </p:txBody>
        </p:sp>
      </p:gr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75267" y="2590800"/>
            <a:ext cx="9863666" cy="3586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8" name="Freeform 5">
            <a:extLst>
              <a:ext uri="{FF2B5EF4-FFF2-40B4-BE49-F238E27FC236}">
                <a16:creationId xmlns:a16="http://schemas.microsoft.com/office/drawing/2014/main" id="{3DAB7B18-2172-6B5E-E96C-86A5E2B0D6A1}"/>
              </a:ext>
            </a:extLst>
          </p:cNvPr>
          <p:cNvSpPr/>
          <p:nvPr userDrawn="1"/>
        </p:nvSpPr>
        <p:spPr>
          <a:xfrm>
            <a:off x="6096000" y="-5658646"/>
            <a:ext cx="15523832" cy="14165497"/>
          </a:xfrm>
          <a:custGeom>
            <a:avLst/>
            <a:gdLst/>
            <a:ahLst/>
            <a:cxnLst/>
            <a:rect l="l" t="t" r="r" b="b"/>
            <a:pathLst>
              <a:path w="15523832" h="14165497">
                <a:moveTo>
                  <a:pt x="0" y="0"/>
                </a:moveTo>
                <a:lnTo>
                  <a:pt x="15523832" y="0"/>
                </a:lnTo>
                <a:lnTo>
                  <a:pt x="15523832" y="14165497"/>
                </a:lnTo>
                <a:lnTo>
                  <a:pt x="0" y="14165497"/>
                </a:lnTo>
                <a:lnTo>
                  <a:pt x="0" y="0"/>
                </a:lnTo>
                <a:close/>
              </a:path>
            </a:pathLst>
          </a:custGeom>
          <a:blipFill>
            <a:blip r:embed="rId3"/>
            <a:stretch>
              <a:fillRect/>
            </a:stretch>
          </a:blipFill>
        </p:spPr>
        <p:txBody>
          <a:bodyPr/>
          <a:lstStyle/>
          <a:p>
            <a:endParaRPr lang="es-MX"/>
          </a:p>
        </p:txBody>
      </p:sp>
      <p:sp>
        <p:nvSpPr>
          <p:cNvPr id="9" name="Picture Placeholder 2">
            <a:extLst>
              <a:ext uri="{FF2B5EF4-FFF2-40B4-BE49-F238E27FC236}">
                <a16:creationId xmlns:a16="http://schemas.microsoft.com/office/drawing/2014/main" id="{31EDC61F-BE19-72DD-112C-956072532F5D}"/>
              </a:ext>
            </a:extLst>
          </p:cNvPr>
          <p:cNvSpPr>
            <a:spLocks noGrp="1"/>
          </p:cNvSpPr>
          <p:nvPr>
            <p:ph type="pic" idx="10"/>
          </p:nvPr>
        </p:nvSpPr>
        <p:spPr>
          <a:xfrm>
            <a:off x="7696201" y="1146176"/>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Tree>
    <p:extLst>
      <p:ext uri="{BB962C8B-B14F-4D97-AF65-F5344CB8AC3E}">
        <p14:creationId xmlns:p14="http://schemas.microsoft.com/office/powerpoint/2010/main" val="117169395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Content - option 3">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7" name="Freeform 2">
            <a:extLst>
              <a:ext uri="{FF2B5EF4-FFF2-40B4-BE49-F238E27FC236}">
                <a16:creationId xmlns:a16="http://schemas.microsoft.com/office/drawing/2014/main" id="{329202D2-7400-B85C-E27C-1C43F148CDD2}"/>
              </a:ext>
            </a:extLst>
          </p:cNvPr>
          <p:cNvSpPr>
            <a:spLocks noGrp="1" noRot="1" noMove="1" noResize="1" noEditPoints="1" noAdjustHandles="1" noChangeArrowheads="1" noChangeShapeType="1"/>
          </p:cNvSpPr>
          <p:nvPr userDrawn="1"/>
        </p:nvSpPr>
        <p:spPr>
          <a:xfrm>
            <a:off x="0" y="-17887"/>
            <a:ext cx="12192000" cy="6875887"/>
          </a:xfrm>
          <a:custGeom>
            <a:avLst/>
            <a:gdLst/>
            <a:ahLst/>
            <a:cxnLst/>
            <a:rect l="l" t="t" r="r" b="b"/>
            <a:pathLst>
              <a:path w="18288000" h="10287000">
                <a:moveTo>
                  <a:pt x="0" y="0"/>
                </a:moveTo>
                <a:lnTo>
                  <a:pt x="18288000" y="0"/>
                </a:lnTo>
                <a:lnTo>
                  <a:pt x="18288000" y="10287000"/>
                </a:lnTo>
                <a:lnTo>
                  <a:pt x="0" y="10287000"/>
                </a:lnTo>
                <a:lnTo>
                  <a:pt x="0" y="0"/>
                </a:lnTo>
                <a:close/>
              </a:path>
            </a:pathLst>
          </a:custGeom>
          <a:gradFill flip="none" rotWithShape="1">
            <a:gsLst>
              <a:gs pos="0">
                <a:schemeClr val="accent6">
                  <a:lumMod val="67000"/>
                </a:schemeClr>
              </a:gs>
              <a:gs pos="48000">
                <a:schemeClr val="accent6">
                  <a:lumMod val="97000"/>
                  <a:lumOff val="3000"/>
                </a:schemeClr>
              </a:gs>
              <a:gs pos="100000">
                <a:schemeClr val="accent5">
                  <a:lumMod val="20000"/>
                  <a:lumOff val="80000"/>
                </a:schemeClr>
              </a:gs>
            </a:gsLst>
            <a:lin ang="16200000" scaled="1"/>
            <a:tileRect/>
          </a:gradFill>
        </p:spPr>
        <p:txBody>
          <a:bodyPr/>
          <a:lstStyle/>
          <a:p>
            <a:endParaRPr lang="es-MX"/>
          </a:p>
        </p:txBody>
      </p:sp>
      <p:grpSp>
        <p:nvGrpSpPr>
          <p:cNvPr id="15" name="Group 8">
            <a:extLst>
              <a:ext uri="{FF2B5EF4-FFF2-40B4-BE49-F238E27FC236}">
                <a16:creationId xmlns:a16="http://schemas.microsoft.com/office/drawing/2014/main" id="{D19A47D0-0386-C2EB-3688-D5D1F7A0FD96}"/>
              </a:ext>
            </a:extLst>
          </p:cNvPr>
          <p:cNvGrpSpPr>
            <a:grpSpLocks noGrp="1" noUngrp="1" noRot="1" noMove="1" noResize="1"/>
          </p:cNvGrpSpPr>
          <p:nvPr userDrawn="1"/>
        </p:nvGrpSpPr>
        <p:grpSpPr>
          <a:xfrm>
            <a:off x="681027" y="677183"/>
            <a:ext cx="10829946" cy="5485745"/>
            <a:chOff x="0" y="-47625"/>
            <a:chExt cx="4197679" cy="2032576"/>
          </a:xfrm>
        </p:grpSpPr>
        <p:sp>
          <p:nvSpPr>
            <p:cNvPr id="16" name="Freeform 9">
              <a:extLst>
                <a:ext uri="{FF2B5EF4-FFF2-40B4-BE49-F238E27FC236}">
                  <a16:creationId xmlns:a16="http://schemas.microsoft.com/office/drawing/2014/main" id="{0C78AA4D-280D-040C-30AF-540254FEE346}"/>
                </a:ext>
              </a:extLst>
            </p:cNvPr>
            <p:cNvSpPr>
              <a:spLocks noGrp="1" noRot="1" noMove="1" noResize="1" noEditPoints="1" noAdjustHandles="1" noChangeArrowheads="1" noChangeShapeType="1"/>
            </p:cNvSpPr>
            <p:nvPr userDrawn="1"/>
          </p:nvSpPr>
          <p:spPr>
            <a:xfrm>
              <a:off x="0" y="0"/>
              <a:ext cx="4197679" cy="1984951"/>
            </a:xfrm>
            <a:custGeom>
              <a:avLst/>
              <a:gdLst/>
              <a:ahLst/>
              <a:cxnLst/>
              <a:rect l="l" t="t" r="r" b="b"/>
              <a:pathLst>
                <a:path w="4197679" h="1984951">
                  <a:moveTo>
                    <a:pt x="14087" y="0"/>
                  </a:moveTo>
                  <a:lnTo>
                    <a:pt x="4183592" y="0"/>
                  </a:lnTo>
                  <a:cubicBezTo>
                    <a:pt x="4191372" y="0"/>
                    <a:pt x="4197679" y="6307"/>
                    <a:pt x="4197679" y="14087"/>
                  </a:cubicBezTo>
                  <a:lnTo>
                    <a:pt x="4197679" y="1970864"/>
                  </a:lnTo>
                  <a:cubicBezTo>
                    <a:pt x="4197679" y="1978644"/>
                    <a:pt x="4191372" y="1984951"/>
                    <a:pt x="4183592" y="1984951"/>
                  </a:cubicBezTo>
                  <a:lnTo>
                    <a:pt x="14087" y="1984951"/>
                  </a:lnTo>
                  <a:cubicBezTo>
                    <a:pt x="6307" y="1984951"/>
                    <a:pt x="0" y="1978644"/>
                    <a:pt x="0" y="1970864"/>
                  </a:cubicBezTo>
                  <a:lnTo>
                    <a:pt x="0" y="14087"/>
                  </a:lnTo>
                  <a:cubicBezTo>
                    <a:pt x="0" y="6307"/>
                    <a:pt x="6307" y="0"/>
                    <a:pt x="14087" y="0"/>
                  </a:cubicBezTo>
                  <a:close/>
                </a:path>
              </a:pathLst>
            </a:custGeom>
            <a:solidFill>
              <a:srgbClr val="FFFFFF"/>
            </a:solidFill>
          </p:spPr>
          <p:txBody>
            <a:bodyPr/>
            <a:lstStyle/>
            <a:p>
              <a:endParaRPr lang="es-MX"/>
            </a:p>
          </p:txBody>
        </p:sp>
        <p:sp>
          <p:nvSpPr>
            <p:cNvPr id="17" name="TextBox 10">
              <a:extLst>
                <a:ext uri="{FF2B5EF4-FFF2-40B4-BE49-F238E27FC236}">
                  <a16:creationId xmlns:a16="http://schemas.microsoft.com/office/drawing/2014/main" id="{AACC4D65-72F3-882E-0C74-29085F7FAA33}"/>
                </a:ext>
              </a:extLst>
            </p:cNvPr>
            <p:cNvSpPr txBox="1">
              <a:spLocks noGrp="1" noRot="1" noMove="1" noResize="1" noEditPoints="1" noAdjustHandles="1" noChangeArrowheads="1" noChangeShapeType="1"/>
            </p:cNvSpPr>
            <p:nvPr/>
          </p:nvSpPr>
          <p:spPr>
            <a:xfrm>
              <a:off x="0" y="-47625"/>
              <a:ext cx="4197679" cy="2032576"/>
            </a:xfrm>
            <a:prstGeom prst="rect">
              <a:avLst/>
            </a:prstGeom>
          </p:spPr>
          <p:txBody>
            <a:bodyPr lIns="50800" tIns="50800" rIns="50800" bIns="50800" rtlCol="0" anchor="ctr"/>
            <a:lstStyle/>
            <a:p>
              <a:pPr algn="ctr">
                <a:lnSpc>
                  <a:spcPts val="2659"/>
                </a:lnSpc>
                <a:spcBef>
                  <a:spcPct val="0"/>
                </a:spcBef>
              </a:pPr>
              <a:endParaRPr/>
            </a:p>
          </p:txBody>
        </p:sp>
      </p:grpSp>
      <p:sp>
        <p:nvSpPr>
          <p:cNvPr id="18" name="Title 1">
            <a:extLst>
              <a:ext uri="{FF2B5EF4-FFF2-40B4-BE49-F238E27FC236}">
                <a16:creationId xmlns:a16="http://schemas.microsoft.com/office/drawing/2014/main" id="{B81E6FA9-5712-682C-A5FA-B06C89763C5B}"/>
              </a:ext>
            </a:extLst>
          </p:cNvPr>
          <p:cNvSpPr txBox="1">
            <a:spLocks/>
          </p:cNvSpPr>
          <p:nvPr userDrawn="1"/>
        </p:nvSpPr>
        <p:spPr>
          <a:xfrm>
            <a:off x="978147" y="1008156"/>
            <a:ext cx="10235705" cy="765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MX"/>
          </a:p>
        </p:txBody>
      </p:sp>
      <p:sp>
        <p:nvSpPr>
          <p:cNvPr id="19" name="Content Placeholder 2">
            <a:extLst>
              <a:ext uri="{FF2B5EF4-FFF2-40B4-BE49-F238E27FC236}">
                <a16:creationId xmlns:a16="http://schemas.microsoft.com/office/drawing/2014/main" id="{E200846C-D6C9-853D-DB75-4B0B6DF6E2F0}"/>
              </a:ext>
            </a:extLst>
          </p:cNvPr>
          <p:cNvSpPr>
            <a:spLocks noGrp="1"/>
          </p:cNvSpPr>
          <p:nvPr>
            <p:ph idx="13"/>
          </p:nvPr>
        </p:nvSpPr>
        <p:spPr>
          <a:xfrm>
            <a:off x="978147" y="1964047"/>
            <a:ext cx="10235705" cy="38525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20" name="Title 1">
            <a:extLst>
              <a:ext uri="{FF2B5EF4-FFF2-40B4-BE49-F238E27FC236}">
                <a16:creationId xmlns:a16="http://schemas.microsoft.com/office/drawing/2014/main" id="{987ACA83-8A24-CEEC-CFF9-272221E05DE7}"/>
              </a:ext>
            </a:extLst>
          </p:cNvPr>
          <p:cNvSpPr>
            <a:spLocks noGrp="1"/>
          </p:cNvSpPr>
          <p:nvPr>
            <p:ph type="title"/>
          </p:nvPr>
        </p:nvSpPr>
        <p:spPr>
          <a:xfrm>
            <a:off x="978147" y="1026203"/>
            <a:ext cx="10235705" cy="806488"/>
          </a:xfrm>
        </p:spPr>
        <p:txBody>
          <a:bodyPr/>
          <a:lstStyle/>
          <a:p>
            <a:r>
              <a:rPr lang="en-US"/>
              <a:t>Click to edit Master title style</a:t>
            </a:r>
            <a:endParaRPr lang="es-MX"/>
          </a:p>
        </p:txBody>
      </p:sp>
    </p:spTree>
    <p:extLst>
      <p:ext uri="{BB962C8B-B14F-4D97-AF65-F5344CB8AC3E}">
        <p14:creationId xmlns:p14="http://schemas.microsoft.com/office/powerpoint/2010/main" val="474565753"/>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obj" preserve="1">
  <p:cSld name="Content - option 4">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DA6A76C6-C0A4-6790-3061-968E4DAC09D7}"/>
              </a:ext>
            </a:extLst>
          </p:cNvPr>
          <p:cNvGrpSpPr>
            <a:grpSpLocks noGrp="1" noUngrp="1" noRot="1" noMove="1" noResize="1"/>
          </p:cNvGrpSpPr>
          <p:nvPr userDrawn="1"/>
        </p:nvGrpSpPr>
        <p:grpSpPr>
          <a:xfrm>
            <a:off x="838200" y="0"/>
            <a:ext cx="11353800" cy="6858000"/>
            <a:chOff x="0" y="0"/>
            <a:chExt cx="4197679" cy="1984951"/>
          </a:xfrm>
        </p:grpSpPr>
        <p:sp>
          <p:nvSpPr>
            <p:cNvPr id="5" name="Freeform 9">
              <a:extLst>
                <a:ext uri="{FF2B5EF4-FFF2-40B4-BE49-F238E27FC236}">
                  <a16:creationId xmlns:a16="http://schemas.microsoft.com/office/drawing/2014/main" id="{CC5A72BB-BDAC-3A05-54EA-1285727BD273}"/>
                </a:ext>
              </a:extLst>
            </p:cNvPr>
            <p:cNvSpPr>
              <a:spLocks noGrp="1" noRot="1" noMove="1" noResize="1" noEditPoints="1" noAdjustHandles="1" noChangeArrowheads="1" noChangeShapeType="1"/>
            </p:cNvSpPr>
            <p:nvPr/>
          </p:nvSpPr>
          <p:spPr>
            <a:xfrm>
              <a:off x="0" y="0"/>
              <a:ext cx="4197679" cy="1984951"/>
            </a:xfrm>
            <a:custGeom>
              <a:avLst/>
              <a:gdLst/>
              <a:ahLst/>
              <a:cxnLst/>
              <a:rect l="l" t="t" r="r" b="b"/>
              <a:pathLst>
                <a:path w="4197679" h="1984951">
                  <a:moveTo>
                    <a:pt x="14087" y="0"/>
                  </a:moveTo>
                  <a:lnTo>
                    <a:pt x="4183592" y="0"/>
                  </a:lnTo>
                  <a:cubicBezTo>
                    <a:pt x="4191372" y="0"/>
                    <a:pt x="4197679" y="6307"/>
                    <a:pt x="4197679" y="14087"/>
                  </a:cubicBezTo>
                  <a:lnTo>
                    <a:pt x="4197679" y="1970864"/>
                  </a:lnTo>
                  <a:cubicBezTo>
                    <a:pt x="4197679" y="1978644"/>
                    <a:pt x="4191372" y="1984951"/>
                    <a:pt x="4183592" y="1984951"/>
                  </a:cubicBezTo>
                  <a:lnTo>
                    <a:pt x="14087" y="1984951"/>
                  </a:lnTo>
                  <a:cubicBezTo>
                    <a:pt x="6307" y="1984951"/>
                    <a:pt x="0" y="1978644"/>
                    <a:pt x="0" y="1970864"/>
                  </a:cubicBezTo>
                  <a:lnTo>
                    <a:pt x="0" y="14087"/>
                  </a:lnTo>
                  <a:cubicBezTo>
                    <a:pt x="0" y="6307"/>
                    <a:pt x="6307" y="0"/>
                    <a:pt x="14087" y="0"/>
                  </a:cubicBezTo>
                  <a:close/>
                </a:path>
              </a:pathLst>
            </a:custGeom>
            <a:solidFill>
              <a:srgbClr val="FFFFFF"/>
            </a:solidFill>
          </p:spPr>
          <p:txBody>
            <a:bodyPr/>
            <a:lstStyle/>
            <a:p>
              <a:endParaRPr lang="es-MX"/>
            </a:p>
          </p:txBody>
        </p:sp>
        <p:sp>
          <p:nvSpPr>
            <p:cNvPr id="6" name="TextBox 10">
              <a:extLst>
                <a:ext uri="{FF2B5EF4-FFF2-40B4-BE49-F238E27FC236}">
                  <a16:creationId xmlns:a16="http://schemas.microsoft.com/office/drawing/2014/main" id="{28219582-B644-88FC-10E4-1824D5EB8D02}"/>
                </a:ext>
              </a:extLst>
            </p:cNvPr>
            <p:cNvSpPr txBox="1">
              <a:spLocks noGrp="1" noRot="1" noMove="1" noResize="1" noEditPoints="1" noAdjustHandles="1" noChangeArrowheads="1" noChangeShapeType="1"/>
            </p:cNvSpPr>
            <p:nvPr/>
          </p:nvSpPr>
          <p:spPr>
            <a:xfrm>
              <a:off x="0" y="-47625"/>
              <a:ext cx="4197679" cy="2032576"/>
            </a:xfrm>
            <a:prstGeom prst="rect">
              <a:avLst/>
            </a:prstGeom>
          </p:spPr>
          <p:txBody>
            <a:bodyPr lIns="50800" tIns="50800" rIns="50800" bIns="50800" rtlCol="0" anchor="ctr"/>
            <a:lstStyle/>
            <a:p>
              <a:pPr algn="ctr">
                <a:lnSpc>
                  <a:spcPts val="2659"/>
                </a:lnSpc>
                <a:spcBef>
                  <a:spcPct val="0"/>
                </a:spcBef>
              </a:pPr>
              <a:endParaRPr/>
            </a:p>
          </p:txBody>
        </p:sp>
      </p:grpSp>
      <p:sp>
        <p:nvSpPr>
          <p:cNvPr id="2" name="Title 1">
            <a:extLst>
              <a:ext uri="{FF2B5EF4-FFF2-40B4-BE49-F238E27FC236}">
                <a16:creationId xmlns:a16="http://schemas.microsoft.com/office/drawing/2014/main" id="{3060115F-7367-9831-CC7F-5F32AB3CDF64}"/>
              </a:ext>
            </a:extLst>
          </p:cNvPr>
          <p:cNvSpPr>
            <a:spLocks noGrp="1"/>
          </p:cNvSpPr>
          <p:nvPr>
            <p:ph type="title"/>
          </p:nvPr>
        </p:nvSpPr>
        <p:spPr>
          <a:xfrm>
            <a:off x="1049416" y="458258"/>
            <a:ext cx="10913982" cy="1325563"/>
          </a:xfrm>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49416" y="1918758"/>
            <a:ext cx="1091398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10" name="Freeform 4">
            <a:extLst>
              <a:ext uri="{FF2B5EF4-FFF2-40B4-BE49-F238E27FC236}">
                <a16:creationId xmlns:a16="http://schemas.microsoft.com/office/drawing/2014/main" id="{60832C5C-8902-D453-4845-67C132625F56}"/>
              </a:ext>
            </a:extLst>
          </p:cNvPr>
          <p:cNvSpPr>
            <a:spLocks noGrp="1" noRot="1" noMove="1" noResize="1" noEditPoints="1" noAdjustHandles="1" noChangeArrowheads="1" noChangeShapeType="1"/>
          </p:cNvSpPr>
          <p:nvPr userDrawn="1"/>
        </p:nvSpPr>
        <p:spPr>
          <a:xfrm>
            <a:off x="-77002" y="-29333"/>
            <a:ext cx="915202" cy="6887333"/>
          </a:xfrm>
          <a:custGeom>
            <a:avLst/>
            <a:gdLst/>
            <a:ahLst/>
            <a:cxnLst/>
            <a:rect l="l" t="t" r="r" b="b"/>
            <a:pathLst>
              <a:path w="1028700" h="10287000">
                <a:moveTo>
                  <a:pt x="0" y="0"/>
                </a:moveTo>
                <a:lnTo>
                  <a:pt x="1028700" y="0"/>
                </a:lnTo>
                <a:lnTo>
                  <a:pt x="1028700" y="10287000"/>
                </a:lnTo>
                <a:lnTo>
                  <a:pt x="0" y="10287000"/>
                </a:lnTo>
                <a:lnTo>
                  <a:pt x="0" y="0"/>
                </a:lnTo>
                <a:close/>
              </a:path>
            </a:pathLst>
          </a:custGeom>
          <a:gradFill>
            <a:gsLst>
              <a:gs pos="0">
                <a:schemeClr val="accent6">
                  <a:lumMod val="67000"/>
                </a:schemeClr>
              </a:gs>
              <a:gs pos="47000">
                <a:schemeClr val="accent6">
                  <a:lumMod val="97000"/>
                  <a:lumOff val="3000"/>
                </a:schemeClr>
              </a:gs>
              <a:gs pos="100000">
                <a:schemeClr val="accent5">
                  <a:lumMod val="20000"/>
                  <a:lumOff val="80000"/>
                </a:schemeClr>
              </a:gs>
            </a:gsLst>
            <a:lin ang="16200000" scaled="1"/>
          </a:gradFill>
        </p:spPr>
        <p:txBody>
          <a:bodyPr/>
          <a:lstStyle/>
          <a:p>
            <a:endParaRPr lang="es-MX"/>
          </a:p>
        </p:txBody>
      </p:sp>
    </p:spTree>
    <p:extLst>
      <p:ext uri="{BB962C8B-B14F-4D97-AF65-F5344CB8AC3E}">
        <p14:creationId xmlns:p14="http://schemas.microsoft.com/office/powerpoint/2010/main" val="2498355956"/>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ntent - option 5">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DA6A76C6-C0A4-6790-3061-968E4DAC09D7}"/>
              </a:ext>
            </a:extLst>
          </p:cNvPr>
          <p:cNvGrpSpPr>
            <a:grpSpLocks noGrp="1" noUngrp="1" noRot="1" noMove="1" noResize="1"/>
          </p:cNvGrpSpPr>
          <p:nvPr userDrawn="1"/>
        </p:nvGrpSpPr>
        <p:grpSpPr>
          <a:xfrm>
            <a:off x="838200" y="0"/>
            <a:ext cx="11353800" cy="6858000"/>
            <a:chOff x="0" y="0"/>
            <a:chExt cx="4197679" cy="1984951"/>
          </a:xfrm>
        </p:grpSpPr>
        <p:sp>
          <p:nvSpPr>
            <p:cNvPr id="5" name="Freeform 9">
              <a:extLst>
                <a:ext uri="{FF2B5EF4-FFF2-40B4-BE49-F238E27FC236}">
                  <a16:creationId xmlns:a16="http://schemas.microsoft.com/office/drawing/2014/main" id="{CC5A72BB-BDAC-3A05-54EA-1285727BD273}"/>
                </a:ext>
              </a:extLst>
            </p:cNvPr>
            <p:cNvSpPr>
              <a:spLocks noGrp="1" noRot="1" noMove="1" noResize="1" noEditPoints="1" noAdjustHandles="1" noChangeArrowheads="1" noChangeShapeType="1"/>
            </p:cNvSpPr>
            <p:nvPr/>
          </p:nvSpPr>
          <p:spPr>
            <a:xfrm>
              <a:off x="0" y="0"/>
              <a:ext cx="4197679" cy="1984951"/>
            </a:xfrm>
            <a:custGeom>
              <a:avLst/>
              <a:gdLst/>
              <a:ahLst/>
              <a:cxnLst/>
              <a:rect l="l" t="t" r="r" b="b"/>
              <a:pathLst>
                <a:path w="4197679" h="1984951">
                  <a:moveTo>
                    <a:pt x="14087" y="0"/>
                  </a:moveTo>
                  <a:lnTo>
                    <a:pt x="4183592" y="0"/>
                  </a:lnTo>
                  <a:cubicBezTo>
                    <a:pt x="4191372" y="0"/>
                    <a:pt x="4197679" y="6307"/>
                    <a:pt x="4197679" y="14087"/>
                  </a:cubicBezTo>
                  <a:lnTo>
                    <a:pt x="4197679" y="1970864"/>
                  </a:lnTo>
                  <a:cubicBezTo>
                    <a:pt x="4197679" y="1978644"/>
                    <a:pt x="4191372" y="1984951"/>
                    <a:pt x="4183592" y="1984951"/>
                  </a:cubicBezTo>
                  <a:lnTo>
                    <a:pt x="14087" y="1984951"/>
                  </a:lnTo>
                  <a:cubicBezTo>
                    <a:pt x="6307" y="1984951"/>
                    <a:pt x="0" y="1978644"/>
                    <a:pt x="0" y="1970864"/>
                  </a:cubicBezTo>
                  <a:lnTo>
                    <a:pt x="0" y="14087"/>
                  </a:lnTo>
                  <a:cubicBezTo>
                    <a:pt x="0" y="6307"/>
                    <a:pt x="6307" y="0"/>
                    <a:pt x="14087" y="0"/>
                  </a:cubicBezTo>
                  <a:close/>
                </a:path>
              </a:pathLst>
            </a:custGeom>
            <a:solidFill>
              <a:srgbClr val="FFFFFF"/>
            </a:solidFill>
          </p:spPr>
          <p:txBody>
            <a:bodyPr/>
            <a:lstStyle/>
            <a:p>
              <a:endParaRPr lang="es-MX"/>
            </a:p>
          </p:txBody>
        </p:sp>
        <p:sp>
          <p:nvSpPr>
            <p:cNvPr id="6" name="TextBox 10">
              <a:extLst>
                <a:ext uri="{FF2B5EF4-FFF2-40B4-BE49-F238E27FC236}">
                  <a16:creationId xmlns:a16="http://schemas.microsoft.com/office/drawing/2014/main" id="{28219582-B644-88FC-10E4-1824D5EB8D02}"/>
                </a:ext>
              </a:extLst>
            </p:cNvPr>
            <p:cNvSpPr txBox="1">
              <a:spLocks noGrp="1" noRot="1" noMove="1" noResize="1" noEditPoints="1" noAdjustHandles="1" noChangeArrowheads="1" noChangeShapeType="1"/>
            </p:cNvSpPr>
            <p:nvPr/>
          </p:nvSpPr>
          <p:spPr>
            <a:xfrm>
              <a:off x="0" y="-47625"/>
              <a:ext cx="4197679" cy="2032576"/>
            </a:xfrm>
            <a:prstGeom prst="rect">
              <a:avLst/>
            </a:prstGeom>
          </p:spPr>
          <p:txBody>
            <a:bodyPr lIns="50800" tIns="50800" rIns="50800" bIns="50800" rtlCol="0" anchor="ctr"/>
            <a:lstStyle/>
            <a:p>
              <a:pPr algn="ctr">
                <a:lnSpc>
                  <a:spcPts val="2659"/>
                </a:lnSpc>
                <a:spcBef>
                  <a:spcPct val="0"/>
                </a:spcBef>
              </a:pPr>
              <a:endParaRPr/>
            </a:p>
          </p:txBody>
        </p:sp>
      </p:grpSp>
      <p:sp>
        <p:nvSpPr>
          <p:cNvPr id="2" name="Title 1">
            <a:extLst>
              <a:ext uri="{FF2B5EF4-FFF2-40B4-BE49-F238E27FC236}">
                <a16:creationId xmlns:a16="http://schemas.microsoft.com/office/drawing/2014/main" id="{3060115F-7367-9831-CC7F-5F32AB3CDF64}"/>
              </a:ext>
            </a:extLst>
          </p:cNvPr>
          <p:cNvSpPr>
            <a:spLocks noGrp="1"/>
          </p:cNvSpPr>
          <p:nvPr>
            <p:ph type="title"/>
          </p:nvPr>
        </p:nvSpPr>
        <p:spPr>
          <a:xfrm>
            <a:off x="1058109" y="3877577"/>
            <a:ext cx="10913982" cy="763516"/>
          </a:xfrm>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49416" y="4766731"/>
            <a:ext cx="10913980" cy="1638828"/>
          </a:xfrm>
        </p:spPr>
        <p:txBody>
          <a:bodyPr/>
          <a:lstStyle/>
          <a:p>
            <a:pPr lvl="0"/>
            <a:r>
              <a:rPr lang="en-US"/>
              <a:t>Click to edit Master text styles</a:t>
            </a:r>
          </a:p>
          <a:p>
            <a:pPr lvl="1"/>
            <a:r>
              <a:rPr lang="en-US"/>
              <a:t>Second level</a:t>
            </a:r>
          </a:p>
        </p:txBody>
      </p:sp>
      <p:sp>
        <p:nvSpPr>
          <p:cNvPr id="10" name="Freeform 4">
            <a:extLst>
              <a:ext uri="{FF2B5EF4-FFF2-40B4-BE49-F238E27FC236}">
                <a16:creationId xmlns:a16="http://schemas.microsoft.com/office/drawing/2014/main" id="{60832C5C-8902-D453-4845-67C132625F56}"/>
              </a:ext>
            </a:extLst>
          </p:cNvPr>
          <p:cNvSpPr>
            <a:spLocks noGrp="1" noRot="1" noMove="1" noResize="1" noEditPoints="1" noAdjustHandles="1" noChangeArrowheads="1" noChangeShapeType="1"/>
          </p:cNvSpPr>
          <p:nvPr userDrawn="1"/>
        </p:nvSpPr>
        <p:spPr>
          <a:xfrm>
            <a:off x="-77002" y="-29333"/>
            <a:ext cx="915202" cy="6887333"/>
          </a:xfrm>
          <a:custGeom>
            <a:avLst/>
            <a:gdLst/>
            <a:ahLst/>
            <a:cxnLst/>
            <a:rect l="l" t="t" r="r" b="b"/>
            <a:pathLst>
              <a:path w="1028700" h="10287000">
                <a:moveTo>
                  <a:pt x="0" y="0"/>
                </a:moveTo>
                <a:lnTo>
                  <a:pt x="1028700" y="0"/>
                </a:lnTo>
                <a:lnTo>
                  <a:pt x="1028700" y="10287000"/>
                </a:lnTo>
                <a:lnTo>
                  <a:pt x="0" y="10287000"/>
                </a:lnTo>
                <a:lnTo>
                  <a:pt x="0" y="0"/>
                </a:lnTo>
                <a:close/>
              </a:path>
            </a:pathLst>
          </a:custGeom>
          <a:blipFill>
            <a:blip r:embed="rId2"/>
            <a:stretch>
              <a:fillRect l="-664285" r="-664285"/>
            </a:stretch>
          </a:blipFill>
        </p:spPr>
        <p:txBody>
          <a:bodyPr/>
          <a:lstStyle/>
          <a:p>
            <a:endParaRPr lang="es-MX"/>
          </a:p>
        </p:txBody>
      </p:sp>
      <p:grpSp>
        <p:nvGrpSpPr>
          <p:cNvPr id="14" name="Group 5">
            <a:extLst>
              <a:ext uri="{FF2B5EF4-FFF2-40B4-BE49-F238E27FC236}">
                <a16:creationId xmlns:a16="http://schemas.microsoft.com/office/drawing/2014/main" id="{96685936-0169-34D6-D524-77DA27F95E5C}"/>
              </a:ext>
            </a:extLst>
          </p:cNvPr>
          <p:cNvGrpSpPr/>
          <p:nvPr userDrawn="1"/>
        </p:nvGrpSpPr>
        <p:grpSpPr>
          <a:xfrm>
            <a:off x="276434" y="-29334"/>
            <a:ext cx="576580" cy="6858001"/>
            <a:chOff x="0" y="0"/>
            <a:chExt cx="923323" cy="13716000"/>
          </a:xfrm>
        </p:grpSpPr>
        <p:sp>
          <p:nvSpPr>
            <p:cNvPr id="15" name="AutoShape 6">
              <a:extLst>
                <a:ext uri="{FF2B5EF4-FFF2-40B4-BE49-F238E27FC236}">
                  <a16:creationId xmlns:a16="http://schemas.microsoft.com/office/drawing/2014/main" id="{4BBEC499-967A-9B2E-663D-537ACDDA5F8D}"/>
                </a:ext>
              </a:extLst>
            </p:cNvPr>
            <p:cNvSpPr/>
            <p:nvPr/>
          </p:nvSpPr>
          <p:spPr>
            <a:xfrm rot="-5400000">
              <a:off x="-5941027" y="6851650"/>
              <a:ext cx="13716000" cy="0"/>
            </a:xfrm>
            <a:prstGeom prst="line">
              <a:avLst/>
            </a:prstGeom>
            <a:ln w="12700" cap="rnd">
              <a:solidFill>
                <a:srgbClr val="121212">
                  <a:alpha val="26667"/>
                </a:srgbClr>
              </a:solidFill>
              <a:prstDash val="solid"/>
              <a:headEnd type="none" w="sm" len="sm"/>
              <a:tailEnd type="none" w="sm" len="sm"/>
            </a:ln>
          </p:spPr>
          <p:txBody>
            <a:bodyPr/>
            <a:lstStyle/>
            <a:p>
              <a:endParaRPr lang="es-MX"/>
            </a:p>
          </p:txBody>
        </p:sp>
        <p:sp>
          <p:nvSpPr>
            <p:cNvPr id="16" name="Freeform 7">
              <a:extLst>
                <a:ext uri="{FF2B5EF4-FFF2-40B4-BE49-F238E27FC236}">
                  <a16:creationId xmlns:a16="http://schemas.microsoft.com/office/drawing/2014/main" id="{AC43B49D-943A-E1AC-A2BF-FB8BA8DA7140}"/>
                </a:ext>
              </a:extLst>
            </p:cNvPr>
            <p:cNvSpPr/>
            <p:nvPr/>
          </p:nvSpPr>
          <p:spPr>
            <a:xfrm>
              <a:off x="0" y="6724554"/>
              <a:ext cx="400588" cy="266892"/>
            </a:xfrm>
            <a:custGeom>
              <a:avLst/>
              <a:gdLst/>
              <a:ahLst/>
              <a:cxnLst/>
              <a:rect l="l" t="t" r="r" b="b"/>
              <a:pathLst>
                <a:path w="400588" h="266892">
                  <a:moveTo>
                    <a:pt x="0" y="0"/>
                  </a:moveTo>
                  <a:lnTo>
                    <a:pt x="400588" y="0"/>
                  </a:lnTo>
                  <a:lnTo>
                    <a:pt x="400588" y="266892"/>
                  </a:lnTo>
                  <a:lnTo>
                    <a:pt x="0" y="2668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sp>
        <p:nvSpPr>
          <p:cNvPr id="7" name="AutoShape 8">
            <a:extLst>
              <a:ext uri="{FF2B5EF4-FFF2-40B4-BE49-F238E27FC236}">
                <a16:creationId xmlns:a16="http://schemas.microsoft.com/office/drawing/2014/main" id="{5B0F7F05-AE44-780B-B6D3-1C7601CBDAFE}"/>
              </a:ext>
            </a:extLst>
          </p:cNvPr>
          <p:cNvSpPr/>
          <p:nvPr userDrawn="1"/>
        </p:nvSpPr>
        <p:spPr>
          <a:xfrm>
            <a:off x="861483" y="3455987"/>
            <a:ext cx="11330517" cy="4763"/>
          </a:xfrm>
          <a:prstGeom prst="line">
            <a:avLst/>
          </a:prstGeom>
          <a:ln w="9525" cap="rnd">
            <a:solidFill>
              <a:srgbClr val="121212">
                <a:alpha val="26667"/>
              </a:srgbClr>
            </a:solidFill>
            <a:prstDash val="solid"/>
            <a:headEnd type="none" w="sm" len="sm"/>
            <a:tailEnd type="none" w="sm" len="sm"/>
          </a:ln>
        </p:spPr>
        <p:txBody>
          <a:bodyPr/>
          <a:lstStyle/>
          <a:p>
            <a:endParaRPr lang="es-MX"/>
          </a:p>
        </p:txBody>
      </p:sp>
      <p:sp>
        <p:nvSpPr>
          <p:cNvPr id="8" name="Title 1">
            <a:extLst>
              <a:ext uri="{FF2B5EF4-FFF2-40B4-BE49-F238E27FC236}">
                <a16:creationId xmlns:a16="http://schemas.microsoft.com/office/drawing/2014/main" id="{0ABC146F-477C-6739-48C0-131FE8CF8B74}"/>
              </a:ext>
            </a:extLst>
          </p:cNvPr>
          <p:cNvSpPr txBox="1">
            <a:spLocks/>
          </p:cNvSpPr>
          <p:nvPr userDrawn="1"/>
        </p:nvSpPr>
        <p:spPr>
          <a:xfrm>
            <a:off x="1066804" y="495445"/>
            <a:ext cx="10913982" cy="7635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MX"/>
          </a:p>
        </p:txBody>
      </p:sp>
      <p:sp>
        <p:nvSpPr>
          <p:cNvPr id="9" name="Content Placeholder 2">
            <a:extLst>
              <a:ext uri="{FF2B5EF4-FFF2-40B4-BE49-F238E27FC236}">
                <a16:creationId xmlns:a16="http://schemas.microsoft.com/office/drawing/2014/main" id="{CB9CD599-72CC-2EDA-9D9B-CA67650500D9}"/>
              </a:ext>
            </a:extLst>
          </p:cNvPr>
          <p:cNvSpPr>
            <a:spLocks noGrp="1"/>
          </p:cNvSpPr>
          <p:nvPr>
            <p:ph idx="10"/>
          </p:nvPr>
        </p:nvSpPr>
        <p:spPr>
          <a:xfrm>
            <a:off x="1058111" y="1462165"/>
            <a:ext cx="10913980" cy="1638828"/>
          </a:xfrm>
        </p:spPr>
        <p:txBody>
          <a:bodyPr/>
          <a:lstStyle/>
          <a:p>
            <a:pPr lvl="0"/>
            <a:r>
              <a:rPr lang="en-US"/>
              <a:t>Click to edit Master text styles</a:t>
            </a:r>
          </a:p>
          <a:p>
            <a:pPr lvl="1"/>
            <a:r>
              <a:rPr lang="en-US"/>
              <a:t>Second level</a:t>
            </a:r>
          </a:p>
        </p:txBody>
      </p:sp>
      <p:sp>
        <p:nvSpPr>
          <p:cNvPr id="17" name="Content Placeholder 2">
            <a:extLst>
              <a:ext uri="{FF2B5EF4-FFF2-40B4-BE49-F238E27FC236}">
                <a16:creationId xmlns:a16="http://schemas.microsoft.com/office/drawing/2014/main" id="{BC9B0F46-90AA-AF3A-87DF-2BCBB2898C3E}"/>
              </a:ext>
            </a:extLst>
          </p:cNvPr>
          <p:cNvSpPr>
            <a:spLocks noGrp="1"/>
          </p:cNvSpPr>
          <p:nvPr>
            <p:ph idx="11" hasCustomPrompt="1"/>
          </p:nvPr>
        </p:nvSpPr>
        <p:spPr>
          <a:xfrm>
            <a:off x="1066806" y="389568"/>
            <a:ext cx="10913980" cy="936770"/>
          </a:xfrm>
        </p:spPr>
        <p:txBody>
          <a:bodyPr>
            <a:normAutofit/>
          </a:bodyPr>
          <a:lstStyle>
            <a:lvl1pPr>
              <a:defRPr sz="4400">
                <a:latin typeface="Aptos Display (Headings)"/>
              </a:defRPr>
            </a:lvl1pPr>
          </a:lstStyle>
          <a:p>
            <a:pPr lvl="0"/>
            <a:r>
              <a:rPr lang="en-US"/>
              <a:t>Title</a:t>
            </a:r>
          </a:p>
        </p:txBody>
      </p:sp>
    </p:spTree>
    <p:extLst>
      <p:ext uri="{BB962C8B-B14F-4D97-AF65-F5344CB8AC3E}">
        <p14:creationId xmlns:p14="http://schemas.microsoft.com/office/powerpoint/2010/main" val="102569763"/>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AE02A-0F3D-772B-AE13-4C3242EB0203}"/>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3" name="Footer Placeholder 2">
            <a:extLst>
              <a:ext uri="{FF2B5EF4-FFF2-40B4-BE49-F238E27FC236}">
                <a16:creationId xmlns:a16="http://schemas.microsoft.com/office/drawing/2014/main" id="{6F842665-4ED8-5551-CD4E-445F4C4D9A72}"/>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C3AEBB6C-0AEE-790B-DA43-889582BD0C78}"/>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5" name="Freeform 2">
            <a:extLst>
              <a:ext uri="{FF2B5EF4-FFF2-40B4-BE49-F238E27FC236}">
                <a16:creationId xmlns:a16="http://schemas.microsoft.com/office/drawing/2014/main" id="{74405D5D-B20D-5EDC-B7DF-DA29FEB96AAC}"/>
              </a:ext>
            </a:extLst>
          </p:cNvPr>
          <p:cNvSpPr>
            <a:spLocks noGrp="1" noRot="1" noMove="1" noResize="1" noEditPoints="1" noAdjustHandles="1" noChangeArrowheads="1" noChangeShapeType="1"/>
          </p:cNvSpPr>
          <p:nvPr userDrawn="1"/>
        </p:nvSpPr>
        <p:spPr>
          <a:xfrm>
            <a:off x="-1" y="0"/>
            <a:ext cx="12276667"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txBody>
          <a:bodyPr/>
          <a:lstStyle/>
          <a:p>
            <a:endParaRPr lang="es-MX"/>
          </a:p>
        </p:txBody>
      </p:sp>
      <p:sp>
        <p:nvSpPr>
          <p:cNvPr id="7" name="Title 1">
            <a:extLst>
              <a:ext uri="{FF2B5EF4-FFF2-40B4-BE49-F238E27FC236}">
                <a16:creationId xmlns:a16="http://schemas.microsoft.com/office/drawing/2014/main" id="{8A1B2258-EEDF-F0FE-1595-6FF5A9003CE3}"/>
              </a:ext>
            </a:extLst>
          </p:cNvPr>
          <p:cNvSpPr>
            <a:spLocks noGrp="1"/>
          </p:cNvSpPr>
          <p:nvPr>
            <p:ph type="title" hasCustomPrompt="1"/>
          </p:nvPr>
        </p:nvSpPr>
        <p:spPr>
          <a:xfrm>
            <a:off x="838200" y="2766218"/>
            <a:ext cx="10515600" cy="1325563"/>
          </a:xfrm>
        </p:spPr>
        <p:txBody>
          <a:bodyPr>
            <a:normAutofit/>
          </a:bodyPr>
          <a:lstStyle>
            <a:lvl1pPr>
              <a:defRPr sz="7200">
                <a:solidFill>
                  <a:schemeClr val="bg1"/>
                </a:solidFill>
              </a:defRPr>
            </a:lvl1pPr>
          </a:lstStyle>
          <a:p>
            <a:r>
              <a:rPr lang="en-US"/>
              <a:t>Thank you!</a:t>
            </a:r>
            <a:endParaRPr lang="es-MX"/>
          </a:p>
        </p:txBody>
      </p:sp>
    </p:spTree>
    <p:extLst>
      <p:ext uri="{BB962C8B-B14F-4D97-AF65-F5344CB8AC3E}">
        <p14:creationId xmlns:p14="http://schemas.microsoft.com/office/powerpoint/2010/main" val="264639538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0115F-7367-9831-CC7F-5F32AB3CDF64}"/>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Tree>
    <p:extLst>
      <p:ext uri="{BB962C8B-B14F-4D97-AF65-F5344CB8AC3E}">
        <p14:creationId xmlns:p14="http://schemas.microsoft.com/office/powerpoint/2010/main" val="291673040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6E44D-AF4D-B0D0-2D38-17BF590B43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B773F104-8DDE-A1E6-0719-100ACF2087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69DBC-2956-8F47-4E6B-2E507E2D943D}"/>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45812285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52D45-3A83-AEA7-3C98-A922D9D6F5A9}"/>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A048A29E-D909-EBD3-F645-D91D5C2795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32DD2051-1577-C401-CF83-F5F6F0F171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BD602E4E-CF91-9091-E3E4-1849EDA1104D}"/>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6" name="Footer Placeholder 5">
            <a:extLst>
              <a:ext uri="{FF2B5EF4-FFF2-40B4-BE49-F238E27FC236}">
                <a16:creationId xmlns:a16="http://schemas.microsoft.com/office/drawing/2014/main" id="{C4E6E776-C01B-C144-3A80-F16152D5D124}"/>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BD032A7-C620-28FF-7E02-0504302A83B0}"/>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11963270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6243B-4CE5-2C2B-3D4A-4310222E38F1}"/>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A7CAB730-BF81-A82B-31EA-B887DDDB3D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F1F2ED-813E-436A-FA87-DF185BDDC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22EA6617-C184-23FC-1604-80399909F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2FA727-B2C2-C624-CD3A-67F966E3E5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17406E74-28DE-A028-1DF0-5CA3D35F8E92}"/>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8" name="Footer Placeholder 7">
            <a:extLst>
              <a:ext uri="{FF2B5EF4-FFF2-40B4-BE49-F238E27FC236}">
                <a16:creationId xmlns:a16="http://schemas.microsoft.com/office/drawing/2014/main" id="{769A0C9B-9D47-2AC8-32D1-29D486BB45FD}"/>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56D3F9C2-F47A-949C-50EB-A6E0CCCBA9C9}"/>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1725472978"/>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CA44-E74A-143E-0F9D-CF483D8B31BC}"/>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E95C20D3-4F4E-8DC2-34B5-EFF7681D4772}"/>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4" name="Footer Placeholder 3">
            <a:extLst>
              <a:ext uri="{FF2B5EF4-FFF2-40B4-BE49-F238E27FC236}">
                <a16:creationId xmlns:a16="http://schemas.microsoft.com/office/drawing/2014/main" id="{ADFBE658-2B11-6008-C727-3F41C4B90484}"/>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65909BDF-639D-E898-ED35-F9155D5B39AF}"/>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1094120872"/>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890D4-0A29-C023-D79F-0EB1869358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9BA370AF-B029-62A6-6D49-5CC9FBFF76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3E91DC73-01B7-2007-BF88-0F021A28E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DF19B-1A42-1962-C23A-450FDDF67C3A}"/>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6" name="Footer Placeholder 5">
            <a:extLst>
              <a:ext uri="{FF2B5EF4-FFF2-40B4-BE49-F238E27FC236}">
                <a16:creationId xmlns:a16="http://schemas.microsoft.com/office/drawing/2014/main" id="{8A6EAFA9-490E-0AAA-E440-69610B8AC90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0D818C8-0054-0E70-D43A-429F259C79DD}"/>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495813937"/>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F2F8C-D5D9-76D4-64EA-223A757BB0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FE73DEF9-6A1B-863A-2C3A-AC7C336563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562EE354-7F91-C959-7DEB-A6D1172E5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424381-4A22-1980-7BA8-6E4052F1EAFE}"/>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6" name="Footer Placeholder 5">
            <a:extLst>
              <a:ext uri="{FF2B5EF4-FFF2-40B4-BE49-F238E27FC236}">
                <a16:creationId xmlns:a16="http://schemas.microsoft.com/office/drawing/2014/main" id="{FB704551-DD7B-01B9-0EBE-60F2387CF11A}"/>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1B8959E7-B985-AF19-1695-41D3383E30D9}"/>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196013912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741D8-C192-BE6C-99B4-FD11C0C111BE}"/>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FA542917-210D-567F-2CB7-C194B4504A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09D45793-45A5-5204-0F61-DD574294D6B9}"/>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5" name="Footer Placeholder 4">
            <a:extLst>
              <a:ext uri="{FF2B5EF4-FFF2-40B4-BE49-F238E27FC236}">
                <a16:creationId xmlns:a16="http://schemas.microsoft.com/office/drawing/2014/main" id="{A0F61B22-5D74-A27A-395B-C4746AF5EFD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D539BF5D-DD6D-6E5B-A417-DD07F5D81AD1}"/>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761433827"/>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B1E22-1FE5-FEA0-ABED-031BE49EA2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792F47FB-61AC-82AB-54E7-E333D1BAB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8D4106A-9714-F515-A1EF-BAE67E2E03ED}"/>
              </a:ext>
            </a:extLst>
          </p:cNvPr>
          <p:cNvSpPr>
            <a:spLocks noGrp="1"/>
          </p:cNvSpPr>
          <p:nvPr>
            <p:ph type="dt" sz="half" idx="10"/>
          </p:nvPr>
        </p:nvSpPr>
        <p:spPr/>
        <p:txBody>
          <a:bodyPr/>
          <a:lstStyle/>
          <a:p>
            <a:fld id="{A6894684-00AF-422F-9E70-484377D91052}" type="datetimeFigureOut">
              <a:rPr lang="es-MX" smtClean="0"/>
              <a:t>09/04/2026</a:t>
            </a:fld>
            <a:endParaRPr lang="es-MX"/>
          </a:p>
        </p:txBody>
      </p:sp>
      <p:sp>
        <p:nvSpPr>
          <p:cNvPr id="5" name="Footer Placeholder 4">
            <a:extLst>
              <a:ext uri="{FF2B5EF4-FFF2-40B4-BE49-F238E27FC236}">
                <a16:creationId xmlns:a16="http://schemas.microsoft.com/office/drawing/2014/main" id="{194850FC-F9C7-4384-87D7-4CE6498E8A5A}"/>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248133DE-7937-C763-59A1-AC55CDAD41F6}"/>
              </a:ext>
            </a:extLst>
          </p:cNvPr>
          <p:cNvSpPr>
            <a:spLocks noGrp="1"/>
          </p:cNvSpPr>
          <p:nvPr>
            <p:ph type="sldNum" sz="quarter" idx="12"/>
          </p:nvPr>
        </p:nvSpPr>
        <p:spPr/>
        <p:txBody>
          <a:bodyPr/>
          <a:lstStyle/>
          <a:p>
            <a:fld id="{7FC30F42-2E61-4F47-872B-F268A27A1A27}" type="slidenum">
              <a:rPr lang="es-MX" smtClean="0"/>
              <a:t>‹#›</a:t>
            </a:fld>
            <a:endParaRPr lang="es-MX"/>
          </a:p>
        </p:txBody>
      </p:sp>
    </p:spTree>
    <p:extLst>
      <p:ext uri="{BB962C8B-B14F-4D97-AF65-F5344CB8AC3E}">
        <p14:creationId xmlns:p14="http://schemas.microsoft.com/office/powerpoint/2010/main" val="424078135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rgbClr val="FFFFFF"/>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418872870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_Gradient_Dark Purpl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with medium confidence">
            <a:extLst>
              <a:ext uri="{FF2B5EF4-FFF2-40B4-BE49-F238E27FC236}">
                <a16:creationId xmlns:a16="http://schemas.microsoft.com/office/drawing/2014/main" id="{927425DA-3229-4755-8ECB-6BBAF1B3261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213400DE-577A-F22E-6D22-067D750FD52F}"/>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1E3568E9-EDDA-BA98-E968-A291C84577F0}"/>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93442741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tle_Illustration_Soft focus">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BB2FCDC-1864-6C1C-3C44-C6412B97D96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13419986-4044-B473-D837-12B9FB4AFBF0}"/>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98B178F9-93DD-7447-DB0C-4B190F656E74}"/>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08093672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itle_Illustration_Waves">
    <p:bg>
      <p:bgPr>
        <a:solidFill>
          <a:schemeClr val="bg2"/>
        </a:solidFill>
        <a:effectLst/>
      </p:bgPr>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EE31C3A2-2502-5962-D44F-4F0B7DDDCFE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1"/>
            <a:ext cx="12188952" cy="6863434"/>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62FAB6A0-A122-2BE0-9BE0-DFE55F64D3F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04269215-93A5-E2C5-B078-A2A3BC42315D}"/>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23946406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itle_Photo_1/2 page">
    <p:bg>
      <p:bgPr>
        <a:solidFill>
          <a:schemeClr val="bg2"/>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CB4AE7C7-69AD-F100-6AAD-66E2394A14A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2" name="MS logo white - EMF">
            <a:extLst>
              <a:ext uri="{FF2B5EF4-FFF2-40B4-BE49-F238E27FC236}">
                <a16:creationId xmlns:a16="http://schemas.microsoft.com/office/drawing/2014/main" id="{29AA0694-93B3-A723-F9C9-53E401C82F2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216"/>
            <a:ext cx="1366245" cy="292608"/>
          </a:xfrm>
          <a:prstGeom prst="rect">
            <a:avLst/>
          </a:prstGeom>
        </p:spPr>
      </p:pic>
      <p:sp>
        <p:nvSpPr>
          <p:cNvPr id="11" name="Title 1">
            <a:extLst>
              <a:ext uri="{FF2B5EF4-FFF2-40B4-BE49-F238E27FC236}">
                <a16:creationId xmlns:a16="http://schemas.microsoft.com/office/drawing/2014/main" id="{C55AB98C-9F9F-D3B0-10A0-17DCB64F33D6}"/>
              </a:ext>
            </a:extLst>
          </p:cNvPr>
          <p:cNvSpPr>
            <a:spLocks noGrp="1"/>
          </p:cNvSpPr>
          <p:nvPr>
            <p:ph type="title" hasCustomPrompt="1"/>
          </p:nvPr>
        </p:nvSpPr>
        <p:spPr bwMode="white">
          <a:xfrm>
            <a:off x="569912" y="2769057"/>
            <a:ext cx="5068887"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presentation title </a:t>
            </a:r>
          </a:p>
        </p:txBody>
      </p:sp>
      <p:sp>
        <p:nvSpPr>
          <p:cNvPr id="5" name="Text Placeholder 4">
            <a:extLst>
              <a:ext uri="{FF2B5EF4-FFF2-40B4-BE49-F238E27FC236}">
                <a16:creationId xmlns:a16="http://schemas.microsoft.com/office/drawing/2014/main" id="{5482F14D-1CBB-8E3B-8D2E-9B5EA00C5571}"/>
              </a:ext>
            </a:extLst>
          </p:cNvPr>
          <p:cNvSpPr>
            <a:spLocks noGrp="1"/>
          </p:cNvSpPr>
          <p:nvPr>
            <p:ph type="body" sz="quarter" idx="12" hasCustomPrompt="1"/>
          </p:nvPr>
        </p:nvSpPr>
        <p:spPr bwMode="white">
          <a:xfrm>
            <a:off x="582043" y="4215827"/>
            <a:ext cx="505675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9" name="Text Placeholder 4">
            <a:extLst>
              <a:ext uri="{FF2B5EF4-FFF2-40B4-BE49-F238E27FC236}">
                <a16:creationId xmlns:a16="http://schemas.microsoft.com/office/drawing/2014/main" id="{A3E5ACEC-04CC-D20B-D4D4-AF1B70D010C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10" name="Text Placeholder 4">
            <a:extLst>
              <a:ext uri="{FF2B5EF4-FFF2-40B4-BE49-F238E27FC236}">
                <a16:creationId xmlns:a16="http://schemas.microsoft.com/office/drawing/2014/main" id="{83F18C0F-35B3-00B9-E1FB-83D07536BB0A}"/>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51AAB13A-1E1B-E45F-BD10-BCD660802657}"/>
              </a:ext>
            </a:extLst>
          </p:cNvPr>
          <p:cNvSpPr>
            <a:spLocks noGrp="1"/>
          </p:cNvSpPr>
          <p:nvPr>
            <p:ph type="pic" sz="quarter" idx="15" hasCustomPrompt="1"/>
          </p:nvPr>
        </p:nvSpPr>
        <p:spPr bwMode="ltGray">
          <a:xfrm>
            <a:off x="6096000" y="0"/>
            <a:ext cx="6096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9083317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guide id="3" pos="3840">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_Photo_1/3 page">
    <p:bg>
      <p:bgPr>
        <a:solidFill>
          <a:schemeClr val="bg2"/>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906F4419-64A5-9020-22F2-344FC7FAF15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2" name="MS logo white - EMF">
            <a:extLst>
              <a:ext uri="{FF2B5EF4-FFF2-40B4-BE49-F238E27FC236}">
                <a16:creationId xmlns:a16="http://schemas.microsoft.com/office/drawing/2014/main" id="{29AA0694-93B3-A723-F9C9-53E401C82F2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216"/>
            <a:ext cx="1366245" cy="292608"/>
          </a:xfrm>
          <a:prstGeom prst="rect">
            <a:avLst/>
          </a:prstGeom>
        </p:spPr>
      </p:pic>
      <p:sp>
        <p:nvSpPr>
          <p:cNvPr id="8" name="Title 1">
            <a:extLst>
              <a:ext uri="{FF2B5EF4-FFF2-40B4-BE49-F238E27FC236}">
                <a16:creationId xmlns:a16="http://schemas.microsoft.com/office/drawing/2014/main" id="{A6B1FCBB-06B7-64C6-F117-5E63670DFFA7}"/>
              </a:ext>
            </a:extLst>
          </p:cNvPr>
          <p:cNvSpPr>
            <a:spLocks noGrp="1"/>
          </p:cNvSpPr>
          <p:nvPr>
            <p:ph type="title" hasCustomPrompt="1"/>
          </p:nvPr>
        </p:nvSpPr>
        <p:spPr>
          <a:xfrm>
            <a:off x="569911" y="2769057"/>
            <a:ext cx="6949440" cy="1231106"/>
          </a:xfrm>
          <a:noFill/>
        </p:spPr>
        <p:txBody>
          <a:bodyPr wrap="square" lIns="0" tIns="0" rIns="0" bIns="0" anchor="b" anchorCtr="0">
            <a:spAutoFit/>
          </a:bodyPr>
          <a:lstStyle>
            <a:lvl1pPr>
              <a:defRPr sz="4000" b="0" i="0" spc="-50" baseline="0">
                <a:solidFill>
                  <a:srgbClr val="FFFFFF"/>
                </a:solidFill>
                <a:latin typeface="+mn-lt"/>
                <a:cs typeface="Segoe UI" panose="020B0502040204020203" pitchFamily="34" charset="0"/>
              </a:defRPr>
            </a:lvl1pPr>
          </a:lstStyle>
          <a:p>
            <a:r>
              <a:rPr lang="en-US"/>
              <a:t>Event name or </a:t>
            </a:r>
            <a:br>
              <a:rPr lang="en-US"/>
            </a:br>
            <a:r>
              <a:rPr lang="en-US"/>
              <a:t>presentation title </a:t>
            </a:r>
          </a:p>
        </p:txBody>
      </p:sp>
      <p:sp>
        <p:nvSpPr>
          <p:cNvPr id="10" name="Text Placeholder 4">
            <a:extLst>
              <a:ext uri="{FF2B5EF4-FFF2-40B4-BE49-F238E27FC236}">
                <a16:creationId xmlns:a16="http://schemas.microsoft.com/office/drawing/2014/main" id="{469CED02-2B46-444B-3830-0E40E15910FF}"/>
              </a:ext>
            </a:extLst>
          </p:cNvPr>
          <p:cNvSpPr>
            <a:spLocks noGrp="1"/>
          </p:cNvSpPr>
          <p:nvPr>
            <p:ph type="body" sz="quarter" idx="12" hasCustomPrompt="1"/>
          </p:nvPr>
        </p:nvSpPr>
        <p:spPr>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rgbClr val="FFFFFF"/>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EAFE125C-F2D8-2A18-58C3-194C3E321220}"/>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6" name="Text Placeholder 4">
            <a:extLst>
              <a:ext uri="{FF2B5EF4-FFF2-40B4-BE49-F238E27FC236}">
                <a16:creationId xmlns:a16="http://schemas.microsoft.com/office/drawing/2014/main" id="{1C67AC21-30F5-48B7-086F-79D1E4E11293}"/>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A0521F0C-988A-EA48-770E-C78EECC5B1B7}"/>
              </a:ext>
            </a:extLst>
          </p:cNvPr>
          <p:cNvSpPr>
            <a:spLocks noGrp="1"/>
          </p:cNvSpPr>
          <p:nvPr>
            <p:ph type="pic" sz="quarter" idx="15" hasCustomPrompt="1"/>
          </p:nvPr>
        </p:nvSpPr>
        <p:spPr bwMode="ltGray">
          <a:xfrm>
            <a:off x="8077200" y="0"/>
            <a:ext cx="4114800" cy="685800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4208397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guide id="3" pos="5075">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_Photo_Full page_1">
    <p:bg>
      <p:bgPr>
        <a:solidFill>
          <a:schemeClr val="bg2"/>
        </a:solidFill>
        <a:effectLst/>
      </p:bgPr>
    </p:bg>
    <p:spTree>
      <p:nvGrpSpPr>
        <p:cNvPr id="1" name=""/>
        <p:cNvGrpSpPr/>
        <p:nvPr/>
      </p:nvGrpSpPr>
      <p:grpSpPr>
        <a:xfrm>
          <a:off x="0" y="0"/>
          <a:ext cx="0" cy="0"/>
          <a:chOff x="0" y="0"/>
          <a:chExt cx="0" cy="0"/>
        </a:xfrm>
      </p:grpSpPr>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44D44FA1-EE52-F9BC-B63E-D105CB6DE1C9}"/>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7" name="Text Placeholder 4">
            <a:extLst>
              <a:ext uri="{FF2B5EF4-FFF2-40B4-BE49-F238E27FC236}">
                <a16:creationId xmlns:a16="http://schemas.microsoft.com/office/drawing/2014/main" id="{5B4C53E4-E0E2-0DBC-1E21-DE54E6739E88}"/>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5162776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tle_Photo_Full page_2">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1C74A79-BBEB-1C63-D4EF-38F00672DA48}"/>
              </a:ext>
            </a:extLst>
          </p:cNvPr>
          <p:cNvGrpSpPr/>
          <p:nvPr userDrawn="1"/>
        </p:nvGrpSpPr>
        <p:grpSpPr>
          <a:xfrm>
            <a:off x="-1" y="-1"/>
            <a:ext cx="12192001" cy="6858001"/>
            <a:chOff x="-1" y="-1"/>
            <a:chExt cx="12192001" cy="6858001"/>
          </a:xfrm>
        </p:grpSpPr>
        <p:pic>
          <p:nvPicPr>
            <p:cNvPr id="11" name="Picture 10" descr="A picture containing building&#10;&#10;Description automatically generated">
              <a:extLst>
                <a:ext uri="{FF2B5EF4-FFF2-40B4-BE49-F238E27FC236}">
                  <a16:creationId xmlns:a16="http://schemas.microsoft.com/office/drawing/2014/main" id="{313AFE2B-239D-9AC7-8FB0-8C96026D039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12" name="Rectangle 11">
              <a:extLst>
                <a:ext uri="{FF2B5EF4-FFF2-40B4-BE49-F238E27FC236}">
                  <a16:creationId xmlns:a16="http://schemas.microsoft.com/office/drawing/2014/main" id="{A389BF22-929B-2908-E860-A934A7695603}"/>
                </a:ext>
              </a:extLst>
            </p:cNvPr>
            <p:cNvSpPr/>
            <p:nvPr/>
          </p:nvSpPr>
          <p:spPr bwMode="auto">
            <a:xfrm>
              <a:off x="0" y="0"/>
              <a:ext cx="8149389" cy="6858000"/>
            </a:xfrm>
            <a:prstGeom prst="rect">
              <a:avLst/>
            </a:prstGeom>
            <a:gradFill>
              <a:gsLst>
                <a:gs pos="0">
                  <a:schemeClr val="bg1">
                    <a:alpha val="76249"/>
                  </a:schemeClr>
                </a:gs>
                <a:gs pos="100000">
                  <a:schemeClr val="bg1">
                    <a:alpha val="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5699"/>
            <a:ext cx="6949440"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44D44FA1-EE52-F9BC-B63E-D105CB6DE1C9}"/>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7" name="Text Placeholder 4">
            <a:extLst>
              <a:ext uri="{FF2B5EF4-FFF2-40B4-BE49-F238E27FC236}">
                <a16:creationId xmlns:a16="http://schemas.microsoft.com/office/drawing/2014/main" id="{5B4C53E4-E0E2-0DBC-1E21-DE54E6739E8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
        <p:nvSpPr>
          <p:cNvPr id="13" name="TextBox 12">
            <a:extLst>
              <a:ext uri="{FF2B5EF4-FFF2-40B4-BE49-F238E27FC236}">
                <a16:creationId xmlns:a16="http://schemas.microsoft.com/office/drawing/2014/main" id="{FC33FD83-0CA7-3551-4539-8F751FBF29ED}"/>
              </a:ext>
            </a:extLst>
          </p:cNvPr>
          <p:cNvSpPr txBox="1"/>
          <p:nvPr userDrawn="1"/>
        </p:nvSpPr>
        <p:spPr>
          <a:xfrm>
            <a:off x="2342147" y="7940842"/>
            <a:ext cx="65" cy="276999"/>
          </a:xfrm>
          <a:prstGeom prst="rect">
            <a:avLst/>
          </a:prstGeom>
          <a:noFill/>
        </p:spPr>
        <p:txBody>
          <a:bodyPr wrap="none" lIns="0" tIns="0" rIns="0" bIns="0" rtlCol="0">
            <a:spAutoFit/>
          </a:bodyPr>
          <a:lstStyle/>
          <a:p>
            <a:pPr algn="l"/>
            <a:endParaRPr lang="en-US" sz="180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44370237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Section_Gradient_Dark Blue">
    <p:bg>
      <p:bgPr>
        <a:solidFill>
          <a:schemeClr val="bg2"/>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1C9D6987-B7F5-0C98-A76B-1F2B3C15A8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924" y="0"/>
            <a:ext cx="12188952" cy="6856285"/>
          </a:xfrm>
          <a:prstGeom prst="rect">
            <a:avLst/>
          </a:prstGeom>
        </p:spPr>
      </p:pic>
      <p:sp>
        <p:nvSpPr>
          <p:cNvPr id="4" name="Title 1">
            <a:extLst>
              <a:ext uri="{FF2B5EF4-FFF2-40B4-BE49-F238E27FC236}">
                <a16:creationId xmlns:a16="http://schemas.microsoft.com/office/drawing/2014/main" id="{782285C3-99A0-8CCF-D634-885F1C5CB19F}"/>
              </a:ext>
            </a:extLst>
          </p:cNvPr>
          <p:cNvSpPr>
            <a:spLocks noGrp="1"/>
          </p:cNvSpPr>
          <p:nvPr>
            <p:ph type="title" hasCustomPrompt="1"/>
          </p:nvPr>
        </p:nvSpPr>
        <p:spPr bwMode="white">
          <a:xfrm>
            <a:off x="569911" y="3384610"/>
            <a:ext cx="8193024"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2EC080A7-654B-D07C-9038-BDE71311A26B}"/>
              </a:ext>
            </a:extLst>
          </p:cNvPr>
          <p:cNvSpPr>
            <a:spLocks noGrp="1"/>
          </p:cNvSpPr>
          <p:nvPr>
            <p:ph type="body" sz="quarter" idx="12" hasCustomPrompt="1"/>
          </p:nvPr>
        </p:nvSpPr>
        <p:spPr bwMode="white">
          <a:xfrm>
            <a:off x="582042" y="4215828"/>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10583945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Section_Gradient_Dark Purple">
    <p:bg>
      <p:bgPr>
        <a:solidFill>
          <a:schemeClr val="bg2"/>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with medium confidence">
            <a:extLst>
              <a:ext uri="{FF2B5EF4-FFF2-40B4-BE49-F238E27FC236}">
                <a16:creationId xmlns:a16="http://schemas.microsoft.com/office/drawing/2014/main" id="{8D1FFD6F-3D0E-B46F-1914-A3183A1C186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782285C3-99A0-8CCF-D634-885F1C5CB19F}"/>
              </a:ext>
            </a:extLst>
          </p:cNvPr>
          <p:cNvSpPr>
            <a:spLocks noGrp="1"/>
          </p:cNvSpPr>
          <p:nvPr>
            <p:ph type="title" hasCustomPrompt="1"/>
          </p:nvPr>
        </p:nvSpPr>
        <p:spPr bwMode="white">
          <a:xfrm>
            <a:off x="569911" y="3384610"/>
            <a:ext cx="8193024"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2EC080A7-654B-D07C-9038-BDE71311A26B}"/>
              </a:ext>
            </a:extLst>
          </p:cNvPr>
          <p:cNvSpPr>
            <a:spLocks noGrp="1"/>
          </p:cNvSpPr>
          <p:nvPr>
            <p:ph type="body" sz="quarter" idx="12" hasCustomPrompt="1"/>
          </p:nvPr>
        </p:nvSpPr>
        <p:spPr bwMode="white">
          <a:xfrm>
            <a:off x="582042" y="4215828"/>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27799882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ection_Gradient_Dark Blue_with Image">
    <p:bg>
      <p:bgPr>
        <a:solidFill>
          <a:schemeClr val="bg2"/>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E4E4D2C8-20BC-7E5D-0A90-5DB478BDE6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sp>
        <p:nvSpPr>
          <p:cNvPr id="2" name="Title 1">
            <a:extLst>
              <a:ext uri="{FF2B5EF4-FFF2-40B4-BE49-F238E27FC236}">
                <a16:creationId xmlns:a16="http://schemas.microsoft.com/office/drawing/2014/main" id="{51B65EEA-77F3-C0F5-3483-CA4C24A82D88}"/>
              </a:ext>
            </a:extLst>
          </p:cNvPr>
          <p:cNvSpPr>
            <a:spLocks noGrp="1"/>
          </p:cNvSpPr>
          <p:nvPr>
            <p:ph type="title" hasCustomPrompt="1"/>
          </p:nvPr>
        </p:nvSpPr>
        <p:spPr bwMode="white">
          <a:xfrm>
            <a:off x="569911" y="3387502"/>
            <a:ext cx="6949440"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C203CD3A-B97F-B099-C6BA-D7F8AE1152F5}"/>
              </a:ext>
            </a:extLst>
          </p:cNvPr>
          <p:cNvSpPr>
            <a:spLocks noGrp="1"/>
          </p:cNvSpPr>
          <p:nvPr>
            <p:ph type="body" sz="quarter" idx="12" hasCustomPrompt="1"/>
          </p:nvPr>
        </p:nvSpPr>
        <p:spPr bwMode="white">
          <a:xfrm>
            <a:off x="582042" y="4215828"/>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0844D09D-1B98-1848-E708-C357D319EAE8}"/>
              </a:ext>
            </a:extLst>
          </p:cNvPr>
          <p:cNvSpPr>
            <a:spLocks noGrp="1"/>
          </p:cNvSpPr>
          <p:nvPr>
            <p:ph type="pic" sz="quarter" idx="15" hasCustomPrompt="1"/>
          </p:nvPr>
        </p:nvSpPr>
        <p:spPr bwMode="ltGray">
          <a:xfrm>
            <a:off x="8077200" y="0"/>
            <a:ext cx="4114800" cy="6858000"/>
          </a:xfrm>
          <a:prstGeom prst="rect">
            <a:avLst/>
          </a:prstGeom>
          <a:solidFill>
            <a:srgbClr val="D9D9D6"/>
          </a:solid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1728147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Section_Gradient_Dark Purple_with Image">
    <p:bg>
      <p:bgPr>
        <a:solidFill>
          <a:schemeClr val="bg2"/>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with medium confidence">
            <a:extLst>
              <a:ext uri="{FF2B5EF4-FFF2-40B4-BE49-F238E27FC236}">
                <a16:creationId xmlns:a16="http://schemas.microsoft.com/office/drawing/2014/main" id="{0A086935-3714-39D1-32AE-80326770EE8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sp>
        <p:nvSpPr>
          <p:cNvPr id="2" name="Title 1">
            <a:extLst>
              <a:ext uri="{FF2B5EF4-FFF2-40B4-BE49-F238E27FC236}">
                <a16:creationId xmlns:a16="http://schemas.microsoft.com/office/drawing/2014/main" id="{51B65EEA-77F3-C0F5-3483-CA4C24A82D88}"/>
              </a:ext>
            </a:extLst>
          </p:cNvPr>
          <p:cNvSpPr>
            <a:spLocks noGrp="1"/>
          </p:cNvSpPr>
          <p:nvPr>
            <p:ph type="title" hasCustomPrompt="1"/>
          </p:nvPr>
        </p:nvSpPr>
        <p:spPr bwMode="white">
          <a:xfrm>
            <a:off x="569911" y="3387502"/>
            <a:ext cx="6949440"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C203CD3A-B97F-B099-C6BA-D7F8AE1152F5}"/>
              </a:ext>
            </a:extLst>
          </p:cNvPr>
          <p:cNvSpPr>
            <a:spLocks noGrp="1"/>
          </p:cNvSpPr>
          <p:nvPr>
            <p:ph type="body" sz="quarter" idx="12" hasCustomPrompt="1"/>
          </p:nvPr>
        </p:nvSpPr>
        <p:spPr bwMode="white">
          <a:xfrm>
            <a:off x="582042" y="4215828"/>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0844D09D-1B98-1848-E708-C357D319EAE8}"/>
              </a:ext>
            </a:extLst>
          </p:cNvPr>
          <p:cNvSpPr>
            <a:spLocks noGrp="1"/>
          </p:cNvSpPr>
          <p:nvPr>
            <p:ph type="pic" sz="quarter" idx="15" hasCustomPrompt="1"/>
          </p:nvPr>
        </p:nvSpPr>
        <p:spPr bwMode="ltGray">
          <a:xfrm>
            <a:off x="8077200" y="0"/>
            <a:ext cx="4114800" cy="6858000"/>
          </a:xfrm>
          <a:prstGeom prst="rect">
            <a:avLst/>
          </a:prstGeom>
          <a:solidFill>
            <a:srgbClr val="D9D9D6"/>
          </a:solid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0460022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_1-column_Large type">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sp>
        <p:nvSpPr>
          <p:cNvPr id="2" name="Text Placeholder 3">
            <a:extLst>
              <a:ext uri="{FF2B5EF4-FFF2-40B4-BE49-F238E27FC236}">
                <a16:creationId xmlns:a16="http://schemas.microsoft.com/office/drawing/2014/main" id="{79614968-3494-E366-3F5D-AD4C362B9029}"/>
              </a:ext>
            </a:extLst>
          </p:cNvPr>
          <p:cNvSpPr>
            <a:spLocks noGrp="1"/>
          </p:cNvSpPr>
          <p:nvPr>
            <p:ph type="body" sz="quarter" idx="12" hasCustomPrompt="1"/>
          </p:nvPr>
        </p:nvSpPr>
        <p:spPr>
          <a:xfrm>
            <a:off x="584199" y="1589670"/>
            <a:ext cx="8193024" cy="646908"/>
          </a:xfrm>
          <a:prstGeom prst="rect">
            <a:avLst/>
          </a:prstGeom>
        </p:spPr>
        <p:txBody>
          <a:bodyPr/>
          <a:lstStyle>
            <a:lvl1pPr marL="514350" indent="-514350">
              <a:lnSpc>
                <a:spcPct val="150000"/>
              </a:lnSpc>
              <a:spcBef>
                <a:spcPts val="0"/>
              </a:spcBef>
              <a:buSzPct val="100000"/>
              <a:buFont typeface="+mj-lt"/>
              <a:buAutoNum type="arabicPeriod"/>
              <a:defRPr sz="3200" spc="-20" baseline="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agenda items</a:t>
            </a:r>
          </a:p>
        </p:txBody>
      </p:sp>
    </p:spTree>
    <p:extLst>
      <p:ext uri="{BB962C8B-B14F-4D97-AF65-F5344CB8AC3E}">
        <p14:creationId xmlns:p14="http://schemas.microsoft.com/office/powerpoint/2010/main" val="424169626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44">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_2-column">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sp>
        <p:nvSpPr>
          <p:cNvPr id="5" name="Text Placeholder 4">
            <a:extLst>
              <a:ext uri="{FF2B5EF4-FFF2-40B4-BE49-F238E27FC236}">
                <a16:creationId xmlns:a16="http://schemas.microsoft.com/office/drawing/2014/main" id="{E9A8A03C-9110-2600-11EF-7EC8A656DB95}"/>
              </a:ext>
            </a:extLst>
          </p:cNvPr>
          <p:cNvSpPr>
            <a:spLocks noGrp="1"/>
          </p:cNvSpPr>
          <p:nvPr>
            <p:ph type="body" sz="quarter" idx="12" hasCustomPrompt="1"/>
          </p:nvPr>
        </p:nvSpPr>
        <p:spPr>
          <a:xfrm>
            <a:off x="592137" y="2588260"/>
            <a:ext cx="3471863" cy="277320"/>
          </a:xfrm>
          <a:prstGeom prst="rect">
            <a:avLst/>
          </a:prstGeom>
        </p:spPr>
        <p:txBody>
          <a:bodyPr/>
          <a:lstStyle>
            <a:lvl1pPr marL="342900" indent="-342900">
              <a:lnSpc>
                <a:spcPct val="200000"/>
              </a:lnSpc>
              <a:spcBef>
                <a:spcPts val="0"/>
              </a:spcBef>
              <a:buSzPct val="100000"/>
              <a:buFont typeface="+mj-lt"/>
              <a:buAutoNum type="arabicPeriod"/>
              <a:tabLst>
                <a:tab pos="457200" algn="l"/>
              </a:tabLst>
              <a:defRPr>
                <a:solidFill>
                  <a:schemeClr val="tx1"/>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
        <p:nvSpPr>
          <p:cNvPr id="6" name="Text Placeholder 4">
            <a:extLst>
              <a:ext uri="{FF2B5EF4-FFF2-40B4-BE49-F238E27FC236}">
                <a16:creationId xmlns:a16="http://schemas.microsoft.com/office/drawing/2014/main" id="{0FF51780-D40A-A319-BDAA-730133A238F7}"/>
              </a:ext>
            </a:extLst>
          </p:cNvPr>
          <p:cNvSpPr>
            <a:spLocks noGrp="1"/>
          </p:cNvSpPr>
          <p:nvPr>
            <p:ph type="body" sz="quarter" idx="14" hasCustomPrompt="1"/>
          </p:nvPr>
        </p:nvSpPr>
        <p:spPr>
          <a:xfrm>
            <a:off x="4356100" y="2588259"/>
            <a:ext cx="3478213" cy="277320"/>
          </a:xfrm>
          <a:prstGeom prst="rect">
            <a:avLst/>
          </a:prstGeom>
        </p:spPr>
        <p:txBody>
          <a:bodyPr/>
          <a:lstStyle>
            <a:lvl1pPr marL="342900" indent="-342900">
              <a:lnSpc>
                <a:spcPct val="200000"/>
              </a:lnSpc>
              <a:spcBef>
                <a:spcPts val="0"/>
              </a:spcBef>
              <a:buSzPct val="100000"/>
              <a:buFont typeface="+mj-lt"/>
              <a:buAutoNum type="arabicPeriod"/>
              <a:defRPr>
                <a:solidFill>
                  <a:schemeClr val="tx1"/>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Tree>
    <p:extLst>
      <p:ext uri="{BB962C8B-B14F-4D97-AF65-F5344CB8AC3E}">
        <p14:creationId xmlns:p14="http://schemas.microsoft.com/office/powerpoint/2010/main" val="159352600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eam roster_5 member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Picture 1" descr="This photo is a 'placeholder' only. Drag or drop your photo here, or click and tap the center to insert a photo.">
            <a:extLst>
              <a:ext uri="{FF2B5EF4-FFF2-40B4-BE49-F238E27FC236}">
                <a16:creationId xmlns:a16="http://schemas.microsoft.com/office/drawing/2014/main" id="{2095A92D-6FC0-30E2-84FD-749200CFDD2F}"/>
              </a:ext>
            </a:extLst>
          </p:cNvPr>
          <p:cNvSpPr>
            <a:spLocks noGrp="1" noChangeAspect="1"/>
          </p:cNvSpPr>
          <p:nvPr>
            <p:ph type="pic" sz="quarter" idx="21" hasCustomPrompt="1"/>
          </p:nvPr>
        </p:nvSpPr>
        <p:spPr bwMode="ltGray">
          <a:xfrm>
            <a:off x="597395"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1" name="Text Placeholder 58">
            <a:extLst>
              <a:ext uri="{FF2B5EF4-FFF2-40B4-BE49-F238E27FC236}">
                <a16:creationId xmlns:a16="http://schemas.microsoft.com/office/drawing/2014/main" id="{8E28FB90-1F0C-96B6-ED65-6403818CBD82}"/>
              </a:ext>
            </a:extLst>
          </p:cNvPr>
          <p:cNvSpPr>
            <a:spLocks noGrp="1"/>
          </p:cNvSpPr>
          <p:nvPr>
            <p:ph type="body" sz="quarter" idx="36" hasCustomPrompt="1"/>
          </p:nvPr>
        </p:nvSpPr>
        <p:spPr>
          <a:xfrm>
            <a:off x="584200"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 name="Text Placeholder 58">
            <a:extLst>
              <a:ext uri="{FF2B5EF4-FFF2-40B4-BE49-F238E27FC236}">
                <a16:creationId xmlns:a16="http://schemas.microsoft.com/office/drawing/2014/main" id="{39EC624B-C018-EA8F-FC34-7FA84C7312AC}"/>
              </a:ext>
            </a:extLst>
          </p:cNvPr>
          <p:cNvSpPr>
            <a:spLocks noGrp="1"/>
          </p:cNvSpPr>
          <p:nvPr>
            <p:ph type="body" sz="quarter" idx="37" hasCustomPrompt="1"/>
          </p:nvPr>
        </p:nvSpPr>
        <p:spPr>
          <a:xfrm>
            <a:off x="584200"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7" name="Text Placeholder 2A sub">
            <a:extLst>
              <a:ext uri="{FF2B5EF4-FFF2-40B4-BE49-F238E27FC236}">
                <a16:creationId xmlns:a16="http://schemas.microsoft.com/office/drawing/2014/main" id="{7F9D57BE-5CDF-C75E-2546-01FDA84338EC}"/>
              </a:ext>
            </a:extLst>
          </p:cNvPr>
          <p:cNvSpPr>
            <a:spLocks noGrp="1"/>
          </p:cNvSpPr>
          <p:nvPr>
            <p:ph type="body" sz="quarter" idx="48" hasCustomPrompt="1"/>
          </p:nvPr>
        </p:nvSpPr>
        <p:spPr>
          <a:xfrm>
            <a:off x="597395"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7" name="Picture 2" descr="This photo is a 'placeholder' only. Drag or drop your photo here, or click and tap the center to insert a photo.">
            <a:extLst>
              <a:ext uri="{FF2B5EF4-FFF2-40B4-BE49-F238E27FC236}">
                <a16:creationId xmlns:a16="http://schemas.microsoft.com/office/drawing/2014/main" id="{E080675F-DF49-FC49-81AB-E8C058EE4972}"/>
              </a:ext>
            </a:extLst>
          </p:cNvPr>
          <p:cNvSpPr>
            <a:spLocks noGrp="1" noChangeAspect="1"/>
          </p:cNvSpPr>
          <p:nvPr>
            <p:ph type="pic" sz="quarter" idx="32" hasCustomPrompt="1"/>
          </p:nvPr>
        </p:nvSpPr>
        <p:spPr bwMode="ltGray">
          <a:xfrm>
            <a:off x="2885660"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58">
            <a:extLst>
              <a:ext uri="{FF2B5EF4-FFF2-40B4-BE49-F238E27FC236}">
                <a16:creationId xmlns:a16="http://schemas.microsoft.com/office/drawing/2014/main" id="{3928C68D-DAC5-11B4-3C12-6C91DE377400}"/>
              </a:ext>
            </a:extLst>
          </p:cNvPr>
          <p:cNvSpPr>
            <a:spLocks noGrp="1"/>
          </p:cNvSpPr>
          <p:nvPr>
            <p:ph type="body" sz="quarter" idx="38" hasCustomPrompt="1"/>
          </p:nvPr>
        </p:nvSpPr>
        <p:spPr>
          <a:xfrm>
            <a:off x="2895600"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4" name="Text Placeholder 58">
            <a:extLst>
              <a:ext uri="{FF2B5EF4-FFF2-40B4-BE49-F238E27FC236}">
                <a16:creationId xmlns:a16="http://schemas.microsoft.com/office/drawing/2014/main" id="{0B56EBDC-A427-27E1-3FEB-F0FD4E7B82C2}"/>
              </a:ext>
            </a:extLst>
          </p:cNvPr>
          <p:cNvSpPr>
            <a:spLocks noGrp="1"/>
          </p:cNvSpPr>
          <p:nvPr>
            <p:ph type="body" sz="quarter" idx="39" hasCustomPrompt="1"/>
          </p:nvPr>
        </p:nvSpPr>
        <p:spPr>
          <a:xfrm>
            <a:off x="2895600"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8" name="Text Placeholder 2A sub">
            <a:extLst>
              <a:ext uri="{FF2B5EF4-FFF2-40B4-BE49-F238E27FC236}">
                <a16:creationId xmlns:a16="http://schemas.microsoft.com/office/drawing/2014/main" id="{A7056ACE-B611-E42B-9345-C0B20848C942}"/>
              </a:ext>
            </a:extLst>
          </p:cNvPr>
          <p:cNvSpPr>
            <a:spLocks noGrp="1"/>
          </p:cNvSpPr>
          <p:nvPr>
            <p:ph type="body" sz="quarter" idx="56" hasCustomPrompt="1"/>
          </p:nvPr>
        </p:nvSpPr>
        <p:spPr>
          <a:xfrm>
            <a:off x="2900758"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8" name="Picture 3" descr="This photo is a 'placeholder' only. Drag or drop your photo here, or click and tap the center to insert a photo.">
            <a:extLst>
              <a:ext uri="{FF2B5EF4-FFF2-40B4-BE49-F238E27FC236}">
                <a16:creationId xmlns:a16="http://schemas.microsoft.com/office/drawing/2014/main" id="{05FE9E54-AB2C-EF3D-275C-52775C5B1213}"/>
              </a:ext>
            </a:extLst>
          </p:cNvPr>
          <p:cNvSpPr>
            <a:spLocks noGrp="1" noChangeAspect="1"/>
          </p:cNvSpPr>
          <p:nvPr>
            <p:ph type="pic" sz="quarter" idx="33" hasCustomPrompt="1"/>
          </p:nvPr>
        </p:nvSpPr>
        <p:spPr bwMode="ltGray">
          <a:xfrm>
            <a:off x="5206586"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58">
            <a:extLst>
              <a:ext uri="{FF2B5EF4-FFF2-40B4-BE49-F238E27FC236}">
                <a16:creationId xmlns:a16="http://schemas.microsoft.com/office/drawing/2014/main" id="{E6A26C49-73B1-32C2-15C5-764A1E43D37A}"/>
              </a:ext>
            </a:extLst>
          </p:cNvPr>
          <p:cNvSpPr>
            <a:spLocks noGrp="1"/>
          </p:cNvSpPr>
          <p:nvPr>
            <p:ph type="body" sz="quarter" idx="40" hasCustomPrompt="1"/>
          </p:nvPr>
        </p:nvSpPr>
        <p:spPr>
          <a:xfrm>
            <a:off x="5181600"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6" name="Text Placeholder 58">
            <a:extLst>
              <a:ext uri="{FF2B5EF4-FFF2-40B4-BE49-F238E27FC236}">
                <a16:creationId xmlns:a16="http://schemas.microsoft.com/office/drawing/2014/main" id="{69292DB0-E395-2E0C-8AD4-5A478E223D83}"/>
              </a:ext>
            </a:extLst>
          </p:cNvPr>
          <p:cNvSpPr>
            <a:spLocks noGrp="1"/>
          </p:cNvSpPr>
          <p:nvPr>
            <p:ph type="body" sz="quarter" idx="41" hasCustomPrompt="1"/>
          </p:nvPr>
        </p:nvSpPr>
        <p:spPr>
          <a:xfrm>
            <a:off x="5181600"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9" name="Text Placeholder 2A sub">
            <a:extLst>
              <a:ext uri="{FF2B5EF4-FFF2-40B4-BE49-F238E27FC236}">
                <a16:creationId xmlns:a16="http://schemas.microsoft.com/office/drawing/2014/main" id="{18235FB3-0388-BC57-E46C-852B620BD36A}"/>
              </a:ext>
            </a:extLst>
          </p:cNvPr>
          <p:cNvSpPr>
            <a:spLocks noGrp="1"/>
          </p:cNvSpPr>
          <p:nvPr>
            <p:ph type="body" sz="quarter" idx="57" hasCustomPrompt="1"/>
          </p:nvPr>
        </p:nvSpPr>
        <p:spPr>
          <a:xfrm>
            <a:off x="5180970"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9" name="Picture 4" descr="This photo is a 'placeholder' only. Drag or drop your photo here, or click and tap the center to insert a photo.">
            <a:extLst>
              <a:ext uri="{FF2B5EF4-FFF2-40B4-BE49-F238E27FC236}">
                <a16:creationId xmlns:a16="http://schemas.microsoft.com/office/drawing/2014/main" id="{96F26384-C43A-EEAD-9B70-92910BADFBBF}"/>
              </a:ext>
            </a:extLst>
          </p:cNvPr>
          <p:cNvSpPr>
            <a:spLocks noGrp="1" noChangeAspect="1"/>
          </p:cNvSpPr>
          <p:nvPr>
            <p:ph type="pic" sz="quarter" idx="34" hasCustomPrompt="1"/>
          </p:nvPr>
        </p:nvSpPr>
        <p:spPr bwMode="ltGray">
          <a:xfrm>
            <a:off x="7444409"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7" name="Text Placeholder 58">
            <a:extLst>
              <a:ext uri="{FF2B5EF4-FFF2-40B4-BE49-F238E27FC236}">
                <a16:creationId xmlns:a16="http://schemas.microsoft.com/office/drawing/2014/main" id="{5C9A1883-6DFC-99E3-6521-481114322E5A}"/>
              </a:ext>
            </a:extLst>
          </p:cNvPr>
          <p:cNvSpPr>
            <a:spLocks noGrp="1"/>
          </p:cNvSpPr>
          <p:nvPr>
            <p:ph type="body" sz="quarter" idx="42" hasCustomPrompt="1"/>
          </p:nvPr>
        </p:nvSpPr>
        <p:spPr>
          <a:xfrm>
            <a:off x="7453312"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8" name="Text Placeholder 58">
            <a:extLst>
              <a:ext uri="{FF2B5EF4-FFF2-40B4-BE49-F238E27FC236}">
                <a16:creationId xmlns:a16="http://schemas.microsoft.com/office/drawing/2014/main" id="{77F88679-0849-BCE4-E48F-9011B09625AA}"/>
              </a:ext>
            </a:extLst>
          </p:cNvPr>
          <p:cNvSpPr>
            <a:spLocks noGrp="1"/>
          </p:cNvSpPr>
          <p:nvPr>
            <p:ph type="body" sz="quarter" idx="43" hasCustomPrompt="1"/>
          </p:nvPr>
        </p:nvSpPr>
        <p:spPr>
          <a:xfrm>
            <a:off x="7453312"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0" name="Text Placeholder 2A sub">
            <a:extLst>
              <a:ext uri="{FF2B5EF4-FFF2-40B4-BE49-F238E27FC236}">
                <a16:creationId xmlns:a16="http://schemas.microsoft.com/office/drawing/2014/main" id="{46C9B654-FF71-96F3-9D65-FAFDCC542B23}"/>
              </a:ext>
            </a:extLst>
          </p:cNvPr>
          <p:cNvSpPr>
            <a:spLocks noGrp="1"/>
          </p:cNvSpPr>
          <p:nvPr>
            <p:ph type="body" sz="quarter" idx="58" hasCustomPrompt="1"/>
          </p:nvPr>
        </p:nvSpPr>
        <p:spPr>
          <a:xfrm>
            <a:off x="7426459"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0" name="Picture 5" descr="This photo is a 'placeholder' only. Drag or drop your photo here, or click and tap the center to insert a photo.">
            <a:extLst>
              <a:ext uri="{FF2B5EF4-FFF2-40B4-BE49-F238E27FC236}">
                <a16:creationId xmlns:a16="http://schemas.microsoft.com/office/drawing/2014/main" id="{3B9166C7-9DC6-A91A-ED39-661EF0FD1414}"/>
              </a:ext>
            </a:extLst>
          </p:cNvPr>
          <p:cNvSpPr>
            <a:spLocks noGrp="1" noChangeAspect="1"/>
          </p:cNvSpPr>
          <p:nvPr>
            <p:ph type="pic" sz="quarter" idx="35" hasCustomPrompt="1"/>
          </p:nvPr>
        </p:nvSpPr>
        <p:spPr bwMode="ltGray">
          <a:xfrm>
            <a:off x="9732820"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9" name="Text Placeholder 58">
            <a:extLst>
              <a:ext uri="{FF2B5EF4-FFF2-40B4-BE49-F238E27FC236}">
                <a16:creationId xmlns:a16="http://schemas.microsoft.com/office/drawing/2014/main" id="{F3664A74-3BF2-EBBD-0A32-D91D7E18D712}"/>
              </a:ext>
            </a:extLst>
          </p:cNvPr>
          <p:cNvSpPr>
            <a:spLocks noGrp="1"/>
          </p:cNvSpPr>
          <p:nvPr>
            <p:ph type="body" sz="quarter" idx="44" hasCustomPrompt="1"/>
          </p:nvPr>
        </p:nvSpPr>
        <p:spPr>
          <a:xfrm>
            <a:off x="9725024" y="4527175"/>
            <a:ext cx="1885950" cy="246221"/>
          </a:xfrm>
          <a:prstGeom prst="rect">
            <a:avLst/>
          </a:prstGeom>
        </p:spPr>
        <p:txBody>
          <a:bodyPr anchor="b"/>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0" name="Text Placeholder 58">
            <a:extLst>
              <a:ext uri="{FF2B5EF4-FFF2-40B4-BE49-F238E27FC236}">
                <a16:creationId xmlns:a16="http://schemas.microsoft.com/office/drawing/2014/main" id="{1EA6E3E7-9522-FBDA-5AA8-9B02637C3DED}"/>
              </a:ext>
            </a:extLst>
          </p:cNvPr>
          <p:cNvSpPr>
            <a:spLocks noGrp="1"/>
          </p:cNvSpPr>
          <p:nvPr>
            <p:ph type="body" sz="quarter" idx="45" hasCustomPrompt="1"/>
          </p:nvPr>
        </p:nvSpPr>
        <p:spPr>
          <a:xfrm>
            <a:off x="9725024" y="4802686"/>
            <a:ext cx="1885950" cy="184666"/>
          </a:xfrm>
          <a:prstGeom prst="rect">
            <a:avLst/>
          </a:prstGeom>
        </p:spPr>
        <p:txBody>
          <a:bodyPr/>
          <a:lstStyle>
            <a:lvl1pPr marL="0" indent="0">
              <a:buNone/>
              <a:defRPr sz="12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1" name="Text Placeholder 2A sub">
            <a:extLst>
              <a:ext uri="{FF2B5EF4-FFF2-40B4-BE49-F238E27FC236}">
                <a16:creationId xmlns:a16="http://schemas.microsoft.com/office/drawing/2014/main" id="{C58F8C8D-221D-B55E-D329-5A72E24F04B1}"/>
              </a:ext>
            </a:extLst>
          </p:cNvPr>
          <p:cNvSpPr>
            <a:spLocks noGrp="1"/>
          </p:cNvSpPr>
          <p:nvPr>
            <p:ph type="body" sz="quarter" idx="59" hasCustomPrompt="1"/>
          </p:nvPr>
        </p:nvSpPr>
        <p:spPr>
          <a:xfrm>
            <a:off x="9729821" y="5290479"/>
            <a:ext cx="1858900" cy="800219"/>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Tree>
    <p:extLst>
      <p:ext uri="{BB962C8B-B14F-4D97-AF65-F5344CB8AC3E}">
        <p14:creationId xmlns:p14="http://schemas.microsoft.com/office/powerpoint/2010/main" val="382470787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Team roster_Multiple team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3" name="Team 1">
            <a:extLst>
              <a:ext uri="{FF2B5EF4-FFF2-40B4-BE49-F238E27FC236}">
                <a16:creationId xmlns:a16="http://schemas.microsoft.com/office/drawing/2014/main" id="{1788A81D-F91F-4B63-B86B-E5FF44CB3797}"/>
              </a:ext>
            </a:extLst>
          </p:cNvPr>
          <p:cNvSpPr>
            <a:spLocks noGrp="1"/>
          </p:cNvSpPr>
          <p:nvPr>
            <p:ph type="body" sz="quarter" idx="41" hasCustomPrompt="1"/>
          </p:nvPr>
        </p:nvSpPr>
        <p:spPr>
          <a:xfrm>
            <a:off x="584200" y="2038192"/>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1</a:t>
            </a:r>
          </a:p>
        </p:txBody>
      </p:sp>
      <p:sp>
        <p:nvSpPr>
          <p:cNvPr id="30" name="Picture Placeholder 1A" descr="This photo is a 'placeholder' only. Drag or drop your photo here, or click and tap the center to insert a photo.">
            <a:extLst>
              <a:ext uri="{FF2B5EF4-FFF2-40B4-BE49-F238E27FC236}">
                <a16:creationId xmlns:a16="http://schemas.microsoft.com/office/drawing/2014/main" id="{7A1858DE-4EF1-DF37-6E54-4CDDA8BE4810}"/>
              </a:ext>
            </a:extLst>
          </p:cNvPr>
          <p:cNvSpPr>
            <a:spLocks noGrp="1" noChangeAspect="1"/>
          </p:cNvSpPr>
          <p:nvPr>
            <p:ph type="pic" sz="quarter" idx="28"/>
          </p:nvPr>
        </p:nvSpPr>
        <p:spPr bwMode="ltGray">
          <a:xfrm>
            <a:off x="2179638"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47" name="Text Placeholder 58">
            <a:extLst>
              <a:ext uri="{FF2B5EF4-FFF2-40B4-BE49-F238E27FC236}">
                <a16:creationId xmlns:a16="http://schemas.microsoft.com/office/drawing/2014/main" id="{44D0620A-EDE4-7447-2DB5-3E62FDFEF2AE}"/>
              </a:ext>
            </a:extLst>
          </p:cNvPr>
          <p:cNvSpPr>
            <a:spLocks noGrp="1"/>
          </p:cNvSpPr>
          <p:nvPr>
            <p:ph type="body" sz="quarter" idx="45" hasCustomPrompt="1"/>
          </p:nvPr>
        </p:nvSpPr>
        <p:spPr>
          <a:xfrm>
            <a:off x="3193643"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48" name="Text Placeholder 58">
            <a:extLst>
              <a:ext uri="{FF2B5EF4-FFF2-40B4-BE49-F238E27FC236}">
                <a16:creationId xmlns:a16="http://schemas.microsoft.com/office/drawing/2014/main" id="{01C010F4-F640-8A60-84DB-3A2F8B87A5DD}"/>
              </a:ext>
            </a:extLst>
          </p:cNvPr>
          <p:cNvSpPr>
            <a:spLocks noGrp="1"/>
          </p:cNvSpPr>
          <p:nvPr>
            <p:ph type="body" sz="quarter" idx="46" hasCustomPrompt="1"/>
          </p:nvPr>
        </p:nvSpPr>
        <p:spPr>
          <a:xfrm>
            <a:off x="3193643"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4" name="Picture Placeholder 1B" descr="This photo is a 'placeholder' only. Drag or drop your photo here, or click and tap the center to insert a photo.">
            <a:extLst>
              <a:ext uri="{FF2B5EF4-FFF2-40B4-BE49-F238E27FC236}">
                <a16:creationId xmlns:a16="http://schemas.microsoft.com/office/drawing/2014/main" id="{8DC67249-5F90-20FE-642D-92B8A7AA4725}"/>
              </a:ext>
            </a:extLst>
          </p:cNvPr>
          <p:cNvSpPr>
            <a:spLocks noGrp="1" noChangeAspect="1"/>
          </p:cNvSpPr>
          <p:nvPr>
            <p:ph type="pic" sz="quarter" idx="32"/>
          </p:nvPr>
        </p:nvSpPr>
        <p:spPr bwMode="ltGray">
          <a:xfrm>
            <a:off x="4609587"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5" name="Text Placeholder 58">
            <a:extLst>
              <a:ext uri="{FF2B5EF4-FFF2-40B4-BE49-F238E27FC236}">
                <a16:creationId xmlns:a16="http://schemas.microsoft.com/office/drawing/2014/main" id="{922227CE-29CC-7715-08E4-905343CC4668}"/>
              </a:ext>
            </a:extLst>
          </p:cNvPr>
          <p:cNvSpPr>
            <a:spLocks noGrp="1"/>
          </p:cNvSpPr>
          <p:nvPr>
            <p:ph type="body" sz="quarter" idx="53" hasCustomPrompt="1"/>
          </p:nvPr>
        </p:nvSpPr>
        <p:spPr>
          <a:xfrm>
            <a:off x="5627448"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6" name="Text Placeholder 58">
            <a:extLst>
              <a:ext uri="{FF2B5EF4-FFF2-40B4-BE49-F238E27FC236}">
                <a16:creationId xmlns:a16="http://schemas.microsoft.com/office/drawing/2014/main" id="{20F30418-EB83-FF1F-ECF0-A40BD6D8CBC0}"/>
              </a:ext>
            </a:extLst>
          </p:cNvPr>
          <p:cNvSpPr>
            <a:spLocks noGrp="1"/>
          </p:cNvSpPr>
          <p:nvPr>
            <p:ph type="body" sz="quarter" idx="54" hasCustomPrompt="1"/>
          </p:nvPr>
        </p:nvSpPr>
        <p:spPr>
          <a:xfrm>
            <a:off x="5627448"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8" name="Picture Placeholder 1C" descr="This photo is a 'placeholder' only. Drag or drop your photo here, or click and tap the center to insert a photo.">
            <a:extLst>
              <a:ext uri="{FF2B5EF4-FFF2-40B4-BE49-F238E27FC236}">
                <a16:creationId xmlns:a16="http://schemas.microsoft.com/office/drawing/2014/main" id="{1B8D2A36-064C-FE3B-CEAF-48281FAD4185}"/>
              </a:ext>
            </a:extLst>
          </p:cNvPr>
          <p:cNvSpPr>
            <a:spLocks noGrp="1" noChangeAspect="1"/>
          </p:cNvSpPr>
          <p:nvPr>
            <p:ph type="pic" sz="quarter" idx="36"/>
          </p:nvPr>
        </p:nvSpPr>
        <p:spPr bwMode="ltGray">
          <a:xfrm>
            <a:off x="7049911"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3" name="Text Placeholder 58">
            <a:extLst>
              <a:ext uri="{FF2B5EF4-FFF2-40B4-BE49-F238E27FC236}">
                <a16:creationId xmlns:a16="http://schemas.microsoft.com/office/drawing/2014/main" id="{8AD370F1-6139-1223-018A-16C75055E068}"/>
              </a:ext>
            </a:extLst>
          </p:cNvPr>
          <p:cNvSpPr>
            <a:spLocks noGrp="1"/>
          </p:cNvSpPr>
          <p:nvPr>
            <p:ph type="body" sz="quarter" idx="61" hasCustomPrompt="1"/>
          </p:nvPr>
        </p:nvSpPr>
        <p:spPr>
          <a:xfrm>
            <a:off x="8057744"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4" name="Text Placeholder 58">
            <a:extLst>
              <a:ext uri="{FF2B5EF4-FFF2-40B4-BE49-F238E27FC236}">
                <a16:creationId xmlns:a16="http://schemas.microsoft.com/office/drawing/2014/main" id="{BFCE70D8-4F10-E678-F1BB-75AEBFBE09D5}"/>
              </a:ext>
            </a:extLst>
          </p:cNvPr>
          <p:cNvSpPr>
            <a:spLocks noGrp="1"/>
          </p:cNvSpPr>
          <p:nvPr>
            <p:ph type="body" sz="quarter" idx="62" hasCustomPrompt="1"/>
          </p:nvPr>
        </p:nvSpPr>
        <p:spPr>
          <a:xfrm>
            <a:off x="8057744"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42" name="Picture Placeholder 1D" descr="This photo is a 'placeholder' only. Drag or drop your photo here, or click and tap the center to insert a photo.">
            <a:extLst>
              <a:ext uri="{FF2B5EF4-FFF2-40B4-BE49-F238E27FC236}">
                <a16:creationId xmlns:a16="http://schemas.microsoft.com/office/drawing/2014/main" id="{8E2E6F0B-8050-0919-E8CB-AC11968F627C}"/>
              </a:ext>
            </a:extLst>
          </p:cNvPr>
          <p:cNvSpPr>
            <a:spLocks noGrp="1" noChangeAspect="1"/>
          </p:cNvSpPr>
          <p:nvPr>
            <p:ph type="pic" sz="quarter" idx="40"/>
          </p:nvPr>
        </p:nvSpPr>
        <p:spPr bwMode="ltGray">
          <a:xfrm>
            <a:off x="9485490"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1" name="Text Placeholder 58">
            <a:extLst>
              <a:ext uri="{FF2B5EF4-FFF2-40B4-BE49-F238E27FC236}">
                <a16:creationId xmlns:a16="http://schemas.microsoft.com/office/drawing/2014/main" id="{0001AF27-6E88-CCE0-8660-7B99045D854D}"/>
              </a:ext>
            </a:extLst>
          </p:cNvPr>
          <p:cNvSpPr>
            <a:spLocks noGrp="1"/>
          </p:cNvSpPr>
          <p:nvPr>
            <p:ph type="body" sz="quarter" idx="69" hasCustomPrompt="1"/>
          </p:nvPr>
        </p:nvSpPr>
        <p:spPr>
          <a:xfrm>
            <a:off x="10478312"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2" name="Text Placeholder 58">
            <a:extLst>
              <a:ext uri="{FF2B5EF4-FFF2-40B4-BE49-F238E27FC236}">
                <a16:creationId xmlns:a16="http://schemas.microsoft.com/office/drawing/2014/main" id="{03C09D05-0CE3-7C80-1290-D97C4CA98852}"/>
              </a:ext>
            </a:extLst>
          </p:cNvPr>
          <p:cNvSpPr>
            <a:spLocks noGrp="1"/>
          </p:cNvSpPr>
          <p:nvPr>
            <p:ph type="body" sz="quarter" idx="70" hasCustomPrompt="1"/>
          </p:nvPr>
        </p:nvSpPr>
        <p:spPr>
          <a:xfrm>
            <a:off x="10478312"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2" name="Straight Connector 1">
            <a:extLst>
              <a:ext uri="{FF2B5EF4-FFF2-40B4-BE49-F238E27FC236}">
                <a16:creationId xmlns:a16="http://schemas.microsoft.com/office/drawing/2014/main" id="{8F445834-5147-BDA3-1A05-42FE03F26C3D}"/>
              </a:ext>
            </a:extLst>
          </p:cNvPr>
          <p:cNvCxnSpPr>
            <a:cxnSpLocks/>
          </p:cNvCxnSpPr>
          <p:nvPr userDrawn="1"/>
        </p:nvCxnSpPr>
        <p:spPr>
          <a:xfrm>
            <a:off x="588662" y="2796209"/>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am 2">
            <a:extLst>
              <a:ext uri="{FF2B5EF4-FFF2-40B4-BE49-F238E27FC236}">
                <a16:creationId xmlns:a16="http://schemas.microsoft.com/office/drawing/2014/main" id="{10A26582-C8F8-AC4A-9BCE-FF494FA099A6}"/>
              </a:ext>
            </a:extLst>
          </p:cNvPr>
          <p:cNvSpPr>
            <a:spLocks noGrp="1"/>
          </p:cNvSpPr>
          <p:nvPr>
            <p:ph type="body" sz="quarter" idx="42" hasCustomPrompt="1"/>
          </p:nvPr>
        </p:nvSpPr>
        <p:spPr>
          <a:xfrm>
            <a:off x="584200" y="3276600"/>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2</a:t>
            </a:r>
          </a:p>
        </p:txBody>
      </p:sp>
      <p:sp>
        <p:nvSpPr>
          <p:cNvPr id="29" name="Picture Placeholder 2A" descr="This photo is a 'placeholder' only. Drag or drop your photo here, or click and tap the center to insert a photo.">
            <a:extLst>
              <a:ext uri="{FF2B5EF4-FFF2-40B4-BE49-F238E27FC236}">
                <a16:creationId xmlns:a16="http://schemas.microsoft.com/office/drawing/2014/main" id="{B47D2B24-2319-9A35-2475-DEF9C8C68542}"/>
              </a:ext>
            </a:extLst>
          </p:cNvPr>
          <p:cNvSpPr>
            <a:spLocks noGrp="1" noChangeAspect="1"/>
          </p:cNvSpPr>
          <p:nvPr>
            <p:ph type="pic" sz="quarter" idx="27"/>
          </p:nvPr>
        </p:nvSpPr>
        <p:spPr bwMode="ltGray">
          <a:xfrm>
            <a:off x="2179638"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49" name="Text Placeholder 58">
            <a:extLst>
              <a:ext uri="{FF2B5EF4-FFF2-40B4-BE49-F238E27FC236}">
                <a16:creationId xmlns:a16="http://schemas.microsoft.com/office/drawing/2014/main" id="{FC01ED5E-F101-B2E3-BF92-D7282EDD9294}"/>
              </a:ext>
            </a:extLst>
          </p:cNvPr>
          <p:cNvSpPr>
            <a:spLocks noGrp="1"/>
          </p:cNvSpPr>
          <p:nvPr>
            <p:ph type="body" sz="quarter" idx="47" hasCustomPrompt="1"/>
          </p:nvPr>
        </p:nvSpPr>
        <p:spPr>
          <a:xfrm>
            <a:off x="3193643"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0" name="Text Placeholder 58">
            <a:extLst>
              <a:ext uri="{FF2B5EF4-FFF2-40B4-BE49-F238E27FC236}">
                <a16:creationId xmlns:a16="http://schemas.microsoft.com/office/drawing/2014/main" id="{5EFE1E18-263B-ADE2-5B97-3D3EC83D4FFD}"/>
              </a:ext>
            </a:extLst>
          </p:cNvPr>
          <p:cNvSpPr>
            <a:spLocks noGrp="1"/>
          </p:cNvSpPr>
          <p:nvPr>
            <p:ph type="body" sz="quarter" idx="48" hasCustomPrompt="1"/>
          </p:nvPr>
        </p:nvSpPr>
        <p:spPr>
          <a:xfrm>
            <a:off x="3193643"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3" name="Picture Placeholder 2B" descr="This photo is a 'placeholder' only. Drag or drop your photo here, or click and tap the center to insert a photo.">
            <a:extLst>
              <a:ext uri="{FF2B5EF4-FFF2-40B4-BE49-F238E27FC236}">
                <a16:creationId xmlns:a16="http://schemas.microsoft.com/office/drawing/2014/main" id="{E8083CB6-CCDA-255D-BC5C-0F5D411855D5}"/>
              </a:ext>
            </a:extLst>
          </p:cNvPr>
          <p:cNvSpPr>
            <a:spLocks noGrp="1" noChangeAspect="1"/>
          </p:cNvSpPr>
          <p:nvPr>
            <p:ph type="pic" sz="quarter" idx="31"/>
          </p:nvPr>
        </p:nvSpPr>
        <p:spPr bwMode="ltGray">
          <a:xfrm>
            <a:off x="4609587"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7" name="Text Placeholder 58">
            <a:extLst>
              <a:ext uri="{FF2B5EF4-FFF2-40B4-BE49-F238E27FC236}">
                <a16:creationId xmlns:a16="http://schemas.microsoft.com/office/drawing/2014/main" id="{F2AC0BEF-2B97-6CDB-7C63-7F2758C12D78}"/>
              </a:ext>
            </a:extLst>
          </p:cNvPr>
          <p:cNvSpPr>
            <a:spLocks noGrp="1"/>
          </p:cNvSpPr>
          <p:nvPr>
            <p:ph type="body" sz="quarter" idx="55" hasCustomPrompt="1"/>
          </p:nvPr>
        </p:nvSpPr>
        <p:spPr>
          <a:xfrm>
            <a:off x="5627448"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8" name="Text Placeholder 58">
            <a:extLst>
              <a:ext uri="{FF2B5EF4-FFF2-40B4-BE49-F238E27FC236}">
                <a16:creationId xmlns:a16="http://schemas.microsoft.com/office/drawing/2014/main" id="{74C1C912-D822-B1C0-3368-737311266008}"/>
              </a:ext>
            </a:extLst>
          </p:cNvPr>
          <p:cNvSpPr>
            <a:spLocks noGrp="1"/>
          </p:cNvSpPr>
          <p:nvPr>
            <p:ph type="body" sz="quarter" idx="56" hasCustomPrompt="1"/>
          </p:nvPr>
        </p:nvSpPr>
        <p:spPr>
          <a:xfrm>
            <a:off x="5627448"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7" name="Picture Placeholder 2C" descr="This photo is a 'placeholder' only. Drag or drop your photo here, or click and tap the center to insert a photo.">
            <a:extLst>
              <a:ext uri="{FF2B5EF4-FFF2-40B4-BE49-F238E27FC236}">
                <a16:creationId xmlns:a16="http://schemas.microsoft.com/office/drawing/2014/main" id="{164422E8-3E89-9441-E751-CAFDCD0F198A}"/>
              </a:ext>
            </a:extLst>
          </p:cNvPr>
          <p:cNvSpPr>
            <a:spLocks noGrp="1" noChangeAspect="1"/>
          </p:cNvSpPr>
          <p:nvPr>
            <p:ph type="pic" sz="quarter" idx="35"/>
          </p:nvPr>
        </p:nvSpPr>
        <p:spPr bwMode="ltGray">
          <a:xfrm>
            <a:off x="7049911"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5" name="Text Placeholder 58">
            <a:extLst>
              <a:ext uri="{FF2B5EF4-FFF2-40B4-BE49-F238E27FC236}">
                <a16:creationId xmlns:a16="http://schemas.microsoft.com/office/drawing/2014/main" id="{317C4FB7-C080-AFBA-6406-A20CF0407110}"/>
              </a:ext>
            </a:extLst>
          </p:cNvPr>
          <p:cNvSpPr>
            <a:spLocks noGrp="1"/>
          </p:cNvSpPr>
          <p:nvPr>
            <p:ph type="body" sz="quarter" idx="63" hasCustomPrompt="1"/>
          </p:nvPr>
        </p:nvSpPr>
        <p:spPr>
          <a:xfrm>
            <a:off x="8057744"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6" name="Text Placeholder 58">
            <a:extLst>
              <a:ext uri="{FF2B5EF4-FFF2-40B4-BE49-F238E27FC236}">
                <a16:creationId xmlns:a16="http://schemas.microsoft.com/office/drawing/2014/main" id="{0E6AE450-22D4-A89C-C840-1C35AC4C6789}"/>
              </a:ext>
            </a:extLst>
          </p:cNvPr>
          <p:cNvSpPr>
            <a:spLocks noGrp="1"/>
          </p:cNvSpPr>
          <p:nvPr>
            <p:ph type="body" sz="quarter" idx="64" hasCustomPrompt="1"/>
          </p:nvPr>
        </p:nvSpPr>
        <p:spPr>
          <a:xfrm>
            <a:off x="8057744"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41" name="Picture Placeholder 2D" descr="This photo is a 'placeholder' only. Drag or drop your photo here, or click and tap the center to insert a photo.">
            <a:extLst>
              <a:ext uri="{FF2B5EF4-FFF2-40B4-BE49-F238E27FC236}">
                <a16:creationId xmlns:a16="http://schemas.microsoft.com/office/drawing/2014/main" id="{E418AC83-800E-9972-CCF5-0D24DA9B04AC}"/>
              </a:ext>
            </a:extLst>
          </p:cNvPr>
          <p:cNvSpPr>
            <a:spLocks noGrp="1" noChangeAspect="1"/>
          </p:cNvSpPr>
          <p:nvPr>
            <p:ph type="pic" sz="quarter" idx="39"/>
          </p:nvPr>
        </p:nvSpPr>
        <p:spPr bwMode="ltGray">
          <a:xfrm>
            <a:off x="9485490"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3" name="Text Placeholder 58">
            <a:extLst>
              <a:ext uri="{FF2B5EF4-FFF2-40B4-BE49-F238E27FC236}">
                <a16:creationId xmlns:a16="http://schemas.microsoft.com/office/drawing/2014/main" id="{309D02C3-435E-CDD1-D82F-28B543F1B5A2}"/>
              </a:ext>
            </a:extLst>
          </p:cNvPr>
          <p:cNvSpPr>
            <a:spLocks noGrp="1"/>
          </p:cNvSpPr>
          <p:nvPr>
            <p:ph type="body" sz="quarter" idx="71" hasCustomPrompt="1"/>
          </p:nvPr>
        </p:nvSpPr>
        <p:spPr>
          <a:xfrm>
            <a:off x="10478312"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4" name="Text Placeholder 58">
            <a:extLst>
              <a:ext uri="{FF2B5EF4-FFF2-40B4-BE49-F238E27FC236}">
                <a16:creationId xmlns:a16="http://schemas.microsoft.com/office/drawing/2014/main" id="{D366B6F5-DEC3-1C48-DA3B-4397F337A269}"/>
              </a:ext>
            </a:extLst>
          </p:cNvPr>
          <p:cNvSpPr>
            <a:spLocks noGrp="1"/>
          </p:cNvSpPr>
          <p:nvPr>
            <p:ph type="body" sz="quarter" idx="72" hasCustomPrompt="1"/>
          </p:nvPr>
        </p:nvSpPr>
        <p:spPr>
          <a:xfrm>
            <a:off x="10478312"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4" name="Straight Connector 3">
            <a:extLst>
              <a:ext uri="{FF2B5EF4-FFF2-40B4-BE49-F238E27FC236}">
                <a16:creationId xmlns:a16="http://schemas.microsoft.com/office/drawing/2014/main" id="{9804F51A-1D45-8731-5DAA-2233599509CB}"/>
              </a:ext>
            </a:extLst>
          </p:cNvPr>
          <p:cNvCxnSpPr>
            <a:cxnSpLocks/>
          </p:cNvCxnSpPr>
          <p:nvPr userDrawn="1"/>
        </p:nvCxnSpPr>
        <p:spPr>
          <a:xfrm>
            <a:off x="588662" y="3962400"/>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am 3">
            <a:extLst>
              <a:ext uri="{FF2B5EF4-FFF2-40B4-BE49-F238E27FC236}">
                <a16:creationId xmlns:a16="http://schemas.microsoft.com/office/drawing/2014/main" id="{D3F608B4-ED44-5C07-5EFA-438FB513B7FB}"/>
              </a:ext>
            </a:extLst>
          </p:cNvPr>
          <p:cNvSpPr>
            <a:spLocks noGrp="1"/>
          </p:cNvSpPr>
          <p:nvPr>
            <p:ph type="body" sz="quarter" idx="43" hasCustomPrompt="1"/>
          </p:nvPr>
        </p:nvSpPr>
        <p:spPr>
          <a:xfrm>
            <a:off x="584200" y="4419600"/>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3</a:t>
            </a:r>
          </a:p>
        </p:txBody>
      </p:sp>
      <p:sp>
        <p:nvSpPr>
          <p:cNvPr id="28" name="Picture Placeholder 3A" descr="This photo is a 'placeholder' only. Drag or drop your photo here, or click and tap the center to insert a photo.">
            <a:extLst>
              <a:ext uri="{FF2B5EF4-FFF2-40B4-BE49-F238E27FC236}">
                <a16:creationId xmlns:a16="http://schemas.microsoft.com/office/drawing/2014/main" id="{EAECE39A-485D-E6EB-27F0-728F88CA6719}"/>
              </a:ext>
            </a:extLst>
          </p:cNvPr>
          <p:cNvSpPr>
            <a:spLocks noGrp="1" noChangeAspect="1"/>
          </p:cNvSpPr>
          <p:nvPr>
            <p:ph type="pic" sz="quarter" idx="26"/>
          </p:nvPr>
        </p:nvSpPr>
        <p:spPr bwMode="ltGray">
          <a:xfrm>
            <a:off x="2179638"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1" name="Text Placeholder 58">
            <a:extLst>
              <a:ext uri="{FF2B5EF4-FFF2-40B4-BE49-F238E27FC236}">
                <a16:creationId xmlns:a16="http://schemas.microsoft.com/office/drawing/2014/main" id="{3965190B-2799-9D0C-F8DD-6CC5158F1533}"/>
              </a:ext>
            </a:extLst>
          </p:cNvPr>
          <p:cNvSpPr>
            <a:spLocks noGrp="1"/>
          </p:cNvSpPr>
          <p:nvPr>
            <p:ph type="body" sz="quarter" idx="49" hasCustomPrompt="1"/>
          </p:nvPr>
        </p:nvSpPr>
        <p:spPr>
          <a:xfrm>
            <a:off x="3193643"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2" name="Text Placeholder 58">
            <a:extLst>
              <a:ext uri="{FF2B5EF4-FFF2-40B4-BE49-F238E27FC236}">
                <a16:creationId xmlns:a16="http://schemas.microsoft.com/office/drawing/2014/main" id="{736C02F1-87C7-951D-BE5A-0E2EE9F3DC1E}"/>
              </a:ext>
            </a:extLst>
          </p:cNvPr>
          <p:cNvSpPr>
            <a:spLocks noGrp="1"/>
          </p:cNvSpPr>
          <p:nvPr>
            <p:ph type="body" sz="quarter" idx="50" hasCustomPrompt="1"/>
          </p:nvPr>
        </p:nvSpPr>
        <p:spPr>
          <a:xfrm>
            <a:off x="3193643"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2" name="Picture Placeholder 3B" descr="This photo is a 'placeholder' only. Drag or drop your photo here, or click and tap the center to insert a photo.">
            <a:extLst>
              <a:ext uri="{FF2B5EF4-FFF2-40B4-BE49-F238E27FC236}">
                <a16:creationId xmlns:a16="http://schemas.microsoft.com/office/drawing/2014/main" id="{8BF4AC3C-2414-C0C9-D30B-1883D8FF07F9}"/>
              </a:ext>
            </a:extLst>
          </p:cNvPr>
          <p:cNvSpPr>
            <a:spLocks noGrp="1" noChangeAspect="1"/>
          </p:cNvSpPr>
          <p:nvPr>
            <p:ph type="pic" sz="quarter" idx="30"/>
          </p:nvPr>
        </p:nvSpPr>
        <p:spPr bwMode="ltGray">
          <a:xfrm>
            <a:off x="4609587"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9" name="Text Placeholder 58">
            <a:extLst>
              <a:ext uri="{FF2B5EF4-FFF2-40B4-BE49-F238E27FC236}">
                <a16:creationId xmlns:a16="http://schemas.microsoft.com/office/drawing/2014/main" id="{EF622325-4A31-0D34-F692-292C7A27B194}"/>
              </a:ext>
            </a:extLst>
          </p:cNvPr>
          <p:cNvSpPr>
            <a:spLocks noGrp="1"/>
          </p:cNvSpPr>
          <p:nvPr>
            <p:ph type="body" sz="quarter" idx="57" hasCustomPrompt="1"/>
          </p:nvPr>
        </p:nvSpPr>
        <p:spPr>
          <a:xfrm>
            <a:off x="5627448"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0" name="Text Placeholder 58">
            <a:extLst>
              <a:ext uri="{FF2B5EF4-FFF2-40B4-BE49-F238E27FC236}">
                <a16:creationId xmlns:a16="http://schemas.microsoft.com/office/drawing/2014/main" id="{4EA6AF6F-230F-CCBA-01CB-9F97E4A80419}"/>
              </a:ext>
            </a:extLst>
          </p:cNvPr>
          <p:cNvSpPr>
            <a:spLocks noGrp="1"/>
          </p:cNvSpPr>
          <p:nvPr>
            <p:ph type="body" sz="quarter" idx="58" hasCustomPrompt="1"/>
          </p:nvPr>
        </p:nvSpPr>
        <p:spPr>
          <a:xfrm>
            <a:off x="5627448"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6" name="Picture Placeholder 3C" descr="This photo is a 'placeholder' only. Drag or drop your photo here, or click and tap the center to insert a photo.">
            <a:extLst>
              <a:ext uri="{FF2B5EF4-FFF2-40B4-BE49-F238E27FC236}">
                <a16:creationId xmlns:a16="http://schemas.microsoft.com/office/drawing/2014/main" id="{A1EE5FC3-9D08-4309-3E1C-5300AC037DC4}"/>
              </a:ext>
            </a:extLst>
          </p:cNvPr>
          <p:cNvSpPr>
            <a:spLocks noGrp="1" noChangeAspect="1"/>
          </p:cNvSpPr>
          <p:nvPr>
            <p:ph type="pic" sz="quarter" idx="34"/>
          </p:nvPr>
        </p:nvSpPr>
        <p:spPr bwMode="ltGray">
          <a:xfrm>
            <a:off x="7049911"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7" name="Text Placeholder 58">
            <a:extLst>
              <a:ext uri="{FF2B5EF4-FFF2-40B4-BE49-F238E27FC236}">
                <a16:creationId xmlns:a16="http://schemas.microsoft.com/office/drawing/2014/main" id="{8F8EB56C-34C6-E5E1-1972-A071C8CB2ACF}"/>
              </a:ext>
            </a:extLst>
          </p:cNvPr>
          <p:cNvSpPr>
            <a:spLocks noGrp="1"/>
          </p:cNvSpPr>
          <p:nvPr>
            <p:ph type="body" sz="quarter" idx="65" hasCustomPrompt="1"/>
          </p:nvPr>
        </p:nvSpPr>
        <p:spPr>
          <a:xfrm>
            <a:off x="8057744"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8" name="Text Placeholder 58">
            <a:extLst>
              <a:ext uri="{FF2B5EF4-FFF2-40B4-BE49-F238E27FC236}">
                <a16:creationId xmlns:a16="http://schemas.microsoft.com/office/drawing/2014/main" id="{6070585B-81AF-32BA-0813-522DCAEFA40E}"/>
              </a:ext>
            </a:extLst>
          </p:cNvPr>
          <p:cNvSpPr>
            <a:spLocks noGrp="1"/>
          </p:cNvSpPr>
          <p:nvPr>
            <p:ph type="body" sz="quarter" idx="66" hasCustomPrompt="1"/>
          </p:nvPr>
        </p:nvSpPr>
        <p:spPr>
          <a:xfrm>
            <a:off x="8057744"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40" name="Picture Placeholder 3D" descr="This photo is a 'placeholder' only. Drag or drop your photo here, or click and tap the center to insert a photo.">
            <a:extLst>
              <a:ext uri="{FF2B5EF4-FFF2-40B4-BE49-F238E27FC236}">
                <a16:creationId xmlns:a16="http://schemas.microsoft.com/office/drawing/2014/main" id="{48D92F43-C340-0BDC-CD08-A5A2D0AFAA5A}"/>
              </a:ext>
            </a:extLst>
          </p:cNvPr>
          <p:cNvSpPr>
            <a:spLocks noGrp="1" noChangeAspect="1"/>
          </p:cNvSpPr>
          <p:nvPr>
            <p:ph type="pic" sz="quarter" idx="38"/>
          </p:nvPr>
        </p:nvSpPr>
        <p:spPr bwMode="ltGray">
          <a:xfrm>
            <a:off x="9485490"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5" name="Text Placeholder 58">
            <a:extLst>
              <a:ext uri="{FF2B5EF4-FFF2-40B4-BE49-F238E27FC236}">
                <a16:creationId xmlns:a16="http://schemas.microsoft.com/office/drawing/2014/main" id="{89E6A037-24C1-CAC2-A398-476119D3F25D}"/>
              </a:ext>
            </a:extLst>
          </p:cNvPr>
          <p:cNvSpPr>
            <a:spLocks noGrp="1"/>
          </p:cNvSpPr>
          <p:nvPr>
            <p:ph type="body" sz="quarter" idx="73" hasCustomPrompt="1"/>
          </p:nvPr>
        </p:nvSpPr>
        <p:spPr>
          <a:xfrm>
            <a:off x="10478312"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6" name="Text Placeholder 58">
            <a:extLst>
              <a:ext uri="{FF2B5EF4-FFF2-40B4-BE49-F238E27FC236}">
                <a16:creationId xmlns:a16="http://schemas.microsoft.com/office/drawing/2014/main" id="{876F2CA6-31AD-FFE7-FC90-15148A097830}"/>
              </a:ext>
            </a:extLst>
          </p:cNvPr>
          <p:cNvSpPr>
            <a:spLocks noGrp="1"/>
          </p:cNvSpPr>
          <p:nvPr>
            <p:ph type="body" sz="quarter" idx="74" hasCustomPrompt="1"/>
          </p:nvPr>
        </p:nvSpPr>
        <p:spPr>
          <a:xfrm>
            <a:off x="10478312"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26" name="Straight Connector 25">
            <a:extLst>
              <a:ext uri="{FF2B5EF4-FFF2-40B4-BE49-F238E27FC236}">
                <a16:creationId xmlns:a16="http://schemas.microsoft.com/office/drawing/2014/main" id="{372DE300-AF33-9F86-1E59-5008DFACF2FD}"/>
              </a:ext>
            </a:extLst>
          </p:cNvPr>
          <p:cNvCxnSpPr>
            <a:cxnSpLocks/>
          </p:cNvCxnSpPr>
          <p:nvPr userDrawn="1"/>
        </p:nvCxnSpPr>
        <p:spPr>
          <a:xfrm>
            <a:off x="588662" y="5128591"/>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am 4">
            <a:extLst>
              <a:ext uri="{FF2B5EF4-FFF2-40B4-BE49-F238E27FC236}">
                <a16:creationId xmlns:a16="http://schemas.microsoft.com/office/drawing/2014/main" id="{B1818782-B436-6129-67F3-553E6ADB8AE1}"/>
              </a:ext>
            </a:extLst>
          </p:cNvPr>
          <p:cNvSpPr>
            <a:spLocks noGrp="1"/>
          </p:cNvSpPr>
          <p:nvPr>
            <p:ph type="body" sz="quarter" idx="44" hasCustomPrompt="1"/>
          </p:nvPr>
        </p:nvSpPr>
        <p:spPr>
          <a:xfrm>
            <a:off x="569912" y="5619750"/>
            <a:ext cx="1487488" cy="246221"/>
          </a:xfrm>
          <a:prstGeom prst="rect">
            <a:avLst/>
          </a:prstGeom>
        </p:spPr>
        <p:txBody>
          <a:bodyPr anchor="ctr"/>
          <a:lstStyle>
            <a:lvl1pPr marL="0" indent="0">
              <a:buNone/>
              <a:defRPr sz="160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 4</a:t>
            </a:r>
          </a:p>
        </p:txBody>
      </p:sp>
      <p:sp>
        <p:nvSpPr>
          <p:cNvPr id="27" name="Picture Placeholder 4A" descr="This photo is a 'placeholder' only. Drag or drop your photo here, or click and tap the center to insert a photo.">
            <a:extLst>
              <a:ext uri="{FF2B5EF4-FFF2-40B4-BE49-F238E27FC236}">
                <a16:creationId xmlns:a16="http://schemas.microsoft.com/office/drawing/2014/main" id="{09D5AA92-B282-C1B4-798D-F0C0CE32DFED}"/>
              </a:ext>
            </a:extLst>
          </p:cNvPr>
          <p:cNvSpPr>
            <a:spLocks noGrp="1" noChangeAspect="1"/>
          </p:cNvSpPr>
          <p:nvPr>
            <p:ph type="pic" sz="quarter" idx="25"/>
          </p:nvPr>
        </p:nvSpPr>
        <p:spPr bwMode="ltGray">
          <a:xfrm>
            <a:off x="2179638"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53" name="Text Placeholder 58">
            <a:extLst>
              <a:ext uri="{FF2B5EF4-FFF2-40B4-BE49-F238E27FC236}">
                <a16:creationId xmlns:a16="http://schemas.microsoft.com/office/drawing/2014/main" id="{185A2984-DFE0-DB13-1B58-814E78BACB59}"/>
              </a:ext>
            </a:extLst>
          </p:cNvPr>
          <p:cNvSpPr>
            <a:spLocks noGrp="1"/>
          </p:cNvSpPr>
          <p:nvPr>
            <p:ph type="body" sz="quarter" idx="51" hasCustomPrompt="1"/>
          </p:nvPr>
        </p:nvSpPr>
        <p:spPr>
          <a:xfrm>
            <a:off x="3193643"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54" name="Text Placeholder 58">
            <a:extLst>
              <a:ext uri="{FF2B5EF4-FFF2-40B4-BE49-F238E27FC236}">
                <a16:creationId xmlns:a16="http://schemas.microsoft.com/office/drawing/2014/main" id="{8B90DB1C-DC86-BEED-6297-979686631FEC}"/>
              </a:ext>
            </a:extLst>
          </p:cNvPr>
          <p:cNvSpPr>
            <a:spLocks noGrp="1"/>
          </p:cNvSpPr>
          <p:nvPr>
            <p:ph type="body" sz="quarter" idx="52" hasCustomPrompt="1"/>
          </p:nvPr>
        </p:nvSpPr>
        <p:spPr>
          <a:xfrm>
            <a:off x="3193643"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1" name="Picture Placeholder 4B" descr="This photo is a 'placeholder' only. Drag or drop your photo here, or click and tap the center to insert a photo.">
            <a:extLst>
              <a:ext uri="{FF2B5EF4-FFF2-40B4-BE49-F238E27FC236}">
                <a16:creationId xmlns:a16="http://schemas.microsoft.com/office/drawing/2014/main" id="{1AACDD71-3F9F-FF96-80B7-B16ACB3DBDA0}"/>
              </a:ext>
            </a:extLst>
          </p:cNvPr>
          <p:cNvSpPr>
            <a:spLocks noGrp="1" noChangeAspect="1"/>
          </p:cNvSpPr>
          <p:nvPr>
            <p:ph type="pic" sz="quarter" idx="29"/>
          </p:nvPr>
        </p:nvSpPr>
        <p:spPr bwMode="ltGray">
          <a:xfrm>
            <a:off x="4609587"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1" name="Text Placeholder 58">
            <a:extLst>
              <a:ext uri="{FF2B5EF4-FFF2-40B4-BE49-F238E27FC236}">
                <a16:creationId xmlns:a16="http://schemas.microsoft.com/office/drawing/2014/main" id="{2B9A6BDF-B22A-1D52-4406-C9B2C30D5BE2}"/>
              </a:ext>
            </a:extLst>
          </p:cNvPr>
          <p:cNvSpPr>
            <a:spLocks noGrp="1"/>
          </p:cNvSpPr>
          <p:nvPr>
            <p:ph type="body" sz="quarter" idx="59" hasCustomPrompt="1"/>
          </p:nvPr>
        </p:nvSpPr>
        <p:spPr>
          <a:xfrm>
            <a:off x="5627448"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62" name="Text Placeholder 58">
            <a:extLst>
              <a:ext uri="{FF2B5EF4-FFF2-40B4-BE49-F238E27FC236}">
                <a16:creationId xmlns:a16="http://schemas.microsoft.com/office/drawing/2014/main" id="{798F9B24-6D32-FEF4-B4F7-221FA0383648}"/>
              </a:ext>
            </a:extLst>
          </p:cNvPr>
          <p:cNvSpPr>
            <a:spLocks noGrp="1"/>
          </p:cNvSpPr>
          <p:nvPr>
            <p:ph type="body" sz="quarter" idx="60" hasCustomPrompt="1"/>
          </p:nvPr>
        </p:nvSpPr>
        <p:spPr>
          <a:xfrm>
            <a:off x="5627448"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5" name="Picture Placeholder 4C" descr="This photo is a 'placeholder' only. Drag or drop your photo here, or click and tap the center to insert a photo.">
            <a:extLst>
              <a:ext uri="{FF2B5EF4-FFF2-40B4-BE49-F238E27FC236}">
                <a16:creationId xmlns:a16="http://schemas.microsoft.com/office/drawing/2014/main" id="{217FFE89-17B7-1648-33A1-D7100A36CE96}"/>
              </a:ext>
            </a:extLst>
          </p:cNvPr>
          <p:cNvSpPr>
            <a:spLocks noGrp="1" noChangeAspect="1"/>
          </p:cNvSpPr>
          <p:nvPr>
            <p:ph type="pic" sz="quarter" idx="33"/>
          </p:nvPr>
        </p:nvSpPr>
        <p:spPr bwMode="ltGray">
          <a:xfrm>
            <a:off x="7049911"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69" name="Text Placeholder 58">
            <a:extLst>
              <a:ext uri="{FF2B5EF4-FFF2-40B4-BE49-F238E27FC236}">
                <a16:creationId xmlns:a16="http://schemas.microsoft.com/office/drawing/2014/main" id="{4E67998A-56F2-636C-2397-FD35A6BAED5C}"/>
              </a:ext>
            </a:extLst>
          </p:cNvPr>
          <p:cNvSpPr>
            <a:spLocks noGrp="1"/>
          </p:cNvSpPr>
          <p:nvPr>
            <p:ph type="body" sz="quarter" idx="67" hasCustomPrompt="1"/>
          </p:nvPr>
        </p:nvSpPr>
        <p:spPr>
          <a:xfrm>
            <a:off x="8057744"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0" name="Text Placeholder 58">
            <a:extLst>
              <a:ext uri="{FF2B5EF4-FFF2-40B4-BE49-F238E27FC236}">
                <a16:creationId xmlns:a16="http://schemas.microsoft.com/office/drawing/2014/main" id="{98A4D675-E7C5-C94A-F613-39AE772372B3}"/>
              </a:ext>
            </a:extLst>
          </p:cNvPr>
          <p:cNvSpPr>
            <a:spLocks noGrp="1"/>
          </p:cNvSpPr>
          <p:nvPr>
            <p:ph type="body" sz="quarter" idx="68" hasCustomPrompt="1"/>
          </p:nvPr>
        </p:nvSpPr>
        <p:spPr>
          <a:xfrm>
            <a:off x="8057744"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9" name="Picture Placeholder 4D" descr="This photo is a 'placeholder' only. Drag or drop your photo here, or click and tap the center to insert a photo.">
            <a:extLst>
              <a:ext uri="{FF2B5EF4-FFF2-40B4-BE49-F238E27FC236}">
                <a16:creationId xmlns:a16="http://schemas.microsoft.com/office/drawing/2014/main" id="{BB3E99EB-92F7-AFDA-6F2F-8D5C275EECBF}"/>
              </a:ext>
            </a:extLst>
          </p:cNvPr>
          <p:cNvSpPr>
            <a:spLocks noGrp="1" noChangeAspect="1"/>
          </p:cNvSpPr>
          <p:nvPr>
            <p:ph type="pic" sz="quarter" idx="37"/>
          </p:nvPr>
        </p:nvSpPr>
        <p:spPr bwMode="ltGray">
          <a:xfrm>
            <a:off x="9485490"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endParaRPr lang="en-US"/>
          </a:p>
        </p:txBody>
      </p:sp>
      <p:sp>
        <p:nvSpPr>
          <p:cNvPr id="77" name="Text Placeholder 58">
            <a:extLst>
              <a:ext uri="{FF2B5EF4-FFF2-40B4-BE49-F238E27FC236}">
                <a16:creationId xmlns:a16="http://schemas.microsoft.com/office/drawing/2014/main" id="{794D0FFB-0845-0A62-2ABA-9D32A8F6A11F}"/>
              </a:ext>
            </a:extLst>
          </p:cNvPr>
          <p:cNvSpPr>
            <a:spLocks noGrp="1"/>
          </p:cNvSpPr>
          <p:nvPr>
            <p:ph type="body" sz="quarter" idx="75" hasCustomPrompt="1"/>
          </p:nvPr>
        </p:nvSpPr>
        <p:spPr>
          <a:xfrm>
            <a:off x="10478312"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78" name="Text Placeholder 58">
            <a:extLst>
              <a:ext uri="{FF2B5EF4-FFF2-40B4-BE49-F238E27FC236}">
                <a16:creationId xmlns:a16="http://schemas.microsoft.com/office/drawing/2014/main" id="{EA2979B5-9049-F13E-01F6-96D99CFF4F5E}"/>
              </a:ext>
            </a:extLst>
          </p:cNvPr>
          <p:cNvSpPr>
            <a:spLocks noGrp="1"/>
          </p:cNvSpPr>
          <p:nvPr>
            <p:ph type="body" sz="quarter" idx="76" hasCustomPrompt="1"/>
          </p:nvPr>
        </p:nvSpPr>
        <p:spPr>
          <a:xfrm>
            <a:off x="10478312"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Tree>
    <p:extLst>
      <p:ext uri="{BB962C8B-B14F-4D97-AF65-F5344CB8AC3E}">
        <p14:creationId xmlns:p14="http://schemas.microsoft.com/office/powerpoint/2010/main" val="351772388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ummary page_Big headline">
    <p:bg>
      <p:bgPr>
        <a:solidFill>
          <a:schemeClr val="bg2"/>
        </a:solidFill>
        <a:effectLst/>
      </p:bgPr>
    </p:bg>
    <p:spTree>
      <p:nvGrpSpPr>
        <p:cNvPr id="1" name=""/>
        <p:cNvGrpSpPr/>
        <p:nvPr/>
      </p:nvGrpSpPr>
      <p:grpSpPr>
        <a:xfrm>
          <a:off x="0" y="0"/>
          <a:ext cx="0" cy="0"/>
          <a:chOff x="0" y="0"/>
          <a:chExt cx="0" cy="0"/>
        </a:xfrm>
      </p:grpSpPr>
      <p:sp>
        <p:nvSpPr>
          <p:cNvPr id="11" name="Title 4">
            <a:extLst>
              <a:ext uri="{FF2B5EF4-FFF2-40B4-BE49-F238E27FC236}">
                <a16:creationId xmlns:a16="http://schemas.microsoft.com/office/drawing/2014/main" id="{9654F913-8C73-8154-339B-5F55F59D6479}"/>
              </a:ext>
            </a:extLst>
          </p:cNvPr>
          <p:cNvSpPr>
            <a:spLocks noGrp="1"/>
          </p:cNvSpPr>
          <p:nvPr>
            <p:ph type="title" hasCustomPrompt="1"/>
          </p:nvPr>
        </p:nvSpPr>
        <p:spPr>
          <a:xfrm>
            <a:off x="525081" y="2448062"/>
            <a:ext cx="10430257" cy="1015663"/>
          </a:xfrm>
        </p:spPr>
        <p:txBody>
          <a:bodyPr anchor="b" anchorCtr="0"/>
          <a:lstStyle>
            <a:lvl1pPr>
              <a:defRPr sz="6600" spc="-100" baseline="0">
                <a:solidFill>
                  <a:schemeClr val="tx1"/>
                </a:solidFill>
                <a:latin typeface="+mn-lt"/>
              </a:defRPr>
            </a:lvl1pPr>
          </a:lstStyle>
          <a:p>
            <a:r>
              <a:rPr lang="en-US"/>
              <a:t>Big headline</a:t>
            </a:r>
          </a:p>
        </p:txBody>
      </p:sp>
      <p:sp>
        <p:nvSpPr>
          <p:cNvPr id="12" name="Text Placeholder 3">
            <a:extLst>
              <a:ext uri="{FF2B5EF4-FFF2-40B4-BE49-F238E27FC236}">
                <a16:creationId xmlns:a16="http://schemas.microsoft.com/office/drawing/2014/main" id="{1AD7AFE0-BCF1-36FF-7EA7-BCB9808983BD}"/>
              </a:ext>
            </a:extLst>
          </p:cNvPr>
          <p:cNvSpPr>
            <a:spLocks noGrp="1"/>
          </p:cNvSpPr>
          <p:nvPr>
            <p:ph type="body" sz="quarter" idx="15"/>
          </p:nvPr>
        </p:nvSpPr>
        <p:spPr>
          <a:xfrm>
            <a:off x="58638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1290F352-B453-F362-EDD0-00B6F4E63D12}"/>
              </a:ext>
            </a:extLst>
          </p:cNvPr>
          <p:cNvSpPr>
            <a:spLocks noGrp="1"/>
          </p:cNvSpPr>
          <p:nvPr>
            <p:ph type="body" sz="quarter" idx="16"/>
          </p:nvPr>
        </p:nvSpPr>
        <p:spPr>
          <a:xfrm>
            <a:off x="624640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9216722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 pos="7680">
          <p15:clr>
            <a:srgbClr val="954F72"/>
          </p15:clr>
        </p15:guide>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Quote_Dark Purple">
    <p:bg>
      <p:bgPr>
        <a:solidFill>
          <a:srgbClr val="225B6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50DF2A-4008-7ADC-F1B1-AEF3EC3F4AE5}"/>
              </a:ext>
            </a:extLst>
          </p:cNvPr>
          <p:cNvPicPr>
            <a:picLocks noChangeAspect="1"/>
          </p:cNvPicPr>
          <p:nvPr userDrawn="1"/>
        </p:nvPicPr>
        <p:blipFill>
          <a:blip r:embed="rId2">
            <a:biLevel thresh="25000"/>
            <a:alphaModFix amt="13000"/>
          </a:blip>
          <a:stretch>
            <a:fillRect/>
          </a:stretch>
        </p:blipFill>
        <p:spPr>
          <a:xfrm>
            <a:off x="720939" y="-1430212"/>
            <a:ext cx="6490706" cy="4743210"/>
          </a:xfrm>
          <a:prstGeom prst="rect">
            <a:avLst/>
          </a:prstGeom>
        </p:spPr>
      </p:pic>
      <p:pic>
        <p:nvPicPr>
          <p:cNvPr id="7" name="Picture 6">
            <a:extLst>
              <a:ext uri="{FF2B5EF4-FFF2-40B4-BE49-F238E27FC236}">
                <a16:creationId xmlns:a16="http://schemas.microsoft.com/office/drawing/2014/main" id="{C8068E63-4A09-0712-0A67-27152034AB07}"/>
              </a:ext>
            </a:extLst>
          </p:cNvPr>
          <p:cNvPicPr>
            <a:picLocks noChangeAspect="1"/>
          </p:cNvPicPr>
          <p:nvPr userDrawn="1"/>
        </p:nvPicPr>
        <p:blipFill>
          <a:blip r:embed="rId2">
            <a:biLevel thresh="25000"/>
            <a:alphaModFix amt="13000"/>
          </a:blip>
          <a:stretch>
            <a:fillRect/>
          </a:stretch>
        </p:blipFill>
        <p:spPr>
          <a:xfrm rot="10800000">
            <a:off x="8186352" y="3860767"/>
            <a:ext cx="4624669" cy="3379567"/>
          </a:xfrm>
          <a:prstGeom prst="rect">
            <a:avLst/>
          </a:prstGeom>
        </p:spPr>
      </p:pic>
      <p:sp>
        <p:nvSpPr>
          <p:cNvPr id="15" name="Text Placeholder 2">
            <a:extLst>
              <a:ext uri="{FF2B5EF4-FFF2-40B4-BE49-F238E27FC236}">
                <a16:creationId xmlns:a16="http://schemas.microsoft.com/office/drawing/2014/main" id="{E7E5487E-046B-12F4-5F50-B9A9DED92006}"/>
              </a:ext>
            </a:extLst>
          </p:cNvPr>
          <p:cNvSpPr>
            <a:spLocks noGrp="1"/>
          </p:cNvSpPr>
          <p:nvPr>
            <p:ph type="body" sz="quarter" idx="15"/>
          </p:nvPr>
        </p:nvSpPr>
        <p:spPr>
          <a:xfrm>
            <a:off x="1534883" y="2624554"/>
            <a:ext cx="9144000" cy="615553"/>
          </a:xfrm>
          <a:prstGeom prst="rect">
            <a:avLst/>
          </a:prstGeom>
        </p:spPr>
        <p:txBody>
          <a:bodyPr anchor="ctr"/>
          <a:lstStyle>
            <a:lvl1pPr marL="0" indent="0" algn="ctr">
              <a:spcBef>
                <a:spcPts val="0"/>
              </a:spcBef>
              <a:buNone/>
              <a:defRPr sz="4000" b="0" i="0" spc="-50" baseline="0">
                <a:solidFill>
                  <a:schemeClr val="tx1"/>
                </a:solidFill>
                <a:latin typeface="+mn-lt"/>
                <a:cs typeface="Segoe UI" panose="020B0502040204020203" pitchFamily="34" charset="0"/>
              </a:defRPr>
            </a:lvl1pPr>
            <a:lvl2pPr>
              <a:defRPr sz="4200">
                <a:solidFill>
                  <a:srgbClr val="F4F4F7"/>
                </a:solidFill>
              </a:defRPr>
            </a:lvl2pPr>
            <a:lvl3pPr>
              <a:defRPr sz="4200">
                <a:solidFill>
                  <a:srgbClr val="F4F4F7"/>
                </a:solidFill>
              </a:defRPr>
            </a:lvl3pPr>
            <a:lvl4pPr>
              <a:defRPr sz="4200">
                <a:solidFill>
                  <a:srgbClr val="F4F4F7"/>
                </a:solidFill>
              </a:defRPr>
            </a:lvl4pPr>
            <a:lvl5pPr>
              <a:defRPr sz="4200">
                <a:solidFill>
                  <a:srgbClr val="F4F4F7"/>
                </a:solidFill>
              </a:defRPr>
            </a:lvl5pPr>
          </a:lstStyle>
          <a:p>
            <a:pPr lvl="0"/>
            <a:r>
              <a:rPr lang="en-US"/>
              <a:t>Click to edit Master text styles</a:t>
            </a:r>
          </a:p>
        </p:txBody>
      </p:sp>
      <p:sp>
        <p:nvSpPr>
          <p:cNvPr id="5" name="Text Placeholder 14">
            <a:extLst>
              <a:ext uri="{FF2B5EF4-FFF2-40B4-BE49-F238E27FC236}">
                <a16:creationId xmlns:a16="http://schemas.microsoft.com/office/drawing/2014/main" id="{6A38A572-BE21-AD6C-05B0-796EB24BADA2}"/>
              </a:ext>
            </a:extLst>
          </p:cNvPr>
          <p:cNvSpPr>
            <a:spLocks noGrp="1"/>
          </p:cNvSpPr>
          <p:nvPr>
            <p:ph type="body" sz="quarter" idx="14"/>
          </p:nvPr>
        </p:nvSpPr>
        <p:spPr>
          <a:xfrm>
            <a:off x="1534883" y="4711980"/>
            <a:ext cx="9144000" cy="246221"/>
          </a:xfrm>
          <a:prstGeom prst="rect">
            <a:avLst/>
          </a:prstGeom>
        </p:spPr>
        <p:txBody>
          <a:bodyPr/>
          <a:lstStyle>
            <a:lvl1pPr marL="0" indent="0" algn="ctr">
              <a:buNone/>
              <a:defRPr sz="1600" b="0" i="0">
                <a:solidFill>
                  <a:schemeClr val="tx1"/>
                </a:solidFill>
                <a:latin typeface="+mj-lt"/>
                <a:cs typeface="Segoe UI Semibold" panose="020B0502040204020203" pitchFamily="34" charset="0"/>
              </a:defRPr>
            </a:lvl1pPr>
          </a:lstStyle>
          <a:p>
            <a:pPr lvl="0"/>
            <a:endParaRPr lang="en-US"/>
          </a:p>
        </p:txBody>
      </p:sp>
      <p:sp>
        <p:nvSpPr>
          <p:cNvPr id="8" name="Text Placeholder 14">
            <a:extLst>
              <a:ext uri="{FF2B5EF4-FFF2-40B4-BE49-F238E27FC236}">
                <a16:creationId xmlns:a16="http://schemas.microsoft.com/office/drawing/2014/main" id="{F35B74AA-BE69-DAC7-7B0A-BE5264EC2C3C}"/>
              </a:ext>
            </a:extLst>
          </p:cNvPr>
          <p:cNvSpPr>
            <a:spLocks noGrp="1"/>
          </p:cNvSpPr>
          <p:nvPr>
            <p:ph type="body" sz="quarter" idx="13"/>
          </p:nvPr>
        </p:nvSpPr>
        <p:spPr>
          <a:xfrm>
            <a:off x="1534883" y="5012194"/>
            <a:ext cx="9144000" cy="184666"/>
          </a:xfrm>
          <a:prstGeom prst="rect">
            <a:avLst/>
          </a:prstGeom>
        </p:spPr>
        <p:txBody>
          <a:bodyPr/>
          <a:lstStyle>
            <a:lvl1pPr marL="0" indent="0" algn="ctr">
              <a:buNone/>
              <a:defRPr sz="1200">
                <a:solidFill>
                  <a:schemeClr val="tx1"/>
                </a:solidFill>
              </a:defRPr>
            </a:lvl1pPr>
          </a:lstStyle>
          <a:p>
            <a:pPr lvl="0"/>
            <a:endParaRPr lang="en-US"/>
          </a:p>
        </p:txBody>
      </p:sp>
    </p:spTree>
    <p:extLst>
      <p:ext uri="{BB962C8B-B14F-4D97-AF65-F5344CB8AC3E}">
        <p14:creationId xmlns:p14="http://schemas.microsoft.com/office/powerpoint/2010/main" val="330164338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pos="368">
          <p15:clr>
            <a:srgbClr val="954F72"/>
          </p15:clr>
        </p15:guide>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Quote_Dark Teal">
    <p:bg>
      <p:bgPr>
        <a:solidFill>
          <a:srgbClr val="463668"/>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50DF2A-4008-7ADC-F1B1-AEF3EC3F4AE5}"/>
              </a:ext>
            </a:extLst>
          </p:cNvPr>
          <p:cNvPicPr>
            <a:picLocks noChangeAspect="1"/>
          </p:cNvPicPr>
          <p:nvPr userDrawn="1"/>
        </p:nvPicPr>
        <p:blipFill>
          <a:blip r:embed="rId2">
            <a:biLevel thresh="25000"/>
            <a:alphaModFix amt="13000"/>
          </a:blip>
          <a:stretch>
            <a:fillRect/>
          </a:stretch>
        </p:blipFill>
        <p:spPr>
          <a:xfrm>
            <a:off x="720939" y="-1430212"/>
            <a:ext cx="6490706" cy="4743210"/>
          </a:xfrm>
          <a:prstGeom prst="rect">
            <a:avLst/>
          </a:prstGeom>
        </p:spPr>
      </p:pic>
      <p:pic>
        <p:nvPicPr>
          <p:cNvPr id="7" name="Picture 6">
            <a:extLst>
              <a:ext uri="{FF2B5EF4-FFF2-40B4-BE49-F238E27FC236}">
                <a16:creationId xmlns:a16="http://schemas.microsoft.com/office/drawing/2014/main" id="{C8068E63-4A09-0712-0A67-27152034AB07}"/>
              </a:ext>
            </a:extLst>
          </p:cNvPr>
          <p:cNvPicPr>
            <a:picLocks noChangeAspect="1"/>
          </p:cNvPicPr>
          <p:nvPr userDrawn="1"/>
        </p:nvPicPr>
        <p:blipFill>
          <a:blip r:embed="rId2">
            <a:biLevel thresh="25000"/>
            <a:alphaModFix amt="13000"/>
          </a:blip>
          <a:stretch>
            <a:fillRect/>
          </a:stretch>
        </p:blipFill>
        <p:spPr>
          <a:xfrm rot="10800000">
            <a:off x="8186352" y="3860767"/>
            <a:ext cx="4624669" cy="3379567"/>
          </a:xfrm>
          <a:prstGeom prst="rect">
            <a:avLst/>
          </a:prstGeom>
        </p:spPr>
      </p:pic>
      <p:sp>
        <p:nvSpPr>
          <p:cNvPr id="15" name="Text Placeholder 2">
            <a:extLst>
              <a:ext uri="{FF2B5EF4-FFF2-40B4-BE49-F238E27FC236}">
                <a16:creationId xmlns:a16="http://schemas.microsoft.com/office/drawing/2014/main" id="{E7E5487E-046B-12F4-5F50-B9A9DED92006}"/>
              </a:ext>
            </a:extLst>
          </p:cNvPr>
          <p:cNvSpPr>
            <a:spLocks noGrp="1"/>
          </p:cNvSpPr>
          <p:nvPr>
            <p:ph type="body" sz="quarter" idx="15"/>
          </p:nvPr>
        </p:nvSpPr>
        <p:spPr>
          <a:xfrm>
            <a:off x="1534883" y="2624554"/>
            <a:ext cx="9144000" cy="615553"/>
          </a:xfrm>
          <a:prstGeom prst="rect">
            <a:avLst/>
          </a:prstGeom>
        </p:spPr>
        <p:txBody>
          <a:bodyPr anchor="ctr"/>
          <a:lstStyle>
            <a:lvl1pPr marL="0" indent="0" algn="ctr">
              <a:spcBef>
                <a:spcPts val="0"/>
              </a:spcBef>
              <a:buNone/>
              <a:defRPr sz="4000" b="0" i="0" spc="-50" baseline="0">
                <a:solidFill>
                  <a:schemeClr val="tx1"/>
                </a:solidFill>
                <a:latin typeface="+mn-lt"/>
                <a:cs typeface="Segoe UI" panose="020B0502040204020203" pitchFamily="34" charset="0"/>
              </a:defRPr>
            </a:lvl1pPr>
            <a:lvl2pPr>
              <a:defRPr sz="4200">
                <a:solidFill>
                  <a:srgbClr val="F4F4F7"/>
                </a:solidFill>
              </a:defRPr>
            </a:lvl2pPr>
            <a:lvl3pPr>
              <a:defRPr sz="4200">
                <a:solidFill>
                  <a:srgbClr val="F4F4F7"/>
                </a:solidFill>
              </a:defRPr>
            </a:lvl3pPr>
            <a:lvl4pPr>
              <a:defRPr sz="4200">
                <a:solidFill>
                  <a:srgbClr val="F4F4F7"/>
                </a:solidFill>
              </a:defRPr>
            </a:lvl4pPr>
            <a:lvl5pPr>
              <a:defRPr sz="4200">
                <a:solidFill>
                  <a:srgbClr val="F4F4F7"/>
                </a:solidFill>
              </a:defRPr>
            </a:lvl5pPr>
          </a:lstStyle>
          <a:p>
            <a:pPr lvl="0"/>
            <a:r>
              <a:rPr lang="en-US"/>
              <a:t>Click to edit Master text styles</a:t>
            </a:r>
          </a:p>
        </p:txBody>
      </p:sp>
      <p:sp>
        <p:nvSpPr>
          <p:cNvPr id="5" name="Text Placeholder 14">
            <a:extLst>
              <a:ext uri="{FF2B5EF4-FFF2-40B4-BE49-F238E27FC236}">
                <a16:creationId xmlns:a16="http://schemas.microsoft.com/office/drawing/2014/main" id="{6A38A572-BE21-AD6C-05B0-796EB24BADA2}"/>
              </a:ext>
            </a:extLst>
          </p:cNvPr>
          <p:cNvSpPr>
            <a:spLocks noGrp="1"/>
          </p:cNvSpPr>
          <p:nvPr>
            <p:ph type="body" sz="quarter" idx="14"/>
          </p:nvPr>
        </p:nvSpPr>
        <p:spPr>
          <a:xfrm>
            <a:off x="1534883" y="4711980"/>
            <a:ext cx="9144000" cy="246221"/>
          </a:xfrm>
          <a:prstGeom prst="rect">
            <a:avLst/>
          </a:prstGeom>
        </p:spPr>
        <p:txBody>
          <a:bodyPr/>
          <a:lstStyle>
            <a:lvl1pPr marL="0" indent="0" algn="ctr">
              <a:buNone/>
              <a:defRPr sz="1600" b="0" i="0">
                <a:solidFill>
                  <a:schemeClr val="tx1"/>
                </a:solidFill>
                <a:latin typeface="+mj-lt"/>
                <a:cs typeface="Segoe UI Semibold" panose="020B0502040204020203" pitchFamily="34" charset="0"/>
              </a:defRPr>
            </a:lvl1pPr>
          </a:lstStyle>
          <a:p>
            <a:pPr lvl="0"/>
            <a:endParaRPr lang="en-US"/>
          </a:p>
        </p:txBody>
      </p:sp>
      <p:sp>
        <p:nvSpPr>
          <p:cNvPr id="8" name="Text Placeholder 14">
            <a:extLst>
              <a:ext uri="{FF2B5EF4-FFF2-40B4-BE49-F238E27FC236}">
                <a16:creationId xmlns:a16="http://schemas.microsoft.com/office/drawing/2014/main" id="{F35B74AA-BE69-DAC7-7B0A-BE5264EC2C3C}"/>
              </a:ext>
            </a:extLst>
          </p:cNvPr>
          <p:cNvSpPr>
            <a:spLocks noGrp="1"/>
          </p:cNvSpPr>
          <p:nvPr>
            <p:ph type="body" sz="quarter" idx="13"/>
          </p:nvPr>
        </p:nvSpPr>
        <p:spPr>
          <a:xfrm>
            <a:off x="1534883" y="5012194"/>
            <a:ext cx="9144000" cy="184666"/>
          </a:xfrm>
          <a:prstGeom prst="rect">
            <a:avLst/>
          </a:prstGeom>
        </p:spPr>
        <p:txBody>
          <a:bodyPr/>
          <a:lstStyle>
            <a:lvl1pPr marL="0" indent="0" algn="ctr">
              <a:buNone/>
              <a:defRPr sz="1200">
                <a:solidFill>
                  <a:schemeClr val="tx1"/>
                </a:solidFill>
              </a:defRPr>
            </a:lvl1pPr>
          </a:lstStyle>
          <a:p>
            <a:pPr lvl="0"/>
            <a:endParaRPr lang="en-US"/>
          </a:p>
        </p:txBody>
      </p:sp>
    </p:spTree>
    <p:extLst>
      <p:ext uri="{BB962C8B-B14F-4D97-AF65-F5344CB8AC3E}">
        <p14:creationId xmlns:p14="http://schemas.microsoft.com/office/powerpoint/2010/main" val="263146389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3" pos="368">
          <p15:clr>
            <a:srgbClr val="954F72"/>
          </p15:clr>
        </p15:guide>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1723374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1-column_Text_with Subhead">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Text Placeholder 11">
            <a:extLst>
              <a:ext uri="{FF2B5EF4-FFF2-40B4-BE49-F238E27FC236}">
                <a16:creationId xmlns:a16="http://schemas.microsoft.com/office/drawing/2014/main" id="{0FD7F3A0-AE9E-F4D1-2FA8-3A1E9EA0E8B0}"/>
              </a:ext>
            </a:extLst>
          </p:cNvPr>
          <p:cNvSpPr>
            <a:spLocks noGrp="1"/>
          </p:cNvSpPr>
          <p:nvPr>
            <p:ph type="body" sz="quarter" idx="17"/>
          </p:nvPr>
        </p:nvSpPr>
        <p:spPr>
          <a:xfrm>
            <a:off x="584199" y="1594155"/>
            <a:ext cx="81964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5" name="Text Placeholder 3">
            <a:extLst>
              <a:ext uri="{FF2B5EF4-FFF2-40B4-BE49-F238E27FC236}">
                <a16:creationId xmlns:a16="http://schemas.microsoft.com/office/drawing/2014/main" id="{9B285081-0F92-6C1C-3512-5B288A411FF8}"/>
              </a:ext>
            </a:extLst>
          </p:cNvPr>
          <p:cNvSpPr>
            <a:spLocks noGrp="1"/>
          </p:cNvSpPr>
          <p:nvPr>
            <p:ph type="body" sz="quarter" idx="15"/>
          </p:nvPr>
        </p:nvSpPr>
        <p:spPr>
          <a:xfrm>
            <a:off x="586390" y="2085764"/>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9343612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2-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8E180A9F-A1A7-5DB6-E89E-76F228103C73}"/>
              </a:ext>
            </a:extLst>
          </p:cNvPr>
          <p:cNvSpPr>
            <a:spLocks noGrp="1"/>
          </p:cNvSpPr>
          <p:nvPr>
            <p:ph type="body" sz="quarter" idx="15" hasCustomPrompt="1"/>
          </p:nvPr>
        </p:nvSpPr>
        <p:spPr>
          <a:xfrm>
            <a:off x="586390" y="1591056"/>
            <a:ext cx="5365148"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736ED656-29AE-AA0B-2536-E6F40F331249}"/>
              </a:ext>
            </a:extLst>
          </p:cNvPr>
          <p:cNvSpPr>
            <a:spLocks noGrp="1"/>
          </p:cNvSpPr>
          <p:nvPr>
            <p:ph type="body" sz="quarter" idx="18" hasCustomPrompt="1"/>
          </p:nvPr>
        </p:nvSpPr>
        <p:spPr>
          <a:xfrm>
            <a:off x="6242050" y="1591310"/>
            <a:ext cx="5365148"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51488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08">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2" name="Text Placeholder 11">
            <a:extLst>
              <a:ext uri="{FF2B5EF4-FFF2-40B4-BE49-F238E27FC236}">
                <a16:creationId xmlns:a16="http://schemas.microsoft.com/office/drawing/2014/main" id="{A151F6C3-4C86-9BE0-3EF1-2A7F45C255BA}"/>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5" name="Text Placeholder 11">
            <a:extLst>
              <a:ext uri="{FF2B5EF4-FFF2-40B4-BE49-F238E27FC236}">
                <a16:creationId xmlns:a16="http://schemas.microsoft.com/office/drawing/2014/main" id="{115C830D-6AE0-FCBB-3BB9-EFF53999C9A1}"/>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CCAD7EC1-C7F9-87F1-55C3-BD621FEC89CF}"/>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3">
            <a:extLst>
              <a:ext uri="{FF2B5EF4-FFF2-40B4-BE49-F238E27FC236}">
                <a16:creationId xmlns:a16="http://schemas.microsoft.com/office/drawing/2014/main" id="{941FF17A-50FC-D446-28DE-E297FDBEBBCC}"/>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6714277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3-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4" name="Text Placeholder 3">
            <a:extLst>
              <a:ext uri="{FF2B5EF4-FFF2-40B4-BE49-F238E27FC236}">
                <a16:creationId xmlns:a16="http://schemas.microsoft.com/office/drawing/2014/main" id="{908EA551-F10A-E84D-1885-84662B8E64D6}"/>
              </a:ext>
            </a:extLst>
          </p:cNvPr>
          <p:cNvSpPr>
            <a:spLocks noGrp="1"/>
          </p:cNvSpPr>
          <p:nvPr>
            <p:ph type="body" sz="quarter" idx="15"/>
          </p:nvPr>
        </p:nvSpPr>
        <p:spPr>
          <a:xfrm>
            <a:off x="586390" y="1591056"/>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6" name="Text Placeholder 3">
            <a:extLst>
              <a:ext uri="{FF2B5EF4-FFF2-40B4-BE49-F238E27FC236}">
                <a16:creationId xmlns:a16="http://schemas.microsoft.com/office/drawing/2014/main" id="{A9AE509D-953D-DAFE-1CFA-CA884266E52F}"/>
              </a:ext>
            </a:extLst>
          </p:cNvPr>
          <p:cNvSpPr>
            <a:spLocks noGrp="1"/>
          </p:cNvSpPr>
          <p:nvPr>
            <p:ph type="body" sz="quarter" idx="23"/>
          </p:nvPr>
        </p:nvSpPr>
        <p:spPr>
          <a:xfrm>
            <a:off x="4359737" y="1591056"/>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8" name="Text Placeholder 3">
            <a:extLst>
              <a:ext uri="{FF2B5EF4-FFF2-40B4-BE49-F238E27FC236}">
                <a16:creationId xmlns:a16="http://schemas.microsoft.com/office/drawing/2014/main" id="{A859BF26-94A7-DE29-683E-3FF26324EB33}"/>
              </a:ext>
            </a:extLst>
          </p:cNvPr>
          <p:cNvSpPr>
            <a:spLocks noGrp="1"/>
          </p:cNvSpPr>
          <p:nvPr>
            <p:ph type="body" sz="quarter" idx="25"/>
          </p:nvPr>
        </p:nvSpPr>
        <p:spPr>
          <a:xfrm>
            <a:off x="8133084" y="1591056"/>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7433889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3" name="Text Placeholder 11">
            <a:extLst>
              <a:ext uri="{FF2B5EF4-FFF2-40B4-BE49-F238E27FC236}">
                <a16:creationId xmlns:a16="http://schemas.microsoft.com/office/drawing/2014/main" id="{F5FC17DB-F369-FD60-F937-6D86368B55F8}"/>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908EA551-F10A-E84D-1885-84662B8E64D6}"/>
              </a:ext>
            </a:extLst>
          </p:cNvPr>
          <p:cNvSpPr>
            <a:spLocks noGrp="1"/>
          </p:cNvSpPr>
          <p:nvPr>
            <p:ph type="body" sz="quarter" idx="15"/>
          </p:nvPr>
        </p:nvSpPr>
        <p:spPr>
          <a:xfrm>
            <a:off x="586390" y="2297575"/>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6C805E6F-C958-680B-B451-D60BC887347E}"/>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A9AE509D-953D-DAFE-1CFA-CA884266E52F}"/>
              </a:ext>
            </a:extLst>
          </p:cNvPr>
          <p:cNvSpPr>
            <a:spLocks noGrp="1"/>
          </p:cNvSpPr>
          <p:nvPr>
            <p:ph type="body" sz="quarter" idx="23"/>
          </p:nvPr>
        </p:nvSpPr>
        <p:spPr>
          <a:xfrm>
            <a:off x="4359737" y="2297575"/>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3E1923A9-6862-5E39-000A-ADF4749943CF}"/>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A859BF26-94A7-DE29-683E-3FF26324EB33}"/>
              </a:ext>
            </a:extLst>
          </p:cNvPr>
          <p:cNvSpPr>
            <a:spLocks noGrp="1"/>
          </p:cNvSpPr>
          <p:nvPr>
            <p:ph type="body" sz="quarter" idx="25"/>
          </p:nvPr>
        </p:nvSpPr>
        <p:spPr>
          <a:xfrm>
            <a:off x="8133084" y="2297575"/>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5466406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1-column_Text_with Image">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11">
            <a:extLst>
              <a:ext uri="{FF2B5EF4-FFF2-40B4-BE49-F238E27FC236}">
                <a16:creationId xmlns:a16="http://schemas.microsoft.com/office/drawing/2014/main" id="{4CE33728-F33A-8A85-4F59-E95CD991BB12}"/>
              </a:ext>
            </a:extLst>
          </p:cNvPr>
          <p:cNvSpPr>
            <a:spLocks noGrp="1"/>
          </p:cNvSpPr>
          <p:nvPr>
            <p:ph type="body" sz="quarter" idx="17"/>
          </p:nvPr>
        </p:nvSpPr>
        <p:spPr>
          <a:xfrm>
            <a:off x="584200" y="1594155"/>
            <a:ext cx="5269866"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7" name="Text Placeholder 3">
            <a:extLst>
              <a:ext uri="{FF2B5EF4-FFF2-40B4-BE49-F238E27FC236}">
                <a16:creationId xmlns:a16="http://schemas.microsoft.com/office/drawing/2014/main" id="{D977E074-7BF3-AFBF-816A-6083687A21BC}"/>
              </a:ext>
            </a:extLst>
          </p:cNvPr>
          <p:cNvSpPr>
            <a:spLocks noGrp="1"/>
          </p:cNvSpPr>
          <p:nvPr>
            <p:ph type="body" sz="quarter" idx="15"/>
          </p:nvPr>
        </p:nvSpPr>
        <p:spPr>
          <a:xfrm>
            <a:off x="586390" y="2085764"/>
            <a:ext cx="5267655"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38839F2-C52C-C4AA-6F99-D918ABEA1233}"/>
              </a:ext>
            </a:extLst>
          </p:cNvPr>
          <p:cNvSpPr>
            <a:spLocks noGrp="1"/>
          </p:cNvSpPr>
          <p:nvPr>
            <p:ph type="pic" sz="quarter" idx="19" hasCustomPrompt="1"/>
          </p:nvPr>
        </p:nvSpPr>
        <p:spPr bwMode="ltGray">
          <a:xfrm>
            <a:off x="6096000" y="0"/>
            <a:ext cx="6892925" cy="6858000"/>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01306175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08">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2-column_Text_with Image">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2A048E08-9484-4B49-59F4-E69B6910CB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10634B71-425C-AD5B-E93D-36901FD6392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11">
            <a:extLst>
              <a:ext uri="{FF2B5EF4-FFF2-40B4-BE49-F238E27FC236}">
                <a16:creationId xmlns:a16="http://schemas.microsoft.com/office/drawing/2014/main" id="{0480DC35-6D2B-3C04-ADAC-CA31374AD6C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spcAft>
                <a:spcPts val="0"/>
              </a:spcAft>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0549035B-2CE7-2B6F-FC18-05B7AAD0608E}"/>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9A138B69-6378-4265-3E29-E8A0FAC055A8}"/>
              </a:ext>
            </a:extLst>
          </p:cNvPr>
          <p:cNvSpPr>
            <a:spLocks noGrp="1"/>
          </p:cNvSpPr>
          <p:nvPr>
            <p:ph type="pic" sz="quarter" idx="19" hasCustomPrompt="1"/>
          </p:nvPr>
        </p:nvSpPr>
        <p:spPr bwMode="ltGray">
          <a:xfrm>
            <a:off x="8074152" y="0"/>
            <a:ext cx="4114800" cy="6858000"/>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41567755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2 photos_with Caption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C18FEBA7-9547-B47A-AC0B-1B507B9D0F6A}"/>
              </a:ext>
            </a:extLst>
          </p:cNvPr>
          <p:cNvSpPr>
            <a:spLocks noGrp="1"/>
          </p:cNvSpPr>
          <p:nvPr>
            <p:ph type="pic" sz="quarter" idx="19" hasCustomPrompt="1"/>
          </p:nvPr>
        </p:nvSpPr>
        <p:spPr bwMode="ltGray">
          <a:xfrm>
            <a:off x="584200" y="1591310"/>
            <a:ext cx="5365752"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5" name="Text Placeholder 11">
            <a:extLst>
              <a:ext uri="{FF2B5EF4-FFF2-40B4-BE49-F238E27FC236}">
                <a16:creationId xmlns:a16="http://schemas.microsoft.com/office/drawing/2014/main" id="{D497F6CD-19FA-ACAE-FB83-28330FA3C8FA}"/>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spcAft>
                <a:spcPts val="0"/>
              </a:spcAft>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A695C2F5-3147-3A26-A25D-F87321E20D9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spcAft>
                <a:spcPts val="0"/>
              </a:spcAft>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A44C7803-8AA6-2FFC-B7E1-B37E6FDB6D88}"/>
              </a:ext>
            </a:extLst>
          </p:cNvPr>
          <p:cNvSpPr>
            <a:spLocks noGrp="1"/>
          </p:cNvSpPr>
          <p:nvPr>
            <p:ph type="pic" sz="quarter" idx="20" hasCustomPrompt="1"/>
          </p:nvPr>
        </p:nvSpPr>
        <p:spPr bwMode="ltGray">
          <a:xfrm>
            <a:off x="6242049" y="1591310"/>
            <a:ext cx="5357813"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2" name="Text Placeholder 11">
            <a:extLst>
              <a:ext uri="{FF2B5EF4-FFF2-40B4-BE49-F238E27FC236}">
                <a16:creationId xmlns:a16="http://schemas.microsoft.com/office/drawing/2014/main" id="{6A5A11E0-202D-5EFF-D35F-04E19FA1C6DA}"/>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spcAft>
                <a:spcPts val="0"/>
              </a:spcAft>
              <a:buNone/>
              <a:defRPr sz="1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138DB0D6-B721-F4FA-3F65-792A7C512C87}"/>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spcAft>
                <a:spcPts val="0"/>
              </a:spcAft>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19780530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3 photos_with Caption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D627A95E-0357-5914-7010-1D2F6BA4EA61}"/>
              </a:ext>
            </a:extLst>
          </p:cNvPr>
          <p:cNvSpPr>
            <a:spLocks noGrp="1"/>
          </p:cNvSpPr>
          <p:nvPr>
            <p:ph type="pic" sz="quarter" idx="19" hasCustomPrompt="1"/>
          </p:nvPr>
        </p:nvSpPr>
        <p:spPr bwMode="ltGray">
          <a:xfrm>
            <a:off x="584200" y="1591310"/>
            <a:ext cx="3481388"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7" name="Text Placeholder 11">
            <a:extLst>
              <a:ext uri="{FF2B5EF4-FFF2-40B4-BE49-F238E27FC236}">
                <a16:creationId xmlns:a16="http://schemas.microsoft.com/office/drawing/2014/main" id="{60D57D22-3C15-2296-2295-B8638F48597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E0C755E6-CA31-B10A-A01A-4CC68A1CF00F}"/>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B64328BC-3456-8864-B2DC-59ACD6C43A9F}"/>
              </a:ext>
            </a:extLst>
          </p:cNvPr>
          <p:cNvSpPr>
            <a:spLocks noGrp="1"/>
          </p:cNvSpPr>
          <p:nvPr>
            <p:ph type="pic" sz="quarter" idx="20" hasCustomPrompt="1"/>
          </p:nvPr>
        </p:nvSpPr>
        <p:spPr bwMode="ltGray">
          <a:xfrm>
            <a:off x="4353560" y="1591310"/>
            <a:ext cx="3481388" cy="2687003"/>
          </a:xfrm>
          <a:prstGeom prst="rect">
            <a:avLst/>
          </a:prstGeom>
          <a:solidFill>
            <a:srgbClr val="D9D9D6"/>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5" name="Text Placeholder 11">
            <a:extLst>
              <a:ext uri="{FF2B5EF4-FFF2-40B4-BE49-F238E27FC236}">
                <a16:creationId xmlns:a16="http://schemas.microsoft.com/office/drawing/2014/main" id="{7C6B95DC-E74B-5F90-37A2-A23E19F747E7}"/>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7" name="Text Placeholder 3">
            <a:extLst>
              <a:ext uri="{FF2B5EF4-FFF2-40B4-BE49-F238E27FC236}">
                <a16:creationId xmlns:a16="http://schemas.microsoft.com/office/drawing/2014/main" id="{D57AA38E-9101-D52F-C80E-7EE9B4310E73}"/>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21502E7B-F7B3-F184-CB49-466883FF4339}"/>
              </a:ext>
            </a:extLst>
          </p:cNvPr>
          <p:cNvSpPr>
            <a:spLocks noGrp="1"/>
          </p:cNvSpPr>
          <p:nvPr>
            <p:ph type="pic" sz="quarter" idx="21" hasCustomPrompt="1"/>
          </p:nvPr>
        </p:nvSpPr>
        <p:spPr bwMode="ltGray">
          <a:xfrm>
            <a:off x="8128000" y="1591309"/>
            <a:ext cx="3486092" cy="2684159"/>
          </a:xfrm>
          <a:prstGeom prst="rect">
            <a:avLst/>
          </a:prstGeom>
          <a:solidFill>
            <a:srgbClr val="D9D9D6"/>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6" name="Text Placeholder 11">
            <a:extLst>
              <a:ext uri="{FF2B5EF4-FFF2-40B4-BE49-F238E27FC236}">
                <a16:creationId xmlns:a16="http://schemas.microsoft.com/office/drawing/2014/main" id="{53CB91D2-DE94-3F1C-512B-574096C683E1}"/>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D2D1C074-4292-FC4F-0123-4B005665DC46}"/>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763190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4 photos_with Caption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C9AF824D-A137-44B4-E2CA-E6A4F7D7E2E7}"/>
              </a:ext>
            </a:extLst>
          </p:cNvPr>
          <p:cNvSpPr>
            <a:spLocks noGrp="1"/>
          </p:cNvSpPr>
          <p:nvPr>
            <p:ph type="pic" sz="quarter" idx="19"/>
          </p:nvPr>
        </p:nvSpPr>
        <p:spPr bwMode="ltGray">
          <a:xfrm>
            <a:off x="5842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5" name="Text Placeholder 11">
            <a:extLst>
              <a:ext uri="{FF2B5EF4-FFF2-40B4-BE49-F238E27FC236}">
                <a16:creationId xmlns:a16="http://schemas.microsoft.com/office/drawing/2014/main" id="{97137254-091E-FE51-D704-301D86D6DADB}"/>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C985BDC9-D8AE-C203-7E02-1E71BAF2A6A8}"/>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9072C48-B616-E414-86D7-6789DB4F2DD8}"/>
              </a:ext>
            </a:extLst>
          </p:cNvPr>
          <p:cNvSpPr>
            <a:spLocks noGrp="1"/>
          </p:cNvSpPr>
          <p:nvPr>
            <p:ph type="pic" sz="quarter" idx="29"/>
          </p:nvPr>
        </p:nvSpPr>
        <p:spPr bwMode="ltGray">
          <a:xfrm>
            <a:off x="34290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7" name="Text Placeholder 11">
            <a:extLst>
              <a:ext uri="{FF2B5EF4-FFF2-40B4-BE49-F238E27FC236}">
                <a16:creationId xmlns:a16="http://schemas.microsoft.com/office/drawing/2014/main" id="{107FA330-6530-342C-C20F-CA6643C71710}"/>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998D5136-EE55-6531-677C-D23BB9CCE338}"/>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DBE19309-8E58-3C03-D4B2-B2C22E93661C}"/>
              </a:ext>
            </a:extLst>
          </p:cNvPr>
          <p:cNvSpPr>
            <a:spLocks noGrp="1"/>
          </p:cNvSpPr>
          <p:nvPr>
            <p:ph type="pic" sz="quarter" idx="30"/>
          </p:nvPr>
        </p:nvSpPr>
        <p:spPr bwMode="ltGray">
          <a:xfrm>
            <a:off x="62484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8" name="Text Placeholder 11">
            <a:extLst>
              <a:ext uri="{FF2B5EF4-FFF2-40B4-BE49-F238E27FC236}">
                <a16:creationId xmlns:a16="http://schemas.microsoft.com/office/drawing/2014/main" id="{36583377-B32F-BF0C-0B94-FB474E44B5F9}"/>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25A66176-D93F-5509-F3FE-5C6810544D65}"/>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748FB811-5504-83F6-4CE0-40207C2062E0}"/>
              </a:ext>
            </a:extLst>
          </p:cNvPr>
          <p:cNvSpPr>
            <a:spLocks noGrp="1"/>
          </p:cNvSpPr>
          <p:nvPr>
            <p:ph type="pic" sz="quarter" idx="31"/>
          </p:nvPr>
        </p:nvSpPr>
        <p:spPr bwMode="ltGray">
          <a:xfrm>
            <a:off x="9067800" y="2284412"/>
            <a:ext cx="2538413" cy="1997075"/>
          </a:xfrm>
          <a:prstGeom prst="rect">
            <a:avLst/>
          </a:prstGeom>
          <a:solidFill>
            <a:srgbClr val="D9D9D6"/>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endParaRPr lang="en-US"/>
          </a:p>
          <a:p>
            <a:endParaRPr lang="en-US"/>
          </a:p>
          <a:p>
            <a:endParaRPr lang="en-US"/>
          </a:p>
          <a:p>
            <a:endParaRPr lang="en-US"/>
          </a:p>
          <a:p>
            <a:endParaRPr lang="en-US"/>
          </a:p>
          <a:p>
            <a:r>
              <a:rPr lang="en-US"/>
              <a:t>Drag &amp; drop your</a:t>
            </a:r>
          </a:p>
          <a:p>
            <a:r>
              <a:rPr lang="en-US"/>
              <a:t>Photo here or click</a:t>
            </a:r>
          </a:p>
          <a:p>
            <a:r>
              <a:rPr lang="en-US"/>
              <a:t>or tap icon below</a:t>
            </a:r>
          </a:p>
          <a:p>
            <a:r>
              <a:rPr lang="en-US"/>
              <a:t>to insert</a:t>
            </a:r>
          </a:p>
          <a:p>
            <a:endParaRPr lang="en-US"/>
          </a:p>
          <a:p>
            <a:endParaRPr lang="en-US"/>
          </a:p>
        </p:txBody>
      </p:sp>
      <p:sp>
        <p:nvSpPr>
          <p:cNvPr id="19" name="Text Placeholder 11">
            <a:extLst>
              <a:ext uri="{FF2B5EF4-FFF2-40B4-BE49-F238E27FC236}">
                <a16:creationId xmlns:a16="http://schemas.microsoft.com/office/drawing/2014/main" id="{8BBF0BEC-1EF1-BA9A-4754-6AD84751C66A}"/>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9870FDAC-6F46-BD55-69F2-4B133ADFC6E8}"/>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1847560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4416552"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F6CCD566-E45F-E226-9116-256A957FAABA}"/>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0"/>
            <a:endParaRPr lang="en-US"/>
          </a:p>
        </p:txBody>
      </p:sp>
      <p:sp>
        <p:nvSpPr>
          <p:cNvPr id="9" name="Text Placeholder 3">
            <a:extLst>
              <a:ext uri="{FF2B5EF4-FFF2-40B4-BE49-F238E27FC236}">
                <a16:creationId xmlns:a16="http://schemas.microsoft.com/office/drawing/2014/main" id="{C50B58E6-91E5-6853-3DEB-352D0E392679}"/>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lvl="0"/>
            <a:endParaRPr lang="en-US"/>
          </a:p>
        </p:txBody>
      </p:sp>
      <p:sp>
        <p:nvSpPr>
          <p:cNvPr id="10" name="Text Placeholder 3">
            <a:extLst>
              <a:ext uri="{FF2B5EF4-FFF2-40B4-BE49-F238E27FC236}">
                <a16:creationId xmlns:a16="http://schemas.microsoft.com/office/drawing/2014/main" id="{99CAD011-DB85-3385-A70F-737C4753C63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0"/>
            <a:endParaRPr lang="en-US"/>
          </a:p>
        </p:txBody>
      </p:sp>
      <p:sp>
        <p:nvSpPr>
          <p:cNvPr id="11" name="Text Placeholder 3">
            <a:extLst>
              <a:ext uri="{FF2B5EF4-FFF2-40B4-BE49-F238E27FC236}">
                <a16:creationId xmlns:a16="http://schemas.microsoft.com/office/drawing/2014/main" id="{A9D99E4D-B4BB-FECE-37BB-2C1BF989CAC9}"/>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lvl="0"/>
            <a:endParaRPr lang="en-US"/>
          </a:p>
        </p:txBody>
      </p:sp>
    </p:spTree>
    <p:extLst>
      <p:ext uri="{BB962C8B-B14F-4D97-AF65-F5344CB8AC3E}">
        <p14:creationId xmlns:p14="http://schemas.microsoft.com/office/powerpoint/2010/main" val="36279861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chemeClr val="bg2"/>
        </a:solidFill>
        <a:effectLst/>
      </p:bgPr>
    </p:bg>
    <p:spTree>
      <p:nvGrpSpPr>
        <p:cNvPr id="1" name=""/>
        <p:cNvGrpSpPr/>
        <p:nvPr/>
      </p:nvGrpSpPr>
      <p:grpSpPr>
        <a:xfrm>
          <a:off x="0" y="0"/>
          <a:ext cx="0" cy="0"/>
          <a:chOff x="0" y="0"/>
          <a:chExt cx="0" cy="0"/>
        </a:xfrm>
      </p:grpSpPr>
      <p:pic>
        <p:nvPicPr>
          <p:cNvPr id="4" name="MS logo white - EMF">
            <a:extLst>
              <a:ext uri="{FF2B5EF4-FFF2-40B4-BE49-F238E27FC236}">
                <a16:creationId xmlns:a16="http://schemas.microsoft.com/office/drawing/2014/main" id="{37E26AFE-DE6D-4BB8-BFA8-71844F8CF0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rgbClr val="FFFFFF"/>
                </a:solidFill>
                <a:cs typeface="Segoe UI" pitchFamily="34" charset="0"/>
              </a:rPr>
              <a:t>© Copyright Microsoft Corporation. All rights reserved. </a:t>
            </a:r>
          </a:p>
        </p:txBody>
      </p:sp>
      <p:sp>
        <p:nvSpPr>
          <p:cNvPr id="2" name="Title 1">
            <a:extLst>
              <a:ext uri="{FF2B5EF4-FFF2-40B4-BE49-F238E27FC236}">
                <a16:creationId xmlns:a16="http://schemas.microsoft.com/office/drawing/2014/main" id="{FB5CDB97-C98E-1E29-E646-7E1E2152341A}"/>
              </a:ext>
            </a:extLst>
          </p:cNvPr>
          <p:cNvSpPr>
            <a:spLocks noGrp="1"/>
          </p:cNvSpPr>
          <p:nvPr>
            <p:ph type="title" hasCustomPrompt="1"/>
          </p:nvPr>
        </p:nvSpPr>
        <p:spPr>
          <a:xfrm>
            <a:off x="588262" y="-326827"/>
            <a:ext cx="4416552" cy="307777"/>
          </a:xfrm>
        </p:spPr>
        <p:txBody>
          <a:bodyPr/>
          <a:lstStyle>
            <a:lvl1pPr>
              <a:defRPr sz="2000" b="0" i="0">
                <a:solidFill>
                  <a:schemeClr val="bg1"/>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61438497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Title Only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313C5-EF55-C442-6833-3427D5CE04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615553"/>
          </a:xfrm>
        </p:spPr>
        <p:txBody>
          <a:bodyPr/>
          <a:lstStyle>
            <a:lvl1pPr>
              <a:defRPr sz="4000"/>
            </a:lvl1pPr>
          </a:lstStyle>
          <a:p>
            <a:r>
              <a:rPr lang="en-US"/>
              <a:t>Click to edit Master title style</a:t>
            </a:r>
          </a:p>
        </p:txBody>
      </p:sp>
    </p:spTree>
    <p:extLst>
      <p:ext uri="{BB962C8B-B14F-4D97-AF65-F5344CB8AC3E}">
        <p14:creationId xmlns:p14="http://schemas.microsoft.com/office/powerpoint/2010/main" val="410798269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ustomer story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313C5-EF55-C442-6833-3427D5CE04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2CBD7033-FDE8-E30D-3C11-B29DF86EBF8F}"/>
              </a:ext>
            </a:extLst>
          </p:cNvPr>
          <p:cNvSpPr/>
          <p:nvPr userDrawn="1"/>
        </p:nvSpPr>
        <p:spPr bwMode="auto">
          <a:xfrm>
            <a:off x="613811" y="591803"/>
            <a:ext cx="5129764" cy="5642342"/>
          </a:xfrm>
          <a:prstGeom prst="roundRect">
            <a:avLst>
              <a:gd name="adj" fmla="val 2764"/>
            </a:avLst>
          </a:prstGeom>
          <a:solidFill>
            <a:srgbClr val="2A446F">
              <a:alpha val="19000"/>
            </a:srgb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5" name="Picture Placeholder 56">
            <a:extLst>
              <a:ext uri="{FF2B5EF4-FFF2-40B4-BE49-F238E27FC236}">
                <a16:creationId xmlns:a16="http://schemas.microsoft.com/office/drawing/2014/main" id="{65F80DB9-4EFB-DF2C-AE72-A2724B9C7E15}"/>
              </a:ext>
            </a:extLst>
          </p:cNvPr>
          <p:cNvSpPr>
            <a:spLocks noGrp="1"/>
          </p:cNvSpPr>
          <p:nvPr>
            <p:ph type="pic" sz="quarter" idx="16" hasCustomPrompt="1"/>
          </p:nvPr>
        </p:nvSpPr>
        <p:spPr>
          <a:xfrm>
            <a:off x="884739" y="707283"/>
            <a:ext cx="1007561" cy="1007561"/>
          </a:xfrm>
          <a:prstGeom prst="rect">
            <a:avLst/>
          </a:prstGeom>
        </p:spPr>
        <p:txBody>
          <a:bodyPr anchor="ctr">
            <a:noAutofit/>
          </a:bodyPr>
          <a:lstStyle>
            <a:lvl1pPr marL="0" indent="0" algn="ctr">
              <a:buNone/>
              <a:defRPr sz="1200">
                <a:latin typeface="+mj-lt"/>
              </a:defRPr>
            </a:lvl1pPr>
          </a:lstStyle>
          <a:p>
            <a:r>
              <a:rPr lang="en-US"/>
              <a:t>Customer Logo</a:t>
            </a:r>
          </a:p>
        </p:txBody>
      </p:sp>
      <p:sp>
        <p:nvSpPr>
          <p:cNvPr id="6" name="Rectangle: Rounded Corners 5">
            <a:extLst>
              <a:ext uri="{FF2B5EF4-FFF2-40B4-BE49-F238E27FC236}">
                <a16:creationId xmlns:a16="http://schemas.microsoft.com/office/drawing/2014/main" id="{9B06376A-A79B-7250-80D6-AC99E6269A4C}"/>
              </a:ext>
            </a:extLst>
          </p:cNvPr>
          <p:cNvSpPr/>
          <p:nvPr userDrawn="1"/>
        </p:nvSpPr>
        <p:spPr bwMode="auto">
          <a:xfrm>
            <a:off x="501662" y="477861"/>
            <a:ext cx="11101485" cy="5848489"/>
          </a:xfrm>
          <a:prstGeom prst="roundRect">
            <a:avLst>
              <a:gd name="adj" fmla="val 3187"/>
            </a:avLst>
          </a:prstGeom>
          <a:noFill/>
          <a:ln w="6350">
            <a:solidFill>
              <a:srgbClr val="FFFFFF">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7" name="Text Placeholder 61">
            <a:extLst>
              <a:ext uri="{FF2B5EF4-FFF2-40B4-BE49-F238E27FC236}">
                <a16:creationId xmlns:a16="http://schemas.microsoft.com/office/drawing/2014/main" id="{01FE6276-F3D4-2863-E5D6-27A09F82DF27}"/>
              </a:ext>
            </a:extLst>
          </p:cNvPr>
          <p:cNvSpPr>
            <a:spLocks noGrp="1"/>
          </p:cNvSpPr>
          <p:nvPr>
            <p:ph type="body" sz="quarter" idx="10" hasCustomPrompt="1"/>
          </p:nvPr>
        </p:nvSpPr>
        <p:spPr>
          <a:xfrm>
            <a:off x="6096000" y="673195"/>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chemeClr val="tx1"/>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8" name="Text Placeholder 61">
            <a:extLst>
              <a:ext uri="{FF2B5EF4-FFF2-40B4-BE49-F238E27FC236}">
                <a16:creationId xmlns:a16="http://schemas.microsoft.com/office/drawing/2014/main" id="{D52A181F-B91E-26C1-E233-7DC001F84CD5}"/>
              </a:ext>
            </a:extLst>
          </p:cNvPr>
          <p:cNvSpPr>
            <a:spLocks noGrp="1"/>
          </p:cNvSpPr>
          <p:nvPr>
            <p:ph type="body" sz="quarter" idx="11" hasCustomPrompt="1"/>
          </p:nvPr>
        </p:nvSpPr>
        <p:spPr>
          <a:xfrm>
            <a:off x="6096000" y="2581823"/>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chemeClr val="tx1"/>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9" name="Text Placeholder 61">
            <a:extLst>
              <a:ext uri="{FF2B5EF4-FFF2-40B4-BE49-F238E27FC236}">
                <a16:creationId xmlns:a16="http://schemas.microsoft.com/office/drawing/2014/main" id="{F47811AD-AF43-4243-D454-8C923B16BB27}"/>
              </a:ext>
            </a:extLst>
          </p:cNvPr>
          <p:cNvSpPr>
            <a:spLocks noGrp="1"/>
          </p:cNvSpPr>
          <p:nvPr>
            <p:ph type="body" sz="quarter" idx="12" hasCustomPrompt="1"/>
          </p:nvPr>
        </p:nvSpPr>
        <p:spPr>
          <a:xfrm>
            <a:off x="6096000" y="4490453"/>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chemeClr val="tx1"/>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10" name="Text Placeholder 61">
            <a:extLst>
              <a:ext uri="{FF2B5EF4-FFF2-40B4-BE49-F238E27FC236}">
                <a16:creationId xmlns:a16="http://schemas.microsoft.com/office/drawing/2014/main" id="{14581E70-5202-3BCE-B865-358FF16A96E8}"/>
              </a:ext>
            </a:extLst>
          </p:cNvPr>
          <p:cNvSpPr>
            <a:spLocks noGrp="1"/>
          </p:cNvSpPr>
          <p:nvPr>
            <p:ph type="body" sz="quarter" idx="14" hasCustomPrompt="1"/>
          </p:nvPr>
        </p:nvSpPr>
        <p:spPr>
          <a:xfrm>
            <a:off x="884739" y="1957550"/>
            <a:ext cx="4616175" cy="4013200"/>
          </a:xfrm>
        </p:spPr>
        <p:txBody>
          <a:bodyPr anchor="t">
            <a:noAutofit/>
          </a:bodyPr>
          <a:lstStyle>
            <a:lvl1pPr marL="0" indent="0">
              <a:lnSpc>
                <a:spcPct val="100000"/>
              </a:lnSpc>
              <a:buNone/>
              <a:defRPr kumimoji="0" lang="en-US" sz="2400" b="0" i="0" u="none" strike="noStrike" kern="1200" cap="none" spc="0" normalizeH="0" baseline="0" dirty="0">
                <a:ln>
                  <a:noFill/>
                </a:ln>
                <a:solidFill>
                  <a:schemeClr val="tx1"/>
                </a:solidFill>
                <a:effectLst/>
                <a:uLnTx/>
                <a:uFillTx/>
                <a:latin typeface="Segoe UI Semibold"/>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GB"/>
              <a:t>Add description here</a:t>
            </a:r>
            <a:endParaRPr lang="en-US"/>
          </a:p>
        </p:txBody>
      </p:sp>
      <p:cxnSp>
        <p:nvCxnSpPr>
          <p:cNvPr id="12" name="Straight Connector 11">
            <a:extLst>
              <a:ext uri="{FF2B5EF4-FFF2-40B4-BE49-F238E27FC236}">
                <a16:creationId xmlns:a16="http://schemas.microsoft.com/office/drawing/2014/main" id="{C58F7450-FA61-D837-173E-169EBF29503C}"/>
              </a:ext>
            </a:extLst>
          </p:cNvPr>
          <p:cNvCxnSpPr>
            <a:cxnSpLocks/>
          </p:cNvCxnSpPr>
          <p:nvPr userDrawn="1"/>
        </p:nvCxnSpPr>
        <p:spPr>
          <a:xfrm>
            <a:off x="6096000" y="2450208"/>
            <a:ext cx="5303520" cy="0"/>
          </a:xfrm>
          <a:prstGeom prst="line">
            <a:avLst/>
          </a:prstGeom>
          <a:ln w="6350">
            <a:solidFill>
              <a:schemeClr val="tx1">
                <a:alpha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3450C8C-CE54-01E7-95BF-CDC72C4A6526}"/>
              </a:ext>
            </a:extLst>
          </p:cNvPr>
          <p:cNvCxnSpPr>
            <a:cxnSpLocks/>
          </p:cNvCxnSpPr>
          <p:nvPr userDrawn="1"/>
        </p:nvCxnSpPr>
        <p:spPr>
          <a:xfrm>
            <a:off x="6096000" y="4358836"/>
            <a:ext cx="5303520" cy="0"/>
          </a:xfrm>
          <a:prstGeom prst="line">
            <a:avLst/>
          </a:prstGeom>
          <a:ln w="6350">
            <a:solidFill>
              <a:schemeClr val="tx1">
                <a:alpha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01711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2_Customer story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313C5-EF55-C442-6833-3427D5CE04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063D00C8-0EE1-C450-DB6A-F28B22C77373}"/>
              </a:ext>
            </a:extLst>
          </p:cNvPr>
          <p:cNvSpPr txBox="1"/>
          <p:nvPr userDrawn="1"/>
        </p:nvSpPr>
        <p:spPr>
          <a:xfrm rot="5400000">
            <a:off x="6266210" y="953440"/>
            <a:ext cx="4641453" cy="6785713"/>
          </a:xfrm>
          <a:prstGeom prst="round1Rect">
            <a:avLst>
              <a:gd name="adj" fmla="val 11156"/>
            </a:avLst>
          </a:prstGeom>
          <a:solidFill>
            <a:srgbClr val="091F2C">
              <a:alpha val="36000"/>
            </a:srgbClr>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defTabSz="932472" fontAlgn="base">
              <a:lnSpc>
                <a:spcPct val="110000"/>
              </a:lnSpc>
              <a:spcBef>
                <a:spcPct val="0"/>
              </a:spcBef>
              <a:spcAft>
                <a:spcPct val="0"/>
              </a:spcAft>
              <a:buClrTx/>
              <a:buSzTx/>
              <a:buFontTx/>
              <a:buNone/>
              <a:tabLst/>
              <a:defRPr kumimoji="0" sz="2000" b="0" i="0" u="none" strike="noStrike" cap="none" spc="0" normalizeH="0" baseline="0">
                <a:ln>
                  <a:noFill/>
                </a:ln>
                <a:solidFill>
                  <a:srgbClr val="FFFFFF"/>
                </a:solidFill>
                <a:effectLst/>
                <a:uLnTx/>
                <a:uFillTx/>
                <a:latin typeface="Calibri" panose="020F0502020204030204"/>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11" name="Rectangle 10">
            <a:extLst>
              <a:ext uri="{FF2B5EF4-FFF2-40B4-BE49-F238E27FC236}">
                <a16:creationId xmlns:a16="http://schemas.microsoft.com/office/drawing/2014/main" id="{7B8FEF45-A3AA-C7F7-39F0-4181A598F407}"/>
              </a:ext>
            </a:extLst>
          </p:cNvPr>
          <p:cNvSpPr/>
          <p:nvPr userDrawn="1"/>
        </p:nvSpPr>
        <p:spPr bwMode="auto">
          <a:xfrm>
            <a:off x="0" y="0"/>
            <a:ext cx="5197033" cy="6858000"/>
          </a:xfrm>
          <a:prstGeom prst="rect">
            <a:avLst/>
          </a:prstGeom>
          <a:solidFill>
            <a:srgbClr val="0A213E">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 name="Picture Placeholder 56">
            <a:extLst>
              <a:ext uri="{FF2B5EF4-FFF2-40B4-BE49-F238E27FC236}">
                <a16:creationId xmlns:a16="http://schemas.microsoft.com/office/drawing/2014/main" id="{23B94B7D-FCB3-E84E-BF67-E55AED2726E7}"/>
              </a:ext>
            </a:extLst>
          </p:cNvPr>
          <p:cNvSpPr>
            <a:spLocks noGrp="1"/>
          </p:cNvSpPr>
          <p:nvPr>
            <p:ph type="pic" sz="quarter" idx="35" hasCustomPrompt="1"/>
          </p:nvPr>
        </p:nvSpPr>
        <p:spPr>
          <a:xfrm>
            <a:off x="5194079" y="0"/>
            <a:ext cx="6997919" cy="2025570"/>
          </a:xfrm>
          <a:prstGeom prst="rect">
            <a:avLst/>
          </a:prstGeom>
        </p:spPr>
        <p:txBody>
          <a:bodyPr anchor="ctr">
            <a:noAutofit/>
          </a:bodyPr>
          <a:lstStyle>
            <a:lvl1pPr marL="0" indent="0" algn="ctr">
              <a:buNone/>
              <a:defRPr sz="1200">
                <a:latin typeface="+mj-lt"/>
              </a:defRPr>
            </a:lvl1pPr>
          </a:lstStyle>
          <a:p>
            <a:r>
              <a:rPr lang="en-US"/>
              <a:t>Customer Image</a:t>
            </a:r>
          </a:p>
        </p:txBody>
      </p:sp>
      <p:cxnSp>
        <p:nvCxnSpPr>
          <p:cNvPr id="15" name="Straight Connector 14">
            <a:extLst>
              <a:ext uri="{FF2B5EF4-FFF2-40B4-BE49-F238E27FC236}">
                <a16:creationId xmlns:a16="http://schemas.microsoft.com/office/drawing/2014/main" id="{7CAED47A-9131-34C3-36D4-CBD9A8D90C43}"/>
              </a:ext>
            </a:extLst>
          </p:cNvPr>
          <p:cNvCxnSpPr>
            <a:cxnSpLocks/>
          </p:cNvCxnSpPr>
          <p:nvPr userDrawn="1"/>
        </p:nvCxnSpPr>
        <p:spPr>
          <a:xfrm>
            <a:off x="671332" y="5656548"/>
            <a:ext cx="4004840" cy="0"/>
          </a:xfrm>
          <a:prstGeom prst="line">
            <a:avLst/>
          </a:prstGeom>
          <a:ln w="19050">
            <a:solidFill>
              <a:srgbClr val="FFFFFF">
                <a:alpha val="50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863C2F1F-C5B6-69B2-1515-33BE34C1EB00}"/>
              </a:ext>
            </a:extLst>
          </p:cNvPr>
          <p:cNvGraphicFramePr>
            <a:graphicFrameLocks noGrp="1"/>
          </p:cNvGraphicFramePr>
          <p:nvPr userDrawn="1">
            <p:extLst>
              <p:ext uri="{D42A27DB-BD31-4B8C-83A1-F6EECF244321}">
                <p14:modId xmlns:p14="http://schemas.microsoft.com/office/powerpoint/2010/main" val="1287835912"/>
              </p:ext>
            </p:extLst>
          </p:nvPr>
        </p:nvGraphicFramePr>
        <p:xfrm>
          <a:off x="630692" y="5795384"/>
          <a:ext cx="4304249" cy="251460"/>
        </p:xfrm>
        <a:graphic>
          <a:graphicData uri="http://schemas.openxmlformats.org/drawingml/2006/table">
            <a:tbl>
              <a:tblPr>
                <a:tableStyleId>{5C22544A-7EE6-4342-B048-85BDC9FD1C3A}</a:tableStyleId>
              </a:tblPr>
              <a:tblGrid>
                <a:gridCol w="667756">
                  <a:extLst>
                    <a:ext uri="{9D8B030D-6E8A-4147-A177-3AD203B41FA5}">
                      <a16:colId xmlns:a16="http://schemas.microsoft.com/office/drawing/2014/main" val="2624742422"/>
                    </a:ext>
                  </a:extLst>
                </a:gridCol>
                <a:gridCol w="972312">
                  <a:extLst>
                    <a:ext uri="{9D8B030D-6E8A-4147-A177-3AD203B41FA5}">
                      <a16:colId xmlns:a16="http://schemas.microsoft.com/office/drawing/2014/main" val="1480161058"/>
                    </a:ext>
                  </a:extLst>
                </a:gridCol>
                <a:gridCol w="589280">
                  <a:extLst>
                    <a:ext uri="{9D8B030D-6E8A-4147-A177-3AD203B41FA5}">
                      <a16:colId xmlns:a16="http://schemas.microsoft.com/office/drawing/2014/main" val="1481414005"/>
                    </a:ext>
                  </a:extLst>
                </a:gridCol>
                <a:gridCol w="2074901">
                  <a:extLst>
                    <a:ext uri="{9D8B030D-6E8A-4147-A177-3AD203B41FA5}">
                      <a16:colId xmlns:a16="http://schemas.microsoft.com/office/drawing/2014/main" val="224405000"/>
                    </a:ext>
                  </a:extLst>
                </a:gridCol>
              </a:tblGrid>
              <a:tr h="198731">
                <a:tc>
                  <a:txBody>
                    <a:bodyPr/>
                    <a:lstStyle/>
                    <a:p>
                      <a:r>
                        <a:rPr lang="en-US" sz="1050">
                          <a:solidFill>
                            <a:schemeClr val="tx1">
                              <a:lumMod val="75000"/>
                              <a:lumOff val="25000"/>
                            </a:schemeClr>
                          </a:solidFill>
                          <a:latin typeface="+mj-lt"/>
                        </a:rPr>
                        <a:t>Industry</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50">
                        <a:solidFill>
                          <a:schemeClr val="tx1">
                            <a:lumMod val="75000"/>
                            <a:lumOff val="25000"/>
                          </a:schemeClr>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50">
                          <a:solidFill>
                            <a:schemeClr val="tx1">
                              <a:lumMod val="75000"/>
                              <a:lumOff val="25000"/>
                            </a:schemeClr>
                          </a:solidFill>
                          <a:latin typeface="+mj-lt"/>
                        </a:rPr>
                        <a:t>Org size</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050">
                        <a:solidFill>
                          <a:schemeClr val="tx1">
                            <a:lumMod val="75000"/>
                            <a:lumOff val="25000"/>
                          </a:schemeClr>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4301978"/>
                  </a:ext>
                </a:extLst>
              </a:tr>
            </a:tbl>
          </a:graphicData>
        </a:graphic>
      </p:graphicFrame>
      <p:graphicFrame>
        <p:nvGraphicFramePr>
          <p:cNvPr id="17" name="Table 16">
            <a:extLst>
              <a:ext uri="{FF2B5EF4-FFF2-40B4-BE49-F238E27FC236}">
                <a16:creationId xmlns:a16="http://schemas.microsoft.com/office/drawing/2014/main" id="{3E3D7344-8448-7063-C1F9-93BFBAD7216B}"/>
              </a:ext>
            </a:extLst>
          </p:cNvPr>
          <p:cNvGraphicFramePr>
            <a:graphicFrameLocks noGrp="1"/>
          </p:cNvGraphicFramePr>
          <p:nvPr userDrawn="1">
            <p:extLst>
              <p:ext uri="{D42A27DB-BD31-4B8C-83A1-F6EECF244321}">
                <p14:modId xmlns:p14="http://schemas.microsoft.com/office/powerpoint/2010/main" val="3504930762"/>
              </p:ext>
            </p:extLst>
          </p:nvPr>
        </p:nvGraphicFramePr>
        <p:xfrm>
          <a:off x="630692" y="6060358"/>
          <a:ext cx="4045480" cy="251460"/>
        </p:xfrm>
        <a:graphic>
          <a:graphicData uri="http://schemas.openxmlformats.org/drawingml/2006/table">
            <a:tbl>
              <a:tblPr>
                <a:tableStyleId>{5C22544A-7EE6-4342-B048-85BDC9FD1C3A}</a:tableStyleId>
              </a:tblPr>
              <a:tblGrid>
                <a:gridCol w="665673">
                  <a:extLst>
                    <a:ext uri="{9D8B030D-6E8A-4147-A177-3AD203B41FA5}">
                      <a16:colId xmlns:a16="http://schemas.microsoft.com/office/drawing/2014/main" val="2624742422"/>
                    </a:ext>
                  </a:extLst>
                </a:gridCol>
                <a:gridCol w="3379807">
                  <a:extLst>
                    <a:ext uri="{9D8B030D-6E8A-4147-A177-3AD203B41FA5}">
                      <a16:colId xmlns:a16="http://schemas.microsoft.com/office/drawing/2014/main" val="1480161058"/>
                    </a:ext>
                  </a:extLst>
                </a:gridCol>
              </a:tblGrid>
              <a:tr h="198731">
                <a:tc>
                  <a:txBody>
                    <a:bodyPr/>
                    <a:lstStyle/>
                    <a:p>
                      <a:r>
                        <a:rPr lang="en-US" sz="1050">
                          <a:solidFill>
                            <a:schemeClr val="tx1">
                              <a:lumMod val="75000"/>
                              <a:lumOff val="25000"/>
                            </a:schemeClr>
                          </a:solidFill>
                          <a:latin typeface="+mj-lt"/>
                        </a:rPr>
                        <a:t>Products</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50">
                        <a:solidFill>
                          <a:schemeClr val="tx1">
                            <a:lumMod val="75000"/>
                            <a:lumOff val="25000"/>
                          </a:schemeClr>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4301978"/>
                  </a:ext>
                </a:extLst>
              </a:tr>
            </a:tbl>
          </a:graphicData>
        </a:graphic>
      </p:graphicFrame>
      <p:sp>
        <p:nvSpPr>
          <p:cNvPr id="18" name="Picture Placeholder 56">
            <a:extLst>
              <a:ext uri="{FF2B5EF4-FFF2-40B4-BE49-F238E27FC236}">
                <a16:creationId xmlns:a16="http://schemas.microsoft.com/office/drawing/2014/main" id="{DA57AD45-8BF0-8FC1-0725-345A95A73D2D}"/>
              </a:ext>
            </a:extLst>
          </p:cNvPr>
          <p:cNvSpPr>
            <a:spLocks noGrp="1"/>
          </p:cNvSpPr>
          <p:nvPr>
            <p:ph type="pic" sz="quarter" idx="16" hasCustomPrompt="1"/>
          </p:nvPr>
        </p:nvSpPr>
        <p:spPr>
          <a:xfrm>
            <a:off x="656091" y="286511"/>
            <a:ext cx="1433420" cy="802389"/>
          </a:xfrm>
          <a:prstGeom prst="rect">
            <a:avLst/>
          </a:prstGeom>
        </p:spPr>
        <p:txBody>
          <a:bodyPr anchor="ctr">
            <a:noAutofit/>
          </a:bodyPr>
          <a:lstStyle>
            <a:lvl1pPr marL="0" indent="0" algn="ctr">
              <a:buNone/>
              <a:defRPr sz="1200">
                <a:latin typeface="+mj-lt"/>
              </a:defRPr>
            </a:lvl1pPr>
          </a:lstStyle>
          <a:p>
            <a:r>
              <a:rPr lang="en-US"/>
              <a:t>Customer Logo</a:t>
            </a:r>
          </a:p>
        </p:txBody>
      </p:sp>
      <p:sp>
        <p:nvSpPr>
          <p:cNvPr id="19" name="Text Placeholder 42">
            <a:extLst>
              <a:ext uri="{FF2B5EF4-FFF2-40B4-BE49-F238E27FC236}">
                <a16:creationId xmlns:a16="http://schemas.microsoft.com/office/drawing/2014/main" id="{99D73E9C-2978-862B-5339-485AC9D12D95}"/>
              </a:ext>
            </a:extLst>
          </p:cNvPr>
          <p:cNvSpPr>
            <a:spLocks noGrp="1"/>
          </p:cNvSpPr>
          <p:nvPr>
            <p:ph type="body" sz="quarter" idx="25"/>
          </p:nvPr>
        </p:nvSpPr>
        <p:spPr>
          <a:xfrm>
            <a:off x="671331" y="2560313"/>
            <a:ext cx="4004840" cy="184666"/>
          </a:xfrm>
        </p:spPr>
        <p:txBody>
          <a:bodyPr wrap="square">
            <a:spAutoFit/>
          </a:bodyPr>
          <a:lstStyle>
            <a:lvl1pPr marL="0" indent="0">
              <a:buNone/>
              <a:defRPr sz="120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20" name="Text Placeholder 42">
            <a:extLst>
              <a:ext uri="{FF2B5EF4-FFF2-40B4-BE49-F238E27FC236}">
                <a16:creationId xmlns:a16="http://schemas.microsoft.com/office/drawing/2014/main" id="{3A899C31-D96B-41FC-A32C-4870A15C5621}"/>
              </a:ext>
            </a:extLst>
          </p:cNvPr>
          <p:cNvSpPr>
            <a:spLocks noGrp="1"/>
          </p:cNvSpPr>
          <p:nvPr>
            <p:ph type="body" sz="quarter" idx="26" hasCustomPrompt="1"/>
          </p:nvPr>
        </p:nvSpPr>
        <p:spPr>
          <a:xfrm>
            <a:off x="667268" y="6403184"/>
            <a:ext cx="1901688" cy="161583"/>
          </a:xfrm>
        </p:spPr>
        <p:txBody>
          <a:bodyPr wrap="square">
            <a:spAutoFit/>
          </a:bodyPr>
          <a:lstStyle>
            <a:lvl1pPr marL="0" indent="0" algn="l" defTabSz="914400" rtl="0" eaLnBrk="1" latinLnBrk="0" hangingPunct="1">
              <a:buNone/>
              <a:defRPr lang="en-US" sz="1050" kern="1200" dirty="0">
                <a:gradFill>
                  <a:gsLst>
                    <a:gs pos="100000">
                      <a:srgbClr val="8DC8E8"/>
                    </a:gs>
                    <a:gs pos="0">
                      <a:srgbClr val="49C5B1"/>
                    </a:gs>
                  </a:gsLst>
                  <a:path path="circle">
                    <a:fillToRect r="100000" b="100000"/>
                  </a:path>
                </a:gradFill>
                <a:latin typeface="+mj-lt"/>
                <a:ea typeface="+mn-ea"/>
                <a:cs typeface="+mn-cs"/>
              </a:defRPr>
            </a:lvl1pPr>
          </a:lstStyle>
          <a:p>
            <a:pPr lvl="0"/>
            <a:r>
              <a:rPr lang="en-US"/>
              <a:t>Read the full story here &gt;</a:t>
            </a:r>
          </a:p>
        </p:txBody>
      </p:sp>
      <p:sp>
        <p:nvSpPr>
          <p:cNvPr id="21" name="Text Placeholder 42">
            <a:extLst>
              <a:ext uri="{FF2B5EF4-FFF2-40B4-BE49-F238E27FC236}">
                <a16:creationId xmlns:a16="http://schemas.microsoft.com/office/drawing/2014/main" id="{505E579C-A082-ED8B-ECEB-287F1AD5A496}"/>
              </a:ext>
            </a:extLst>
          </p:cNvPr>
          <p:cNvSpPr>
            <a:spLocks noGrp="1"/>
          </p:cNvSpPr>
          <p:nvPr>
            <p:ph type="body" sz="quarter" idx="27"/>
          </p:nvPr>
        </p:nvSpPr>
        <p:spPr>
          <a:xfrm>
            <a:off x="1249867" y="5843899"/>
            <a:ext cx="998033" cy="161583"/>
          </a:xfrm>
        </p:spPr>
        <p:txBody>
          <a:bodyPr wrap="square">
            <a:spAutoFit/>
          </a:bodyPr>
          <a:lstStyle>
            <a:lvl1pPr marL="0" indent="0">
              <a:buNone/>
              <a:defRPr sz="105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a:t>
            </a:r>
          </a:p>
        </p:txBody>
      </p:sp>
      <p:sp>
        <p:nvSpPr>
          <p:cNvPr id="22" name="Text Placeholder 42">
            <a:extLst>
              <a:ext uri="{FF2B5EF4-FFF2-40B4-BE49-F238E27FC236}">
                <a16:creationId xmlns:a16="http://schemas.microsoft.com/office/drawing/2014/main" id="{F9E33FEB-BCAD-6361-47BE-8AF7EA8A0215}"/>
              </a:ext>
            </a:extLst>
          </p:cNvPr>
          <p:cNvSpPr>
            <a:spLocks noGrp="1"/>
          </p:cNvSpPr>
          <p:nvPr>
            <p:ph type="body" sz="quarter" idx="28"/>
          </p:nvPr>
        </p:nvSpPr>
        <p:spPr>
          <a:xfrm>
            <a:off x="2893745" y="5843899"/>
            <a:ext cx="1782426" cy="161583"/>
          </a:xfrm>
        </p:spPr>
        <p:txBody>
          <a:bodyPr wrap="square">
            <a:spAutoFit/>
          </a:bodyPr>
          <a:lstStyle>
            <a:lvl1pPr marL="0" indent="0">
              <a:buNone/>
              <a:defRPr sz="105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a:t>
            </a:r>
          </a:p>
        </p:txBody>
      </p:sp>
      <p:sp>
        <p:nvSpPr>
          <p:cNvPr id="23" name="Text Placeholder 42">
            <a:extLst>
              <a:ext uri="{FF2B5EF4-FFF2-40B4-BE49-F238E27FC236}">
                <a16:creationId xmlns:a16="http://schemas.microsoft.com/office/drawing/2014/main" id="{CA762D6D-DDA9-673A-1443-46B4EDB9D1C4}"/>
              </a:ext>
            </a:extLst>
          </p:cNvPr>
          <p:cNvSpPr>
            <a:spLocks noGrp="1"/>
          </p:cNvSpPr>
          <p:nvPr>
            <p:ph type="body" sz="quarter" idx="29"/>
          </p:nvPr>
        </p:nvSpPr>
        <p:spPr>
          <a:xfrm>
            <a:off x="1280159" y="6106141"/>
            <a:ext cx="3396011" cy="161583"/>
          </a:xfrm>
        </p:spPr>
        <p:txBody>
          <a:bodyPr wrap="square">
            <a:spAutoFit/>
          </a:bodyPr>
          <a:lstStyle>
            <a:lvl1pPr marL="0" indent="0">
              <a:buNone/>
              <a:defRPr sz="105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a:t>
            </a:r>
          </a:p>
        </p:txBody>
      </p:sp>
      <p:sp>
        <p:nvSpPr>
          <p:cNvPr id="24" name="TextBox 23">
            <a:extLst>
              <a:ext uri="{FF2B5EF4-FFF2-40B4-BE49-F238E27FC236}">
                <a16:creationId xmlns:a16="http://schemas.microsoft.com/office/drawing/2014/main" id="{F3DCDCED-0887-95DE-581B-70D77CDE2FAD}"/>
              </a:ext>
            </a:extLst>
          </p:cNvPr>
          <p:cNvSpPr txBox="1"/>
          <p:nvPr userDrawn="1"/>
        </p:nvSpPr>
        <p:spPr>
          <a:xfrm>
            <a:off x="5564852" y="2359659"/>
            <a:ext cx="2407057" cy="246221"/>
          </a:xfrm>
          <a:prstGeom prst="rect">
            <a:avLst/>
          </a:prstGeom>
          <a:noFill/>
        </p:spPr>
        <p:txBody>
          <a:bodyPr wrap="square" lIns="0" tIns="0" rIns="0" bIns="0" rtlCol="0">
            <a:spAutoFit/>
          </a:bodyPr>
          <a:lstStyle/>
          <a:p>
            <a:pPr algn="l"/>
            <a:r>
              <a:rPr lang="en-US" sz="1600">
                <a:latin typeface="+mj-lt"/>
              </a:rPr>
              <a:t>Challenge</a:t>
            </a:r>
          </a:p>
        </p:txBody>
      </p:sp>
      <p:sp>
        <p:nvSpPr>
          <p:cNvPr id="25" name="TextBox 24">
            <a:extLst>
              <a:ext uri="{FF2B5EF4-FFF2-40B4-BE49-F238E27FC236}">
                <a16:creationId xmlns:a16="http://schemas.microsoft.com/office/drawing/2014/main" id="{68836280-6873-7981-F5E4-E93EDD9B7161}"/>
              </a:ext>
            </a:extLst>
          </p:cNvPr>
          <p:cNvSpPr txBox="1"/>
          <p:nvPr userDrawn="1"/>
        </p:nvSpPr>
        <p:spPr>
          <a:xfrm>
            <a:off x="5564852" y="3772613"/>
            <a:ext cx="2407057" cy="246221"/>
          </a:xfrm>
          <a:prstGeom prst="rect">
            <a:avLst/>
          </a:prstGeom>
          <a:noFill/>
        </p:spPr>
        <p:txBody>
          <a:bodyPr wrap="square" lIns="0" tIns="0" rIns="0" bIns="0" rtlCol="0">
            <a:spAutoFit/>
          </a:bodyPr>
          <a:lstStyle/>
          <a:p>
            <a:pPr algn="l"/>
            <a:r>
              <a:rPr lang="en-US" sz="1600">
                <a:latin typeface="+mj-lt"/>
              </a:rPr>
              <a:t>Solution</a:t>
            </a:r>
          </a:p>
        </p:txBody>
      </p:sp>
      <p:sp>
        <p:nvSpPr>
          <p:cNvPr id="26" name="TextBox 25">
            <a:extLst>
              <a:ext uri="{FF2B5EF4-FFF2-40B4-BE49-F238E27FC236}">
                <a16:creationId xmlns:a16="http://schemas.microsoft.com/office/drawing/2014/main" id="{92335CBC-3025-D52E-2E04-B4E45DA37891}"/>
              </a:ext>
            </a:extLst>
          </p:cNvPr>
          <p:cNvSpPr txBox="1"/>
          <p:nvPr userDrawn="1"/>
        </p:nvSpPr>
        <p:spPr>
          <a:xfrm>
            <a:off x="5564852" y="5185567"/>
            <a:ext cx="2407057" cy="246221"/>
          </a:xfrm>
          <a:prstGeom prst="rect">
            <a:avLst/>
          </a:prstGeom>
          <a:noFill/>
        </p:spPr>
        <p:txBody>
          <a:bodyPr wrap="square" lIns="0" tIns="0" rIns="0" bIns="0" rtlCol="0">
            <a:spAutoFit/>
          </a:bodyPr>
          <a:lstStyle/>
          <a:p>
            <a:pPr algn="l"/>
            <a:r>
              <a:rPr lang="en-US" sz="1600">
                <a:latin typeface="+mj-lt"/>
              </a:rPr>
              <a:t>Impact</a:t>
            </a:r>
          </a:p>
        </p:txBody>
      </p:sp>
      <p:sp>
        <p:nvSpPr>
          <p:cNvPr id="27" name="Text Placeholder 42">
            <a:extLst>
              <a:ext uri="{FF2B5EF4-FFF2-40B4-BE49-F238E27FC236}">
                <a16:creationId xmlns:a16="http://schemas.microsoft.com/office/drawing/2014/main" id="{B65B8723-57B7-3118-DAC8-8B45C36722F9}"/>
              </a:ext>
            </a:extLst>
          </p:cNvPr>
          <p:cNvSpPr>
            <a:spLocks noGrp="1"/>
          </p:cNvSpPr>
          <p:nvPr>
            <p:ph type="body" sz="quarter" idx="32"/>
          </p:nvPr>
        </p:nvSpPr>
        <p:spPr>
          <a:xfrm>
            <a:off x="6836394" y="2390436"/>
            <a:ext cx="4903486" cy="184666"/>
          </a:xfrm>
        </p:spPr>
        <p:txBody>
          <a:bodyPr wrap="square">
            <a:spAutoFit/>
          </a:bodyPr>
          <a:lstStyle>
            <a:lvl1pPr marL="0" indent="0">
              <a:buNone/>
              <a:defRPr sz="1200">
                <a:solidFill>
                  <a:schemeClr val="tx1"/>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28" name="Text Placeholder 42">
            <a:extLst>
              <a:ext uri="{FF2B5EF4-FFF2-40B4-BE49-F238E27FC236}">
                <a16:creationId xmlns:a16="http://schemas.microsoft.com/office/drawing/2014/main" id="{F4759D0C-157C-2075-8548-42B8AEE96128}"/>
              </a:ext>
            </a:extLst>
          </p:cNvPr>
          <p:cNvSpPr>
            <a:spLocks noGrp="1"/>
          </p:cNvSpPr>
          <p:nvPr>
            <p:ph type="body" sz="quarter" idx="33"/>
          </p:nvPr>
        </p:nvSpPr>
        <p:spPr>
          <a:xfrm>
            <a:off x="6768380" y="3803390"/>
            <a:ext cx="4903486" cy="184666"/>
          </a:xfrm>
        </p:spPr>
        <p:txBody>
          <a:bodyPr wrap="square">
            <a:spAutoFit/>
          </a:bodyPr>
          <a:lstStyle>
            <a:lvl1pPr marL="0" indent="0">
              <a:buNone/>
              <a:defRPr sz="1200">
                <a:solidFill>
                  <a:schemeClr val="tx1"/>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29" name="Text Placeholder 42">
            <a:extLst>
              <a:ext uri="{FF2B5EF4-FFF2-40B4-BE49-F238E27FC236}">
                <a16:creationId xmlns:a16="http://schemas.microsoft.com/office/drawing/2014/main" id="{54B07604-6E9E-99D3-4F2C-230312E96321}"/>
              </a:ext>
            </a:extLst>
          </p:cNvPr>
          <p:cNvSpPr>
            <a:spLocks noGrp="1"/>
          </p:cNvSpPr>
          <p:nvPr>
            <p:ph type="body" sz="quarter" idx="34"/>
          </p:nvPr>
        </p:nvSpPr>
        <p:spPr>
          <a:xfrm>
            <a:off x="6768380" y="5213427"/>
            <a:ext cx="4903486" cy="184666"/>
          </a:xfrm>
        </p:spPr>
        <p:txBody>
          <a:bodyPr wrap="square">
            <a:spAutoFit/>
          </a:bodyPr>
          <a:lstStyle>
            <a:lvl1pPr marL="0" indent="0">
              <a:buNone/>
              <a:defRPr sz="1200">
                <a:solidFill>
                  <a:schemeClr val="tx1"/>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30" name="Title 1">
            <a:extLst>
              <a:ext uri="{FF2B5EF4-FFF2-40B4-BE49-F238E27FC236}">
                <a16:creationId xmlns:a16="http://schemas.microsoft.com/office/drawing/2014/main" id="{FC83A049-181B-86F8-1F65-18A93CF722A2}"/>
              </a:ext>
            </a:extLst>
          </p:cNvPr>
          <p:cNvSpPr>
            <a:spLocks noGrp="1"/>
          </p:cNvSpPr>
          <p:nvPr>
            <p:ph type="title"/>
          </p:nvPr>
        </p:nvSpPr>
        <p:spPr>
          <a:xfrm>
            <a:off x="656091" y="1286914"/>
            <a:ext cx="4064699" cy="338554"/>
          </a:xfrm>
        </p:spPr>
        <p:txBody>
          <a:bodyPr/>
          <a:lstStyle>
            <a:lvl1pPr marL="0" algn="l" defTabSz="932742" rtl="0" eaLnBrk="1" latinLnBrk="0" hangingPunct="1">
              <a:lnSpc>
                <a:spcPct val="100000"/>
              </a:lnSpc>
              <a:spcBef>
                <a:spcPct val="0"/>
              </a:spcBef>
              <a:buNone/>
              <a:defRPr lang="en-US" sz="2200" b="0" kern="1200" cap="none" spc="-50" baseline="0" dirty="0">
                <a:ln w="3175">
                  <a:noFill/>
                </a:ln>
                <a:solidFill>
                  <a:schemeClr val="tx1"/>
                </a:solidFill>
                <a:effectLst/>
                <a:latin typeface="+mj-lt"/>
                <a:ea typeface="+mn-ea"/>
                <a:cs typeface="Segoe UI" pitchFamily="34" charset="0"/>
              </a:defRPr>
            </a:lvl1pPr>
          </a:lstStyle>
          <a:p>
            <a:r>
              <a:rPr lang="en-US"/>
              <a:t>Click to edit Master title</a:t>
            </a:r>
          </a:p>
        </p:txBody>
      </p:sp>
      <p:sp>
        <p:nvSpPr>
          <p:cNvPr id="31" name="Rectangle: Rounded Corners 30">
            <a:extLst>
              <a:ext uri="{FF2B5EF4-FFF2-40B4-BE49-F238E27FC236}">
                <a16:creationId xmlns:a16="http://schemas.microsoft.com/office/drawing/2014/main" id="{CD0EE7D6-0847-46C6-2C92-018916BDDC49}"/>
              </a:ext>
            </a:extLst>
          </p:cNvPr>
          <p:cNvSpPr/>
          <p:nvPr userDrawn="1"/>
        </p:nvSpPr>
        <p:spPr bwMode="auto">
          <a:xfrm>
            <a:off x="652027" y="4268085"/>
            <a:ext cx="1973431" cy="1188720"/>
          </a:xfrm>
          <a:prstGeom prst="roundRect">
            <a:avLst>
              <a:gd name="adj" fmla="val 5825"/>
            </a:avLst>
          </a:prstGeom>
          <a:solidFill>
            <a:srgbClr val="223A52">
              <a:alpha val="66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32" name="Rectangle: Rounded Corners 31">
            <a:extLst>
              <a:ext uri="{FF2B5EF4-FFF2-40B4-BE49-F238E27FC236}">
                <a16:creationId xmlns:a16="http://schemas.microsoft.com/office/drawing/2014/main" id="{6EAE8F58-6A92-32E3-458C-63EBE40E7C00}"/>
              </a:ext>
            </a:extLst>
          </p:cNvPr>
          <p:cNvSpPr/>
          <p:nvPr userDrawn="1"/>
        </p:nvSpPr>
        <p:spPr bwMode="auto">
          <a:xfrm>
            <a:off x="2747359" y="4268086"/>
            <a:ext cx="1973431" cy="1186021"/>
          </a:xfrm>
          <a:prstGeom prst="roundRect">
            <a:avLst>
              <a:gd name="adj" fmla="val 5825"/>
            </a:avLst>
          </a:prstGeom>
          <a:solidFill>
            <a:srgbClr val="223A52">
              <a:alpha val="66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33" name="Text Placeholder 42">
            <a:extLst>
              <a:ext uri="{FF2B5EF4-FFF2-40B4-BE49-F238E27FC236}">
                <a16:creationId xmlns:a16="http://schemas.microsoft.com/office/drawing/2014/main" id="{C5A19680-1E23-688E-2ECE-62B56B066866}"/>
              </a:ext>
            </a:extLst>
          </p:cNvPr>
          <p:cNvSpPr>
            <a:spLocks noGrp="1"/>
          </p:cNvSpPr>
          <p:nvPr>
            <p:ph type="body" sz="quarter" idx="36" hasCustomPrompt="1"/>
          </p:nvPr>
        </p:nvSpPr>
        <p:spPr>
          <a:xfrm>
            <a:off x="764806" y="4324295"/>
            <a:ext cx="1747873" cy="492443"/>
          </a:xfrm>
        </p:spPr>
        <p:txBody>
          <a:bodyPr wrap="square">
            <a:spAutoFit/>
          </a:bodyPr>
          <a:lstStyle>
            <a:lvl1pPr marL="0" indent="0">
              <a:buNone/>
              <a:defRPr sz="3200">
                <a:gradFill>
                  <a:gsLst>
                    <a:gs pos="100000">
                      <a:srgbClr val="8DC8E8"/>
                    </a:gs>
                    <a:gs pos="0">
                      <a:srgbClr val="49C5B1"/>
                    </a:gs>
                  </a:gsLst>
                  <a:path path="circle">
                    <a:fillToRect r="100000" b="100000"/>
                  </a:path>
                </a:gradFill>
                <a:latin typeface="+mj-lt"/>
              </a:defRPr>
            </a:lvl1pPr>
          </a:lstStyle>
          <a:p>
            <a:pPr lvl="0"/>
            <a:r>
              <a:rPr lang="en-US"/>
              <a:t>##</a:t>
            </a:r>
          </a:p>
        </p:txBody>
      </p:sp>
      <p:sp>
        <p:nvSpPr>
          <p:cNvPr id="34" name="Text Placeholder 42">
            <a:extLst>
              <a:ext uri="{FF2B5EF4-FFF2-40B4-BE49-F238E27FC236}">
                <a16:creationId xmlns:a16="http://schemas.microsoft.com/office/drawing/2014/main" id="{F42A7643-78E7-96F9-6A65-C4B3EBB030AB}"/>
              </a:ext>
            </a:extLst>
          </p:cNvPr>
          <p:cNvSpPr>
            <a:spLocks noGrp="1"/>
          </p:cNvSpPr>
          <p:nvPr>
            <p:ph type="body" sz="quarter" idx="37"/>
          </p:nvPr>
        </p:nvSpPr>
        <p:spPr>
          <a:xfrm>
            <a:off x="764806" y="4827358"/>
            <a:ext cx="1747873" cy="369332"/>
          </a:xfrm>
        </p:spPr>
        <p:txBody>
          <a:bodyPr wrap="square">
            <a:spAutoFit/>
          </a:bodyPr>
          <a:lstStyle>
            <a:lvl1pPr marL="0" indent="0">
              <a:buNone/>
              <a:defRPr sz="120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
        <p:nvSpPr>
          <p:cNvPr id="35" name="Text Placeholder 42">
            <a:extLst>
              <a:ext uri="{FF2B5EF4-FFF2-40B4-BE49-F238E27FC236}">
                <a16:creationId xmlns:a16="http://schemas.microsoft.com/office/drawing/2014/main" id="{71DABF84-FD95-DE37-457F-5D5DABAC6F8B}"/>
              </a:ext>
            </a:extLst>
          </p:cNvPr>
          <p:cNvSpPr>
            <a:spLocks noGrp="1"/>
          </p:cNvSpPr>
          <p:nvPr>
            <p:ph type="body" sz="quarter" idx="21" hasCustomPrompt="1"/>
          </p:nvPr>
        </p:nvSpPr>
        <p:spPr>
          <a:xfrm>
            <a:off x="2860138" y="4324295"/>
            <a:ext cx="1747873" cy="492443"/>
          </a:xfrm>
        </p:spPr>
        <p:txBody>
          <a:bodyPr wrap="square">
            <a:spAutoFit/>
          </a:bodyPr>
          <a:lstStyle>
            <a:lvl1pPr marL="0" indent="0">
              <a:buNone/>
              <a:defRPr sz="3200">
                <a:gradFill>
                  <a:gsLst>
                    <a:gs pos="100000">
                      <a:srgbClr val="8DC8E8"/>
                    </a:gs>
                    <a:gs pos="0">
                      <a:srgbClr val="49C5B1"/>
                    </a:gs>
                  </a:gsLst>
                  <a:path path="circle">
                    <a:fillToRect r="100000" b="100000"/>
                  </a:path>
                </a:gradFill>
                <a:latin typeface="+mj-lt"/>
              </a:defRPr>
            </a:lvl1pPr>
          </a:lstStyle>
          <a:p>
            <a:pPr lvl="0"/>
            <a:r>
              <a:rPr lang="en-US"/>
              <a:t>##</a:t>
            </a:r>
          </a:p>
        </p:txBody>
      </p:sp>
      <p:sp>
        <p:nvSpPr>
          <p:cNvPr id="36" name="Text Placeholder 42">
            <a:extLst>
              <a:ext uri="{FF2B5EF4-FFF2-40B4-BE49-F238E27FC236}">
                <a16:creationId xmlns:a16="http://schemas.microsoft.com/office/drawing/2014/main" id="{DE807A39-A0BA-2903-C507-1BC44B6F520F}"/>
              </a:ext>
            </a:extLst>
          </p:cNvPr>
          <p:cNvSpPr>
            <a:spLocks noGrp="1"/>
          </p:cNvSpPr>
          <p:nvPr>
            <p:ph type="body" sz="quarter" idx="22"/>
          </p:nvPr>
        </p:nvSpPr>
        <p:spPr>
          <a:xfrm>
            <a:off x="2860138" y="4827358"/>
            <a:ext cx="1747873" cy="369332"/>
          </a:xfrm>
        </p:spPr>
        <p:txBody>
          <a:bodyPr wrap="square">
            <a:spAutoFit/>
          </a:bodyPr>
          <a:lstStyle>
            <a:lvl1pPr marL="0" indent="0">
              <a:buNone/>
              <a:defRPr sz="1200">
                <a:solidFill>
                  <a:schemeClr val="tx1">
                    <a:lumMod val="75000"/>
                    <a:lumOff val="25000"/>
                  </a:schemeClr>
                </a:solidFill>
                <a:latin typeface="Segoe UI Semilight" panose="020B0402040204020203" pitchFamily="34" charset="0"/>
                <a:cs typeface="Segoe UI Semilight" panose="020B04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355853882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userDrawn="1">
  <p:cSld name="Key Differentiator with subtitle">
    <p:bg>
      <p:bgPr>
        <a:solidFill>
          <a:srgbClr val="091F2C"/>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57674D38-3B0D-9B62-0382-E1DFB811D423}"/>
              </a:ext>
            </a:extLst>
          </p:cNvPr>
          <p:cNvSpPr>
            <a:spLocks noGrp="1"/>
          </p:cNvSpPr>
          <p:nvPr>
            <p:ph type="body" sz="quarter" idx="26" hasCustomPrompt="1"/>
          </p:nvPr>
        </p:nvSpPr>
        <p:spPr>
          <a:xfrm>
            <a:off x="588263" y="2248382"/>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9" name="Text Placeholder 11">
            <a:extLst>
              <a:ext uri="{FF2B5EF4-FFF2-40B4-BE49-F238E27FC236}">
                <a16:creationId xmlns:a16="http://schemas.microsoft.com/office/drawing/2014/main" id="{CE60FF01-1663-DA73-0A87-1BFF7EA80FB8}"/>
              </a:ext>
            </a:extLst>
          </p:cNvPr>
          <p:cNvSpPr>
            <a:spLocks noGrp="1"/>
          </p:cNvSpPr>
          <p:nvPr>
            <p:ph type="body" sz="quarter" idx="27" hasCustomPrompt="1"/>
          </p:nvPr>
        </p:nvSpPr>
        <p:spPr>
          <a:xfrm>
            <a:off x="588263" y="3370394"/>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10" name="Text Placeholder 11">
            <a:extLst>
              <a:ext uri="{FF2B5EF4-FFF2-40B4-BE49-F238E27FC236}">
                <a16:creationId xmlns:a16="http://schemas.microsoft.com/office/drawing/2014/main" id="{A3BF79A3-DB8F-D1C4-E81A-C220692B7DD9}"/>
              </a:ext>
            </a:extLst>
          </p:cNvPr>
          <p:cNvSpPr>
            <a:spLocks noGrp="1"/>
          </p:cNvSpPr>
          <p:nvPr>
            <p:ph type="body" sz="quarter" idx="28" hasCustomPrompt="1"/>
          </p:nvPr>
        </p:nvSpPr>
        <p:spPr>
          <a:xfrm>
            <a:off x="588263" y="4492406"/>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11" name="Text Placeholder 11">
            <a:extLst>
              <a:ext uri="{FF2B5EF4-FFF2-40B4-BE49-F238E27FC236}">
                <a16:creationId xmlns:a16="http://schemas.microsoft.com/office/drawing/2014/main" id="{CA2DAE56-9124-C81F-9859-4D561B4AC848}"/>
              </a:ext>
            </a:extLst>
          </p:cNvPr>
          <p:cNvSpPr>
            <a:spLocks noGrp="1"/>
          </p:cNvSpPr>
          <p:nvPr>
            <p:ph type="body" sz="quarter" idx="29" hasCustomPrompt="1"/>
          </p:nvPr>
        </p:nvSpPr>
        <p:spPr>
          <a:xfrm>
            <a:off x="588263" y="5614416"/>
            <a:ext cx="3621024" cy="786384"/>
          </a:xfrm>
          <a:no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7" name="Picture Placeholder 56">
            <a:extLst>
              <a:ext uri="{FF2B5EF4-FFF2-40B4-BE49-F238E27FC236}">
                <a16:creationId xmlns:a16="http://schemas.microsoft.com/office/drawing/2014/main" id="{CCCF1159-71BD-D20F-FE78-8963CB64A557}"/>
              </a:ext>
            </a:extLst>
          </p:cNvPr>
          <p:cNvSpPr>
            <a:spLocks noGrp="1"/>
          </p:cNvSpPr>
          <p:nvPr>
            <p:ph type="pic" sz="quarter" idx="18" hasCustomPrompt="1"/>
          </p:nvPr>
        </p:nvSpPr>
        <p:spPr>
          <a:xfrm>
            <a:off x="4668706" y="2111725"/>
            <a:ext cx="7516368" cy="4233672"/>
          </a:xfrm>
          <a:prstGeom prst="rect">
            <a:avLst/>
          </a:prstGeom>
          <a:solidFill>
            <a:schemeClr val="bg1"/>
          </a:solidFill>
        </p:spPr>
        <p:txBody>
          <a:bodyPr bIns="914400" anchor="ct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800" kern="1200" spc="0" baseline="0" dirty="0">
                <a:solidFill>
                  <a:schemeClr val="tx1"/>
                </a:solidFill>
                <a:latin typeface="+mn-lt"/>
                <a:ea typeface="+mn-ea"/>
                <a:cs typeface="Segoe UI" panose="020B0502040204020203" pitchFamily="34" charset="0"/>
              </a:defRPr>
            </a:lvl1pPr>
          </a:lstStyle>
          <a:p>
            <a:r>
              <a:rPr lang="en-US"/>
              <a:t>Click on the icon to add Image</a:t>
            </a:r>
          </a:p>
        </p:txBody>
      </p:sp>
      <p:sp>
        <p:nvSpPr>
          <p:cNvPr id="4" name="Title 1">
            <a:extLst>
              <a:ext uri="{FF2B5EF4-FFF2-40B4-BE49-F238E27FC236}">
                <a16:creationId xmlns:a16="http://schemas.microsoft.com/office/drawing/2014/main" id="{5BDE11CF-9267-6F03-644E-1FA5AF7ECE58}"/>
              </a:ext>
            </a:extLst>
          </p:cNvPr>
          <p:cNvSpPr>
            <a:spLocks noGrp="1"/>
          </p:cNvSpPr>
          <p:nvPr>
            <p:ph type="title"/>
          </p:nvPr>
        </p:nvSpPr>
        <p:spPr>
          <a:xfrm>
            <a:off x="588263" y="886196"/>
            <a:ext cx="10213087" cy="553998"/>
          </a:xfrm>
        </p:spPr>
        <p:txBody>
          <a:bodyPr/>
          <a:lstStyle/>
          <a:p>
            <a:r>
              <a:rPr lang="en-US"/>
              <a:t>Click to edit Master title style</a:t>
            </a:r>
          </a:p>
        </p:txBody>
      </p:sp>
    </p:spTree>
    <p:extLst>
      <p:ext uri="{BB962C8B-B14F-4D97-AF65-F5344CB8AC3E}">
        <p14:creationId xmlns:p14="http://schemas.microsoft.com/office/powerpoint/2010/main" val="3458095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35" presetClass="path" presetSubtype="0" accel="50000" decel="50000" fill="hold" grpId="1" nodeType="withEffect">
                                  <p:stCondLst>
                                    <p:cond delay="500"/>
                                  </p:stCondLst>
                                  <p:childTnLst>
                                    <p:animMotion origin="layout" path="M 0.01966 2.59259E-6 L -1.04167E-6 2.59259E-6 " pathEditMode="relative" rAng="0" ptsTypes="AA">
                                      <p:cBhvr>
                                        <p:cTn id="13" dur="1000" fill="hold"/>
                                        <p:tgtEl>
                                          <p:spTgt spid="8"/>
                                        </p:tgtEl>
                                        <p:attrNameLst>
                                          <p:attrName>ppt_x</p:attrName>
                                          <p:attrName>ppt_y</p:attrName>
                                        </p:attrNameLst>
                                      </p:cBhvr>
                                      <p:rCtr x="-977" y="0"/>
                                    </p:animMotion>
                                  </p:childTnLst>
                                </p:cTn>
                              </p:par>
                              <p:par>
                                <p:cTn id="14" presetID="10" presetClass="entr" presetSubtype="0" fill="hold" grpId="0" nodeType="withEffect">
                                  <p:stCondLst>
                                    <p:cond delay="7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35" presetClass="path" presetSubtype="0" accel="50000" decel="50000" fill="hold" grpId="1" nodeType="withEffect">
                                  <p:stCondLst>
                                    <p:cond delay="750"/>
                                  </p:stCondLst>
                                  <p:childTnLst>
                                    <p:animMotion origin="layout" path="M 0.01966 -2.59259E-6 L -1.04167E-6 -2.59259E-6 " pathEditMode="relative" rAng="0" ptsTypes="AA">
                                      <p:cBhvr>
                                        <p:cTn id="18" dur="1000" fill="hold"/>
                                        <p:tgtEl>
                                          <p:spTgt spid="9"/>
                                        </p:tgtEl>
                                        <p:attrNameLst>
                                          <p:attrName>ppt_x</p:attrName>
                                          <p:attrName>ppt_y</p:attrName>
                                        </p:attrNameLst>
                                      </p:cBhvr>
                                      <p:rCtr x="-977" y="0"/>
                                    </p:animMotion>
                                  </p:childTnLst>
                                </p:cTn>
                              </p:par>
                              <p:par>
                                <p:cTn id="19" presetID="10" presetClass="entr" presetSubtype="0" fill="hold" grpId="0" nodeType="withEffect">
                                  <p:stCondLst>
                                    <p:cond delay="10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35" presetClass="path" presetSubtype="0" accel="50000" decel="50000" fill="hold" grpId="1" nodeType="withEffect">
                                  <p:stCondLst>
                                    <p:cond delay="1000"/>
                                  </p:stCondLst>
                                  <p:childTnLst>
                                    <p:animMotion origin="layout" path="M 0.01966 3.7037E-6 L -1.04167E-6 3.7037E-6 " pathEditMode="relative" rAng="0" ptsTypes="AA">
                                      <p:cBhvr>
                                        <p:cTn id="23" dur="1000" fill="hold"/>
                                        <p:tgtEl>
                                          <p:spTgt spid="10"/>
                                        </p:tgtEl>
                                        <p:attrNameLst>
                                          <p:attrName>ppt_x</p:attrName>
                                          <p:attrName>ppt_y</p:attrName>
                                        </p:attrNameLst>
                                      </p:cBhvr>
                                      <p:rCtr x="-977" y="0"/>
                                    </p:animMotion>
                                  </p:childTnLst>
                                </p:cTn>
                              </p:par>
                              <p:par>
                                <p:cTn id="24" presetID="10" presetClass="entr" presetSubtype="0" fill="hold" grpId="0" nodeType="withEffect">
                                  <p:stCondLst>
                                    <p:cond delay="10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35" presetClass="path" presetSubtype="0" accel="50000" decel="50000" fill="hold" grpId="1" nodeType="withEffect">
                                  <p:stCondLst>
                                    <p:cond delay="1000"/>
                                  </p:stCondLst>
                                  <p:childTnLst>
                                    <p:animMotion origin="layout" path="M 0.01966 3.7037E-6 L -1.04167E-6 3.7037E-6 " pathEditMode="relative" rAng="0" ptsTypes="AA">
                                      <p:cBhvr>
                                        <p:cTn id="28" dur="1000" fill="hold"/>
                                        <p:tgtEl>
                                          <p:spTgt spid="11"/>
                                        </p:tgtEl>
                                        <p:attrNameLst>
                                          <p:attrName>ppt_x</p:attrName>
                                          <p:attrName>ppt_y</p:attrName>
                                        </p:attrNameLst>
                                      </p:cBhvr>
                                      <p:rCtr x="-9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10" presetClass="entr" presetSubtype="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8" grpId="1"/>
      <p:bldP spid="9" grpId="0">
        <p:tmplLst>
          <p:tmpl>
            <p:tnLst>
              <p:par>
                <p:cTn presetID="10" presetClass="entr" presetSubtype="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9" grpId="1"/>
      <p:bldP spid="10" grpId="0">
        <p:tmplLst>
          <p:tmpl>
            <p:tnLst>
              <p:par>
                <p:cTn presetID="10" presetClass="entr" presetSubtype="0" fill="hold" nodeType="withEffect">
                  <p:stCondLst>
                    <p:cond delay="10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0" grpId="1"/>
      <p:bldP spid="11" grpId="0">
        <p:tmplLst>
          <p:tmpl>
            <p:tnLst>
              <p:par>
                <p:cTn presetID="10" presetClass="entr" presetSubtype="0" fill="hold" nodeType="withEffect">
                  <p:stCondLst>
                    <p:cond delay="10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1" grpId="1"/>
      <p:bldP spid="7" grpId="0" animBg="1"/>
    </p:bldLst>
  </p:timing>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userDrawn="1">
  <p:cSld name="Speaker Guidanc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ED924C7-0356-6225-E12D-52F6C07AEA4F}"/>
              </a:ext>
            </a:extLst>
          </p:cNvPr>
          <p:cNvSpPr/>
          <p:nvPr userDrawn="1"/>
        </p:nvSpPr>
        <p:spPr bwMode="auto">
          <a:xfrm flipH="1">
            <a:off x="2524538" y="1152524"/>
            <a:ext cx="9081674" cy="5114309"/>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3" name="Rectangle 22">
            <a:extLst>
              <a:ext uri="{FF2B5EF4-FFF2-40B4-BE49-F238E27FC236}">
                <a16:creationId xmlns:a16="http://schemas.microsoft.com/office/drawing/2014/main" id="{82C25624-FD92-7EF6-BDD3-64F1782E1E0B}"/>
              </a:ext>
            </a:extLst>
          </p:cNvPr>
          <p:cNvSpPr/>
          <p:nvPr userDrawn="1"/>
        </p:nvSpPr>
        <p:spPr bwMode="auto">
          <a:xfrm>
            <a:off x="0" y="6266834"/>
            <a:ext cx="12192000" cy="59116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lvl1pPr>
              <a:defRPr/>
            </a:lvl1pPr>
          </a:lstStyle>
          <a:p>
            <a:r>
              <a:rPr lang="en-US"/>
              <a:t>Add Title here</a:t>
            </a:r>
          </a:p>
        </p:txBody>
      </p:sp>
      <p:sp>
        <p:nvSpPr>
          <p:cNvPr id="15" name="Text Placeholder 5">
            <a:extLst>
              <a:ext uri="{FF2B5EF4-FFF2-40B4-BE49-F238E27FC236}">
                <a16:creationId xmlns:a16="http://schemas.microsoft.com/office/drawing/2014/main" id="{D205E7A8-1881-A585-87DB-A2BD273F9506}"/>
              </a:ext>
            </a:extLst>
          </p:cNvPr>
          <p:cNvSpPr>
            <a:spLocks noGrp="1"/>
          </p:cNvSpPr>
          <p:nvPr>
            <p:ph type="body" sz="quarter" idx="20" hasCustomPrompt="1"/>
          </p:nvPr>
        </p:nvSpPr>
        <p:spPr>
          <a:xfrm>
            <a:off x="2603500" y="115252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6" name="Text Placeholder 5">
            <a:extLst>
              <a:ext uri="{FF2B5EF4-FFF2-40B4-BE49-F238E27FC236}">
                <a16:creationId xmlns:a16="http://schemas.microsoft.com/office/drawing/2014/main" id="{AE27D661-5D7F-C05F-4F97-7818CB1C50E0}"/>
              </a:ext>
            </a:extLst>
          </p:cNvPr>
          <p:cNvSpPr>
            <a:spLocks noGrp="1"/>
          </p:cNvSpPr>
          <p:nvPr>
            <p:ph type="body" sz="quarter" idx="21" hasCustomPrompt="1"/>
          </p:nvPr>
        </p:nvSpPr>
        <p:spPr>
          <a:xfrm>
            <a:off x="2603500" y="1890977"/>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7" name="Text Placeholder 5">
            <a:extLst>
              <a:ext uri="{FF2B5EF4-FFF2-40B4-BE49-F238E27FC236}">
                <a16:creationId xmlns:a16="http://schemas.microsoft.com/office/drawing/2014/main" id="{94DD9AD2-18DF-C76D-C40C-3BC3856BC6F0}"/>
              </a:ext>
            </a:extLst>
          </p:cNvPr>
          <p:cNvSpPr>
            <a:spLocks noGrp="1"/>
          </p:cNvSpPr>
          <p:nvPr>
            <p:ph type="body" sz="quarter" idx="22" hasCustomPrompt="1"/>
          </p:nvPr>
        </p:nvSpPr>
        <p:spPr>
          <a:xfrm>
            <a:off x="2603500" y="2629429"/>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8" name="Text Placeholder 5">
            <a:extLst>
              <a:ext uri="{FF2B5EF4-FFF2-40B4-BE49-F238E27FC236}">
                <a16:creationId xmlns:a16="http://schemas.microsoft.com/office/drawing/2014/main" id="{B3E59AB2-BBBB-24AE-6D25-42A2F78E7CBA}"/>
              </a:ext>
            </a:extLst>
          </p:cNvPr>
          <p:cNvSpPr>
            <a:spLocks noGrp="1"/>
          </p:cNvSpPr>
          <p:nvPr>
            <p:ph type="body" sz="quarter" idx="23" hasCustomPrompt="1"/>
          </p:nvPr>
        </p:nvSpPr>
        <p:spPr>
          <a:xfrm>
            <a:off x="2603500" y="3367881"/>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9" name="Text Placeholder 5">
            <a:extLst>
              <a:ext uri="{FF2B5EF4-FFF2-40B4-BE49-F238E27FC236}">
                <a16:creationId xmlns:a16="http://schemas.microsoft.com/office/drawing/2014/main" id="{030D4C9A-59E0-BD9C-F67D-75EB7DD853A3}"/>
              </a:ext>
            </a:extLst>
          </p:cNvPr>
          <p:cNvSpPr>
            <a:spLocks noGrp="1"/>
          </p:cNvSpPr>
          <p:nvPr>
            <p:ph type="body" sz="quarter" idx="24" hasCustomPrompt="1"/>
          </p:nvPr>
        </p:nvSpPr>
        <p:spPr>
          <a:xfrm>
            <a:off x="2603500" y="4106333"/>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0" name="Text Placeholder 5">
            <a:extLst>
              <a:ext uri="{FF2B5EF4-FFF2-40B4-BE49-F238E27FC236}">
                <a16:creationId xmlns:a16="http://schemas.microsoft.com/office/drawing/2014/main" id="{53FFF5E9-EB90-274A-4F32-79223FFCBE75}"/>
              </a:ext>
            </a:extLst>
          </p:cNvPr>
          <p:cNvSpPr>
            <a:spLocks noGrp="1"/>
          </p:cNvSpPr>
          <p:nvPr>
            <p:ph type="body" sz="quarter" idx="25" hasCustomPrompt="1"/>
          </p:nvPr>
        </p:nvSpPr>
        <p:spPr>
          <a:xfrm>
            <a:off x="2603500" y="484478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1" name="Text Placeholder 5">
            <a:extLst>
              <a:ext uri="{FF2B5EF4-FFF2-40B4-BE49-F238E27FC236}">
                <a16:creationId xmlns:a16="http://schemas.microsoft.com/office/drawing/2014/main" id="{092C99D8-DBE4-4260-924F-35D46E0B0A84}"/>
              </a:ext>
            </a:extLst>
          </p:cNvPr>
          <p:cNvSpPr>
            <a:spLocks noGrp="1"/>
          </p:cNvSpPr>
          <p:nvPr>
            <p:ph type="body" sz="quarter" idx="26" hasCustomPrompt="1"/>
          </p:nvPr>
        </p:nvSpPr>
        <p:spPr>
          <a:xfrm>
            <a:off x="2603500" y="558323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cxnSp>
        <p:nvCxnSpPr>
          <p:cNvPr id="25" name="Straight Connector 24">
            <a:extLst>
              <a:ext uri="{FF2B5EF4-FFF2-40B4-BE49-F238E27FC236}">
                <a16:creationId xmlns:a16="http://schemas.microsoft.com/office/drawing/2014/main" id="{B7C3725F-901C-C01F-E141-69E4374DC60C}"/>
              </a:ext>
            </a:extLst>
          </p:cNvPr>
          <p:cNvCxnSpPr>
            <a:cxnSpLocks/>
          </p:cNvCxnSpPr>
          <p:nvPr userDrawn="1"/>
        </p:nvCxnSpPr>
        <p:spPr>
          <a:xfrm>
            <a:off x="2603499" y="186465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CCF5029-E2DC-F2CF-6F92-B65540D53548}"/>
              </a:ext>
            </a:extLst>
          </p:cNvPr>
          <p:cNvCxnSpPr>
            <a:cxnSpLocks/>
          </p:cNvCxnSpPr>
          <p:nvPr userDrawn="1"/>
        </p:nvCxnSpPr>
        <p:spPr>
          <a:xfrm>
            <a:off x="2603499" y="2603103"/>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075192-50B7-3FC8-2E43-9002B60CDB09}"/>
              </a:ext>
            </a:extLst>
          </p:cNvPr>
          <p:cNvCxnSpPr>
            <a:cxnSpLocks/>
          </p:cNvCxnSpPr>
          <p:nvPr userDrawn="1"/>
        </p:nvCxnSpPr>
        <p:spPr>
          <a:xfrm>
            <a:off x="2603499" y="3341555"/>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53E800-D778-A32C-B978-EBD31A8823CD}"/>
              </a:ext>
            </a:extLst>
          </p:cNvPr>
          <p:cNvCxnSpPr>
            <a:cxnSpLocks/>
          </p:cNvCxnSpPr>
          <p:nvPr userDrawn="1"/>
        </p:nvCxnSpPr>
        <p:spPr>
          <a:xfrm>
            <a:off x="2603499" y="4080007"/>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0AFDF1-6406-00A6-9E52-3B64F6CEAA6B}"/>
              </a:ext>
            </a:extLst>
          </p:cNvPr>
          <p:cNvCxnSpPr>
            <a:cxnSpLocks/>
          </p:cNvCxnSpPr>
          <p:nvPr userDrawn="1"/>
        </p:nvCxnSpPr>
        <p:spPr>
          <a:xfrm>
            <a:off x="2603499" y="4818459"/>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2580B5-E917-7977-84AB-B816900A32BA}"/>
              </a:ext>
            </a:extLst>
          </p:cNvPr>
          <p:cNvCxnSpPr>
            <a:cxnSpLocks/>
          </p:cNvCxnSpPr>
          <p:nvPr userDrawn="1"/>
        </p:nvCxnSpPr>
        <p:spPr>
          <a:xfrm>
            <a:off x="2603499" y="555691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04E465-9A88-A57C-E10C-26DBF15524EE}"/>
              </a:ext>
            </a:extLst>
          </p:cNvPr>
          <p:cNvSpPr>
            <a:spLocks noGrp="1"/>
          </p:cNvSpPr>
          <p:nvPr>
            <p:ph type="body" sz="quarter" idx="13" hasCustomPrompt="1"/>
          </p:nvPr>
        </p:nvSpPr>
        <p:spPr>
          <a:xfrm>
            <a:off x="-1" y="115252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endParaRPr lang="en-US"/>
          </a:p>
        </p:txBody>
      </p:sp>
      <p:sp>
        <p:nvSpPr>
          <p:cNvPr id="7" name="Text Placeholder 5">
            <a:extLst>
              <a:ext uri="{FF2B5EF4-FFF2-40B4-BE49-F238E27FC236}">
                <a16:creationId xmlns:a16="http://schemas.microsoft.com/office/drawing/2014/main" id="{CED3A873-AF8D-D678-59D4-767C43AE3572}"/>
              </a:ext>
            </a:extLst>
          </p:cNvPr>
          <p:cNvSpPr>
            <a:spLocks noGrp="1"/>
          </p:cNvSpPr>
          <p:nvPr>
            <p:ph type="body" sz="quarter" idx="14" hasCustomPrompt="1"/>
          </p:nvPr>
        </p:nvSpPr>
        <p:spPr>
          <a:xfrm>
            <a:off x="-1" y="1890977"/>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8" name="Text Placeholder 5">
            <a:extLst>
              <a:ext uri="{FF2B5EF4-FFF2-40B4-BE49-F238E27FC236}">
                <a16:creationId xmlns:a16="http://schemas.microsoft.com/office/drawing/2014/main" id="{3C4C1BAE-D67A-56B0-565E-BB8DD62A1F04}"/>
              </a:ext>
            </a:extLst>
          </p:cNvPr>
          <p:cNvSpPr>
            <a:spLocks noGrp="1"/>
          </p:cNvSpPr>
          <p:nvPr>
            <p:ph type="body" sz="quarter" idx="15" hasCustomPrompt="1"/>
          </p:nvPr>
        </p:nvSpPr>
        <p:spPr>
          <a:xfrm>
            <a:off x="-1" y="2629429"/>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0" name="Text Placeholder 5">
            <a:extLst>
              <a:ext uri="{FF2B5EF4-FFF2-40B4-BE49-F238E27FC236}">
                <a16:creationId xmlns:a16="http://schemas.microsoft.com/office/drawing/2014/main" id="{EBDC8AD4-C927-CCDC-B645-AAC76C2FD939}"/>
              </a:ext>
            </a:extLst>
          </p:cNvPr>
          <p:cNvSpPr>
            <a:spLocks noGrp="1"/>
          </p:cNvSpPr>
          <p:nvPr>
            <p:ph type="body" sz="quarter" idx="16" hasCustomPrompt="1"/>
          </p:nvPr>
        </p:nvSpPr>
        <p:spPr>
          <a:xfrm>
            <a:off x="-1" y="3367881"/>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2" name="Text Placeholder 5">
            <a:extLst>
              <a:ext uri="{FF2B5EF4-FFF2-40B4-BE49-F238E27FC236}">
                <a16:creationId xmlns:a16="http://schemas.microsoft.com/office/drawing/2014/main" id="{79EB4475-9CBB-9290-75FD-627A825D8BBE}"/>
              </a:ext>
            </a:extLst>
          </p:cNvPr>
          <p:cNvSpPr>
            <a:spLocks noGrp="1"/>
          </p:cNvSpPr>
          <p:nvPr>
            <p:ph type="body" sz="quarter" idx="17" hasCustomPrompt="1"/>
          </p:nvPr>
        </p:nvSpPr>
        <p:spPr>
          <a:xfrm>
            <a:off x="-1" y="4106333"/>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3" name="Text Placeholder 5">
            <a:extLst>
              <a:ext uri="{FF2B5EF4-FFF2-40B4-BE49-F238E27FC236}">
                <a16:creationId xmlns:a16="http://schemas.microsoft.com/office/drawing/2014/main" id="{026C1969-4182-635E-8417-0C5A9050140D}"/>
              </a:ext>
            </a:extLst>
          </p:cNvPr>
          <p:cNvSpPr>
            <a:spLocks noGrp="1"/>
          </p:cNvSpPr>
          <p:nvPr>
            <p:ph type="body" sz="quarter" idx="18" hasCustomPrompt="1"/>
          </p:nvPr>
        </p:nvSpPr>
        <p:spPr>
          <a:xfrm>
            <a:off x="-1" y="484478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4" name="Text Placeholder 5">
            <a:extLst>
              <a:ext uri="{FF2B5EF4-FFF2-40B4-BE49-F238E27FC236}">
                <a16:creationId xmlns:a16="http://schemas.microsoft.com/office/drawing/2014/main" id="{251F96A7-E684-A125-B0E2-0DEA00C8442A}"/>
              </a:ext>
            </a:extLst>
          </p:cNvPr>
          <p:cNvSpPr>
            <a:spLocks noGrp="1"/>
          </p:cNvSpPr>
          <p:nvPr>
            <p:ph type="body" sz="quarter" idx="19" hasCustomPrompt="1"/>
          </p:nvPr>
        </p:nvSpPr>
        <p:spPr>
          <a:xfrm>
            <a:off x="-1" y="558323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3" name="Rectangle 2">
            <a:extLst>
              <a:ext uri="{FF2B5EF4-FFF2-40B4-BE49-F238E27FC236}">
                <a16:creationId xmlns:a16="http://schemas.microsoft.com/office/drawing/2014/main" id="{FD52D9C0-751B-47BD-F922-CD7E7783C353}"/>
              </a:ext>
            </a:extLst>
          </p:cNvPr>
          <p:cNvSpPr/>
          <p:nvPr userDrawn="1"/>
        </p:nvSpPr>
        <p:spPr bwMode="auto">
          <a:xfrm>
            <a:off x="1" y="0"/>
            <a:ext cx="12192000" cy="381000"/>
          </a:xfrm>
          <a:prstGeom prst="rect">
            <a:avLst/>
          </a:prstGeom>
          <a:solidFill>
            <a:srgbClr val="C000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Presenter Guidance</a:t>
            </a:r>
          </a:p>
        </p:txBody>
      </p:sp>
    </p:spTree>
    <p:extLst>
      <p:ext uri="{BB962C8B-B14F-4D97-AF65-F5344CB8AC3E}">
        <p14:creationId xmlns:p14="http://schemas.microsoft.com/office/powerpoint/2010/main" val="213123633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08819949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cSld name="Demo slide">
    <p:bg>
      <p:bgPr>
        <a:solidFill>
          <a:schemeClr val="bg2"/>
        </a:solidFill>
        <a:effectLst/>
      </p:bgPr>
    </p:bg>
    <p:spTree>
      <p:nvGrpSpPr>
        <p:cNvPr id="1" name=""/>
        <p:cNvGrpSpPr/>
        <p:nvPr/>
      </p:nvGrpSpPr>
      <p:grpSpPr>
        <a:xfrm>
          <a:off x="0" y="0"/>
          <a:ext cx="0" cy="0"/>
          <a:chOff x="0" y="0"/>
          <a:chExt cx="0" cy="0"/>
        </a:xfrm>
      </p:grpSpPr>
      <p:pic>
        <p:nvPicPr>
          <p:cNvPr id="4" name="Picture 3" descr="A group of colorful hexagons&#10;&#10;AI-generated content may be incorrect.">
            <a:extLst>
              <a:ext uri="{FF2B5EF4-FFF2-40B4-BE49-F238E27FC236}">
                <a16:creationId xmlns:a16="http://schemas.microsoft.com/office/drawing/2014/main" id="{C459F199-2A2D-6CE7-FD4F-C67A96274D7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FAE4A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9397405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Section Header">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5695951" y="3977644"/>
            <a:ext cx="4800600" cy="307777"/>
          </a:xfrm>
        </p:spPr>
        <p:txBody>
          <a:bodyPr>
            <a:sp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The subtitle of your section.</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5695951" y="2759746"/>
            <a:ext cx="4800600" cy="1107996"/>
          </a:xfrm>
        </p:spPr>
        <p:txBody>
          <a:bodyPr lIns="0" tIns="0" rIns="0" bIns="0" anchor="b">
            <a:spAutoFit/>
          </a:bodyPr>
          <a:lstStyle>
            <a:lvl1pPr>
              <a:defRPr sz="4000"/>
            </a:lvl1pPr>
          </a:lstStyle>
          <a:p>
            <a:r>
              <a:rPr lang="en-US"/>
              <a:t>The title of your section.</a:t>
            </a:r>
          </a:p>
        </p:txBody>
      </p:sp>
      <p:sp>
        <p:nvSpPr>
          <p:cNvPr id="24" name="Freeform 23">
            <a:extLst>
              <a:ext uri="{FF2B5EF4-FFF2-40B4-BE49-F238E27FC236}">
                <a16:creationId xmlns:a16="http://schemas.microsoft.com/office/drawing/2014/main" id="{C4263EC4-AA89-8F2A-FF5F-BDE143B23C8E}"/>
              </a:ext>
            </a:extLst>
          </p:cNvPr>
          <p:cNvSpPr/>
          <p:nvPr userDrawn="1"/>
        </p:nvSpPr>
        <p:spPr>
          <a:xfrm>
            <a:off x="0" y="3416960"/>
            <a:ext cx="4164940" cy="3441040"/>
          </a:xfrm>
          <a:custGeom>
            <a:avLst/>
            <a:gdLst>
              <a:gd name="connsiteX0" fmla="*/ 1587170 w 4164940"/>
              <a:gd name="connsiteY0" fmla="*/ 0 h 3441040"/>
              <a:gd name="connsiteX1" fmla="*/ 4164940 w 4164940"/>
              <a:gd name="connsiteY1" fmla="*/ 2577770 h 3441040"/>
              <a:gd name="connsiteX2" fmla="*/ 4049049 w 4164940"/>
              <a:gd name="connsiteY2" fmla="*/ 3344320 h 3441040"/>
              <a:gd name="connsiteX3" fmla="*/ 4013649 w 4164940"/>
              <a:gd name="connsiteY3" fmla="*/ 3441040 h 3441040"/>
              <a:gd name="connsiteX4" fmla="*/ 0 w 4164940"/>
              <a:gd name="connsiteY4" fmla="*/ 3441040 h 3441040"/>
              <a:gd name="connsiteX5" fmla="*/ 0 w 4164940"/>
              <a:gd name="connsiteY5" fmla="*/ 549356 h 3441040"/>
              <a:gd name="connsiteX6" fmla="*/ 145914 w 4164940"/>
              <a:gd name="connsiteY6" fmla="*/ 440243 h 3441040"/>
              <a:gd name="connsiteX7" fmla="*/ 1587170 w 4164940"/>
              <a:gd name="connsiteY7" fmla="*/ 0 h 344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4940" h="3441040">
                <a:moveTo>
                  <a:pt x="1587170" y="0"/>
                </a:moveTo>
                <a:cubicBezTo>
                  <a:pt x="3010833" y="0"/>
                  <a:pt x="4164940" y="1154107"/>
                  <a:pt x="4164940" y="2577770"/>
                </a:cubicBezTo>
                <a:cubicBezTo>
                  <a:pt x="4164940" y="2844707"/>
                  <a:pt x="4124366" y="3102167"/>
                  <a:pt x="4049049" y="3344320"/>
                </a:cubicBezTo>
                <a:lnTo>
                  <a:pt x="4013649" y="3441040"/>
                </a:lnTo>
                <a:lnTo>
                  <a:pt x="0" y="3441040"/>
                </a:lnTo>
                <a:lnTo>
                  <a:pt x="0" y="549356"/>
                </a:lnTo>
                <a:lnTo>
                  <a:pt x="145914" y="440243"/>
                </a:lnTo>
                <a:cubicBezTo>
                  <a:pt x="557329" y="162297"/>
                  <a:pt x="1053297" y="0"/>
                  <a:pt x="1587170" y="0"/>
                </a:cubicBezTo>
                <a:close/>
              </a:path>
            </a:pathLst>
          </a:custGeom>
          <a:gradFill flip="none" rotWithShape="1">
            <a:gsLst>
              <a:gs pos="69000">
                <a:srgbClr val="AFD1F6">
                  <a:lumMod val="57406"/>
                  <a:lumOff val="42594"/>
                  <a:alpha val="99000"/>
                </a:srgbClr>
              </a:gs>
              <a:gs pos="0">
                <a:schemeClr val="accent1">
                  <a:lumMod val="53815"/>
                  <a:lumOff val="46185"/>
                  <a:alpha val="99000"/>
                </a:schemeClr>
              </a:gs>
            </a:gsLst>
            <a:lin ang="6600000" scaled="0"/>
            <a:tileRect/>
          </a:gradFill>
          <a:ln>
            <a:noFill/>
          </a:ln>
          <a:effectLst>
            <a:outerShdw blurRad="1270000" dist="1524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82948E6E-440C-6B67-1C53-E1615E5FC524}"/>
              </a:ext>
            </a:extLst>
          </p:cNvPr>
          <p:cNvSpPr/>
          <p:nvPr userDrawn="1"/>
        </p:nvSpPr>
        <p:spPr>
          <a:xfrm>
            <a:off x="640511" y="3255933"/>
            <a:ext cx="3255021" cy="3255021"/>
          </a:xfrm>
          <a:prstGeom prst="ellipse">
            <a:avLst/>
          </a:prstGeom>
          <a:solidFill>
            <a:schemeClr val="tx1"/>
          </a:solidFill>
          <a:ln>
            <a:noFill/>
          </a:ln>
          <a:effectLst>
            <a:outerShdw blurRad="1270000" dist="1524000" dir="2700000" sx="50000" sy="50000" algn="tl" rotWithShape="0">
              <a:prstClr val="black">
                <a:alpha val="20000"/>
              </a:prstClr>
            </a:outerShdw>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98A61A3-B9A1-4674-85AC-E3ED72321E4C}"/>
              </a:ext>
            </a:extLst>
          </p:cNvPr>
          <p:cNvGrpSpPr/>
          <p:nvPr userDrawn="1"/>
        </p:nvGrpSpPr>
        <p:grpSpPr>
          <a:xfrm>
            <a:off x="1226205" y="58957"/>
            <a:ext cx="2239180" cy="2256419"/>
            <a:chOff x="2823900" y="852304"/>
            <a:chExt cx="2239180" cy="2256419"/>
          </a:xfrm>
        </p:grpSpPr>
        <p:sp>
          <p:nvSpPr>
            <p:cNvPr id="22" name="Oval 21">
              <a:extLst>
                <a:ext uri="{FF2B5EF4-FFF2-40B4-BE49-F238E27FC236}">
                  <a16:creationId xmlns:a16="http://schemas.microsoft.com/office/drawing/2014/main" id="{9845EDF6-0513-23C6-A8CA-17CF28A26D8A}"/>
                </a:ext>
              </a:extLst>
            </p:cNvPr>
            <p:cNvSpPr/>
            <p:nvPr userDrawn="1"/>
          </p:nvSpPr>
          <p:spPr>
            <a:xfrm>
              <a:off x="2823900" y="1148928"/>
              <a:ext cx="1959795" cy="1959795"/>
            </a:xfrm>
            <a:prstGeom prst="ellipse">
              <a:avLst/>
            </a:pr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B4E5C8E-FA00-E690-5B1E-0DF9BFE9EFF4}"/>
                </a:ext>
              </a:extLst>
            </p:cNvPr>
            <p:cNvSpPr/>
            <p:nvPr userDrawn="1"/>
          </p:nvSpPr>
          <p:spPr>
            <a:xfrm>
              <a:off x="3103285" y="852304"/>
              <a:ext cx="1959795" cy="1959795"/>
            </a:xfrm>
            <a:prstGeom prst="ellipse">
              <a:avLst/>
            </a:prstGeom>
            <a:solidFill>
              <a:schemeClr val="tx1"/>
            </a:solidFill>
            <a:ln>
              <a:noFill/>
            </a:ln>
            <a:effectLst>
              <a:outerShdw blurRad="762000" dist="762000" dir="2700000" sx="50000" sy="50000" algn="tl" rotWithShape="0">
                <a:prstClr val="black">
                  <a:alpha val="20000"/>
                </a:prstClr>
              </a:outerShdw>
              <a:softEdge rad="787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1A6D2934-344B-9953-D6A6-C6E923886324}"/>
              </a:ext>
            </a:extLst>
          </p:cNvPr>
          <p:cNvGrpSpPr/>
          <p:nvPr userDrawn="1"/>
        </p:nvGrpSpPr>
        <p:grpSpPr>
          <a:xfrm>
            <a:off x="3172224" y="2086390"/>
            <a:ext cx="1342651" cy="1319453"/>
            <a:chOff x="6012594" y="331343"/>
            <a:chExt cx="1710047" cy="1680501"/>
          </a:xfrm>
        </p:grpSpPr>
        <p:sp>
          <p:nvSpPr>
            <p:cNvPr id="23" name="Oval 22">
              <a:extLst>
                <a:ext uri="{FF2B5EF4-FFF2-40B4-BE49-F238E27FC236}">
                  <a16:creationId xmlns:a16="http://schemas.microsoft.com/office/drawing/2014/main" id="{86EF40FD-D6A8-4444-607A-09857E641D0F}"/>
                </a:ext>
              </a:extLst>
            </p:cNvPr>
            <p:cNvSpPr/>
            <p:nvPr userDrawn="1"/>
          </p:nvSpPr>
          <p:spPr>
            <a:xfrm>
              <a:off x="6012594" y="494713"/>
              <a:ext cx="1517131" cy="1517131"/>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8775AF3-39D7-F461-DCD9-57DA2BAB11A0}"/>
                </a:ext>
              </a:extLst>
            </p:cNvPr>
            <p:cNvSpPr/>
            <p:nvPr userDrawn="1"/>
          </p:nvSpPr>
          <p:spPr>
            <a:xfrm>
              <a:off x="6205510" y="331343"/>
              <a:ext cx="1517131" cy="1517131"/>
            </a:xfrm>
            <a:prstGeom prst="ellipse">
              <a:avLst/>
            </a:prstGeom>
            <a:solidFill>
              <a:schemeClr val="tx1"/>
            </a:solidFill>
            <a:ln>
              <a:noFill/>
            </a:ln>
            <a:effectLst>
              <a:outerShdw blurRad="635000" dist="635000" dir="2700000" sx="50000" sy="50000" algn="tl" rotWithShape="0">
                <a:prstClr val="black">
                  <a:alpha val="20000"/>
                </a:prstClr>
              </a:outerShdw>
              <a:softEdge rad="495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871676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72.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42" Type="http://schemas.openxmlformats.org/officeDocument/2006/relationships/slideLayout" Target="../slideLayouts/slideLayout88.xml"/><Relationship Id="rId47" Type="http://schemas.openxmlformats.org/officeDocument/2006/relationships/slideLayout" Target="../slideLayouts/slideLayout93.xml"/><Relationship Id="rId50" Type="http://schemas.openxmlformats.org/officeDocument/2006/relationships/slideLayout" Target="../slideLayouts/slideLayout96.xml"/><Relationship Id="rId55" Type="http://schemas.openxmlformats.org/officeDocument/2006/relationships/slideLayout" Target="../slideLayouts/slideLayout101.xml"/><Relationship Id="rId63" Type="http://schemas.openxmlformats.org/officeDocument/2006/relationships/slideLayout" Target="../slideLayouts/slideLayout109.xml"/><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9" Type="http://schemas.openxmlformats.org/officeDocument/2006/relationships/slideLayout" Target="../slideLayouts/slideLayout75.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slideLayout" Target="../slideLayouts/slideLayout86.xml"/><Relationship Id="rId45" Type="http://schemas.openxmlformats.org/officeDocument/2006/relationships/slideLayout" Target="../slideLayouts/slideLayout91.xml"/><Relationship Id="rId53" Type="http://schemas.openxmlformats.org/officeDocument/2006/relationships/slideLayout" Target="../slideLayouts/slideLayout99.xml"/><Relationship Id="rId58" Type="http://schemas.openxmlformats.org/officeDocument/2006/relationships/slideLayout" Target="../slideLayouts/slideLayout104.xml"/><Relationship Id="rId5" Type="http://schemas.openxmlformats.org/officeDocument/2006/relationships/slideLayout" Target="../slideLayouts/slideLayout51.xml"/><Relationship Id="rId61" Type="http://schemas.openxmlformats.org/officeDocument/2006/relationships/slideLayout" Target="../slideLayouts/slideLayout107.xml"/><Relationship Id="rId19" Type="http://schemas.openxmlformats.org/officeDocument/2006/relationships/slideLayout" Target="../slideLayouts/slideLayout6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43" Type="http://schemas.openxmlformats.org/officeDocument/2006/relationships/slideLayout" Target="../slideLayouts/slideLayout89.xml"/><Relationship Id="rId48" Type="http://schemas.openxmlformats.org/officeDocument/2006/relationships/slideLayout" Target="../slideLayouts/slideLayout94.xml"/><Relationship Id="rId56" Type="http://schemas.openxmlformats.org/officeDocument/2006/relationships/slideLayout" Target="../slideLayouts/slideLayout102.xml"/><Relationship Id="rId64" Type="http://schemas.openxmlformats.org/officeDocument/2006/relationships/theme" Target="../theme/theme2.xml"/><Relationship Id="rId8" Type="http://schemas.openxmlformats.org/officeDocument/2006/relationships/slideLayout" Target="../slideLayouts/slideLayout54.xml"/><Relationship Id="rId51" Type="http://schemas.openxmlformats.org/officeDocument/2006/relationships/slideLayout" Target="../slideLayouts/slideLayout97.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 Id="rId46" Type="http://schemas.openxmlformats.org/officeDocument/2006/relationships/slideLayout" Target="../slideLayouts/slideLayout92.xml"/><Relationship Id="rId59" Type="http://schemas.openxmlformats.org/officeDocument/2006/relationships/slideLayout" Target="../slideLayouts/slideLayout105.xml"/><Relationship Id="rId20" Type="http://schemas.openxmlformats.org/officeDocument/2006/relationships/slideLayout" Target="../slideLayouts/slideLayout66.xml"/><Relationship Id="rId41" Type="http://schemas.openxmlformats.org/officeDocument/2006/relationships/slideLayout" Target="../slideLayouts/slideLayout87.xml"/><Relationship Id="rId54" Type="http://schemas.openxmlformats.org/officeDocument/2006/relationships/slideLayout" Target="../slideLayouts/slideLayout100.xml"/><Relationship Id="rId62" Type="http://schemas.openxmlformats.org/officeDocument/2006/relationships/slideLayout" Target="../slideLayouts/slideLayout10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49" Type="http://schemas.openxmlformats.org/officeDocument/2006/relationships/slideLayout" Target="../slideLayouts/slideLayout95.xml"/><Relationship Id="rId57" Type="http://schemas.openxmlformats.org/officeDocument/2006/relationships/slideLayout" Target="../slideLayouts/slideLayout103.xml"/><Relationship Id="rId10" Type="http://schemas.openxmlformats.org/officeDocument/2006/relationships/slideLayout" Target="../slideLayouts/slideLayout56.xml"/><Relationship Id="rId31" Type="http://schemas.openxmlformats.org/officeDocument/2006/relationships/slideLayout" Target="../slideLayouts/slideLayout77.xml"/><Relationship Id="rId44" Type="http://schemas.openxmlformats.org/officeDocument/2006/relationships/slideLayout" Target="../slideLayouts/slideLayout90.xml"/><Relationship Id="rId52" Type="http://schemas.openxmlformats.org/officeDocument/2006/relationships/slideLayout" Target="../slideLayouts/slideLayout98.xml"/><Relationship Id="rId60" Type="http://schemas.openxmlformats.org/officeDocument/2006/relationships/slideLayout" Target="../slideLayouts/slideLayout106.xml"/><Relationship Id="rId65" Type="http://schemas.openxmlformats.org/officeDocument/2006/relationships/image" Target="../media/image14.svg"/><Relationship Id="rId4" Type="http://schemas.openxmlformats.org/officeDocument/2006/relationships/slideLayout" Target="../slideLayouts/slideLayout50.xml"/><Relationship Id="rId9" Type="http://schemas.openxmlformats.org/officeDocument/2006/relationships/slideLayout" Target="../slideLayouts/slideLayout55.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9" Type="http://schemas.openxmlformats.org/officeDocument/2006/relationships/slideLayout" Target="../slideLayouts/slideLayout8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4.svg"/><Relationship Id="rId2" Type="http://schemas.openxmlformats.org/officeDocument/2006/relationships/slideLayout" Target="../slideLayouts/slideLayout111.xml"/><Relationship Id="rId16" Type="http://schemas.openxmlformats.org/officeDocument/2006/relationships/theme" Target="../theme/theme3.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26" Type="http://schemas.openxmlformats.org/officeDocument/2006/relationships/slideLayout" Target="../slideLayouts/slideLayout150.xml"/><Relationship Id="rId39" Type="http://schemas.openxmlformats.org/officeDocument/2006/relationships/slideLayout" Target="../slideLayouts/slideLayout163.xml"/><Relationship Id="rId21" Type="http://schemas.openxmlformats.org/officeDocument/2006/relationships/slideLayout" Target="../slideLayouts/slideLayout145.xml"/><Relationship Id="rId34" Type="http://schemas.openxmlformats.org/officeDocument/2006/relationships/slideLayout" Target="../slideLayouts/slideLayout158.xml"/><Relationship Id="rId42" Type="http://schemas.openxmlformats.org/officeDocument/2006/relationships/theme" Target="../theme/theme4.xml"/><Relationship Id="rId7" Type="http://schemas.openxmlformats.org/officeDocument/2006/relationships/slideLayout" Target="../slideLayouts/slideLayout13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29" Type="http://schemas.openxmlformats.org/officeDocument/2006/relationships/slideLayout" Target="../slideLayouts/slideLayout153.xml"/><Relationship Id="rId41" Type="http://schemas.openxmlformats.org/officeDocument/2006/relationships/slideLayout" Target="../slideLayouts/slideLayout165.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24" Type="http://schemas.openxmlformats.org/officeDocument/2006/relationships/slideLayout" Target="../slideLayouts/slideLayout148.xml"/><Relationship Id="rId32" Type="http://schemas.openxmlformats.org/officeDocument/2006/relationships/slideLayout" Target="../slideLayouts/slideLayout156.xml"/><Relationship Id="rId37" Type="http://schemas.openxmlformats.org/officeDocument/2006/relationships/slideLayout" Target="../slideLayouts/slideLayout161.xml"/><Relationship Id="rId40" Type="http://schemas.openxmlformats.org/officeDocument/2006/relationships/slideLayout" Target="../slideLayouts/slideLayout164.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23" Type="http://schemas.openxmlformats.org/officeDocument/2006/relationships/slideLayout" Target="../slideLayouts/slideLayout147.xml"/><Relationship Id="rId28" Type="http://schemas.openxmlformats.org/officeDocument/2006/relationships/slideLayout" Target="../slideLayouts/slideLayout152.xml"/><Relationship Id="rId36" Type="http://schemas.openxmlformats.org/officeDocument/2006/relationships/slideLayout" Target="../slideLayouts/slideLayout160.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31" Type="http://schemas.openxmlformats.org/officeDocument/2006/relationships/slideLayout" Target="../slideLayouts/slideLayout155.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slideLayout" Target="../slideLayouts/slideLayout146.xml"/><Relationship Id="rId27" Type="http://schemas.openxmlformats.org/officeDocument/2006/relationships/slideLayout" Target="../slideLayouts/slideLayout151.xml"/><Relationship Id="rId30" Type="http://schemas.openxmlformats.org/officeDocument/2006/relationships/slideLayout" Target="../slideLayouts/slideLayout154.xml"/><Relationship Id="rId35" Type="http://schemas.openxmlformats.org/officeDocument/2006/relationships/slideLayout" Target="../slideLayouts/slideLayout159.xml"/><Relationship Id="rId8" Type="http://schemas.openxmlformats.org/officeDocument/2006/relationships/slideLayout" Target="../slideLayouts/slideLayout132.xml"/><Relationship Id="rId3" Type="http://schemas.openxmlformats.org/officeDocument/2006/relationships/slideLayout" Target="../slideLayouts/slideLayout127.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5" Type="http://schemas.openxmlformats.org/officeDocument/2006/relationships/slideLayout" Target="../slideLayouts/slideLayout149.xml"/><Relationship Id="rId33" Type="http://schemas.openxmlformats.org/officeDocument/2006/relationships/slideLayout" Target="../slideLayouts/slideLayout157.xml"/><Relationship Id="rId38" Type="http://schemas.openxmlformats.org/officeDocument/2006/relationships/slideLayout" Target="../slideLayouts/slideLayout162.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78.xml"/><Relationship Id="rId18" Type="http://schemas.openxmlformats.org/officeDocument/2006/relationships/slideLayout" Target="../slideLayouts/slideLayout183.xml"/><Relationship Id="rId26" Type="http://schemas.openxmlformats.org/officeDocument/2006/relationships/slideLayout" Target="../slideLayouts/slideLayout191.xml"/><Relationship Id="rId39" Type="http://schemas.openxmlformats.org/officeDocument/2006/relationships/slideLayout" Target="../slideLayouts/slideLayout204.xml"/><Relationship Id="rId21" Type="http://schemas.openxmlformats.org/officeDocument/2006/relationships/slideLayout" Target="../slideLayouts/slideLayout186.xml"/><Relationship Id="rId34" Type="http://schemas.openxmlformats.org/officeDocument/2006/relationships/slideLayout" Target="../slideLayouts/slideLayout199.xml"/><Relationship Id="rId7" Type="http://schemas.openxmlformats.org/officeDocument/2006/relationships/slideLayout" Target="../slideLayouts/slideLayout172.xml"/><Relationship Id="rId2" Type="http://schemas.openxmlformats.org/officeDocument/2006/relationships/slideLayout" Target="../slideLayouts/slideLayout167.xml"/><Relationship Id="rId16" Type="http://schemas.openxmlformats.org/officeDocument/2006/relationships/slideLayout" Target="../slideLayouts/slideLayout181.xml"/><Relationship Id="rId20" Type="http://schemas.openxmlformats.org/officeDocument/2006/relationships/slideLayout" Target="../slideLayouts/slideLayout185.xml"/><Relationship Id="rId29" Type="http://schemas.openxmlformats.org/officeDocument/2006/relationships/slideLayout" Target="../slideLayouts/slideLayout194.xml"/><Relationship Id="rId41" Type="http://schemas.openxmlformats.org/officeDocument/2006/relationships/image" Target="../media/image14.svg"/><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24" Type="http://schemas.openxmlformats.org/officeDocument/2006/relationships/slideLayout" Target="../slideLayouts/slideLayout189.xml"/><Relationship Id="rId32" Type="http://schemas.openxmlformats.org/officeDocument/2006/relationships/slideLayout" Target="../slideLayouts/slideLayout197.xml"/><Relationship Id="rId37" Type="http://schemas.openxmlformats.org/officeDocument/2006/relationships/slideLayout" Target="../slideLayouts/slideLayout202.xml"/><Relationship Id="rId40" Type="http://schemas.openxmlformats.org/officeDocument/2006/relationships/theme" Target="../theme/theme5.xml"/><Relationship Id="rId5" Type="http://schemas.openxmlformats.org/officeDocument/2006/relationships/slideLayout" Target="../slideLayouts/slideLayout170.xml"/><Relationship Id="rId15" Type="http://schemas.openxmlformats.org/officeDocument/2006/relationships/slideLayout" Target="../slideLayouts/slideLayout180.xml"/><Relationship Id="rId23" Type="http://schemas.openxmlformats.org/officeDocument/2006/relationships/slideLayout" Target="../slideLayouts/slideLayout188.xml"/><Relationship Id="rId28" Type="http://schemas.openxmlformats.org/officeDocument/2006/relationships/slideLayout" Target="../slideLayouts/slideLayout193.xml"/><Relationship Id="rId36" Type="http://schemas.openxmlformats.org/officeDocument/2006/relationships/slideLayout" Target="../slideLayouts/slideLayout201.xml"/><Relationship Id="rId10" Type="http://schemas.openxmlformats.org/officeDocument/2006/relationships/slideLayout" Target="../slideLayouts/slideLayout175.xml"/><Relationship Id="rId19" Type="http://schemas.openxmlformats.org/officeDocument/2006/relationships/slideLayout" Target="../slideLayouts/slideLayout184.xml"/><Relationship Id="rId31" Type="http://schemas.openxmlformats.org/officeDocument/2006/relationships/slideLayout" Target="../slideLayouts/slideLayout196.xml"/><Relationship Id="rId4" Type="http://schemas.openxmlformats.org/officeDocument/2006/relationships/slideLayout" Target="../slideLayouts/slideLayout169.xml"/><Relationship Id="rId9" Type="http://schemas.openxmlformats.org/officeDocument/2006/relationships/slideLayout" Target="../slideLayouts/slideLayout174.xml"/><Relationship Id="rId14" Type="http://schemas.openxmlformats.org/officeDocument/2006/relationships/slideLayout" Target="../slideLayouts/slideLayout179.xml"/><Relationship Id="rId22" Type="http://schemas.openxmlformats.org/officeDocument/2006/relationships/slideLayout" Target="../slideLayouts/slideLayout187.xml"/><Relationship Id="rId27" Type="http://schemas.openxmlformats.org/officeDocument/2006/relationships/slideLayout" Target="../slideLayouts/slideLayout192.xml"/><Relationship Id="rId30" Type="http://schemas.openxmlformats.org/officeDocument/2006/relationships/slideLayout" Target="../slideLayouts/slideLayout195.xml"/><Relationship Id="rId35" Type="http://schemas.openxmlformats.org/officeDocument/2006/relationships/slideLayout" Target="../slideLayouts/slideLayout200.xml"/><Relationship Id="rId8" Type="http://schemas.openxmlformats.org/officeDocument/2006/relationships/slideLayout" Target="../slideLayouts/slideLayout173.xml"/><Relationship Id="rId3" Type="http://schemas.openxmlformats.org/officeDocument/2006/relationships/slideLayout" Target="../slideLayouts/slideLayout168.xml"/><Relationship Id="rId12" Type="http://schemas.openxmlformats.org/officeDocument/2006/relationships/slideLayout" Target="../slideLayouts/slideLayout177.xml"/><Relationship Id="rId17" Type="http://schemas.openxmlformats.org/officeDocument/2006/relationships/slideLayout" Target="../slideLayouts/slideLayout182.xml"/><Relationship Id="rId25" Type="http://schemas.openxmlformats.org/officeDocument/2006/relationships/slideLayout" Target="../slideLayouts/slideLayout190.xml"/><Relationship Id="rId33" Type="http://schemas.openxmlformats.org/officeDocument/2006/relationships/slideLayout" Target="../slideLayouts/slideLayout198.xml"/><Relationship Id="rId38" Type="http://schemas.openxmlformats.org/officeDocument/2006/relationships/slideLayout" Target="../slideLayouts/slideLayout20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25.xml"/><Relationship Id="rId13" Type="http://schemas.openxmlformats.org/officeDocument/2006/relationships/slideLayout" Target="../slideLayouts/slideLayout230.xml"/><Relationship Id="rId18" Type="http://schemas.openxmlformats.org/officeDocument/2006/relationships/slideLayout" Target="../slideLayouts/slideLayout235.xml"/><Relationship Id="rId3" Type="http://schemas.openxmlformats.org/officeDocument/2006/relationships/slideLayout" Target="../slideLayouts/slideLayout220.xml"/><Relationship Id="rId7" Type="http://schemas.openxmlformats.org/officeDocument/2006/relationships/slideLayout" Target="../slideLayouts/slideLayout224.xml"/><Relationship Id="rId12" Type="http://schemas.openxmlformats.org/officeDocument/2006/relationships/slideLayout" Target="../slideLayouts/slideLayout229.xml"/><Relationship Id="rId17" Type="http://schemas.openxmlformats.org/officeDocument/2006/relationships/slideLayout" Target="../slideLayouts/slideLayout234.xml"/><Relationship Id="rId2" Type="http://schemas.openxmlformats.org/officeDocument/2006/relationships/slideLayout" Target="../slideLayouts/slideLayout219.xml"/><Relationship Id="rId16" Type="http://schemas.openxmlformats.org/officeDocument/2006/relationships/slideLayout" Target="../slideLayouts/slideLayout233.xml"/><Relationship Id="rId20" Type="http://schemas.openxmlformats.org/officeDocument/2006/relationships/theme" Target="../theme/theme7.xml"/><Relationship Id="rId1" Type="http://schemas.openxmlformats.org/officeDocument/2006/relationships/slideLayout" Target="../slideLayouts/slideLayout218.xml"/><Relationship Id="rId6" Type="http://schemas.openxmlformats.org/officeDocument/2006/relationships/slideLayout" Target="../slideLayouts/slideLayout223.xml"/><Relationship Id="rId11" Type="http://schemas.openxmlformats.org/officeDocument/2006/relationships/slideLayout" Target="../slideLayouts/slideLayout228.xml"/><Relationship Id="rId5" Type="http://schemas.openxmlformats.org/officeDocument/2006/relationships/slideLayout" Target="../slideLayouts/slideLayout222.xml"/><Relationship Id="rId15" Type="http://schemas.openxmlformats.org/officeDocument/2006/relationships/slideLayout" Target="../slideLayouts/slideLayout232.xml"/><Relationship Id="rId10" Type="http://schemas.openxmlformats.org/officeDocument/2006/relationships/slideLayout" Target="../slideLayouts/slideLayout227.xml"/><Relationship Id="rId19" Type="http://schemas.openxmlformats.org/officeDocument/2006/relationships/slideLayout" Target="../slideLayouts/slideLayout236.xml"/><Relationship Id="rId4" Type="http://schemas.openxmlformats.org/officeDocument/2006/relationships/slideLayout" Target="../slideLayouts/slideLayout221.xml"/><Relationship Id="rId9" Type="http://schemas.openxmlformats.org/officeDocument/2006/relationships/slideLayout" Target="../slideLayouts/slideLayout226.xml"/><Relationship Id="rId14" Type="http://schemas.openxmlformats.org/officeDocument/2006/relationships/slideLayout" Target="../slideLayouts/slideLayout231.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49.xml"/><Relationship Id="rId18" Type="http://schemas.openxmlformats.org/officeDocument/2006/relationships/slideLayout" Target="../slideLayouts/slideLayout254.xml"/><Relationship Id="rId26" Type="http://schemas.openxmlformats.org/officeDocument/2006/relationships/slideLayout" Target="../slideLayouts/slideLayout262.xml"/><Relationship Id="rId39" Type="http://schemas.openxmlformats.org/officeDocument/2006/relationships/slideLayout" Target="../slideLayouts/slideLayout275.xml"/><Relationship Id="rId21" Type="http://schemas.openxmlformats.org/officeDocument/2006/relationships/slideLayout" Target="../slideLayouts/slideLayout257.xml"/><Relationship Id="rId34" Type="http://schemas.openxmlformats.org/officeDocument/2006/relationships/slideLayout" Target="../slideLayouts/slideLayout270.xml"/><Relationship Id="rId42" Type="http://schemas.openxmlformats.org/officeDocument/2006/relationships/image" Target="../media/image14.svg"/><Relationship Id="rId7" Type="http://schemas.openxmlformats.org/officeDocument/2006/relationships/slideLayout" Target="../slideLayouts/slideLayout243.xml"/><Relationship Id="rId2" Type="http://schemas.openxmlformats.org/officeDocument/2006/relationships/slideLayout" Target="../slideLayouts/slideLayout238.xml"/><Relationship Id="rId16" Type="http://schemas.openxmlformats.org/officeDocument/2006/relationships/slideLayout" Target="../slideLayouts/slideLayout252.xml"/><Relationship Id="rId20" Type="http://schemas.openxmlformats.org/officeDocument/2006/relationships/slideLayout" Target="../slideLayouts/slideLayout256.xml"/><Relationship Id="rId29" Type="http://schemas.openxmlformats.org/officeDocument/2006/relationships/slideLayout" Target="../slideLayouts/slideLayout265.xml"/><Relationship Id="rId41" Type="http://schemas.openxmlformats.org/officeDocument/2006/relationships/theme" Target="../theme/theme8.xml"/><Relationship Id="rId1" Type="http://schemas.openxmlformats.org/officeDocument/2006/relationships/slideLayout" Target="../slideLayouts/slideLayout237.xml"/><Relationship Id="rId6" Type="http://schemas.openxmlformats.org/officeDocument/2006/relationships/slideLayout" Target="../slideLayouts/slideLayout242.xml"/><Relationship Id="rId11" Type="http://schemas.openxmlformats.org/officeDocument/2006/relationships/slideLayout" Target="../slideLayouts/slideLayout247.xml"/><Relationship Id="rId24" Type="http://schemas.openxmlformats.org/officeDocument/2006/relationships/slideLayout" Target="../slideLayouts/slideLayout260.xml"/><Relationship Id="rId32" Type="http://schemas.openxmlformats.org/officeDocument/2006/relationships/slideLayout" Target="../slideLayouts/slideLayout268.xml"/><Relationship Id="rId37" Type="http://schemas.openxmlformats.org/officeDocument/2006/relationships/slideLayout" Target="../slideLayouts/slideLayout273.xml"/><Relationship Id="rId40" Type="http://schemas.openxmlformats.org/officeDocument/2006/relationships/slideLayout" Target="../slideLayouts/slideLayout276.xml"/><Relationship Id="rId5" Type="http://schemas.openxmlformats.org/officeDocument/2006/relationships/slideLayout" Target="../slideLayouts/slideLayout241.xml"/><Relationship Id="rId15" Type="http://schemas.openxmlformats.org/officeDocument/2006/relationships/slideLayout" Target="../slideLayouts/slideLayout251.xml"/><Relationship Id="rId23" Type="http://schemas.openxmlformats.org/officeDocument/2006/relationships/slideLayout" Target="../slideLayouts/slideLayout259.xml"/><Relationship Id="rId28" Type="http://schemas.openxmlformats.org/officeDocument/2006/relationships/slideLayout" Target="../slideLayouts/slideLayout264.xml"/><Relationship Id="rId36" Type="http://schemas.openxmlformats.org/officeDocument/2006/relationships/slideLayout" Target="../slideLayouts/slideLayout272.xml"/><Relationship Id="rId10" Type="http://schemas.openxmlformats.org/officeDocument/2006/relationships/slideLayout" Target="../slideLayouts/slideLayout246.xml"/><Relationship Id="rId19" Type="http://schemas.openxmlformats.org/officeDocument/2006/relationships/slideLayout" Target="../slideLayouts/slideLayout255.xml"/><Relationship Id="rId31" Type="http://schemas.openxmlformats.org/officeDocument/2006/relationships/slideLayout" Target="../slideLayouts/slideLayout267.xml"/><Relationship Id="rId4" Type="http://schemas.openxmlformats.org/officeDocument/2006/relationships/slideLayout" Target="../slideLayouts/slideLayout240.xml"/><Relationship Id="rId9" Type="http://schemas.openxmlformats.org/officeDocument/2006/relationships/slideLayout" Target="../slideLayouts/slideLayout245.xml"/><Relationship Id="rId14" Type="http://schemas.openxmlformats.org/officeDocument/2006/relationships/slideLayout" Target="../slideLayouts/slideLayout250.xml"/><Relationship Id="rId22" Type="http://schemas.openxmlformats.org/officeDocument/2006/relationships/slideLayout" Target="../slideLayouts/slideLayout258.xml"/><Relationship Id="rId27" Type="http://schemas.openxmlformats.org/officeDocument/2006/relationships/slideLayout" Target="../slideLayouts/slideLayout263.xml"/><Relationship Id="rId30" Type="http://schemas.openxmlformats.org/officeDocument/2006/relationships/slideLayout" Target="../slideLayouts/slideLayout266.xml"/><Relationship Id="rId35" Type="http://schemas.openxmlformats.org/officeDocument/2006/relationships/slideLayout" Target="../slideLayouts/slideLayout271.xml"/><Relationship Id="rId8" Type="http://schemas.openxmlformats.org/officeDocument/2006/relationships/slideLayout" Target="../slideLayouts/slideLayout244.xml"/><Relationship Id="rId3" Type="http://schemas.openxmlformats.org/officeDocument/2006/relationships/slideLayout" Target="../slideLayouts/slideLayout239.xml"/><Relationship Id="rId12" Type="http://schemas.openxmlformats.org/officeDocument/2006/relationships/slideLayout" Target="../slideLayouts/slideLayout248.xml"/><Relationship Id="rId17" Type="http://schemas.openxmlformats.org/officeDocument/2006/relationships/slideLayout" Target="../slideLayouts/slideLayout253.xml"/><Relationship Id="rId25" Type="http://schemas.openxmlformats.org/officeDocument/2006/relationships/slideLayout" Target="../slideLayouts/slideLayout261.xml"/><Relationship Id="rId33" Type="http://schemas.openxmlformats.org/officeDocument/2006/relationships/slideLayout" Target="../slideLayouts/slideLayout269.xml"/><Relationship Id="rId38" Type="http://schemas.openxmlformats.org/officeDocument/2006/relationships/slideLayout" Target="../slideLayouts/slideLayout2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750094"/>
            <a:ext cx="10515600" cy="1060704"/>
          </a:xfrm>
          <a:prstGeom prst="rect">
            <a:avLst/>
          </a:prstGeom>
        </p:spPr>
        <p:txBody>
          <a:bodyPr vert="horz" lIns="0" tIns="0" rIns="0" bIns="0" rtlCol="0" anchor="b">
            <a:noAutofit/>
          </a:bodyPr>
          <a:lstStyle/>
          <a:p>
            <a:r>
              <a:rPr lang="en-US"/>
              <a:t>Donec </a:t>
            </a:r>
            <a:r>
              <a:rPr lang="en-US" err="1"/>
              <a:t>ullamcorper</a:t>
            </a:r>
            <a:r>
              <a:rPr lang="en-US"/>
              <a:t> </a:t>
            </a:r>
            <a:r>
              <a:rPr lang="en-US" err="1"/>
              <a:t>nulla</a:t>
            </a:r>
            <a:r>
              <a:rPr lang="en-US"/>
              <a:t> non </a:t>
            </a:r>
            <a:r>
              <a:rPr lang="en-US" err="1"/>
              <a:t>metus</a:t>
            </a:r>
            <a:r>
              <a:rPr lang="en-US"/>
              <a:t> auctor </a:t>
            </a:r>
            <a:r>
              <a:rPr lang="en-US" err="1"/>
              <a:t>fringilla</a:t>
            </a:r>
            <a:r>
              <a:rPr lang="en-US"/>
              <a:t>.</a:t>
            </a:r>
          </a:p>
        </p:txBody>
      </p:sp>
      <p:sp>
        <p:nvSpPr>
          <p:cNvPr id="3" name="Text Placeholder 2"/>
          <p:cNvSpPr>
            <a:spLocks noGrp="1"/>
          </p:cNvSpPr>
          <p:nvPr>
            <p:ph type="body" idx="1"/>
          </p:nvPr>
        </p:nvSpPr>
        <p:spPr>
          <a:xfrm>
            <a:off x="723900" y="2000250"/>
            <a:ext cx="10515600" cy="4229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924030" y="6356961"/>
            <a:ext cx="372620" cy="153629"/>
          </a:xfrm>
          <a:prstGeom prst="rect">
            <a:avLst/>
          </a:prstGeom>
          <a:noFill/>
          <a:effectLst/>
        </p:spPr>
        <p:txBody>
          <a:bodyPr vert="horz" lIns="182880" tIns="0" rIns="0" bIns="0" rtlCol="0" anchor="t"/>
          <a:lstStyle>
            <a:lvl1pPr algn="l">
              <a:defRPr sz="900" b="0" i="0">
                <a:solidFill>
                  <a:schemeClr val="bg1">
                    <a:lumMod val="65000"/>
                  </a:schemeClr>
                </a:solidFill>
                <a:latin typeface="Segoe UI Light" panose="020B0502040204020203" pitchFamily="34" charset="0"/>
                <a:cs typeface="Segoe UI Light" panose="020B0502040204020203" pitchFamily="34" charset="0"/>
              </a:defRPr>
            </a:lvl1pPr>
          </a:lstStyle>
          <a:p>
            <a:fld id="{9406BE13-FF2C-3A41-A53B-D6BC2DDA0AE5}" type="slidenum">
              <a:rPr lang="en-US" smtClean="0"/>
              <a:pPr/>
              <a:t>‹#›</a:t>
            </a:fld>
            <a:endParaRPr lang="en-US"/>
          </a:p>
        </p:txBody>
      </p:sp>
      <p:sp>
        <p:nvSpPr>
          <p:cNvPr id="34" name="Date Placeholder 33">
            <a:extLst>
              <a:ext uri="{FF2B5EF4-FFF2-40B4-BE49-F238E27FC236}">
                <a16:creationId xmlns:a16="http://schemas.microsoft.com/office/drawing/2014/main" id="{B5A96CE3-2088-61D4-5DDC-9C1AE01106EF}"/>
              </a:ext>
            </a:extLst>
          </p:cNvPr>
          <p:cNvSpPr>
            <a:spLocks noGrp="1"/>
          </p:cNvSpPr>
          <p:nvPr>
            <p:ph type="dt" sz="half" idx="2"/>
          </p:nvPr>
        </p:nvSpPr>
        <p:spPr>
          <a:xfrm>
            <a:off x="9773920" y="6356961"/>
            <a:ext cx="1179830" cy="153629"/>
          </a:xfrm>
          <a:prstGeom prst="rect">
            <a:avLst/>
          </a:prstGeom>
          <a:gradFill flip="none" rotWithShape="1">
            <a:gsLst>
              <a:gs pos="99000">
                <a:schemeClr val="bg1">
                  <a:lumMod val="95000"/>
                  <a:alpha val="0"/>
                </a:schemeClr>
              </a:gs>
              <a:gs pos="100000">
                <a:schemeClr val="bg1">
                  <a:lumMod val="95000"/>
                </a:schemeClr>
              </a:gs>
            </a:gsLst>
            <a:lin ang="0" scaled="0"/>
            <a:tileRect/>
          </a:gradFill>
          <a:ln>
            <a:noFill/>
          </a:ln>
          <a:effectLst>
            <a:outerShdw dist="368300" sx="69000" sy="69000" algn="l" rotWithShape="0">
              <a:schemeClr val="bg1">
                <a:lumMod val="50000"/>
              </a:schemeClr>
            </a:outerShdw>
          </a:effectLst>
        </p:spPr>
        <p:txBody>
          <a:bodyPr vert="horz" lIns="0" tIns="0" rIns="137160" bIns="0" rtlCol="0" anchor="t"/>
          <a:lstStyle>
            <a:lvl1pPr algn="r">
              <a:defRPr sz="900" b="0" i="0">
                <a:solidFill>
                  <a:schemeClr val="bg1">
                    <a:lumMod val="65000"/>
                  </a:schemeClr>
                </a:solidFill>
                <a:latin typeface="Segoe UI Light" panose="020B0502040204020203" pitchFamily="34" charset="0"/>
                <a:cs typeface="Segoe UI Light" panose="020B0502040204020203" pitchFamily="34" charset="0"/>
              </a:defRPr>
            </a:lvl1pPr>
          </a:lstStyle>
          <a:p>
            <a:r>
              <a:rPr lang="en-US"/>
              <a:t>Microsoft confidential</a:t>
            </a:r>
          </a:p>
        </p:txBody>
      </p:sp>
      <p:sp>
        <p:nvSpPr>
          <p:cNvPr id="5" name="Footer Placeholder 4"/>
          <p:cNvSpPr>
            <a:spLocks noGrp="1"/>
          </p:cNvSpPr>
          <p:nvPr>
            <p:ph type="ftr" sz="quarter" idx="3"/>
          </p:nvPr>
        </p:nvSpPr>
        <p:spPr>
          <a:xfrm>
            <a:off x="723900" y="6356961"/>
            <a:ext cx="2628900" cy="153630"/>
          </a:xfrm>
          <a:prstGeom prst="rect">
            <a:avLst/>
          </a:prstGeom>
          <a:noFill/>
          <a:effectLst/>
        </p:spPr>
        <p:txBody>
          <a:bodyPr vert="horz" lIns="0" tIns="0" rIns="182880" bIns="0" rtlCol="0" anchor="t"/>
          <a:lstStyle>
            <a:lvl1pPr algn="l">
              <a:defRPr sz="900" b="0" i="0">
                <a:solidFill>
                  <a:schemeClr val="bg1">
                    <a:lumMod val="65000"/>
                  </a:schemeClr>
                </a:solidFill>
                <a:latin typeface="Segoe UI Light" panose="020B0502040204020203" pitchFamily="34" charset="0"/>
                <a:cs typeface="Segoe UI Light" panose="020B0502040204020203" pitchFamily="34" charset="0"/>
              </a:defRPr>
            </a:lvl1pPr>
          </a:lstStyle>
          <a:p>
            <a:r>
              <a:rPr lang="en-US"/>
              <a:t>Creating a scalable conversational UX</a:t>
            </a:r>
          </a:p>
        </p:txBody>
      </p:sp>
    </p:spTree>
    <p:extLst>
      <p:ext uri="{BB962C8B-B14F-4D97-AF65-F5344CB8AC3E}">
        <p14:creationId xmlns:p14="http://schemas.microsoft.com/office/powerpoint/2010/main" val="95260159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hf hdr="0" ft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200"/>
        </a:spcAft>
        <a:buFont typeface="Wingdings" pitchFamily="2" charset="2"/>
        <a:buChar char="§"/>
        <a:defRPr sz="20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
          <p15:clr>
            <a:srgbClr val="F26B43"/>
          </p15:clr>
        </p15:guide>
        <p15:guide id="2" pos="456">
          <p15:clr>
            <a:srgbClr val="F26B43"/>
          </p15:clr>
        </p15:guide>
        <p15:guide id="4" pos="7368">
          <p15:clr>
            <a:srgbClr val="F26B43"/>
          </p15:clr>
        </p15:guide>
        <p15:guide id="7" orient="horz" pos="39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5F3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645284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 id="2147483755" r:id="rId47"/>
    <p:sldLayoutId id="2147483756" r:id="rId48"/>
    <p:sldLayoutId id="2147483757" r:id="rId49"/>
    <p:sldLayoutId id="2147483758" r:id="rId50"/>
    <p:sldLayoutId id="2147483759" r:id="rId51"/>
    <p:sldLayoutId id="2147483760" r:id="rId52"/>
    <p:sldLayoutId id="2147483761" r:id="rId53"/>
    <p:sldLayoutId id="2147483762" r:id="rId54"/>
    <p:sldLayoutId id="2147483763" r:id="rId55"/>
    <p:sldLayoutId id="2147483764" r:id="rId56"/>
    <p:sldLayoutId id="2147483766" r:id="rId57"/>
    <p:sldLayoutId id="2147483767" r:id="rId58"/>
    <p:sldLayoutId id="2147483768" r:id="rId59"/>
    <p:sldLayoutId id="2147483769" r:id="rId60"/>
    <p:sldLayoutId id="2147483770" r:id="rId61"/>
    <p:sldLayoutId id="2147483771" r:id="rId62"/>
    <p:sldLayoutId id="2147483773" r:id="rId63"/>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914222975"/>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750094"/>
            <a:ext cx="10515600" cy="1060704"/>
          </a:xfrm>
          <a:prstGeom prst="rect">
            <a:avLst/>
          </a:prstGeom>
        </p:spPr>
        <p:txBody>
          <a:bodyPr vert="horz" lIns="0" tIns="0" rIns="0" bIns="0" rtlCol="0" anchor="b">
            <a:noAutofit/>
          </a:bodyPr>
          <a:lstStyle/>
          <a:p>
            <a:r>
              <a:rPr lang="en-US"/>
              <a:t>Donec </a:t>
            </a:r>
            <a:r>
              <a:rPr lang="en-US" err="1"/>
              <a:t>ullamcorper</a:t>
            </a:r>
            <a:r>
              <a:rPr lang="en-US"/>
              <a:t> </a:t>
            </a:r>
            <a:r>
              <a:rPr lang="en-US" err="1"/>
              <a:t>nulla</a:t>
            </a:r>
            <a:r>
              <a:rPr lang="en-US"/>
              <a:t> non </a:t>
            </a:r>
            <a:r>
              <a:rPr lang="en-US" err="1"/>
              <a:t>metus</a:t>
            </a:r>
            <a:r>
              <a:rPr lang="en-US"/>
              <a:t> auctor </a:t>
            </a:r>
            <a:r>
              <a:rPr lang="en-US" err="1"/>
              <a:t>fringilla</a:t>
            </a:r>
            <a:r>
              <a:rPr lang="en-US"/>
              <a:t>.</a:t>
            </a:r>
          </a:p>
        </p:txBody>
      </p:sp>
      <p:sp>
        <p:nvSpPr>
          <p:cNvPr id="3" name="Text Placeholder 2"/>
          <p:cNvSpPr>
            <a:spLocks noGrp="1"/>
          </p:cNvSpPr>
          <p:nvPr>
            <p:ph type="body" idx="1"/>
          </p:nvPr>
        </p:nvSpPr>
        <p:spPr>
          <a:xfrm>
            <a:off x="723900" y="2000250"/>
            <a:ext cx="10515600" cy="4229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924030" y="6356961"/>
            <a:ext cx="372620" cy="153629"/>
          </a:xfrm>
          <a:prstGeom prst="rect">
            <a:avLst/>
          </a:prstGeom>
          <a:noFill/>
          <a:effectLst/>
        </p:spPr>
        <p:txBody>
          <a:bodyPr vert="horz" lIns="182880" tIns="0" rIns="0" bIns="0" rtlCol="0" anchor="t"/>
          <a:lstStyle>
            <a:lvl1pPr algn="l">
              <a:defRPr sz="900" b="0" i="0">
                <a:solidFill>
                  <a:schemeClr val="bg1">
                    <a:lumMod val="65000"/>
                  </a:schemeClr>
                </a:solidFill>
                <a:latin typeface="Segoe UI Light" panose="020B0502040204020203" pitchFamily="34" charset="0"/>
                <a:cs typeface="Segoe UI Light" panose="020B0502040204020203" pitchFamily="34" charset="0"/>
              </a:defRPr>
            </a:lvl1pPr>
          </a:lstStyle>
          <a:p>
            <a:fld id="{9406BE13-FF2C-3A41-A53B-D6BC2DDA0AE5}" type="slidenum">
              <a:rPr lang="en-US" smtClean="0"/>
              <a:pPr/>
              <a:t>‹#›</a:t>
            </a:fld>
            <a:endParaRPr lang="en-US"/>
          </a:p>
        </p:txBody>
      </p:sp>
      <p:sp>
        <p:nvSpPr>
          <p:cNvPr id="34" name="Date Placeholder 33">
            <a:extLst>
              <a:ext uri="{FF2B5EF4-FFF2-40B4-BE49-F238E27FC236}">
                <a16:creationId xmlns:a16="http://schemas.microsoft.com/office/drawing/2014/main" id="{B5A96CE3-2088-61D4-5DDC-9C1AE01106EF}"/>
              </a:ext>
            </a:extLst>
          </p:cNvPr>
          <p:cNvSpPr>
            <a:spLocks noGrp="1"/>
          </p:cNvSpPr>
          <p:nvPr>
            <p:ph type="dt" sz="half" idx="2"/>
          </p:nvPr>
        </p:nvSpPr>
        <p:spPr>
          <a:xfrm>
            <a:off x="9773920" y="6356961"/>
            <a:ext cx="1179830" cy="153629"/>
          </a:xfrm>
          <a:prstGeom prst="rect">
            <a:avLst/>
          </a:prstGeom>
          <a:gradFill flip="none" rotWithShape="1">
            <a:gsLst>
              <a:gs pos="99000">
                <a:schemeClr val="bg1">
                  <a:lumMod val="95000"/>
                  <a:alpha val="0"/>
                </a:schemeClr>
              </a:gs>
              <a:gs pos="100000">
                <a:schemeClr val="bg1">
                  <a:lumMod val="95000"/>
                </a:schemeClr>
              </a:gs>
            </a:gsLst>
            <a:lin ang="0" scaled="0"/>
            <a:tileRect/>
          </a:gradFill>
          <a:ln>
            <a:noFill/>
          </a:ln>
          <a:effectLst>
            <a:outerShdw dist="368300" sx="69000" sy="69000" algn="l" rotWithShape="0">
              <a:schemeClr val="bg1">
                <a:lumMod val="50000"/>
              </a:schemeClr>
            </a:outerShdw>
          </a:effectLst>
        </p:spPr>
        <p:txBody>
          <a:bodyPr vert="horz" lIns="0" tIns="0" rIns="137160" bIns="0" rtlCol="0" anchor="t"/>
          <a:lstStyle>
            <a:lvl1pPr algn="r">
              <a:defRPr sz="900" b="0" i="0">
                <a:solidFill>
                  <a:schemeClr val="bg1">
                    <a:lumMod val="65000"/>
                  </a:schemeClr>
                </a:solidFill>
                <a:latin typeface="Segoe UI Light" panose="020B0502040204020203" pitchFamily="34" charset="0"/>
                <a:cs typeface="Segoe UI Light" panose="020B0502040204020203" pitchFamily="34" charset="0"/>
              </a:defRPr>
            </a:lvl1pPr>
          </a:lstStyle>
          <a:p>
            <a:r>
              <a:rPr lang="en-US"/>
              <a:t>Microsoft confidential</a:t>
            </a:r>
          </a:p>
        </p:txBody>
      </p:sp>
      <p:sp>
        <p:nvSpPr>
          <p:cNvPr id="5" name="Footer Placeholder 4"/>
          <p:cNvSpPr>
            <a:spLocks noGrp="1"/>
          </p:cNvSpPr>
          <p:nvPr>
            <p:ph type="ftr" sz="quarter" idx="3"/>
          </p:nvPr>
        </p:nvSpPr>
        <p:spPr>
          <a:xfrm>
            <a:off x="723900" y="6356961"/>
            <a:ext cx="2628900" cy="153630"/>
          </a:xfrm>
          <a:prstGeom prst="rect">
            <a:avLst/>
          </a:prstGeom>
          <a:noFill/>
          <a:effectLst/>
        </p:spPr>
        <p:txBody>
          <a:bodyPr vert="horz" lIns="0" tIns="0" rIns="182880" bIns="0" rtlCol="0" anchor="t"/>
          <a:lstStyle>
            <a:lvl1pPr algn="l">
              <a:defRPr sz="900" b="0" i="0">
                <a:solidFill>
                  <a:schemeClr val="bg1">
                    <a:lumMod val="65000"/>
                  </a:schemeClr>
                </a:solidFill>
                <a:latin typeface="Segoe UI Light" panose="020B0502040204020203" pitchFamily="34" charset="0"/>
                <a:cs typeface="Segoe UI Light" panose="020B0502040204020203" pitchFamily="34" charset="0"/>
              </a:defRPr>
            </a:lvl1pPr>
          </a:lstStyle>
          <a:p>
            <a:r>
              <a:rPr lang="en-US"/>
              <a:t>Creating a scalable conversational UX</a:t>
            </a:r>
          </a:p>
        </p:txBody>
      </p:sp>
    </p:spTree>
    <p:extLst>
      <p:ext uri="{BB962C8B-B14F-4D97-AF65-F5344CB8AC3E}">
        <p14:creationId xmlns:p14="http://schemas.microsoft.com/office/powerpoint/2010/main" val="4272374385"/>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 id="2147483859" r:id="rId19"/>
    <p:sldLayoutId id="2147483860" r:id="rId20"/>
    <p:sldLayoutId id="2147483861" r:id="rId21"/>
    <p:sldLayoutId id="2147483862" r:id="rId22"/>
    <p:sldLayoutId id="2147483863" r:id="rId23"/>
    <p:sldLayoutId id="2147483864" r:id="rId24"/>
    <p:sldLayoutId id="2147483865" r:id="rId25"/>
    <p:sldLayoutId id="2147483866" r:id="rId26"/>
    <p:sldLayoutId id="2147483867" r:id="rId27"/>
    <p:sldLayoutId id="2147483868" r:id="rId28"/>
    <p:sldLayoutId id="2147483869" r:id="rId29"/>
    <p:sldLayoutId id="2147483870" r:id="rId30"/>
    <p:sldLayoutId id="2147483871" r:id="rId31"/>
    <p:sldLayoutId id="2147483872" r:id="rId32"/>
    <p:sldLayoutId id="2147483873" r:id="rId33"/>
    <p:sldLayoutId id="2147483874" r:id="rId34"/>
    <p:sldLayoutId id="2147483875" r:id="rId35"/>
    <p:sldLayoutId id="2147483876" r:id="rId36"/>
    <p:sldLayoutId id="2147483877" r:id="rId37"/>
    <p:sldLayoutId id="2147483878" r:id="rId38"/>
    <p:sldLayoutId id="2147483879" r:id="rId39"/>
    <p:sldLayoutId id="2147483880" r:id="rId40"/>
    <p:sldLayoutId id="2147483881" r:id="rId41"/>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hf hdr="0" ft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200"/>
        </a:spcAft>
        <a:buFont typeface="Wingdings" pitchFamily="2" charset="2"/>
        <a:buChar char="§"/>
        <a:defRPr sz="20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
          <p15:clr>
            <a:srgbClr val="F26B43"/>
          </p15:clr>
        </p15:guide>
        <p15:guide id="2" pos="456">
          <p15:clr>
            <a:srgbClr val="F26B43"/>
          </p15:clr>
        </p15:guide>
        <p15:guide id="4" pos="7368">
          <p15:clr>
            <a:srgbClr val="F26B43"/>
          </p15:clr>
        </p15:guide>
        <p15:guide id="7" orient="horz" pos="399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603102"/>
            <a:ext cx="11018520"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a:extLst>
              <a:ext uri="{FF2B5EF4-FFF2-40B4-BE49-F238E27FC236}">
                <a16:creationId xmlns:a16="http://schemas.microsoft.com/office/drawing/2014/main" id="{9FE0D68D-2A69-DBB3-5530-8156E1AA67C7}"/>
              </a:ext>
            </a:extLst>
          </p:cNvPr>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r>
              <a:rPr lang="en-US"/>
              <a:t>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F8DDE9AA-0A0B-CBDB-0407-3CB0252BEFB4}"/>
              </a:ext>
            </a:extLst>
          </p:cNvPr>
          <p:cNvPicPr>
            <a:picLocks noChangeAspect="1"/>
          </p:cNvPicPr>
          <p:nvPr userDrawn="1"/>
        </p:nvPicPr>
        <p:blipFill>
          <a:blip>
            <a:extLst>
              <a:ext uri="{96DAC541-7B7A-43D3-8B79-37D633B846F1}">
                <asvg:svgBlip xmlns:asvg="http://schemas.microsoft.com/office/drawing/2016/SVG/main" r:embed="rId4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783229193"/>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hf sldNum="0" hdr="0" dt="0"/>
  <p:txStyles>
    <p:titleStyle>
      <a:lvl1pPr algn="l" defTabSz="932742" rtl="0" eaLnBrk="1" latinLnBrk="0" hangingPunct="1">
        <a:lnSpc>
          <a:spcPct val="100000"/>
        </a:lnSpc>
        <a:spcBef>
          <a:spcPct val="0"/>
        </a:spcBef>
        <a:buNone/>
        <a:defRPr lang="en-US" sz="2000" b="0" i="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Semilight" panose="020B04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680">
          <p15:clr>
            <a:srgbClr val="A5A5A5"/>
          </p15:clr>
        </p15:guide>
        <p15:guide id="3">
          <p15:clr>
            <a:srgbClr val="A5A5A5"/>
          </p15:clr>
        </p15:guide>
        <p15:guide id="4" pos="7496">
          <p15:clr>
            <a:srgbClr val="A5A5A5"/>
          </p15:clr>
        </p15:guide>
        <p15:guide id="5" orient="horz">
          <p15:clr>
            <a:srgbClr val="A5A5A5"/>
          </p15:clr>
        </p15:guide>
        <p15:guide id="6" orient="horz" pos="4320">
          <p15:clr>
            <a:srgbClr val="A5A5A5"/>
          </p15:clr>
        </p15:guide>
        <p15:guide id="7" orient="horz" pos="184">
          <p15:clr>
            <a:srgbClr val="A5A5A5"/>
          </p15:clr>
        </p15:guide>
        <p15:guide id="8" orient="horz" pos="4136">
          <p15:clr>
            <a:srgbClr val="A5A5A5"/>
          </p15:clr>
        </p15:guide>
        <p15:guide id="9" orient="horz" pos="3952">
          <p15:clr>
            <a:srgbClr val="C35EA4"/>
          </p15:clr>
        </p15:guide>
        <p15:guide id="10" orient="horz" pos="365">
          <p15:clr>
            <a:srgbClr val="C35EA4"/>
          </p15:clr>
        </p15:guide>
        <p15:guide id="11" pos="7307">
          <p15:clr>
            <a:srgbClr val="C35EA4"/>
          </p15:clr>
        </p15:guide>
        <p15:guide id="12" pos="365">
          <p15:clr>
            <a:srgbClr val="C35EA4"/>
          </p15:clr>
        </p15:guide>
        <p15:guide id="13" pos="188">
          <p15:clr>
            <a:srgbClr val="A5A5A5"/>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999989483"/>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011B5D-82C1-6F6D-D8BA-6C10531954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1E09B62F-7E8A-D6CF-D5AB-E82D2B53D1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E0E53780-EE84-6AB5-4311-157708D6A5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894684-00AF-422F-9E70-484377D91052}" type="datetimeFigureOut">
              <a:rPr lang="es-MX" smtClean="0"/>
              <a:t>09/04/2026</a:t>
            </a:fld>
            <a:endParaRPr lang="es-MX"/>
          </a:p>
        </p:txBody>
      </p:sp>
      <p:sp>
        <p:nvSpPr>
          <p:cNvPr id="5" name="Footer Placeholder 4">
            <a:extLst>
              <a:ext uri="{FF2B5EF4-FFF2-40B4-BE49-F238E27FC236}">
                <a16:creationId xmlns:a16="http://schemas.microsoft.com/office/drawing/2014/main" id="{020A6702-23AF-355E-E6EF-D39091A582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9022D74D-5BAE-5E6C-D834-ABB626BE9E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C30F42-2E61-4F47-872B-F268A27A1A27}" type="slidenum">
              <a:rPr lang="es-MX" smtClean="0"/>
              <a:t>‹#›</a:t>
            </a:fld>
            <a:endParaRPr lang="es-MX"/>
          </a:p>
        </p:txBody>
      </p:sp>
    </p:spTree>
    <p:extLst>
      <p:ext uri="{BB962C8B-B14F-4D97-AF65-F5344CB8AC3E}">
        <p14:creationId xmlns:p14="http://schemas.microsoft.com/office/powerpoint/2010/main" val="196161653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59" r:id="rId14"/>
    <p:sldLayoutId id="2147483960" r:id="rId15"/>
    <p:sldLayoutId id="2147483961" r:id="rId16"/>
    <p:sldLayoutId id="2147483962" r:id="rId17"/>
    <p:sldLayoutId id="2147483963" r:id="rId18"/>
    <p:sldLayoutId id="2147483964"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603102"/>
            <a:ext cx="11018520"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a:extLst>
              <a:ext uri="{FF2B5EF4-FFF2-40B4-BE49-F238E27FC236}">
                <a16:creationId xmlns:a16="http://schemas.microsoft.com/office/drawing/2014/main" id="{9FE0D68D-2A69-DBB3-5530-8156E1AA67C7}"/>
              </a:ext>
            </a:extLst>
          </p:cNvPr>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r>
              <a:rPr lang="en-US"/>
              <a:t>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F8DDE9AA-0A0B-CBDB-0407-3CB0252BEFB4}"/>
              </a:ext>
            </a:extLst>
          </p:cNvPr>
          <p:cNvPicPr>
            <a:picLocks noChangeAspect="1"/>
          </p:cNvPicPr>
          <p:nvPr userDrawn="1"/>
        </p:nvPicPr>
        <p:blipFill>
          <a:blip>
            <a:extLst>
              <a:ext uri="{96DAC541-7B7A-43D3-8B79-37D633B846F1}">
                <asvg:svgBlip xmlns:asvg="http://schemas.microsoft.com/office/drawing/2016/SVG/main" r:embed="rId4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529490808"/>
      </p:ext>
    </p:extLst>
  </p:cSld>
  <p:clrMap bg1="dk1" tx1="lt1" bg2="dk2" tx2="lt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 id="2147483978" r:id="rId13"/>
    <p:sldLayoutId id="2147483979" r:id="rId14"/>
    <p:sldLayoutId id="2147483980" r:id="rId15"/>
    <p:sldLayoutId id="2147483981" r:id="rId16"/>
    <p:sldLayoutId id="2147483982" r:id="rId17"/>
    <p:sldLayoutId id="2147483983" r:id="rId18"/>
    <p:sldLayoutId id="2147483984" r:id="rId19"/>
    <p:sldLayoutId id="2147483985" r:id="rId20"/>
    <p:sldLayoutId id="2147483986" r:id="rId21"/>
    <p:sldLayoutId id="2147483987" r:id="rId22"/>
    <p:sldLayoutId id="2147483988" r:id="rId23"/>
    <p:sldLayoutId id="2147483989" r:id="rId24"/>
    <p:sldLayoutId id="2147483990" r:id="rId25"/>
    <p:sldLayoutId id="2147483991" r:id="rId26"/>
    <p:sldLayoutId id="2147483992" r:id="rId27"/>
    <p:sldLayoutId id="2147483993" r:id="rId28"/>
    <p:sldLayoutId id="2147483994" r:id="rId29"/>
    <p:sldLayoutId id="2147483995" r:id="rId30"/>
    <p:sldLayoutId id="2147483996" r:id="rId31"/>
    <p:sldLayoutId id="2147483997" r:id="rId32"/>
    <p:sldLayoutId id="2147483998" r:id="rId33"/>
    <p:sldLayoutId id="2147483999" r:id="rId34"/>
    <p:sldLayoutId id="2147484000" r:id="rId35"/>
    <p:sldLayoutId id="2147484001" r:id="rId36"/>
    <p:sldLayoutId id="2147484002" r:id="rId37"/>
    <p:sldLayoutId id="2147484003" r:id="rId38"/>
    <p:sldLayoutId id="2147484004" r:id="rId39"/>
    <p:sldLayoutId id="2147484005" r:id="rId40"/>
  </p:sldLayoutIdLst>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hf sldNum="0" hdr="0" dt="0"/>
  <p:txStyles>
    <p:titleStyle>
      <a:lvl1pPr algn="l" defTabSz="932742" rtl="0" eaLnBrk="1" latinLnBrk="0" hangingPunct="1">
        <a:lnSpc>
          <a:spcPct val="100000"/>
        </a:lnSpc>
        <a:spcBef>
          <a:spcPct val="0"/>
        </a:spcBef>
        <a:buNone/>
        <a:defRPr lang="en-US" sz="2000" b="0" i="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Semilight" panose="020B04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680">
          <p15:clr>
            <a:srgbClr val="A5A5A5"/>
          </p15:clr>
        </p15:guide>
        <p15:guide id="3">
          <p15:clr>
            <a:srgbClr val="A5A5A5"/>
          </p15:clr>
        </p15:guide>
        <p15:guide id="4" pos="7496">
          <p15:clr>
            <a:srgbClr val="A5A5A5"/>
          </p15:clr>
        </p15:guide>
        <p15:guide id="5" orient="horz">
          <p15:clr>
            <a:srgbClr val="A5A5A5"/>
          </p15:clr>
        </p15:guide>
        <p15:guide id="6" orient="horz" pos="4320">
          <p15:clr>
            <a:srgbClr val="A5A5A5"/>
          </p15:clr>
        </p15:guide>
        <p15:guide id="7" orient="horz" pos="184">
          <p15:clr>
            <a:srgbClr val="A5A5A5"/>
          </p15:clr>
        </p15:guide>
        <p15:guide id="8" orient="horz" pos="4136">
          <p15:clr>
            <a:srgbClr val="A5A5A5"/>
          </p15:clr>
        </p15:guide>
        <p15:guide id="9" orient="horz" pos="3952">
          <p15:clr>
            <a:srgbClr val="C35EA4"/>
          </p15:clr>
        </p15:guide>
        <p15:guide id="10" orient="horz" pos="365">
          <p15:clr>
            <a:srgbClr val="C35EA4"/>
          </p15:clr>
        </p15:guide>
        <p15:guide id="11" pos="7307">
          <p15:clr>
            <a:srgbClr val="C35EA4"/>
          </p15:clr>
        </p15:guide>
        <p15:guide id="12" pos="365">
          <p15:clr>
            <a:srgbClr val="C35EA4"/>
          </p15:clr>
        </p15:guide>
        <p15:guide id="13" pos="188">
          <p15:clr>
            <a:srgbClr val="A5A5A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1.xml"/><Relationship Id="rId1" Type="http://schemas.openxmlformats.org/officeDocument/2006/relationships/slideLayout" Target="../slideLayouts/slideLayout21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xml"/><Relationship Id="rId1" Type="http://schemas.openxmlformats.org/officeDocument/2006/relationships/slideLayout" Target="../slideLayouts/slideLayout109.xml"/><Relationship Id="rId5" Type="http://schemas.openxmlformats.org/officeDocument/2006/relationships/image" Target="../media/image65.png"/><Relationship Id="rId4" Type="http://schemas.openxmlformats.org/officeDocument/2006/relationships/image" Target="../media/image61.png"/></Relationships>
</file>

<file path=ppt/slides/_rels/slide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xml"/><Relationship Id="rId1" Type="http://schemas.openxmlformats.org/officeDocument/2006/relationships/slideLayout" Target="../slideLayouts/slideLayout108.xml"/><Relationship Id="rId5" Type="http://schemas.openxmlformats.org/officeDocument/2006/relationships/image" Target="../media/image68.png"/><Relationship Id="rId4" Type="http://schemas.openxmlformats.org/officeDocument/2006/relationships/image" Target="../media/image67.png"/></Relationships>
</file>

<file path=ppt/slides/_rels/slide5.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4.xml"/><Relationship Id="rId1" Type="http://schemas.openxmlformats.org/officeDocument/2006/relationships/slideLayout" Target="../slideLayouts/slideLayout108.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6.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5.xml"/><Relationship Id="rId1" Type="http://schemas.openxmlformats.org/officeDocument/2006/relationships/slideLayout" Target="../slideLayouts/slideLayout97.xml"/></Relationships>
</file>

<file path=ppt/slides/_rels/slide7.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svg"/><Relationship Id="rId7" Type="http://schemas.openxmlformats.org/officeDocument/2006/relationships/image" Target="../media/image79.png"/><Relationship Id="rId2" Type="http://schemas.openxmlformats.org/officeDocument/2006/relationships/notesSlide" Target="../notesSlides/notesSlide6.xml"/><Relationship Id="rId1" Type="http://schemas.openxmlformats.org/officeDocument/2006/relationships/slideLayout" Target="../slideLayouts/slideLayout97.xml"/><Relationship Id="rId6" Type="http://schemas.openxmlformats.org/officeDocument/2006/relationships/image" Target="../media/image78.svg"/><Relationship Id="rId5" Type="http://schemas.openxmlformats.org/officeDocument/2006/relationships/image" Target="../media/image77.svg"/><Relationship Id="rId4" Type="http://schemas.openxmlformats.org/officeDocument/2006/relationships/image" Target="../media/image76.svg"/></Relationships>
</file>

<file path=ppt/slides/_rels/slide8.xml.rels><?xml version="1.0" encoding="UTF-8" standalone="yes"?>
<Relationships xmlns="http://schemas.openxmlformats.org/package/2006/relationships"><Relationship Id="rId3" Type="http://schemas.openxmlformats.org/officeDocument/2006/relationships/image" Target="../media/image81.svg"/><Relationship Id="rId7" Type="http://schemas.openxmlformats.org/officeDocument/2006/relationships/image" Target="../media/image84.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63.png"/><Relationship Id="rId5" Type="http://schemas.openxmlformats.org/officeDocument/2006/relationships/image" Target="../media/image83.png"/><Relationship Id="rId4" Type="http://schemas.openxmlformats.org/officeDocument/2006/relationships/image" Target="../media/image82.png"/></Relationships>
</file>

<file path=ppt/slides/_rels/slide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63.png"/><Relationship Id="rId10"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10.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7.png"/><Relationship Id="rId18" Type="http://schemas.openxmlformats.org/officeDocument/2006/relationships/image" Target="../media/image102.png"/><Relationship Id="rId26" Type="http://schemas.openxmlformats.org/officeDocument/2006/relationships/image" Target="../media/image110.png"/><Relationship Id="rId3" Type="http://schemas.openxmlformats.org/officeDocument/2006/relationships/image" Target="../media/image89.png"/><Relationship Id="rId21" Type="http://schemas.openxmlformats.org/officeDocument/2006/relationships/image" Target="../media/image105.png"/><Relationship Id="rId7" Type="http://schemas.openxmlformats.org/officeDocument/2006/relationships/image" Target="../media/image92.png"/><Relationship Id="rId12" Type="http://schemas.openxmlformats.org/officeDocument/2006/relationships/image" Target="../media/image96.png"/><Relationship Id="rId17" Type="http://schemas.openxmlformats.org/officeDocument/2006/relationships/image" Target="../media/image101.png"/><Relationship Id="rId25" Type="http://schemas.openxmlformats.org/officeDocument/2006/relationships/image" Target="../media/image109.png"/><Relationship Id="rId2" Type="http://schemas.openxmlformats.org/officeDocument/2006/relationships/notesSlide" Target="../notesSlides/notesSlide9.xml"/><Relationship Id="rId16" Type="http://schemas.openxmlformats.org/officeDocument/2006/relationships/image" Target="../media/image100.png"/><Relationship Id="rId20" Type="http://schemas.openxmlformats.org/officeDocument/2006/relationships/image" Target="../media/image104.svg"/><Relationship Id="rId29" Type="http://schemas.openxmlformats.org/officeDocument/2006/relationships/image" Target="../media/image113.png"/><Relationship Id="rId1" Type="http://schemas.openxmlformats.org/officeDocument/2006/relationships/slideLayout" Target="../slideLayouts/slideLayout97.xml"/><Relationship Id="rId6" Type="http://schemas.openxmlformats.org/officeDocument/2006/relationships/image" Target="../media/image91.png"/><Relationship Id="rId11" Type="http://schemas.openxmlformats.org/officeDocument/2006/relationships/image" Target="../media/image95.png"/><Relationship Id="rId24" Type="http://schemas.openxmlformats.org/officeDocument/2006/relationships/image" Target="../media/image108.png"/><Relationship Id="rId32" Type="http://schemas.openxmlformats.org/officeDocument/2006/relationships/image" Target="../media/image116.png"/><Relationship Id="rId5" Type="http://schemas.microsoft.com/office/2007/relationships/hdphoto" Target="../media/hdphoto3.wdp"/><Relationship Id="rId15" Type="http://schemas.openxmlformats.org/officeDocument/2006/relationships/image" Target="../media/image99.png"/><Relationship Id="rId23" Type="http://schemas.openxmlformats.org/officeDocument/2006/relationships/image" Target="../media/image107.png"/><Relationship Id="rId28" Type="http://schemas.openxmlformats.org/officeDocument/2006/relationships/image" Target="../media/image112.png"/><Relationship Id="rId10" Type="http://schemas.openxmlformats.org/officeDocument/2006/relationships/image" Target="../media/image94.png"/><Relationship Id="rId19" Type="http://schemas.openxmlformats.org/officeDocument/2006/relationships/image" Target="../media/image103.png"/><Relationship Id="rId31" Type="http://schemas.openxmlformats.org/officeDocument/2006/relationships/image" Target="../media/image115.png"/><Relationship Id="rId4" Type="http://schemas.openxmlformats.org/officeDocument/2006/relationships/image" Target="../media/image90.png"/><Relationship Id="rId9" Type="http://schemas.microsoft.com/office/2007/relationships/hdphoto" Target="../media/hdphoto4.wdp"/><Relationship Id="rId14" Type="http://schemas.openxmlformats.org/officeDocument/2006/relationships/image" Target="../media/image98.png"/><Relationship Id="rId22" Type="http://schemas.openxmlformats.org/officeDocument/2006/relationships/image" Target="../media/image106.png"/><Relationship Id="rId27" Type="http://schemas.openxmlformats.org/officeDocument/2006/relationships/image" Target="../media/image111.png"/><Relationship Id="rId30" Type="http://schemas.openxmlformats.org/officeDocument/2006/relationships/image" Target="../media/image114.png"/></Relationships>
</file>

<file path=ppt/slides/_rels/slide11.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10.xml"/><Relationship Id="rId1" Type="http://schemas.openxmlformats.org/officeDocument/2006/relationships/slideLayout" Target="../slideLayouts/slideLayout39.xml"/><Relationship Id="rId4" Type="http://schemas.openxmlformats.org/officeDocument/2006/relationships/image" Target="../media/image117.png"/></Relationships>
</file>

<file path=ppt/slides/_rels/slide12.xml.rels><?xml version="1.0" encoding="UTF-8" standalone="yes"?>
<Relationships xmlns="http://schemas.openxmlformats.org/package/2006/relationships"><Relationship Id="rId3" Type="http://schemas.openxmlformats.org/officeDocument/2006/relationships/image" Target="../media/image119.svg"/><Relationship Id="rId7" Type="http://schemas.openxmlformats.org/officeDocument/2006/relationships/image" Target="../media/image117.png"/><Relationship Id="rId2" Type="http://schemas.openxmlformats.org/officeDocument/2006/relationships/image" Target="../media/image118.svg"/><Relationship Id="rId1" Type="http://schemas.openxmlformats.org/officeDocument/2006/relationships/slideLayout" Target="../slideLayouts/slideLayout39.xml"/><Relationship Id="rId6" Type="http://schemas.openxmlformats.org/officeDocument/2006/relationships/hyperlink" Target="https://devblogs.microsoft.com/foundry/introducing-microsoft-agent-framework-the-open-source-engine-for-agentic-ai-apps/" TargetMode="External"/><Relationship Id="rId5" Type="http://schemas.openxmlformats.org/officeDocument/2006/relationships/image" Target="../media/image121.svg"/><Relationship Id="rId4" Type="http://schemas.openxmlformats.org/officeDocument/2006/relationships/image" Target="../media/image120.svg"/></Relationships>
</file>

<file path=ppt/slides/_rels/slide13.xml.rels><?xml version="1.0" encoding="UTF-8" standalone="yes"?>
<Relationships xmlns="http://schemas.openxmlformats.org/package/2006/relationships"><Relationship Id="rId8" Type="http://schemas.openxmlformats.org/officeDocument/2006/relationships/hyperlink" Target="https://devblogs.microsoft.com/foundry/introducing-microsoft-agent-framework-the-open-source-engine-for-agentic-ai-apps/" TargetMode="External"/><Relationship Id="rId3" Type="http://schemas.openxmlformats.org/officeDocument/2006/relationships/image" Target="../media/image123.svg"/><Relationship Id="rId7" Type="http://schemas.openxmlformats.org/officeDocument/2006/relationships/image" Target="../media/image127.svg"/><Relationship Id="rId2" Type="http://schemas.openxmlformats.org/officeDocument/2006/relationships/image" Target="../media/image122.svg"/><Relationship Id="rId1" Type="http://schemas.openxmlformats.org/officeDocument/2006/relationships/slideLayout" Target="../slideLayouts/slideLayout39.xml"/><Relationship Id="rId6" Type="http://schemas.openxmlformats.org/officeDocument/2006/relationships/image" Target="../media/image126.svg"/><Relationship Id="rId5" Type="http://schemas.openxmlformats.org/officeDocument/2006/relationships/image" Target="../media/image125.svg"/><Relationship Id="rId4" Type="http://schemas.openxmlformats.org/officeDocument/2006/relationships/image" Target="../media/image124.svg"/></Relationships>
</file>

<file path=ppt/slides/_rels/slide14.xml.rels><?xml version="1.0" encoding="UTF-8" standalone="yes"?>
<Relationships xmlns="http://schemas.openxmlformats.org/package/2006/relationships"><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notesSlide" Target="../notesSlides/notesSlide11.xml"/><Relationship Id="rId1" Type="http://schemas.openxmlformats.org/officeDocument/2006/relationships/slideLayout" Target="../slideLayouts/slideLayout62.xml"/><Relationship Id="rId6" Type="http://schemas.openxmlformats.org/officeDocument/2006/relationships/image" Target="../media/image131.jpeg"/><Relationship Id="rId5" Type="http://schemas.openxmlformats.org/officeDocument/2006/relationships/image" Target="../media/image130.png"/><Relationship Id="rId4" Type="http://schemas.openxmlformats.org/officeDocument/2006/relationships/image" Target="../media/image129.jpeg"/></Relationships>
</file>

<file path=ppt/slides/_rels/slide1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2.xml"/><Relationship Id="rId1" Type="http://schemas.openxmlformats.org/officeDocument/2006/relationships/slideLayout" Target="../slideLayouts/slideLayout165.xml"/><Relationship Id="rId5" Type="http://schemas.openxmlformats.org/officeDocument/2006/relationships/image" Target="../media/image135.png"/><Relationship Id="rId4" Type="http://schemas.openxmlformats.org/officeDocument/2006/relationships/image" Target="../media/image134.png"/></Relationships>
</file>

<file path=ppt/slides/_rels/slide16.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63.png"/><Relationship Id="rId7" Type="http://schemas.openxmlformats.org/officeDocument/2006/relationships/image" Target="../media/image139.png"/><Relationship Id="rId2" Type="http://schemas.openxmlformats.org/officeDocument/2006/relationships/notesSlide" Target="../notesSlides/notesSlide13.xml"/><Relationship Id="rId1" Type="http://schemas.openxmlformats.org/officeDocument/2006/relationships/slideLayout" Target="../slideLayouts/slideLayout165.xml"/><Relationship Id="rId6" Type="http://schemas.openxmlformats.org/officeDocument/2006/relationships/image" Target="../media/image138.jpeg"/><Relationship Id="rId5" Type="http://schemas.openxmlformats.org/officeDocument/2006/relationships/image" Target="../media/image137.png"/><Relationship Id="rId4" Type="http://schemas.openxmlformats.org/officeDocument/2006/relationships/image" Target="../media/image136.png"/></Relationships>
</file>

<file path=ppt/slides/_rels/slide17.xml.rels><?xml version="1.0" encoding="UTF-8" standalone="yes"?>
<Relationships xmlns="http://schemas.openxmlformats.org/package/2006/relationships"><Relationship Id="rId3" Type="http://schemas.openxmlformats.org/officeDocument/2006/relationships/image" Target="../media/image140.svg"/><Relationship Id="rId2" Type="http://schemas.openxmlformats.org/officeDocument/2006/relationships/notesSlide" Target="../notesSlides/notesSlide14.xml"/><Relationship Id="rId1" Type="http://schemas.openxmlformats.org/officeDocument/2006/relationships/slideLayout" Target="../slideLayouts/slideLayout165.xml"/></Relationships>
</file>

<file path=ppt/slides/_rels/slide18.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90.png"/><Relationship Id="rId18" Type="http://schemas.openxmlformats.org/officeDocument/2006/relationships/image" Target="../media/image145.png"/><Relationship Id="rId3" Type="http://schemas.openxmlformats.org/officeDocument/2006/relationships/image" Target="../media/image92.png"/><Relationship Id="rId21" Type="http://schemas.openxmlformats.org/officeDocument/2006/relationships/image" Target="../media/image148.png"/><Relationship Id="rId7" Type="http://schemas.openxmlformats.org/officeDocument/2006/relationships/image" Target="../media/image93.png"/><Relationship Id="rId12" Type="http://schemas.openxmlformats.org/officeDocument/2006/relationships/image" Target="../media/image107.png"/><Relationship Id="rId17" Type="http://schemas.openxmlformats.org/officeDocument/2006/relationships/image" Target="../media/image144.png"/><Relationship Id="rId2" Type="http://schemas.openxmlformats.org/officeDocument/2006/relationships/notesSlide" Target="../notesSlides/notesSlide15.xml"/><Relationship Id="rId16" Type="http://schemas.openxmlformats.org/officeDocument/2006/relationships/image" Target="../media/image143.png"/><Relationship Id="rId20" Type="http://schemas.openxmlformats.org/officeDocument/2006/relationships/image" Target="../media/image147.png"/><Relationship Id="rId1" Type="http://schemas.openxmlformats.org/officeDocument/2006/relationships/slideLayout" Target="../slideLayouts/slideLayout165.xml"/><Relationship Id="rId6" Type="http://schemas.openxmlformats.org/officeDocument/2006/relationships/image" Target="../media/image106.png"/><Relationship Id="rId11" Type="http://schemas.microsoft.com/office/2007/relationships/hdphoto" Target="../media/hdphoto5.wdp"/><Relationship Id="rId5" Type="http://schemas.openxmlformats.org/officeDocument/2006/relationships/image" Target="../media/image96.png"/><Relationship Id="rId15" Type="http://schemas.openxmlformats.org/officeDocument/2006/relationships/image" Target="../media/image142.png"/><Relationship Id="rId23" Type="http://schemas.openxmlformats.org/officeDocument/2006/relationships/image" Target="../media/image150.png"/><Relationship Id="rId10" Type="http://schemas.openxmlformats.org/officeDocument/2006/relationships/image" Target="../media/image141.png"/><Relationship Id="rId19" Type="http://schemas.openxmlformats.org/officeDocument/2006/relationships/image" Target="../media/image146.png"/><Relationship Id="rId4" Type="http://schemas.openxmlformats.org/officeDocument/2006/relationships/image" Target="../media/image94.png"/><Relationship Id="rId9" Type="http://schemas.openxmlformats.org/officeDocument/2006/relationships/image" Target="../media/image95.png"/><Relationship Id="rId14" Type="http://schemas.microsoft.com/office/2007/relationships/hdphoto" Target="../media/hdphoto3.wdp"/><Relationship Id="rId22" Type="http://schemas.openxmlformats.org/officeDocument/2006/relationships/image" Target="../media/image14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tool.py" TargetMode="External"/><Relationship Id="rId1" Type="http://schemas.openxmlformats.org/officeDocument/2006/relationships/slideLayout" Target="../slideLayouts/slideLayout2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tools.py" TargetMode="External"/><Relationship Id="rId1" Type="http://schemas.openxmlformats.org/officeDocument/2006/relationships/slideLayout" Target="../slideLayouts/slideLayout225.xml"/></Relationships>
</file>

<file path=ppt/slides/_rels/slide23.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mcp_local.py" TargetMode="External"/><Relationship Id="rId1" Type="http://schemas.openxmlformats.org/officeDocument/2006/relationships/slideLayout" Target="../slideLayouts/slideLayout225.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mcp_remote.py" TargetMode="External"/><Relationship Id="rId1" Type="http://schemas.openxmlformats.org/officeDocument/2006/relationships/slideLayout" Target="../slideLayouts/slideLayout2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middleware.py" TargetMode="External"/><Relationship Id="rId1" Type="http://schemas.openxmlformats.org/officeDocument/2006/relationships/slideLayout" Target="../slideLayouts/slideLayout2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supervisor.py" TargetMode="External"/><Relationship Id="rId1" Type="http://schemas.openxmlformats.org/officeDocument/2006/relationships/slideLayout" Target="../slideLayouts/slideLayout225.xml"/></Relationships>
</file>

<file path=ppt/slides/_rels/slide33.xml.rels><?xml version="1.0" encoding="UTF-8" standalone="yes"?>
<Relationships xmlns="http://schemas.openxmlformats.org/package/2006/relationships"><Relationship Id="rId2" Type="http://schemas.openxmlformats.org/officeDocument/2006/relationships/hyperlink" Target="https://aka.ms/pythonagents/slides/building" TargetMode="External"/><Relationship Id="rId1" Type="http://schemas.openxmlformats.org/officeDocument/2006/relationships/slideLayout" Target="../slideLayouts/slideLayout218.xml"/></Relationships>
</file>

<file path=ppt/slides/_rels/slide3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6.xml"/><Relationship Id="rId1" Type="http://schemas.openxmlformats.org/officeDocument/2006/relationships/slideLayout" Target="../slideLayouts/slideLayout16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36.xml.rels><?xml version="1.0" encoding="UTF-8" standalone="yes"?>
<Relationships xmlns="http://schemas.openxmlformats.org/package/2006/relationships"><Relationship Id="rId2" Type="http://schemas.openxmlformats.org/officeDocument/2006/relationships/hyperlink" Target="https://learn.microsoft.com/agent-framework/user-guide/agents/agent-memory" TargetMode="External"/><Relationship Id="rId1" Type="http://schemas.openxmlformats.org/officeDocument/2006/relationships/slideLayout" Target="../slideLayouts/slideLayout225.xml"/></Relationships>
</file>

<file path=ppt/slides/_rels/slide37.xml.rels><?xml version="1.0" encoding="UTF-8" standalone="yes"?>
<Relationships xmlns="http://schemas.openxmlformats.org/package/2006/relationships"><Relationship Id="rId3" Type="http://schemas.openxmlformats.org/officeDocument/2006/relationships/hyperlink" Target="https://aka.ms/pythonagents/slides/contextmemory" TargetMode="External"/><Relationship Id="rId2" Type="http://schemas.openxmlformats.org/officeDocument/2006/relationships/notesSlide" Target="../notesSlides/notesSlide17.xml"/><Relationship Id="rId1" Type="http://schemas.openxmlformats.org/officeDocument/2006/relationships/slideLayout" Target="../slideLayouts/slideLayout2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otel_aspire.py" TargetMode="External"/><Relationship Id="rId1" Type="http://schemas.openxmlformats.org/officeDocument/2006/relationships/slideLayout" Target="../slideLayouts/slideLayout225.xml"/></Relationships>
</file>

<file path=ppt/slides/_rels/slide4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8.xml"/><Relationship Id="rId1" Type="http://schemas.openxmlformats.org/officeDocument/2006/relationships/slideLayout" Target="../slideLayouts/slideLayout165.xml"/><Relationship Id="rId4" Type="http://schemas.openxmlformats.org/officeDocument/2006/relationships/image" Target="../media/image15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5.xml"/></Relationships>
</file>

<file path=ppt/slides/_rels/slide42.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agent_otel_appinsights.py" TargetMode="External"/><Relationship Id="rId1" Type="http://schemas.openxmlformats.org/officeDocument/2006/relationships/slideLayout" Target="../slideLayouts/slideLayout225.xml"/></Relationships>
</file>

<file path=ppt/slides/_rels/slide4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0.xml"/><Relationship Id="rId1" Type="http://schemas.openxmlformats.org/officeDocument/2006/relationships/slideLayout" Target="../slideLayouts/slideLayout225.xml"/></Relationships>
</file>

<file path=ppt/slides/_rels/slide44.xml.rels><?xml version="1.0" encoding="UTF-8" standalone="yes"?>
<Relationships xmlns="http://schemas.openxmlformats.org/package/2006/relationships"><Relationship Id="rId2" Type="http://schemas.openxmlformats.org/officeDocument/2006/relationships/hyperlink" Target="https://aka.ms/pythonagents/slides/monitoreval" TargetMode="External"/><Relationship Id="rId1" Type="http://schemas.openxmlformats.org/officeDocument/2006/relationships/slideLayout" Target="../slideLayouts/slideLayout2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47.xml.rels><?xml version="1.0" encoding="UTF-8" standalone="yes"?>
<Relationships xmlns="http://schemas.openxmlformats.org/package/2006/relationships"><Relationship Id="rId2" Type="http://schemas.openxmlformats.org/officeDocument/2006/relationships/hyperlink" Target="https://github.com/Azure-Samples/python-agentframework-demos/blob/main/examples/workflow_rag_ingest.py" TargetMode="External"/><Relationship Id="rId1" Type="http://schemas.openxmlformats.org/officeDocument/2006/relationships/slideLayout" Target="../slideLayouts/slideLayout225.xml"/></Relationships>
</file>

<file path=ppt/slides/_rels/slide48.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25.xml"/></Relationships>
</file>

<file path=ppt/slides/_rels/slide49.xml.rels><?xml version="1.0" encoding="UTF-8" standalone="yes"?>
<Relationships xmlns="http://schemas.openxmlformats.org/package/2006/relationships"><Relationship Id="rId3" Type="http://schemas.openxmlformats.org/officeDocument/2006/relationships/hyperlink" Target="https://github.com/Azure-Samples/python-agentframework-demos/blob/main/examples/workflow_agents.py" TargetMode="External"/><Relationship Id="rId2" Type="http://schemas.openxmlformats.org/officeDocument/2006/relationships/notesSlide" Target="../notesSlides/notesSlide21.xml"/><Relationship Id="rId1" Type="http://schemas.openxmlformats.org/officeDocument/2006/relationships/slideLayout" Target="../slideLayouts/slideLayout225.xml"/><Relationship Id="rId4" Type="http://schemas.openxmlformats.org/officeDocument/2006/relationships/image" Target="../media/image157.png"/></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Azure-Samples/python-agentframework-demos/blob/main/examples/workflow_agents_streaming.py" TargetMode="External"/><Relationship Id="rId2" Type="http://schemas.openxmlformats.org/officeDocument/2006/relationships/notesSlide" Target="../notesSlides/notesSlide22.xml"/><Relationship Id="rId1" Type="http://schemas.openxmlformats.org/officeDocument/2006/relationships/slideLayout" Target="../slideLayouts/slideLayout225.xml"/></Relationships>
</file>

<file path=ppt/slides/_rels/slide51.xml.rels><?xml version="1.0" encoding="UTF-8" standalone="yes"?>
<Relationships xmlns="http://schemas.openxmlformats.org/package/2006/relationships"><Relationship Id="rId3" Type="http://schemas.openxmlformats.org/officeDocument/2006/relationships/hyperlink" Target="https://github.com/Azure-Samples/python-agentframework-demos/blob/main/examples/workflow_agents_sequential.py" TargetMode="External"/><Relationship Id="rId2" Type="http://schemas.openxmlformats.org/officeDocument/2006/relationships/notesSlide" Target="../notesSlides/notesSlide23.xml"/><Relationship Id="rId1" Type="http://schemas.openxmlformats.org/officeDocument/2006/relationships/slideLayout" Target="../slideLayouts/slideLayout225.xml"/><Relationship Id="rId4" Type="http://schemas.openxmlformats.org/officeDocument/2006/relationships/image" Target="../media/image1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5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4.xml"/><Relationship Id="rId1" Type="http://schemas.openxmlformats.org/officeDocument/2006/relationships/slideLayout" Target="../slideLayouts/slideLayout225.xml"/><Relationship Id="rId4" Type="http://schemas.openxmlformats.org/officeDocument/2006/relationships/hyperlink" Target="https://github.com/Azure-Samples/python-agentframework-demos/blob/main/examples/workflow_conditional.py"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5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5.xml"/><Relationship Id="rId1" Type="http://schemas.openxmlformats.org/officeDocument/2006/relationships/slideLayout" Target="../slideLayouts/slideLayout225.xml"/></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Azure-Samples/python-agentframework-demos/blob/main/examples/workflow_conditional_state.py" TargetMode="External"/><Relationship Id="rId2" Type="http://schemas.openxmlformats.org/officeDocument/2006/relationships/notesSlide" Target="../notesSlides/notesSlide26.xml"/><Relationship Id="rId1" Type="http://schemas.openxmlformats.org/officeDocument/2006/relationships/slideLayout" Target="../slideLayouts/slideLayout225.xml"/></Relationships>
</file>

<file path=ppt/slides/_rels/slide57.xml.rels><?xml version="1.0" encoding="UTF-8" standalone="yes"?>
<Relationships xmlns="http://schemas.openxmlformats.org/package/2006/relationships"><Relationship Id="rId2" Type="http://schemas.openxmlformats.org/officeDocument/2006/relationships/hyperlink" Target="https://aka.ms/pythonagents/slides/workflows" TargetMode="External"/><Relationship Id="rId1" Type="http://schemas.openxmlformats.org/officeDocument/2006/relationships/slideLayout" Target="../slideLayouts/slideLayout218.xml"/></Relationships>
</file>

<file path=ppt/slides/_rels/slide58.xml.rels><?xml version="1.0" encoding="UTF-8" standalone="yes"?>
<Relationships xmlns="http://schemas.openxmlformats.org/package/2006/relationships"><Relationship Id="rId3" Type="http://schemas.openxmlformats.org/officeDocument/2006/relationships/hyperlink" Target="https://learn.microsoft.com/en-us/agent-framework/workflows/orchestrations/" TargetMode="External"/><Relationship Id="rId2" Type="http://schemas.openxmlformats.org/officeDocument/2006/relationships/notesSlide" Target="../notesSlides/notesSlide27.xml"/><Relationship Id="rId1" Type="http://schemas.openxmlformats.org/officeDocument/2006/relationships/slideLayout" Target="../slideLayouts/slideLayout219.xml"/><Relationship Id="rId4" Type="http://schemas.openxmlformats.org/officeDocument/2006/relationships/hyperlink" Target="https://learn.microsoft.com/agent-framework/workflows/orchestration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6.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7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1.png"/><Relationship Id="rId4" Type="http://schemas.openxmlformats.org/officeDocument/2006/relationships/notesSlide" Target="../notesSlides/notesSlide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6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29.xml"/><Relationship Id="rId1" Type="http://schemas.openxmlformats.org/officeDocument/2006/relationships/slideLayout" Target="../slideLayouts/slideLayout225.xml"/><Relationship Id="rId4" Type="http://schemas.openxmlformats.org/officeDocument/2006/relationships/hyperlink" Target="https://github.com/Azure-Samples/Agentic-AI-Investment-Analysis-Sample"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github.com/Azure-Samples/Agentic-AI-Investment-Analysis-Sample/blob/main/api-app/app/workflow/investment_workflow.py" TargetMode="External"/><Relationship Id="rId2" Type="http://schemas.openxmlformats.org/officeDocument/2006/relationships/notesSlide" Target="../notesSlides/notesSlide30.xml"/><Relationship Id="rId1" Type="http://schemas.openxmlformats.org/officeDocument/2006/relationships/slideLayout" Target="../slideLayouts/slideLayout225.xml"/><Relationship Id="rId5" Type="http://schemas.openxmlformats.org/officeDocument/2006/relationships/image" Target="../media/image164.png"/><Relationship Id="rId4" Type="http://schemas.openxmlformats.org/officeDocument/2006/relationships/image" Target="../media/image163.png"/></Relationships>
</file>

<file path=ppt/slides/_rels/slide64.xml.rels><?xml version="1.0" encoding="UTF-8" standalone="yes"?>
<Relationships xmlns="http://schemas.openxmlformats.org/package/2006/relationships"><Relationship Id="rId3" Type="http://schemas.openxmlformats.org/officeDocument/2006/relationships/hyperlink" Target="https://github.com/Azure-Samples/Agentic-AI-Investment-Analysis-Sample/blob/main/api-app/app/what_if_chat/what_if_workflow.py" TargetMode="External"/><Relationship Id="rId7" Type="http://schemas.openxmlformats.org/officeDocument/2006/relationships/image" Target="../media/image168.png"/><Relationship Id="rId2" Type="http://schemas.openxmlformats.org/officeDocument/2006/relationships/notesSlide" Target="../notesSlides/notesSlide31.xml"/><Relationship Id="rId1" Type="http://schemas.openxmlformats.org/officeDocument/2006/relationships/slideLayout" Target="../slideLayouts/slideLayout225.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s>
</file>

<file path=ppt/slides/_rels/slide65.xml.rels><?xml version="1.0" encoding="UTF-8" standalone="yes"?>
<Relationships xmlns="http://schemas.openxmlformats.org/package/2006/relationships"><Relationship Id="rId2" Type="http://schemas.openxmlformats.org/officeDocument/2006/relationships/hyperlink" Target="https://aka.ms/pythonagents/slides/advancedworkflows" TargetMode="External"/><Relationship Id="rId1" Type="http://schemas.openxmlformats.org/officeDocument/2006/relationships/slideLayout" Target="../slideLayouts/slideLayout2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2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5.xml"/></Relationships>
</file>

<file path=ppt/slides/_rels/slide69.xml.rels><?xml version="1.0" encoding="UTF-8" standalone="yes"?>
<Relationships xmlns="http://schemas.openxmlformats.org/package/2006/relationships"><Relationship Id="rId2" Type="http://schemas.openxmlformats.org/officeDocument/2006/relationships/hyperlink" Target="https://learn.microsoft.com/agent-framework/agents/tools/tool-approval" TargetMode="External"/><Relationship Id="rId1" Type="http://schemas.openxmlformats.org/officeDocument/2006/relationships/slideLayout" Target="../slideLayouts/slideLayout219.xml"/></Relationships>
</file>

<file path=ppt/slides/_rels/slide70.xml.rels><?xml version="1.0" encoding="UTF-8" standalone="yes"?>
<Relationships xmlns="http://schemas.openxmlformats.org/package/2006/relationships"><Relationship Id="rId2" Type="http://schemas.openxmlformats.org/officeDocument/2006/relationships/hyperlink" Target="https://learn.microsoft.com/agent-framework/workflows/requests-and-responses" TargetMode="External"/><Relationship Id="rId1" Type="http://schemas.openxmlformats.org/officeDocument/2006/relationships/slideLayout" Target="../slideLayouts/slideLayout219.xml"/></Relationships>
</file>

<file path=ppt/slides/_rels/slide71.xml.rels><?xml version="1.0" encoding="UTF-8" standalone="yes"?>
<Relationships xmlns="http://schemas.openxmlformats.org/package/2006/relationships"><Relationship Id="rId2" Type="http://schemas.openxmlformats.org/officeDocument/2006/relationships/hyperlink" Target="https://learn.microsoft.com/agent-framework/workflows/checkpoints" TargetMode="External"/><Relationship Id="rId1" Type="http://schemas.openxmlformats.org/officeDocument/2006/relationships/slideLayout" Target="../slideLayouts/slideLayout219.xml"/></Relationships>
</file>

<file path=ppt/slides/_rels/slide72.xml.rels><?xml version="1.0" encoding="UTF-8" standalone="yes"?>
<Relationships xmlns="http://schemas.openxmlformats.org/package/2006/relationships"><Relationship Id="rId2" Type="http://schemas.openxmlformats.org/officeDocument/2006/relationships/hyperlink" Target="https://learn.microsoft.com/agent-framework/workflows/orchestrations/handoff" TargetMode="External"/><Relationship Id="rId1" Type="http://schemas.openxmlformats.org/officeDocument/2006/relationships/slideLayout" Target="../slideLayouts/slideLayout21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74.xml.rels><?xml version="1.0" encoding="UTF-8" standalone="yes"?>
<Relationships xmlns="http://schemas.openxmlformats.org/package/2006/relationships"><Relationship Id="rId3" Type="http://schemas.openxmlformats.org/officeDocument/2006/relationships/hyperlink" Target="https://github.com/Azure-Samples/agent-openai-python-banking-assistant" TargetMode="External"/><Relationship Id="rId2" Type="http://schemas.openxmlformats.org/officeDocument/2006/relationships/notesSlide" Target="../notesSlides/notesSlide33.xml"/><Relationship Id="rId1" Type="http://schemas.openxmlformats.org/officeDocument/2006/relationships/slideLayout" Target="../slideLayouts/slideLayout225.xml"/><Relationship Id="rId4" Type="http://schemas.openxmlformats.org/officeDocument/2006/relationships/image" Target="../media/image169.png"/></Relationships>
</file>

<file path=ppt/slides/_rels/slide75.xml.rels><?xml version="1.0" encoding="UTF-8" standalone="yes"?>
<Relationships xmlns="http://schemas.openxmlformats.org/package/2006/relationships"><Relationship Id="rId3" Type="http://schemas.openxmlformats.org/officeDocument/2006/relationships/image" Target="../media/image170.svg"/><Relationship Id="rId2" Type="http://schemas.openxmlformats.org/officeDocument/2006/relationships/notesSlide" Target="../notesSlides/notesSlide34.xml"/><Relationship Id="rId1" Type="http://schemas.openxmlformats.org/officeDocument/2006/relationships/slideLayout" Target="../slideLayouts/slideLayout225.xml"/><Relationship Id="rId6" Type="http://schemas.openxmlformats.org/officeDocument/2006/relationships/image" Target="../media/image173.png"/><Relationship Id="rId5" Type="http://schemas.openxmlformats.org/officeDocument/2006/relationships/image" Target="../media/image172.svg"/><Relationship Id="rId4" Type="http://schemas.openxmlformats.org/officeDocument/2006/relationships/image" Target="../media/image171.svg"/></Relationships>
</file>

<file path=ppt/slides/_rels/slide76.xml.rels><?xml version="1.0" encoding="UTF-8" standalone="yes"?>
<Relationships xmlns="http://schemas.openxmlformats.org/package/2006/relationships"><Relationship Id="rId3" Type="http://schemas.openxmlformats.org/officeDocument/2006/relationships/hyperlink" Target="https://github.com/Azure-Samples/agent-openai-python-banking-assistant/blob/main/app/backend/app/agents/azure_chat/handoff_orchestrator.py" TargetMode="External"/><Relationship Id="rId2" Type="http://schemas.openxmlformats.org/officeDocument/2006/relationships/notesSlide" Target="../notesSlides/notesSlide35.xml"/><Relationship Id="rId1" Type="http://schemas.openxmlformats.org/officeDocument/2006/relationships/slideLayout" Target="../slideLayouts/slideLayout225.xml"/><Relationship Id="rId5" Type="http://schemas.openxmlformats.org/officeDocument/2006/relationships/image" Target="../media/image175.png"/><Relationship Id="rId4" Type="http://schemas.openxmlformats.org/officeDocument/2006/relationships/image" Target="../media/image174.png"/></Relationships>
</file>

<file path=ppt/slides/_rels/slide77.xml.rels><?xml version="1.0" encoding="UTF-8" standalone="yes"?>
<Relationships xmlns="http://schemas.openxmlformats.org/package/2006/relationships"><Relationship Id="rId3" Type="http://schemas.openxmlformats.org/officeDocument/2006/relationships/hyperlink" Target="https://aka.ms/pythonagents/slides/hitl" TargetMode="External"/><Relationship Id="rId2" Type="http://schemas.openxmlformats.org/officeDocument/2006/relationships/hyperlink" Target="https://aka.ms/pythonagents/slides/advancedworkflows" TargetMode="External"/><Relationship Id="rId1" Type="http://schemas.openxmlformats.org/officeDocument/2006/relationships/slideLayout" Target="../slideLayouts/slideLayout218.xml"/></Relationships>
</file>

<file path=ppt/slides/_rels/slide78.xml.rels><?xml version="1.0" encoding="UTF-8" standalone="yes"?>
<Relationships xmlns="http://schemas.openxmlformats.org/package/2006/relationships"><Relationship Id="rId13" Type="http://schemas.openxmlformats.org/officeDocument/2006/relationships/image" Target="../media/image181.png"/><Relationship Id="rId18" Type="http://schemas.openxmlformats.org/officeDocument/2006/relationships/image" Target="../media/image90.png"/><Relationship Id="rId26" Type="http://schemas.openxmlformats.org/officeDocument/2006/relationships/image" Target="../media/image192.png"/><Relationship Id="rId3" Type="http://schemas.openxmlformats.org/officeDocument/2006/relationships/image" Target="../media/image176.png"/><Relationship Id="rId21" Type="http://schemas.openxmlformats.org/officeDocument/2006/relationships/image" Target="../media/image187.png"/><Relationship Id="rId34" Type="http://schemas.openxmlformats.org/officeDocument/2006/relationships/image" Target="../media/image197.png"/><Relationship Id="rId7" Type="http://schemas.openxmlformats.org/officeDocument/2006/relationships/image" Target="../media/image107.png"/><Relationship Id="rId12" Type="http://schemas.openxmlformats.org/officeDocument/2006/relationships/image" Target="../media/image63.png"/><Relationship Id="rId17" Type="http://schemas.openxmlformats.org/officeDocument/2006/relationships/image" Target="../media/image185.png"/><Relationship Id="rId25" Type="http://schemas.openxmlformats.org/officeDocument/2006/relationships/image" Target="../media/image191.png"/><Relationship Id="rId33" Type="http://schemas.openxmlformats.org/officeDocument/2006/relationships/image" Target="../media/image94.png"/><Relationship Id="rId2" Type="http://schemas.openxmlformats.org/officeDocument/2006/relationships/notesSlide" Target="../notesSlides/notesSlide36.xml"/><Relationship Id="rId16" Type="http://schemas.openxmlformats.org/officeDocument/2006/relationships/image" Target="../media/image184.png"/><Relationship Id="rId20" Type="http://schemas.openxmlformats.org/officeDocument/2006/relationships/image" Target="../media/image186.png"/><Relationship Id="rId29" Type="http://schemas.openxmlformats.org/officeDocument/2006/relationships/image" Target="../media/image195.png"/><Relationship Id="rId1" Type="http://schemas.openxmlformats.org/officeDocument/2006/relationships/slideLayout" Target="../slideLayouts/slideLayout97.xml"/><Relationship Id="rId6" Type="http://schemas.openxmlformats.org/officeDocument/2006/relationships/image" Target="../media/image106.png"/><Relationship Id="rId11" Type="http://schemas.openxmlformats.org/officeDocument/2006/relationships/image" Target="../media/image180.png"/><Relationship Id="rId24" Type="http://schemas.openxmlformats.org/officeDocument/2006/relationships/image" Target="../media/image190.png"/><Relationship Id="rId32" Type="http://schemas.microsoft.com/office/2007/relationships/hdphoto" Target="../media/hdphoto4.wdp"/><Relationship Id="rId5" Type="http://schemas.openxmlformats.org/officeDocument/2006/relationships/image" Target="../media/image177.png"/><Relationship Id="rId15" Type="http://schemas.openxmlformats.org/officeDocument/2006/relationships/image" Target="../media/image183.png"/><Relationship Id="rId23" Type="http://schemas.openxmlformats.org/officeDocument/2006/relationships/image" Target="../media/image189.jpeg"/><Relationship Id="rId28" Type="http://schemas.openxmlformats.org/officeDocument/2006/relationships/image" Target="../media/image194.png"/><Relationship Id="rId36" Type="http://schemas.openxmlformats.org/officeDocument/2006/relationships/image" Target="../media/image117.png"/><Relationship Id="rId10" Type="http://schemas.openxmlformats.org/officeDocument/2006/relationships/image" Target="../media/image179.jpeg"/><Relationship Id="rId19" Type="http://schemas.microsoft.com/office/2007/relationships/hdphoto" Target="../media/hdphoto3.wdp"/><Relationship Id="rId31" Type="http://schemas.openxmlformats.org/officeDocument/2006/relationships/image" Target="../media/image93.png"/><Relationship Id="rId4" Type="http://schemas.openxmlformats.org/officeDocument/2006/relationships/image" Target="../media/image102.png"/><Relationship Id="rId9" Type="http://schemas.openxmlformats.org/officeDocument/2006/relationships/image" Target="../media/image178.png"/><Relationship Id="rId14" Type="http://schemas.openxmlformats.org/officeDocument/2006/relationships/image" Target="../media/image182.png"/><Relationship Id="rId22" Type="http://schemas.openxmlformats.org/officeDocument/2006/relationships/image" Target="../media/image188.png"/><Relationship Id="rId27" Type="http://schemas.openxmlformats.org/officeDocument/2006/relationships/image" Target="../media/image193.png"/><Relationship Id="rId30" Type="http://schemas.openxmlformats.org/officeDocument/2006/relationships/image" Target="../media/image196.png"/><Relationship Id="rId35" Type="http://schemas.openxmlformats.org/officeDocument/2006/relationships/image" Target="../media/image198.png"/><Relationship Id="rId8" Type="http://schemas.openxmlformats.org/officeDocument/2006/relationships/image" Target="../media/image108.png"/></Relationships>
</file>

<file path=ppt/slides/_rels/slide79.xml.rels><?xml version="1.0" encoding="UTF-8" standalone="yes"?>
<Relationships xmlns="http://schemas.openxmlformats.org/package/2006/relationships"><Relationship Id="rId8" Type="http://schemas.openxmlformats.org/officeDocument/2006/relationships/image" Target="../media/image205.png"/><Relationship Id="rId13" Type="http://schemas.openxmlformats.org/officeDocument/2006/relationships/image" Target="../media/image210.png"/><Relationship Id="rId3" Type="http://schemas.openxmlformats.org/officeDocument/2006/relationships/image" Target="../media/image200.jpeg"/><Relationship Id="rId7" Type="http://schemas.openxmlformats.org/officeDocument/2006/relationships/image" Target="../media/image204.png"/><Relationship Id="rId12" Type="http://schemas.openxmlformats.org/officeDocument/2006/relationships/image" Target="../media/image209.svg"/><Relationship Id="rId2" Type="http://schemas.openxmlformats.org/officeDocument/2006/relationships/image" Target="../media/image199.png"/><Relationship Id="rId1" Type="http://schemas.openxmlformats.org/officeDocument/2006/relationships/slideLayout" Target="../slideLayouts/slideLayout61.xml"/><Relationship Id="rId6" Type="http://schemas.openxmlformats.org/officeDocument/2006/relationships/image" Target="../media/image203.png"/><Relationship Id="rId11" Type="http://schemas.openxmlformats.org/officeDocument/2006/relationships/image" Target="../media/image208.jpeg"/><Relationship Id="rId5" Type="http://schemas.openxmlformats.org/officeDocument/2006/relationships/image" Target="../media/image202.png"/><Relationship Id="rId10" Type="http://schemas.openxmlformats.org/officeDocument/2006/relationships/image" Target="../media/image207.png"/><Relationship Id="rId4" Type="http://schemas.openxmlformats.org/officeDocument/2006/relationships/image" Target="../media/image201.png"/><Relationship Id="rId9" Type="http://schemas.openxmlformats.org/officeDocument/2006/relationships/image" Target="../media/image206.png"/><Relationship Id="rId14" Type="http://schemas.openxmlformats.org/officeDocument/2006/relationships/image" Target="../media/image211.png"/></Relationships>
</file>

<file path=ppt/slides/_rels/slide80.xml.rels><?xml version="1.0" encoding="UTF-8" standalone="yes"?>
<Relationships xmlns="http://schemas.openxmlformats.org/package/2006/relationships"><Relationship Id="rId3" Type="http://schemas.openxmlformats.org/officeDocument/2006/relationships/hyperlink" Target="https://aka.ms/AgentFramework/AIShow" TargetMode="External"/><Relationship Id="rId7" Type="http://schemas.openxmlformats.org/officeDocument/2006/relationships/hyperlink" Target="https://learn.microsoft.com/agent-framework/user-guide/workflows/visualization" TargetMode="External"/><Relationship Id="rId2" Type="http://schemas.openxmlformats.org/officeDocument/2006/relationships/notesSlide" Target="../notesSlides/notesSlide37.xml"/><Relationship Id="rId1" Type="http://schemas.openxmlformats.org/officeDocument/2006/relationships/slideLayout" Target="../slideLayouts/slideLayout97.xml"/><Relationship Id="rId6" Type="http://schemas.openxmlformats.org/officeDocument/2006/relationships/hyperlink" Target="https://devblogs.microsoft.com/foundry/introducing-microsoft-agent-framework-the-open-source-engine-for-agentic-ai-apps/" TargetMode="External"/><Relationship Id="rId5" Type="http://schemas.openxmlformats.org/officeDocument/2006/relationships/hyperlink" Target="https://devblogs.microsoft.com/agent-framework/microsoft-agent-framework-version-1-0/" TargetMode="External"/><Relationship Id="rId4" Type="http://schemas.openxmlformats.org/officeDocument/2006/relationships/hyperlink" Target="https://github.com/orgs/microsoft-foundry/discussions/331"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8" Type="http://schemas.openxmlformats.org/officeDocument/2006/relationships/image" Target="../media/image217.svg"/><Relationship Id="rId3" Type="http://schemas.openxmlformats.org/officeDocument/2006/relationships/image" Target="../media/image63.png"/><Relationship Id="rId7" Type="http://schemas.openxmlformats.org/officeDocument/2006/relationships/image" Target="../media/image216.png"/><Relationship Id="rId2" Type="http://schemas.openxmlformats.org/officeDocument/2006/relationships/notesSlide" Target="../notesSlides/notesSlide38.xml"/><Relationship Id="rId1" Type="http://schemas.openxmlformats.org/officeDocument/2006/relationships/slideLayout" Target="../slideLayouts/slideLayout18.xml"/><Relationship Id="rId6" Type="http://schemas.openxmlformats.org/officeDocument/2006/relationships/image" Target="../media/image215.png"/><Relationship Id="rId5" Type="http://schemas.microsoft.com/office/2007/relationships/hdphoto" Target="../media/hdphoto6.wdp"/><Relationship Id="rId4" Type="http://schemas.openxmlformats.org/officeDocument/2006/relationships/image" Target="../media/image214.png"/><Relationship Id="rId9" Type="http://schemas.openxmlformats.org/officeDocument/2006/relationships/image" Target="../media/image218.svg"/></Relationships>
</file>

<file path=ppt/slides/_rels/slide83.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image" Target="../media/image219.svg"/><Relationship Id="rId7" Type="http://schemas.openxmlformats.org/officeDocument/2006/relationships/image" Target="../media/image223.png"/><Relationship Id="rId2" Type="http://schemas.openxmlformats.org/officeDocument/2006/relationships/notesSlide" Target="../notesSlides/notesSlide39.xml"/><Relationship Id="rId1" Type="http://schemas.openxmlformats.org/officeDocument/2006/relationships/slideLayout" Target="../slideLayouts/slideLayout41.xml"/><Relationship Id="rId6" Type="http://schemas.openxmlformats.org/officeDocument/2006/relationships/image" Target="../media/image222.svg"/><Relationship Id="rId5" Type="http://schemas.openxmlformats.org/officeDocument/2006/relationships/image" Target="../media/image221.svg"/><Relationship Id="rId4" Type="http://schemas.openxmlformats.org/officeDocument/2006/relationships/image" Target="../media/image220.svg"/><Relationship Id="rId9" Type="http://schemas.openxmlformats.org/officeDocument/2006/relationships/image" Target="../media/image224.svg"/></Relationships>
</file>

<file path=ppt/slides/_rels/slide84.xml.rels><?xml version="1.0" encoding="UTF-8" standalone="yes"?>
<Relationships xmlns="http://schemas.openxmlformats.org/package/2006/relationships"><Relationship Id="rId3" Type="http://schemas.openxmlformats.org/officeDocument/2006/relationships/image" Target="../media/image224.svg"/><Relationship Id="rId2" Type="http://schemas.openxmlformats.org/officeDocument/2006/relationships/notesSlide" Target="../notesSlides/notesSlide40.xml"/><Relationship Id="rId1" Type="http://schemas.openxmlformats.org/officeDocument/2006/relationships/slideLayout" Target="../slideLayouts/slideLayout41.xml"/></Relationships>
</file>

<file path=ppt/slides/_rels/slide85.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41.xml"/><Relationship Id="rId1" Type="http://schemas.openxmlformats.org/officeDocument/2006/relationships/slideLayout" Target="../slideLayouts/slideLayout41.xml"/></Relationships>
</file>

<file path=ppt/slides/_rels/slide86.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42.xml"/><Relationship Id="rId1" Type="http://schemas.openxmlformats.org/officeDocument/2006/relationships/slideLayout" Target="../slideLayouts/slideLayout41.xml"/></Relationships>
</file>

<file path=ppt/slides/_rels/slide8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43.xml"/><Relationship Id="rId1" Type="http://schemas.openxmlformats.org/officeDocument/2006/relationships/slideLayout" Target="../slideLayouts/slideLayout41.xml"/></Relationships>
</file>

<file path=ppt/slides/_rels/slide88.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44.xml"/><Relationship Id="rId1" Type="http://schemas.openxmlformats.org/officeDocument/2006/relationships/slideLayout" Target="../slideLayouts/slideLayout41.xml"/></Relationships>
</file>

<file path=ppt/slides/_rels/slide89.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45.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CDF3B1-1C82-2276-1D79-00D1417AA00A}"/>
              </a:ext>
            </a:extLst>
          </p:cNvPr>
          <p:cNvSpPr>
            <a:spLocks noGrp="1"/>
          </p:cNvSpPr>
          <p:nvPr>
            <p:ph type="title"/>
          </p:nvPr>
        </p:nvSpPr>
        <p:spPr>
          <a:xfrm>
            <a:off x="521547" y="2415457"/>
            <a:ext cx="5726388" cy="1772793"/>
          </a:xfrm>
        </p:spPr>
        <p:txBody>
          <a:bodyPr/>
          <a:lstStyle/>
          <a:p>
            <a:r>
              <a:rPr lang="en-US" altLang="ja-JP" noProof="0"/>
              <a:t>Agent Framework </a:t>
            </a:r>
            <a:br>
              <a:rPr lang="en-US" altLang="ja-JP" noProof="0"/>
            </a:br>
            <a:br>
              <a:rPr lang="en-US" altLang="ja-JP" noProof="0"/>
            </a:br>
            <a:r>
              <a:rPr lang="en-US" altLang="ja-JP" sz="2400" noProof="0"/>
              <a:t>Open-source framework for Next-Gen Multi-Agent Solutions</a:t>
            </a:r>
            <a:endParaRPr lang="en-US"/>
          </a:p>
        </p:txBody>
      </p:sp>
    </p:spTree>
    <p:extLst>
      <p:ext uri="{BB962C8B-B14F-4D97-AF65-F5344CB8AC3E}">
        <p14:creationId xmlns:p14="http://schemas.microsoft.com/office/powerpoint/2010/main" val="356687540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9326-EBDF-F48E-7D5B-A33740835EE3}"/>
              </a:ext>
            </a:extLst>
          </p:cNvPr>
          <p:cNvSpPr>
            <a:spLocks noGrp="1"/>
          </p:cNvSpPr>
          <p:nvPr>
            <p:ph type="title" idx="4294967295"/>
          </p:nvPr>
        </p:nvSpPr>
        <p:spPr>
          <a:xfrm>
            <a:off x="587375" y="457200"/>
            <a:ext cx="11017250" cy="554038"/>
          </a:xfrm>
        </p:spPr>
        <p:txBody>
          <a:bodyPr>
            <a:normAutofit fontScale="90000"/>
          </a:bodyPr>
          <a:lstStyle/>
          <a:p>
            <a:pPr algn="ctr"/>
            <a:r>
              <a:rPr lang="en-US"/>
              <a:t>What is an agent?</a:t>
            </a:r>
          </a:p>
        </p:txBody>
      </p:sp>
      <p:sp>
        <p:nvSpPr>
          <p:cNvPr id="4" name="Rounded Rectangle 12">
            <a:extLst>
              <a:ext uri="{FF2B5EF4-FFF2-40B4-BE49-F238E27FC236}">
                <a16:creationId xmlns:a16="http://schemas.microsoft.com/office/drawing/2014/main" id="{07FA9820-6B5A-B8B2-245E-37B1FBC6616B}"/>
              </a:ext>
              <a:ext uri="{C183D7F6-B498-43B3-948B-1728B52AA6E4}">
                <adec:decorative xmlns:adec="http://schemas.microsoft.com/office/drawing/2017/decorative" val="1"/>
              </a:ext>
            </a:extLst>
          </p:cNvPr>
          <p:cNvSpPr/>
          <p:nvPr/>
        </p:nvSpPr>
        <p:spPr bwMode="auto">
          <a:xfrm>
            <a:off x="8395498" y="2372812"/>
            <a:ext cx="2746535" cy="1939912"/>
          </a:xfrm>
          <a:prstGeom prst="roundRect">
            <a:avLst>
              <a:gd name="adj" fmla="val 18484"/>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5" name="Rounded Rectangle 12">
            <a:extLst>
              <a:ext uri="{FF2B5EF4-FFF2-40B4-BE49-F238E27FC236}">
                <a16:creationId xmlns:a16="http://schemas.microsoft.com/office/drawing/2014/main" id="{EE8A64AF-DA66-F908-4452-9DDF251FE958}"/>
              </a:ext>
              <a:ext uri="{C183D7F6-B498-43B3-948B-1728B52AA6E4}">
                <adec:decorative xmlns:adec="http://schemas.microsoft.com/office/drawing/2017/decorative" val="1"/>
              </a:ext>
            </a:extLst>
          </p:cNvPr>
          <p:cNvSpPr/>
          <p:nvPr/>
        </p:nvSpPr>
        <p:spPr bwMode="auto">
          <a:xfrm>
            <a:off x="4485366" y="1779506"/>
            <a:ext cx="3221269" cy="2533220"/>
          </a:xfrm>
          <a:prstGeom prst="roundRect">
            <a:avLst>
              <a:gd name="adj" fmla="val 12124"/>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mn-ea"/>
              <a:cs typeface="Segoe UI Light" panose="020B0502040204020203" pitchFamily="34" charset="0"/>
            </a:endParaRPr>
          </a:p>
        </p:txBody>
      </p:sp>
      <p:sp>
        <p:nvSpPr>
          <p:cNvPr id="6" name="Rounded Rectangle 12">
            <a:extLst>
              <a:ext uri="{FF2B5EF4-FFF2-40B4-BE49-F238E27FC236}">
                <a16:creationId xmlns:a16="http://schemas.microsoft.com/office/drawing/2014/main" id="{EB525105-957C-E12C-5E9F-9AA92B3B0E0B}"/>
              </a:ext>
              <a:ext uri="{C183D7F6-B498-43B3-948B-1728B52AA6E4}">
                <adec:decorative xmlns:adec="http://schemas.microsoft.com/office/drawing/2017/decorative" val="1"/>
              </a:ext>
            </a:extLst>
          </p:cNvPr>
          <p:cNvSpPr/>
          <p:nvPr/>
        </p:nvSpPr>
        <p:spPr bwMode="auto">
          <a:xfrm>
            <a:off x="1049966" y="2372812"/>
            <a:ext cx="2746535" cy="1939914"/>
          </a:xfrm>
          <a:prstGeom prst="roundRect">
            <a:avLst>
              <a:gd name="adj" fmla="val 17098"/>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7" name="Rounded Rectangle 12">
            <a:extLst>
              <a:ext uri="{FF2B5EF4-FFF2-40B4-BE49-F238E27FC236}">
                <a16:creationId xmlns:a16="http://schemas.microsoft.com/office/drawing/2014/main" id="{199F75E5-DF32-A65D-3090-1785468FA5AC}"/>
              </a:ext>
              <a:ext uri="{C183D7F6-B498-43B3-948B-1728B52AA6E4}">
                <adec:decorative xmlns:adec="http://schemas.microsoft.com/office/drawing/2017/decorative" val="1"/>
              </a:ext>
            </a:extLst>
          </p:cNvPr>
          <p:cNvSpPr/>
          <p:nvPr/>
        </p:nvSpPr>
        <p:spPr bwMode="auto">
          <a:xfrm>
            <a:off x="4485366" y="4818591"/>
            <a:ext cx="3221269" cy="1675899"/>
          </a:xfrm>
          <a:prstGeom prst="roundRect">
            <a:avLst>
              <a:gd name="adj" fmla="val 18080"/>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grpSp>
        <p:nvGrpSpPr>
          <p:cNvPr id="8" name="Group 7">
            <a:extLst>
              <a:ext uri="{FF2B5EF4-FFF2-40B4-BE49-F238E27FC236}">
                <a16:creationId xmlns:a16="http://schemas.microsoft.com/office/drawing/2014/main" id="{4EA94FCB-FAB0-8462-CFF8-7492A168058C}"/>
              </a:ext>
            </a:extLst>
          </p:cNvPr>
          <p:cNvGrpSpPr/>
          <p:nvPr/>
        </p:nvGrpSpPr>
        <p:grpSpPr>
          <a:xfrm>
            <a:off x="5124038" y="4122950"/>
            <a:ext cx="1943924" cy="1007671"/>
            <a:chOff x="5108290" y="4122950"/>
            <a:chExt cx="1943924" cy="1007671"/>
          </a:xfrm>
        </p:grpSpPr>
        <p:sp useBgFill="1">
          <p:nvSpPr>
            <p:cNvPr id="9" name="Rectangle 8">
              <a:extLst>
                <a:ext uri="{FF2B5EF4-FFF2-40B4-BE49-F238E27FC236}">
                  <a16:creationId xmlns:a16="http://schemas.microsoft.com/office/drawing/2014/main" id="{ABD344A1-AF45-4F02-4980-764A3BAB602A}"/>
                </a:ext>
              </a:extLst>
            </p:cNvPr>
            <p:cNvSpPr/>
            <p:nvPr/>
          </p:nvSpPr>
          <p:spPr bwMode="auto">
            <a:xfrm>
              <a:off x="5108290" y="4122950"/>
              <a:ext cx="248864" cy="1007671"/>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10" name="Rectangle 9">
              <a:extLst>
                <a:ext uri="{FF2B5EF4-FFF2-40B4-BE49-F238E27FC236}">
                  <a16:creationId xmlns:a16="http://schemas.microsoft.com/office/drawing/2014/main" id="{4DA96352-F486-910C-08F9-ECAA1F59A0D9}"/>
                </a:ext>
              </a:extLst>
            </p:cNvPr>
            <p:cNvSpPr/>
            <p:nvPr/>
          </p:nvSpPr>
          <p:spPr bwMode="auto">
            <a:xfrm>
              <a:off x="6803351" y="4122950"/>
              <a:ext cx="248863" cy="1007671"/>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11" name="Group 10">
            <a:extLst>
              <a:ext uri="{FF2B5EF4-FFF2-40B4-BE49-F238E27FC236}">
                <a16:creationId xmlns:a16="http://schemas.microsoft.com/office/drawing/2014/main" id="{07860FE1-95C2-48D7-73EE-0B87D063D654}"/>
              </a:ext>
            </a:extLst>
          </p:cNvPr>
          <p:cNvGrpSpPr/>
          <p:nvPr/>
        </p:nvGrpSpPr>
        <p:grpSpPr>
          <a:xfrm>
            <a:off x="3653596" y="3052051"/>
            <a:ext cx="4899118" cy="339489"/>
            <a:chOff x="3653596" y="3052051"/>
            <a:chExt cx="4899118" cy="339489"/>
          </a:xfrm>
        </p:grpSpPr>
        <p:sp useBgFill="1">
          <p:nvSpPr>
            <p:cNvPr id="12" name="Rectangle 11">
              <a:extLst>
                <a:ext uri="{FF2B5EF4-FFF2-40B4-BE49-F238E27FC236}">
                  <a16:creationId xmlns:a16="http://schemas.microsoft.com/office/drawing/2014/main" id="{4386B1A1-ADAF-B6FA-EE11-5D0E0C3D7DA9}"/>
                </a:ext>
              </a:extLst>
            </p:cNvPr>
            <p:cNvSpPr/>
            <p:nvPr/>
          </p:nvSpPr>
          <p:spPr bwMode="auto">
            <a:xfrm>
              <a:off x="3653596" y="3052051"/>
              <a:ext cx="939506" cy="33948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13" name="Rectangle 12">
              <a:extLst>
                <a:ext uri="{FF2B5EF4-FFF2-40B4-BE49-F238E27FC236}">
                  <a16:creationId xmlns:a16="http://schemas.microsoft.com/office/drawing/2014/main" id="{CD21F3D4-3A64-4F6F-0506-1BD861DBECB5}"/>
                </a:ext>
              </a:extLst>
            </p:cNvPr>
            <p:cNvSpPr/>
            <p:nvPr/>
          </p:nvSpPr>
          <p:spPr bwMode="auto">
            <a:xfrm>
              <a:off x="7613208" y="3052051"/>
              <a:ext cx="939506" cy="33948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14" name="Rectangle: Rounded Corners 12">
            <a:extLst>
              <a:ext uri="{FF2B5EF4-FFF2-40B4-BE49-F238E27FC236}">
                <a16:creationId xmlns:a16="http://schemas.microsoft.com/office/drawing/2014/main" id="{DD15A7E6-8EA7-AD7B-3D43-8F3F7A99F936}"/>
              </a:ext>
              <a:ext uri="{C183D7F6-B498-43B3-948B-1728B52AA6E4}">
                <adec:decorative xmlns:adec="http://schemas.microsoft.com/office/drawing/2017/decorative" val="0"/>
              </a:ext>
            </a:extLst>
          </p:cNvPr>
          <p:cNvSpPr txBox="1">
            <a:spLocks/>
          </p:cNvSpPr>
          <p:nvPr/>
        </p:nvSpPr>
        <p:spPr bwMode="auto">
          <a:xfrm>
            <a:off x="4956744" y="2454172"/>
            <a:ext cx="2282458" cy="369332"/>
          </a:xfrm>
          <a:prstGeom prst="roundRect">
            <a:avLst>
              <a:gd name="adj" fmla="val 31494"/>
            </a:avLst>
          </a:prstGeom>
          <a:solidFill>
            <a:srgbClr val="C03BC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LLM</a:t>
            </a:r>
          </a:p>
        </p:txBody>
      </p:sp>
      <p:sp>
        <p:nvSpPr>
          <p:cNvPr id="15" name="Rectangle: Rounded Corners 12">
            <a:extLst>
              <a:ext uri="{FF2B5EF4-FFF2-40B4-BE49-F238E27FC236}">
                <a16:creationId xmlns:a16="http://schemas.microsoft.com/office/drawing/2014/main" id="{D3372E46-5443-A4E9-A248-D73DD0E3A5A3}"/>
              </a:ext>
              <a:ext uri="{C183D7F6-B498-43B3-948B-1728B52AA6E4}">
                <adec:decorative xmlns:adec="http://schemas.microsoft.com/office/drawing/2017/decorative" val="0"/>
              </a:ext>
            </a:extLst>
          </p:cNvPr>
          <p:cNvSpPr txBox="1">
            <a:spLocks/>
          </p:cNvSpPr>
          <p:nvPr/>
        </p:nvSpPr>
        <p:spPr bwMode="auto">
          <a:xfrm>
            <a:off x="4956744" y="3022208"/>
            <a:ext cx="2282458" cy="369332"/>
          </a:xfrm>
          <a:prstGeom prst="roundRect">
            <a:avLst>
              <a:gd name="adj" fmla="val 31494"/>
            </a:avLst>
          </a:prstGeom>
          <a:solidFill>
            <a:srgbClr val="8661C5"/>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Instructions</a:t>
            </a:r>
          </a:p>
        </p:txBody>
      </p:sp>
      <p:sp>
        <p:nvSpPr>
          <p:cNvPr id="16" name="Rectangle: Rounded Corners 12">
            <a:extLst>
              <a:ext uri="{FF2B5EF4-FFF2-40B4-BE49-F238E27FC236}">
                <a16:creationId xmlns:a16="http://schemas.microsoft.com/office/drawing/2014/main" id="{8416BA05-4BDC-205F-ABAF-3C422234AE61}"/>
              </a:ext>
              <a:ext uri="{C183D7F6-B498-43B3-948B-1728B52AA6E4}">
                <adec:decorative xmlns:adec="http://schemas.microsoft.com/office/drawing/2017/decorative" val="0"/>
              </a:ext>
            </a:extLst>
          </p:cNvPr>
          <p:cNvSpPr txBox="1">
            <a:spLocks/>
          </p:cNvSpPr>
          <p:nvPr/>
        </p:nvSpPr>
        <p:spPr bwMode="auto">
          <a:xfrm>
            <a:off x="4956744" y="3590244"/>
            <a:ext cx="2282458" cy="369332"/>
          </a:xfrm>
          <a:prstGeom prst="roundRect">
            <a:avLst>
              <a:gd name="adj" fmla="val 31494"/>
            </a:avLst>
          </a:prstGeom>
          <a:solidFill>
            <a:srgbClr val="0078D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Tools</a:t>
            </a:r>
          </a:p>
        </p:txBody>
      </p:sp>
      <p:grpSp>
        <p:nvGrpSpPr>
          <p:cNvPr id="3" name="Group 2">
            <a:extLst>
              <a:ext uri="{FF2B5EF4-FFF2-40B4-BE49-F238E27FC236}">
                <a16:creationId xmlns:a16="http://schemas.microsoft.com/office/drawing/2014/main" id="{40099B85-F7F8-CCF0-247E-6A0BEBE156A7}"/>
              </a:ext>
            </a:extLst>
          </p:cNvPr>
          <p:cNvGrpSpPr/>
          <p:nvPr/>
        </p:nvGrpSpPr>
        <p:grpSpPr>
          <a:xfrm>
            <a:off x="4956744" y="2454172"/>
            <a:ext cx="2282458" cy="1505404"/>
            <a:chOff x="4956744" y="2454172"/>
            <a:chExt cx="2282458" cy="1505404"/>
          </a:xfrm>
          <a:gradFill flip="none" rotWithShape="1">
            <a:gsLst>
              <a:gs pos="0">
                <a:srgbClr val="C03BC4"/>
              </a:gs>
              <a:gs pos="100000">
                <a:srgbClr val="0078D4"/>
              </a:gs>
            </a:gsLst>
            <a:lin ang="2700000" scaled="1"/>
            <a:tileRect/>
          </a:gradFill>
        </p:grpSpPr>
        <p:sp>
          <p:nvSpPr>
            <p:cNvPr id="75" name="Rectangle: Rounded Corners 12">
              <a:extLst>
                <a:ext uri="{FF2B5EF4-FFF2-40B4-BE49-F238E27FC236}">
                  <a16:creationId xmlns:a16="http://schemas.microsoft.com/office/drawing/2014/main" id="{DD15A7E6-8EA7-AD7B-3D43-8F3F7A99F936}"/>
                </a:ext>
                <a:ext uri="{C183D7F6-B498-43B3-948B-1728B52AA6E4}">
                  <adec:decorative xmlns:adec="http://schemas.microsoft.com/office/drawing/2017/decorative" val="0"/>
                </a:ext>
              </a:extLst>
            </p:cNvPr>
            <p:cNvSpPr txBox="1">
              <a:spLocks/>
            </p:cNvSpPr>
            <p:nvPr/>
          </p:nvSpPr>
          <p:spPr bwMode="auto">
            <a:xfrm>
              <a:off x="4956744" y="2454172"/>
              <a:ext cx="2282458" cy="369332"/>
            </a:xfrm>
            <a:prstGeom prst="roundRect">
              <a:avLst>
                <a:gd name="adj" fmla="val 31494"/>
              </a:avLst>
            </a:prstGeom>
            <a:grp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LLM</a:t>
              </a:r>
            </a:p>
          </p:txBody>
        </p:sp>
        <p:sp>
          <p:nvSpPr>
            <p:cNvPr id="76" name="Rectangle: Rounded Corners 12">
              <a:extLst>
                <a:ext uri="{FF2B5EF4-FFF2-40B4-BE49-F238E27FC236}">
                  <a16:creationId xmlns:a16="http://schemas.microsoft.com/office/drawing/2014/main" id="{D3372E46-5443-A4E9-A248-D73DD0E3A5A3}"/>
                </a:ext>
                <a:ext uri="{C183D7F6-B498-43B3-948B-1728B52AA6E4}">
                  <adec:decorative xmlns:adec="http://schemas.microsoft.com/office/drawing/2017/decorative" val="0"/>
                </a:ext>
              </a:extLst>
            </p:cNvPr>
            <p:cNvSpPr txBox="1">
              <a:spLocks/>
            </p:cNvSpPr>
            <p:nvPr/>
          </p:nvSpPr>
          <p:spPr bwMode="auto">
            <a:xfrm>
              <a:off x="4956744" y="3022208"/>
              <a:ext cx="2282458" cy="369332"/>
            </a:xfrm>
            <a:prstGeom prst="roundRect">
              <a:avLst>
                <a:gd name="adj" fmla="val 31494"/>
              </a:avLst>
            </a:prstGeom>
            <a:grp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Instructions</a:t>
              </a:r>
            </a:p>
          </p:txBody>
        </p:sp>
        <p:sp>
          <p:nvSpPr>
            <p:cNvPr id="77" name="Rectangle: Rounded Corners 12">
              <a:extLst>
                <a:ext uri="{FF2B5EF4-FFF2-40B4-BE49-F238E27FC236}">
                  <a16:creationId xmlns:a16="http://schemas.microsoft.com/office/drawing/2014/main" id="{8416BA05-4BDC-205F-ABAF-3C422234AE61}"/>
                </a:ext>
                <a:ext uri="{C183D7F6-B498-43B3-948B-1728B52AA6E4}">
                  <adec:decorative xmlns:adec="http://schemas.microsoft.com/office/drawing/2017/decorative" val="0"/>
                </a:ext>
              </a:extLst>
            </p:cNvPr>
            <p:cNvSpPr txBox="1">
              <a:spLocks/>
            </p:cNvSpPr>
            <p:nvPr/>
          </p:nvSpPr>
          <p:spPr bwMode="auto">
            <a:xfrm>
              <a:off x="4956744" y="3590244"/>
              <a:ext cx="2282458" cy="369332"/>
            </a:xfrm>
            <a:prstGeom prst="roundRect">
              <a:avLst>
                <a:gd name="adj" fmla="val 31494"/>
              </a:avLst>
            </a:prstGeom>
            <a:grp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Tools</a:t>
              </a:r>
            </a:p>
          </p:txBody>
        </p:sp>
      </p:grpSp>
      <p:sp>
        <p:nvSpPr>
          <p:cNvPr id="17" name="TextBox 16">
            <a:extLst>
              <a:ext uri="{FF2B5EF4-FFF2-40B4-BE49-F238E27FC236}">
                <a16:creationId xmlns:a16="http://schemas.microsoft.com/office/drawing/2014/main" id="{B29B57A0-D2EC-4559-481C-23BB77CCA91D}"/>
              </a:ext>
            </a:extLst>
          </p:cNvPr>
          <p:cNvSpPr txBox="1"/>
          <p:nvPr/>
        </p:nvSpPr>
        <p:spPr>
          <a:xfrm>
            <a:off x="5326829" y="1912931"/>
            <a:ext cx="1538343" cy="369332"/>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24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Agent</a:t>
            </a:r>
          </a:p>
        </p:txBody>
      </p:sp>
      <p:sp>
        <p:nvSpPr>
          <p:cNvPr id="18" name="TextBox 17">
            <a:extLst>
              <a:ext uri="{FF2B5EF4-FFF2-40B4-BE49-F238E27FC236}">
                <a16:creationId xmlns:a16="http://schemas.microsoft.com/office/drawing/2014/main" id="{9DA13B0F-6F3C-B457-4899-B7A92C4DD381}"/>
              </a:ext>
            </a:extLst>
          </p:cNvPr>
          <p:cNvSpPr txBox="1"/>
          <p:nvPr/>
        </p:nvSpPr>
        <p:spPr>
          <a:xfrm>
            <a:off x="8998827" y="2625227"/>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Output</a:t>
            </a:r>
          </a:p>
        </p:txBody>
      </p:sp>
      <p:sp>
        <p:nvSpPr>
          <p:cNvPr id="19" name="TextBox 18">
            <a:extLst>
              <a:ext uri="{FF2B5EF4-FFF2-40B4-BE49-F238E27FC236}">
                <a16:creationId xmlns:a16="http://schemas.microsoft.com/office/drawing/2014/main" id="{1F71E06A-BD64-E88D-6EE0-ED9BB204ADA0}"/>
              </a:ext>
            </a:extLst>
          </p:cNvPr>
          <p:cNvSpPr txBox="1"/>
          <p:nvPr/>
        </p:nvSpPr>
        <p:spPr>
          <a:xfrm>
            <a:off x="1614494" y="2619783"/>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Input</a:t>
            </a:r>
          </a:p>
        </p:txBody>
      </p:sp>
      <p:grpSp>
        <p:nvGrpSpPr>
          <p:cNvPr id="20" name="Group 19">
            <a:extLst>
              <a:ext uri="{FF2B5EF4-FFF2-40B4-BE49-F238E27FC236}">
                <a16:creationId xmlns:a16="http://schemas.microsoft.com/office/drawing/2014/main" id="{360E09A4-3F94-A1BF-2CFF-EF304A570A0D}"/>
              </a:ext>
            </a:extLst>
          </p:cNvPr>
          <p:cNvGrpSpPr/>
          <p:nvPr/>
        </p:nvGrpSpPr>
        <p:grpSpPr>
          <a:xfrm>
            <a:off x="1187581" y="3057537"/>
            <a:ext cx="759182" cy="1120812"/>
            <a:chOff x="1003994" y="2623632"/>
            <a:chExt cx="759182" cy="1120812"/>
          </a:xfrm>
        </p:grpSpPr>
        <p:pic>
          <p:nvPicPr>
            <p:cNvPr id="21" name="Picture 20">
              <a:extLst>
                <a:ext uri="{FF2B5EF4-FFF2-40B4-BE49-F238E27FC236}">
                  <a16:creationId xmlns:a16="http://schemas.microsoft.com/office/drawing/2014/main" id="{00544AD4-2719-1690-4EA7-92AFB2614AE4}"/>
                </a:ext>
              </a:extLst>
            </p:cNvPr>
            <p:cNvPicPr>
              <a:picLocks noChangeAspect="1"/>
            </p:cNvPicPr>
            <p:nvPr/>
          </p:nvPicPr>
          <p:blipFill>
            <a:blip r:embed="rId3"/>
            <a:stretch>
              <a:fillRect/>
            </a:stretch>
          </p:blipFill>
          <p:spPr>
            <a:xfrm>
              <a:off x="1110283" y="2623632"/>
              <a:ext cx="566014" cy="566014"/>
            </a:xfrm>
            <a:prstGeom prst="rect">
              <a:avLst/>
            </a:prstGeom>
            <a:effectLst>
              <a:outerShdw blurRad="50800" dist="38100" dir="2700000" algn="tl" rotWithShape="0">
                <a:prstClr val="black">
                  <a:alpha val="10000"/>
                </a:prstClr>
              </a:outerShdw>
            </a:effectLst>
          </p:spPr>
        </p:pic>
        <p:sp>
          <p:nvSpPr>
            <p:cNvPr id="22" name="TextBox 21">
              <a:extLst>
                <a:ext uri="{FF2B5EF4-FFF2-40B4-BE49-F238E27FC236}">
                  <a16:creationId xmlns:a16="http://schemas.microsoft.com/office/drawing/2014/main" id="{C7A9A536-49D7-24BC-0C82-AFD2CB4D152C}"/>
                </a:ext>
              </a:extLst>
            </p:cNvPr>
            <p:cNvSpPr txBox="1"/>
            <p:nvPr/>
          </p:nvSpPr>
          <p:spPr>
            <a:xfrm>
              <a:off x="1003994" y="3264313"/>
              <a:ext cx="759182"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System</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events</a:t>
              </a:r>
            </a:p>
          </p:txBody>
        </p:sp>
      </p:grpSp>
      <p:grpSp>
        <p:nvGrpSpPr>
          <p:cNvPr id="23" name="Group 22">
            <a:extLst>
              <a:ext uri="{FF2B5EF4-FFF2-40B4-BE49-F238E27FC236}">
                <a16:creationId xmlns:a16="http://schemas.microsoft.com/office/drawing/2014/main" id="{2C890252-CA5F-82E7-2576-1432133ED9B1}"/>
              </a:ext>
            </a:extLst>
          </p:cNvPr>
          <p:cNvGrpSpPr/>
          <p:nvPr/>
        </p:nvGrpSpPr>
        <p:grpSpPr>
          <a:xfrm>
            <a:off x="1900377" y="3057537"/>
            <a:ext cx="957313" cy="1120812"/>
            <a:chOff x="1716790" y="2623632"/>
            <a:chExt cx="957313" cy="1120812"/>
          </a:xfrm>
        </p:grpSpPr>
        <p:sp>
          <p:nvSpPr>
            <p:cNvPr id="24" name="TextBox 23">
              <a:extLst>
                <a:ext uri="{FF2B5EF4-FFF2-40B4-BE49-F238E27FC236}">
                  <a16:creationId xmlns:a16="http://schemas.microsoft.com/office/drawing/2014/main" id="{6ED0A14B-1BF2-2747-BCD4-143108C412CA}"/>
                </a:ext>
              </a:extLst>
            </p:cNvPr>
            <p:cNvSpPr txBox="1"/>
            <p:nvPr/>
          </p:nvSpPr>
          <p:spPr>
            <a:xfrm>
              <a:off x="1716790" y="3264313"/>
              <a:ext cx="957313"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User</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messages</a:t>
              </a:r>
            </a:p>
          </p:txBody>
        </p:sp>
        <p:pic>
          <p:nvPicPr>
            <p:cNvPr id="25" name="Picture 24">
              <a:extLst>
                <a:ext uri="{FF2B5EF4-FFF2-40B4-BE49-F238E27FC236}">
                  <a16:creationId xmlns:a16="http://schemas.microsoft.com/office/drawing/2014/main" id="{BC951F54-6991-4EB4-9DF9-7E9F8D20ECD4}"/>
                </a:ext>
              </a:extLst>
            </p:cNvPr>
            <p:cNvPicPr>
              <a:picLocks noChangeAspect="1"/>
            </p:cNvPicPr>
            <p:nvPr/>
          </p:nvPicPr>
          <p:blipFill>
            <a:blip r:embed="rId4"/>
            <a:stretch>
              <a:fillRect/>
            </a:stretch>
          </p:blipFill>
          <p:spPr>
            <a:xfrm>
              <a:off x="1908868" y="2623632"/>
              <a:ext cx="566014" cy="566014"/>
            </a:xfrm>
            <a:prstGeom prst="rect">
              <a:avLst/>
            </a:prstGeom>
            <a:effectLst>
              <a:outerShdw blurRad="50800" dist="38100" dir="2700000" algn="tl" rotWithShape="0">
                <a:prstClr val="black">
                  <a:alpha val="10000"/>
                </a:prstClr>
              </a:outerShdw>
            </a:effectLst>
          </p:spPr>
        </p:pic>
      </p:grpSp>
      <p:grpSp>
        <p:nvGrpSpPr>
          <p:cNvPr id="26" name="Group 25">
            <a:extLst>
              <a:ext uri="{FF2B5EF4-FFF2-40B4-BE49-F238E27FC236}">
                <a16:creationId xmlns:a16="http://schemas.microsoft.com/office/drawing/2014/main" id="{6CB104B0-CAD3-3F27-5FCC-BBD72277E6DB}"/>
              </a:ext>
            </a:extLst>
          </p:cNvPr>
          <p:cNvGrpSpPr/>
          <p:nvPr/>
        </p:nvGrpSpPr>
        <p:grpSpPr>
          <a:xfrm>
            <a:off x="9881126" y="3052051"/>
            <a:ext cx="708785" cy="1126298"/>
            <a:chOff x="9939376" y="2573355"/>
            <a:chExt cx="708785" cy="1126298"/>
          </a:xfrm>
        </p:grpSpPr>
        <p:pic>
          <p:nvPicPr>
            <p:cNvPr id="27" name="Picture 26">
              <a:extLst>
                <a:ext uri="{FF2B5EF4-FFF2-40B4-BE49-F238E27FC236}">
                  <a16:creationId xmlns:a16="http://schemas.microsoft.com/office/drawing/2014/main" id="{C3374C8A-45C8-AA04-CC2E-BC9DB1265284}"/>
                </a:ext>
              </a:extLst>
            </p:cNvPr>
            <p:cNvPicPr>
              <a:picLocks noChangeAspect="1"/>
            </p:cNvPicPr>
            <p:nvPr/>
          </p:nvPicPr>
          <p:blipFill>
            <a:blip r:embed="rId5"/>
            <a:stretch>
              <a:fillRect/>
            </a:stretch>
          </p:blipFill>
          <p:spPr>
            <a:xfrm>
              <a:off x="9993996" y="2573355"/>
              <a:ext cx="558598" cy="558597"/>
            </a:xfrm>
            <a:prstGeom prst="rect">
              <a:avLst/>
            </a:prstGeom>
          </p:spPr>
        </p:pic>
        <p:sp>
          <p:nvSpPr>
            <p:cNvPr id="28" name="TextBox 27">
              <a:extLst>
                <a:ext uri="{FF2B5EF4-FFF2-40B4-BE49-F238E27FC236}">
                  <a16:creationId xmlns:a16="http://schemas.microsoft.com/office/drawing/2014/main" id="{C50559E7-9AF9-5F70-C344-7617057C9077}"/>
                </a:ext>
              </a:extLst>
            </p:cNvPr>
            <p:cNvSpPr txBox="1"/>
            <p:nvPr/>
          </p:nvSpPr>
          <p:spPr>
            <a:xfrm>
              <a:off x="9939376" y="3219522"/>
              <a:ext cx="708785"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Tool</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results</a:t>
              </a:r>
            </a:p>
          </p:txBody>
        </p:sp>
      </p:grpSp>
      <p:sp>
        <p:nvSpPr>
          <p:cNvPr id="29" name="TextBox 28">
            <a:extLst>
              <a:ext uri="{FF2B5EF4-FFF2-40B4-BE49-F238E27FC236}">
                <a16:creationId xmlns:a16="http://schemas.microsoft.com/office/drawing/2014/main" id="{B528C5E9-72AF-D3F4-CBEB-4CD030A49D0F}"/>
              </a:ext>
            </a:extLst>
          </p:cNvPr>
          <p:cNvSpPr txBox="1"/>
          <p:nvPr/>
        </p:nvSpPr>
        <p:spPr>
          <a:xfrm>
            <a:off x="5326829" y="4992122"/>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Tool calls</a:t>
            </a:r>
          </a:p>
        </p:txBody>
      </p:sp>
      <p:grpSp>
        <p:nvGrpSpPr>
          <p:cNvPr id="30" name="Group 29">
            <a:extLst>
              <a:ext uri="{FF2B5EF4-FFF2-40B4-BE49-F238E27FC236}">
                <a16:creationId xmlns:a16="http://schemas.microsoft.com/office/drawing/2014/main" id="{15BF9BAD-21AF-26B2-3401-793BA76BB823}"/>
              </a:ext>
            </a:extLst>
          </p:cNvPr>
          <p:cNvGrpSpPr/>
          <p:nvPr/>
        </p:nvGrpSpPr>
        <p:grpSpPr>
          <a:xfrm>
            <a:off x="4834201" y="5399818"/>
            <a:ext cx="861134" cy="893066"/>
            <a:chOff x="4834201" y="5294131"/>
            <a:chExt cx="861134" cy="893066"/>
          </a:xfrm>
        </p:grpSpPr>
        <p:pic>
          <p:nvPicPr>
            <p:cNvPr id="31" name="Picture 30">
              <a:extLst>
                <a:ext uri="{FF2B5EF4-FFF2-40B4-BE49-F238E27FC236}">
                  <a16:creationId xmlns:a16="http://schemas.microsoft.com/office/drawing/2014/main" id="{78E09D4E-8550-37FF-88BB-121E84FE70A3}"/>
                </a:ext>
              </a:extLst>
            </p:cNvPr>
            <p:cNvPicPr>
              <a:picLocks noChangeAspect="1"/>
            </p:cNvPicPr>
            <p:nvPr/>
          </p:nvPicPr>
          <p:blipFill>
            <a:blip r:embed="rId6"/>
            <a:stretch>
              <a:fillRect/>
            </a:stretch>
          </p:blipFill>
          <p:spPr>
            <a:xfrm>
              <a:off x="5036179" y="5294131"/>
              <a:ext cx="565588" cy="565588"/>
            </a:xfrm>
            <a:prstGeom prst="rect">
              <a:avLst/>
            </a:prstGeom>
            <a:effectLst>
              <a:outerShdw blurRad="50800" dist="38100" dir="2700000" algn="tl" rotWithShape="0">
                <a:prstClr val="black">
                  <a:alpha val="10000"/>
                </a:prstClr>
              </a:outerShdw>
            </a:effectLst>
          </p:spPr>
        </p:pic>
        <p:sp>
          <p:nvSpPr>
            <p:cNvPr id="32" name="TextBox 31">
              <a:extLst>
                <a:ext uri="{FF2B5EF4-FFF2-40B4-BE49-F238E27FC236}">
                  <a16:creationId xmlns:a16="http://schemas.microsoft.com/office/drawing/2014/main" id="{4A8E5CA5-C293-93D0-6D35-1C43B54DA2C9}"/>
                </a:ext>
              </a:extLst>
            </p:cNvPr>
            <p:cNvSpPr txBox="1"/>
            <p:nvPr/>
          </p:nvSpPr>
          <p:spPr>
            <a:xfrm>
              <a:off x="4834201" y="5900965"/>
              <a:ext cx="861134" cy="2862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Retrieval</a:t>
              </a:r>
            </a:p>
          </p:txBody>
        </p:sp>
      </p:grpSp>
      <p:grpSp>
        <p:nvGrpSpPr>
          <p:cNvPr id="33" name="Group 32">
            <a:extLst>
              <a:ext uri="{FF2B5EF4-FFF2-40B4-BE49-F238E27FC236}">
                <a16:creationId xmlns:a16="http://schemas.microsoft.com/office/drawing/2014/main" id="{C3B9F01A-5B64-0C02-2B04-5D6BDA8F72FC}"/>
              </a:ext>
            </a:extLst>
          </p:cNvPr>
          <p:cNvGrpSpPr/>
          <p:nvPr/>
        </p:nvGrpSpPr>
        <p:grpSpPr>
          <a:xfrm>
            <a:off x="5704707" y="5397423"/>
            <a:ext cx="782587" cy="895461"/>
            <a:chOff x="5704707" y="5291736"/>
            <a:chExt cx="782587" cy="895461"/>
          </a:xfrm>
        </p:grpSpPr>
        <p:pic>
          <p:nvPicPr>
            <p:cNvPr id="34" name="Picture 33">
              <a:extLst>
                <a:ext uri="{FF2B5EF4-FFF2-40B4-BE49-F238E27FC236}">
                  <a16:creationId xmlns:a16="http://schemas.microsoft.com/office/drawing/2014/main" id="{E41A066A-0D16-8ED1-C070-AFBC03B9B3B3}"/>
                </a:ext>
              </a:extLst>
            </p:cNvPr>
            <p:cNvPicPr>
              <a:picLocks noChangeAspect="1"/>
            </p:cNvPicPr>
            <p:nvPr/>
          </p:nvPicPr>
          <p:blipFill>
            <a:blip r:embed="rId7"/>
            <a:stretch>
              <a:fillRect/>
            </a:stretch>
          </p:blipFill>
          <p:spPr>
            <a:xfrm>
              <a:off x="5841645" y="5291736"/>
              <a:ext cx="508711" cy="508711"/>
            </a:xfrm>
            <a:prstGeom prst="rect">
              <a:avLst/>
            </a:prstGeom>
            <a:effectLst>
              <a:outerShdw blurRad="50800" dist="38100" dir="2700000" algn="tl" rotWithShape="0">
                <a:prstClr val="black">
                  <a:alpha val="10000"/>
                </a:prstClr>
              </a:outerShdw>
            </a:effectLst>
          </p:spPr>
        </p:pic>
        <p:sp>
          <p:nvSpPr>
            <p:cNvPr id="35" name="TextBox 34">
              <a:extLst>
                <a:ext uri="{FF2B5EF4-FFF2-40B4-BE49-F238E27FC236}">
                  <a16:creationId xmlns:a16="http://schemas.microsoft.com/office/drawing/2014/main" id="{A2F6ACBB-18CD-0903-1C24-84029D507A83}"/>
                </a:ext>
              </a:extLst>
            </p:cNvPr>
            <p:cNvSpPr txBox="1"/>
            <p:nvPr/>
          </p:nvSpPr>
          <p:spPr>
            <a:xfrm>
              <a:off x="5704707" y="5900965"/>
              <a:ext cx="782587" cy="2862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Actions</a:t>
              </a:r>
            </a:p>
          </p:txBody>
        </p:sp>
      </p:grpSp>
      <p:grpSp>
        <p:nvGrpSpPr>
          <p:cNvPr id="36" name="Group 35">
            <a:extLst>
              <a:ext uri="{FF2B5EF4-FFF2-40B4-BE49-F238E27FC236}">
                <a16:creationId xmlns:a16="http://schemas.microsoft.com/office/drawing/2014/main" id="{F414E05D-1B11-D93A-B76C-55384F2A4678}"/>
              </a:ext>
            </a:extLst>
          </p:cNvPr>
          <p:cNvGrpSpPr/>
          <p:nvPr/>
        </p:nvGrpSpPr>
        <p:grpSpPr>
          <a:xfrm>
            <a:off x="6504518" y="5383554"/>
            <a:ext cx="848246" cy="909330"/>
            <a:chOff x="6504518" y="5277867"/>
            <a:chExt cx="848246" cy="909330"/>
          </a:xfrm>
        </p:grpSpPr>
        <p:pic>
          <p:nvPicPr>
            <p:cNvPr id="37" name="Picture 36">
              <a:extLst>
                <a:ext uri="{FF2B5EF4-FFF2-40B4-BE49-F238E27FC236}">
                  <a16:creationId xmlns:a16="http://schemas.microsoft.com/office/drawing/2014/main" id="{58D9CA8C-BD06-9AFD-978E-6790F3CAE943}"/>
                </a:ext>
              </a:extLst>
            </p:cNvPr>
            <p:cNvPicPr>
              <a:picLocks noChangeAspect="1"/>
            </p:cNvPicPr>
            <p:nvPr/>
          </p:nvPicPr>
          <p:blipFill>
            <a:blip r:embed="rId8"/>
            <a:stretch>
              <a:fillRect/>
            </a:stretch>
          </p:blipFill>
          <p:spPr>
            <a:xfrm>
              <a:off x="6659784" y="5277867"/>
              <a:ext cx="565588" cy="565588"/>
            </a:xfrm>
            <a:prstGeom prst="rect">
              <a:avLst/>
            </a:prstGeom>
            <a:effectLst>
              <a:outerShdw blurRad="50800" dist="38100" dir="2700000" algn="tl" rotWithShape="0">
                <a:prstClr val="black">
                  <a:alpha val="10000"/>
                </a:prstClr>
              </a:outerShdw>
            </a:effectLst>
          </p:spPr>
        </p:pic>
        <p:sp>
          <p:nvSpPr>
            <p:cNvPr id="38" name="TextBox 37">
              <a:extLst>
                <a:ext uri="{FF2B5EF4-FFF2-40B4-BE49-F238E27FC236}">
                  <a16:creationId xmlns:a16="http://schemas.microsoft.com/office/drawing/2014/main" id="{C13B240E-1452-83CB-E0B5-F2A4A01944BF}"/>
                </a:ext>
              </a:extLst>
            </p:cNvPr>
            <p:cNvSpPr txBox="1"/>
            <p:nvPr/>
          </p:nvSpPr>
          <p:spPr>
            <a:xfrm>
              <a:off x="6504518" y="5900965"/>
              <a:ext cx="848246" cy="2862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Memory</a:t>
              </a:r>
            </a:p>
          </p:txBody>
        </p:sp>
      </p:grpSp>
      <p:cxnSp>
        <p:nvCxnSpPr>
          <p:cNvPr id="39" name="Straight Arrow Connector 38">
            <a:extLst>
              <a:ext uri="{FF2B5EF4-FFF2-40B4-BE49-F238E27FC236}">
                <a16:creationId xmlns:a16="http://schemas.microsoft.com/office/drawing/2014/main" id="{5DD77E7E-C6B7-8252-D5D5-CB5735F37643}"/>
              </a:ext>
            </a:extLst>
          </p:cNvPr>
          <p:cNvCxnSpPr>
            <a:cxnSpLocks/>
            <a:stCxn id="12" idx="1"/>
          </p:cNvCxnSpPr>
          <p:nvPr/>
        </p:nvCxnSpPr>
        <p:spPr>
          <a:xfrm>
            <a:off x="3653596" y="3221796"/>
            <a:ext cx="1023912" cy="646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40" name="Picture 39" descr="A colorful hexagon with stars&#10;&#10;Description automatically generated">
            <a:extLst>
              <a:ext uri="{FF2B5EF4-FFF2-40B4-BE49-F238E27FC236}">
                <a16:creationId xmlns:a16="http://schemas.microsoft.com/office/drawing/2014/main" id="{4BA3A12E-2ED8-0671-9D3F-912629548C3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38820" y="1267940"/>
            <a:ext cx="714360" cy="714360"/>
          </a:xfrm>
          <a:prstGeom prst="rect">
            <a:avLst/>
          </a:prstGeom>
        </p:spPr>
      </p:pic>
      <p:grpSp>
        <p:nvGrpSpPr>
          <p:cNvPr id="41" name="Group 40">
            <a:extLst>
              <a:ext uri="{FF2B5EF4-FFF2-40B4-BE49-F238E27FC236}">
                <a16:creationId xmlns:a16="http://schemas.microsoft.com/office/drawing/2014/main" id="{7CC55570-832C-B382-015A-B31E3AC3102B}"/>
              </a:ext>
            </a:extLst>
          </p:cNvPr>
          <p:cNvGrpSpPr/>
          <p:nvPr/>
        </p:nvGrpSpPr>
        <p:grpSpPr>
          <a:xfrm>
            <a:off x="2752388" y="3007260"/>
            <a:ext cx="957313" cy="1171089"/>
            <a:chOff x="2568801" y="2573355"/>
            <a:chExt cx="957313" cy="1171089"/>
          </a:xfrm>
        </p:grpSpPr>
        <p:sp>
          <p:nvSpPr>
            <p:cNvPr id="42" name="TextBox 41">
              <a:extLst>
                <a:ext uri="{FF2B5EF4-FFF2-40B4-BE49-F238E27FC236}">
                  <a16:creationId xmlns:a16="http://schemas.microsoft.com/office/drawing/2014/main" id="{07B7E4FF-F2F4-86A3-124D-54B1DA457791}"/>
                </a:ext>
              </a:extLst>
            </p:cNvPr>
            <p:cNvSpPr txBox="1"/>
            <p:nvPr/>
          </p:nvSpPr>
          <p:spPr>
            <a:xfrm>
              <a:off x="2568801" y="3264313"/>
              <a:ext cx="957313"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Agent</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messages</a:t>
              </a:r>
            </a:p>
          </p:txBody>
        </p:sp>
        <p:pic>
          <p:nvPicPr>
            <p:cNvPr id="43" name="Picture 42" descr="A colorful hexagon with stars&#10;&#10;Description automatically generated">
              <a:extLst>
                <a:ext uri="{FF2B5EF4-FFF2-40B4-BE49-F238E27FC236}">
                  <a16:creationId xmlns:a16="http://schemas.microsoft.com/office/drawing/2014/main" id="{2BAAB930-2857-96E3-0B18-C354446D97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82955" y="2573355"/>
              <a:ext cx="714360" cy="714360"/>
            </a:xfrm>
            <a:prstGeom prst="rect">
              <a:avLst/>
            </a:prstGeom>
          </p:spPr>
        </p:pic>
      </p:grpSp>
      <p:grpSp>
        <p:nvGrpSpPr>
          <p:cNvPr id="44" name="Group 43">
            <a:extLst>
              <a:ext uri="{FF2B5EF4-FFF2-40B4-BE49-F238E27FC236}">
                <a16:creationId xmlns:a16="http://schemas.microsoft.com/office/drawing/2014/main" id="{40CF8355-D093-B721-AD11-15FF073E7FDA}"/>
              </a:ext>
            </a:extLst>
          </p:cNvPr>
          <p:cNvGrpSpPr/>
          <p:nvPr/>
        </p:nvGrpSpPr>
        <p:grpSpPr>
          <a:xfrm>
            <a:off x="8879427" y="2984601"/>
            <a:ext cx="957313" cy="1200060"/>
            <a:chOff x="8937677" y="2505905"/>
            <a:chExt cx="957313" cy="1200060"/>
          </a:xfrm>
        </p:grpSpPr>
        <p:sp>
          <p:nvSpPr>
            <p:cNvPr id="45" name="TextBox 44">
              <a:extLst>
                <a:ext uri="{FF2B5EF4-FFF2-40B4-BE49-F238E27FC236}">
                  <a16:creationId xmlns:a16="http://schemas.microsoft.com/office/drawing/2014/main" id="{81F91241-399C-9F28-7619-9C5B81EFC042}"/>
                </a:ext>
              </a:extLst>
            </p:cNvPr>
            <p:cNvSpPr txBox="1"/>
            <p:nvPr/>
          </p:nvSpPr>
          <p:spPr>
            <a:xfrm>
              <a:off x="8937677" y="3225834"/>
              <a:ext cx="957313"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Agent</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messages</a:t>
              </a:r>
            </a:p>
          </p:txBody>
        </p:sp>
        <p:pic>
          <p:nvPicPr>
            <p:cNvPr id="46" name="Picture 45" descr="A colorful hexagon with stars&#10;&#10;Description automatically generated">
              <a:extLst>
                <a:ext uri="{FF2B5EF4-FFF2-40B4-BE49-F238E27FC236}">
                  <a16:creationId xmlns:a16="http://schemas.microsoft.com/office/drawing/2014/main" id="{1809AAA4-E4B8-A2F8-A990-51A29096ABA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59153" y="2505905"/>
              <a:ext cx="714360" cy="714360"/>
            </a:xfrm>
            <a:prstGeom prst="rect">
              <a:avLst/>
            </a:prstGeom>
          </p:spPr>
        </p:pic>
      </p:grpSp>
      <p:cxnSp>
        <p:nvCxnSpPr>
          <p:cNvPr id="47" name="Straight Arrow Connector 46">
            <a:extLst>
              <a:ext uri="{FF2B5EF4-FFF2-40B4-BE49-F238E27FC236}">
                <a16:creationId xmlns:a16="http://schemas.microsoft.com/office/drawing/2014/main" id="{0386AD3A-0461-4F22-9596-D9B5417056BF}"/>
              </a:ext>
            </a:extLst>
          </p:cNvPr>
          <p:cNvCxnSpPr>
            <a:cxnSpLocks/>
          </p:cNvCxnSpPr>
          <p:nvPr/>
        </p:nvCxnSpPr>
        <p:spPr>
          <a:xfrm>
            <a:off x="7550347" y="3221796"/>
            <a:ext cx="1023912" cy="646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F69DA15D-160D-3013-949A-8B54F10D496F}"/>
              </a:ext>
            </a:extLst>
          </p:cNvPr>
          <p:cNvGrpSpPr/>
          <p:nvPr/>
        </p:nvGrpSpPr>
        <p:grpSpPr>
          <a:xfrm>
            <a:off x="5243374" y="4122950"/>
            <a:ext cx="1700157" cy="1007671"/>
            <a:chOff x="5132715" y="4122950"/>
            <a:chExt cx="1700157" cy="1007671"/>
          </a:xfrm>
        </p:grpSpPr>
        <p:cxnSp>
          <p:nvCxnSpPr>
            <p:cNvPr id="49" name="Straight Arrow Connector 48">
              <a:extLst>
                <a:ext uri="{FF2B5EF4-FFF2-40B4-BE49-F238E27FC236}">
                  <a16:creationId xmlns:a16="http://schemas.microsoft.com/office/drawing/2014/main" id="{51AC6259-2678-16C8-2E66-0D8747A55D69}"/>
                </a:ext>
              </a:extLst>
            </p:cNvPr>
            <p:cNvCxnSpPr>
              <a:cxnSpLocks/>
            </p:cNvCxnSpPr>
            <p:nvPr/>
          </p:nvCxnSpPr>
          <p:spPr>
            <a:xfrm>
              <a:off x="5132715" y="4185434"/>
              <a:ext cx="0" cy="806688"/>
            </a:xfrm>
            <a:prstGeom prst="straightConnector1">
              <a:avLst/>
            </a:prstGeom>
            <a:ln w="12700">
              <a:gradFill flip="none" rotWithShape="1">
                <a:gsLst>
                  <a:gs pos="0">
                    <a:srgbClr val="463668">
                      <a:alpha val="0"/>
                    </a:srgbClr>
                  </a:gs>
                  <a:gs pos="96000">
                    <a:schemeClr val="tx1"/>
                  </a:gs>
                </a:gsLst>
                <a:lin ang="540000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CA8BC9F-C7AA-606C-CADC-524D01455E4F}"/>
                </a:ext>
              </a:extLst>
            </p:cNvPr>
            <p:cNvCxnSpPr>
              <a:cxnSpLocks/>
              <a:stCxn id="10" idx="2"/>
              <a:endCxn id="10" idx="0"/>
            </p:cNvCxnSpPr>
            <p:nvPr/>
          </p:nvCxnSpPr>
          <p:spPr>
            <a:xfrm flipV="1">
              <a:off x="6832872" y="4122950"/>
              <a:ext cx="0" cy="1007671"/>
            </a:xfrm>
            <a:prstGeom prst="straightConnector1">
              <a:avLst/>
            </a:prstGeom>
            <a:ln w="12700">
              <a:gradFill flip="none" rotWithShape="1">
                <a:gsLst>
                  <a:gs pos="0">
                    <a:srgbClr val="463668">
                      <a:alpha val="0"/>
                    </a:srgbClr>
                  </a:gs>
                  <a:gs pos="99000">
                    <a:schemeClr val="tx1"/>
                  </a:gs>
                </a:gsLst>
                <a:lin ang="540000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517949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BE11A3-0474-2008-9679-317ED8F6D862}"/>
              </a:ext>
            </a:extLst>
          </p:cNvPr>
          <p:cNvSpPr>
            <a:spLocks noGrp="1"/>
          </p:cNvSpPr>
          <p:nvPr>
            <p:ph type="title"/>
          </p:nvPr>
        </p:nvSpPr>
        <p:spPr>
          <a:xfrm>
            <a:off x="2173793" y="2680768"/>
            <a:ext cx="7844414" cy="443198"/>
          </a:xfrm>
        </p:spPr>
        <p:txBody>
          <a:bodyPr anchor="t"/>
          <a:lstStyle/>
          <a:p>
            <a:r>
              <a:rPr lang="en-US" sz="3200">
                <a:latin typeface="+mn-lt"/>
              </a:rPr>
              <a:t>Unlike previous tools, AI Agent can…</a:t>
            </a:r>
          </a:p>
        </p:txBody>
      </p:sp>
      <p:sp>
        <p:nvSpPr>
          <p:cNvPr id="7" name="TextBox 6">
            <a:extLst>
              <a:ext uri="{FF2B5EF4-FFF2-40B4-BE49-F238E27FC236}">
                <a16:creationId xmlns:a16="http://schemas.microsoft.com/office/drawing/2014/main" id="{99548C2D-BE16-84FE-C7ED-D76B2FC7CF16}"/>
              </a:ext>
            </a:extLst>
          </p:cNvPr>
          <p:cNvSpPr txBox="1"/>
          <p:nvPr/>
        </p:nvSpPr>
        <p:spPr>
          <a:xfrm>
            <a:off x="2286031" y="3472780"/>
            <a:ext cx="2762025" cy="923330"/>
          </a:xfrm>
          <a:prstGeom prst="rect">
            <a:avLst/>
          </a:prstGeom>
          <a:noFill/>
        </p:spPr>
        <p:txBody>
          <a:bodyPr wrap="square">
            <a:spAutoFit/>
          </a:bodyPr>
          <a:lstStyle/>
          <a:p>
            <a:r>
              <a:rPr lang="en-US" sz="5400">
                <a:latin typeface="+mj-lt"/>
              </a:rPr>
              <a:t>reason,</a:t>
            </a:r>
          </a:p>
        </p:txBody>
      </p:sp>
      <p:sp>
        <p:nvSpPr>
          <p:cNvPr id="8" name="TextBox 7">
            <a:extLst>
              <a:ext uri="{FF2B5EF4-FFF2-40B4-BE49-F238E27FC236}">
                <a16:creationId xmlns:a16="http://schemas.microsoft.com/office/drawing/2014/main" id="{B8D5969B-273A-4F68-F495-B581364BCB1D}"/>
              </a:ext>
            </a:extLst>
          </p:cNvPr>
          <p:cNvSpPr txBox="1"/>
          <p:nvPr/>
        </p:nvSpPr>
        <p:spPr>
          <a:xfrm>
            <a:off x="5427007" y="3472780"/>
            <a:ext cx="2762025" cy="923330"/>
          </a:xfrm>
          <a:prstGeom prst="rect">
            <a:avLst/>
          </a:prstGeom>
          <a:noFill/>
        </p:spPr>
        <p:txBody>
          <a:bodyPr wrap="square">
            <a:spAutoFit/>
          </a:bodyPr>
          <a:lstStyle/>
          <a:p>
            <a:r>
              <a:rPr lang="en-US" sz="5400">
                <a:latin typeface="+mj-lt"/>
              </a:rPr>
              <a:t>act and</a:t>
            </a:r>
          </a:p>
        </p:txBody>
      </p:sp>
      <p:sp>
        <p:nvSpPr>
          <p:cNvPr id="9" name="TextBox 8">
            <a:extLst>
              <a:ext uri="{FF2B5EF4-FFF2-40B4-BE49-F238E27FC236}">
                <a16:creationId xmlns:a16="http://schemas.microsoft.com/office/drawing/2014/main" id="{52041F24-1C40-C75A-C130-200EC34CC00B}"/>
              </a:ext>
            </a:extLst>
          </p:cNvPr>
          <p:cNvSpPr txBox="1"/>
          <p:nvPr/>
        </p:nvSpPr>
        <p:spPr>
          <a:xfrm>
            <a:off x="8772246" y="3472780"/>
            <a:ext cx="2762025" cy="923330"/>
          </a:xfrm>
          <a:prstGeom prst="rect">
            <a:avLst/>
          </a:prstGeom>
          <a:noFill/>
        </p:spPr>
        <p:txBody>
          <a:bodyPr wrap="square">
            <a:spAutoFit/>
          </a:bodyPr>
          <a:lstStyle/>
          <a:p>
            <a:r>
              <a:rPr lang="en-US" sz="5400">
                <a:latin typeface="+mj-lt"/>
              </a:rPr>
              <a:t>learn</a:t>
            </a:r>
          </a:p>
        </p:txBody>
      </p:sp>
      <p:pic>
        <p:nvPicPr>
          <p:cNvPr id="10" name="Picture 9">
            <a:extLst>
              <a:ext uri="{FF2B5EF4-FFF2-40B4-BE49-F238E27FC236}">
                <a16:creationId xmlns:a16="http://schemas.microsoft.com/office/drawing/2014/main" id="{D7E2F3C1-7DC5-484D-BA47-58298E0058AF}"/>
              </a:ext>
            </a:extLst>
          </p:cNvPr>
          <p:cNvPicPr>
            <a:picLocks noChangeAspect="1"/>
          </p:cNvPicPr>
          <p:nvPr/>
        </p:nvPicPr>
        <p:blipFill>
          <a:blip r:embed="rId3"/>
          <a:stretch>
            <a:fillRect/>
          </a:stretch>
        </p:blipFill>
        <p:spPr>
          <a:xfrm>
            <a:off x="1524597" y="3570601"/>
            <a:ext cx="784666" cy="784666"/>
          </a:xfrm>
          <a:prstGeom prst="rect">
            <a:avLst/>
          </a:prstGeom>
        </p:spPr>
      </p:pic>
      <p:pic>
        <p:nvPicPr>
          <p:cNvPr id="11" name="Picture 10">
            <a:extLst>
              <a:ext uri="{FF2B5EF4-FFF2-40B4-BE49-F238E27FC236}">
                <a16:creationId xmlns:a16="http://schemas.microsoft.com/office/drawing/2014/main" id="{40332C75-E990-0B23-BB1F-4B4DC559C0B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767855" y="3554525"/>
            <a:ext cx="684647" cy="684647"/>
          </a:xfrm>
          <a:prstGeom prst="rect">
            <a:avLst/>
          </a:prstGeom>
        </p:spPr>
      </p:pic>
      <p:pic>
        <p:nvPicPr>
          <p:cNvPr id="12" name="Picture 11">
            <a:extLst>
              <a:ext uri="{FF2B5EF4-FFF2-40B4-BE49-F238E27FC236}">
                <a16:creationId xmlns:a16="http://schemas.microsoft.com/office/drawing/2014/main" id="{6210440D-EBA1-006C-62DA-176646BDE1F5}"/>
              </a:ext>
            </a:extLst>
          </p:cNvPr>
          <p:cNvPicPr>
            <a:picLocks noChangeAspect="1"/>
          </p:cNvPicPr>
          <p:nvPr/>
        </p:nvPicPr>
        <p:blipFill>
          <a:blip r:embed="rId5"/>
          <a:stretch>
            <a:fillRect/>
          </a:stretch>
        </p:blipFill>
        <p:spPr>
          <a:xfrm>
            <a:off x="8070274" y="3533068"/>
            <a:ext cx="702389" cy="702389"/>
          </a:xfrm>
          <a:prstGeom prst="rect">
            <a:avLst/>
          </a:prstGeom>
        </p:spPr>
      </p:pic>
    </p:spTree>
    <p:extLst>
      <p:ext uri="{BB962C8B-B14F-4D97-AF65-F5344CB8AC3E}">
        <p14:creationId xmlns:p14="http://schemas.microsoft.com/office/powerpoint/2010/main" val="129897934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9287E-9404-0BD9-7237-965CAF1E2B83}"/>
              </a:ext>
            </a:extLst>
          </p:cNvPr>
          <p:cNvSpPr>
            <a:spLocks noGrp="1"/>
          </p:cNvSpPr>
          <p:nvPr>
            <p:ph type="title"/>
          </p:nvPr>
        </p:nvSpPr>
        <p:spPr>
          <a:xfrm>
            <a:off x="588263" y="457200"/>
            <a:ext cx="11046500" cy="443198"/>
          </a:xfrm>
        </p:spPr>
        <p:txBody>
          <a:bodyPr>
            <a:normAutofit fontScale="90000"/>
          </a:bodyPr>
          <a:lstStyle/>
          <a:p>
            <a:pPr defTabSz="914400">
              <a:defRPr/>
            </a:pPr>
            <a:r>
              <a:rPr lang="en-US" sz="3200" spc="0">
                <a:ln>
                  <a:noFill/>
                </a:ln>
                <a:solidFill>
                  <a:schemeClr val="tx1"/>
                </a:solidFill>
                <a:latin typeface="Segoe UI Semibold"/>
                <a:ea typeface="+mj-ea"/>
                <a:cs typeface="+mj-cs"/>
              </a:rPr>
              <a:t>Why Build Agents in Code? </a:t>
            </a:r>
            <a:endParaRPr kumimoji="0" lang="en-US" sz="3200" b="0" i="0" u="none" strike="noStrike" kern="1200" cap="none" spc="0" normalizeH="0" baseline="0" noProof="0">
              <a:ln>
                <a:noFill/>
              </a:ln>
              <a:solidFill>
                <a:schemeClr val="tx1"/>
              </a:solidFill>
              <a:effectLst/>
              <a:uLnTx/>
              <a:uFillTx/>
              <a:latin typeface="Segoe UI Semibold"/>
              <a:ea typeface="+mj-ea"/>
              <a:cs typeface="+mj-cs"/>
            </a:endParaRPr>
          </a:p>
        </p:txBody>
      </p:sp>
      <p:sp>
        <p:nvSpPr>
          <p:cNvPr id="21" name="Text Placeholder 6">
            <a:extLst>
              <a:ext uri="{FF2B5EF4-FFF2-40B4-BE49-F238E27FC236}">
                <a16:creationId xmlns:a16="http://schemas.microsoft.com/office/drawing/2014/main" id="{4991D267-9DF1-D7A5-D981-D600EC38A968}"/>
              </a:ext>
            </a:extLst>
          </p:cNvPr>
          <p:cNvSpPr txBox="1">
            <a:spLocks/>
          </p:cNvSpPr>
          <p:nvPr/>
        </p:nvSpPr>
        <p:spPr>
          <a:xfrm>
            <a:off x="871625" y="3127381"/>
            <a:ext cx="3636462" cy="498598"/>
          </a:xfrm>
          <a:prstGeom prst="rect">
            <a:avLst/>
          </a:prstGeom>
        </p:spPr>
        <p:txBody>
          <a:bodyPr vert="horz" wrap="square"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br>
              <a:rPr kumimoji="0" lang="en-US" sz="1800" b="0" i="0" u="none" strike="noStrike" kern="1200" cap="none" spc="0" normalizeH="0" baseline="0" noProof="0">
                <a:ln>
                  <a:noFill/>
                </a:ln>
                <a:solidFill>
                  <a:srgbClr val="281933"/>
                </a:solidFill>
                <a:effectLst/>
                <a:uLnTx/>
                <a:uFillTx/>
                <a:latin typeface="Segoe UI Semibold"/>
                <a:ea typeface="+mn-ea"/>
                <a:cs typeface="+mn-cs"/>
              </a:rPr>
            </a:br>
            <a:r>
              <a:rPr kumimoji="0" lang="en-US" sz="1800" b="0" i="0" u="none" strike="noStrike" kern="1200" cap="none" spc="0" normalizeH="0" baseline="0" noProof="0">
                <a:ln>
                  <a:noFill/>
                </a:ln>
                <a:solidFill>
                  <a:srgbClr val="281933"/>
                </a:solidFill>
                <a:effectLst/>
                <a:uLnTx/>
                <a:uFillTx/>
                <a:latin typeface="Segoe UI Semibold"/>
                <a:ea typeface="+mn-ea"/>
                <a:cs typeface="+mn-cs"/>
              </a:rPr>
              <a:t>Full Control &amp; Customization</a:t>
            </a:r>
          </a:p>
        </p:txBody>
      </p:sp>
      <p:sp>
        <p:nvSpPr>
          <p:cNvPr id="22" name="Text Placeholder 7">
            <a:extLst>
              <a:ext uri="{FF2B5EF4-FFF2-40B4-BE49-F238E27FC236}">
                <a16:creationId xmlns:a16="http://schemas.microsoft.com/office/drawing/2014/main" id="{0196CC14-E8FF-2F3E-2F68-0A911EF158C0}"/>
              </a:ext>
            </a:extLst>
          </p:cNvPr>
          <p:cNvSpPr txBox="1">
            <a:spLocks/>
          </p:cNvSpPr>
          <p:nvPr/>
        </p:nvSpPr>
        <p:spPr>
          <a:xfrm>
            <a:off x="4874469" y="3374323"/>
            <a:ext cx="2916936" cy="249299"/>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Local Experimentation</a:t>
            </a:r>
          </a:p>
        </p:txBody>
      </p:sp>
      <p:sp>
        <p:nvSpPr>
          <p:cNvPr id="23" name="Text Placeholder 8">
            <a:extLst>
              <a:ext uri="{FF2B5EF4-FFF2-40B4-BE49-F238E27FC236}">
                <a16:creationId xmlns:a16="http://schemas.microsoft.com/office/drawing/2014/main" id="{B3F35050-0C67-5877-6FB8-AFAFB28CCA2B}"/>
              </a:ext>
            </a:extLst>
          </p:cNvPr>
          <p:cNvSpPr txBox="1">
            <a:spLocks/>
          </p:cNvSpPr>
          <p:nvPr/>
        </p:nvSpPr>
        <p:spPr>
          <a:xfrm>
            <a:off x="8680986" y="3336036"/>
            <a:ext cx="2914650" cy="249299"/>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Portability</a:t>
            </a:r>
          </a:p>
        </p:txBody>
      </p:sp>
      <p:sp>
        <p:nvSpPr>
          <p:cNvPr id="24" name="Content Placeholder 9">
            <a:extLst>
              <a:ext uri="{FF2B5EF4-FFF2-40B4-BE49-F238E27FC236}">
                <a16:creationId xmlns:a16="http://schemas.microsoft.com/office/drawing/2014/main" id="{66D69536-B9BB-499B-2E84-565129338444}"/>
              </a:ext>
            </a:extLst>
          </p:cNvPr>
          <p:cNvSpPr txBox="1">
            <a:spLocks/>
          </p:cNvSpPr>
          <p:nvPr/>
        </p:nvSpPr>
        <p:spPr>
          <a:xfrm>
            <a:off x="871625" y="3961315"/>
            <a:ext cx="2916936" cy="1534212"/>
          </a:xfrm>
          <a:prstGeom prst="rect">
            <a:avLst/>
          </a:prstGeom>
        </p:spPr>
        <p:txBody>
          <a:bodyPr vert="horz" lIns="0" tIns="0" rIns="0" bIns="0" rtlCol="0">
            <a:normAutofit/>
          </a:bodyPr>
          <a:lstStyle>
            <a:lvl1pPr marL="0" indent="0" algn="l" defTabSz="914400" rtl="0" eaLnBrk="1" latinLnBrk="0" hangingPunct="1">
              <a:lnSpc>
                <a:spcPct val="90000"/>
              </a:lnSpc>
              <a:spcBef>
                <a:spcPts val="0"/>
              </a:spcBef>
              <a:spcAft>
                <a:spcPts val="1200"/>
              </a:spcAft>
              <a:buFont typeface="Wingdings" pitchFamily="2" charset="2"/>
              <a:buNone/>
              <a:defRPr sz="16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600" b="0" i="0" u="none" strike="noStrike" kern="1200" cap="none" spc="0" normalizeH="0" baseline="0" noProof="0">
                <a:ln>
                  <a:noFill/>
                </a:ln>
                <a:solidFill>
                  <a:srgbClr val="281933"/>
                </a:solidFill>
                <a:effectLst/>
                <a:uLnTx/>
                <a:uFillTx/>
                <a:latin typeface="Segoe UI Semilight"/>
                <a:ea typeface="+mn-ea"/>
                <a:cs typeface="+mn-cs"/>
              </a:rPr>
              <a:t>Code-first agents can use any model, tool, or data source – not limited to pre-defined connectors or templates</a:t>
            </a:r>
          </a:p>
        </p:txBody>
      </p:sp>
      <p:sp>
        <p:nvSpPr>
          <p:cNvPr id="25" name="Content Placeholder 10">
            <a:extLst>
              <a:ext uri="{FF2B5EF4-FFF2-40B4-BE49-F238E27FC236}">
                <a16:creationId xmlns:a16="http://schemas.microsoft.com/office/drawing/2014/main" id="{E49FEAC8-F8F7-C855-991D-4B8FA9DA6389}"/>
              </a:ext>
            </a:extLst>
          </p:cNvPr>
          <p:cNvSpPr txBox="1">
            <a:spLocks/>
          </p:cNvSpPr>
          <p:nvPr/>
        </p:nvSpPr>
        <p:spPr>
          <a:xfrm>
            <a:off x="4874469" y="3961315"/>
            <a:ext cx="2912744" cy="2100120"/>
          </a:xfrm>
          <a:prstGeom prst="rect">
            <a:avLst/>
          </a:prstGeom>
        </p:spPr>
        <p:txBody>
          <a:bodyPr vert="horz" lIns="0" tIns="0" rIns="0" bIns="0" rtlCol="0">
            <a:normAutofit/>
          </a:bodyPr>
          <a:lstStyle>
            <a:lvl1pPr marL="0" indent="0" algn="l" defTabSz="914400" rtl="0" eaLnBrk="1" latinLnBrk="0" hangingPunct="1">
              <a:lnSpc>
                <a:spcPct val="90000"/>
              </a:lnSpc>
              <a:spcBef>
                <a:spcPts val="0"/>
              </a:spcBef>
              <a:spcAft>
                <a:spcPts val="1200"/>
              </a:spcAft>
              <a:buFont typeface="Wingdings" pitchFamily="2" charset="2"/>
              <a:buNone/>
              <a:defRPr sz="16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600" b="0" i="0" u="none" strike="noStrike" kern="1200" cap="none" spc="0" normalizeH="0" baseline="0" noProof="0">
                <a:ln>
                  <a:noFill/>
                </a:ln>
                <a:solidFill>
                  <a:srgbClr val="281933"/>
                </a:solidFill>
                <a:effectLst/>
                <a:uLnTx/>
                <a:uFillTx/>
                <a:latin typeface="Segoe UI Semilight"/>
                <a:ea typeface="+mn-ea"/>
                <a:cs typeface="+mn-cs"/>
              </a:rPr>
              <a:t>Run agents on your laptop with your preferred IDEs (VS Code, GitHub) with no cloud dependency; debug, test, and integrate into CI/CD pipelines before scaling</a:t>
            </a:r>
          </a:p>
        </p:txBody>
      </p:sp>
      <p:sp>
        <p:nvSpPr>
          <p:cNvPr id="26" name="Content Placeholder 11">
            <a:extLst>
              <a:ext uri="{FF2B5EF4-FFF2-40B4-BE49-F238E27FC236}">
                <a16:creationId xmlns:a16="http://schemas.microsoft.com/office/drawing/2014/main" id="{B3906CD2-7ECE-70B6-3C7F-F21DC0EB062E}"/>
              </a:ext>
            </a:extLst>
          </p:cNvPr>
          <p:cNvSpPr txBox="1">
            <a:spLocks/>
          </p:cNvSpPr>
          <p:nvPr/>
        </p:nvSpPr>
        <p:spPr>
          <a:xfrm>
            <a:off x="8680986" y="3961315"/>
            <a:ext cx="2914649" cy="2100120"/>
          </a:xfrm>
          <a:prstGeom prst="rect">
            <a:avLst/>
          </a:prstGeom>
        </p:spPr>
        <p:txBody>
          <a:bodyPr vert="horz" lIns="0" tIns="0" rIns="0" bIns="0" rtlCol="0">
            <a:normAutofit/>
          </a:bodyPr>
          <a:lstStyle>
            <a:lvl1pPr marL="0" indent="0" algn="l" defTabSz="914400" rtl="0" eaLnBrk="1" latinLnBrk="0" hangingPunct="1">
              <a:lnSpc>
                <a:spcPct val="90000"/>
              </a:lnSpc>
              <a:spcBef>
                <a:spcPts val="0"/>
              </a:spcBef>
              <a:spcAft>
                <a:spcPts val="1200"/>
              </a:spcAft>
              <a:buFont typeface="Wingdings" pitchFamily="2" charset="2"/>
              <a:buNone/>
              <a:defRPr sz="16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lang="en-US">
                <a:solidFill>
                  <a:srgbClr val="281933"/>
                </a:solidFill>
                <a:latin typeface="Segoe UI Semilight"/>
              </a:rPr>
              <a:t>Move from local to any cloud without rewrites, avoiding vendor lock-in</a:t>
            </a:r>
            <a:endParaRPr kumimoji="0" lang="en-US" sz="1600" b="0" i="0" u="none" strike="noStrike" kern="1200" cap="none" spc="0" normalizeH="0" baseline="0" noProof="0">
              <a:ln>
                <a:noFill/>
              </a:ln>
              <a:solidFill>
                <a:srgbClr val="281933"/>
              </a:solidFill>
              <a:effectLst/>
              <a:uLnTx/>
              <a:uFillTx/>
              <a:latin typeface="Segoe UI Semilight"/>
              <a:ea typeface="+mn-ea"/>
              <a:cs typeface="+mn-cs"/>
            </a:endParaRPr>
          </a:p>
        </p:txBody>
      </p:sp>
      <p:pic>
        <p:nvPicPr>
          <p:cNvPr id="27" name="Picture 26">
            <a:extLst>
              <a:ext uri="{FF2B5EF4-FFF2-40B4-BE49-F238E27FC236}">
                <a16:creationId xmlns:a16="http://schemas.microsoft.com/office/drawing/2014/main" id="{71227275-8210-0F56-C089-E6F9140E8E42}"/>
              </a:ext>
            </a:extLst>
          </p:cNvPr>
          <p:cNvPicPr>
            <a:picLocks noChangeAspect="1"/>
          </p:cNvPicPr>
          <p:nvPr/>
        </p:nvPicPr>
        <p:blipFill>
          <a:blip r:embed="rId3"/>
          <a:stretch>
            <a:fillRect/>
          </a:stretch>
        </p:blipFill>
        <p:spPr>
          <a:xfrm>
            <a:off x="736199" y="2024939"/>
            <a:ext cx="1179830" cy="1179830"/>
          </a:xfrm>
          <a:prstGeom prst="rect">
            <a:avLst/>
          </a:prstGeom>
        </p:spPr>
      </p:pic>
      <p:pic>
        <p:nvPicPr>
          <p:cNvPr id="28" name="Picture 27">
            <a:extLst>
              <a:ext uri="{FF2B5EF4-FFF2-40B4-BE49-F238E27FC236}">
                <a16:creationId xmlns:a16="http://schemas.microsoft.com/office/drawing/2014/main" id="{343BC0C6-8BD2-6EA8-0BC3-1EC660AC0D25}"/>
              </a:ext>
            </a:extLst>
          </p:cNvPr>
          <p:cNvPicPr>
            <a:picLocks noChangeAspect="1"/>
          </p:cNvPicPr>
          <p:nvPr/>
        </p:nvPicPr>
        <p:blipFill>
          <a:blip r:embed="rId4"/>
          <a:stretch>
            <a:fillRect/>
          </a:stretch>
        </p:blipFill>
        <p:spPr>
          <a:xfrm>
            <a:off x="4874469" y="2096408"/>
            <a:ext cx="1087894" cy="1087894"/>
          </a:xfrm>
          <a:prstGeom prst="rect">
            <a:avLst/>
          </a:prstGeom>
        </p:spPr>
      </p:pic>
      <p:pic>
        <p:nvPicPr>
          <p:cNvPr id="29" name="Picture 28">
            <a:extLst>
              <a:ext uri="{FF2B5EF4-FFF2-40B4-BE49-F238E27FC236}">
                <a16:creationId xmlns:a16="http://schemas.microsoft.com/office/drawing/2014/main" id="{5C257BAE-D9DA-8101-6CD5-9902D4903FEE}"/>
              </a:ext>
            </a:extLst>
          </p:cNvPr>
          <p:cNvPicPr>
            <a:picLocks noChangeAspect="1"/>
          </p:cNvPicPr>
          <p:nvPr/>
        </p:nvPicPr>
        <p:blipFill>
          <a:blip r:embed="rId5"/>
          <a:stretch>
            <a:fillRect/>
          </a:stretch>
        </p:blipFill>
        <p:spPr>
          <a:xfrm>
            <a:off x="8506739" y="1955715"/>
            <a:ext cx="1179830" cy="1179830"/>
          </a:xfrm>
          <a:prstGeom prst="rect">
            <a:avLst/>
          </a:prstGeom>
        </p:spPr>
      </p:pic>
    </p:spTree>
    <p:extLst>
      <p:ext uri="{BB962C8B-B14F-4D97-AF65-F5344CB8AC3E}">
        <p14:creationId xmlns:p14="http://schemas.microsoft.com/office/powerpoint/2010/main" val="402579498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9518D-9723-A996-3DF9-24DF5C595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1CE51-F0AE-83BD-8D66-5E89FC4ED1A3}"/>
              </a:ext>
            </a:extLst>
          </p:cNvPr>
          <p:cNvSpPr>
            <a:spLocks noGrp="1"/>
          </p:cNvSpPr>
          <p:nvPr>
            <p:ph type="title"/>
          </p:nvPr>
        </p:nvSpPr>
        <p:spPr>
          <a:xfrm>
            <a:off x="588263" y="457200"/>
            <a:ext cx="11046500" cy="443198"/>
          </a:xfrm>
        </p:spPr>
        <p:txBody>
          <a:bodyPr>
            <a:normAutofit fontScale="90000"/>
          </a:bodyPr>
          <a:lstStyle/>
          <a:p>
            <a:pPr defTabSz="914400">
              <a:defRPr/>
            </a:pPr>
            <a:r>
              <a:rPr lang="en-US" sz="3200" spc="0">
                <a:ln>
                  <a:noFill/>
                </a:ln>
                <a:solidFill>
                  <a:schemeClr val="tx1"/>
                </a:solidFill>
                <a:latin typeface="Segoe UI Semibold"/>
                <a:ea typeface="+mj-ea"/>
                <a:cs typeface="+mj-cs"/>
              </a:rPr>
              <a:t>S</a:t>
            </a:r>
            <a:r>
              <a:rPr kumimoji="0" lang="en-US" sz="3200" b="0" i="0" u="none" strike="noStrike" kern="1200" cap="none" spc="0" normalizeH="0" baseline="0" noProof="0">
                <a:ln>
                  <a:noFill/>
                </a:ln>
                <a:solidFill>
                  <a:schemeClr val="tx1"/>
                </a:solidFill>
                <a:effectLst/>
                <a:uLnTx/>
                <a:uFillTx/>
                <a:latin typeface="Segoe UI Semibold"/>
                <a:ea typeface="+mj-ea"/>
                <a:cs typeface="+mj-cs"/>
              </a:rPr>
              <a:t>o far, building and scaling custom agents has been difficult</a:t>
            </a:r>
          </a:p>
        </p:txBody>
      </p:sp>
      <p:sp>
        <p:nvSpPr>
          <p:cNvPr id="5" name="Rectangle: Rounded Corners 5">
            <a:extLst>
              <a:ext uri="{FF2B5EF4-FFF2-40B4-BE49-F238E27FC236}">
                <a16:creationId xmlns:a16="http://schemas.microsoft.com/office/drawing/2014/main" id="{E3A6152E-C3E9-83BD-1E20-6B461CBDB8D3}"/>
              </a:ext>
              <a:ext uri="{C183D7F6-B498-43B3-948B-1728B52AA6E4}">
                <adec:decorative xmlns:adec="http://schemas.microsoft.com/office/drawing/2017/decorative" val="1"/>
              </a:ext>
            </a:extLst>
          </p:cNvPr>
          <p:cNvSpPr/>
          <p:nvPr/>
        </p:nvSpPr>
        <p:spPr bwMode="auto">
          <a:xfrm>
            <a:off x="386499" y="1256092"/>
            <a:ext cx="11468601" cy="4880758"/>
          </a:xfrm>
          <a:prstGeom prst="roundRect">
            <a:avLst>
              <a:gd name="adj" fmla="val 1812"/>
            </a:avLst>
          </a:prstGeom>
          <a:solidFill>
            <a:schemeClr val="bg1">
              <a:alpha val="70000"/>
            </a:schemeClr>
          </a:solidFill>
          <a:ln w="19050">
            <a:gradFill flip="none" rotWithShape="1">
              <a:gsLst>
                <a:gs pos="0">
                  <a:schemeClr val="accent5"/>
                </a:gs>
                <a:gs pos="100000">
                  <a:schemeClr val="accent6"/>
                </a:gs>
              </a:gsLst>
              <a:lin ang="2700000" scaled="1"/>
              <a:tileRect/>
            </a:grad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225B61"/>
              </a:solidFill>
              <a:effectLst/>
              <a:uLnTx/>
              <a:uFillTx/>
              <a:latin typeface="Segoe Sans Text Semibold" pitchFamily="2" charset="0"/>
              <a:ea typeface="+mn-ea"/>
              <a:cs typeface="Segoe Sans Text Semibold" pitchFamily="2" charset="0"/>
            </a:endParaRPr>
          </a:p>
        </p:txBody>
      </p:sp>
      <p:graphicFrame>
        <p:nvGraphicFramePr>
          <p:cNvPr id="6" name="Table 2">
            <a:extLst>
              <a:ext uri="{FF2B5EF4-FFF2-40B4-BE49-F238E27FC236}">
                <a16:creationId xmlns:a16="http://schemas.microsoft.com/office/drawing/2014/main" id="{AF32CB7B-3D24-18A5-9C93-A1355C08900B}"/>
              </a:ext>
            </a:extLst>
          </p:cNvPr>
          <p:cNvGraphicFramePr>
            <a:graphicFrameLocks noGrp="1"/>
          </p:cNvGraphicFramePr>
          <p:nvPr>
            <p:extLst>
              <p:ext uri="{D42A27DB-BD31-4B8C-83A1-F6EECF244321}">
                <p14:modId xmlns:p14="http://schemas.microsoft.com/office/powerpoint/2010/main" val="518497440"/>
              </p:ext>
            </p:extLst>
          </p:nvPr>
        </p:nvGraphicFramePr>
        <p:xfrm>
          <a:off x="1310326" y="1492496"/>
          <a:ext cx="10324437" cy="4361549"/>
        </p:xfrm>
        <a:graphic>
          <a:graphicData uri="http://schemas.openxmlformats.org/drawingml/2006/table">
            <a:tbl>
              <a:tblPr firstRow="1" bandRow="1"/>
              <a:tblGrid>
                <a:gridCol w="4395571">
                  <a:extLst>
                    <a:ext uri="{9D8B030D-6E8A-4147-A177-3AD203B41FA5}">
                      <a16:colId xmlns:a16="http://schemas.microsoft.com/office/drawing/2014/main" val="3979698070"/>
                    </a:ext>
                  </a:extLst>
                </a:gridCol>
                <a:gridCol w="5928866">
                  <a:extLst>
                    <a:ext uri="{9D8B030D-6E8A-4147-A177-3AD203B41FA5}">
                      <a16:colId xmlns:a16="http://schemas.microsoft.com/office/drawing/2014/main" val="1654161039"/>
                    </a:ext>
                  </a:extLst>
                </a:gridCol>
              </a:tblGrid>
              <a:tr h="854284">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i="0">
                          <a:solidFill>
                            <a:schemeClr val="tx1"/>
                          </a:solidFill>
                          <a:latin typeface="+mj-lt"/>
                          <a:cs typeface="Segoe Sans Text Semibold"/>
                        </a:rPr>
                        <a:t>Fragmented frameworks</a:t>
                      </a:r>
                    </a:p>
                  </a:txBody>
                  <a:tcPr marL="360000" marR="91414" marT="45706" marB="45706" anchor="ctr">
                    <a:lnL w="12700">
                      <a:noFill/>
                    </a:lnL>
                    <a:lnR w="12700" cap="flat" cmpd="sng" algn="ctr">
                      <a:noFill/>
                      <a:prstDash val="sysDash"/>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marL="0" indent="0">
                        <a:buFont typeface="Arial" panose="020B0604020202020204" pitchFamily="34" charset="0"/>
                        <a:buNone/>
                      </a:pPr>
                      <a:r>
                        <a:rPr lang="en-US" sz="1200"/>
                        <a:t>Creating a cohesive system through complex integration of various tools and APIs that have different interfaces, data formats, and requirements</a:t>
                      </a:r>
                    </a:p>
                  </a:txBody>
                  <a:tcPr marL="91414" marR="91414" marT="45706" marB="45706" anchor="ctr">
                    <a:lnL w="12700" cap="flat" cmpd="sng" algn="ctr">
                      <a:noFill/>
                      <a:prstDash val="sysDash"/>
                      <a:round/>
                      <a:headEnd type="none" w="med" len="med"/>
                      <a:tailEnd type="none" w="med" len="med"/>
                    </a:lnL>
                    <a:lnR w="12700">
                      <a:noFill/>
                    </a:lnR>
                    <a:lnT w="12700" cap="flat" cmpd="sng" algn="ctr">
                      <a:solidFill>
                        <a:srgbClr val="CDCDCD"/>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2089638"/>
                  </a:ext>
                </a:extLst>
              </a:tr>
              <a:tr h="854284">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algn="l"/>
                      <a:r>
                        <a:rPr lang="en-US" sz="1600" i="0" kern="1200">
                          <a:solidFill>
                            <a:schemeClr val="tx1"/>
                          </a:solidFill>
                          <a:latin typeface="+mj-lt"/>
                          <a:ea typeface="+mn-ea"/>
                          <a:cs typeface="Segoe Sans Text Semibold"/>
                        </a:rPr>
                        <a:t>Research vs production gap</a:t>
                      </a:r>
                    </a:p>
                  </a:txBody>
                  <a:tcPr marL="360000" marR="91414" marT="45706" marB="45706" anchor="ctr">
                    <a:lnL w="12700">
                      <a:noFill/>
                    </a:lnL>
                    <a:lnR w="1270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marL="0" marR="0" lvl="0" indent="0" algn="l" defTabSz="932742" rtl="0" eaLnBrk="1" fontAlgn="auto" latinLnBrk="0" hangingPunct="1">
                        <a:lnSpc>
                          <a:spcPct val="100000"/>
                        </a:lnSpc>
                        <a:spcBef>
                          <a:spcPts val="0"/>
                        </a:spcBef>
                        <a:spcAft>
                          <a:spcPts val="1200"/>
                        </a:spcAft>
                        <a:buClrTx/>
                        <a:buSzTx/>
                        <a:buFontTx/>
                        <a:buNone/>
                        <a:tabLst/>
                        <a:defRPr/>
                      </a:pPr>
                      <a:r>
                        <a:rPr lang="en-US" sz="1200"/>
                        <a:t>New cutting-edge multi-agent patterns exist in research repos and they are hard to operationalize at scale</a:t>
                      </a:r>
                    </a:p>
                  </a:txBody>
                  <a:tcPr marL="91414" marR="91414" marT="45706" marB="45706" anchor="ctr">
                    <a:lnL w="12700" cap="flat" cmpd="sng" algn="ctr">
                      <a:noFill/>
                      <a:prstDash val="sysDash"/>
                      <a:round/>
                      <a:headEnd type="none" w="med" len="med"/>
                      <a:tailEnd type="none" w="med" len="med"/>
                    </a:lnL>
                    <a:lnR w="12700">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5310716"/>
                  </a:ext>
                </a:extLst>
              </a:tr>
              <a:tr h="1025778">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lvl="0" algn="l">
                        <a:buNone/>
                      </a:pPr>
                      <a:r>
                        <a:rPr lang="en-US" sz="1600" i="0" kern="1200">
                          <a:solidFill>
                            <a:schemeClr val="tx1"/>
                          </a:solidFill>
                          <a:latin typeface="+mj-lt"/>
                          <a:ea typeface="+mn-ea"/>
                          <a:cs typeface="Segoe Sans Text Semibold"/>
                        </a:rPr>
                        <a:t>Slow iteration from local to prod</a:t>
                      </a:r>
                    </a:p>
                  </a:txBody>
                  <a:tcPr marL="360000" marR="91413" marT="45706" marB="45706" anchor="ctr">
                    <a:lnL w="12700">
                      <a:noFill/>
                    </a:lnL>
                    <a:lnR w="0">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noFill/>
                  </a:tcPr>
                </a:tc>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marL="0" marR="0" lvl="0" indent="0" algn="l" defTabSz="932578" rtl="0" eaLnBrk="1" fontAlgn="auto" latinLnBrk="0" hangingPunct="1">
                        <a:lnSpc>
                          <a:spcPct val="100000"/>
                        </a:lnSpc>
                        <a:spcBef>
                          <a:spcPts val="0"/>
                        </a:spcBef>
                        <a:spcAft>
                          <a:spcPts val="1200"/>
                        </a:spcAft>
                        <a:buClrTx/>
                        <a:buSzTx/>
                        <a:buFontTx/>
                        <a:buNone/>
                        <a:tabLst/>
                        <a:defRPr/>
                      </a:pPr>
                      <a:r>
                        <a:rPr lang="en-US" sz="1200"/>
                        <a:t>Local debugging, CI/CD integration, and reproducibility are clunky </a:t>
                      </a:r>
                    </a:p>
                  </a:txBody>
                  <a:tcPr marL="91413" marR="91413" marT="45706" marB="45706" anchor="ctr">
                    <a:lnL w="0">
                      <a:noFill/>
                    </a:lnL>
                    <a:lnR w="12700">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999607341"/>
                  </a:ext>
                </a:extLst>
              </a:tr>
              <a:tr h="772919">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algn="l"/>
                      <a:r>
                        <a:rPr lang="en-US" sz="1600" i="0" kern="1200">
                          <a:solidFill>
                            <a:schemeClr val="tx1"/>
                          </a:solidFill>
                          <a:latin typeface="+mj-lt"/>
                          <a:ea typeface="+mn-ea"/>
                          <a:cs typeface="Segoe Sans Text Semibold"/>
                        </a:rPr>
                        <a:t>Limited extensibility in closed systems</a:t>
                      </a:r>
                    </a:p>
                  </a:txBody>
                  <a:tcPr marL="360000" marR="91414" marT="45706" marB="45706" anchor="ctr">
                    <a:lnL w="12700">
                      <a:noFill/>
                    </a:lnL>
                    <a:lnR w="1270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marL="0" marR="0" lvl="0" indent="0" algn="l" defTabSz="932578" rtl="0" eaLnBrk="1" fontAlgn="auto" latinLnBrk="0" hangingPunct="1">
                        <a:lnSpc>
                          <a:spcPct val="100000"/>
                        </a:lnSpc>
                        <a:spcBef>
                          <a:spcPts val="0"/>
                        </a:spcBef>
                        <a:spcAft>
                          <a:spcPts val="1200"/>
                        </a:spcAft>
                        <a:buClrTx/>
                        <a:buSzTx/>
                        <a:buFontTx/>
                        <a:buNone/>
                        <a:tabLst/>
                        <a:defRPr/>
                      </a:pPr>
                      <a:r>
                        <a:rPr lang="en-US" sz="1200"/>
                        <a:t>Managed services expose only pre-defined integrations and are hard to add custom plugins, domain logic, or enterprise integrations </a:t>
                      </a:r>
                    </a:p>
                  </a:txBody>
                  <a:tcPr marL="91414" marR="91414" marT="45706" marB="45706" anchor="ctr">
                    <a:lnL w="12700" cap="flat" cmpd="sng" algn="ctr">
                      <a:noFill/>
                      <a:prstDash val="sysDash"/>
                      <a:round/>
                      <a:headEnd type="none" w="med" len="med"/>
                      <a:tailEnd type="none" w="med" len="med"/>
                    </a:lnL>
                    <a:lnR w="12700">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575460"/>
                  </a:ext>
                </a:extLst>
              </a:tr>
              <a:tr h="854284">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algn="l"/>
                      <a:r>
                        <a:rPr lang="en-US" sz="1600" i="0" kern="1200">
                          <a:solidFill>
                            <a:schemeClr val="tx1"/>
                          </a:solidFill>
                          <a:latin typeface="+mj-lt"/>
                          <a:ea typeface="+mn-ea"/>
                          <a:cs typeface="Segoe Sans Text Semibold"/>
                        </a:rPr>
                        <a:t>Enterprise readiness gaps</a:t>
                      </a:r>
                    </a:p>
                  </a:txBody>
                  <a:tcPr marL="360000" marR="91414" marT="45706" marB="45706" anchor="ctr">
                    <a:lnL w="12700">
                      <a:noFill/>
                    </a:lnL>
                    <a:lnR w="1270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578" rtl="0" eaLnBrk="1" latinLnBrk="0" hangingPunct="1">
                        <a:defRPr sz="1836" kern="1200">
                          <a:solidFill>
                            <a:schemeClr val="tx1"/>
                          </a:solidFill>
                          <a:latin typeface="Segoe Sans Text"/>
                        </a:defRPr>
                      </a:lvl1pPr>
                      <a:lvl2pPr marL="466289" algn="l" defTabSz="932578" rtl="0" eaLnBrk="1" latinLnBrk="0" hangingPunct="1">
                        <a:defRPr sz="1836" kern="1200">
                          <a:solidFill>
                            <a:schemeClr val="tx1"/>
                          </a:solidFill>
                          <a:latin typeface="Segoe Sans Text"/>
                        </a:defRPr>
                      </a:lvl2pPr>
                      <a:lvl3pPr marL="932578" algn="l" defTabSz="932578" rtl="0" eaLnBrk="1" latinLnBrk="0" hangingPunct="1">
                        <a:defRPr sz="1836" kern="1200">
                          <a:solidFill>
                            <a:schemeClr val="tx1"/>
                          </a:solidFill>
                          <a:latin typeface="Segoe Sans Text"/>
                        </a:defRPr>
                      </a:lvl3pPr>
                      <a:lvl4pPr marL="1398867" algn="l" defTabSz="932578" rtl="0" eaLnBrk="1" latinLnBrk="0" hangingPunct="1">
                        <a:defRPr sz="1836" kern="1200">
                          <a:solidFill>
                            <a:schemeClr val="tx1"/>
                          </a:solidFill>
                          <a:latin typeface="Segoe Sans Text"/>
                        </a:defRPr>
                      </a:lvl4pPr>
                      <a:lvl5pPr marL="1865157" algn="l" defTabSz="932578" rtl="0" eaLnBrk="1" latinLnBrk="0" hangingPunct="1">
                        <a:defRPr sz="1836" kern="1200">
                          <a:solidFill>
                            <a:schemeClr val="tx1"/>
                          </a:solidFill>
                          <a:latin typeface="Segoe Sans Text"/>
                        </a:defRPr>
                      </a:lvl5pPr>
                      <a:lvl6pPr marL="2331446" algn="l" defTabSz="932578" rtl="0" eaLnBrk="1" latinLnBrk="0" hangingPunct="1">
                        <a:defRPr sz="1836" kern="1200">
                          <a:solidFill>
                            <a:schemeClr val="tx1"/>
                          </a:solidFill>
                          <a:latin typeface="Segoe Sans Text"/>
                        </a:defRPr>
                      </a:lvl6pPr>
                      <a:lvl7pPr marL="2797735" algn="l" defTabSz="932578" rtl="0" eaLnBrk="1" latinLnBrk="0" hangingPunct="1">
                        <a:defRPr sz="1836" kern="1200">
                          <a:solidFill>
                            <a:schemeClr val="tx1"/>
                          </a:solidFill>
                          <a:latin typeface="Segoe Sans Text"/>
                        </a:defRPr>
                      </a:lvl7pPr>
                      <a:lvl8pPr marL="3264024" algn="l" defTabSz="932578" rtl="0" eaLnBrk="1" latinLnBrk="0" hangingPunct="1">
                        <a:defRPr sz="1836" kern="1200">
                          <a:solidFill>
                            <a:schemeClr val="tx1"/>
                          </a:solidFill>
                          <a:latin typeface="Segoe Sans Text"/>
                        </a:defRPr>
                      </a:lvl8pPr>
                      <a:lvl9pPr marL="3730313" algn="l" defTabSz="932578" rtl="0" eaLnBrk="1" latinLnBrk="0" hangingPunct="1">
                        <a:defRPr sz="1836" kern="1200">
                          <a:solidFill>
                            <a:schemeClr val="tx1"/>
                          </a:solidFill>
                          <a:latin typeface="Segoe Sans Text"/>
                        </a:defRPr>
                      </a:lvl9pPr>
                    </a:lstStyle>
                    <a:p>
                      <a:pPr marL="0" marR="0" lvl="0" indent="0" algn="l" defTabSz="932578" rtl="0" eaLnBrk="1" fontAlgn="auto" latinLnBrk="0" hangingPunct="1">
                        <a:lnSpc>
                          <a:spcPct val="100000"/>
                        </a:lnSpc>
                        <a:spcBef>
                          <a:spcPts val="0"/>
                        </a:spcBef>
                        <a:spcAft>
                          <a:spcPts val="1200"/>
                        </a:spcAft>
                        <a:buClrTx/>
                        <a:buSzTx/>
                        <a:buFontTx/>
                        <a:buNone/>
                        <a:tabLst/>
                        <a:defRPr/>
                      </a:pPr>
                      <a:r>
                        <a:rPr lang="en-US" sz="1200" dirty="0"/>
                        <a:t>Most OSS frameworks lack observability, security, compliance, and governance, and hard to monitor tool calls, enforce approvals, or guarantee safe behavior</a:t>
                      </a:r>
                    </a:p>
                  </a:txBody>
                  <a:tcPr marL="91414" marR="91414" marT="45706" marB="45706" anchor="ctr">
                    <a:lnL w="12700" cap="flat" cmpd="sng" algn="ctr">
                      <a:noFill/>
                      <a:prstDash val="sysDash"/>
                      <a:round/>
                      <a:headEnd type="none" w="med" len="med"/>
                      <a:tailEnd type="none" w="med" len="med"/>
                    </a:lnL>
                    <a:lnR w="12700">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0138893"/>
                  </a:ext>
                </a:extLst>
              </a:tr>
            </a:tbl>
          </a:graphicData>
        </a:graphic>
      </p:graphicFrame>
      <p:pic>
        <p:nvPicPr>
          <p:cNvPr id="1026" name="Picture 2" descr="Download Free Fragmented Icons in PNG &amp; SVG">
            <a:extLst>
              <a:ext uri="{FF2B5EF4-FFF2-40B4-BE49-F238E27FC236}">
                <a16:creationId xmlns:a16="http://schemas.microsoft.com/office/drawing/2014/main" id="{CACB9982-5653-E1DE-36C0-D0C7EC443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37" y="1559351"/>
            <a:ext cx="646521" cy="64652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4A65631-6DEA-8FBA-E1E6-10B43C7048A8}"/>
              </a:ext>
            </a:extLst>
          </p:cNvPr>
          <p:cNvPicPr>
            <a:picLocks noChangeAspect="1"/>
          </p:cNvPicPr>
          <p:nvPr/>
        </p:nvPicPr>
        <p:blipFill>
          <a:blip r:embed="rId4"/>
          <a:stretch>
            <a:fillRect/>
          </a:stretch>
        </p:blipFill>
        <p:spPr>
          <a:xfrm>
            <a:off x="557237" y="2509131"/>
            <a:ext cx="646521" cy="646521"/>
          </a:xfrm>
          <a:prstGeom prst="rect">
            <a:avLst/>
          </a:prstGeom>
        </p:spPr>
      </p:pic>
      <p:pic>
        <p:nvPicPr>
          <p:cNvPr id="15" name="Picture 14">
            <a:extLst>
              <a:ext uri="{FF2B5EF4-FFF2-40B4-BE49-F238E27FC236}">
                <a16:creationId xmlns:a16="http://schemas.microsoft.com/office/drawing/2014/main" id="{46EB9C04-04BC-DB58-C35F-1C89CA73714C}"/>
              </a:ext>
            </a:extLst>
          </p:cNvPr>
          <p:cNvPicPr>
            <a:picLocks noChangeAspect="1"/>
          </p:cNvPicPr>
          <p:nvPr/>
        </p:nvPicPr>
        <p:blipFill>
          <a:blip r:embed="rId5"/>
          <a:stretch>
            <a:fillRect/>
          </a:stretch>
        </p:blipFill>
        <p:spPr>
          <a:xfrm>
            <a:off x="614121" y="5185898"/>
            <a:ext cx="532752" cy="532752"/>
          </a:xfrm>
          <a:prstGeom prst="rect">
            <a:avLst/>
          </a:prstGeom>
        </p:spPr>
      </p:pic>
      <p:pic>
        <p:nvPicPr>
          <p:cNvPr id="17" name="Picture 16">
            <a:extLst>
              <a:ext uri="{FF2B5EF4-FFF2-40B4-BE49-F238E27FC236}">
                <a16:creationId xmlns:a16="http://schemas.microsoft.com/office/drawing/2014/main" id="{737A35A9-A335-4FA6-45C5-97872A77961B}"/>
              </a:ext>
            </a:extLst>
          </p:cNvPr>
          <p:cNvPicPr>
            <a:picLocks noChangeAspect="1"/>
          </p:cNvPicPr>
          <p:nvPr/>
        </p:nvPicPr>
        <p:blipFill>
          <a:blip r:embed="rId6"/>
          <a:stretch>
            <a:fillRect/>
          </a:stretch>
        </p:blipFill>
        <p:spPr>
          <a:xfrm>
            <a:off x="569149" y="3350009"/>
            <a:ext cx="646522" cy="646522"/>
          </a:xfrm>
          <a:prstGeom prst="rect">
            <a:avLst/>
          </a:prstGeom>
        </p:spPr>
      </p:pic>
      <p:pic>
        <p:nvPicPr>
          <p:cNvPr id="1028" name="Picture 4" descr="Download Free Scalable Icons in PNG &amp; SVG">
            <a:extLst>
              <a:ext uri="{FF2B5EF4-FFF2-40B4-BE49-F238E27FC236}">
                <a16:creationId xmlns:a16="http://schemas.microsoft.com/office/drawing/2014/main" id="{F1850C0B-3EB9-1384-64BB-36A69669B4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121" y="4299789"/>
            <a:ext cx="532753" cy="532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35809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DE2FF-E404-7CAA-E422-9BC1C6E32095}"/>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9B2CD1BF-75A0-5139-DE27-81E89DE28EB0}"/>
              </a:ext>
              <a:ext uri="{C183D7F6-B498-43B3-948B-1728B52AA6E4}">
                <adec:decorative xmlns:adec="http://schemas.microsoft.com/office/drawing/2017/decorative" val="1"/>
              </a:ext>
            </a:extLst>
          </p:cNvPr>
          <p:cNvGrpSpPr/>
          <p:nvPr/>
        </p:nvGrpSpPr>
        <p:grpSpPr>
          <a:xfrm rot="19720801">
            <a:off x="5281027" y="1439784"/>
            <a:ext cx="13298689" cy="12013760"/>
            <a:chOff x="-6806102" y="232529"/>
            <a:chExt cx="3322106" cy="3001125"/>
          </a:xfrm>
        </p:grpSpPr>
        <p:grpSp>
          <p:nvGrpSpPr>
            <p:cNvPr id="75" name="Group 74">
              <a:extLst>
                <a:ext uri="{FF2B5EF4-FFF2-40B4-BE49-F238E27FC236}">
                  <a16:creationId xmlns:a16="http://schemas.microsoft.com/office/drawing/2014/main" id="{B410AC58-9DCC-D234-A5F9-6F3694D25F50}"/>
                </a:ext>
              </a:extLst>
            </p:cNvPr>
            <p:cNvGrpSpPr/>
            <p:nvPr/>
          </p:nvGrpSpPr>
          <p:grpSpPr>
            <a:xfrm rot="15313653">
              <a:off x="-6654419" y="298465"/>
              <a:ext cx="2935188" cy="2935189"/>
              <a:chOff x="-13073550" y="260470"/>
              <a:chExt cx="10868115" cy="10868116"/>
            </a:xfrm>
            <a:solidFill>
              <a:schemeClr val="bg1">
                <a:lumMod val="85000"/>
              </a:schemeClr>
            </a:solidFill>
          </p:grpSpPr>
          <p:grpSp>
            <p:nvGrpSpPr>
              <p:cNvPr id="128" name="Group 127">
                <a:extLst>
                  <a:ext uri="{FF2B5EF4-FFF2-40B4-BE49-F238E27FC236}">
                    <a16:creationId xmlns:a16="http://schemas.microsoft.com/office/drawing/2014/main" id="{EBEEECBF-F270-B49E-351D-E7C00BC54940}"/>
                  </a:ext>
                </a:extLst>
              </p:cNvPr>
              <p:cNvGrpSpPr/>
              <p:nvPr/>
            </p:nvGrpSpPr>
            <p:grpSpPr>
              <a:xfrm>
                <a:off x="-13073550" y="3398292"/>
                <a:ext cx="10868115" cy="4592474"/>
                <a:chOff x="-13073550" y="3398292"/>
                <a:chExt cx="10868115" cy="4592474"/>
              </a:xfrm>
              <a:grpFill/>
            </p:grpSpPr>
            <p:pic>
              <p:nvPicPr>
                <p:cNvPr id="135" name="Graphic 134">
                  <a:extLst>
                    <a:ext uri="{FF2B5EF4-FFF2-40B4-BE49-F238E27FC236}">
                      <a16:creationId xmlns:a16="http://schemas.microsoft.com/office/drawing/2014/main" id="{0AFACA38-184B-BAC6-2463-9BD9FA30AD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136" name="Graphic 135">
                  <a:extLst>
                    <a:ext uri="{FF2B5EF4-FFF2-40B4-BE49-F238E27FC236}">
                      <a16:creationId xmlns:a16="http://schemas.microsoft.com/office/drawing/2014/main" id="{18595136-7FD7-8375-31A3-FEFF9C95B2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073550" y="3398292"/>
                  <a:ext cx="2312294" cy="4592474"/>
                </a:xfrm>
                <a:prstGeom prst="rect">
                  <a:avLst/>
                </a:prstGeom>
              </p:spPr>
            </p:pic>
          </p:grpSp>
          <p:grpSp>
            <p:nvGrpSpPr>
              <p:cNvPr id="129" name="Group 128">
                <a:extLst>
                  <a:ext uri="{FF2B5EF4-FFF2-40B4-BE49-F238E27FC236}">
                    <a16:creationId xmlns:a16="http://schemas.microsoft.com/office/drawing/2014/main" id="{8A8A7F78-8D6A-CAB5-D18D-DB0E8AF0530E}"/>
                  </a:ext>
                </a:extLst>
              </p:cNvPr>
              <p:cNvGrpSpPr/>
              <p:nvPr/>
            </p:nvGrpSpPr>
            <p:grpSpPr>
              <a:xfrm rot="18000000">
                <a:off x="-13073550" y="3398292"/>
                <a:ext cx="10868115" cy="4592474"/>
                <a:chOff x="-13073550" y="3398292"/>
                <a:chExt cx="10868115" cy="4592474"/>
              </a:xfrm>
              <a:grpFill/>
            </p:grpSpPr>
            <p:pic>
              <p:nvPicPr>
                <p:cNvPr id="133" name="Graphic 132">
                  <a:extLst>
                    <a:ext uri="{FF2B5EF4-FFF2-40B4-BE49-F238E27FC236}">
                      <a16:creationId xmlns:a16="http://schemas.microsoft.com/office/drawing/2014/main" id="{4063E207-63DE-C864-57F3-709981AA2E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134" name="Graphic 133">
                  <a:extLst>
                    <a:ext uri="{FF2B5EF4-FFF2-40B4-BE49-F238E27FC236}">
                      <a16:creationId xmlns:a16="http://schemas.microsoft.com/office/drawing/2014/main" id="{BB2165D1-A8F4-B9AE-D6D3-D7EE5DEA8D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073550" y="3398292"/>
                  <a:ext cx="2312294" cy="4592474"/>
                </a:xfrm>
                <a:prstGeom prst="rect">
                  <a:avLst/>
                </a:prstGeom>
              </p:spPr>
            </p:pic>
          </p:grpSp>
          <p:grpSp>
            <p:nvGrpSpPr>
              <p:cNvPr id="130" name="Group 129">
                <a:extLst>
                  <a:ext uri="{FF2B5EF4-FFF2-40B4-BE49-F238E27FC236}">
                    <a16:creationId xmlns:a16="http://schemas.microsoft.com/office/drawing/2014/main" id="{4B242D17-8D0D-89F9-01E3-43EA9F34B8FB}"/>
                  </a:ext>
                </a:extLst>
              </p:cNvPr>
              <p:cNvGrpSpPr/>
              <p:nvPr/>
            </p:nvGrpSpPr>
            <p:grpSpPr>
              <a:xfrm rot="3600000">
                <a:off x="-13073550" y="3398291"/>
                <a:ext cx="10868115" cy="4592474"/>
                <a:chOff x="-13073550" y="3398292"/>
                <a:chExt cx="10868115" cy="4592474"/>
              </a:xfrm>
              <a:grpFill/>
            </p:grpSpPr>
            <p:pic>
              <p:nvPicPr>
                <p:cNvPr id="131" name="Graphic 130">
                  <a:extLst>
                    <a:ext uri="{FF2B5EF4-FFF2-40B4-BE49-F238E27FC236}">
                      <a16:creationId xmlns:a16="http://schemas.microsoft.com/office/drawing/2014/main" id="{82351B7D-E8BC-274A-5EF2-CA9AA4D27C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132" name="Graphic 131">
                  <a:extLst>
                    <a:ext uri="{FF2B5EF4-FFF2-40B4-BE49-F238E27FC236}">
                      <a16:creationId xmlns:a16="http://schemas.microsoft.com/office/drawing/2014/main" id="{3CA8966C-4F43-C41E-9FF3-7D1B7CBE0E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073550" y="3398292"/>
                  <a:ext cx="2312294" cy="4592474"/>
                </a:xfrm>
                <a:prstGeom prst="rect">
                  <a:avLst/>
                </a:prstGeom>
              </p:spPr>
            </p:pic>
          </p:grpSp>
        </p:grpSp>
        <p:grpSp>
          <p:nvGrpSpPr>
            <p:cNvPr id="76" name="Graphic 5">
              <a:extLst>
                <a:ext uri="{FF2B5EF4-FFF2-40B4-BE49-F238E27FC236}">
                  <a16:creationId xmlns:a16="http://schemas.microsoft.com/office/drawing/2014/main" id="{8400887A-1405-5EC9-7875-9A57F636F35D}"/>
                </a:ext>
              </a:extLst>
            </p:cNvPr>
            <p:cNvGrpSpPr/>
            <p:nvPr/>
          </p:nvGrpSpPr>
          <p:grpSpPr>
            <a:xfrm rot="17096485">
              <a:off x="-6289091" y="799971"/>
              <a:ext cx="2039453" cy="2103885"/>
              <a:chOff x="4071312" y="2489702"/>
              <a:chExt cx="3527293" cy="3638722"/>
            </a:xfrm>
            <a:noFill/>
          </p:grpSpPr>
          <p:sp>
            <p:nvSpPr>
              <p:cNvPr id="116" name="Freeform: Shape 115">
                <a:extLst>
                  <a:ext uri="{FF2B5EF4-FFF2-40B4-BE49-F238E27FC236}">
                    <a16:creationId xmlns:a16="http://schemas.microsoft.com/office/drawing/2014/main" id="{5DB55048-5D58-E81D-A256-62F6223C25F1}"/>
                  </a:ext>
                </a:extLst>
              </p:cNvPr>
              <p:cNvSpPr/>
              <p:nvPr/>
            </p:nvSpPr>
            <p:spPr>
              <a:xfrm>
                <a:off x="4071312" y="2489702"/>
                <a:ext cx="3259151" cy="3638722"/>
              </a:xfrm>
              <a:custGeom>
                <a:avLst/>
                <a:gdLst>
                  <a:gd name="connsiteX0" fmla="*/ 3079707 w 3259151"/>
                  <a:gd name="connsiteY0" fmla="*/ 3021953 h 3638722"/>
                  <a:gd name="connsiteX1" fmla="*/ 3132080 w 3259151"/>
                  <a:gd name="connsiteY1" fmla="*/ 1787369 h 3638722"/>
                  <a:gd name="connsiteX2" fmla="*/ 3107243 w 3259151"/>
                  <a:gd name="connsiteY2" fmla="*/ 829383 h 3638722"/>
                  <a:gd name="connsiteX3" fmla="*/ 1658848 w 3259151"/>
                  <a:gd name="connsiteY3" fmla="*/ 4990 h 3638722"/>
                  <a:gd name="connsiteX4" fmla="*/ 849418 w 3259151"/>
                  <a:gd name="connsiteY4" fmla="*/ 1005939 h 3638722"/>
                  <a:gd name="connsiteX5" fmla="*/ 4585 w 3259151"/>
                  <a:gd name="connsiteY5" fmla="*/ 2043526 h 3638722"/>
                  <a:gd name="connsiteX6" fmla="*/ 820725 w 3259151"/>
                  <a:gd name="connsiteY6" fmla="*/ 2918441 h 3638722"/>
                  <a:gd name="connsiteX7" fmla="*/ 2033249 w 3259151"/>
                  <a:gd name="connsiteY7" fmla="*/ 3633846 h 3638722"/>
                  <a:gd name="connsiteX8" fmla="*/ 3079785 w 3259151"/>
                  <a:gd name="connsiteY8" fmla="*/ 3022030 h 3638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9151" h="3638722">
                    <a:moveTo>
                      <a:pt x="3079707" y="3021953"/>
                    </a:moveTo>
                    <a:cubicBezTo>
                      <a:pt x="3412226" y="2666372"/>
                      <a:pt x="3192167" y="2234970"/>
                      <a:pt x="3132080" y="1787369"/>
                    </a:cubicBezTo>
                    <a:cubicBezTo>
                      <a:pt x="3085955" y="1443358"/>
                      <a:pt x="3380525" y="1084923"/>
                      <a:pt x="3107243" y="829383"/>
                    </a:cubicBezTo>
                    <a:cubicBezTo>
                      <a:pt x="2749194" y="494473"/>
                      <a:pt x="2109225" y="-58259"/>
                      <a:pt x="1658848" y="4990"/>
                    </a:cubicBezTo>
                    <a:cubicBezTo>
                      <a:pt x="1318153" y="52812"/>
                      <a:pt x="1102645" y="735127"/>
                      <a:pt x="849418" y="1005939"/>
                    </a:cubicBezTo>
                    <a:cubicBezTo>
                      <a:pt x="515743" y="1362755"/>
                      <a:pt x="-56967" y="1594538"/>
                      <a:pt x="4585" y="2043526"/>
                    </a:cubicBezTo>
                    <a:cubicBezTo>
                      <a:pt x="51559" y="2385918"/>
                      <a:pt x="548678" y="2663981"/>
                      <a:pt x="820725" y="2918441"/>
                    </a:cubicBezTo>
                    <a:cubicBezTo>
                      <a:pt x="1173298" y="3248183"/>
                      <a:pt x="1589043" y="3690075"/>
                      <a:pt x="2033249" y="3633846"/>
                    </a:cubicBezTo>
                    <a:cubicBezTo>
                      <a:pt x="2381349" y="3589726"/>
                      <a:pt x="2821390" y="3298397"/>
                      <a:pt x="3079785" y="3022030"/>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7" name="Freeform: Shape 116">
                <a:extLst>
                  <a:ext uri="{FF2B5EF4-FFF2-40B4-BE49-F238E27FC236}">
                    <a16:creationId xmlns:a16="http://schemas.microsoft.com/office/drawing/2014/main" id="{0E1B1F08-287C-48F4-8FEE-2C3E5EEE9B2D}"/>
                  </a:ext>
                </a:extLst>
              </p:cNvPr>
              <p:cNvSpPr/>
              <p:nvPr/>
            </p:nvSpPr>
            <p:spPr>
              <a:xfrm>
                <a:off x="4109618" y="2534620"/>
                <a:ext cx="3220782" cy="3579817"/>
              </a:xfrm>
              <a:custGeom>
                <a:avLst/>
                <a:gdLst>
                  <a:gd name="connsiteX0" fmla="*/ 791058 w 3220782"/>
                  <a:gd name="connsiteY0" fmla="*/ 2907154 h 3579817"/>
                  <a:gd name="connsiteX1" fmla="*/ 2002194 w 3220782"/>
                  <a:gd name="connsiteY1" fmla="*/ 3574659 h 3579817"/>
                  <a:gd name="connsiteX2" fmla="*/ 3028289 w 3220782"/>
                  <a:gd name="connsiteY2" fmla="*/ 2934613 h 3579817"/>
                  <a:gd name="connsiteX3" fmla="*/ 3129333 w 3220782"/>
                  <a:gd name="connsiteY3" fmla="*/ 1743455 h 3579817"/>
                  <a:gd name="connsiteX4" fmla="*/ 3052277 w 3220782"/>
                  <a:gd name="connsiteY4" fmla="*/ 731167 h 3579817"/>
                  <a:gd name="connsiteX5" fmla="*/ 1620928 w 3220782"/>
                  <a:gd name="connsiteY5" fmla="*/ 5581 h 3579817"/>
                  <a:gd name="connsiteX6" fmla="*/ 765913 w 3220782"/>
                  <a:gd name="connsiteY6" fmla="*/ 939888 h 3579817"/>
                  <a:gd name="connsiteX7" fmla="*/ 5000 w 3220782"/>
                  <a:gd name="connsiteY7" fmla="*/ 1991745 h 3579817"/>
                  <a:gd name="connsiteX8" fmla="*/ 791058 w 3220782"/>
                  <a:gd name="connsiteY8" fmla="*/ 2907231 h 357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0782" h="3579817">
                    <a:moveTo>
                      <a:pt x="791058" y="2907154"/>
                    </a:moveTo>
                    <a:cubicBezTo>
                      <a:pt x="1139775" y="3222549"/>
                      <a:pt x="1564312" y="3630426"/>
                      <a:pt x="2002194" y="3574659"/>
                    </a:cubicBezTo>
                    <a:cubicBezTo>
                      <a:pt x="2362558" y="3528688"/>
                      <a:pt x="2770743" y="3219772"/>
                      <a:pt x="3028289" y="2934613"/>
                    </a:cubicBezTo>
                    <a:cubicBezTo>
                      <a:pt x="3345767" y="2583197"/>
                      <a:pt x="3188417" y="2184113"/>
                      <a:pt x="3129333" y="1743455"/>
                    </a:cubicBezTo>
                    <a:cubicBezTo>
                      <a:pt x="3081433" y="1386485"/>
                      <a:pt x="3334968" y="986244"/>
                      <a:pt x="3052277" y="731167"/>
                    </a:cubicBezTo>
                    <a:cubicBezTo>
                      <a:pt x="2698624" y="412069"/>
                      <a:pt x="2063823" y="-56434"/>
                      <a:pt x="1620928" y="5581"/>
                    </a:cubicBezTo>
                    <a:cubicBezTo>
                      <a:pt x="1267198" y="54946"/>
                      <a:pt x="1018908" y="659665"/>
                      <a:pt x="765913" y="939888"/>
                    </a:cubicBezTo>
                    <a:cubicBezTo>
                      <a:pt x="447664" y="1292461"/>
                      <a:pt x="-55549" y="1549929"/>
                      <a:pt x="5000" y="1991745"/>
                    </a:cubicBezTo>
                    <a:cubicBezTo>
                      <a:pt x="53516" y="2346477"/>
                      <a:pt x="510218" y="2653234"/>
                      <a:pt x="791058" y="2907231"/>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8" name="Freeform: Shape 117">
                <a:extLst>
                  <a:ext uri="{FF2B5EF4-FFF2-40B4-BE49-F238E27FC236}">
                    <a16:creationId xmlns:a16="http://schemas.microsoft.com/office/drawing/2014/main" id="{CB2F33B6-B216-F277-2302-3BFFAE9A3A93}"/>
                  </a:ext>
                </a:extLst>
              </p:cNvPr>
              <p:cNvSpPr/>
              <p:nvPr/>
            </p:nvSpPr>
            <p:spPr>
              <a:xfrm>
                <a:off x="4147825" y="2579175"/>
                <a:ext cx="3187979" cy="3521387"/>
              </a:xfrm>
              <a:custGeom>
                <a:avLst/>
                <a:gdLst>
                  <a:gd name="connsiteX0" fmla="*/ 761567 w 3187979"/>
                  <a:gd name="connsiteY0" fmla="*/ 2896229 h 3521387"/>
                  <a:gd name="connsiteX1" fmla="*/ 1971315 w 3187979"/>
                  <a:gd name="connsiteY1" fmla="*/ 3515912 h 3521387"/>
                  <a:gd name="connsiteX2" fmla="*/ 2977047 w 3187979"/>
                  <a:gd name="connsiteY2" fmla="*/ 2847635 h 3521387"/>
                  <a:gd name="connsiteX3" fmla="*/ 3126683 w 3187979"/>
                  <a:gd name="connsiteY3" fmla="*/ 1699825 h 3521387"/>
                  <a:gd name="connsiteX4" fmla="*/ 2997409 w 3187979"/>
                  <a:gd name="connsiteY4" fmla="*/ 633236 h 3521387"/>
                  <a:gd name="connsiteX5" fmla="*/ 1583183 w 3187979"/>
                  <a:gd name="connsiteY5" fmla="*/ 6380 h 3521387"/>
                  <a:gd name="connsiteX6" fmla="*/ 682583 w 3187979"/>
                  <a:gd name="connsiteY6" fmla="*/ 874121 h 3521387"/>
                  <a:gd name="connsiteX7" fmla="*/ 5513 w 3187979"/>
                  <a:gd name="connsiteY7" fmla="*/ 1940171 h 3521387"/>
                  <a:gd name="connsiteX8" fmla="*/ 761567 w 3187979"/>
                  <a:gd name="connsiteY8" fmla="*/ 2896229 h 352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7979" h="3521387">
                    <a:moveTo>
                      <a:pt x="761567" y="2896229"/>
                    </a:moveTo>
                    <a:cubicBezTo>
                      <a:pt x="1106195" y="3197508"/>
                      <a:pt x="1539681" y="3571139"/>
                      <a:pt x="1971315" y="3515912"/>
                    </a:cubicBezTo>
                    <a:cubicBezTo>
                      <a:pt x="2343865" y="3468090"/>
                      <a:pt x="2720426" y="3141742"/>
                      <a:pt x="2977047" y="2847635"/>
                    </a:cubicBezTo>
                    <a:cubicBezTo>
                      <a:pt x="3279715" y="2500770"/>
                      <a:pt x="3184842" y="2133542"/>
                      <a:pt x="3126683" y="1699825"/>
                    </a:cubicBezTo>
                    <a:cubicBezTo>
                      <a:pt x="3077087" y="1329975"/>
                      <a:pt x="3289665" y="887620"/>
                      <a:pt x="2997409" y="633236"/>
                    </a:cubicBezTo>
                    <a:cubicBezTo>
                      <a:pt x="2648539" y="329565"/>
                      <a:pt x="2018520" y="-54246"/>
                      <a:pt x="1583183" y="6380"/>
                    </a:cubicBezTo>
                    <a:cubicBezTo>
                      <a:pt x="1216418" y="57287"/>
                      <a:pt x="935115" y="584257"/>
                      <a:pt x="682583" y="874121"/>
                    </a:cubicBezTo>
                    <a:cubicBezTo>
                      <a:pt x="379529" y="1222066"/>
                      <a:pt x="-53879" y="1505683"/>
                      <a:pt x="5513" y="1940171"/>
                    </a:cubicBezTo>
                    <a:cubicBezTo>
                      <a:pt x="55572" y="2307322"/>
                      <a:pt x="471703" y="2642848"/>
                      <a:pt x="761567" y="2896229"/>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9" name="Freeform: Shape 118">
                <a:extLst>
                  <a:ext uri="{FF2B5EF4-FFF2-40B4-BE49-F238E27FC236}">
                    <a16:creationId xmlns:a16="http://schemas.microsoft.com/office/drawing/2014/main" id="{4464DAC1-683F-33DE-A326-1DEDFAF0DE8F}"/>
                  </a:ext>
                </a:extLst>
              </p:cNvPr>
              <p:cNvSpPr/>
              <p:nvPr/>
            </p:nvSpPr>
            <p:spPr>
              <a:xfrm>
                <a:off x="4185926" y="2623531"/>
                <a:ext cx="3162650" cy="3463280"/>
              </a:xfrm>
              <a:custGeom>
                <a:avLst/>
                <a:gdLst>
                  <a:gd name="connsiteX0" fmla="*/ 732182 w 3162650"/>
                  <a:gd name="connsiteY0" fmla="*/ 2885579 h 3463280"/>
                  <a:gd name="connsiteX1" fmla="*/ 1940541 w 3162650"/>
                  <a:gd name="connsiteY1" fmla="*/ 3457440 h 3463280"/>
                  <a:gd name="connsiteX2" fmla="*/ 2925910 w 3162650"/>
                  <a:gd name="connsiteY2" fmla="*/ 2760933 h 3463280"/>
                  <a:gd name="connsiteX3" fmla="*/ 3124217 w 3162650"/>
                  <a:gd name="connsiteY3" fmla="*/ 1656549 h 3463280"/>
                  <a:gd name="connsiteX4" fmla="*/ 2942725 w 3162650"/>
                  <a:gd name="connsiteY4" fmla="*/ 535658 h 3463280"/>
                  <a:gd name="connsiteX5" fmla="*/ 1545622 w 3162650"/>
                  <a:gd name="connsiteY5" fmla="*/ 7609 h 3463280"/>
                  <a:gd name="connsiteX6" fmla="*/ 599436 w 3162650"/>
                  <a:gd name="connsiteY6" fmla="*/ 808708 h 3463280"/>
                  <a:gd name="connsiteX7" fmla="*/ 6210 w 3162650"/>
                  <a:gd name="connsiteY7" fmla="*/ 1888949 h 3463280"/>
                  <a:gd name="connsiteX8" fmla="*/ 732182 w 3162650"/>
                  <a:gd name="connsiteY8" fmla="*/ 2885579 h 346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650" h="3463280">
                    <a:moveTo>
                      <a:pt x="732182" y="2885579"/>
                    </a:moveTo>
                    <a:cubicBezTo>
                      <a:pt x="1072413" y="3173052"/>
                      <a:pt x="1515232" y="3512050"/>
                      <a:pt x="1940541" y="3457440"/>
                    </a:cubicBezTo>
                    <a:cubicBezTo>
                      <a:pt x="2325355" y="3407689"/>
                      <a:pt x="2670370" y="3064218"/>
                      <a:pt x="2925910" y="2760933"/>
                    </a:cubicBezTo>
                    <a:cubicBezTo>
                      <a:pt x="3214077" y="2418850"/>
                      <a:pt x="3181450" y="2083246"/>
                      <a:pt x="3124217" y="1656549"/>
                    </a:cubicBezTo>
                    <a:cubicBezTo>
                      <a:pt x="3072847" y="1273817"/>
                      <a:pt x="3244776" y="789270"/>
                      <a:pt x="2942725" y="535658"/>
                    </a:cubicBezTo>
                    <a:cubicBezTo>
                      <a:pt x="2599022" y="247105"/>
                      <a:pt x="1973399" y="-51783"/>
                      <a:pt x="1545622" y="7609"/>
                    </a:cubicBezTo>
                    <a:cubicBezTo>
                      <a:pt x="1165821" y="60059"/>
                      <a:pt x="851352" y="508970"/>
                      <a:pt x="599436" y="808708"/>
                    </a:cubicBezTo>
                    <a:cubicBezTo>
                      <a:pt x="311192" y="1151639"/>
                      <a:pt x="-52025" y="1461712"/>
                      <a:pt x="6210" y="1888949"/>
                    </a:cubicBezTo>
                    <a:cubicBezTo>
                      <a:pt x="57888" y="2268441"/>
                      <a:pt x="433139" y="2632970"/>
                      <a:pt x="732182" y="2885579"/>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0" name="Freeform: Shape 119">
                <a:extLst>
                  <a:ext uri="{FF2B5EF4-FFF2-40B4-BE49-F238E27FC236}">
                    <a16:creationId xmlns:a16="http://schemas.microsoft.com/office/drawing/2014/main" id="{30DF81B1-0DA1-5F2E-261C-54422FF4EFE5}"/>
                  </a:ext>
                </a:extLst>
              </p:cNvPr>
              <p:cNvSpPr/>
              <p:nvPr/>
            </p:nvSpPr>
            <p:spPr>
              <a:xfrm>
                <a:off x="4223622" y="2666959"/>
                <a:ext cx="3145783" cy="3406134"/>
              </a:xfrm>
              <a:custGeom>
                <a:avLst/>
                <a:gdLst>
                  <a:gd name="connsiteX0" fmla="*/ 703202 w 3145783"/>
                  <a:gd name="connsiteY0" fmla="*/ 2875858 h 3406134"/>
                  <a:gd name="connsiteX1" fmla="*/ 1910173 w 3145783"/>
                  <a:gd name="connsiteY1" fmla="*/ 3399820 h 3406134"/>
                  <a:gd name="connsiteX2" fmla="*/ 2875101 w 3145783"/>
                  <a:gd name="connsiteY2" fmla="*/ 2675082 h 3406134"/>
                  <a:gd name="connsiteX3" fmla="*/ 3122003 w 3145783"/>
                  <a:gd name="connsiteY3" fmla="*/ 1614047 h 3406134"/>
                  <a:gd name="connsiteX4" fmla="*/ 2888291 w 3145783"/>
                  <a:gd name="connsiteY4" fmla="*/ 438855 h 3406134"/>
                  <a:gd name="connsiteX5" fmla="*/ 1508312 w 3145783"/>
                  <a:gd name="connsiteY5" fmla="*/ 9612 h 3406134"/>
                  <a:gd name="connsiteX6" fmla="*/ 516541 w 3145783"/>
                  <a:gd name="connsiteY6" fmla="*/ 744146 h 3406134"/>
                  <a:gd name="connsiteX7" fmla="*/ 7234 w 3145783"/>
                  <a:gd name="connsiteY7" fmla="*/ 1838580 h 3406134"/>
                  <a:gd name="connsiteX8" fmla="*/ 703125 w 3145783"/>
                  <a:gd name="connsiteY8" fmla="*/ 2875858 h 340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5783" h="3406134">
                    <a:moveTo>
                      <a:pt x="703202" y="2875858"/>
                    </a:moveTo>
                    <a:cubicBezTo>
                      <a:pt x="1038729" y="3149756"/>
                      <a:pt x="1491188" y="3453967"/>
                      <a:pt x="1910173" y="3399820"/>
                    </a:cubicBezTo>
                    <a:cubicBezTo>
                      <a:pt x="2307174" y="3348218"/>
                      <a:pt x="2620872" y="2987778"/>
                      <a:pt x="2875101" y="2675082"/>
                    </a:cubicBezTo>
                    <a:cubicBezTo>
                      <a:pt x="3149077" y="2338167"/>
                      <a:pt x="3178310" y="2033802"/>
                      <a:pt x="3122003" y="1614047"/>
                    </a:cubicBezTo>
                    <a:cubicBezTo>
                      <a:pt x="3068936" y="1218434"/>
                      <a:pt x="3200369" y="691464"/>
                      <a:pt x="2888291" y="438855"/>
                    </a:cubicBezTo>
                    <a:cubicBezTo>
                      <a:pt x="2549988" y="165034"/>
                      <a:pt x="1928530" y="-48546"/>
                      <a:pt x="1508312" y="9612"/>
                    </a:cubicBezTo>
                    <a:cubicBezTo>
                      <a:pt x="1115476" y="63605"/>
                      <a:pt x="767685" y="434304"/>
                      <a:pt x="516541" y="744146"/>
                    </a:cubicBezTo>
                    <a:cubicBezTo>
                      <a:pt x="242797" y="1081832"/>
                      <a:pt x="-49998" y="1418593"/>
                      <a:pt x="7234" y="1838580"/>
                    </a:cubicBezTo>
                    <a:cubicBezTo>
                      <a:pt x="60456" y="2230413"/>
                      <a:pt x="394749" y="2624098"/>
                      <a:pt x="703125" y="2875858"/>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1" name="Freeform: Shape 120">
                <a:extLst>
                  <a:ext uri="{FF2B5EF4-FFF2-40B4-BE49-F238E27FC236}">
                    <a16:creationId xmlns:a16="http://schemas.microsoft.com/office/drawing/2014/main" id="{4B59FE62-EC64-C1DF-E46E-817B041D392D}"/>
                  </a:ext>
                </a:extLst>
              </p:cNvPr>
              <p:cNvSpPr/>
              <p:nvPr/>
            </p:nvSpPr>
            <p:spPr>
              <a:xfrm>
                <a:off x="4260986" y="2709255"/>
                <a:ext cx="3135893" cy="3350272"/>
              </a:xfrm>
              <a:custGeom>
                <a:avLst/>
                <a:gdLst>
                  <a:gd name="connsiteX0" fmla="*/ 674554 w 3135893"/>
                  <a:gd name="connsiteY0" fmla="*/ 2867269 h 3350272"/>
                  <a:gd name="connsiteX1" fmla="*/ 1880214 w 3135893"/>
                  <a:gd name="connsiteY1" fmla="*/ 3343408 h 3350272"/>
                  <a:gd name="connsiteX2" fmla="*/ 2824779 w 3135893"/>
                  <a:gd name="connsiteY2" fmla="*/ 2590440 h 3350272"/>
                  <a:gd name="connsiteX3" fmla="*/ 3120352 w 3135893"/>
                  <a:gd name="connsiteY3" fmla="*/ 1572830 h 3350272"/>
                  <a:gd name="connsiteX4" fmla="*/ 2834498 w 3135893"/>
                  <a:gd name="connsiteY4" fmla="*/ 343337 h 3350272"/>
                  <a:gd name="connsiteX5" fmla="*/ 1471565 w 3135893"/>
                  <a:gd name="connsiteY5" fmla="*/ 12824 h 3350272"/>
                  <a:gd name="connsiteX6" fmla="*/ 434209 w 3135893"/>
                  <a:gd name="connsiteY6" fmla="*/ 680715 h 3350272"/>
                  <a:gd name="connsiteX7" fmla="*/ 8746 w 3135893"/>
                  <a:gd name="connsiteY7" fmla="*/ 1789341 h 3350272"/>
                  <a:gd name="connsiteX8" fmla="*/ 674631 w 3135893"/>
                  <a:gd name="connsiteY8" fmla="*/ 2867192 h 335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893" h="3350272">
                    <a:moveTo>
                      <a:pt x="674554" y="2867269"/>
                    </a:moveTo>
                    <a:cubicBezTo>
                      <a:pt x="1005144" y="3127900"/>
                      <a:pt x="1467477" y="3396938"/>
                      <a:pt x="1880214" y="3343408"/>
                    </a:cubicBezTo>
                    <a:cubicBezTo>
                      <a:pt x="2289402" y="3289956"/>
                      <a:pt x="2572016" y="2912777"/>
                      <a:pt x="2824779" y="2590440"/>
                    </a:cubicBezTo>
                    <a:cubicBezTo>
                      <a:pt x="3084794" y="2258847"/>
                      <a:pt x="3175656" y="1985567"/>
                      <a:pt x="3120352" y="1572830"/>
                    </a:cubicBezTo>
                    <a:cubicBezTo>
                      <a:pt x="3065587" y="1164336"/>
                      <a:pt x="3156758" y="594635"/>
                      <a:pt x="2834498" y="343337"/>
                    </a:cubicBezTo>
                    <a:cubicBezTo>
                      <a:pt x="2512238" y="92039"/>
                      <a:pt x="1884302" y="-44023"/>
                      <a:pt x="1471565" y="12824"/>
                    </a:cubicBezTo>
                    <a:cubicBezTo>
                      <a:pt x="1065694" y="68359"/>
                      <a:pt x="684273" y="360692"/>
                      <a:pt x="434209" y="680715"/>
                    </a:cubicBezTo>
                    <a:cubicBezTo>
                      <a:pt x="174658" y="1012848"/>
                      <a:pt x="-47330" y="1376605"/>
                      <a:pt x="8746" y="1789341"/>
                    </a:cubicBezTo>
                    <a:cubicBezTo>
                      <a:pt x="63510" y="2193593"/>
                      <a:pt x="356691" y="2616588"/>
                      <a:pt x="674631" y="2867192"/>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B42FC53D-AF80-416D-EDC6-7A0E8B5C42F2}"/>
                  </a:ext>
                </a:extLst>
              </p:cNvPr>
              <p:cNvSpPr/>
              <p:nvPr/>
            </p:nvSpPr>
            <p:spPr>
              <a:xfrm>
                <a:off x="4297185" y="2745782"/>
                <a:ext cx="3130741" cy="3300265"/>
              </a:xfrm>
              <a:custGeom>
                <a:avLst/>
                <a:gdLst>
                  <a:gd name="connsiteX0" fmla="*/ 647071 w 3130741"/>
                  <a:gd name="connsiteY0" fmla="*/ 2864372 h 3300265"/>
                  <a:gd name="connsiteX1" fmla="*/ 1851342 w 3130741"/>
                  <a:gd name="connsiteY1" fmla="*/ 3292689 h 3300265"/>
                  <a:gd name="connsiteX2" fmla="*/ 2775545 w 3130741"/>
                  <a:gd name="connsiteY2" fmla="*/ 2511491 h 3300265"/>
                  <a:gd name="connsiteX3" fmla="*/ 3119711 w 3130741"/>
                  <a:gd name="connsiteY3" fmla="*/ 1537229 h 3300265"/>
                  <a:gd name="connsiteX4" fmla="*/ 2781639 w 3130741"/>
                  <a:gd name="connsiteY4" fmla="*/ 253435 h 3300265"/>
                  <a:gd name="connsiteX5" fmla="*/ 1435829 w 3130741"/>
                  <a:gd name="connsiteY5" fmla="*/ 21729 h 3300265"/>
                  <a:gd name="connsiteX6" fmla="*/ 352887 w 3130741"/>
                  <a:gd name="connsiteY6" fmla="*/ 622977 h 3300265"/>
                  <a:gd name="connsiteX7" fmla="*/ 11267 w 3130741"/>
                  <a:gd name="connsiteY7" fmla="*/ 1745873 h 3300265"/>
                  <a:gd name="connsiteX8" fmla="*/ 647071 w 3130741"/>
                  <a:gd name="connsiteY8" fmla="*/ 2864295 h 33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0741" h="3300265">
                    <a:moveTo>
                      <a:pt x="647071" y="2864372"/>
                    </a:moveTo>
                    <a:cubicBezTo>
                      <a:pt x="972571" y="3111968"/>
                      <a:pt x="1444853" y="3345679"/>
                      <a:pt x="1851342" y="3292689"/>
                    </a:cubicBezTo>
                    <a:cubicBezTo>
                      <a:pt x="2272795" y="3237385"/>
                      <a:pt x="2524556" y="2843624"/>
                      <a:pt x="2775545" y="2511491"/>
                    </a:cubicBezTo>
                    <a:cubicBezTo>
                      <a:pt x="3021907" y="2185529"/>
                      <a:pt x="3174166" y="1943024"/>
                      <a:pt x="3119711" y="1537229"/>
                    </a:cubicBezTo>
                    <a:cubicBezTo>
                      <a:pt x="3063172" y="1115777"/>
                      <a:pt x="3114388" y="503190"/>
                      <a:pt x="2781639" y="253435"/>
                    </a:cubicBezTo>
                    <a:cubicBezTo>
                      <a:pt x="2455059" y="8308"/>
                      <a:pt x="1841007" y="-33884"/>
                      <a:pt x="1435829" y="21729"/>
                    </a:cubicBezTo>
                    <a:cubicBezTo>
                      <a:pt x="1016845" y="78884"/>
                      <a:pt x="601640" y="292464"/>
                      <a:pt x="352887" y="622977"/>
                    </a:cubicBezTo>
                    <a:cubicBezTo>
                      <a:pt x="107297" y="949325"/>
                      <a:pt x="-43651" y="1340387"/>
                      <a:pt x="11267" y="1745873"/>
                    </a:cubicBezTo>
                    <a:cubicBezTo>
                      <a:pt x="67574" y="2162466"/>
                      <a:pt x="319412" y="2615080"/>
                      <a:pt x="647071" y="2864295"/>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148B598B-0B3E-A117-1178-EA694C0F7BF8}"/>
                  </a:ext>
                </a:extLst>
              </p:cNvPr>
              <p:cNvSpPr/>
              <p:nvPr/>
            </p:nvSpPr>
            <p:spPr>
              <a:xfrm>
                <a:off x="4331073" y="2769810"/>
                <a:ext cx="3129679" cy="3263042"/>
              </a:xfrm>
              <a:custGeom>
                <a:avLst/>
                <a:gdLst>
                  <a:gd name="connsiteX0" fmla="*/ 621899 w 3129679"/>
                  <a:gd name="connsiteY0" fmla="*/ 2874051 h 3263042"/>
                  <a:gd name="connsiteX1" fmla="*/ 1824782 w 3129679"/>
                  <a:gd name="connsiteY1" fmla="*/ 3254546 h 3263042"/>
                  <a:gd name="connsiteX2" fmla="*/ 2728544 w 3129679"/>
                  <a:gd name="connsiteY2" fmla="*/ 2445116 h 3263042"/>
                  <a:gd name="connsiteX3" fmla="*/ 3121380 w 3129679"/>
                  <a:gd name="connsiteY3" fmla="*/ 1514281 h 3263042"/>
                  <a:gd name="connsiteX4" fmla="*/ 2731090 w 3129679"/>
                  <a:gd name="connsiteY4" fmla="*/ 176262 h 3263042"/>
                  <a:gd name="connsiteX5" fmla="*/ 1402404 w 3129679"/>
                  <a:gd name="connsiteY5" fmla="*/ 43363 h 3263042"/>
                  <a:gd name="connsiteX6" fmla="*/ 273877 w 3129679"/>
                  <a:gd name="connsiteY6" fmla="*/ 578045 h 3263042"/>
                  <a:gd name="connsiteX7" fmla="*/ 16177 w 3129679"/>
                  <a:gd name="connsiteY7" fmla="*/ 1715134 h 3263042"/>
                  <a:gd name="connsiteX8" fmla="*/ 621899 w 3129679"/>
                  <a:gd name="connsiteY8" fmla="*/ 2874205 h 326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679" h="3263042">
                    <a:moveTo>
                      <a:pt x="621899" y="2874051"/>
                    </a:moveTo>
                    <a:cubicBezTo>
                      <a:pt x="941999" y="3108842"/>
                      <a:pt x="1424618" y="3306996"/>
                      <a:pt x="1824782" y="3254546"/>
                    </a:cubicBezTo>
                    <a:cubicBezTo>
                      <a:pt x="2258421" y="3197313"/>
                      <a:pt x="2479637" y="2787277"/>
                      <a:pt x="2728544" y="2445116"/>
                    </a:cubicBezTo>
                    <a:cubicBezTo>
                      <a:pt x="2961485" y="2124939"/>
                      <a:pt x="3174833" y="1913056"/>
                      <a:pt x="3121380" y="1514281"/>
                    </a:cubicBezTo>
                    <a:cubicBezTo>
                      <a:pt x="3063145" y="1079947"/>
                      <a:pt x="3074561" y="424089"/>
                      <a:pt x="2731090" y="176262"/>
                    </a:cubicBezTo>
                    <a:cubicBezTo>
                      <a:pt x="2410681" y="-54982"/>
                      <a:pt x="1800022" y="-10939"/>
                      <a:pt x="1402404" y="43363"/>
                    </a:cubicBezTo>
                    <a:cubicBezTo>
                      <a:pt x="970384" y="102060"/>
                      <a:pt x="521009" y="236734"/>
                      <a:pt x="273877" y="578045"/>
                    </a:cubicBezTo>
                    <a:cubicBezTo>
                      <a:pt x="41862" y="898377"/>
                      <a:pt x="-37739" y="1316898"/>
                      <a:pt x="16177" y="1715134"/>
                    </a:cubicBezTo>
                    <a:cubicBezTo>
                      <a:pt x="74026" y="2144068"/>
                      <a:pt x="284289" y="2626532"/>
                      <a:pt x="621899" y="2874205"/>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FC506CF6-231D-8D44-7547-9FF97E522CF2}"/>
                  </a:ext>
                </a:extLst>
              </p:cNvPr>
              <p:cNvSpPr/>
              <p:nvPr/>
            </p:nvSpPr>
            <p:spPr>
              <a:xfrm>
                <a:off x="4358871" y="2771233"/>
                <a:ext cx="3135688" cy="3248662"/>
              </a:xfrm>
              <a:custGeom>
                <a:avLst/>
                <a:gdLst>
                  <a:gd name="connsiteX0" fmla="*/ 602817 w 3135688"/>
                  <a:gd name="connsiteY0" fmla="*/ 2906335 h 3248662"/>
                  <a:gd name="connsiteX1" fmla="*/ 1804311 w 3135688"/>
                  <a:gd name="connsiteY1" fmla="*/ 3238930 h 3248662"/>
                  <a:gd name="connsiteX2" fmla="*/ 2687711 w 3135688"/>
                  <a:gd name="connsiteY2" fmla="*/ 2401271 h 3248662"/>
                  <a:gd name="connsiteX3" fmla="*/ 3129140 w 3135688"/>
                  <a:gd name="connsiteY3" fmla="*/ 1513860 h 3248662"/>
                  <a:gd name="connsiteX4" fmla="*/ 2686631 w 3135688"/>
                  <a:gd name="connsiteY4" fmla="*/ 121540 h 3248662"/>
                  <a:gd name="connsiteX5" fmla="*/ 1375068 w 3135688"/>
                  <a:gd name="connsiteY5" fmla="*/ 87448 h 3248662"/>
                  <a:gd name="connsiteX6" fmla="*/ 200956 w 3135688"/>
                  <a:gd name="connsiteY6" fmla="*/ 555488 h 3248662"/>
                  <a:gd name="connsiteX7" fmla="*/ 27099 w 3135688"/>
                  <a:gd name="connsiteY7" fmla="*/ 1706769 h 3248662"/>
                  <a:gd name="connsiteX8" fmla="*/ 602817 w 3135688"/>
                  <a:gd name="connsiteY8" fmla="*/ 2906412 h 324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688" h="3248662">
                    <a:moveTo>
                      <a:pt x="602817" y="2906335"/>
                    </a:moveTo>
                    <a:cubicBezTo>
                      <a:pt x="917441" y="3128631"/>
                      <a:pt x="1410472" y="3290840"/>
                      <a:pt x="1804311" y="3238930"/>
                    </a:cubicBezTo>
                    <a:cubicBezTo>
                      <a:pt x="2250214" y="3179847"/>
                      <a:pt x="2441195" y="2753612"/>
                      <a:pt x="2687711" y="2401271"/>
                    </a:cubicBezTo>
                    <a:cubicBezTo>
                      <a:pt x="2907538" y="2087032"/>
                      <a:pt x="3181668" y="1905617"/>
                      <a:pt x="3129140" y="1513860"/>
                    </a:cubicBezTo>
                    <a:cubicBezTo>
                      <a:pt x="3069209" y="1066646"/>
                      <a:pt x="3040978" y="367208"/>
                      <a:pt x="2686631" y="121540"/>
                    </a:cubicBezTo>
                    <a:cubicBezTo>
                      <a:pt x="2372624" y="-96128"/>
                      <a:pt x="1765128" y="34381"/>
                      <a:pt x="1375068" y="87448"/>
                    </a:cubicBezTo>
                    <a:cubicBezTo>
                      <a:pt x="930013" y="147688"/>
                      <a:pt x="446083" y="203301"/>
                      <a:pt x="200956" y="555488"/>
                    </a:cubicBezTo>
                    <a:cubicBezTo>
                      <a:pt x="-17715" y="869649"/>
                      <a:pt x="-25660" y="1315784"/>
                      <a:pt x="27099" y="1706769"/>
                    </a:cubicBezTo>
                    <a:cubicBezTo>
                      <a:pt x="86568" y="2148122"/>
                      <a:pt x="255026" y="2660667"/>
                      <a:pt x="602817" y="2906412"/>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840A340A-97B7-C2F0-9859-626E085C0E2E}"/>
                  </a:ext>
                </a:extLst>
              </p:cNvPr>
              <p:cNvSpPr/>
              <p:nvPr/>
            </p:nvSpPr>
            <p:spPr>
              <a:xfrm>
                <a:off x="4372952" y="2753381"/>
                <a:ext cx="3156027" cy="3254119"/>
              </a:xfrm>
              <a:custGeom>
                <a:avLst/>
                <a:gdLst>
                  <a:gd name="connsiteX0" fmla="*/ 597452 w 3156027"/>
                  <a:gd name="connsiteY0" fmla="*/ 2957894 h 3254119"/>
                  <a:gd name="connsiteX1" fmla="*/ 1797558 w 3156027"/>
                  <a:gd name="connsiteY1" fmla="*/ 3242667 h 3254119"/>
                  <a:gd name="connsiteX2" fmla="*/ 2660594 w 3156027"/>
                  <a:gd name="connsiteY2" fmla="*/ 2376700 h 3254119"/>
                  <a:gd name="connsiteX3" fmla="*/ 3150695 w 3156027"/>
                  <a:gd name="connsiteY3" fmla="*/ 1532638 h 3254119"/>
                  <a:gd name="connsiteX4" fmla="*/ 2655966 w 3156027"/>
                  <a:gd name="connsiteY4" fmla="*/ 86017 h 3254119"/>
                  <a:gd name="connsiteX5" fmla="*/ 1361450 w 3156027"/>
                  <a:gd name="connsiteY5" fmla="*/ 150654 h 3254119"/>
                  <a:gd name="connsiteX6" fmla="*/ 141752 w 3156027"/>
                  <a:gd name="connsiteY6" fmla="*/ 552129 h 3254119"/>
                  <a:gd name="connsiteX7" fmla="*/ 51738 w 3156027"/>
                  <a:gd name="connsiteY7" fmla="*/ 1717602 h 3254119"/>
                  <a:gd name="connsiteX8" fmla="*/ 597374 w 3156027"/>
                  <a:gd name="connsiteY8" fmla="*/ 2957816 h 325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6027" h="3254119">
                    <a:moveTo>
                      <a:pt x="597452" y="2957894"/>
                    </a:moveTo>
                    <a:cubicBezTo>
                      <a:pt x="906445" y="3167925"/>
                      <a:pt x="1410044" y="3294037"/>
                      <a:pt x="1797558" y="3242667"/>
                    </a:cubicBezTo>
                    <a:cubicBezTo>
                      <a:pt x="2255648" y="3181732"/>
                      <a:pt x="2416778" y="2739608"/>
                      <a:pt x="2660594" y="2376700"/>
                    </a:cubicBezTo>
                    <a:cubicBezTo>
                      <a:pt x="2867541" y="2068555"/>
                      <a:pt x="3202297" y="1917452"/>
                      <a:pt x="3150695" y="1532638"/>
                    </a:cubicBezTo>
                    <a:cubicBezTo>
                      <a:pt x="3088989" y="1072542"/>
                      <a:pt x="3021574" y="329061"/>
                      <a:pt x="2655966" y="86017"/>
                    </a:cubicBezTo>
                    <a:cubicBezTo>
                      <a:pt x="2348516" y="-118385"/>
                      <a:pt x="1744028" y="98898"/>
                      <a:pt x="1361450" y="150654"/>
                    </a:cubicBezTo>
                    <a:cubicBezTo>
                      <a:pt x="903359" y="212437"/>
                      <a:pt x="384566" y="188680"/>
                      <a:pt x="141752" y="552129"/>
                    </a:cubicBezTo>
                    <a:cubicBezTo>
                      <a:pt x="-63883" y="859965"/>
                      <a:pt x="60" y="1333867"/>
                      <a:pt x="51738" y="1717602"/>
                    </a:cubicBezTo>
                    <a:cubicBezTo>
                      <a:pt x="112750" y="2171296"/>
                      <a:pt x="239248" y="2714386"/>
                      <a:pt x="597374" y="2957816"/>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6" name="Freeform: Shape 125">
                <a:extLst>
                  <a:ext uri="{FF2B5EF4-FFF2-40B4-BE49-F238E27FC236}">
                    <a16:creationId xmlns:a16="http://schemas.microsoft.com/office/drawing/2014/main" id="{EAD00C46-99A5-68C6-622C-35859DEB0164}"/>
                  </a:ext>
                </a:extLst>
              </p:cNvPr>
              <p:cNvSpPr/>
              <p:nvPr/>
            </p:nvSpPr>
            <p:spPr>
              <a:xfrm>
                <a:off x="4369454" y="2723578"/>
                <a:ext cx="3194199" cy="3272228"/>
              </a:xfrm>
              <a:custGeom>
                <a:avLst/>
                <a:gdLst>
                  <a:gd name="connsiteX0" fmla="*/ 609666 w 3194199"/>
                  <a:gd name="connsiteY0" fmla="*/ 3021327 h 3272228"/>
                  <a:gd name="connsiteX1" fmla="*/ 1808461 w 3194199"/>
                  <a:gd name="connsiteY1" fmla="*/ 3258278 h 3272228"/>
                  <a:gd name="connsiteX2" fmla="*/ 2651057 w 3194199"/>
                  <a:gd name="connsiteY2" fmla="*/ 2364080 h 3272228"/>
                  <a:gd name="connsiteX3" fmla="*/ 3189751 w 3194199"/>
                  <a:gd name="connsiteY3" fmla="*/ 1563444 h 3272228"/>
                  <a:gd name="connsiteX4" fmla="*/ 2642804 w 3194199"/>
                  <a:gd name="connsiteY4" fmla="*/ 62522 h 3272228"/>
                  <a:gd name="connsiteX5" fmla="*/ 1365411 w 3194199"/>
                  <a:gd name="connsiteY5" fmla="*/ 225965 h 3272228"/>
                  <a:gd name="connsiteX6" fmla="*/ 100128 w 3194199"/>
                  <a:gd name="connsiteY6" fmla="*/ 560798 h 3272228"/>
                  <a:gd name="connsiteX7" fmla="*/ 94034 w 3194199"/>
                  <a:gd name="connsiteY7" fmla="*/ 1740540 h 3272228"/>
                  <a:gd name="connsiteX8" fmla="*/ 609589 w 3194199"/>
                  <a:gd name="connsiteY8" fmla="*/ 3021327 h 3272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4199" h="3272228">
                    <a:moveTo>
                      <a:pt x="609666" y="3021327"/>
                    </a:moveTo>
                    <a:cubicBezTo>
                      <a:pt x="912874" y="3219326"/>
                      <a:pt x="1427194" y="3309031"/>
                      <a:pt x="1808461" y="3258278"/>
                    </a:cubicBezTo>
                    <a:cubicBezTo>
                      <a:pt x="2278815" y="3195492"/>
                      <a:pt x="2410481" y="2737710"/>
                      <a:pt x="2651057" y="2364080"/>
                    </a:cubicBezTo>
                    <a:cubicBezTo>
                      <a:pt x="2845431" y="2062183"/>
                      <a:pt x="3240427" y="1941240"/>
                      <a:pt x="3189751" y="1563444"/>
                    </a:cubicBezTo>
                    <a:cubicBezTo>
                      <a:pt x="3126348" y="1090390"/>
                      <a:pt x="3019828" y="302481"/>
                      <a:pt x="2642804" y="62522"/>
                    </a:cubicBezTo>
                    <a:cubicBezTo>
                      <a:pt x="2342064" y="-128844"/>
                      <a:pt x="1740430" y="175444"/>
                      <a:pt x="1365411" y="225965"/>
                    </a:cubicBezTo>
                    <a:cubicBezTo>
                      <a:pt x="894285" y="289291"/>
                      <a:pt x="340087" y="185934"/>
                      <a:pt x="100128" y="560798"/>
                    </a:cubicBezTo>
                    <a:cubicBezTo>
                      <a:pt x="-92781" y="862155"/>
                      <a:pt x="43435" y="1364056"/>
                      <a:pt x="94034" y="1740540"/>
                    </a:cubicBezTo>
                    <a:cubicBezTo>
                      <a:pt x="156589" y="2206653"/>
                      <a:pt x="240972" y="2780596"/>
                      <a:pt x="609589" y="3021327"/>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7" name="Freeform: Shape 126">
                <a:extLst>
                  <a:ext uri="{FF2B5EF4-FFF2-40B4-BE49-F238E27FC236}">
                    <a16:creationId xmlns:a16="http://schemas.microsoft.com/office/drawing/2014/main" id="{F6DD687F-08BD-BEC0-D07A-F0B5ACCD5282}"/>
                  </a:ext>
                </a:extLst>
              </p:cNvPr>
              <p:cNvSpPr/>
              <p:nvPr/>
            </p:nvSpPr>
            <p:spPr>
              <a:xfrm>
                <a:off x="4352455" y="2686397"/>
                <a:ext cx="3246150" cy="3299210"/>
              </a:xfrm>
              <a:custGeom>
                <a:avLst/>
                <a:gdLst>
                  <a:gd name="connsiteX0" fmla="*/ 1832787 w 3246150"/>
                  <a:gd name="connsiteY0" fmla="*/ 3281344 h 3299210"/>
                  <a:gd name="connsiteX1" fmla="*/ 2655021 w 3246150"/>
                  <a:gd name="connsiteY1" fmla="*/ 2358915 h 3299210"/>
                  <a:gd name="connsiteX2" fmla="*/ 3242385 w 3246150"/>
                  <a:gd name="connsiteY2" fmla="*/ 1601628 h 3299210"/>
                  <a:gd name="connsiteX3" fmla="*/ 2643296 w 3246150"/>
                  <a:gd name="connsiteY3" fmla="*/ 46404 h 3299210"/>
                  <a:gd name="connsiteX4" fmla="*/ 1383027 w 3246150"/>
                  <a:gd name="connsiteY4" fmla="*/ 308655 h 3299210"/>
                  <a:gd name="connsiteX5" fmla="*/ 72158 w 3246150"/>
                  <a:gd name="connsiteY5" fmla="*/ 576844 h 3299210"/>
                  <a:gd name="connsiteX6" fmla="*/ 149908 w 3246150"/>
                  <a:gd name="connsiteY6" fmla="*/ 1770779 h 3299210"/>
                  <a:gd name="connsiteX7" fmla="*/ 635458 w 3246150"/>
                  <a:gd name="connsiteY7" fmla="*/ 3092214 h 3299210"/>
                  <a:gd name="connsiteX8" fmla="*/ 1832864 w 3246150"/>
                  <a:gd name="connsiteY8" fmla="*/ 3281266 h 329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6150" h="3299210">
                    <a:moveTo>
                      <a:pt x="1832787" y="3281344"/>
                    </a:moveTo>
                    <a:cubicBezTo>
                      <a:pt x="2315329" y="3216707"/>
                      <a:pt x="2418069" y="2743421"/>
                      <a:pt x="2655021" y="2358915"/>
                    </a:cubicBezTo>
                    <a:cubicBezTo>
                      <a:pt x="2837131" y="2063420"/>
                      <a:pt x="3292059" y="1972558"/>
                      <a:pt x="3242385" y="1601628"/>
                    </a:cubicBezTo>
                    <a:cubicBezTo>
                      <a:pt x="3177285" y="1115693"/>
                      <a:pt x="3031967" y="282661"/>
                      <a:pt x="2643296" y="46404"/>
                    </a:cubicBezTo>
                    <a:cubicBezTo>
                      <a:pt x="2349344" y="-132312"/>
                      <a:pt x="1750487" y="259367"/>
                      <a:pt x="1383027" y="308655"/>
                    </a:cubicBezTo>
                    <a:cubicBezTo>
                      <a:pt x="898866" y="373523"/>
                      <a:pt x="308801" y="190333"/>
                      <a:pt x="72158" y="576844"/>
                    </a:cubicBezTo>
                    <a:cubicBezTo>
                      <a:pt x="-108255" y="871568"/>
                      <a:pt x="100466" y="1401546"/>
                      <a:pt x="149908" y="1770779"/>
                    </a:cubicBezTo>
                    <a:cubicBezTo>
                      <a:pt x="214005" y="2249233"/>
                      <a:pt x="255965" y="2854492"/>
                      <a:pt x="635458" y="3092214"/>
                    </a:cubicBezTo>
                    <a:cubicBezTo>
                      <a:pt x="932804" y="3278490"/>
                      <a:pt x="1457845" y="3331557"/>
                      <a:pt x="1832864" y="3281266"/>
                    </a:cubicBezTo>
                    <a:close/>
                  </a:path>
                </a:pathLst>
              </a:custGeom>
              <a:ln w="3175" cap="flat">
                <a:gradFill>
                  <a:gsLst>
                    <a:gs pos="25000">
                      <a:schemeClr val="accent5">
                        <a:alpha val="0"/>
                      </a:schemeClr>
                    </a:gs>
                    <a:gs pos="75000">
                      <a:srgbClr val="C940AE">
                        <a:alpha val="0"/>
                      </a:srgbClr>
                    </a:gs>
                    <a:gs pos="50000">
                      <a:srgbClr val="D44690">
                        <a:alpha val="50000"/>
                      </a:srgbClr>
                    </a:gs>
                    <a:gs pos="0">
                      <a:schemeClr val="accent6">
                        <a:lumMod val="60000"/>
                        <a:lumOff val="40000"/>
                      </a:schemeClr>
                    </a:gs>
                    <a:gs pos="100000">
                      <a:schemeClr val="accent6">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77" name="Graphic 5">
              <a:extLst>
                <a:ext uri="{FF2B5EF4-FFF2-40B4-BE49-F238E27FC236}">
                  <a16:creationId xmlns:a16="http://schemas.microsoft.com/office/drawing/2014/main" id="{5384BE10-B02E-663C-65BA-5FC88CF20D0B}"/>
                </a:ext>
              </a:extLst>
            </p:cNvPr>
            <p:cNvGrpSpPr/>
            <p:nvPr/>
          </p:nvGrpSpPr>
          <p:grpSpPr>
            <a:xfrm rot="1530955">
              <a:off x="-6413599" y="569189"/>
              <a:ext cx="2476400" cy="2415487"/>
              <a:chOff x="4270587" y="2574268"/>
              <a:chExt cx="3544376" cy="3457192"/>
            </a:xfrm>
            <a:noFill/>
          </p:grpSpPr>
          <p:sp>
            <p:nvSpPr>
              <p:cNvPr id="104" name="Freeform: Shape 103">
                <a:extLst>
                  <a:ext uri="{FF2B5EF4-FFF2-40B4-BE49-F238E27FC236}">
                    <a16:creationId xmlns:a16="http://schemas.microsoft.com/office/drawing/2014/main" id="{6703179A-FD55-8632-1D36-2D8F0E7AA559}"/>
                  </a:ext>
                </a:extLst>
              </p:cNvPr>
              <p:cNvSpPr/>
              <p:nvPr/>
            </p:nvSpPr>
            <p:spPr>
              <a:xfrm>
                <a:off x="4270587" y="2606803"/>
                <a:ext cx="3544376" cy="3424657"/>
              </a:xfrm>
              <a:custGeom>
                <a:avLst/>
                <a:gdLst>
                  <a:gd name="connsiteX0" fmla="*/ 3338832 w 3544376"/>
                  <a:gd name="connsiteY0" fmla="*/ 932573 h 3424657"/>
                  <a:gd name="connsiteX1" fmla="*/ 2419102 w 3544376"/>
                  <a:gd name="connsiteY1" fmla="*/ 117205 h 3424657"/>
                  <a:gd name="connsiteX2" fmla="*/ 1318575 w 3544376"/>
                  <a:gd name="connsiteY2" fmla="*/ 80027 h 3424657"/>
                  <a:gd name="connsiteX3" fmla="*/ 8709 w 3544376"/>
                  <a:gd name="connsiteY3" fmla="*/ 1110518 h 3424657"/>
                  <a:gd name="connsiteX4" fmla="*/ 630398 w 3544376"/>
                  <a:gd name="connsiteY4" fmla="*/ 2237733 h 3424657"/>
                  <a:gd name="connsiteX5" fmla="*/ 1272758 w 3544376"/>
                  <a:gd name="connsiteY5" fmla="*/ 3411536 h 3424657"/>
                  <a:gd name="connsiteX6" fmla="*/ 2390872 w 3544376"/>
                  <a:gd name="connsiteY6" fmla="*/ 2985687 h 3424657"/>
                  <a:gd name="connsiteX7" fmla="*/ 3510760 w 3544376"/>
                  <a:gd name="connsiteY7" fmla="*/ 2132601 h 3424657"/>
                  <a:gd name="connsiteX8" fmla="*/ 3338908 w 3544376"/>
                  <a:gd name="connsiteY8" fmla="*/ 932650 h 342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4376" h="3424657">
                    <a:moveTo>
                      <a:pt x="3338832" y="932573"/>
                    </a:moveTo>
                    <a:cubicBezTo>
                      <a:pt x="3134970" y="490449"/>
                      <a:pt x="2856290" y="230435"/>
                      <a:pt x="2419102" y="117205"/>
                    </a:cubicBezTo>
                    <a:cubicBezTo>
                      <a:pt x="2083036" y="30199"/>
                      <a:pt x="1658344" y="-76630"/>
                      <a:pt x="1318575" y="80027"/>
                    </a:cubicBezTo>
                    <a:cubicBezTo>
                      <a:pt x="873365" y="285354"/>
                      <a:pt x="120088" y="669551"/>
                      <a:pt x="8709" y="1110518"/>
                    </a:cubicBezTo>
                    <a:cubicBezTo>
                      <a:pt x="-75520" y="1444039"/>
                      <a:pt x="475130" y="1900972"/>
                      <a:pt x="630398" y="2237733"/>
                    </a:cubicBezTo>
                    <a:cubicBezTo>
                      <a:pt x="834953" y="2681323"/>
                      <a:pt x="833642" y="3299231"/>
                      <a:pt x="1272758" y="3411536"/>
                    </a:cubicBezTo>
                    <a:cubicBezTo>
                      <a:pt x="1607591" y="3497153"/>
                      <a:pt x="2052568" y="3141650"/>
                      <a:pt x="2390872" y="2985687"/>
                    </a:cubicBezTo>
                    <a:cubicBezTo>
                      <a:pt x="2829217" y="2783523"/>
                      <a:pt x="3395293" y="2565161"/>
                      <a:pt x="3510760" y="2132601"/>
                    </a:cubicBezTo>
                    <a:cubicBezTo>
                      <a:pt x="3601236" y="1793527"/>
                      <a:pt x="3497339" y="1276198"/>
                      <a:pt x="3338908" y="932650"/>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5" name="Freeform: Shape 104">
                <a:extLst>
                  <a:ext uri="{FF2B5EF4-FFF2-40B4-BE49-F238E27FC236}">
                    <a16:creationId xmlns:a16="http://schemas.microsoft.com/office/drawing/2014/main" id="{355B83AE-8ABB-7D7A-4EDE-002EF5F89FE1}"/>
                  </a:ext>
                </a:extLst>
              </p:cNvPr>
              <p:cNvSpPr/>
              <p:nvPr/>
            </p:nvSpPr>
            <p:spPr>
              <a:xfrm>
                <a:off x="4311149" y="2610445"/>
                <a:ext cx="3481515" cy="3380560"/>
              </a:xfrm>
              <a:custGeom>
                <a:avLst/>
                <a:gdLst>
                  <a:gd name="connsiteX0" fmla="*/ 2384788 w 3481515"/>
                  <a:gd name="connsiteY0" fmla="*/ 2986674 h 3380560"/>
                  <a:gd name="connsiteX1" fmla="*/ 3435796 w 3481515"/>
                  <a:gd name="connsiteY1" fmla="*/ 2123946 h 3380560"/>
                  <a:gd name="connsiteX2" fmla="*/ 3309068 w 3481515"/>
                  <a:gd name="connsiteY2" fmla="*/ 911268 h 3380560"/>
                  <a:gd name="connsiteX3" fmla="*/ 2359797 w 3481515"/>
                  <a:gd name="connsiteY3" fmla="*/ 156988 h 3380560"/>
                  <a:gd name="connsiteX4" fmla="*/ 1222399 w 3481515"/>
                  <a:gd name="connsiteY4" fmla="*/ 71757 h 3380560"/>
                  <a:gd name="connsiteX5" fmla="*/ 10492 w 3481515"/>
                  <a:gd name="connsiteY5" fmla="*/ 1123691 h 3380560"/>
                  <a:gd name="connsiteX6" fmla="*/ 573097 w 3481515"/>
                  <a:gd name="connsiteY6" fmla="*/ 2302662 h 3380560"/>
                  <a:gd name="connsiteX7" fmla="*/ 1256646 w 3481515"/>
                  <a:gd name="connsiteY7" fmla="*/ 3364546 h 3380560"/>
                  <a:gd name="connsiteX8" fmla="*/ 2384788 w 3481515"/>
                  <a:gd name="connsiteY8" fmla="*/ 2986674 h 338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1515" h="3380560">
                    <a:moveTo>
                      <a:pt x="2384788" y="2986674"/>
                    </a:moveTo>
                    <a:cubicBezTo>
                      <a:pt x="2808400" y="2782658"/>
                      <a:pt x="3322257" y="2550489"/>
                      <a:pt x="3435796" y="2123946"/>
                    </a:cubicBezTo>
                    <a:cubicBezTo>
                      <a:pt x="3529127" y="1772916"/>
                      <a:pt x="3475983" y="1257439"/>
                      <a:pt x="3309068" y="911268"/>
                    </a:cubicBezTo>
                    <a:cubicBezTo>
                      <a:pt x="3103355" y="484725"/>
                      <a:pt x="2790197" y="268368"/>
                      <a:pt x="2359797" y="156988"/>
                    </a:cubicBezTo>
                    <a:cubicBezTo>
                      <a:pt x="2011157" y="66743"/>
                      <a:pt x="1565254" y="-93770"/>
                      <a:pt x="1222399" y="71757"/>
                    </a:cubicBezTo>
                    <a:cubicBezTo>
                      <a:pt x="793465" y="278935"/>
                      <a:pt x="120175" y="690129"/>
                      <a:pt x="10492" y="1123691"/>
                    </a:cubicBezTo>
                    <a:cubicBezTo>
                      <a:pt x="-77208" y="1469862"/>
                      <a:pt x="408959" y="1962662"/>
                      <a:pt x="573097" y="2302662"/>
                    </a:cubicBezTo>
                    <a:cubicBezTo>
                      <a:pt x="779581" y="2730362"/>
                      <a:pt x="824704" y="3254015"/>
                      <a:pt x="1256646" y="3364546"/>
                    </a:cubicBezTo>
                    <a:cubicBezTo>
                      <a:pt x="1603512" y="3453403"/>
                      <a:pt x="2043630" y="3150966"/>
                      <a:pt x="2384788" y="2986674"/>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6" name="Freeform: Shape 105">
                <a:extLst>
                  <a:ext uri="{FF2B5EF4-FFF2-40B4-BE49-F238E27FC236}">
                    <a16:creationId xmlns:a16="http://schemas.microsoft.com/office/drawing/2014/main" id="{AAA9C305-CB81-67AD-D887-F7E2EC36F33E}"/>
                  </a:ext>
                </a:extLst>
              </p:cNvPr>
              <p:cNvSpPr/>
              <p:nvPr/>
            </p:nvSpPr>
            <p:spPr>
              <a:xfrm>
                <a:off x="4351228" y="2611075"/>
                <a:ext cx="3424905" cy="3340311"/>
              </a:xfrm>
              <a:custGeom>
                <a:avLst/>
                <a:gdLst>
                  <a:gd name="connsiteX0" fmla="*/ 2379187 w 3424905"/>
                  <a:gd name="connsiteY0" fmla="*/ 2990672 h 3340311"/>
                  <a:gd name="connsiteX1" fmla="*/ 3361317 w 3424905"/>
                  <a:gd name="connsiteY1" fmla="*/ 2118303 h 3340311"/>
                  <a:gd name="connsiteX2" fmla="*/ 3279788 w 3424905"/>
                  <a:gd name="connsiteY2" fmla="*/ 892974 h 3340311"/>
                  <a:gd name="connsiteX3" fmla="*/ 2300975 w 3424905"/>
                  <a:gd name="connsiteY3" fmla="*/ 199707 h 3340311"/>
                  <a:gd name="connsiteX4" fmla="*/ 1126708 w 3424905"/>
                  <a:gd name="connsiteY4" fmla="*/ 66422 h 3340311"/>
                  <a:gd name="connsiteX5" fmla="*/ 12759 w 3424905"/>
                  <a:gd name="connsiteY5" fmla="*/ 1139722 h 3340311"/>
                  <a:gd name="connsiteX6" fmla="*/ 516204 w 3424905"/>
                  <a:gd name="connsiteY6" fmla="*/ 2370449 h 3340311"/>
                  <a:gd name="connsiteX7" fmla="*/ 1241019 w 3424905"/>
                  <a:gd name="connsiteY7" fmla="*/ 3320491 h 3340311"/>
                  <a:gd name="connsiteX8" fmla="*/ 2379265 w 3424905"/>
                  <a:gd name="connsiteY8" fmla="*/ 2990594 h 334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905" h="3340311">
                    <a:moveTo>
                      <a:pt x="2379187" y="2990672"/>
                    </a:moveTo>
                    <a:cubicBezTo>
                      <a:pt x="2788222" y="2785113"/>
                      <a:pt x="3249628" y="2538829"/>
                      <a:pt x="3361317" y="2118303"/>
                    </a:cubicBezTo>
                    <a:cubicBezTo>
                      <a:pt x="3457501" y="1755239"/>
                      <a:pt x="3455341" y="1241614"/>
                      <a:pt x="3279788" y="892974"/>
                    </a:cubicBezTo>
                    <a:cubicBezTo>
                      <a:pt x="3072686" y="481781"/>
                      <a:pt x="2724587" y="309389"/>
                      <a:pt x="2300975" y="199707"/>
                    </a:cubicBezTo>
                    <a:cubicBezTo>
                      <a:pt x="1939763" y="106145"/>
                      <a:pt x="1472571" y="-108206"/>
                      <a:pt x="1126708" y="66422"/>
                    </a:cubicBezTo>
                    <a:cubicBezTo>
                      <a:pt x="713895" y="274988"/>
                      <a:pt x="120745" y="713641"/>
                      <a:pt x="12759" y="1139722"/>
                    </a:cubicBezTo>
                    <a:cubicBezTo>
                      <a:pt x="-78411" y="1498619"/>
                      <a:pt x="342964" y="2027286"/>
                      <a:pt x="516204" y="2370449"/>
                    </a:cubicBezTo>
                    <a:cubicBezTo>
                      <a:pt x="724076" y="2782414"/>
                      <a:pt x="816250" y="3211657"/>
                      <a:pt x="1241019" y="3320491"/>
                    </a:cubicBezTo>
                    <a:cubicBezTo>
                      <a:pt x="1599917" y="3412587"/>
                      <a:pt x="2035176" y="3163449"/>
                      <a:pt x="2379265" y="2990594"/>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7" name="Freeform: Shape 106">
                <a:extLst>
                  <a:ext uri="{FF2B5EF4-FFF2-40B4-BE49-F238E27FC236}">
                    <a16:creationId xmlns:a16="http://schemas.microsoft.com/office/drawing/2014/main" id="{CB5F26A5-6287-F4C5-C7C1-996FB8E1B555}"/>
                  </a:ext>
                </a:extLst>
              </p:cNvPr>
              <p:cNvSpPr/>
              <p:nvPr/>
            </p:nvSpPr>
            <p:spPr>
              <a:xfrm>
                <a:off x="4390546" y="2609845"/>
                <a:ext cx="3375801" cy="3303429"/>
              </a:xfrm>
              <a:custGeom>
                <a:avLst/>
                <a:gdLst>
                  <a:gd name="connsiteX0" fmla="*/ 2374347 w 3375801"/>
                  <a:gd name="connsiteY0" fmla="*/ 2996529 h 3303429"/>
                  <a:gd name="connsiteX1" fmla="*/ 3287597 w 3375801"/>
                  <a:gd name="connsiteY1" fmla="*/ 2114518 h 3303429"/>
                  <a:gd name="connsiteX2" fmla="*/ 3251191 w 3375801"/>
                  <a:gd name="connsiteY2" fmla="*/ 876541 h 3303429"/>
                  <a:gd name="connsiteX3" fmla="*/ 2242836 w 3375801"/>
                  <a:gd name="connsiteY3" fmla="*/ 244285 h 3303429"/>
                  <a:gd name="connsiteX4" fmla="*/ 1031700 w 3375801"/>
                  <a:gd name="connsiteY4" fmla="*/ 62946 h 3303429"/>
                  <a:gd name="connsiteX5" fmla="*/ 15710 w 3375801"/>
                  <a:gd name="connsiteY5" fmla="*/ 1157689 h 3303429"/>
                  <a:gd name="connsiteX6" fmla="*/ 459993 w 3375801"/>
                  <a:gd name="connsiteY6" fmla="*/ 2440249 h 3303429"/>
                  <a:gd name="connsiteX7" fmla="*/ 1226074 w 3375801"/>
                  <a:gd name="connsiteY7" fmla="*/ 3278449 h 3303429"/>
                  <a:gd name="connsiteX8" fmla="*/ 2374347 w 3375801"/>
                  <a:gd name="connsiteY8" fmla="*/ 2996529 h 330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5801" h="3303429">
                    <a:moveTo>
                      <a:pt x="2374347" y="2996529"/>
                    </a:moveTo>
                    <a:cubicBezTo>
                      <a:pt x="2768881" y="2789891"/>
                      <a:pt x="3177760" y="2529029"/>
                      <a:pt x="3287597" y="2114518"/>
                    </a:cubicBezTo>
                    <a:cubicBezTo>
                      <a:pt x="3386712" y="1739423"/>
                      <a:pt x="3435692" y="1227571"/>
                      <a:pt x="3251191" y="876541"/>
                    </a:cubicBezTo>
                    <a:cubicBezTo>
                      <a:pt x="3043087" y="480619"/>
                      <a:pt x="2659584" y="352193"/>
                      <a:pt x="2242836" y="244285"/>
                    </a:cubicBezTo>
                    <a:cubicBezTo>
                      <a:pt x="1869052" y="147483"/>
                      <a:pt x="1380494" y="-121092"/>
                      <a:pt x="1031700" y="62946"/>
                    </a:cubicBezTo>
                    <a:cubicBezTo>
                      <a:pt x="634776" y="272438"/>
                      <a:pt x="121999" y="739090"/>
                      <a:pt x="15710" y="1157689"/>
                    </a:cubicBezTo>
                    <a:cubicBezTo>
                      <a:pt x="-78932" y="1529236"/>
                      <a:pt x="277421" y="2093847"/>
                      <a:pt x="459993" y="2440249"/>
                    </a:cubicBezTo>
                    <a:cubicBezTo>
                      <a:pt x="668869" y="2836556"/>
                      <a:pt x="808402" y="3171312"/>
                      <a:pt x="1226074" y="3278449"/>
                    </a:cubicBezTo>
                    <a:cubicBezTo>
                      <a:pt x="1597005" y="3373785"/>
                      <a:pt x="2027559" y="3178176"/>
                      <a:pt x="2374347" y="2996529"/>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8" name="Freeform: Shape 107">
                <a:extLst>
                  <a:ext uri="{FF2B5EF4-FFF2-40B4-BE49-F238E27FC236}">
                    <a16:creationId xmlns:a16="http://schemas.microsoft.com/office/drawing/2014/main" id="{4F575B31-F897-6F61-17D0-C1CEE75B7D88}"/>
                  </a:ext>
                </a:extLst>
              </p:cNvPr>
              <p:cNvSpPr/>
              <p:nvPr/>
            </p:nvSpPr>
            <p:spPr>
              <a:xfrm>
                <a:off x="4428860" y="2607348"/>
                <a:ext cx="3333638" cy="3269772"/>
              </a:xfrm>
              <a:custGeom>
                <a:avLst/>
                <a:gdLst>
                  <a:gd name="connsiteX0" fmla="*/ 2370512 w 3333638"/>
                  <a:gd name="connsiteY0" fmla="*/ 3003654 h 3269772"/>
                  <a:gd name="connsiteX1" fmla="*/ 3214806 w 3333638"/>
                  <a:gd name="connsiteY1" fmla="*/ 2112002 h 3269772"/>
                  <a:gd name="connsiteX2" fmla="*/ 3223522 w 3333638"/>
                  <a:gd name="connsiteY2" fmla="*/ 861297 h 3269772"/>
                  <a:gd name="connsiteX3" fmla="*/ 2185625 w 3333638"/>
                  <a:gd name="connsiteY3" fmla="*/ 290053 h 3269772"/>
                  <a:gd name="connsiteX4" fmla="*/ 937697 w 3333638"/>
                  <a:gd name="connsiteY4" fmla="*/ 60738 h 3269772"/>
                  <a:gd name="connsiteX5" fmla="*/ 19665 w 3333638"/>
                  <a:gd name="connsiteY5" fmla="*/ 1176924 h 3269772"/>
                  <a:gd name="connsiteX6" fmla="*/ 404865 w 3333638"/>
                  <a:gd name="connsiteY6" fmla="*/ 2511240 h 3269772"/>
                  <a:gd name="connsiteX7" fmla="*/ 1212212 w 3333638"/>
                  <a:gd name="connsiteY7" fmla="*/ 3237597 h 3269772"/>
                  <a:gd name="connsiteX8" fmla="*/ 2370512 w 3333638"/>
                  <a:gd name="connsiteY8" fmla="*/ 3003654 h 326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3638" h="3269772">
                    <a:moveTo>
                      <a:pt x="2370512" y="3003654"/>
                    </a:moveTo>
                    <a:cubicBezTo>
                      <a:pt x="2750699" y="2796245"/>
                      <a:pt x="3106897" y="2520419"/>
                      <a:pt x="3214806" y="2112002"/>
                    </a:cubicBezTo>
                    <a:cubicBezTo>
                      <a:pt x="3316775" y="1724873"/>
                      <a:pt x="3417279" y="1214719"/>
                      <a:pt x="3223522" y="861297"/>
                    </a:cubicBezTo>
                    <a:cubicBezTo>
                      <a:pt x="3014800" y="480494"/>
                      <a:pt x="2595585" y="396265"/>
                      <a:pt x="2185625" y="290053"/>
                    </a:cubicBezTo>
                    <a:cubicBezTo>
                      <a:pt x="1799191" y="189935"/>
                      <a:pt x="1289268" y="-133019"/>
                      <a:pt x="937697" y="60738"/>
                    </a:cubicBezTo>
                    <a:cubicBezTo>
                      <a:pt x="556508" y="270770"/>
                      <a:pt x="124334" y="765730"/>
                      <a:pt x="19665" y="1176924"/>
                    </a:cubicBezTo>
                    <a:cubicBezTo>
                      <a:pt x="-78448" y="1561121"/>
                      <a:pt x="212651" y="2161829"/>
                      <a:pt x="404865" y="2511240"/>
                    </a:cubicBezTo>
                    <a:cubicBezTo>
                      <a:pt x="614357" y="2892120"/>
                      <a:pt x="801635" y="3132157"/>
                      <a:pt x="1212212" y="3237597"/>
                    </a:cubicBezTo>
                    <a:cubicBezTo>
                      <a:pt x="1595175" y="3336095"/>
                      <a:pt x="2021102" y="3194326"/>
                      <a:pt x="2370512" y="3003654"/>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9" name="Freeform: Shape 108">
                <a:extLst>
                  <a:ext uri="{FF2B5EF4-FFF2-40B4-BE49-F238E27FC236}">
                    <a16:creationId xmlns:a16="http://schemas.microsoft.com/office/drawing/2014/main" id="{D9EBF1B1-0E4E-1224-F37B-AD22CF061BB7}"/>
                  </a:ext>
                </a:extLst>
              </p:cNvPr>
              <p:cNvSpPr/>
              <p:nvPr/>
            </p:nvSpPr>
            <p:spPr>
              <a:xfrm>
                <a:off x="4465597" y="2604029"/>
                <a:ext cx="3297610" cy="3240257"/>
              </a:xfrm>
              <a:custGeom>
                <a:avLst/>
                <a:gdLst>
                  <a:gd name="connsiteX0" fmla="*/ 2368253 w 3297610"/>
                  <a:gd name="connsiteY0" fmla="*/ 3011601 h 3240257"/>
                  <a:gd name="connsiteX1" fmla="*/ 3143667 w 3297610"/>
                  <a:gd name="connsiteY1" fmla="*/ 2110307 h 3240257"/>
                  <a:gd name="connsiteX2" fmla="*/ 3197583 w 3297610"/>
                  <a:gd name="connsiteY2" fmla="*/ 846953 h 3240257"/>
                  <a:gd name="connsiteX3" fmla="*/ 2130145 w 3297610"/>
                  <a:gd name="connsiteY3" fmla="*/ 336721 h 3240257"/>
                  <a:gd name="connsiteX4" fmla="*/ 845347 w 3297610"/>
                  <a:gd name="connsiteY4" fmla="*/ 59352 h 3240257"/>
                  <a:gd name="connsiteX5" fmla="*/ 25197 w 3297610"/>
                  <a:gd name="connsiteY5" fmla="*/ 1196981 h 3240257"/>
                  <a:gd name="connsiteX6" fmla="*/ 351236 w 3297610"/>
                  <a:gd name="connsiteY6" fmla="*/ 2583130 h 3240257"/>
                  <a:gd name="connsiteX7" fmla="*/ 1199772 w 3297610"/>
                  <a:gd name="connsiteY7" fmla="*/ 3197645 h 3240257"/>
                  <a:gd name="connsiteX8" fmla="*/ 2368176 w 3297610"/>
                  <a:gd name="connsiteY8" fmla="*/ 3011756 h 324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7610" h="3240257">
                    <a:moveTo>
                      <a:pt x="2368253" y="3011601"/>
                    </a:moveTo>
                    <a:cubicBezTo>
                      <a:pt x="2734325" y="2803729"/>
                      <a:pt x="3037610" y="2512708"/>
                      <a:pt x="3143667" y="2110307"/>
                    </a:cubicBezTo>
                    <a:cubicBezTo>
                      <a:pt x="3248491" y="1711146"/>
                      <a:pt x="3400750" y="1202611"/>
                      <a:pt x="3197583" y="846953"/>
                    </a:cubicBezTo>
                    <a:cubicBezTo>
                      <a:pt x="2988554" y="481113"/>
                      <a:pt x="2533317" y="441159"/>
                      <a:pt x="2130145" y="336721"/>
                    </a:cubicBezTo>
                    <a:cubicBezTo>
                      <a:pt x="1731138" y="233364"/>
                      <a:pt x="1199617" y="-144355"/>
                      <a:pt x="845347" y="59352"/>
                    </a:cubicBezTo>
                    <a:cubicBezTo>
                      <a:pt x="479739" y="269539"/>
                      <a:pt x="128246" y="793269"/>
                      <a:pt x="25197" y="1196981"/>
                    </a:cubicBezTo>
                    <a:cubicBezTo>
                      <a:pt x="-76464" y="1593828"/>
                      <a:pt x="149149" y="2230788"/>
                      <a:pt x="351236" y="2583130"/>
                    </a:cubicBezTo>
                    <a:cubicBezTo>
                      <a:pt x="560960" y="2948739"/>
                      <a:pt x="796368" y="3093902"/>
                      <a:pt x="1199772" y="3197645"/>
                    </a:cubicBezTo>
                    <a:cubicBezTo>
                      <a:pt x="1594768" y="3299383"/>
                      <a:pt x="2016143" y="3211683"/>
                      <a:pt x="2368176" y="3011756"/>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0" name="Freeform: Shape 109">
                <a:extLst>
                  <a:ext uri="{FF2B5EF4-FFF2-40B4-BE49-F238E27FC236}">
                    <a16:creationId xmlns:a16="http://schemas.microsoft.com/office/drawing/2014/main" id="{4123963F-2D69-FE7B-ED48-45A2EC7AECD4}"/>
                  </a:ext>
                </a:extLst>
              </p:cNvPr>
              <p:cNvSpPr/>
              <p:nvPr/>
            </p:nvSpPr>
            <p:spPr>
              <a:xfrm>
                <a:off x="4499869" y="2600116"/>
                <a:ext cx="3267148" cy="3216006"/>
              </a:xfrm>
              <a:custGeom>
                <a:avLst/>
                <a:gdLst>
                  <a:gd name="connsiteX0" fmla="*/ 2368459 w 3267148"/>
                  <a:gd name="connsiteY0" fmla="*/ 3020220 h 3216006"/>
                  <a:gd name="connsiteX1" fmla="*/ 3074994 w 3267148"/>
                  <a:gd name="connsiteY1" fmla="*/ 2109207 h 3216006"/>
                  <a:gd name="connsiteX2" fmla="*/ 3174032 w 3267148"/>
                  <a:gd name="connsiteY2" fmla="*/ 833203 h 3216006"/>
                  <a:gd name="connsiteX3" fmla="*/ 2077052 w 3267148"/>
                  <a:gd name="connsiteY3" fmla="*/ 384060 h 3216006"/>
                  <a:gd name="connsiteX4" fmla="*/ 755385 w 3267148"/>
                  <a:gd name="connsiteY4" fmla="*/ 58637 h 3216006"/>
                  <a:gd name="connsiteX5" fmla="*/ 33193 w 3267148"/>
                  <a:gd name="connsiteY5" fmla="*/ 1217631 h 3216006"/>
                  <a:gd name="connsiteX6" fmla="*/ 300072 w 3267148"/>
                  <a:gd name="connsiteY6" fmla="*/ 2655537 h 3216006"/>
                  <a:gd name="connsiteX7" fmla="*/ 1189873 w 3267148"/>
                  <a:gd name="connsiteY7" fmla="*/ 3158209 h 3216006"/>
                  <a:gd name="connsiteX8" fmla="*/ 2368305 w 3267148"/>
                  <a:gd name="connsiteY8" fmla="*/ 3020297 h 321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148" h="3216006">
                    <a:moveTo>
                      <a:pt x="2368459" y="3020220"/>
                    </a:moveTo>
                    <a:cubicBezTo>
                      <a:pt x="2720493" y="2812193"/>
                      <a:pt x="2970787" y="2505668"/>
                      <a:pt x="3074994" y="2109207"/>
                    </a:cubicBezTo>
                    <a:cubicBezTo>
                      <a:pt x="3182748" y="1698013"/>
                      <a:pt x="3386995" y="1190866"/>
                      <a:pt x="3174032" y="833203"/>
                    </a:cubicBezTo>
                    <a:cubicBezTo>
                      <a:pt x="2965002" y="482095"/>
                      <a:pt x="2473360" y="486646"/>
                      <a:pt x="2077052" y="384060"/>
                    </a:cubicBezTo>
                    <a:cubicBezTo>
                      <a:pt x="1665473" y="277462"/>
                      <a:pt x="1112201" y="-155406"/>
                      <a:pt x="755385" y="58637"/>
                    </a:cubicBezTo>
                    <a:cubicBezTo>
                      <a:pt x="405203" y="268669"/>
                      <a:pt x="134545" y="821401"/>
                      <a:pt x="33193" y="1217631"/>
                    </a:cubicBezTo>
                    <a:cubicBezTo>
                      <a:pt x="-71939" y="1627205"/>
                      <a:pt x="87803" y="2300495"/>
                      <a:pt x="300072" y="2655537"/>
                    </a:cubicBezTo>
                    <a:cubicBezTo>
                      <a:pt x="509718" y="3006104"/>
                      <a:pt x="793566" y="3056163"/>
                      <a:pt x="1189873" y="3158209"/>
                    </a:cubicBezTo>
                    <a:cubicBezTo>
                      <a:pt x="1596979" y="3263187"/>
                      <a:pt x="2013881" y="3229711"/>
                      <a:pt x="2368305" y="3020297"/>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1" name="Freeform: Shape 110">
                <a:extLst>
                  <a:ext uri="{FF2B5EF4-FFF2-40B4-BE49-F238E27FC236}">
                    <a16:creationId xmlns:a16="http://schemas.microsoft.com/office/drawing/2014/main" id="{BE942AFB-DA18-6FD4-E2E2-B9D1D7B1903B}"/>
                  </a:ext>
                </a:extLst>
              </p:cNvPr>
              <p:cNvSpPr/>
              <p:nvPr/>
            </p:nvSpPr>
            <p:spPr>
              <a:xfrm>
                <a:off x="4530202" y="2595585"/>
                <a:ext cx="3242767" cy="3198539"/>
              </a:xfrm>
              <a:custGeom>
                <a:avLst/>
                <a:gdLst>
                  <a:gd name="connsiteX0" fmla="*/ 2372604 w 3242767"/>
                  <a:gd name="connsiteY0" fmla="*/ 3029379 h 3198539"/>
                  <a:gd name="connsiteX1" fmla="*/ 3010259 w 3242767"/>
                  <a:gd name="connsiteY1" fmla="*/ 2108724 h 3198539"/>
                  <a:gd name="connsiteX2" fmla="*/ 3154497 w 3242767"/>
                  <a:gd name="connsiteY2" fmla="*/ 819993 h 3198539"/>
                  <a:gd name="connsiteX3" fmla="*/ 2027976 w 3242767"/>
                  <a:gd name="connsiteY3" fmla="*/ 431862 h 3198539"/>
                  <a:gd name="connsiteX4" fmla="*/ 669516 w 3242767"/>
                  <a:gd name="connsiteY4" fmla="*/ 58386 h 3198539"/>
                  <a:gd name="connsiteX5" fmla="*/ 45282 w 3242767"/>
                  <a:gd name="connsiteY5" fmla="*/ 1238823 h 3198539"/>
                  <a:gd name="connsiteX6" fmla="*/ 253078 w 3242767"/>
                  <a:gd name="connsiteY6" fmla="*/ 2728484 h 3198539"/>
                  <a:gd name="connsiteX7" fmla="*/ 1184145 w 3242767"/>
                  <a:gd name="connsiteY7" fmla="*/ 3119315 h 3198539"/>
                  <a:gd name="connsiteX8" fmla="*/ 2372681 w 3242767"/>
                  <a:gd name="connsiteY8" fmla="*/ 3029379 h 319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767" h="3198539">
                    <a:moveTo>
                      <a:pt x="2372604" y="3029379"/>
                    </a:moveTo>
                    <a:cubicBezTo>
                      <a:pt x="2710831" y="2821429"/>
                      <a:pt x="2907904" y="2499092"/>
                      <a:pt x="3010259" y="2108724"/>
                    </a:cubicBezTo>
                    <a:cubicBezTo>
                      <a:pt x="3120867" y="1685498"/>
                      <a:pt x="3377488" y="1179585"/>
                      <a:pt x="3154497" y="819993"/>
                    </a:cubicBezTo>
                    <a:cubicBezTo>
                      <a:pt x="2945776" y="483464"/>
                      <a:pt x="2417495" y="532752"/>
                      <a:pt x="2027976" y="431862"/>
                    </a:cubicBezTo>
                    <a:cubicBezTo>
                      <a:pt x="1603746" y="321948"/>
                      <a:pt x="1028569" y="-166224"/>
                      <a:pt x="669516" y="58386"/>
                    </a:cubicBezTo>
                    <a:cubicBezTo>
                      <a:pt x="334530" y="267878"/>
                      <a:pt x="144938" y="850075"/>
                      <a:pt x="45282" y="1238823"/>
                    </a:cubicBezTo>
                    <a:cubicBezTo>
                      <a:pt x="-63320" y="1661047"/>
                      <a:pt x="30241" y="2370898"/>
                      <a:pt x="253078" y="2728484"/>
                    </a:cubicBezTo>
                    <a:cubicBezTo>
                      <a:pt x="462261" y="3064165"/>
                      <a:pt x="795011" y="3018966"/>
                      <a:pt x="1184145" y="3119315"/>
                    </a:cubicBezTo>
                    <a:cubicBezTo>
                      <a:pt x="1603283" y="3227532"/>
                      <a:pt x="2015943" y="3248666"/>
                      <a:pt x="2372681" y="3029379"/>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2" name="Freeform: Shape 111">
                <a:extLst>
                  <a:ext uri="{FF2B5EF4-FFF2-40B4-BE49-F238E27FC236}">
                    <a16:creationId xmlns:a16="http://schemas.microsoft.com/office/drawing/2014/main" id="{5B3FF928-C631-1683-7AAB-7283A85A3C3D}"/>
                  </a:ext>
                </a:extLst>
              </p:cNvPr>
              <p:cNvSpPr/>
              <p:nvPr/>
            </p:nvSpPr>
            <p:spPr>
              <a:xfrm>
                <a:off x="4553971" y="2590726"/>
                <a:ext cx="3226504" cy="3187950"/>
              </a:xfrm>
              <a:custGeom>
                <a:avLst/>
                <a:gdLst>
                  <a:gd name="connsiteX0" fmla="*/ 2383391 w 3226504"/>
                  <a:gd name="connsiteY0" fmla="*/ 3038865 h 3187950"/>
                  <a:gd name="connsiteX1" fmla="*/ 2952166 w 3226504"/>
                  <a:gd name="connsiteY1" fmla="*/ 2108570 h 3187950"/>
                  <a:gd name="connsiteX2" fmla="*/ 3141527 w 3226504"/>
                  <a:gd name="connsiteY2" fmla="*/ 807189 h 3187950"/>
                  <a:gd name="connsiteX3" fmla="*/ 1985463 w 3226504"/>
                  <a:gd name="connsiteY3" fmla="*/ 480070 h 3187950"/>
                  <a:gd name="connsiteX4" fmla="*/ 590135 w 3226504"/>
                  <a:gd name="connsiteY4" fmla="*/ 58540 h 3187950"/>
                  <a:gd name="connsiteX5" fmla="*/ 63859 w 3226504"/>
                  <a:gd name="connsiteY5" fmla="*/ 1260420 h 3187950"/>
                  <a:gd name="connsiteX6" fmla="*/ 212494 w 3226504"/>
                  <a:gd name="connsiteY6" fmla="*/ 2801914 h 3187950"/>
                  <a:gd name="connsiteX7" fmla="*/ 1184827 w 3226504"/>
                  <a:gd name="connsiteY7" fmla="*/ 3080825 h 3187950"/>
                  <a:gd name="connsiteX8" fmla="*/ 2383391 w 3226504"/>
                  <a:gd name="connsiteY8" fmla="*/ 3038865 h 318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6504" h="3187950">
                    <a:moveTo>
                      <a:pt x="2383391" y="3038865"/>
                    </a:moveTo>
                    <a:cubicBezTo>
                      <a:pt x="2707964" y="2831302"/>
                      <a:pt x="2851740" y="2492921"/>
                      <a:pt x="2952166" y="2108570"/>
                    </a:cubicBezTo>
                    <a:cubicBezTo>
                      <a:pt x="3065629" y="1673310"/>
                      <a:pt x="3374930" y="1168401"/>
                      <a:pt x="3141527" y="807189"/>
                    </a:cubicBezTo>
                    <a:cubicBezTo>
                      <a:pt x="2933423" y="485083"/>
                      <a:pt x="2368118" y="579185"/>
                      <a:pt x="1985463" y="480070"/>
                    </a:cubicBezTo>
                    <a:cubicBezTo>
                      <a:pt x="1548662" y="366916"/>
                      <a:pt x="951347" y="-177023"/>
                      <a:pt x="590135" y="58540"/>
                    </a:cubicBezTo>
                    <a:cubicBezTo>
                      <a:pt x="270112" y="267261"/>
                      <a:pt x="161818" y="879077"/>
                      <a:pt x="63859" y="1260420"/>
                    </a:cubicBezTo>
                    <a:cubicBezTo>
                      <a:pt x="-48214" y="1695293"/>
                      <a:pt x="-21218" y="2442014"/>
                      <a:pt x="212494" y="2801914"/>
                    </a:cubicBezTo>
                    <a:cubicBezTo>
                      <a:pt x="420983" y="3122940"/>
                      <a:pt x="802790" y="2982250"/>
                      <a:pt x="1184827" y="3080825"/>
                    </a:cubicBezTo>
                    <a:cubicBezTo>
                      <a:pt x="1615998" y="3192205"/>
                      <a:pt x="2024647" y="3268258"/>
                      <a:pt x="2383391" y="3038865"/>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3" name="Freeform: Shape 112">
                <a:extLst>
                  <a:ext uri="{FF2B5EF4-FFF2-40B4-BE49-F238E27FC236}">
                    <a16:creationId xmlns:a16="http://schemas.microsoft.com/office/drawing/2014/main" id="{21F9ADA3-78AD-54C1-5B7F-91F02AA0F687}"/>
                  </a:ext>
                </a:extLst>
              </p:cNvPr>
              <p:cNvSpPr/>
              <p:nvPr/>
            </p:nvSpPr>
            <p:spPr>
              <a:xfrm>
                <a:off x="4568996" y="2585529"/>
                <a:ext cx="3220062" cy="3183237"/>
              </a:xfrm>
              <a:custGeom>
                <a:avLst/>
                <a:gdLst>
                  <a:gd name="connsiteX0" fmla="*/ 2402845 w 3220062"/>
                  <a:gd name="connsiteY0" fmla="*/ 3048690 h 3183237"/>
                  <a:gd name="connsiteX1" fmla="*/ 2902741 w 3220062"/>
                  <a:gd name="connsiteY1" fmla="*/ 2108752 h 3183237"/>
                  <a:gd name="connsiteX2" fmla="*/ 3137301 w 3220062"/>
                  <a:gd name="connsiteY2" fmla="*/ 794722 h 3183237"/>
                  <a:gd name="connsiteX3" fmla="*/ 1951696 w 3220062"/>
                  <a:gd name="connsiteY3" fmla="*/ 528615 h 3183237"/>
                  <a:gd name="connsiteX4" fmla="*/ 519498 w 3220062"/>
                  <a:gd name="connsiteY4" fmla="*/ 59031 h 3183237"/>
                  <a:gd name="connsiteX5" fmla="*/ 91104 w 3220062"/>
                  <a:gd name="connsiteY5" fmla="*/ 1282277 h 3183237"/>
                  <a:gd name="connsiteX6" fmla="*/ 180577 w 3220062"/>
                  <a:gd name="connsiteY6" fmla="*/ 2875527 h 3183237"/>
                  <a:gd name="connsiteX7" fmla="*/ 1194100 w 3220062"/>
                  <a:gd name="connsiteY7" fmla="*/ 3042597 h 3183237"/>
                  <a:gd name="connsiteX8" fmla="*/ 2402690 w 3220062"/>
                  <a:gd name="connsiteY8" fmla="*/ 3048690 h 3183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0062" h="3183237">
                    <a:moveTo>
                      <a:pt x="2402845" y="3048690"/>
                    </a:moveTo>
                    <a:cubicBezTo>
                      <a:pt x="2713920" y="2841743"/>
                      <a:pt x="2804166" y="2487088"/>
                      <a:pt x="2902741" y="2108752"/>
                    </a:cubicBezTo>
                    <a:cubicBezTo>
                      <a:pt x="3019057" y="1661538"/>
                      <a:pt x="3381426" y="1157322"/>
                      <a:pt x="3137301" y="794722"/>
                    </a:cubicBezTo>
                    <a:cubicBezTo>
                      <a:pt x="2930046" y="486809"/>
                      <a:pt x="2327563" y="626033"/>
                      <a:pt x="1951696" y="528615"/>
                    </a:cubicBezTo>
                    <a:cubicBezTo>
                      <a:pt x="1502322" y="412221"/>
                      <a:pt x="882484" y="-187870"/>
                      <a:pt x="519498" y="59031"/>
                    </a:cubicBezTo>
                    <a:cubicBezTo>
                      <a:pt x="214284" y="266672"/>
                      <a:pt x="187442" y="908415"/>
                      <a:pt x="91104" y="1282277"/>
                    </a:cubicBezTo>
                    <a:cubicBezTo>
                      <a:pt x="-24441" y="1729877"/>
                      <a:pt x="-64396" y="2513621"/>
                      <a:pt x="180577" y="2875527"/>
                    </a:cubicBezTo>
                    <a:cubicBezTo>
                      <a:pt x="388064" y="3182052"/>
                      <a:pt x="819235" y="2945718"/>
                      <a:pt x="1194100" y="3042597"/>
                    </a:cubicBezTo>
                    <a:cubicBezTo>
                      <a:pt x="1637304" y="3157215"/>
                      <a:pt x="2042173" y="3288495"/>
                      <a:pt x="2402690" y="3048690"/>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4" name="Freeform: Shape 113">
                <a:extLst>
                  <a:ext uri="{FF2B5EF4-FFF2-40B4-BE49-F238E27FC236}">
                    <a16:creationId xmlns:a16="http://schemas.microsoft.com/office/drawing/2014/main" id="{25D6D8AF-3B01-989C-6D61-B1BCA41E1532}"/>
                  </a:ext>
                </a:extLst>
              </p:cNvPr>
              <p:cNvSpPr/>
              <p:nvPr/>
            </p:nvSpPr>
            <p:spPr>
              <a:xfrm>
                <a:off x="4575239" y="2579941"/>
                <a:ext cx="3223194" cy="3183120"/>
              </a:xfrm>
              <a:custGeom>
                <a:avLst/>
                <a:gdLst>
                  <a:gd name="connsiteX0" fmla="*/ 2431079 w 3223194"/>
                  <a:gd name="connsiteY0" fmla="*/ 3058906 h 3183120"/>
                  <a:gd name="connsiteX1" fmla="*/ 2862096 w 3223194"/>
                  <a:gd name="connsiteY1" fmla="*/ 2109327 h 3183120"/>
                  <a:gd name="connsiteX2" fmla="*/ 3141779 w 3223194"/>
                  <a:gd name="connsiteY2" fmla="*/ 782570 h 3183120"/>
                  <a:gd name="connsiteX3" fmla="*/ 1926632 w 3223194"/>
                  <a:gd name="connsiteY3" fmla="*/ 577475 h 3183120"/>
                  <a:gd name="connsiteX4" fmla="*/ 457565 w 3223194"/>
                  <a:gd name="connsiteY4" fmla="*/ 59838 h 3183120"/>
                  <a:gd name="connsiteX5" fmla="*/ 127129 w 3223194"/>
                  <a:gd name="connsiteY5" fmla="*/ 1304526 h 3183120"/>
                  <a:gd name="connsiteX6" fmla="*/ 157519 w 3223194"/>
                  <a:gd name="connsiteY6" fmla="*/ 2949610 h 3183120"/>
                  <a:gd name="connsiteX7" fmla="*/ 1212307 w 3223194"/>
                  <a:gd name="connsiteY7" fmla="*/ 3004836 h 3183120"/>
                  <a:gd name="connsiteX8" fmla="*/ 2431002 w 3223194"/>
                  <a:gd name="connsiteY8" fmla="*/ 3058906 h 318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4" h="3183120">
                    <a:moveTo>
                      <a:pt x="2431079" y="3058906"/>
                    </a:moveTo>
                    <a:cubicBezTo>
                      <a:pt x="2728888" y="2852731"/>
                      <a:pt x="2765372" y="2481646"/>
                      <a:pt x="2862096" y="2109327"/>
                    </a:cubicBezTo>
                    <a:cubicBezTo>
                      <a:pt x="2981343" y="1650080"/>
                      <a:pt x="3397011" y="1146327"/>
                      <a:pt x="3141779" y="782570"/>
                    </a:cubicBezTo>
                    <a:cubicBezTo>
                      <a:pt x="2935526" y="488695"/>
                      <a:pt x="2295712" y="673119"/>
                      <a:pt x="1926632" y="577475"/>
                    </a:cubicBezTo>
                    <a:cubicBezTo>
                      <a:pt x="1464608" y="457765"/>
                      <a:pt x="822016" y="-198865"/>
                      <a:pt x="457565" y="59838"/>
                    </a:cubicBezTo>
                    <a:cubicBezTo>
                      <a:pt x="166852" y="266168"/>
                      <a:pt x="221848" y="938146"/>
                      <a:pt x="127129" y="1304526"/>
                    </a:cubicBezTo>
                    <a:cubicBezTo>
                      <a:pt x="8113" y="1764776"/>
                      <a:pt x="-99178" y="2585930"/>
                      <a:pt x="157519" y="2949610"/>
                    </a:cubicBezTo>
                    <a:cubicBezTo>
                      <a:pt x="363849" y="3241942"/>
                      <a:pt x="844539" y="2909655"/>
                      <a:pt x="1212307" y="3004836"/>
                    </a:cubicBezTo>
                    <a:cubicBezTo>
                      <a:pt x="1667544" y="3122695"/>
                      <a:pt x="2068942" y="3309510"/>
                      <a:pt x="2431002" y="3058906"/>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5" name="Freeform: Shape 114">
                <a:extLst>
                  <a:ext uri="{FF2B5EF4-FFF2-40B4-BE49-F238E27FC236}">
                    <a16:creationId xmlns:a16="http://schemas.microsoft.com/office/drawing/2014/main" id="{4F4351EF-1FED-40C1-B7FB-6DF58B194CA8}"/>
                  </a:ext>
                </a:extLst>
              </p:cNvPr>
              <p:cNvSpPr/>
              <p:nvPr/>
            </p:nvSpPr>
            <p:spPr>
              <a:xfrm>
                <a:off x="4574616" y="2574268"/>
                <a:ext cx="3233910" cy="3186151"/>
              </a:xfrm>
              <a:custGeom>
                <a:avLst/>
                <a:gdLst>
                  <a:gd name="connsiteX0" fmla="*/ 2828318 w 3233910"/>
                  <a:gd name="connsiteY0" fmla="*/ 2109987 h 3186151"/>
                  <a:gd name="connsiteX1" fmla="*/ 3153201 w 3233910"/>
                  <a:gd name="connsiteY1" fmla="*/ 770580 h 3186151"/>
                  <a:gd name="connsiteX2" fmla="*/ 1908512 w 3233910"/>
                  <a:gd name="connsiteY2" fmla="*/ 626573 h 3186151"/>
                  <a:gd name="connsiteX3" fmla="*/ 402652 w 3233910"/>
                  <a:gd name="connsiteY3" fmla="*/ 60883 h 3186151"/>
                  <a:gd name="connsiteX4" fmla="*/ 170175 w 3233910"/>
                  <a:gd name="connsiteY4" fmla="*/ 1327014 h 3186151"/>
                  <a:gd name="connsiteX5" fmla="*/ 141404 w 3233910"/>
                  <a:gd name="connsiteY5" fmla="*/ 3023854 h 3186151"/>
                  <a:gd name="connsiteX6" fmla="*/ 1237458 w 3233910"/>
                  <a:gd name="connsiteY6" fmla="*/ 2967238 h 3186151"/>
                  <a:gd name="connsiteX7" fmla="*/ 2466180 w 3233910"/>
                  <a:gd name="connsiteY7" fmla="*/ 3069285 h 3186151"/>
                  <a:gd name="connsiteX8" fmla="*/ 2828318 w 3233910"/>
                  <a:gd name="connsiteY8" fmla="*/ 2110064 h 318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3910" h="3186151">
                    <a:moveTo>
                      <a:pt x="2828318" y="2109987"/>
                    </a:moveTo>
                    <a:cubicBezTo>
                      <a:pt x="2950419" y="1638707"/>
                      <a:pt x="3419925" y="1135031"/>
                      <a:pt x="3153201" y="770580"/>
                    </a:cubicBezTo>
                    <a:cubicBezTo>
                      <a:pt x="2948182" y="490434"/>
                      <a:pt x="2270727" y="720366"/>
                      <a:pt x="1908512" y="626573"/>
                    </a:cubicBezTo>
                    <a:cubicBezTo>
                      <a:pt x="1433915" y="503624"/>
                      <a:pt x="768029" y="-210007"/>
                      <a:pt x="402652" y="60883"/>
                    </a:cubicBezTo>
                    <a:cubicBezTo>
                      <a:pt x="126286" y="265747"/>
                      <a:pt x="263197" y="968039"/>
                      <a:pt x="170175" y="1327014"/>
                    </a:cubicBezTo>
                    <a:cubicBezTo>
                      <a:pt x="47611" y="1799914"/>
                      <a:pt x="-127326" y="2658939"/>
                      <a:pt x="141404" y="3023854"/>
                    </a:cubicBezTo>
                    <a:cubicBezTo>
                      <a:pt x="346345" y="3302147"/>
                      <a:pt x="876786" y="2873831"/>
                      <a:pt x="1237458" y="2967238"/>
                    </a:cubicBezTo>
                    <a:cubicBezTo>
                      <a:pt x="1704727" y="3088336"/>
                      <a:pt x="2102963" y="3331072"/>
                      <a:pt x="2466180" y="3069285"/>
                    </a:cubicBezTo>
                    <a:cubicBezTo>
                      <a:pt x="2750877" y="2864112"/>
                      <a:pt x="2733445" y="2476289"/>
                      <a:pt x="2828318" y="2110064"/>
                    </a:cubicBezTo>
                    <a:close/>
                  </a:path>
                </a:pathLst>
              </a:custGeom>
              <a:ln w="3175" cap="flat">
                <a:gradFill>
                  <a:gsLst>
                    <a:gs pos="75000">
                      <a:srgbClr val="C73FB1">
                        <a:alpha val="0"/>
                      </a:srgbClr>
                    </a:gs>
                    <a:gs pos="25000">
                      <a:schemeClr val="accent5">
                        <a:alpha val="0"/>
                      </a:schemeClr>
                    </a:gs>
                    <a:gs pos="50000">
                      <a:srgbClr val="D44690">
                        <a:alpha val="0"/>
                      </a:srgbClr>
                    </a:gs>
                    <a:gs pos="0">
                      <a:schemeClr val="accent6">
                        <a:lumMod val="60000"/>
                        <a:lumOff val="40000"/>
                      </a:schemeClr>
                    </a:gs>
                    <a:gs pos="100000">
                      <a:schemeClr val="accent6">
                        <a:alpha val="2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78" name="Graphic 5">
              <a:extLst>
                <a:ext uri="{FF2B5EF4-FFF2-40B4-BE49-F238E27FC236}">
                  <a16:creationId xmlns:a16="http://schemas.microsoft.com/office/drawing/2014/main" id="{0D252545-9FD7-6693-30FE-F61E892A1743}"/>
                </a:ext>
              </a:extLst>
            </p:cNvPr>
            <p:cNvGrpSpPr/>
            <p:nvPr/>
          </p:nvGrpSpPr>
          <p:grpSpPr>
            <a:xfrm rot="493675">
              <a:off x="-6806102" y="683792"/>
              <a:ext cx="3322106" cy="2161678"/>
              <a:chOff x="3224705" y="2448010"/>
              <a:chExt cx="5745675" cy="3738674"/>
            </a:xfrm>
            <a:noFill/>
          </p:grpSpPr>
          <p:sp>
            <p:nvSpPr>
              <p:cNvPr id="92" name="Freeform: Shape 91">
                <a:extLst>
                  <a:ext uri="{FF2B5EF4-FFF2-40B4-BE49-F238E27FC236}">
                    <a16:creationId xmlns:a16="http://schemas.microsoft.com/office/drawing/2014/main" id="{4CED312F-4C15-4E6C-915A-5797AE11B7F0}"/>
                  </a:ext>
                </a:extLst>
              </p:cNvPr>
              <p:cNvSpPr/>
              <p:nvPr/>
            </p:nvSpPr>
            <p:spPr>
              <a:xfrm>
                <a:off x="3224705" y="2973429"/>
                <a:ext cx="4086746" cy="2988613"/>
              </a:xfrm>
              <a:custGeom>
                <a:avLst/>
                <a:gdLst>
                  <a:gd name="connsiteX0" fmla="*/ 3021857 w 4086746"/>
                  <a:gd name="connsiteY0" fmla="*/ 21082 h 2988613"/>
                  <a:gd name="connsiteX1" fmla="*/ 1949714 w 4086746"/>
                  <a:gd name="connsiteY1" fmla="*/ 140561 h 2988613"/>
                  <a:gd name="connsiteX2" fmla="*/ 17620 w 4086746"/>
                  <a:gd name="connsiteY2" fmla="*/ 326759 h 2988613"/>
                  <a:gd name="connsiteX3" fmla="*/ 1162808 w 4086746"/>
                  <a:gd name="connsiteY3" fmla="*/ 2051134 h 2988613"/>
                  <a:gd name="connsiteX4" fmla="*/ 2164991 w 4086746"/>
                  <a:gd name="connsiteY4" fmla="*/ 2546943 h 2988613"/>
                  <a:gd name="connsiteX5" fmla="*/ 3449172 w 4086746"/>
                  <a:gd name="connsiteY5" fmla="*/ 2922733 h 2988613"/>
                  <a:gd name="connsiteX6" fmla="*/ 3803596 w 4086746"/>
                  <a:gd name="connsiteY6" fmla="*/ 1748620 h 2988613"/>
                  <a:gd name="connsiteX7" fmla="*/ 3997970 w 4086746"/>
                  <a:gd name="connsiteY7" fmla="*/ 855117 h 2988613"/>
                  <a:gd name="connsiteX8" fmla="*/ 3021857 w 4086746"/>
                  <a:gd name="connsiteY8" fmla="*/ 21160 h 298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6746" h="2988613">
                    <a:moveTo>
                      <a:pt x="3021857" y="21082"/>
                    </a:moveTo>
                    <a:cubicBezTo>
                      <a:pt x="2524275" y="34658"/>
                      <a:pt x="2338926" y="-88523"/>
                      <a:pt x="1949714" y="140561"/>
                    </a:cubicBezTo>
                    <a:cubicBezTo>
                      <a:pt x="1650594" y="316654"/>
                      <a:pt x="147126" y="-24349"/>
                      <a:pt x="17620" y="326759"/>
                    </a:cubicBezTo>
                    <a:cubicBezTo>
                      <a:pt x="-151995" y="786777"/>
                      <a:pt x="953624" y="1647191"/>
                      <a:pt x="1162808" y="2051134"/>
                    </a:cubicBezTo>
                    <a:cubicBezTo>
                      <a:pt x="1489850" y="2682542"/>
                      <a:pt x="1817123" y="2418671"/>
                      <a:pt x="2164991" y="2546943"/>
                    </a:cubicBezTo>
                    <a:cubicBezTo>
                      <a:pt x="2623313" y="2715940"/>
                      <a:pt x="3059267" y="3153822"/>
                      <a:pt x="3449172" y="2922733"/>
                    </a:cubicBezTo>
                    <a:cubicBezTo>
                      <a:pt x="3746441" y="2746562"/>
                      <a:pt x="3674708" y="2098108"/>
                      <a:pt x="3803596" y="1748620"/>
                    </a:cubicBezTo>
                    <a:cubicBezTo>
                      <a:pt x="3970588" y="1295698"/>
                      <a:pt x="4222272" y="1242631"/>
                      <a:pt x="3997970" y="855117"/>
                    </a:cubicBezTo>
                    <a:cubicBezTo>
                      <a:pt x="3822185" y="551446"/>
                      <a:pt x="3400038" y="10824"/>
                      <a:pt x="3021857" y="21160"/>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3" name="Freeform: Shape 92">
                <a:extLst>
                  <a:ext uri="{FF2B5EF4-FFF2-40B4-BE49-F238E27FC236}">
                    <a16:creationId xmlns:a16="http://schemas.microsoft.com/office/drawing/2014/main" id="{9F3BA343-C884-F8AF-1964-72E93846837C}"/>
                  </a:ext>
                </a:extLst>
              </p:cNvPr>
              <p:cNvSpPr/>
              <p:nvPr/>
            </p:nvSpPr>
            <p:spPr>
              <a:xfrm>
                <a:off x="3285345" y="2945042"/>
                <a:ext cx="4163768" cy="2979360"/>
              </a:xfrm>
              <a:custGeom>
                <a:avLst/>
                <a:gdLst>
                  <a:gd name="connsiteX0" fmla="*/ 3793170 w 4163768"/>
                  <a:gd name="connsiteY0" fmla="*/ 1782639 h 2979360"/>
                  <a:gd name="connsiteX1" fmla="*/ 4094681 w 4163768"/>
                  <a:gd name="connsiteY1" fmla="*/ 868155 h 2979360"/>
                  <a:gd name="connsiteX2" fmla="*/ 2987366 w 4163768"/>
                  <a:gd name="connsiteY2" fmla="*/ 28 h 2979360"/>
                  <a:gd name="connsiteX3" fmla="*/ 1885912 w 4163768"/>
                  <a:gd name="connsiteY3" fmla="*/ 197641 h 2979360"/>
                  <a:gd name="connsiteX4" fmla="*/ 15678 w 4163768"/>
                  <a:gd name="connsiteY4" fmla="*/ 437446 h 2979360"/>
                  <a:gd name="connsiteX5" fmla="*/ 1132404 w 4163768"/>
                  <a:gd name="connsiteY5" fmla="*/ 2066409 h 2979360"/>
                  <a:gd name="connsiteX6" fmla="*/ 2140990 w 4163768"/>
                  <a:gd name="connsiteY6" fmla="*/ 2635648 h 2979360"/>
                  <a:gd name="connsiteX7" fmla="*/ 3375266 w 4163768"/>
                  <a:gd name="connsiteY7" fmla="*/ 2903143 h 2979360"/>
                  <a:gd name="connsiteX8" fmla="*/ 3793247 w 4163768"/>
                  <a:gd name="connsiteY8" fmla="*/ 1782639 h 2979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3768" h="2979360">
                    <a:moveTo>
                      <a:pt x="3793170" y="1782639"/>
                    </a:moveTo>
                    <a:cubicBezTo>
                      <a:pt x="3948438" y="1338818"/>
                      <a:pt x="4315975" y="1250115"/>
                      <a:pt x="4094681" y="868155"/>
                    </a:cubicBezTo>
                    <a:cubicBezTo>
                      <a:pt x="3912417" y="553917"/>
                      <a:pt x="3371717" y="-4523"/>
                      <a:pt x="2987366" y="28"/>
                    </a:cubicBezTo>
                    <a:cubicBezTo>
                      <a:pt x="2503822" y="5735"/>
                      <a:pt x="2269030" y="-27894"/>
                      <a:pt x="1885912" y="197641"/>
                    </a:cubicBezTo>
                    <a:cubicBezTo>
                      <a:pt x="1575531" y="380291"/>
                      <a:pt x="141019" y="77932"/>
                      <a:pt x="15678" y="437446"/>
                    </a:cubicBezTo>
                    <a:cubicBezTo>
                      <a:pt x="-141132" y="887207"/>
                      <a:pt x="925072" y="1670179"/>
                      <a:pt x="1132404" y="2066409"/>
                    </a:cubicBezTo>
                    <a:cubicBezTo>
                      <a:pt x="1452196" y="2678688"/>
                      <a:pt x="1784560" y="2511310"/>
                      <a:pt x="2140990" y="2635648"/>
                    </a:cubicBezTo>
                    <a:cubicBezTo>
                      <a:pt x="2589439" y="2792072"/>
                      <a:pt x="2991608" y="3130376"/>
                      <a:pt x="3375266" y="2903143"/>
                    </a:cubicBezTo>
                    <a:cubicBezTo>
                      <a:pt x="3683333" y="2720725"/>
                      <a:pt x="3668215" y="2140071"/>
                      <a:pt x="3793247" y="1782639"/>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4" name="Freeform: Shape 93">
                <a:extLst>
                  <a:ext uri="{FF2B5EF4-FFF2-40B4-BE49-F238E27FC236}">
                    <a16:creationId xmlns:a16="http://schemas.microsoft.com/office/drawing/2014/main" id="{F885CB3A-09D0-BEB0-C30A-CEF2C55F977D}"/>
                  </a:ext>
                </a:extLst>
              </p:cNvPr>
              <p:cNvSpPr/>
              <p:nvPr/>
            </p:nvSpPr>
            <p:spPr>
              <a:xfrm>
                <a:off x="3345777" y="2895587"/>
                <a:ext cx="4247432" cy="2996098"/>
              </a:xfrm>
              <a:custGeom>
                <a:avLst/>
                <a:gdLst>
                  <a:gd name="connsiteX0" fmla="*/ 3783028 w 4247432"/>
                  <a:gd name="connsiteY0" fmla="*/ 1837724 h 2996098"/>
                  <a:gd name="connsiteX1" fmla="*/ 4191599 w 4247432"/>
                  <a:gd name="connsiteY1" fmla="*/ 902338 h 2996098"/>
                  <a:gd name="connsiteX2" fmla="*/ 2953081 w 4247432"/>
                  <a:gd name="connsiteY2" fmla="*/ 41 h 2996098"/>
                  <a:gd name="connsiteX3" fmla="*/ 1822318 w 4247432"/>
                  <a:gd name="connsiteY3" fmla="*/ 275790 h 2996098"/>
                  <a:gd name="connsiteX4" fmla="*/ 13867 w 4247432"/>
                  <a:gd name="connsiteY4" fmla="*/ 569202 h 2996098"/>
                  <a:gd name="connsiteX5" fmla="*/ 1102053 w 4247432"/>
                  <a:gd name="connsiteY5" fmla="*/ 2102675 h 2996098"/>
                  <a:gd name="connsiteX6" fmla="*/ 2117041 w 4247432"/>
                  <a:gd name="connsiteY6" fmla="*/ 2745420 h 2996098"/>
                  <a:gd name="connsiteX7" fmla="*/ 3301335 w 4247432"/>
                  <a:gd name="connsiteY7" fmla="*/ 2904699 h 2996098"/>
                  <a:gd name="connsiteX8" fmla="*/ 3782951 w 4247432"/>
                  <a:gd name="connsiteY8" fmla="*/ 1837724 h 29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47432" h="2996098">
                    <a:moveTo>
                      <a:pt x="3783028" y="1837724"/>
                    </a:moveTo>
                    <a:cubicBezTo>
                      <a:pt x="3926880" y="1403159"/>
                      <a:pt x="4410039" y="1278667"/>
                      <a:pt x="4191599" y="902338"/>
                    </a:cubicBezTo>
                    <a:cubicBezTo>
                      <a:pt x="4002856" y="577532"/>
                      <a:pt x="3343681" y="1506"/>
                      <a:pt x="2953081" y="41"/>
                    </a:cubicBezTo>
                    <a:cubicBezTo>
                      <a:pt x="2483575" y="-1733"/>
                      <a:pt x="2199342" y="53802"/>
                      <a:pt x="1822318" y="275790"/>
                    </a:cubicBezTo>
                    <a:cubicBezTo>
                      <a:pt x="1500752" y="465073"/>
                      <a:pt x="134888" y="201125"/>
                      <a:pt x="13867" y="569202"/>
                    </a:cubicBezTo>
                    <a:cubicBezTo>
                      <a:pt x="-130603" y="1008626"/>
                      <a:pt x="896726" y="1714158"/>
                      <a:pt x="1102053" y="2102675"/>
                    </a:cubicBezTo>
                    <a:cubicBezTo>
                      <a:pt x="1414672" y="2695824"/>
                      <a:pt x="1751896" y="2625171"/>
                      <a:pt x="2117041" y="2745420"/>
                    </a:cubicBezTo>
                    <a:cubicBezTo>
                      <a:pt x="2555309" y="2889658"/>
                      <a:pt x="2924002" y="3128075"/>
                      <a:pt x="3301335" y="2904699"/>
                    </a:cubicBezTo>
                    <a:cubicBezTo>
                      <a:pt x="3620201" y="2716033"/>
                      <a:pt x="3661930" y="2203256"/>
                      <a:pt x="3782951" y="1837724"/>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5" name="Freeform: Shape 94">
                <a:extLst>
                  <a:ext uri="{FF2B5EF4-FFF2-40B4-BE49-F238E27FC236}">
                    <a16:creationId xmlns:a16="http://schemas.microsoft.com/office/drawing/2014/main" id="{C88A9928-5539-C999-BD8D-0AB17D39300B}"/>
                  </a:ext>
                </a:extLst>
              </p:cNvPr>
              <p:cNvSpPr/>
              <p:nvPr/>
            </p:nvSpPr>
            <p:spPr>
              <a:xfrm>
                <a:off x="3406170" y="2845727"/>
                <a:ext cx="4334890" cy="3021757"/>
              </a:xfrm>
              <a:custGeom>
                <a:avLst/>
                <a:gdLst>
                  <a:gd name="connsiteX0" fmla="*/ 3772848 w 4334890"/>
                  <a:gd name="connsiteY0" fmla="*/ 1893214 h 3021757"/>
                  <a:gd name="connsiteX1" fmla="*/ 4288557 w 4334890"/>
                  <a:gd name="connsiteY1" fmla="*/ 936924 h 3021757"/>
                  <a:gd name="connsiteX2" fmla="*/ 2918837 w 4334890"/>
                  <a:gd name="connsiteY2" fmla="*/ 381 h 3021757"/>
                  <a:gd name="connsiteX3" fmla="*/ 1758762 w 4334890"/>
                  <a:gd name="connsiteY3" fmla="*/ 354188 h 3021757"/>
                  <a:gd name="connsiteX4" fmla="*/ 12172 w 4334890"/>
                  <a:gd name="connsiteY4" fmla="*/ 701207 h 3021757"/>
                  <a:gd name="connsiteX5" fmla="*/ 1071897 w 4334890"/>
                  <a:gd name="connsiteY5" fmla="*/ 2139267 h 3021757"/>
                  <a:gd name="connsiteX6" fmla="*/ 2093286 w 4334890"/>
                  <a:gd name="connsiteY6" fmla="*/ 2855443 h 3021757"/>
                  <a:gd name="connsiteX7" fmla="*/ 3227676 w 4334890"/>
                  <a:gd name="connsiteY7" fmla="*/ 2906427 h 3021757"/>
                  <a:gd name="connsiteX8" fmla="*/ 3772926 w 4334890"/>
                  <a:gd name="connsiteY8" fmla="*/ 1893060 h 302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4890" h="3021757">
                    <a:moveTo>
                      <a:pt x="3772848" y="1893214"/>
                    </a:moveTo>
                    <a:cubicBezTo>
                      <a:pt x="3905671" y="1468137"/>
                      <a:pt x="4503989" y="1307701"/>
                      <a:pt x="4288557" y="936924"/>
                    </a:cubicBezTo>
                    <a:cubicBezTo>
                      <a:pt x="4093411" y="601629"/>
                      <a:pt x="3315684" y="8094"/>
                      <a:pt x="2918837" y="381"/>
                    </a:cubicBezTo>
                    <a:cubicBezTo>
                      <a:pt x="2463446" y="-8412"/>
                      <a:pt x="2129770" y="135826"/>
                      <a:pt x="1758762" y="354188"/>
                    </a:cubicBezTo>
                    <a:cubicBezTo>
                      <a:pt x="1425935" y="550027"/>
                      <a:pt x="128642" y="324415"/>
                      <a:pt x="12172" y="701207"/>
                    </a:cubicBezTo>
                    <a:cubicBezTo>
                      <a:pt x="-120342" y="1129987"/>
                      <a:pt x="868421" y="1758386"/>
                      <a:pt x="1071897" y="2139267"/>
                    </a:cubicBezTo>
                    <a:cubicBezTo>
                      <a:pt x="1377265" y="2713288"/>
                      <a:pt x="1719270" y="2739667"/>
                      <a:pt x="2093286" y="2855443"/>
                    </a:cubicBezTo>
                    <a:cubicBezTo>
                      <a:pt x="2521218" y="2987957"/>
                      <a:pt x="2856591" y="3126024"/>
                      <a:pt x="3227676" y="2906427"/>
                    </a:cubicBezTo>
                    <a:cubicBezTo>
                      <a:pt x="3557340" y="2711514"/>
                      <a:pt x="3656147" y="2266690"/>
                      <a:pt x="3772926" y="1893060"/>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6" name="Freeform: Shape 95">
                <a:extLst>
                  <a:ext uri="{FF2B5EF4-FFF2-40B4-BE49-F238E27FC236}">
                    <a16:creationId xmlns:a16="http://schemas.microsoft.com/office/drawing/2014/main" id="{0E0BD41D-B0AE-E44D-0C5D-FA929C41AF30}"/>
                  </a:ext>
                </a:extLst>
              </p:cNvPr>
              <p:cNvSpPr/>
              <p:nvPr/>
            </p:nvSpPr>
            <p:spPr>
              <a:xfrm>
                <a:off x="3466359" y="2795931"/>
                <a:ext cx="4425026" cy="3063471"/>
              </a:xfrm>
              <a:custGeom>
                <a:avLst/>
                <a:gdLst>
                  <a:gd name="connsiteX0" fmla="*/ 3762949 w 4425026"/>
                  <a:gd name="connsiteY0" fmla="*/ 1948641 h 3063471"/>
                  <a:gd name="connsiteX1" fmla="*/ 4385718 w 4425026"/>
                  <a:gd name="connsiteY1" fmla="*/ 971448 h 3063471"/>
                  <a:gd name="connsiteX2" fmla="*/ 2884795 w 4425026"/>
                  <a:gd name="connsiteY2" fmla="*/ 735 h 3063471"/>
                  <a:gd name="connsiteX3" fmla="*/ 1695410 w 4425026"/>
                  <a:gd name="connsiteY3" fmla="*/ 432677 h 3063471"/>
                  <a:gd name="connsiteX4" fmla="*/ 10603 w 4425026"/>
                  <a:gd name="connsiteY4" fmla="*/ 833304 h 3063471"/>
                  <a:gd name="connsiteX5" fmla="*/ 1041789 w 4425026"/>
                  <a:gd name="connsiteY5" fmla="*/ 2175951 h 3063471"/>
                  <a:gd name="connsiteX6" fmla="*/ 2069581 w 4425026"/>
                  <a:gd name="connsiteY6" fmla="*/ 2965634 h 3063471"/>
                  <a:gd name="connsiteX7" fmla="*/ 3154065 w 4425026"/>
                  <a:gd name="connsiteY7" fmla="*/ 2908401 h 3063471"/>
                  <a:gd name="connsiteX8" fmla="*/ 3762949 w 4425026"/>
                  <a:gd name="connsiteY8" fmla="*/ 1948564 h 3063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5026" h="3063471">
                    <a:moveTo>
                      <a:pt x="3762949" y="1948641"/>
                    </a:moveTo>
                    <a:cubicBezTo>
                      <a:pt x="3885128" y="1533127"/>
                      <a:pt x="4598295" y="1336594"/>
                      <a:pt x="4385718" y="971448"/>
                    </a:cubicBezTo>
                    <a:cubicBezTo>
                      <a:pt x="4184094" y="625586"/>
                      <a:pt x="3287967" y="14927"/>
                      <a:pt x="2884795" y="735"/>
                    </a:cubicBezTo>
                    <a:cubicBezTo>
                      <a:pt x="2443596" y="-14769"/>
                      <a:pt x="2060325" y="217863"/>
                      <a:pt x="1695410" y="432677"/>
                    </a:cubicBezTo>
                    <a:cubicBezTo>
                      <a:pt x="1351399" y="635150"/>
                      <a:pt x="122214" y="447718"/>
                      <a:pt x="10603" y="833304"/>
                    </a:cubicBezTo>
                    <a:cubicBezTo>
                      <a:pt x="-110418" y="1251362"/>
                      <a:pt x="840318" y="1802706"/>
                      <a:pt x="1041789" y="2175951"/>
                    </a:cubicBezTo>
                    <a:cubicBezTo>
                      <a:pt x="1339983" y="2730842"/>
                      <a:pt x="1686617" y="2854485"/>
                      <a:pt x="2069581" y="2965634"/>
                    </a:cubicBezTo>
                    <a:cubicBezTo>
                      <a:pt x="2487022" y="3086809"/>
                      <a:pt x="2789228" y="3124141"/>
                      <a:pt x="3154065" y="2908401"/>
                    </a:cubicBezTo>
                    <a:cubicBezTo>
                      <a:pt x="3494528" y="2707240"/>
                      <a:pt x="3650644" y="2330524"/>
                      <a:pt x="3762949" y="1948564"/>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7" name="Freeform: Shape 96">
                <a:extLst>
                  <a:ext uri="{FF2B5EF4-FFF2-40B4-BE49-F238E27FC236}">
                    <a16:creationId xmlns:a16="http://schemas.microsoft.com/office/drawing/2014/main" id="{87AF35AA-A0EB-691E-E85A-C2BA8F328EC2}"/>
                  </a:ext>
                </a:extLst>
              </p:cNvPr>
              <p:cNvSpPr/>
              <p:nvPr/>
            </p:nvSpPr>
            <p:spPr>
              <a:xfrm>
                <a:off x="3526436" y="2746166"/>
                <a:ext cx="4516838" cy="3129085"/>
              </a:xfrm>
              <a:custGeom>
                <a:avLst/>
                <a:gdLst>
                  <a:gd name="connsiteX0" fmla="*/ 3753086 w 4516838"/>
                  <a:gd name="connsiteY0" fmla="*/ 2004037 h 3129085"/>
                  <a:gd name="connsiteX1" fmla="*/ 4482992 w 4516838"/>
                  <a:gd name="connsiteY1" fmla="*/ 1005942 h 3129085"/>
                  <a:gd name="connsiteX2" fmla="*/ 2850866 w 4516838"/>
                  <a:gd name="connsiteY2" fmla="*/ 1059 h 3129085"/>
                  <a:gd name="connsiteX3" fmla="*/ 1632171 w 4516838"/>
                  <a:gd name="connsiteY3" fmla="*/ 511136 h 3129085"/>
                  <a:gd name="connsiteX4" fmla="*/ 9147 w 4516838"/>
                  <a:gd name="connsiteY4" fmla="*/ 965447 h 3129085"/>
                  <a:gd name="connsiteX5" fmla="*/ 1011871 w 4516838"/>
                  <a:gd name="connsiteY5" fmla="*/ 2212681 h 3129085"/>
                  <a:gd name="connsiteX6" fmla="*/ 2046065 w 4516838"/>
                  <a:gd name="connsiteY6" fmla="*/ 3075871 h 3129085"/>
                  <a:gd name="connsiteX7" fmla="*/ 3080644 w 4516838"/>
                  <a:gd name="connsiteY7" fmla="*/ 2910345 h 3129085"/>
                  <a:gd name="connsiteX8" fmla="*/ 3753163 w 4516838"/>
                  <a:gd name="connsiteY8" fmla="*/ 2004114 h 312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6838" h="3129085">
                    <a:moveTo>
                      <a:pt x="3753086" y="2004037"/>
                    </a:moveTo>
                    <a:cubicBezTo>
                      <a:pt x="3864928" y="1598166"/>
                      <a:pt x="4692561" y="1365534"/>
                      <a:pt x="4482992" y="1005942"/>
                    </a:cubicBezTo>
                    <a:cubicBezTo>
                      <a:pt x="4274888" y="649589"/>
                      <a:pt x="3260286" y="21962"/>
                      <a:pt x="2850866" y="1059"/>
                    </a:cubicBezTo>
                    <a:cubicBezTo>
                      <a:pt x="2423783" y="-20770"/>
                      <a:pt x="1990992" y="299870"/>
                      <a:pt x="1632171" y="511136"/>
                    </a:cubicBezTo>
                    <a:cubicBezTo>
                      <a:pt x="1276976" y="720166"/>
                      <a:pt x="115667" y="570837"/>
                      <a:pt x="9147" y="965447"/>
                    </a:cubicBezTo>
                    <a:cubicBezTo>
                      <a:pt x="-100767" y="1372553"/>
                      <a:pt x="812252" y="1847149"/>
                      <a:pt x="1011871" y="2212681"/>
                    </a:cubicBezTo>
                    <a:cubicBezTo>
                      <a:pt x="1302892" y="2748444"/>
                      <a:pt x="1654000" y="2969583"/>
                      <a:pt x="2046065" y="3075871"/>
                    </a:cubicBezTo>
                    <a:cubicBezTo>
                      <a:pt x="2452939" y="3186094"/>
                      <a:pt x="2721978" y="3122305"/>
                      <a:pt x="3080644" y="2910345"/>
                    </a:cubicBezTo>
                    <a:cubicBezTo>
                      <a:pt x="3431906" y="2702935"/>
                      <a:pt x="3645563" y="2394405"/>
                      <a:pt x="3753163" y="2004114"/>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8" name="Freeform: Shape 97">
                <a:extLst>
                  <a:ext uri="{FF2B5EF4-FFF2-40B4-BE49-F238E27FC236}">
                    <a16:creationId xmlns:a16="http://schemas.microsoft.com/office/drawing/2014/main" id="{5C970F9E-7921-1DD0-755B-E5B8305D96B4}"/>
                  </a:ext>
                </a:extLst>
              </p:cNvPr>
              <p:cNvSpPr/>
              <p:nvPr/>
            </p:nvSpPr>
            <p:spPr>
              <a:xfrm>
                <a:off x="3586413" y="2696421"/>
                <a:ext cx="4609879" cy="3215724"/>
              </a:xfrm>
              <a:custGeom>
                <a:avLst/>
                <a:gdLst>
                  <a:gd name="connsiteX0" fmla="*/ 3743322 w 4609879"/>
                  <a:gd name="connsiteY0" fmla="*/ 2059413 h 3215724"/>
                  <a:gd name="connsiteX1" fmla="*/ 4580365 w 4609879"/>
                  <a:gd name="connsiteY1" fmla="*/ 1040414 h 3215724"/>
                  <a:gd name="connsiteX2" fmla="*/ 2817037 w 4609879"/>
                  <a:gd name="connsiteY2" fmla="*/ 1361 h 3215724"/>
                  <a:gd name="connsiteX3" fmla="*/ 1568955 w 4609879"/>
                  <a:gd name="connsiteY3" fmla="*/ 589575 h 3215724"/>
                  <a:gd name="connsiteX4" fmla="*/ 7791 w 4609879"/>
                  <a:gd name="connsiteY4" fmla="*/ 1097493 h 3215724"/>
                  <a:gd name="connsiteX5" fmla="*/ 981976 w 4609879"/>
                  <a:gd name="connsiteY5" fmla="*/ 2249313 h 3215724"/>
                  <a:gd name="connsiteX6" fmla="*/ 2022571 w 4609879"/>
                  <a:gd name="connsiteY6" fmla="*/ 3185934 h 3215724"/>
                  <a:gd name="connsiteX7" fmla="*/ 3007169 w 4609879"/>
                  <a:gd name="connsiteY7" fmla="*/ 2912190 h 3215724"/>
                  <a:gd name="connsiteX8" fmla="*/ 3743322 w 4609879"/>
                  <a:gd name="connsiteY8" fmla="*/ 2059567 h 321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9879" h="3215724">
                    <a:moveTo>
                      <a:pt x="3743322" y="2059413"/>
                    </a:moveTo>
                    <a:cubicBezTo>
                      <a:pt x="3845138" y="1663337"/>
                      <a:pt x="4786926" y="1394376"/>
                      <a:pt x="4580365" y="1040414"/>
                    </a:cubicBezTo>
                    <a:cubicBezTo>
                      <a:pt x="4365783" y="673495"/>
                      <a:pt x="3232782" y="29284"/>
                      <a:pt x="2817037" y="1361"/>
                    </a:cubicBezTo>
                    <a:cubicBezTo>
                      <a:pt x="2401292" y="-26560"/>
                      <a:pt x="1921836" y="381934"/>
                      <a:pt x="1568955" y="589575"/>
                    </a:cubicBezTo>
                    <a:cubicBezTo>
                      <a:pt x="1202498" y="805237"/>
                      <a:pt x="108757" y="693858"/>
                      <a:pt x="7791" y="1097493"/>
                    </a:cubicBezTo>
                    <a:cubicBezTo>
                      <a:pt x="-91324" y="1493568"/>
                      <a:pt x="784362" y="1891418"/>
                      <a:pt x="981976" y="2249313"/>
                    </a:cubicBezTo>
                    <a:cubicBezTo>
                      <a:pt x="1265746" y="2765947"/>
                      <a:pt x="1621328" y="3084968"/>
                      <a:pt x="2022571" y="3185934"/>
                    </a:cubicBezTo>
                    <a:cubicBezTo>
                      <a:pt x="2418724" y="3285589"/>
                      <a:pt x="2654827" y="3120217"/>
                      <a:pt x="3007169" y="2912190"/>
                    </a:cubicBezTo>
                    <a:cubicBezTo>
                      <a:pt x="3369229" y="2698533"/>
                      <a:pt x="3640813" y="2458265"/>
                      <a:pt x="3743322" y="2059567"/>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9" name="Freeform: Shape 98">
                <a:extLst>
                  <a:ext uri="{FF2B5EF4-FFF2-40B4-BE49-F238E27FC236}">
                    <a16:creationId xmlns:a16="http://schemas.microsoft.com/office/drawing/2014/main" id="{9FD4CFA1-16F2-82BA-541E-F0BADC0790BC}"/>
                  </a:ext>
                </a:extLst>
              </p:cNvPr>
              <p:cNvSpPr/>
              <p:nvPr/>
            </p:nvSpPr>
            <p:spPr>
              <a:xfrm>
                <a:off x="3646345" y="2646648"/>
                <a:ext cx="4703818" cy="3313713"/>
              </a:xfrm>
              <a:custGeom>
                <a:avLst/>
                <a:gdLst>
                  <a:gd name="connsiteX0" fmla="*/ 3733681 w 4703818"/>
                  <a:gd name="connsiteY0" fmla="*/ 2114893 h 3313713"/>
                  <a:gd name="connsiteX1" fmla="*/ 4677784 w 4703818"/>
                  <a:gd name="connsiteY1" fmla="*/ 1074915 h 3313713"/>
                  <a:gd name="connsiteX2" fmla="*/ 2783330 w 4703818"/>
                  <a:gd name="connsiteY2" fmla="*/ 1615 h 3313713"/>
                  <a:gd name="connsiteX3" fmla="*/ 1505937 w 4703818"/>
                  <a:gd name="connsiteY3" fmla="*/ 667886 h 3313713"/>
                  <a:gd name="connsiteX4" fmla="*/ 6557 w 4703818"/>
                  <a:gd name="connsiteY4" fmla="*/ 1229411 h 3313713"/>
                  <a:gd name="connsiteX5" fmla="*/ 952280 w 4703818"/>
                  <a:gd name="connsiteY5" fmla="*/ 2285819 h 3313713"/>
                  <a:gd name="connsiteX6" fmla="*/ 1999200 w 4703818"/>
                  <a:gd name="connsiteY6" fmla="*/ 3295947 h 3313713"/>
                  <a:gd name="connsiteX7" fmla="*/ 2933893 w 4703818"/>
                  <a:gd name="connsiteY7" fmla="*/ 2913910 h 3313713"/>
                  <a:gd name="connsiteX8" fmla="*/ 3733681 w 4703818"/>
                  <a:gd name="connsiteY8" fmla="*/ 2114816 h 331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3818" h="3313713">
                    <a:moveTo>
                      <a:pt x="3733681" y="2114893"/>
                    </a:moveTo>
                    <a:cubicBezTo>
                      <a:pt x="3825777" y="1728690"/>
                      <a:pt x="4881491" y="1423323"/>
                      <a:pt x="4677784" y="1074915"/>
                    </a:cubicBezTo>
                    <a:cubicBezTo>
                      <a:pt x="4456722" y="697428"/>
                      <a:pt x="3205245" y="37019"/>
                      <a:pt x="2783330" y="1615"/>
                    </a:cubicBezTo>
                    <a:cubicBezTo>
                      <a:pt x="2384478" y="-31860"/>
                      <a:pt x="1852725" y="463871"/>
                      <a:pt x="1505937" y="667886"/>
                    </a:cubicBezTo>
                    <a:cubicBezTo>
                      <a:pt x="1128296" y="890105"/>
                      <a:pt x="101738" y="816675"/>
                      <a:pt x="6557" y="1229411"/>
                    </a:cubicBezTo>
                    <a:cubicBezTo>
                      <a:pt x="-82223" y="1614457"/>
                      <a:pt x="756517" y="1935560"/>
                      <a:pt x="952280" y="2285819"/>
                    </a:cubicBezTo>
                    <a:cubicBezTo>
                      <a:pt x="1228877" y="2783324"/>
                      <a:pt x="1588778" y="3200611"/>
                      <a:pt x="1999200" y="3295947"/>
                    </a:cubicBezTo>
                    <a:cubicBezTo>
                      <a:pt x="2384478" y="3385421"/>
                      <a:pt x="2587799" y="3118157"/>
                      <a:pt x="2933893" y="2913910"/>
                    </a:cubicBezTo>
                    <a:cubicBezTo>
                      <a:pt x="3306752" y="2694082"/>
                      <a:pt x="3636494" y="2522076"/>
                      <a:pt x="3733681" y="2114816"/>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0" name="Freeform: Shape 99">
                <a:extLst>
                  <a:ext uri="{FF2B5EF4-FFF2-40B4-BE49-F238E27FC236}">
                    <a16:creationId xmlns:a16="http://schemas.microsoft.com/office/drawing/2014/main" id="{13C8B677-C5D1-B72B-660E-E7BE57A99763}"/>
                  </a:ext>
                </a:extLst>
              </p:cNvPr>
              <p:cNvSpPr/>
              <p:nvPr/>
            </p:nvSpPr>
            <p:spPr>
              <a:xfrm>
                <a:off x="3706188" y="2596973"/>
                <a:ext cx="4798420" cy="3416920"/>
              </a:xfrm>
              <a:custGeom>
                <a:avLst/>
                <a:gdLst>
                  <a:gd name="connsiteX0" fmla="*/ 3724051 w 4798420"/>
                  <a:gd name="connsiteY0" fmla="*/ 2170199 h 3416920"/>
                  <a:gd name="connsiteX1" fmla="*/ 4775292 w 4798420"/>
                  <a:gd name="connsiteY1" fmla="*/ 1109318 h 3416920"/>
                  <a:gd name="connsiteX2" fmla="*/ 2749635 w 4798420"/>
                  <a:gd name="connsiteY2" fmla="*/ 1848 h 3416920"/>
                  <a:gd name="connsiteX3" fmla="*/ 1442932 w 4798420"/>
                  <a:gd name="connsiteY3" fmla="*/ 746255 h 3416920"/>
                  <a:gd name="connsiteX4" fmla="*/ 5412 w 4798420"/>
                  <a:gd name="connsiteY4" fmla="*/ 1361387 h 3416920"/>
                  <a:gd name="connsiteX5" fmla="*/ 922596 w 4798420"/>
                  <a:gd name="connsiteY5" fmla="*/ 2322304 h 3416920"/>
                  <a:gd name="connsiteX6" fmla="*/ 1975918 w 4798420"/>
                  <a:gd name="connsiteY6" fmla="*/ 3405863 h 3416920"/>
                  <a:gd name="connsiteX7" fmla="*/ 2860706 w 4798420"/>
                  <a:gd name="connsiteY7" fmla="*/ 2915608 h 3416920"/>
                  <a:gd name="connsiteX8" fmla="*/ 3724129 w 4798420"/>
                  <a:gd name="connsiteY8" fmla="*/ 2170122 h 341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420" h="3416920">
                    <a:moveTo>
                      <a:pt x="3724051" y="2170199"/>
                    </a:moveTo>
                    <a:cubicBezTo>
                      <a:pt x="3806815" y="1793946"/>
                      <a:pt x="4975991" y="1452172"/>
                      <a:pt x="4775292" y="1109318"/>
                    </a:cubicBezTo>
                    <a:cubicBezTo>
                      <a:pt x="4547751" y="721341"/>
                      <a:pt x="3177798" y="45042"/>
                      <a:pt x="2749635" y="1848"/>
                    </a:cubicBezTo>
                    <a:cubicBezTo>
                      <a:pt x="2364821" y="-36950"/>
                      <a:pt x="1783627" y="545787"/>
                      <a:pt x="1442932" y="746255"/>
                    </a:cubicBezTo>
                    <a:cubicBezTo>
                      <a:pt x="1054030" y="975107"/>
                      <a:pt x="94192" y="939472"/>
                      <a:pt x="5412" y="1361387"/>
                    </a:cubicBezTo>
                    <a:cubicBezTo>
                      <a:pt x="-73263" y="1735248"/>
                      <a:pt x="728761" y="1979759"/>
                      <a:pt x="922596" y="2322304"/>
                    </a:cubicBezTo>
                    <a:cubicBezTo>
                      <a:pt x="1191943" y="2800681"/>
                      <a:pt x="1556163" y="3316697"/>
                      <a:pt x="1975918" y="3405863"/>
                    </a:cubicBezTo>
                    <a:cubicBezTo>
                      <a:pt x="2350320" y="3485463"/>
                      <a:pt x="2520860" y="3115999"/>
                      <a:pt x="2860706" y="2915608"/>
                    </a:cubicBezTo>
                    <a:cubicBezTo>
                      <a:pt x="3244364" y="2689532"/>
                      <a:pt x="3632649" y="2585944"/>
                      <a:pt x="3724129" y="2170122"/>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1" name="Freeform: Shape 100">
                <a:extLst>
                  <a:ext uri="{FF2B5EF4-FFF2-40B4-BE49-F238E27FC236}">
                    <a16:creationId xmlns:a16="http://schemas.microsoft.com/office/drawing/2014/main" id="{D282BCEE-6D84-68D4-2593-62350E27A014}"/>
                  </a:ext>
                </a:extLst>
              </p:cNvPr>
              <p:cNvSpPr/>
              <p:nvPr/>
            </p:nvSpPr>
            <p:spPr>
              <a:xfrm>
                <a:off x="3765757" y="2547325"/>
                <a:ext cx="4893698" cy="3522930"/>
              </a:xfrm>
              <a:custGeom>
                <a:avLst/>
                <a:gdLst>
                  <a:gd name="connsiteX0" fmla="*/ 3714695 w 4893698"/>
                  <a:gd name="connsiteY0" fmla="*/ 2225478 h 3522930"/>
                  <a:gd name="connsiteX1" fmla="*/ 4872995 w 4893698"/>
                  <a:gd name="connsiteY1" fmla="*/ 1143693 h 3522930"/>
                  <a:gd name="connsiteX2" fmla="*/ 2716137 w 4893698"/>
                  <a:gd name="connsiteY2" fmla="*/ 2054 h 3522930"/>
                  <a:gd name="connsiteX3" fmla="*/ 1380123 w 4893698"/>
                  <a:gd name="connsiteY3" fmla="*/ 824596 h 3522930"/>
                  <a:gd name="connsiteX4" fmla="*/ 4386 w 4893698"/>
                  <a:gd name="connsiteY4" fmla="*/ 1493335 h 3522930"/>
                  <a:gd name="connsiteX5" fmla="*/ 893031 w 4893698"/>
                  <a:gd name="connsiteY5" fmla="*/ 2358840 h 3522930"/>
                  <a:gd name="connsiteX6" fmla="*/ 1952756 w 4893698"/>
                  <a:gd name="connsiteY6" fmla="*/ 3515905 h 3522930"/>
                  <a:gd name="connsiteX7" fmla="*/ 2787562 w 4893698"/>
                  <a:gd name="connsiteY7" fmla="*/ 2917357 h 3522930"/>
                  <a:gd name="connsiteX8" fmla="*/ 3714541 w 4893698"/>
                  <a:gd name="connsiteY8" fmla="*/ 2225478 h 352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698" h="3522930">
                    <a:moveTo>
                      <a:pt x="3714695" y="2225478"/>
                    </a:moveTo>
                    <a:cubicBezTo>
                      <a:pt x="3788357" y="1859175"/>
                      <a:pt x="5070764" y="1480917"/>
                      <a:pt x="4872995" y="1143693"/>
                    </a:cubicBezTo>
                    <a:cubicBezTo>
                      <a:pt x="4639053" y="745149"/>
                      <a:pt x="3150470" y="53347"/>
                      <a:pt x="2716137" y="2054"/>
                    </a:cubicBezTo>
                    <a:cubicBezTo>
                      <a:pt x="2345360" y="-41757"/>
                      <a:pt x="1714801" y="627676"/>
                      <a:pt x="1380123" y="824596"/>
                    </a:cubicBezTo>
                    <a:cubicBezTo>
                      <a:pt x="980036" y="1060081"/>
                      <a:pt x="86455" y="1062164"/>
                      <a:pt x="4386" y="1493335"/>
                    </a:cubicBezTo>
                    <a:cubicBezTo>
                      <a:pt x="-64647" y="1856012"/>
                      <a:pt x="701202" y="2023930"/>
                      <a:pt x="893031" y="2358840"/>
                    </a:cubicBezTo>
                    <a:cubicBezTo>
                      <a:pt x="1155205" y="2818087"/>
                      <a:pt x="1523590" y="3433219"/>
                      <a:pt x="1952756" y="3515905"/>
                    </a:cubicBezTo>
                    <a:cubicBezTo>
                      <a:pt x="2316282" y="3585942"/>
                      <a:pt x="2454040" y="3113968"/>
                      <a:pt x="2787562" y="2917357"/>
                    </a:cubicBezTo>
                    <a:cubicBezTo>
                      <a:pt x="3182018" y="2685033"/>
                      <a:pt x="3629232" y="2649938"/>
                      <a:pt x="3714541" y="2225478"/>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2" name="Freeform: Shape 101">
                <a:extLst>
                  <a:ext uri="{FF2B5EF4-FFF2-40B4-BE49-F238E27FC236}">
                    <a16:creationId xmlns:a16="http://schemas.microsoft.com/office/drawing/2014/main" id="{799BFAFF-E487-0720-A9B2-F328A3AC2200}"/>
                  </a:ext>
                </a:extLst>
              </p:cNvPr>
              <p:cNvSpPr/>
              <p:nvPr/>
            </p:nvSpPr>
            <p:spPr>
              <a:xfrm>
                <a:off x="3825389" y="2497697"/>
                <a:ext cx="4989429" cy="3630406"/>
              </a:xfrm>
              <a:custGeom>
                <a:avLst/>
                <a:gdLst>
                  <a:gd name="connsiteX0" fmla="*/ 3705354 w 4989429"/>
                  <a:gd name="connsiteY0" fmla="*/ 2280737 h 3630406"/>
                  <a:gd name="connsiteX1" fmla="*/ 4970792 w 4989429"/>
                  <a:gd name="connsiteY1" fmla="*/ 1178049 h 3630406"/>
                  <a:gd name="connsiteX2" fmla="*/ 2682730 w 4989429"/>
                  <a:gd name="connsiteY2" fmla="*/ 2241 h 3630406"/>
                  <a:gd name="connsiteX3" fmla="*/ 1317406 w 4989429"/>
                  <a:gd name="connsiteY3" fmla="*/ 902918 h 3630406"/>
                  <a:gd name="connsiteX4" fmla="*/ 3453 w 4989429"/>
                  <a:gd name="connsiteY4" fmla="*/ 1625341 h 3630406"/>
                  <a:gd name="connsiteX5" fmla="*/ 863635 w 4989429"/>
                  <a:gd name="connsiteY5" fmla="*/ 2395433 h 3630406"/>
                  <a:gd name="connsiteX6" fmla="*/ 1929762 w 4989429"/>
                  <a:gd name="connsiteY6" fmla="*/ 3625929 h 3630406"/>
                  <a:gd name="connsiteX7" fmla="*/ 2714663 w 4989429"/>
                  <a:gd name="connsiteY7" fmla="*/ 2919163 h 3630406"/>
                  <a:gd name="connsiteX8" fmla="*/ 3705277 w 4989429"/>
                  <a:gd name="connsiteY8" fmla="*/ 2280814 h 363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9429" h="3630406">
                    <a:moveTo>
                      <a:pt x="3705354" y="2280737"/>
                    </a:moveTo>
                    <a:cubicBezTo>
                      <a:pt x="3770145" y="1924384"/>
                      <a:pt x="5165629" y="1509720"/>
                      <a:pt x="4970792" y="1178049"/>
                    </a:cubicBezTo>
                    <a:cubicBezTo>
                      <a:pt x="4730370" y="769015"/>
                      <a:pt x="3123080" y="62173"/>
                      <a:pt x="2682730" y="2241"/>
                    </a:cubicBezTo>
                    <a:cubicBezTo>
                      <a:pt x="2325838" y="-46353"/>
                      <a:pt x="1645991" y="709546"/>
                      <a:pt x="1317406" y="902918"/>
                    </a:cubicBezTo>
                    <a:cubicBezTo>
                      <a:pt x="906058" y="1144960"/>
                      <a:pt x="78271" y="1184760"/>
                      <a:pt x="3453" y="1625341"/>
                    </a:cubicBezTo>
                    <a:cubicBezTo>
                      <a:pt x="-56171" y="1976757"/>
                      <a:pt x="673658" y="2068236"/>
                      <a:pt x="863635" y="2395433"/>
                    </a:cubicBezTo>
                    <a:cubicBezTo>
                      <a:pt x="1118636" y="2835628"/>
                      <a:pt x="1491186" y="3550339"/>
                      <a:pt x="1929762" y="3625929"/>
                    </a:cubicBezTo>
                    <a:cubicBezTo>
                      <a:pt x="2282335" y="3686709"/>
                      <a:pt x="2387313" y="3111917"/>
                      <a:pt x="2714663" y="2919163"/>
                    </a:cubicBezTo>
                    <a:cubicBezTo>
                      <a:pt x="3119918" y="2680592"/>
                      <a:pt x="3626525" y="2714067"/>
                      <a:pt x="3705277" y="2280814"/>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3" name="Freeform: Shape 102">
                <a:extLst>
                  <a:ext uri="{FF2B5EF4-FFF2-40B4-BE49-F238E27FC236}">
                    <a16:creationId xmlns:a16="http://schemas.microsoft.com/office/drawing/2014/main" id="{756754EB-59FD-E845-D567-73C529696E63}"/>
                  </a:ext>
                </a:extLst>
              </p:cNvPr>
              <p:cNvSpPr/>
              <p:nvPr/>
            </p:nvSpPr>
            <p:spPr>
              <a:xfrm>
                <a:off x="3884910" y="2448010"/>
                <a:ext cx="5085470" cy="3738674"/>
              </a:xfrm>
              <a:custGeom>
                <a:avLst/>
                <a:gdLst>
                  <a:gd name="connsiteX0" fmla="*/ 5068621 w 5085470"/>
                  <a:gd name="connsiteY0" fmla="*/ 1212464 h 3738674"/>
                  <a:gd name="connsiteX1" fmla="*/ 2649357 w 5085470"/>
                  <a:gd name="connsiteY1" fmla="*/ 2408 h 3738674"/>
                  <a:gd name="connsiteX2" fmla="*/ 1254723 w 5085470"/>
                  <a:gd name="connsiteY2" fmla="*/ 981143 h 3738674"/>
                  <a:gd name="connsiteX3" fmla="*/ 2629 w 5085470"/>
                  <a:gd name="connsiteY3" fmla="*/ 1757174 h 3738674"/>
                  <a:gd name="connsiteX4" fmla="*/ 834273 w 5085470"/>
                  <a:gd name="connsiteY4" fmla="*/ 2431853 h 3738674"/>
                  <a:gd name="connsiteX5" fmla="*/ 1906801 w 5085470"/>
                  <a:gd name="connsiteY5" fmla="*/ 3735856 h 3738674"/>
                  <a:gd name="connsiteX6" fmla="*/ 2641798 w 5085470"/>
                  <a:gd name="connsiteY6" fmla="*/ 2920796 h 3738674"/>
                  <a:gd name="connsiteX7" fmla="*/ 3696046 w 5085470"/>
                  <a:gd name="connsiteY7" fmla="*/ 2336054 h 3738674"/>
                  <a:gd name="connsiteX8" fmla="*/ 5068621 w 5085470"/>
                  <a:gd name="connsiteY8" fmla="*/ 1212464 h 373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5470" h="3738674">
                    <a:moveTo>
                      <a:pt x="5068621" y="1212464"/>
                    </a:moveTo>
                    <a:cubicBezTo>
                      <a:pt x="4821720" y="792863"/>
                      <a:pt x="3095646" y="71519"/>
                      <a:pt x="2649357" y="2408"/>
                    </a:cubicBezTo>
                    <a:cubicBezTo>
                      <a:pt x="2306348" y="-50736"/>
                      <a:pt x="1577214" y="791397"/>
                      <a:pt x="1254723" y="981143"/>
                    </a:cubicBezTo>
                    <a:cubicBezTo>
                      <a:pt x="832190" y="1229819"/>
                      <a:pt x="69503" y="1307260"/>
                      <a:pt x="2629" y="1757174"/>
                    </a:cubicBezTo>
                    <a:cubicBezTo>
                      <a:pt x="-47970" y="2097406"/>
                      <a:pt x="646301" y="2112292"/>
                      <a:pt x="834273" y="2431853"/>
                    </a:cubicBezTo>
                    <a:cubicBezTo>
                      <a:pt x="1082023" y="2852919"/>
                      <a:pt x="1458738" y="3667825"/>
                      <a:pt x="1906801" y="3735856"/>
                    </a:cubicBezTo>
                    <a:cubicBezTo>
                      <a:pt x="2248499" y="3787689"/>
                      <a:pt x="2320695" y="3109771"/>
                      <a:pt x="2641798" y="2920796"/>
                    </a:cubicBezTo>
                    <a:cubicBezTo>
                      <a:pt x="3057851" y="2675977"/>
                      <a:pt x="3624313" y="2778024"/>
                      <a:pt x="3696046" y="2336054"/>
                    </a:cubicBezTo>
                    <a:cubicBezTo>
                      <a:pt x="3752276" y="1989652"/>
                      <a:pt x="5260450" y="1538503"/>
                      <a:pt x="5068621" y="1212464"/>
                    </a:cubicBezTo>
                    <a:close/>
                  </a:path>
                </a:pathLst>
              </a:custGeom>
              <a:ln w="3175" cap="flat">
                <a:gradFill>
                  <a:gsLst>
                    <a:gs pos="24600">
                      <a:schemeClr val="accent5">
                        <a:alpha val="0"/>
                      </a:schemeClr>
                    </a:gs>
                    <a:gs pos="75000">
                      <a:srgbClr val="CB41A9">
                        <a:alpha val="0"/>
                      </a:srgbClr>
                    </a:gs>
                    <a:gs pos="50000">
                      <a:srgbClr val="D44690">
                        <a:alpha val="50000"/>
                      </a:srgbClr>
                    </a:gs>
                    <a:gs pos="0">
                      <a:schemeClr val="accent6">
                        <a:lumMod val="60000"/>
                        <a:lumOff val="40000"/>
                      </a:schemeClr>
                    </a:gs>
                    <a:gs pos="100000">
                      <a:schemeClr val="accent6">
                        <a:alpha val="6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79" name="Graphic 5">
              <a:extLst>
                <a:ext uri="{FF2B5EF4-FFF2-40B4-BE49-F238E27FC236}">
                  <a16:creationId xmlns:a16="http://schemas.microsoft.com/office/drawing/2014/main" id="{157453E9-832D-AF0D-EDED-12DDD33F0765}"/>
                </a:ext>
              </a:extLst>
            </p:cNvPr>
            <p:cNvGrpSpPr/>
            <p:nvPr/>
          </p:nvGrpSpPr>
          <p:grpSpPr>
            <a:xfrm rot="2104378">
              <a:off x="-6412182" y="232529"/>
              <a:ext cx="2239898" cy="2863531"/>
              <a:chOff x="4061078" y="1549502"/>
              <a:chExt cx="3873961" cy="4952549"/>
            </a:xfrm>
            <a:noFill/>
          </p:grpSpPr>
          <p:sp>
            <p:nvSpPr>
              <p:cNvPr id="80" name="Freeform: Shape 79">
                <a:extLst>
                  <a:ext uri="{FF2B5EF4-FFF2-40B4-BE49-F238E27FC236}">
                    <a16:creationId xmlns:a16="http://schemas.microsoft.com/office/drawing/2014/main" id="{80DDC9C4-CB45-B4BE-9B02-07F84BCB4081}"/>
                  </a:ext>
                </a:extLst>
              </p:cNvPr>
              <p:cNvSpPr/>
              <p:nvPr/>
            </p:nvSpPr>
            <p:spPr>
              <a:xfrm>
                <a:off x="4475868" y="1549502"/>
                <a:ext cx="3007008" cy="4952549"/>
              </a:xfrm>
              <a:custGeom>
                <a:avLst/>
                <a:gdLst>
                  <a:gd name="connsiteX0" fmla="*/ 2976817 w 3007008"/>
                  <a:gd name="connsiteY0" fmla="*/ 2669180 h 4952549"/>
                  <a:gd name="connsiteX1" fmla="*/ 2432801 w 3007008"/>
                  <a:gd name="connsiteY1" fmla="*/ 1308330 h 4952549"/>
                  <a:gd name="connsiteX2" fmla="*/ 1795840 w 3007008"/>
                  <a:gd name="connsiteY2" fmla="*/ 7 h 4952549"/>
                  <a:gd name="connsiteX3" fmla="*/ 437072 w 3007008"/>
                  <a:gd name="connsiteY3" fmla="*/ 1607682 h 4952549"/>
                  <a:gd name="connsiteX4" fmla="*/ 310112 w 3007008"/>
                  <a:gd name="connsiteY4" fmla="*/ 2718545 h 4952549"/>
                  <a:gd name="connsiteX5" fmla="*/ 413007 w 3007008"/>
                  <a:gd name="connsiteY5" fmla="*/ 3875302 h 4952549"/>
                  <a:gd name="connsiteX6" fmla="*/ 1776248 w 3007008"/>
                  <a:gd name="connsiteY6" fmla="*/ 4952536 h 4952549"/>
                  <a:gd name="connsiteX7" fmla="*/ 2522815 w 3007008"/>
                  <a:gd name="connsiteY7" fmla="*/ 3870057 h 4952549"/>
                  <a:gd name="connsiteX8" fmla="*/ 2976817 w 3007008"/>
                  <a:gd name="connsiteY8" fmla="*/ 2669180 h 4952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7008" h="4952549">
                    <a:moveTo>
                      <a:pt x="2976817" y="2669180"/>
                    </a:moveTo>
                    <a:cubicBezTo>
                      <a:pt x="2795478" y="2205613"/>
                      <a:pt x="2780206" y="1596883"/>
                      <a:pt x="2432801" y="1308330"/>
                    </a:cubicBezTo>
                    <a:cubicBezTo>
                      <a:pt x="2165768" y="1086497"/>
                      <a:pt x="2170087" y="2861"/>
                      <a:pt x="1795840" y="7"/>
                    </a:cubicBezTo>
                    <a:cubicBezTo>
                      <a:pt x="1305585" y="-3772"/>
                      <a:pt x="857599" y="1434442"/>
                      <a:pt x="437072" y="1607682"/>
                    </a:cubicBezTo>
                    <a:cubicBezTo>
                      <a:pt x="-439463" y="1968739"/>
                      <a:pt x="265838" y="2328563"/>
                      <a:pt x="310112" y="2718545"/>
                    </a:cubicBezTo>
                    <a:cubicBezTo>
                      <a:pt x="365185" y="3203940"/>
                      <a:pt x="63519" y="3586749"/>
                      <a:pt x="413007" y="3875302"/>
                    </a:cubicBezTo>
                    <a:cubicBezTo>
                      <a:pt x="679500" y="4095361"/>
                      <a:pt x="1403775" y="4949682"/>
                      <a:pt x="1776248" y="4952536"/>
                    </a:cubicBezTo>
                    <a:cubicBezTo>
                      <a:pt x="2258944" y="4956238"/>
                      <a:pt x="2234184" y="4212294"/>
                      <a:pt x="2522815" y="3870057"/>
                    </a:cubicBezTo>
                    <a:cubicBezTo>
                      <a:pt x="2749045" y="3601790"/>
                      <a:pt x="3114576" y="3021444"/>
                      <a:pt x="2976817" y="2669180"/>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1" name="Freeform: Shape 80">
                <a:extLst>
                  <a:ext uri="{FF2B5EF4-FFF2-40B4-BE49-F238E27FC236}">
                    <a16:creationId xmlns:a16="http://schemas.microsoft.com/office/drawing/2014/main" id="{A1BD4840-3C73-90A7-FB26-698EDC7350D1}"/>
                  </a:ext>
                </a:extLst>
              </p:cNvPr>
              <p:cNvSpPr/>
              <p:nvPr/>
            </p:nvSpPr>
            <p:spPr>
              <a:xfrm>
                <a:off x="4482456" y="1627788"/>
                <a:ext cx="3018571" cy="4778052"/>
              </a:xfrm>
              <a:custGeom>
                <a:avLst/>
                <a:gdLst>
                  <a:gd name="connsiteX0" fmla="*/ 1752691 w 3018571"/>
                  <a:gd name="connsiteY0" fmla="*/ 4776677 h 4778052"/>
                  <a:gd name="connsiteX1" fmla="*/ 2591277 w 3018571"/>
                  <a:gd name="connsiteY1" fmla="*/ 3811826 h 4778052"/>
                  <a:gd name="connsiteX2" fmla="*/ 2984730 w 3018571"/>
                  <a:gd name="connsiteY2" fmla="*/ 2584107 h 4778052"/>
                  <a:gd name="connsiteX3" fmla="*/ 2466168 w 3018571"/>
                  <a:gd name="connsiteY3" fmla="*/ 1202817 h 4778052"/>
                  <a:gd name="connsiteX4" fmla="*/ 1720373 w 3018571"/>
                  <a:gd name="connsiteY4" fmla="*/ 11 h 4778052"/>
                  <a:gd name="connsiteX5" fmla="*/ 440974 w 3018571"/>
                  <a:gd name="connsiteY5" fmla="*/ 1547522 h 4778052"/>
                  <a:gd name="connsiteX6" fmla="*/ 238116 w 3018571"/>
                  <a:gd name="connsiteY6" fmla="*/ 2690858 h 4778052"/>
                  <a:gd name="connsiteX7" fmla="*/ 359985 w 3018571"/>
                  <a:gd name="connsiteY7" fmla="*/ 3853863 h 4778052"/>
                  <a:gd name="connsiteX8" fmla="*/ 1752691 w 3018571"/>
                  <a:gd name="connsiteY8" fmla="*/ 4776754 h 477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8571" h="4778052">
                    <a:moveTo>
                      <a:pt x="1752691" y="4776677"/>
                    </a:moveTo>
                    <a:cubicBezTo>
                      <a:pt x="2216181" y="4812235"/>
                      <a:pt x="2306966" y="4149435"/>
                      <a:pt x="2591277" y="3811826"/>
                    </a:cubicBezTo>
                    <a:cubicBezTo>
                      <a:pt x="2825220" y="3533917"/>
                      <a:pt x="3119172" y="2944162"/>
                      <a:pt x="2984730" y="2584107"/>
                    </a:cubicBezTo>
                    <a:cubicBezTo>
                      <a:pt x="2815579" y="2131107"/>
                      <a:pt x="2808174" y="1486896"/>
                      <a:pt x="2466168" y="1202817"/>
                    </a:cubicBezTo>
                    <a:cubicBezTo>
                      <a:pt x="2189185" y="972730"/>
                      <a:pt x="2101099" y="-3845"/>
                      <a:pt x="1720373" y="11"/>
                    </a:cubicBezTo>
                    <a:cubicBezTo>
                      <a:pt x="1244079" y="4794"/>
                      <a:pt x="830648" y="1354614"/>
                      <a:pt x="440974" y="1547522"/>
                    </a:cubicBezTo>
                    <a:cubicBezTo>
                      <a:pt x="-382030" y="1955091"/>
                      <a:pt x="190216" y="2298408"/>
                      <a:pt x="238116" y="2690858"/>
                    </a:cubicBezTo>
                    <a:cubicBezTo>
                      <a:pt x="294422" y="3162909"/>
                      <a:pt x="16205" y="3569861"/>
                      <a:pt x="359985" y="3853863"/>
                    </a:cubicBezTo>
                    <a:cubicBezTo>
                      <a:pt x="635965" y="4081944"/>
                      <a:pt x="1362169" y="4746827"/>
                      <a:pt x="1752691" y="4776754"/>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2" name="Freeform: Shape 81">
                <a:extLst>
                  <a:ext uri="{FF2B5EF4-FFF2-40B4-BE49-F238E27FC236}">
                    <a16:creationId xmlns:a16="http://schemas.microsoft.com/office/drawing/2014/main" id="{06B8CF6E-5B56-622B-62C2-EB464D7E14C8}"/>
                  </a:ext>
                </a:extLst>
              </p:cNvPr>
              <p:cNvSpPr/>
              <p:nvPr/>
            </p:nvSpPr>
            <p:spPr>
              <a:xfrm>
                <a:off x="4484173" y="1705758"/>
                <a:ext cx="3036493" cy="4605873"/>
              </a:xfrm>
              <a:custGeom>
                <a:avLst/>
                <a:gdLst>
                  <a:gd name="connsiteX0" fmla="*/ 1734082 w 3036493"/>
                  <a:gd name="connsiteY0" fmla="*/ 4601058 h 4605873"/>
                  <a:gd name="connsiteX1" fmla="*/ 2664764 w 3036493"/>
                  <a:gd name="connsiteY1" fmla="*/ 3753833 h 4605873"/>
                  <a:gd name="connsiteX2" fmla="*/ 2997591 w 3036493"/>
                  <a:gd name="connsiteY2" fmla="*/ 2499272 h 4605873"/>
                  <a:gd name="connsiteX3" fmla="*/ 2504559 w 3036493"/>
                  <a:gd name="connsiteY3" fmla="*/ 1097465 h 4605873"/>
                  <a:gd name="connsiteX4" fmla="*/ 1649930 w 3036493"/>
                  <a:gd name="connsiteY4" fmla="*/ 100 h 4605873"/>
                  <a:gd name="connsiteX5" fmla="*/ 449901 w 3036493"/>
                  <a:gd name="connsiteY5" fmla="*/ 1487524 h 4605873"/>
                  <a:gd name="connsiteX6" fmla="*/ 171221 w 3036493"/>
                  <a:gd name="connsiteY6" fmla="*/ 2663410 h 4605873"/>
                  <a:gd name="connsiteX7" fmla="*/ 311988 w 3036493"/>
                  <a:gd name="connsiteY7" fmla="*/ 3832586 h 4605873"/>
                  <a:gd name="connsiteX8" fmla="*/ 1734159 w 3036493"/>
                  <a:gd name="connsiteY8" fmla="*/ 4601135 h 460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493" h="4605873">
                    <a:moveTo>
                      <a:pt x="1734082" y="4601058"/>
                    </a:moveTo>
                    <a:cubicBezTo>
                      <a:pt x="2177440" y="4664460"/>
                      <a:pt x="2384618" y="4086814"/>
                      <a:pt x="2664764" y="3753833"/>
                    </a:cubicBezTo>
                    <a:cubicBezTo>
                      <a:pt x="2906420" y="3466283"/>
                      <a:pt x="3128562" y="2867271"/>
                      <a:pt x="2997591" y="2499272"/>
                    </a:cubicBezTo>
                    <a:cubicBezTo>
                      <a:pt x="2840240" y="2056917"/>
                      <a:pt x="2841089" y="1377070"/>
                      <a:pt x="2504559" y="1097465"/>
                    </a:cubicBezTo>
                    <a:cubicBezTo>
                      <a:pt x="2217549" y="859048"/>
                      <a:pt x="2037290" y="-10699"/>
                      <a:pt x="1649930" y="100"/>
                    </a:cubicBezTo>
                    <a:cubicBezTo>
                      <a:pt x="1187597" y="12981"/>
                      <a:pt x="808491" y="1275410"/>
                      <a:pt x="449901" y="1487524"/>
                    </a:cubicBezTo>
                    <a:cubicBezTo>
                      <a:pt x="-320113" y="1942838"/>
                      <a:pt x="120622" y="2268337"/>
                      <a:pt x="171221" y="2663410"/>
                    </a:cubicBezTo>
                    <a:cubicBezTo>
                      <a:pt x="229996" y="3121963"/>
                      <a:pt x="-26007" y="3553212"/>
                      <a:pt x="311988" y="3832586"/>
                    </a:cubicBezTo>
                    <a:cubicBezTo>
                      <a:pt x="597533" y="4068688"/>
                      <a:pt x="1324122" y="4542514"/>
                      <a:pt x="1734159" y="4601135"/>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3" name="Freeform: Shape 82">
                <a:extLst>
                  <a:ext uri="{FF2B5EF4-FFF2-40B4-BE49-F238E27FC236}">
                    <a16:creationId xmlns:a16="http://schemas.microsoft.com/office/drawing/2014/main" id="{D99D7E49-6A9A-1F9F-2078-ABA4CCDB4A62}"/>
                  </a:ext>
                </a:extLst>
              </p:cNvPr>
              <p:cNvSpPr/>
              <p:nvPr/>
            </p:nvSpPr>
            <p:spPr>
              <a:xfrm>
                <a:off x="4477865" y="1783678"/>
                <a:ext cx="3064583" cy="4435839"/>
              </a:xfrm>
              <a:custGeom>
                <a:avLst/>
                <a:gdLst>
                  <a:gd name="connsiteX0" fmla="*/ 1723421 w 3064583"/>
                  <a:gd name="connsiteY0" fmla="*/ 4425487 h 4435839"/>
                  <a:gd name="connsiteX1" fmla="*/ 2746122 w 3064583"/>
                  <a:gd name="connsiteY1" fmla="*/ 3695890 h 4435839"/>
                  <a:gd name="connsiteX2" fmla="*/ 3018400 w 3064583"/>
                  <a:gd name="connsiteY2" fmla="*/ 2414487 h 4435839"/>
                  <a:gd name="connsiteX3" fmla="*/ 2550822 w 3064583"/>
                  <a:gd name="connsiteY3" fmla="*/ 992240 h 4435839"/>
                  <a:gd name="connsiteX4" fmla="*/ 1587359 w 3064583"/>
                  <a:gd name="connsiteY4" fmla="*/ 315 h 4435839"/>
                  <a:gd name="connsiteX5" fmla="*/ 466700 w 3064583"/>
                  <a:gd name="connsiteY5" fmla="*/ 1427576 h 4435839"/>
                  <a:gd name="connsiteX6" fmla="*/ 112198 w 3064583"/>
                  <a:gd name="connsiteY6" fmla="*/ 2635935 h 4435839"/>
                  <a:gd name="connsiteX7" fmla="*/ 271940 w 3064583"/>
                  <a:gd name="connsiteY7" fmla="*/ 3811281 h 4435839"/>
                  <a:gd name="connsiteX8" fmla="*/ 1723498 w 3064583"/>
                  <a:gd name="connsiteY8" fmla="*/ 4425487 h 44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4583" h="4435839">
                    <a:moveTo>
                      <a:pt x="1723421" y="4425487"/>
                    </a:moveTo>
                    <a:cubicBezTo>
                      <a:pt x="2146185" y="4513187"/>
                      <a:pt x="2470296" y="4024167"/>
                      <a:pt x="2746122" y="3695890"/>
                    </a:cubicBezTo>
                    <a:cubicBezTo>
                      <a:pt x="2995492" y="3398699"/>
                      <a:pt x="3145592" y="2790508"/>
                      <a:pt x="3018400" y="2414487"/>
                    </a:cubicBezTo>
                    <a:cubicBezTo>
                      <a:pt x="2872465" y="1983084"/>
                      <a:pt x="2881952" y="1267371"/>
                      <a:pt x="2550822" y="992240"/>
                    </a:cubicBezTo>
                    <a:cubicBezTo>
                      <a:pt x="2253785" y="745493"/>
                      <a:pt x="1981275" y="-17734"/>
                      <a:pt x="1587359" y="315"/>
                    </a:cubicBezTo>
                    <a:cubicBezTo>
                      <a:pt x="1138987" y="20832"/>
                      <a:pt x="794205" y="1197181"/>
                      <a:pt x="466700" y="1427576"/>
                    </a:cubicBezTo>
                    <a:cubicBezTo>
                      <a:pt x="-250479" y="1932100"/>
                      <a:pt x="58205" y="2238316"/>
                      <a:pt x="112198" y="2635935"/>
                    </a:cubicBezTo>
                    <a:cubicBezTo>
                      <a:pt x="172593" y="3081144"/>
                      <a:pt x="-60347" y="3536534"/>
                      <a:pt x="271940" y="3811281"/>
                    </a:cubicBezTo>
                    <a:cubicBezTo>
                      <a:pt x="566972" y="4055483"/>
                      <a:pt x="1293253" y="4336245"/>
                      <a:pt x="1723498" y="4425487"/>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4" name="Freeform: Shape 83">
                <a:extLst>
                  <a:ext uri="{FF2B5EF4-FFF2-40B4-BE49-F238E27FC236}">
                    <a16:creationId xmlns:a16="http://schemas.microsoft.com/office/drawing/2014/main" id="{F995EA9B-07EA-53FA-698C-A5135E6DBB24}"/>
                  </a:ext>
                </a:extLst>
              </p:cNvPr>
              <p:cNvSpPr/>
              <p:nvPr/>
            </p:nvSpPr>
            <p:spPr>
              <a:xfrm>
                <a:off x="4460130" y="1861400"/>
                <a:ext cx="3107969" cy="4268490"/>
              </a:xfrm>
              <a:custGeom>
                <a:avLst/>
                <a:gdLst>
                  <a:gd name="connsiteX0" fmla="*/ 1724263 w 3107969"/>
                  <a:gd name="connsiteY0" fmla="*/ 4250116 h 4268490"/>
                  <a:gd name="connsiteX1" fmla="*/ 2838983 w 3107969"/>
                  <a:gd name="connsiteY1" fmla="*/ 3638145 h 4268490"/>
                  <a:gd name="connsiteX2" fmla="*/ 3050712 w 3107969"/>
                  <a:gd name="connsiteY2" fmla="*/ 2329900 h 4268490"/>
                  <a:gd name="connsiteX3" fmla="*/ 2608666 w 3107969"/>
                  <a:gd name="connsiteY3" fmla="*/ 887212 h 4268490"/>
                  <a:gd name="connsiteX4" fmla="*/ 1536291 w 3107969"/>
                  <a:gd name="connsiteY4" fmla="*/ 728 h 4268490"/>
                  <a:gd name="connsiteX5" fmla="*/ 495001 w 3107969"/>
                  <a:gd name="connsiteY5" fmla="*/ 1367826 h 4268490"/>
                  <a:gd name="connsiteX6" fmla="*/ 64601 w 3107969"/>
                  <a:gd name="connsiteY6" fmla="*/ 2608657 h 4268490"/>
                  <a:gd name="connsiteX7" fmla="*/ 243317 w 3107969"/>
                  <a:gd name="connsiteY7" fmla="*/ 3790251 h 4268490"/>
                  <a:gd name="connsiteX8" fmla="*/ 1724340 w 3107969"/>
                  <a:gd name="connsiteY8" fmla="*/ 4250116 h 426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7969" h="4268490">
                    <a:moveTo>
                      <a:pt x="1724263" y="4250116"/>
                    </a:moveTo>
                    <a:cubicBezTo>
                      <a:pt x="2126510" y="4359027"/>
                      <a:pt x="2567400" y="3961794"/>
                      <a:pt x="2838983" y="3638145"/>
                    </a:cubicBezTo>
                    <a:cubicBezTo>
                      <a:pt x="3096066" y="3331235"/>
                      <a:pt x="3173893" y="2714020"/>
                      <a:pt x="3050712" y="2329900"/>
                    </a:cubicBezTo>
                    <a:cubicBezTo>
                      <a:pt x="2915808" y="1909528"/>
                      <a:pt x="2934396" y="1157793"/>
                      <a:pt x="2608666" y="887212"/>
                    </a:cubicBezTo>
                    <a:cubicBezTo>
                      <a:pt x="2301601" y="632135"/>
                      <a:pt x="1936918" y="-24880"/>
                      <a:pt x="1536291" y="728"/>
                    </a:cubicBezTo>
                    <a:cubicBezTo>
                      <a:pt x="1101957" y="28496"/>
                      <a:pt x="791576" y="1119844"/>
                      <a:pt x="495001" y="1367826"/>
                    </a:cubicBezTo>
                    <a:cubicBezTo>
                      <a:pt x="-169265" y="1923180"/>
                      <a:pt x="7215" y="2208570"/>
                      <a:pt x="64601" y="2608657"/>
                    </a:cubicBezTo>
                    <a:cubicBezTo>
                      <a:pt x="126539" y="3040445"/>
                      <a:pt x="-83262" y="3520055"/>
                      <a:pt x="243317" y="3790251"/>
                    </a:cubicBezTo>
                    <a:cubicBezTo>
                      <a:pt x="547914" y="4042475"/>
                      <a:pt x="1273500" y="4128092"/>
                      <a:pt x="1724340" y="4250116"/>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5" name="Freeform: Shape 84">
                <a:extLst>
                  <a:ext uri="{FF2B5EF4-FFF2-40B4-BE49-F238E27FC236}">
                    <a16:creationId xmlns:a16="http://schemas.microsoft.com/office/drawing/2014/main" id="{834018BF-9295-F38A-0D78-5EAA990DCEED}"/>
                  </a:ext>
                </a:extLst>
              </p:cNvPr>
              <p:cNvSpPr/>
              <p:nvPr/>
            </p:nvSpPr>
            <p:spPr>
              <a:xfrm>
                <a:off x="4426209" y="1938811"/>
                <a:ext cx="3173562" cy="4104897"/>
              </a:xfrm>
              <a:custGeom>
                <a:avLst/>
                <a:gdLst>
                  <a:gd name="connsiteX0" fmla="*/ 1741215 w 3173562"/>
                  <a:gd name="connsiteY0" fmla="*/ 4075055 h 4104897"/>
                  <a:gd name="connsiteX1" fmla="*/ 2947955 w 3173562"/>
                  <a:gd name="connsiteY1" fmla="*/ 3580712 h 4104897"/>
                  <a:gd name="connsiteX2" fmla="*/ 3099057 w 3173562"/>
                  <a:gd name="connsiteY2" fmla="*/ 2245625 h 4104897"/>
                  <a:gd name="connsiteX3" fmla="*/ 2682464 w 3173562"/>
                  <a:gd name="connsiteY3" fmla="*/ 782497 h 4104897"/>
                  <a:gd name="connsiteX4" fmla="*/ 1501255 w 3173562"/>
                  <a:gd name="connsiteY4" fmla="*/ 1452 h 4104897"/>
                  <a:gd name="connsiteX5" fmla="*/ 539335 w 3173562"/>
                  <a:gd name="connsiteY5" fmla="*/ 1308387 h 4104897"/>
                  <a:gd name="connsiteX6" fmla="*/ 33114 w 3173562"/>
                  <a:gd name="connsiteY6" fmla="*/ 2581691 h 4104897"/>
                  <a:gd name="connsiteX7" fmla="*/ 230727 w 3173562"/>
                  <a:gd name="connsiteY7" fmla="*/ 3769455 h 4104897"/>
                  <a:gd name="connsiteX8" fmla="*/ 1741215 w 3173562"/>
                  <a:gd name="connsiteY8" fmla="*/ 4074978 h 410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3562" h="4104897">
                    <a:moveTo>
                      <a:pt x="1741215" y="4075055"/>
                    </a:moveTo>
                    <a:cubicBezTo>
                      <a:pt x="2123407" y="4202555"/>
                      <a:pt x="2680613" y="3899655"/>
                      <a:pt x="2947955" y="3580712"/>
                    </a:cubicBezTo>
                    <a:cubicBezTo>
                      <a:pt x="3212750" y="3264160"/>
                      <a:pt x="3218073" y="2637921"/>
                      <a:pt x="3099057" y="2245625"/>
                    </a:cubicBezTo>
                    <a:cubicBezTo>
                      <a:pt x="2974874" y="1836359"/>
                      <a:pt x="3002796" y="1048604"/>
                      <a:pt x="2682464" y="782497"/>
                    </a:cubicBezTo>
                    <a:cubicBezTo>
                      <a:pt x="2365449" y="519089"/>
                      <a:pt x="1908516" y="-31946"/>
                      <a:pt x="1501255" y="1452"/>
                    </a:cubicBezTo>
                    <a:cubicBezTo>
                      <a:pt x="1080960" y="36008"/>
                      <a:pt x="805288" y="1043668"/>
                      <a:pt x="539335" y="1308387"/>
                    </a:cubicBezTo>
                    <a:cubicBezTo>
                      <a:pt x="-71324" y="1916191"/>
                      <a:pt x="-27821" y="2179059"/>
                      <a:pt x="33114" y="2581691"/>
                    </a:cubicBezTo>
                    <a:cubicBezTo>
                      <a:pt x="96440" y="3000135"/>
                      <a:pt x="-90144" y="3503888"/>
                      <a:pt x="230727" y="3769455"/>
                    </a:cubicBezTo>
                    <a:cubicBezTo>
                      <a:pt x="544811" y="4029701"/>
                      <a:pt x="1270089" y="3917782"/>
                      <a:pt x="1741215" y="4074978"/>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6" name="Freeform: Shape 85">
                <a:extLst>
                  <a:ext uri="{FF2B5EF4-FFF2-40B4-BE49-F238E27FC236}">
                    <a16:creationId xmlns:a16="http://schemas.microsoft.com/office/drawing/2014/main" id="{F0206812-DE9D-B972-0F4B-5AC6F09FF3BB}"/>
                  </a:ext>
                </a:extLst>
              </p:cNvPr>
              <p:cNvSpPr/>
              <p:nvPr/>
            </p:nvSpPr>
            <p:spPr>
              <a:xfrm>
                <a:off x="4376099" y="2015664"/>
                <a:ext cx="3263713" cy="3947335"/>
              </a:xfrm>
              <a:custGeom>
                <a:avLst/>
                <a:gdLst>
                  <a:gd name="connsiteX0" fmla="*/ 1774433 w 3263713"/>
                  <a:gd name="connsiteY0" fmla="*/ 3900552 h 3947335"/>
                  <a:gd name="connsiteX1" fmla="*/ 3073192 w 3263713"/>
                  <a:gd name="connsiteY1" fmla="*/ 3523836 h 3947335"/>
                  <a:gd name="connsiteX2" fmla="*/ 3163745 w 3263713"/>
                  <a:gd name="connsiteY2" fmla="*/ 2161907 h 3947335"/>
                  <a:gd name="connsiteX3" fmla="*/ 2772683 w 3263713"/>
                  <a:gd name="connsiteY3" fmla="*/ 678262 h 3947335"/>
                  <a:gd name="connsiteX4" fmla="*/ 1482563 w 3263713"/>
                  <a:gd name="connsiteY4" fmla="*/ 2735 h 3947335"/>
                  <a:gd name="connsiteX5" fmla="*/ 600012 w 3263713"/>
                  <a:gd name="connsiteY5" fmla="*/ 1249583 h 3947335"/>
                  <a:gd name="connsiteX6" fmla="*/ 17970 w 3263713"/>
                  <a:gd name="connsiteY6" fmla="*/ 2555437 h 3947335"/>
                  <a:gd name="connsiteX7" fmla="*/ 234558 w 3263713"/>
                  <a:gd name="connsiteY7" fmla="*/ 3749449 h 3947335"/>
                  <a:gd name="connsiteX8" fmla="*/ 1774433 w 3263713"/>
                  <a:gd name="connsiteY8" fmla="*/ 3900629 h 394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3713" h="3947335">
                    <a:moveTo>
                      <a:pt x="1774433" y="3900552"/>
                    </a:moveTo>
                    <a:cubicBezTo>
                      <a:pt x="2137188" y="4044635"/>
                      <a:pt x="2810169" y="3838151"/>
                      <a:pt x="3073192" y="3523836"/>
                    </a:cubicBezTo>
                    <a:cubicBezTo>
                      <a:pt x="3345701" y="3197643"/>
                      <a:pt x="3278210" y="2562533"/>
                      <a:pt x="3163745" y="2161907"/>
                    </a:cubicBezTo>
                    <a:cubicBezTo>
                      <a:pt x="3049975" y="1763902"/>
                      <a:pt x="3087538" y="939895"/>
                      <a:pt x="2772683" y="678262"/>
                    </a:cubicBezTo>
                    <a:cubicBezTo>
                      <a:pt x="2445641" y="406524"/>
                      <a:pt x="1896534" y="-38994"/>
                      <a:pt x="1482563" y="2735"/>
                    </a:cubicBezTo>
                    <a:cubicBezTo>
                      <a:pt x="1068593" y="44463"/>
                      <a:pt x="835884" y="968666"/>
                      <a:pt x="600012" y="1249583"/>
                    </a:cubicBezTo>
                    <a:cubicBezTo>
                      <a:pt x="44118" y="1911380"/>
                      <a:pt x="-46590" y="2150260"/>
                      <a:pt x="17970" y="2555437"/>
                    </a:cubicBezTo>
                    <a:cubicBezTo>
                      <a:pt x="82530" y="2960460"/>
                      <a:pt x="-80606" y="3488355"/>
                      <a:pt x="234558" y="3749449"/>
                    </a:cubicBezTo>
                    <a:cubicBezTo>
                      <a:pt x="558206" y="4017716"/>
                      <a:pt x="1283870" y="3705792"/>
                      <a:pt x="1774433" y="3900629"/>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7" name="Freeform: Shape 86">
                <a:extLst>
                  <a:ext uri="{FF2B5EF4-FFF2-40B4-BE49-F238E27FC236}">
                    <a16:creationId xmlns:a16="http://schemas.microsoft.com/office/drawing/2014/main" id="{5616B9B3-2261-41EB-FA1C-B0C4CBAFDEA5}"/>
                  </a:ext>
                </a:extLst>
              </p:cNvPr>
              <p:cNvSpPr/>
              <p:nvPr/>
            </p:nvSpPr>
            <p:spPr>
              <a:xfrm>
                <a:off x="4316854" y="2091550"/>
                <a:ext cx="3371549" cy="3814147"/>
              </a:xfrm>
              <a:custGeom>
                <a:avLst/>
                <a:gdLst>
                  <a:gd name="connsiteX0" fmla="*/ 1816709 w 3371549"/>
                  <a:gd name="connsiteY0" fmla="*/ 3727016 h 3814147"/>
                  <a:gd name="connsiteX1" fmla="*/ 3207564 w 3371549"/>
                  <a:gd name="connsiteY1" fmla="*/ 3467928 h 3814147"/>
                  <a:gd name="connsiteX2" fmla="*/ 3237568 w 3371549"/>
                  <a:gd name="connsiteY2" fmla="*/ 2079156 h 3814147"/>
                  <a:gd name="connsiteX3" fmla="*/ 2871960 w 3371549"/>
                  <a:gd name="connsiteY3" fmla="*/ 575071 h 3814147"/>
                  <a:gd name="connsiteX4" fmla="*/ 1473006 w 3371549"/>
                  <a:gd name="connsiteY4" fmla="*/ 4984 h 3814147"/>
                  <a:gd name="connsiteX5" fmla="*/ 669824 w 3371549"/>
                  <a:gd name="connsiteY5" fmla="*/ 1191668 h 3814147"/>
                  <a:gd name="connsiteX6" fmla="*/ 11883 w 3371549"/>
                  <a:gd name="connsiteY6" fmla="*/ 2529996 h 3814147"/>
                  <a:gd name="connsiteX7" fmla="*/ 247369 w 3371549"/>
                  <a:gd name="connsiteY7" fmla="*/ 3730178 h 3814147"/>
                  <a:gd name="connsiteX8" fmla="*/ 1816709 w 3371549"/>
                  <a:gd name="connsiteY8" fmla="*/ 3727016 h 381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549" h="3814147">
                    <a:moveTo>
                      <a:pt x="1816709" y="3727016"/>
                    </a:moveTo>
                    <a:cubicBezTo>
                      <a:pt x="2160874" y="3886063"/>
                      <a:pt x="2948707" y="3777615"/>
                      <a:pt x="3207564" y="3467928"/>
                    </a:cubicBezTo>
                    <a:cubicBezTo>
                      <a:pt x="3487786" y="3132092"/>
                      <a:pt x="3347173" y="2488190"/>
                      <a:pt x="3237568" y="2079156"/>
                    </a:cubicBezTo>
                    <a:cubicBezTo>
                      <a:pt x="3133902" y="1692567"/>
                      <a:pt x="3181416" y="832231"/>
                      <a:pt x="2871960" y="575071"/>
                    </a:cubicBezTo>
                    <a:cubicBezTo>
                      <a:pt x="2534890" y="295002"/>
                      <a:pt x="1893533" y="-45307"/>
                      <a:pt x="1473006" y="4984"/>
                    </a:cubicBezTo>
                    <a:cubicBezTo>
                      <a:pt x="1080710" y="51880"/>
                      <a:pt x="876308" y="895248"/>
                      <a:pt x="669824" y="1191668"/>
                    </a:cubicBezTo>
                    <a:cubicBezTo>
                      <a:pt x="170313" y="1908693"/>
                      <a:pt x="-56379" y="2122427"/>
                      <a:pt x="11883" y="2529996"/>
                    </a:cubicBezTo>
                    <a:cubicBezTo>
                      <a:pt x="80145" y="2937564"/>
                      <a:pt x="-62010" y="3473713"/>
                      <a:pt x="247369" y="3730178"/>
                    </a:cubicBezTo>
                    <a:cubicBezTo>
                      <a:pt x="580505" y="4006544"/>
                      <a:pt x="1307942" y="3491916"/>
                      <a:pt x="1816709" y="3727016"/>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8" name="Freeform: Shape 87">
                <a:extLst>
                  <a:ext uri="{FF2B5EF4-FFF2-40B4-BE49-F238E27FC236}">
                    <a16:creationId xmlns:a16="http://schemas.microsoft.com/office/drawing/2014/main" id="{4C0A85AB-6675-7A34-161B-AF87D1A7CBF1}"/>
                  </a:ext>
                </a:extLst>
              </p:cNvPr>
              <p:cNvSpPr/>
              <p:nvPr/>
            </p:nvSpPr>
            <p:spPr>
              <a:xfrm>
                <a:off x="4254170" y="2165535"/>
                <a:ext cx="3489733" cy="3780696"/>
              </a:xfrm>
              <a:custGeom>
                <a:avLst/>
                <a:gdLst>
                  <a:gd name="connsiteX0" fmla="*/ 1862424 w 3489733"/>
                  <a:gd name="connsiteY0" fmla="*/ 3555381 h 3780696"/>
                  <a:gd name="connsiteX1" fmla="*/ 3345298 w 3489733"/>
                  <a:gd name="connsiteY1" fmla="*/ 3413920 h 3780696"/>
                  <a:gd name="connsiteX2" fmla="*/ 3314677 w 3489733"/>
                  <a:gd name="connsiteY2" fmla="*/ 1998383 h 3780696"/>
                  <a:gd name="connsiteX3" fmla="*/ 2974599 w 3489733"/>
                  <a:gd name="connsiteY3" fmla="*/ 473858 h 3780696"/>
                  <a:gd name="connsiteX4" fmla="*/ 1466734 w 3489733"/>
                  <a:gd name="connsiteY4" fmla="*/ 9211 h 3780696"/>
                  <a:gd name="connsiteX5" fmla="*/ 742922 w 3489733"/>
                  <a:gd name="connsiteY5" fmla="*/ 1135733 h 3780696"/>
                  <a:gd name="connsiteX6" fmla="*/ 9159 w 3489733"/>
                  <a:gd name="connsiteY6" fmla="*/ 2506532 h 3780696"/>
                  <a:gd name="connsiteX7" fmla="*/ 263620 w 3489733"/>
                  <a:gd name="connsiteY7" fmla="*/ 3712886 h 3780696"/>
                  <a:gd name="connsiteX8" fmla="*/ 1862424 w 3489733"/>
                  <a:gd name="connsiteY8" fmla="*/ 3555381 h 378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9733" h="3780696">
                    <a:moveTo>
                      <a:pt x="1862424" y="3555381"/>
                    </a:moveTo>
                    <a:cubicBezTo>
                      <a:pt x="2188927" y="3728158"/>
                      <a:pt x="3090761" y="3718902"/>
                      <a:pt x="3345298" y="3413920"/>
                    </a:cubicBezTo>
                    <a:cubicBezTo>
                      <a:pt x="3633311" y="3068443"/>
                      <a:pt x="3419114" y="2415825"/>
                      <a:pt x="3314677" y="1998383"/>
                    </a:cubicBezTo>
                    <a:cubicBezTo>
                      <a:pt x="3220807" y="1623210"/>
                      <a:pt x="3278656" y="726467"/>
                      <a:pt x="2974599" y="473858"/>
                    </a:cubicBezTo>
                    <a:cubicBezTo>
                      <a:pt x="2627580" y="185459"/>
                      <a:pt x="1893894" y="-50104"/>
                      <a:pt x="1466734" y="9211"/>
                    </a:cubicBezTo>
                    <a:cubicBezTo>
                      <a:pt x="1088321" y="61816"/>
                      <a:pt x="920789" y="824040"/>
                      <a:pt x="742922" y="1135733"/>
                    </a:cubicBezTo>
                    <a:cubicBezTo>
                      <a:pt x="301800" y="1908755"/>
                      <a:pt x="-63037" y="2096496"/>
                      <a:pt x="9159" y="2506532"/>
                    </a:cubicBezTo>
                    <a:cubicBezTo>
                      <a:pt x="75802" y="2884945"/>
                      <a:pt x="-40051" y="3461048"/>
                      <a:pt x="263620" y="3712886"/>
                    </a:cubicBezTo>
                    <a:cubicBezTo>
                      <a:pt x="606320" y="3997273"/>
                      <a:pt x="1337228" y="3277473"/>
                      <a:pt x="1862424" y="3555381"/>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89" name="Freeform: Shape 88">
                <a:extLst>
                  <a:ext uri="{FF2B5EF4-FFF2-40B4-BE49-F238E27FC236}">
                    <a16:creationId xmlns:a16="http://schemas.microsoft.com/office/drawing/2014/main" id="{E95C4E2F-BD10-ACF5-EA9E-B5F94FEEBF13}"/>
                  </a:ext>
                </a:extLst>
              </p:cNvPr>
              <p:cNvSpPr/>
              <p:nvPr/>
            </p:nvSpPr>
            <p:spPr>
              <a:xfrm>
                <a:off x="4190357" y="2234963"/>
                <a:ext cx="3614123" cy="3758010"/>
              </a:xfrm>
              <a:custGeom>
                <a:avLst/>
                <a:gdLst>
                  <a:gd name="connsiteX0" fmla="*/ 1909345 w 3614123"/>
                  <a:gd name="connsiteY0" fmla="*/ 3388303 h 3758010"/>
                  <a:gd name="connsiteX1" fmla="*/ 3484238 w 3614123"/>
                  <a:gd name="connsiteY1" fmla="*/ 3364469 h 3758010"/>
                  <a:gd name="connsiteX2" fmla="*/ 3393067 w 3614123"/>
                  <a:gd name="connsiteY2" fmla="*/ 1922090 h 3758010"/>
                  <a:gd name="connsiteX3" fmla="*/ 3078443 w 3614123"/>
                  <a:gd name="connsiteY3" fmla="*/ 377125 h 3758010"/>
                  <a:gd name="connsiteX4" fmla="*/ 1461744 w 3614123"/>
                  <a:gd name="connsiteY4" fmla="*/ 17919 h 3758010"/>
                  <a:gd name="connsiteX5" fmla="*/ 817301 w 3614123"/>
                  <a:gd name="connsiteY5" fmla="*/ 1084276 h 3758010"/>
                  <a:gd name="connsiteX6" fmla="*/ 7718 w 3614123"/>
                  <a:gd name="connsiteY6" fmla="*/ 2487549 h 3758010"/>
                  <a:gd name="connsiteX7" fmla="*/ 281153 w 3614123"/>
                  <a:gd name="connsiteY7" fmla="*/ 3700150 h 3758010"/>
                  <a:gd name="connsiteX8" fmla="*/ 1909345 w 3614123"/>
                  <a:gd name="connsiteY8" fmla="*/ 3388303 h 3758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123" h="3758010">
                    <a:moveTo>
                      <a:pt x="1909345" y="3388303"/>
                    </a:moveTo>
                    <a:cubicBezTo>
                      <a:pt x="2219418" y="3574116"/>
                      <a:pt x="3233943" y="3664824"/>
                      <a:pt x="3484238" y="3364469"/>
                    </a:cubicBezTo>
                    <a:cubicBezTo>
                      <a:pt x="3779964" y="3009351"/>
                      <a:pt x="3491874" y="2348094"/>
                      <a:pt x="3393067" y="1922090"/>
                    </a:cubicBezTo>
                    <a:cubicBezTo>
                      <a:pt x="3308684" y="1558333"/>
                      <a:pt x="3377101" y="625260"/>
                      <a:pt x="3078443" y="377125"/>
                    </a:cubicBezTo>
                    <a:cubicBezTo>
                      <a:pt x="2721397" y="80473"/>
                      <a:pt x="1895307" y="-50884"/>
                      <a:pt x="1461744" y="17919"/>
                    </a:cubicBezTo>
                    <a:cubicBezTo>
                      <a:pt x="1097138" y="75845"/>
                      <a:pt x="967324" y="757388"/>
                      <a:pt x="817301" y="1084276"/>
                    </a:cubicBezTo>
                    <a:cubicBezTo>
                      <a:pt x="436652" y="1913683"/>
                      <a:pt x="-68566" y="2075121"/>
                      <a:pt x="7718" y="2487549"/>
                    </a:cubicBezTo>
                    <a:cubicBezTo>
                      <a:pt x="75286" y="2852695"/>
                      <a:pt x="-16810" y="3452863"/>
                      <a:pt x="281153" y="3700150"/>
                    </a:cubicBezTo>
                    <a:cubicBezTo>
                      <a:pt x="633340" y="3992560"/>
                      <a:pt x="1370034" y="3065041"/>
                      <a:pt x="1909345" y="3388303"/>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0" name="Freeform: Shape 89">
                <a:extLst>
                  <a:ext uri="{FF2B5EF4-FFF2-40B4-BE49-F238E27FC236}">
                    <a16:creationId xmlns:a16="http://schemas.microsoft.com/office/drawing/2014/main" id="{B7DDC118-FCC4-2DC9-99D1-C39F065CEFCF}"/>
                  </a:ext>
                </a:extLst>
              </p:cNvPr>
              <p:cNvSpPr/>
              <p:nvPr/>
            </p:nvSpPr>
            <p:spPr>
              <a:xfrm>
                <a:off x="4125770" y="2293347"/>
                <a:ext cx="3742715" cy="3749606"/>
              </a:xfrm>
              <a:custGeom>
                <a:avLst/>
                <a:gdLst>
                  <a:gd name="connsiteX0" fmla="*/ 1956963 w 3742715"/>
                  <a:gd name="connsiteY0" fmla="*/ 3232269 h 3749606"/>
                  <a:gd name="connsiteX1" fmla="*/ 3623876 w 3742715"/>
                  <a:gd name="connsiteY1" fmla="*/ 3326063 h 3749606"/>
                  <a:gd name="connsiteX2" fmla="*/ 3472155 w 3742715"/>
                  <a:gd name="connsiteY2" fmla="*/ 1856842 h 3749606"/>
                  <a:gd name="connsiteX3" fmla="*/ 3183063 w 3742715"/>
                  <a:gd name="connsiteY3" fmla="*/ 291359 h 3749606"/>
                  <a:gd name="connsiteX4" fmla="*/ 1457529 w 3742715"/>
                  <a:gd name="connsiteY4" fmla="*/ 37593 h 3749606"/>
                  <a:gd name="connsiteX5" fmla="*/ 892456 w 3742715"/>
                  <a:gd name="connsiteY5" fmla="*/ 1043864 h 3749606"/>
                  <a:gd name="connsiteX6" fmla="*/ 6974 w 3742715"/>
                  <a:gd name="connsiteY6" fmla="*/ 2479687 h 3749606"/>
                  <a:gd name="connsiteX7" fmla="*/ 299306 w 3742715"/>
                  <a:gd name="connsiteY7" fmla="*/ 3698459 h 3749606"/>
                  <a:gd name="connsiteX8" fmla="*/ 1956963 w 3742715"/>
                  <a:gd name="connsiteY8" fmla="*/ 3232269 h 3749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42715" h="3749606">
                    <a:moveTo>
                      <a:pt x="1956963" y="3232269"/>
                    </a:moveTo>
                    <a:cubicBezTo>
                      <a:pt x="2251687" y="3430655"/>
                      <a:pt x="3377822" y="3621712"/>
                      <a:pt x="3623876" y="3326063"/>
                    </a:cubicBezTo>
                    <a:cubicBezTo>
                      <a:pt x="3927315" y="2961226"/>
                      <a:pt x="3564869" y="2291484"/>
                      <a:pt x="3472155" y="1856842"/>
                    </a:cubicBezTo>
                    <a:cubicBezTo>
                      <a:pt x="3397028" y="1504577"/>
                      <a:pt x="3476244" y="535021"/>
                      <a:pt x="3183063" y="291359"/>
                    </a:cubicBezTo>
                    <a:cubicBezTo>
                      <a:pt x="2815989" y="-13623"/>
                      <a:pt x="1897339" y="-41237"/>
                      <a:pt x="1457529" y="37593"/>
                    </a:cubicBezTo>
                    <a:cubicBezTo>
                      <a:pt x="1106653" y="100533"/>
                      <a:pt x="1015405" y="701550"/>
                      <a:pt x="892456" y="1043864"/>
                    </a:cubicBezTo>
                    <a:cubicBezTo>
                      <a:pt x="574361" y="1929346"/>
                      <a:pt x="-74247" y="2064945"/>
                      <a:pt x="6974" y="2479687"/>
                    </a:cubicBezTo>
                    <a:cubicBezTo>
                      <a:pt x="74696" y="2831643"/>
                      <a:pt x="7128" y="3455800"/>
                      <a:pt x="299306" y="3698459"/>
                    </a:cubicBezTo>
                    <a:cubicBezTo>
                      <a:pt x="661058" y="3998967"/>
                      <a:pt x="1405928" y="2861262"/>
                      <a:pt x="1956963" y="3232269"/>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91" name="Freeform: Shape 90">
                <a:extLst>
                  <a:ext uri="{FF2B5EF4-FFF2-40B4-BE49-F238E27FC236}">
                    <a16:creationId xmlns:a16="http://schemas.microsoft.com/office/drawing/2014/main" id="{78DCA6B9-B316-E42F-959C-7E5E11184AA4}"/>
                  </a:ext>
                </a:extLst>
              </p:cNvPr>
              <p:cNvSpPr/>
              <p:nvPr/>
            </p:nvSpPr>
            <p:spPr>
              <a:xfrm>
                <a:off x="4061078" y="2330966"/>
                <a:ext cx="3873961" cy="3763840"/>
              </a:xfrm>
              <a:custGeom>
                <a:avLst/>
                <a:gdLst>
                  <a:gd name="connsiteX0" fmla="*/ 3763695 w 3873961"/>
                  <a:gd name="connsiteY0" fmla="*/ 3308421 h 3763840"/>
                  <a:gd name="connsiteX1" fmla="*/ 3551425 w 3873961"/>
                  <a:gd name="connsiteY1" fmla="*/ 1812358 h 3763840"/>
                  <a:gd name="connsiteX2" fmla="*/ 3287786 w 3873961"/>
                  <a:gd name="connsiteY2" fmla="*/ 226435 h 3763840"/>
                  <a:gd name="connsiteX3" fmla="*/ 1453342 w 3873961"/>
                  <a:gd name="connsiteY3" fmla="*/ 78186 h 3763840"/>
                  <a:gd name="connsiteX4" fmla="*/ 967638 w 3873961"/>
                  <a:gd name="connsiteY4" fmla="*/ 1024294 h 3763840"/>
                  <a:gd name="connsiteX5" fmla="*/ 6334 w 3873961"/>
                  <a:gd name="connsiteY5" fmla="*/ 2492590 h 3763840"/>
                  <a:gd name="connsiteX6" fmla="*/ 317642 w 3873961"/>
                  <a:gd name="connsiteY6" fmla="*/ 3717532 h 3763840"/>
                  <a:gd name="connsiteX7" fmla="*/ 2004763 w 3873961"/>
                  <a:gd name="connsiteY7" fmla="*/ 3096923 h 3763840"/>
                  <a:gd name="connsiteX8" fmla="*/ 3763772 w 3873961"/>
                  <a:gd name="connsiteY8" fmla="*/ 3308421 h 376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961" h="3763840">
                    <a:moveTo>
                      <a:pt x="3763695" y="3308421"/>
                    </a:moveTo>
                    <a:cubicBezTo>
                      <a:pt x="4074847" y="2933942"/>
                      <a:pt x="3637583" y="2255716"/>
                      <a:pt x="3551425" y="1812358"/>
                    </a:cubicBezTo>
                    <a:cubicBezTo>
                      <a:pt x="3485169" y="1471586"/>
                      <a:pt x="3575568" y="465623"/>
                      <a:pt x="3287786" y="226435"/>
                    </a:cubicBezTo>
                    <a:cubicBezTo>
                      <a:pt x="2910685" y="-86878"/>
                      <a:pt x="1899323" y="-11288"/>
                      <a:pt x="1453342" y="78186"/>
                    </a:cubicBezTo>
                    <a:cubicBezTo>
                      <a:pt x="1116041" y="145831"/>
                      <a:pt x="1064131" y="666245"/>
                      <a:pt x="967638" y="1024294"/>
                    </a:cubicBezTo>
                    <a:cubicBezTo>
                      <a:pt x="714026" y="1965311"/>
                      <a:pt x="-78589" y="2075380"/>
                      <a:pt x="6334" y="2492590"/>
                    </a:cubicBezTo>
                    <a:cubicBezTo>
                      <a:pt x="75291" y="2831202"/>
                      <a:pt x="31094" y="3479501"/>
                      <a:pt x="317642" y="3717532"/>
                    </a:cubicBezTo>
                    <a:cubicBezTo>
                      <a:pt x="688958" y="4026062"/>
                      <a:pt x="1444780" y="2676242"/>
                      <a:pt x="2004763" y="3096923"/>
                    </a:cubicBezTo>
                    <a:cubicBezTo>
                      <a:pt x="2285294" y="3307727"/>
                      <a:pt x="3521961" y="3599365"/>
                      <a:pt x="3763772" y="3308421"/>
                    </a:cubicBezTo>
                    <a:close/>
                  </a:path>
                </a:pathLst>
              </a:custGeom>
              <a:ln w="3175" cap="flat">
                <a:gradFill>
                  <a:gsLst>
                    <a:gs pos="25000">
                      <a:schemeClr val="accent5">
                        <a:alpha val="0"/>
                      </a:schemeClr>
                    </a:gs>
                    <a:gs pos="75000">
                      <a:srgbClr val="C73FB1">
                        <a:alpha val="0"/>
                      </a:srgbClr>
                    </a:gs>
                    <a:gs pos="50000">
                      <a:srgbClr val="D44690">
                        <a:alpha val="50000"/>
                      </a:srgbClr>
                    </a:gs>
                    <a:gs pos="0">
                      <a:schemeClr val="accent6">
                        <a:lumMod val="60000"/>
                        <a:lumOff val="40000"/>
                      </a:schemeClr>
                    </a:gs>
                    <a:gs pos="100000">
                      <a:schemeClr val="accent6">
                        <a:alpha val="47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sp>
        <p:nvSpPr>
          <p:cNvPr id="137" name="Title 1">
            <a:extLst>
              <a:ext uri="{FF2B5EF4-FFF2-40B4-BE49-F238E27FC236}">
                <a16:creationId xmlns:a16="http://schemas.microsoft.com/office/drawing/2014/main" id="{EB230AED-E24A-22B8-AEA1-E3F8B8DEA791}"/>
              </a:ext>
            </a:extLst>
          </p:cNvPr>
          <p:cNvSpPr txBox="1">
            <a:spLocks/>
          </p:cNvSpPr>
          <p:nvPr/>
        </p:nvSpPr>
        <p:spPr>
          <a:xfrm>
            <a:off x="588262" y="457200"/>
            <a:ext cx="11286059" cy="553998"/>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3200" spc="0">
                <a:ln>
                  <a:noFill/>
                </a:ln>
                <a:solidFill>
                  <a:srgbClr val="000000"/>
                </a:solidFill>
                <a:latin typeface="Segoe UI Semibold"/>
              </a:rPr>
              <a:t>Organizations need frameworks that enable rapid development of performant, secure AI Agents </a:t>
            </a:r>
            <a:endParaRPr kumimoji="0" lang="en-US" sz="3200" b="0" i="0" u="none" strike="noStrike" kern="1200" cap="none" spc="-50" normalizeH="0" baseline="0" noProof="0">
              <a:ln w="3175">
                <a:noFill/>
              </a:ln>
              <a:solidFill>
                <a:srgbClr val="0078D4"/>
              </a:solidFill>
              <a:effectLst/>
              <a:uLnTx/>
              <a:uFillTx/>
              <a:latin typeface="Segoe Sans Text Semibold"/>
              <a:ea typeface="+mn-ea"/>
              <a:cs typeface="Segoe Sans Text" pitchFamily="2" charset="0"/>
            </a:endParaRPr>
          </a:p>
        </p:txBody>
      </p:sp>
      <p:sp>
        <p:nvSpPr>
          <p:cNvPr id="2" name="Grey rectangle holding picture and title of presenter Erin Rifkin">
            <a:extLst>
              <a:ext uri="{FF2B5EF4-FFF2-40B4-BE49-F238E27FC236}">
                <a16:creationId xmlns:a16="http://schemas.microsoft.com/office/drawing/2014/main" id="{DC66EA74-FB2F-1962-2E0E-25CC2FB45420}"/>
              </a:ext>
              <a:ext uri="{C183D7F6-B498-43B3-948B-1728B52AA6E4}">
                <adec:decorative xmlns:adec="http://schemas.microsoft.com/office/drawing/2017/decorative" val="1"/>
              </a:ext>
            </a:extLst>
          </p:cNvPr>
          <p:cNvSpPr/>
          <p:nvPr/>
        </p:nvSpPr>
        <p:spPr>
          <a:xfrm>
            <a:off x="609570" y="1607936"/>
            <a:ext cx="4927880" cy="5023579"/>
          </a:xfrm>
          <a:prstGeom prst="roundRect">
            <a:avLst>
              <a:gd name="adj" fmla="val 2242"/>
            </a:avLst>
          </a:prstGeom>
          <a:solidFill>
            <a:schemeClr val="bg1"/>
          </a:solidFill>
          <a:ln w="19050">
            <a:gradFill>
              <a:gsLst>
                <a:gs pos="0">
                  <a:schemeClr val="accent5"/>
                </a:gs>
                <a:gs pos="100000">
                  <a:schemeClr val="accent6"/>
                </a:gs>
              </a:gsLst>
              <a:lin ang="2700000" scaled="0"/>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2F2F2"/>
              </a:solidFill>
              <a:effectLst/>
              <a:uLnTx/>
              <a:uFillTx/>
              <a:latin typeface="Segoe Sans Text"/>
              <a:ea typeface="+mn-ea"/>
              <a:cs typeface="Segoe Sans Text" pitchFamily="2" charset="0"/>
              <a:sym typeface="Segoe UI"/>
            </a:endParaRPr>
          </a:p>
        </p:txBody>
      </p:sp>
      <p:sp>
        <p:nvSpPr>
          <p:cNvPr id="4" name="Rectangle 3">
            <a:extLst>
              <a:ext uri="{FF2B5EF4-FFF2-40B4-BE49-F238E27FC236}">
                <a16:creationId xmlns:a16="http://schemas.microsoft.com/office/drawing/2014/main" id="{407547C2-6B4B-DE96-A4EC-74C44AE17F7B}"/>
              </a:ext>
            </a:extLst>
          </p:cNvPr>
          <p:cNvSpPr/>
          <p:nvPr/>
        </p:nvSpPr>
        <p:spPr bwMode="auto">
          <a:xfrm>
            <a:off x="595885" y="1843797"/>
            <a:ext cx="4927880" cy="495510"/>
          </a:xfrm>
          <a:prstGeom prst="rect">
            <a:avLst/>
          </a:prstGeom>
          <a:noFill/>
          <a:effectLst/>
        </p:spPr>
        <p:txBody>
          <a:bodyPr wrap="square" lIns="0" tIns="18285" rIns="0" bIns="45713" anchor="ctr" anchorCtr="0">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F4364F"/>
                </a:solidFill>
                <a:effectLst/>
                <a:uLnTx/>
                <a:uFillTx/>
                <a:latin typeface="Segoe Sans Text Semibold"/>
                <a:ea typeface="+mn-ea"/>
                <a:cs typeface="Segoe Sans Text Semibold" pitchFamily="2" charset="0"/>
              </a:rPr>
              <a:t>Current Frameworks</a:t>
            </a:r>
          </a:p>
        </p:txBody>
      </p:sp>
      <p:sp>
        <p:nvSpPr>
          <p:cNvPr id="6" name="TextBox 5">
            <a:extLst>
              <a:ext uri="{FF2B5EF4-FFF2-40B4-BE49-F238E27FC236}">
                <a16:creationId xmlns:a16="http://schemas.microsoft.com/office/drawing/2014/main" id="{80A85BB3-A68A-BE5F-B07E-01F7C316A0A0}"/>
              </a:ext>
            </a:extLst>
          </p:cNvPr>
          <p:cNvSpPr txBox="1"/>
          <p:nvPr/>
        </p:nvSpPr>
        <p:spPr>
          <a:xfrm>
            <a:off x="666429" y="5808161"/>
            <a:ext cx="4411139" cy="584775"/>
          </a:xfrm>
          <a:prstGeom prst="rect">
            <a:avLst/>
          </a:prstGeom>
          <a:noFill/>
        </p:spPr>
        <p:txBody>
          <a:bodyPr wrap="square" anchor="ctr">
            <a:spAutoFit/>
          </a:bodyPr>
          <a:lstStyle/>
          <a:p>
            <a:pPr marL="0" marR="0" lvl="0" indent="0" algn="ctr" defTabSz="91404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Few guardrails for approvals, observability, or compliance</a:t>
            </a:r>
          </a:p>
        </p:txBody>
      </p:sp>
      <p:cxnSp>
        <p:nvCxnSpPr>
          <p:cNvPr id="8" name="Straight Connector 7">
            <a:extLst>
              <a:ext uri="{FF2B5EF4-FFF2-40B4-BE49-F238E27FC236}">
                <a16:creationId xmlns:a16="http://schemas.microsoft.com/office/drawing/2014/main" id="{BB597026-CDEF-C7F7-37C4-DCAF35F5BD4B}"/>
              </a:ext>
              <a:ext uri="{C183D7F6-B498-43B3-948B-1728B52AA6E4}">
                <adec:decorative xmlns:adec="http://schemas.microsoft.com/office/drawing/2017/decorative" val="1"/>
              </a:ext>
            </a:extLst>
          </p:cNvPr>
          <p:cNvCxnSpPr>
            <a:cxnSpLocks/>
          </p:cNvCxnSpPr>
          <p:nvPr/>
        </p:nvCxnSpPr>
        <p:spPr>
          <a:xfrm flipH="1">
            <a:off x="619730" y="3240185"/>
            <a:ext cx="4904770" cy="0"/>
          </a:xfrm>
          <a:prstGeom prst="line">
            <a:avLst/>
          </a:prstGeom>
          <a:ln w="190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115A6A5-DAAB-D2E1-EE66-45AEA8AA02BB}"/>
              </a:ext>
              <a:ext uri="{C183D7F6-B498-43B3-948B-1728B52AA6E4}">
                <adec:decorative xmlns:adec="http://schemas.microsoft.com/office/drawing/2017/decorative" val="1"/>
              </a:ext>
            </a:extLst>
          </p:cNvPr>
          <p:cNvCxnSpPr>
            <a:cxnSpLocks/>
          </p:cNvCxnSpPr>
          <p:nvPr/>
        </p:nvCxnSpPr>
        <p:spPr>
          <a:xfrm flipH="1">
            <a:off x="619730" y="5654245"/>
            <a:ext cx="4907310" cy="0"/>
          </a:xfrm>
          <a:prstGeom prst="line">
            <a:avLst/>
          </a:prstGeom>
          <a:ln w="190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Grey rectangle holding picture and title of presenter Erin Rifkin">
            <a:extLst>
              <a:ext uri="{FF2B5EF4-FFF2-40B4-BE49-F238E27FC236}">
                <a16:creationId xmlns:a16="http://schemas.microsoft.com/office/drawing/2014/main" id="{A924289F-9247-906C-BF50-D282D341EC7C}"/>
              </a:ext>
              <a:ext uri="{C183D7F6-B498-43B3-948B-1728B52AA6E4}">
                <adec:decorative xmlns:adec="http://schemas.microsoft.com/office/drawing/2017/decorative" val="1"/>
              </a:ext>
            </a:extLst>
          </p:cNvPr>
          <p:cNvSpPr/>
          <p:nvPr/>
        </p:nvSpPr>
        <p:spPr>
          <a:xfrm>
            <a:off x="6652965" y="1607936"/>
            <a:ext cx="4927880" cy="5023579"/>
          </a:xfrm>
          <a:prstGeom prst="roundRect">
            <a:avLst>
              <a:gd name="adj" fmla="val 2242"/>
            </a:avLst>
          </a:prstGeom>
          <a:solidFill>
            <a:schemeClr val="bg1"/>
          </a:solidFill>
          <a:ln w="19050">
            <a:gradFill>
              <a:gsLst>
                <a:gs pos="0">
                  <a:schemeClr val="accent5"/>
                </a:gs>
                <a:gs pos="100000">
                  <a:schemeClr val="accent6"/>
                </a:gs>
              </a:gsLst>
              <a:lin ang="2700000" scaled="0"/>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2F2F2"/>
              </a:solidFill>
              <a:effectLst/>
              <a:uLnTx/>
              <a:uFillTx/>
              <a:latin typeface="Segoe Sans Text"/>
              <a:ea typeface="+mn-ea"/>
              <a:cs typeface="Segoe Sans Text" pitchFamily="2" charset="0"/>
              <a:sym typeface="Segoe UI"/>
            </a:endParaRPr>
          </a:p>
        </p:txBody>
      </p:sp>
      <p:grpSp>
        <p:nvGrpSpPr>
          <p:cNvPr id="13" name="Group 12">
            <a:extLst>
              <a:ext uri="{FF2B5EF4-FFF2-40B4-BE49-F238E27FC236}">
                <a16:creationId xmlns:a16="http://schemas.microsoft.com/office/drawing/2014/main" id="{782524D5-45CC-8C63-A23D-B4160DD6BD99}"/>
              </a:ext>
              <a:ext uri="{C183D7F6-B498-43B3-948B-1728B52AA6E4}">
                <adec:decorative xmlns:adec="http://schemas.microsoft.com/office/drawing/2017/decorative" val="1"/>
              </a:ext>
            </a:extLst>
          </p:cNvPr>
          <p:cNvGrpSpPr/>
          <p:nvPr/>
        </p:nvGrpSpPr>
        <p:grpSpPr>
          <a:xfrm>
            <a:off x="5536954" y="3750031"/>
            <a:ext cx="1217883" cy="219832"/>
            <a:chOff x="5536795" y="3198027"/>
            <a:chExt cx="1218229" cy="219832"/>
          </a:xfrm>
        </p:grpSpPr>
        <p:cxnSp>
          <p:nvCxnSpPr>
            <p:cNvPr id="14" name="Straight Connector 13">
              <a:extLst>
                <a:ext uri="{FF2B5EF4-FFF2-40B4-BE49-F238E27FC236}">
                  <a16:creationId xmlns:a16="http://schemas.microsoft.com/office/drawing/2014/main" id="{AEC5D60A-5040-F331-EABD-82C7A866EDD0}"/>
                </a:ext>
                <a:ext uri="{C183D7F6-B498-43B3-948B-1728B52AA6E4}">
                  <adec:decorative xmlns:adec="http://schemas.microsoft.com/office/drawing/2017/decorative" val="1"/>
                </a:ext>
              </a:extLst>
            </p:cNvPr>
            <p:cNvCxnSpPr>
              <a:cxnSpLocks/>
            </p:cNvCxnSpPr>
            <p:nvPr/>
          </p:nvCxnSpPr>
          <p:spPr>
            <a:xfrm>
              <a:off x="5536795" y="3307874"/>
              <a:ext cx="998773" cy="139"/>
            </a:xfrm>
            <a:prstGeom prst="line">
              <a:avLst/>
            </a:prstGeom>
            <a:noFill/>
            <a:ln w="19050" cap="flat" cmpd="sng" algn="ctr">
              <a:solidFill>
                <a:srgbClr val="454142"/>
              </a:solidFill>
              <a:prstDash val="solid"/>
              <a:headEnd type="none" w="med" len="med"/>
              <a:tailEnd type="none" w="med" len="med"/>
            </a:ln>
            <a:effectLst/>
          </p:spPr>
        </p:cxnSp>
        <p:grpSp>
          <p:nvGrpSpPr>
            <p:cNvPr id="15" name="Group 14">
              <a:extLst>
                <a:ext uri="{FF2B5EF4-FFF2-40B4-BE49-F238E27FC236}">
                  <a16:creationId xmlns:a16="http://schemas.microsoft.com/office/drawing/2014/main" id="{D17EB83F-9E8D-641D-AD9E-7C787A6EAE79}"/>
                </a:ext>
                <a:ext uri="{C183D7F6-B498-43B3-948B-1728B52AA6E4}">
                  <adec:decorative xmlns:adec="http://schemas.microsoft.com/office/drawing/2017/decorative" val="1"/>
                </a:ext>
              </a:extLst>
            </p:cNvPr>
            <p:cNvGrpSpPr/>
            <p:nvPr/>
          </p:nvGrpSpPr>
          <p:grpSpPr>
            <a:xfrm>
              <a:off x="6535568" y="3198027"/>
              <a:ext cx="219456" cy="219832"/>
              <a:chOff x="1605271" y="2537559"/>
              <a:chExt cx="347545" cy="339399"/>
            </a:xfrm>
          </p:grpSpPr>
          <p:sp>
            <p:nvSpPr>
              <p:cNvPr id="16" name="Oval 15">
                <a:extLst>
                  <a:ext uri="{FF2B5EF4-FFF2-40B4-BE49-F238E27FC236}">
                    <a16:creationId xmlns:a16="http://schemas.microsoft.com/office/drawing/2014/main" id="{D9C755EF-964C-C737-72C4-F9915EAEF80D}"/>
                  </a:ext>
                </a:extLst>
              </p:cNvPr>
              <p:cNvSpPr/>
              <p:nvPr/>
            </p:nvSpPr>
            <p:spPr bwMode="auto">
              <a:xfrm>
                <a:off x="1605271" y="2537559"/>
                <a:ext cx="347545" cy="339399"/>
              </a:xfrm>
              <a:prstGeom prst="ellipse">
                <a:avLst/>
              </a:prstGeom>
              <a:solidFill>
                <a:schemeClr val="accent6">
                  <a:alpha val="50000"/>
                </a:schemeClr>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Segoe UI" pitchFamily="34" charset="0"/>
                  <a:cs typeface="Segoe Sans Text" pitchFamily="2" charset="0"/>
                </a:endParaRPr>
              </a:p>
            </p:txBody>
          </p:sp>
          <p:sp>
            <p:nvSpPr>
              <p:cNvPr id="17" name="Oval 16">
                <a:extLst>
                  <a:ext uri="{FF2B5EF4-FFF2-40B4-BE49-F238E27FC236}">
                    <a16:creationId xmlns:a16="http://schemas.microsoft.com/office/drawing/2014/main" id="{9950EECD-4F93-F58E-1421-56E6E18564C1}"/>
                  </a:ext>
                </a:extLst>
              </p:cNvPr>
              <p:cNvSpPr/>
              <p:nvPr/>
            </p:nvSpPr>
            <p:spPr bwMode="auto">
              <a:xfrm>
                <a:off x="1685545" y="2613758"/>
                <a:ext cx="186998" cy="187000"/>
              </a:xfrm>
              <a:prstGeom prst="ellipse">
                <a:avLst/>
              </a:prstGeom>
              <a:solidFill>
                <a:schemeClr val="accent5"/>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mn-ea"/>
                  <a:cs typeface="Segoe Sans Text" pitchFamily="2" charset="0"/>
                </a:endParaRPr>
              </a:p>
            </p:txBody>
          </p:sp>
        </p:grpSp>
      </p:grpSp>
      <p:grpSp>
        <p:nvGrpSpPr>
          <p:cNvPr id="18" name="Group 17">
            <a:extLst>
              <a:ext uri="{FF2B5EF4-FFF2-40B4-BE49-F238E27FC236}">
                <a16:creationId xmlns:a16="http://schemas.microsoft.com/office/drawing/2014/main" id="{762730FF-20CE-D44C-E2CF-2A4ED9B8E75B}"/>
              </a:ext>
              <a:ext uri="{C183D7F6-B498-43B3-948B-1728B52AA6E4}">
                <adec:decorative xmlns:adec="http://schemas.microsoft.com/office/drawing/2017/decorative" val="1"/>
              </a:ext>
            </a:extLst>
          </p:cNvPr>
          <p:cNvGrpSpPr/>
          <p:nvPr/>
        </p:nvGrpSpPr>
        <p:grpSpPr>
          <a:xfrm>
            <a:off x="5536954" y="4869930"/>
            <a:ext cx="1217883" cy="219832"/>
            <a:chOff x="5536795" y="3198027"/>
            <a:chExt cx="1218229" cy="219832"/>
          </a:xfrm>
        </p:grpSpPr>
        <p:cxnSp>
          <p:nvCxnSpPr>
            <p:cNvPr id="19" name="Straight Connector 18">
              <a:extLst>
                <a:ext uri="{FF2B5EF4-FFF2-40B4-BE49-F238E27FC236}">
                  <a16:creationId xmlns:a16="http://schemas.microsoft.com/office/drawing/2014/main" id="{2DA1330C-A474-0559-D200-41B0E76B547A}"/>
                </a:ext>
                <a:ext uri="{C183D7F6-B498-43B3-948B-1728B52AA6E4}">
                  <adec:decorative xmlns:adec="http://schemas.microsoft.com/office/drawing/2017/decorative" val="1"/>
                </a:ext>
              </a:extLst>
            </p:cNvPr>
            <p:cNvCxnSpPr>
              <a:cxnSpLocks/>
            </p:cNvCxnSpPr>
            <p:nvPr/>
          </p:nvCxnSpPr>
          <p:spPr>
            <a:xfrm>
              <a:off x="5536795" y="3307874"/>
              <a:ext cx="998773" cy="139"/>
            </a:xfrm>
            <a:prstGeom prst="line">
              <a:avLst/>
            </a:prstGeom>
            <a:noFill/>
            <a:ln w="19050" cap="flat" cmpd="sng" algn="ctr">
              <a:solidFill>
                <a:srgbClr val="454142"/>
              </a:solidFill>
              <a:prstDash val="solid"/>
              <a:headEnd type="none" w="med" len="med"/>
              <a:tailEnd type="none" w="med" len="med"/>
            </a:ln>
            <a:effectLst/>
          </p:spPr>
        </p:cxnSp>
        <p:grpSp>
          <p:nvGrpSpPr>
            <p:cNvPr id="20" name="Group 19">
              <a:extLst>
                <a:ext uri="{FF2B5EF4-FFF2-40B4-BE49-F238E27FC236}">
                  <a16:creationId xmlns:a16="http://schemas.microsoft.com/office/drawing/2014/main" id="{56779381-8580-B614-CA3E-7EFF21602919}"/>
                </a:ext>
                <a:ext uri="{C183D7F6-B498-43B3-948B-1728B52AA6E4}">
                  <adec:decorative xmlns:adec="http://schemas.microsoft.com/office/drawing/2017/decorative" val="1"/>
                </a:ext>
              </a:extLst>
            </p:cNvPr>
            <p:cNvGrpSpPr/>
            <p:nvPr/>
          </p:nvGrpSpPr>
          <p:grpSpPr>
            <a:xfrm>
              <a:off x="6535568" y="3198027"/>
              <a:ext cx="219456" cy="219832"/>
              <a:chOff x="1605271" y="2537559"/>
              <a:chExt cx="347545" cy="339399"/>
            </a:xfrm>
          </p:grpSpPr>
          <p:sp>
            <p:nvSpPr>
              <p:cNvPr id="21" name="Oval 20">
                <a:extLst>
                  <a:ext uri="{FF2B5EF4-FFF2-40B4-BE49-F238E27FC236}">
                    <a16:creationId xmlns:a16="http://schemas.microsoft.com/office/drawing/2014/main" id="{28F507F5-D9C9-C8F7-6CF1-CBCAADD5F4E3}"/>
                  </a:ext>
                </a:extLst>
              </p:cNvPr>
              <p:cNvSpPr/>
              <p:nvPr/>
            </p:nvSpPr>
            <p:spPr bwMode="auto">
              <a:xfrm>
                <a:off x="1605271" y="2537559"/>
                <a:ext cx="347545" cy="339399"/>
              </a:xfrm>
              <a:prstGeom prst="ellipse">
                <a:avLst/>
              </a:prstGeom>
              <a:solidFill>
                <a:schemeClr val="accent6">
                  <a:alpha val="50000"/>
                </a:schemeClr>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mn-ea"/>
                  <a:cs typeface="Segoe Sans Text" pitchFamily="2" charset="0"/>
                </a:endParaRPr>
              </a:p>
            </p:txBody>
          </p:sp>
          <p:sp>
            <p:nvSpPr>
              <p:cNvPr id="22" name="Oval 21">
                <a:extLst>
                  <a:ext uri="{FF2B5EF4-FFF2-40B4-BE49-F238E27FC236}">
                    <a16:creationId xmlns:a16="http://schemas.microsoft.com/office/drawing/2014/main" id="{F78BDF44-A9F4-A2F8-69FF-77B9D550E0FB}"/>
                  </a:ext>
                </a:extLst>
              </p:cNvPr>
              <p:cNvSpPr/>
              <p:nvPr/>
            </p:nvSpPr>
            <p:spPr bwMode="auto">
              <a:xfrm>
                <a:off x="1685545" y="2613758"/>
                <a:ext cx="186998" cy="187000"/>
              </a:xfrm>
              <a:prstGeom prst="ellipse">
                <a:avLst/>
              </a:prstGeom>
              <a:solidFill>
                <a:schemeClr val="accent5"/>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mn-ea"/>
                  <a:cs typeface="Segoe Sans Text" pitchFamily="2" charset="0"/>
                </a:endParaRPr>
              </a:p>
            </p:txBody>
          </p:sp>
        </p:grpSp>
      </p:grpSp>
      <p:grpSp>
        <p:nvGrpSpPr>
          <p:cNvPr id="23" name="Group 22">
            <a:extLst>
              <a:ext uri="{FF2B5EF4-FFF2-40B4-BE49-F238E27FC236}">
                <a16:creationId xmlns:a16="http://schemas.microsoft.com/office/drawing/2014/main" id="{FA7AF859-62F0-44D5-B13F-0270EB24F787}"/>
              </a:ext>
              <a:ext uri="{C183D7F6-B498-43B3-948B-1728B52AA6E4}">
                <adec:decorative xmlns:adec="http://schemas.microsoft.com/office/drawing/2017/decorative" val="1"/>
              </a:ext>
            </a:extLst>
          </p:cNvPr>
          <p:cNvGrpSpPr/>
          <p:nvPr/>
        </p:nvGrpSpPr>
        <p:grpSpPr>
          <a:xfrm>
            <a:off x="5536954" y="5960600"/>
            <a:ext cx="1217883" cy="219832"/>
            <a:chOff x="5536795" y="3198027"/>
            <a:chExt cx="1218229" cy="219832"/>
          </a:xfrm>
        </p:grpSpPr>
        <p:cxnSp>
          <p:nvCxnSpPr>
            <p:cNvPr id="24" name="Straight Connector 23">
              <a:extLst>
                <a:ext uri="{FF2B5EF4-FFF2-40B4-BE49-F238E27FC236}">
                  <a16:creationId xmlns:a16="http://schemas.microsoft.com/office/drawing/2014/main" id="{DAD4BDB8-F59D-AF4A-6882-B9F054E1C2C4}"/>
                </a:ext>
                <a:ext uri="{C183D7F6-B498-43B3-948B-1728B52AA6E4}">
                  <adec:decorative xmlns:adec="http://schemas.microsoft.com/office/drawing/2017/decorative" val="1"/>
                </a:ext>
              </a:extLst>
            </p:cNvPr>
            <p:cNvCxnSpPr>
              <a:cxnSpLocks/>
            </p:cNvCxnSpPr>
            <p:nvPr/>
          </p:nvCxnSpPr>
          <p:spPr>
            <a:xfrm>
              <a:off x="5536795" y="3307874"/>
              <a:ext cx="998773" cy="139"/>
            </a:xfrm>
            <a:prstGeom prst="line">
              <a:avLst/>
            </a:prstGeom>
            <a:noFill/>
            <a:ln w="19050" cap="flat" cmpd="sng" algn="ctr">
              <a:solidFill>
                <a:srgbClr val="454142"/>
              </a:solidFill>
              <a:prstDash val="solid"/>
              <a:headEnd type="none" w="med" len="med"/>
              <a:tailEnd type="none" w="med" len="med"/>
            </a:ln>
            <a:effectLst/>
          </p:spPr>
        </p:cxnSp>
        <p:grpSp>
          <p:nvGrpSpPr>
            <p:cNvPr id="25" name="Group 24">
              <a:extLst>
                <a:ext uri="{FF2B5EF4-FFF2-40B4-BE49-F238E27FC236}">
                  <a16:creationId xmlns:a16="http://schemas.microsoft.com/office/drawing/2014/main" id="{D9F0C707-C32F-A385-D0CA-3CD114B536B3}"/>
                </a:ext>
                <a:ext uri="{C183D7F6-B498-43B3-948B-1728B52AA6E4}">
                  <adec:decorative xmlns:adec="http://schemas.microsoft.com/office/drawing/2017/decorative" val="1"/>
                </a:ext>
              </a:extLst>
            </p:cNvPr>
            <p:cNvGrpSpPr/>
            <p:nvPr/>
          </p:nvGrpSpPr>
          <p:grpSpPr>
            <a:xfrm>
              <a:off x="6535568" y="3198027"/>
              <a:ext cx="219456" cy="219832"/>
              <a:chOff x="1605271" y="2537559"/>
              <a:chExt cx="347545" cy="339399"/>
            </a:xfrm>
          </p:grpSpPr>
          <p:sp>
            <p:nvSpPr>
              <p:cNvPr id="26" name="Oval 25">
                <a:extLst>
                  <a:ext uri="{FF2B5EF4-FFF2-40B4-BE49-F238E27FC236}">
                    <a16:creationId xmlns:a16="http://schemas.microsoft.com/office/drawing/2014/main" id="{F82D0E09-E040-47A9-9BA1-48FEA8755513}"/>
                  </a:ext>
                </a:extLst>
              </p:cNvPr>
              <p:cNvSpPr/>
              <p:nvPr/>
            </p:nvSpPr>
            <p:spPr bwMode="auto">
              <a:xfrm>
                <a:off x="1605271" y="2537559"/>
                <a:ext cx="347545" cy="339399"/>
              </a:xfrm>
              <a:prstGeom prst="ellipse">
                <a:avLst/>
              </a:prstGeom>
              <a:solidFill>
                <a:schemeClr val="accent6">
                  <a:alpha val="50000"/>
                </a:schemeClr>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mn-ea"/>
                  <a:cs typeface="Segoe Sans Text" pitchFamily="2" charset="0"/>
                </a:endParaRPr>
              </a:p>
            </p:txBody>
          </p:sp>
          <p:sp>
            <p:nvSpPr>
              <p:cNvPr id="27" name="Oval 26">
                <a:extLst>
                  <a:ext uri="{FF2B5EF4-FFF2-40B4-BE49-F238E27FC236}">
                    <a16:creationId xmlns:a16="http://schemas.microsoft.com/office/drawing/2014/main" id="{A2C429C2-2A98-E01D-A883-3964232C185E}"/>
                  </a:ext>
                </a:extLst>
              </p:cNvPr>
              <p:cNvSpPr/>
              <p:nvPr/>
            </p:nvSpPr>
            <p:spPr bwMode="auto">
              <a:xfrm>
                <a:off x="1685545" y="2613758"/>
                <a:ext cx="186998" cy="187000"/>
              </a:xfrm>
              <a:prstGeom prst="ellipse">
                <a:avLst/>
              </a:prstGeom>
              <a:solidFill>
                <a:schemeClr val="accent5"/>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Segoe UI" pitchFamily="34" charset="0"/>
                  <a:cs typeface="Segoe Sans Text" pitchFamily="2" charset="0"/>
                </a:endParaRPr>
              </a:p>
            </p:txBody>
          </p:sp>
        </p:grpSp>
      </p:grpSp>
      <p:sp>
        <p:nvSpPr>
          <p:cNvPr id="29" name="Rectangle 28">
            <a:extLst>
              <a:ext uri="{FF2B5EF4-FFF2-40B4-BE49-F238E27FC236}">
                <a16:creationId xmlns:a16="http://schemas.microsoft.com/office/drawing/2014/main" id="{9576B101-E948-C9CC-A12B-37788F97F772}"/>
              </a:ext>
            </a:extLst>
          </p:cNvPr>
          <p:cNvSpPr/>
          <p:nvPr/>
        </p:nvSpPr>
        <p:spPr bwMode="auto">
          <a:xfrm>
            <a:off x="6639280" y="1843797"/>
            <a:ext cx="4927880" cy="495510"/>
          </a:xfrm>
          <a:prstGeom prst="rect">
            <a:avLst/>
          </a:prstGeom>
          <a:noFill/>
          <a:effectLst/>
        </p:spPr>
        <p:txBody>
          <a:bodyPr wrap="square" lIns="0" tIns="18285" rIns="0" bIns="45713" anchor="ctr" anchorCtr="0">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F4364F"/>
                </a:solidFill>
                <a:effectLst/>
                <a:uLnTx/>
                <a:uFillTx/>
                <a:latin typeface="Segoe Sans Text Semibold"/>
                <a:ea typeface="+mn-ea"/>
                <a:cs typeface="Segoe Sans Text Semibold" pitchFamily="2" charset="0"/>
              </a:rPr>
              <a:t>What’s Needed</a:t>
            </a:r>
          </a:p>
        </p:txBody>
      </p:sp>
      <p:sp>
        <p:nvSpPr>
          <p:cNvPr id="32" name="TextBox 31">
            <a:extLst>
              <a:ext uri="{FF2B5EF4-FFF2-40B4-BE49-F238E27FC236}">
                <a16:creationId xmlns:a16="http://schemas.microsoft.com/office/drawing/2014/main" id="{51C0671A-A343-903B-FADA-4BC5096E811B}"/>
              </a:ext>
            </a:extLst>
          </p:cNvPr>
          <p:cNvSpPr txBox="1"/>
          <p:nvPr/>
        </p:nvSpPr>
        <p:spPr>
          <a:xfrm>
            <a:off x="6986245" y="5777196"/>
            <a:ext cx="4261320" cy="584775"/>
          </a:xfrm>
          <a:prstGeom prst="rect">
            <a:avLst/>
          </a:prstGeom>
          <a:noFill/>
        </p:spPr>
        <p:txBody>
          <a:bodyPr wrap="square" anchor="ctr">
            <a:spAutoFit/>
          </a:bodyPr>
          <a:lstStyle>
            <a:defPPr>
              <a:defRPr lang="en-US"/>
            </a:defPPr>
            <a:lvl1pPr algn="ctr" defTabSz="914225">
              <a:defRPr sz="1800">
                <a:latin typeface="+mj-lt"/>
              </a:defRPr>
            </a:lvl1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Built-in observability, security hooks, approvals, and long-running execution</a:t>
            </a:r>
          </a:p>
        </p:txBody>
      </p:sp>
      <p:cxnSp>
        <p:nvCxnSpPr>
          <p:cNvPr id="33" name="Straight Connector 32">
            <a:extLst>
              <a:ext uri="{FF2B5EF4-FFF2-40B4-BE49-F238E27FC236}">
                <a16:creationId xmlns:a16="http://schemas.microsoft.com/office/drawing/2014/main" id="{4E34D4E8-C6BE-3FB5-3EC3-D5714BC1389C}"/>
              </a:ext>
              <a:ext uri="{C183D7F6-B498-43B3-948B-1728B52AA6E4}">
                <adec:decorative xmlns:adec="http://schemas.microsoft.com/office/drawing/2017/decorative" val="1"/>
              </a:ext>
            </a:extLst>
          </p:cNvPr>
          <p:cNvCxnSpPr>
            <a:cxnSpLocks/>
          </p:cNvCxnSpPr>
          <p:nvPr/>
        </p:nvCxnSpPr>
        <p:spPr>
          <a:xfrm flipH="1">
            <a:off x="6663124" y="4365118"/>
            <a:ext cx="4909116" cy="0"/>
          </a:xfrm>
          <a:prstGeom prst="line">
            <a:avLst/>
          </a:prstGeom>
          <a:ln w="190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89FBB51-A5DB-5B55-2EED-749DD11AB35A}"/>
              </a:ext>
              <a:ext uri="{C183D7F6-B498-43B3-948B-1728B52AA6E4}">
                <adec:decorative xmlns:adec="http://schemas.microsoft.com/office/drawing/2017/decorative" val="1"/>
              </a:ext>
            </a:extLst>
          </p:cNvPr>
          <p:cNvCxnSpPr>
            <a:cxnSpLocks/>
          </p:cNvCxnSpPr>
          <p:nvPr/>
        </p:nvCxnSpPr>
        <p:spPr>
          <a:xfrm flipH="1">
            <a:off x="6663124" y="5654245"/>
            <a:ext cx="4904036" cy="0"/>
          </a:xfrm>
          <a:prstGeom prst="line">
            <a:avLst/>
          </a:prstGeom>
          <a:ln w="190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5" name="Grey oval containing warning">
            <a:extLst>
              <a:ext uri="{FF2B5EF4-FFF2-40B4-BE49-F238E27FC236}">
                <a16:creationId xmlns:a16="http://schemas.microsoft.com/office/drawing/2014/main" id="{10A443A0-AF57-97E1-8AF7-778DE6B8B87F}"/>
              </a:ext>
              <a:ext uri="{C183D7F6-B498-43B3-948B-1728B52AA6E4}">
                <adec:decorative xmlns:adec="http://schemas.microsoft.com/office/drawing/2017/decorative" val="1"/>
              </a:ext>
            </a:extLst>
          </p:cNvPr>
          <p:cNvSpPr/>
          <p:nvPr/>
        </p:nvSpPr>
        <p:spPr>
          <a:xfrm>
            <a:off x="2257376" y="6606384"/>
            <a:ext cx="1631771" cy="60191"/>
          </a:xfrm>
          <a:prstGeom prst="roundRect">
            <a:avLst>
              <a:gd name="adj" fmla="val 50000"/>
            </a:avLst>
          </a:prstGeom>
          <a:gradFill flip="none" rotWithShape="0">
            <a:gsLst>
              <a:gs pos="0">
                <a:schemeClr val="accent5"/>
              </a:gs>
              <a:gs pos="100000">
                <a:schemeClr val="accent6"/>
              </a:gs>
            </a:gsLst>
            <a:lin ang="0" scaled="1"/>
            <a:tileRect/>
          </a:gradFill>
          <a:ln w="12700">
            <a:miter lim="400000"/>
          </a:ln>
          <a:effectLst>
            <a:outerShdw blurRad="254000" dist="50800" dir="2700000" sx="103000" sy="103000" rotWithShape="0">
              <a:srgbClr val="000000">
                <a:alpha val="20000"/>
              </a:srgbClr>
            </a:outerShdw>
          </a:effectLst>
        </p:spPr>
        <p:txBody>
          <a:bodyPr lIns="45705" tIns="45705" rIns="45705" bIns="45705" anchor="ctr"/>
          <a:lstStyle/>
          <a:p>
            <a:pPr marL="0" marR="0" lvl="0" indent="0" algn="ctr" defTabSz="931757" rtl="0" eaLnBrk="1" fontAlgn="auto" latinLnBrk="0" hangingPunct="0">
              <a:lnSpc>
                <a:spcPct val="100000"/>
              </a:lnSpc>
              <a:spcBef>
                <a:spcPts val="0"/>
              </a:spcBef>
              <a:spcAft>
                <a:spcPts val="0"/>
              </a:spcAft>
              <a:buClrTx/>
              <a:buSzTx/>
              <a:buFontTx/>
              <a:buNone/>
              <a:tabLst/>
              <a:defRPr/>
            </a:pPr>
            <a:endParaRPr kumimoji="0" sz="2000" b="0" i="0" u="none" strike="noStrike" kern="0" cap="none" spc="0" normalizeH="0" baseline="0" noProof="0">
              <a:ln>
                <a:noFill/>
              </a:ln>
              <a:solidFill>
                <a:srgbClr val="000000"/>
              </a:solidFill>
              <a:effectLst/>
              <a:uLnTx/>
              <a:uFillTx/>
              <a:latin typeface="Segoe Sans Text"/>
              <a:ea typeface="+mn-ea"/>
              <a:cs typeface="Segoe Sans Text" pitchFamily="2" charset="0"/>
              <a:sym typeface="Segoe UI Semilight"/>
            </a:endParaRPr>
          </a:p>
        </p:txBody>
      </p:sp>
      <p:sp>
        <p:nvSpPr>
          <p:cNvPr id="36" name="Grey oval containing warning">
            <a:extLst>
              <a:ext uri="{FF2B5EF4-FFF2-40B4-BE49-F238E27FC236}">
                <a16:creationId xmlns:a16="http://schemas.microsoft.com/office/drawing/2014/main" id="{951BD370-3346-F202-28DC-E9F891451039}"/>
              </a:ext>
              <a:ext uri="{C183D7F6-B498-43B3-948B-1728B52AA6E4}">
                <adec:decorative xmlns:adec="http://schemas.microsoft.com/office/drawing/2017/decorative" val="1"/>
              </a:ext>
            </a:extLst>
          </p:cNvPr>
          <p:cNvSpPr/>
          <p:nvPr/>
        </p:nvSpPr>
        <p:spPr>
          <a:xfrm>
            <a:off x="8300770" y="6601419"/>
            <a:ext cx="1631771" cy="60191"/>
          </a:xfrm>
          <a:prstGeom prst="roundRect">
            <a:avLst>
              <a:gd name="adj" fmla="val 50000"/>
            </a:avLst>
          </a:prstGeom>
          <a:gradFill flip="none" rotWithShape="0">
            <a:gsLst>
              <a:gs pos="0">
                <a:schemeClr val="accent5"/>
              </a:gs>
              <a:gs pos="100000">
                <a:schemeClr val="accent6"/>
              </a:gs>
            </a:gsLst>
            <a:lin ang="0" scaled="1"/>
            <a:tileRect/>
          </a:gradFill>
          <a:ln w="12700">
            <a:miter lim="400000"/>
          </a:ln>
          <a:effectLst>
            <a:outerShdw blurRad="254000" dist="50800" dir="2700000" sx="103000" sy="103000" rotWithShape="0">
              <a:srgbClr val="000000">
                <a:alpha val="20000"/>
              </a:srgbClr>
            </a:outerShdw>
          </a:effectLst>
        </p:spPr>
        <p:txBody>
          <a:bodyPr lIns="45705" tIns="45705" rIns="45705" bIns="45705" anchor="ctr"/>
          <a:lstStyle/>
          <a:p>
            <a:pPr marL="0" marR="0" lvl="0" indent="0" algn="ctr" defTabSz="931757" rtl="0" eaLnBrk="1" fontAlgn="auto" latinLnBrk="0" hangingPunct="0">
              <a:lnSpc>
                <a:spcPct val="100000"/>
              </a:lnSpc>
              <a:spcBef>
                <a:spcPts val="0"/>
              </a:spcBef>
              <a:spcAft>
                <a:spcPts val="0"/>
              </a:spcAft>
              <a:buClrTx/>
              <a:buSzTx/>
              <a:buFontTx/>
              <a:buNone/>
              <a:tabLst/>
              <a:defRPr/>
            </a:pPr>
            <a:endParaRPr kumimoji="0" sz="2000" b="0" i="0" u="none" strike="noStrike" kern="0" cap="none" spc="0" normalizeH="0" baseline="0" noProof="0">
              <a:ln>
                <a:noFill/>
              </a:ln>
              <a:solidFill>
                <a:srgbClr val="000000"/>
              </a:solidFill>
              <a:effectLst/>
              <a:uLnTx/>
              <a:uFillTx/>
              <a:latin typeface="Segoe Sans Text"/>
              <a:ea typeface="+mn-ea"/>
              <a:cs typeface="Segoe Sans Text" pitchFamily="2" charset="0"/>
              <a:sym typeface="Segoe UI Semilight"/>
            </a:endParaRPr>
          </a:p>
        </p:txBody>
      </p:sp>
      <p:cxnSp>
        <p:nvCxnSpPr>
          <p:cNvPr id="3" name="Straight Connector 2">
            <a:extLst>
              <a:ext uri="{FF2B5EF4-FFF2-40B4-BE49-F238E27FC236}">
                <a16:creationId xmlns:a16="http://schemas.microsoft.com/office/drawing/2014/main" id="{4EF3B580-07CD-56C7-F62D-9019149EBD31}"/>
              </a:ext>
              <a:ext uri="{C183D7F6-B498-43B3-948B-1728B52AA6E4}">
                <adec:decorative xmlns:adec="http://schemas.microsoft.com/office/drawing/2017/decorative" val="1"/>
              </a:ext>
            </a:extLst>
          </p:cNvPr>
          <p:cNvCxnSpPr>
            <a:cxnSpLocks/>
          </p:cNvCxnSpPr>
          <p:nvPr/>
        </p:nvCxnSpPr>
        <p:spPr>
          <a:xfrm flipH="1">
            <a:off x="624650" y="4558512"/>
            <a:ext cx="4904770" cy="0"/>
          </a:xfrm>
          <a:prstGeom prst="line">
            <a:avLst/>
          </a:prstGeom>
          <a:ln w="190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231FB05-9871-6F23-2963-FB4A56F5AAFB}"/>
              </a:ext>
              <a:ext uri="{C183D7F6-B498-43B3-948B-1728B52AA6E4}">
                <adec:decorative xmlns:adec="http://schemas.microsoft.com/office/drawing/2017/decorative" val="1"/>
              </a:ext>
            </a:extLst>
          </p:cNvPr>
          <p:cNvCxnSpPr>
            <a:cxnSpLocks/>
          </p:cNvCxnSpPr>
          <p:nvPr/>
        </p:nvCxnSpPr>
        <p:spPr>
          <a:xfrm flipH="1">
            <a:off x="6668044" y="3352396"/>
            <a:ext cx="4909116" cy="0"/>
          </a:xfrm>
          <a:prstGeom prst="line">
            <a:avLst/>
          </a:prstGeom>
          <a:ln w="190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1F47AC2-41DD-28DA-EEAF-2DFCECA450CF}"/>
              </a:ext>
            </a:extLst>
          </p:cNvPr>
          <p:cNvSpPr txBox="1"/>
          <p:nvPr/>
        </p:nvSpPr>
        <p:spPr>
          <a:xfrm>
            <a:off x="922892" y="2365519"/>
            <a:ext cx="4411139" cy="830997"/>
          </a:xfrm>
          <a:prstGeom prst="rect">
            <a:avLst/>
          </a:prstGeom>
          <a:noFill/>
        </p:spPr>
        <p:txBody>
          <a:bodyPr wrap="square" anchor="ctr">
            <a:spAutoFit/>
          </a:bodyPr>
          <a:lstStyle/>
          <a:p>
            <a:pPr marL="0" marR="0" lvl="0" indent="0" algn="ctr" defTabSz="91404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Incompatible SDKs across frameworks, each having unique abstractions and little interoperability</a:t>
            </a:r>
          </a:p>
        </p:txBody>
      </p:sp>
      <p:sp>
        <p:nvSpPr>
          <p:cNvPr id="38" name="TextBox 37">
            <a:extLst>
              <a:ext uri="{FF2B5EF4-FFF2-40B4-BE49-F238E27FC236}">
                <a16:creationId xmlns:a16="http://schemas.microsoft.com/office/drawing/2014/main" id="{C16F53A4-AA09-39E2-6473-8F5CC9258FE7}"/>
              </a:ext>
            </a:extLst>
          </p:cNvPr>
          <p:cNvSpPr txBox="1"/>
          <p:nvPr/>
        </p:nvSpPr>
        <p:spPr>
          <a:xfrm>
            <a:off x="851179" y="3630269"/>
            <a:ext cx="4548480" cy="584775"/>
          </a:xfrm>
          <a:prstGeom prst="rect">
            <a:avLst/>
          </a:prstGeom>
          <a:noFill/>
        </p:spPr>
        <p:txBody>
          <a:bodyPr wrap="square" anchor="ctr">
            <a:spAutoFit/>
          </a:bodyPr>
          <a:lstStyle>
            <a:defPPr>
              <a:defRPr lang="en-US"/>
            </a:defPPr>
            <a:lvl1pPr marR="0" lvl="0" indent="0" algn="ctr" defTabSz="914049"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Sans Text Semibold"/>
              </a:defRPr>
            </a:lvl1pPr>
          </a:lstStyle>
          <a:p>
            <a:r>
              <a:rPr lang="en-US" sz="1600"/>
              <a:t>Simple tool-calling but lack multi-agent communication patterns</a:t>
            </a:r>
          </a:p>
        </p:txBody>
      </p:sp>
      <p:grpSp>
        <p:nvGrpSpPr>
          <p:cNvPr id="39" name="Group 38">
            <a:extLst>
              <a:ext uri="{FF2B5EF4-FFF2-40B4-BE49-F238E27FC236}">
                <a16:creationId xmlns:a16="http://schemas.microsoft.com/office/drawing/2014/main" id="{57F3BB09-1DA0-C71B-5BCE-E749EEB40FE4}"/>
              </a:ext>
              <a:ext uri="{C183D7F6-B498-43B3-948B-1728B52AA6E4}">
                <adec:decorative xmlns:adec="http://schemas.microsoft.com/office/drawing/2017/decorative" val="1"/>
              </a:ext>
            </a:extLst>
          </p:cNvPr>
          <p:cNvGrpSpPr/>
          <p:nvPr/>
        </p:nvGrpSpPr>
        <p:grpSpPr>
          <a:xfrm>
            <a:off x="5553819" y="2611491"/>
            <a:ext cx="1217883" cy="219832"/>
            <a:chOff x="5536795" y="3198027"/>
            <a:chExt cx="1218229" cy="219832"/>
          </a:xfrm>
        </p:grpSpPr>
        <p:cxnSp>
          <p:nvCxnSpPr>
            <p:cNvPr id="40" name="Straight Connector 39">
              <a:extLst>
                <a:ext uri="{FF2B5EF4-FFF2-40B4-BE49-F238E27FC236}">
                  <a16:creationId xmlns:a16="http://schemas.microsoft.com/office/drawing/2014/main" id="{CF124802-F8AA-64B6-8ACD-E4E385351DC6}"/>
                </a:ext>
                <a:ext uri="{C183D7F6-B498-43B3-948B-1728B52AA6E4}">
                  <adec:decorative xmlns:adec="http://schemas.microsoft.com/office/drawing/2017/decorative" val="1"/>
                </a:ext>
              </a:extLst>
            </p:cNvPr>
            <p:cNvCxnSpPr>
              <a:cxnSpLocks/>
            </p:cNvCxnSpPr>
            <p:nvPr/>
          </p:nvCxnSpPr>
          <p:spPr>
            <a:xfrm>
              <a:off x="5536795" y="3307874"/>
              <a:ext cx="998773" cy="139"/>
            </a:xfrm>
            <a:prstGeom prst="line">
              <a:avLst/>
            </a:prstGeom>
            <a:noFill/>
            <a:ln w="19050" cap="flat" cmpd="sng" algn="ctr">
              <a:solidFill>
                <a:srgbClr val="454142"/>
              </a:solidFill>
              <a:prstDash val="solid"/>
              <a:headEnd type="none" w="med" len="med"/>
              <a:tailEnd type="none" w="med" len="med"/>
            </a:ln>
            <a:effectLst/>
          </p:spPr>
        </p:cxnSp>
        <p:grpSp>
          <p:nvGrpSpPr>
            <p:cNvPr id="41" name="Group 40">
              <a:extLst>
                <a:ext uri="{FF2B5EF4-FFF2-40B4-BE49-F238E27FC236}">
                  <a16:creationId xmlns:a16="http://schemas.microsoft.com/office/drawing/2014/main" id="{0B52EEC1-293E-844F-C315-90FC3BCAB3EE}"/>
                </a:ext>
                <a:ext uri="{C183D7F6-B498-43B3-948B-1728B52AA6E4}">
                  <adec:decorative xmlns:adec="http://schemas.microsoft.com/office/drawing/2017/decorative" val="1"/>
                </a:ext>
              </a:extLst>
            </p:cNvPr>
            <p:cNvGrpSpPr/>
            <p:nvPr/>
          </p:nvGrpSpPr>
          <p:grpSpPr>
            <a:xfrm>
              <a:off x="6535568" y="3198027"/>
              <a:ext cx="219456" cy="219832"/>
              <a:chOff x="1605271" y="2537559"/>
              <a:chExt cx="347545" cy="339399"/>
            </a:xfrm>
          </p:grpSpPr>
          <p:sp>
            <p:nvSpPr>
              <p:cNvPr id="42" name="Oval 41">
                <a:extLst>
                  <a:ext uri="{FF2B5EF4-FFF2-40B4-BE49-F238E27FC236}">
                    <a16:creationId xmlns:a16="http://schemas.microsoft.com/office/drawing/2014/main" id="{D65B1E0F-2DEB-A1FB-55C0-150A3A694557}"/>
                  </a:ext>
                </a:extLst>
              </p:cNvPr>
              <p:cNvSpPr/>
              <p:nvPr/>
            </p:nvSpPr>
            <p:spPr bwMode="auto">
              <a:xfrm>
                <a:off x="1605271" y="2537559"/>
                <a:ext cx="347545" cy="339399"/>
              </a:xfrm>
              <a:prstGeom prst="ellipse">
                <a:avLst/>
              </a:prstGeom>
              <a:solidFill>
                <a:schemeClr val="accent6">
                  <a:alpha val="50000"/>
                </a:schemeClr>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Segoe UI" pitchFamily="34" charset="0"/>
                  <a:cs typeface="Segoe Sans Text" pitchFamily="2" charset="0"/>
                </a:endParaRPr>
              </a:p>
            </p:txBody>
          </p:sp>
          <p:sp>
            <p:nvSpPr>
              <p:cNvPr id="43" name="Oval 42">
                <a:extLst>
                  <a:ext uri="{FF2B5EF4-FFF2-40B4-BE49-F238E27FC236}">
                    <a16:creationId xmlns:a16="http://schemas.microsoft.com/office/drawing/2014/main" id="{768EAA3B-332A-755F-9C5D-8A77D1A4683D}"/>
                  </a:ext>
                </a:extLst>
              </p:cNvPr>
              <p:cNvSpPr/>
              <p:nvPr/>
            </p:nvSpPr>
            <p:spPr bwMode="auto">
              <a:xfrm>
                <a:off x="1685545" y="2613758"/>
                <a:ext cx="186998" cy="187000"/>
              </a:xfrm>
              <a:prstGeom prst="ellipse">
                <a:avLst/>
              </a:prstGeom>
              <a:solidFill>
                <a:schemeClr val="accent5"/>
              </a:solidFill>
              <a:ln w="57150" cap="flat" cmpd="sng" algn="ctr">
                <a:noFill/>
                <a:prstDash val="solid"/>
                <a:headEnd type="none" w="med" len="med"/>
                <a:tailEnd type="none" w="med" len="med"/>
              </a:ln>
              <a:effectLst/>
            </p:spPr>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a:ea typeface="+mn-ea"/>
                  <a:cs typeface="Segoe Sans Text" pitchFamily="2" charset="0"/>
                </a:endParaRPr>
              </a:p>
            </p:txBody>
          </p:sp>
        </p:grpSp>
      </p:grpSp>
      <p:sp>
        <p:nvSpPr>
          <p:cNvPr id="44" name="TextBox 43">
            <a:extLst>
              <a:ext uri="{FF2B5EF4-FFF2-40B4-BE49-F238E27FC236}">
                <a16:creationId xmlns:a16="http://schemas.microsoft.com/office/drawing/2014/main" id="{63F7F999-4D7B-BA84-E83B-5204D914D0D3}"/>
              </a:ext>
            </a:extLst>
          </p:cNvPr>
          <p:cNvSpPr txBox="1"/>
          <p:nvPr/>
        </p:nvSpPr>
        <p:spPr>
          <a:xfrm>
            <a:off x="886025" y="4943671"/>
            <a:ext cx="4411139" cy="338554"/>
          </a:xfrm>
          <a:prstGeom prst="rect">
            <a:avLst/>
          </a:prstGeom>
          <a:noFill/>
        </p:spPr>
        <p:txBody>
          <a:bodyPr wrap="square" anchor="ctr">
            <a:spAutoFit/>
          </a:bodyPr>
          <a:lstStyle/>
          <a:p>
            <a:pPr marL="0" marR="0" lvl="0" indent="0" algn="ctr" defTabSz="914049" rtl="0" eaLnBrk="1" fontAlgn="auto" latinLnBrk="0" hangingPunct="1">
              <a:lnSpc>
                <a:spcPct val="100000"/>
              </a:lnSpc>
              <a:spcBef>
                <a:spcPts val="0"/>
              </a:spcBef>
              <a:spcAft>
                <a:spcPts val="0"/>
              </a:spcAft>
              <a:buClrTx/>
              <a:buSzTx/>
              <a:buFontTx/>
              <a:buNone/>
              <a:tabLst/>
              <a:defRPr/>
            </a:pPr>
            <a:r>
              <a:rPr lang="en-US" sz="1600">
                <a:solidFill>
                  <a:srgbClr val="000000"/>
                </a:solidFill>
                <a:latin typeface="Segoe Sans Text Semibold"/>
              </a:rPr>
              <a:t>Hard to debug locally or integrate into CI/CD</a:t>
            </a:r>
            <a:endParaRPr kumimoji="0" lang="en-US" sz="1600" b="0" i="0" u="none" strike="noStrike" kern="1200" cap="none" spc="0" normalizeH="0" baseline="0" noProof="0">
              <a:ln>
                <a:noFill/>
              </a:ln>
              <a:solidFill>
                <a:srgbClr val="000000"/>
              </a:solidFill>
              <a:effectLst/>
              <a:uLnTx/>
              <a:uFillTx/>
              <a:latin typeface="Segoe Sans Text Semibold"/>
              <a:ea typeface="+mn-ea"/>
              <a:cs typeface="+mn-cs"/>
            </a:endParaRPr>
          </a:p>
        </p:txBody>
      </p:sp>
      <p:sp>
        <p:nvSpPr>
          <p:cNvPr id="46" name="TextBox 45">
            <a:extLst>
              <a:ext uri="{FF2B5EF4-FFF2-40B4-BE49-F238E27FC236}">
                <a16:creationId xmlns:a16="http://schemas.microsoft.com/office/drawing/2014/main" id="{B0816778-2E0E-2227-A6FB-F870BB00C777}"/>
              </a:ext>
            </a:extLst>
          </p:cNvPr>
          <p:cNvSpPr txBox="1"/>
          <p:nvPr/>
        </p:nvSpPr>
        <p:spPr>
          <a:xfrm>
            <a:off x="6932137" y="4679594"/>
            <a:ext cx="4261320" cy="584775"/>
          </a:xfrm>
          <a:prstGeom prst="rect">
            <a:avLst/>
          </a:prstGeom>
          <a:noFill/>
        </p:spPr>
        <p:txBody>
          <a:bodyPr wrap="square" anchor="ctr">
            <a:spAutoFit/>
          </a:bodyPr>
          <a:lstStyle>
            <a:defPPr>
              <a:defRPr lang="en-US"/>
            </a:defPPr>
            <a:lvl1pPr algn="ctr" defTabSz="914225">
              <a:defRPr sz="1800">
                <a:latin typeface="+mj-lt"/>
              </a:defRPr>
            </a:lvl1pPr>
          </a:lstStyle>
          <a:p>
            <a:r>
              <a:rPr lang="en-US" sz="1600">
                <a:solidFill>
                  <a:srgbClr val="000000"/>
                </a:solidFill>
                <a:latin typeface="Segoe Sans Text Semibold"/>
              </a:rPr>
              <a:t>Prototype quickly in code on your laptop; deploy anywhere without rewrites</a:t>
            </a:r>
          </a:p>
        </p:txBody>
      </p:sp>
      <p:sp>
        <p:nvSpPr>
          <p:cNvPr id="47" name="TextBox 46">
            <a:extLst>
              <a:ext uri="{FF2B5EF4-FFF2-40B4-BE49-F238E27FC236}">
                <a16:creationId xmlns:a16="http://schemas.microsoft.com/office/drawing/2014/main" id="{19D917AE-4EF7-79D2-E487-EF1E6175B6C5}"/>
              </a:ext>
            </a:extLst>
          </p:cNvPr>
          <p:cNvSpPr txBox="1"/>
          <p:nvPr/>
        </p:nvSpPr>
        <p:spPr>
          <a:xfrm>
            <a:off x="7066807" y="2503614"/>
            <a:ext cx="4173620" cy="584775"/>
          </a:xfrm>
          <a:prstGeom prst="rect">
            <a:avLst/>
          </a:prstGeom>
          <a:noFill/>
        </p:spPr>
        <p:txBody>
          <a:bodyPr wrap="square" anchor="ctr">
            <a:spAutoFit/>
          </a:bodyPr>
          <a:lstStyle>
            <a:defPPr>
              <a:defRPr lang="en-US"/>
            </a:defPPr>
            <a:lvl1pPr algn="ctr" defTabSz="914225">
              <a:defRPr sz="1800">
                <a:latin typeface="+mj-lt"/>
              </a:defRPr>
            </a:lvl1pPr>
          </a:lstStyle>
          <a:p>
            <a:r>
              <a:rPr lang="en-US" sz="1600">
                <a:solidFill>
                  <a:srgbClr val="000000"/>
                </a:solidFill>
                <a:latin typeface="Segoe Sans Text Semibold"/>
              </a:rPr>
              <a:t>Native support for standardized open protocols like MCP and A2A</a:t>
            </a:r>
          </a:p>
        </p:txBody>
      </p:sp>
      <p:sp>
        <p:nvSpPr>
          <p:cNvPr id="48" name="TextBox 47">
            <a:extLst>
              <a:ext uri="{FF2B5EF4-FFF2-40B4-BE49-F238E27FC236}">
                <a16:creationId xmlns:a16="http://schemas.microsoft.com/office/drawing/2014/main" id="{98B730BB-A640-20E4-80F2-2710968CF3FE}"/>
              </a:ext>
            </a:extLst>
          </p:cNvPr>
          <p:cNvSpPr txBox="1"/>
          <p:nvPr/>
        </p:nvSpPr>
        <p:spPr>
          <a:xfrm>
            <a:off x="7002608" y="3585470"/>
            <a:ext cx="4261320" cy="584775"/>
          </a:xfrm>
          <a:prstGeom prst="rect">
            <a:avLst/>
          </a:prstGeom>
          <a:noFill/>
        </p:spPr>
        <p:txBody>
          <a:bodyPr wrap="square" anchor="ctr">
            <a:spAutoFit/>
          </a:bodyPr>
          <a:lstStyle>
            <a:defPPr>
              <a:defRPr lang="en-US"/>
            </a:defPPr>
            <a:lvl1pPr algn="ctr" defTabSz="914225">
              <a:defRPr sz="1800">
                <a:latin typeface="+mj-lt"/>
              </a:defRPr>
            </a:lvl1pPr>
          </a:lstStyle>
          <a:p>
            <a:r>
              <a:rPr lang="en-US" sz="1600">
                <a:solidFill>
                  <a:srgbClr val="000000"/>
                </a:solidFill>
                <a:latin typeface="Segoe Sans Text Semibold"/>
              </a:rPr>
              <a:t>Research-proven multi-agent patterns with threads, retries, and workflows</a:t>
            </a:r>
          </a:p>
        </p:txBody>
      </p:sp>
    </p:spTree>
    <p:extLst>
      <p:ext uri="{BB962C8B-B14F-4D97-AF65-F5344CB8AC3E}">
        <p14:creationId xmlns:p14="http://schemas.microsoft.com/office/powerpoint/2010/main" val="312349584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164DC0-B329-E6A8-9E46-189AE456AE49}"/>
            </a:ext>
          </a:extLst>
        </p:cNvPr>
        <p:cNvGrpSpPr/>
        <p:nvPr/>
      </p:nvGrpSpPr>
      <p:grpSpPr>
        <a:xfrm>
          <a:off x="0" y="0"/>
          <a:ext cx="0" cy="0"/>
          <a:chOff x="0" y="0"/>
          <a:chExt cx="0" cy="0"/>
        </a:xfrm>
      </p:grpSpPr>
      <p:sp>
        <p:nvSpPr>
          <p:cNvPr id="137" name="Title 1">
            <a:extLst>
              <a:ext uri="{FF2B5EF4-FFF2-40B4-BE49-F238E27FC236}">
                <a16:creationId xmlns:a16="http://schemas.microsoft.com/office/drawing/2014/main" id="{89BC2591-E3F7-B712-CEA3-2BFA1AC0677A}"/>
              </a:ext>
            </a:extLst>
          </p:cNvPr>
          <p:cNvSpPr txBox="1">
            <a:spLocks/>
          </p:cNvSpPr>
          <p:nvPr/>
        </p:nvSpPr>
        <p:spPr>
          <a:xfrm>
            <a:off x="588262" y="457200"/>
            <a:ext cx="11286059" cy="553998"/>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3200" spc="0">
                <a:ln>
                  <a:noFill/>
                </a:ln>
                <a:solidFill>
                  <a:srgbClr val="000000"/>
                </a:solidFill>
                <a:latin typeface="Segoe UI Semibold"/>
              </a:rPr>
              <a:t>Modern Agent Platform</a:t>
            </a:r>
            <a:endParaRPr kumimoji="0" lang="en-US" sz="3200" b="0" i="0" u="none" strike="noStrike" kern="1200" cap="none" spc="-50" normalizeH="0" baseline="0" noProof="0">
              <a:ln w="3175">
                <a:noFill/>
              </a:ln>
              <a:solidFill>
                <a:srgbClr val="0078D4"/>
              </a:solidFill>
              <a:effectLst/>
              <a:uLnTx/>
              <a:uFillTx/>
              <a:latin typeface="Segoe Sans Text Semibold"/>
              <a:ea typeface="+mn-ea"/>
              <a:cs typeface="Segoe Sans Text" pitchFamily="2" charset="0"/>
            </a:endParaRPr>
          </a:p>
        </p:txBody>
      </p:sp>
      <p:sp>
        <p:nvSpPr>
          <p:cNvPr id="5" name="Rectangle: Rounded Corners 4">
            <a:extLst>
              <a:ext uri="{FF2B5EF4-FFF2-40B4-BE49-F238E27FC236}">
                <a16:creationId xmlns:a16="http://schemas.microsoft.com/office/drawing/2014/main" id="{E07B186D-CA67-B7FA-B3E2-6C98004BB89B}"/>
              </a:ext>
              <a:ext uri="{C183D7F6-B498-43B3-948B-1728B52AA6E4}">
                <adec:decorative xmlns:adec="http://schemas.microsoft.com/office/drawing/2017/decorative" val="1"/>
              </a:ext>
            </a:extLst>
          </p:cNvPr>
          <p:cNvSpPr/>
          <p:nvPr/>
        </p:nvSpPr>
        <p:spPr bwMode="auto">
          <a:xfrm>
            <a:off x="429260" y="1712528"/>
            <a:ext cx="11333480" cy="4591454"/>
          </a:xfrm>
          <a:prstGeom prst="roundRect">
            <a:avLst>
              <a:gd name="adj" fmla="val 5361"/>
            </a:avLst>
          </a:prstGeom>
          <a:ln w="15875" cap="rnd">
            <a:solidFill>
              <a:schemeClr val="tx1">
                <a:alpha val="40000"/>
              </a:scheme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1" i="0" u="none" strike="noStrike" kern="1200" cap="none" spc="0" normalizeH="0" baseline="0" noProof="0">
              <a:ln>
                <a:noFill/>
              </a:ln>
              <a:noFill/>
              <a:effectLst/>
              <a:uLnTx/>
              <a:uFillTx/>
              <a:latin typeface="Segoe UI" panose="020B0502040204020203" pitchFamily="34" charset="0"/>
              <a:ea typeface="+mn-ea"/>
              <a:cs typeface="Segoe UI" panose="020B0502040204020203" pitchFamily="34" charset="0"/>
            </a:endParaRPr>
          </a:p>
        </p:txBody>
      </p:sp>
      <p:sp>
        <p:nvSpPr>
          <p:cNvPr id="10" name="Rectangle: Rounded Corners 9">
            <a:extLst>
              <a:ext uri="{FF2B5EF4-FFF2-40B4-BE49-F238E27FC236}">
                <a16:creationId xmlns:a16="http://schemas.microsoft.com/office/drawing/2014/main" id="{5F4B76EC-644F-A95B-FB3D-ABE607551D61}"/>
              </a:ext>
              <a:ext uri="{C183D7F6-B498-43B3-948B-1728B52AA6E4}">
                <adec:decorative xmlns:adec="http://schemas.microsoft.com/office/drawing/2017/decorative" val="1"/>
              </a:ext>
            </a:extLst>
          </p:cNvPr>
          <p:cNvSpPr>
            <a:spLocks/>
          </p:cNvSpPr>
          <p:nvPr/>
        </p:nvSpPr>
        <p:spPr>
          <a:xfrm rot="16200000" flipH="1">
            <a:off x="1338794" y="1107505"/>
            <a:ext cx="2073885" cy="3574946"/>
          </a:xfrm>
          <a:prstGeom prst="roundRect">
            <a:avLst>
              <a:gd name="adj" fmla="val 8465"/>
            </a:avLst>
          </a:prstGeom>
          <a:solidFill>
            <a:schemeClr val="tx1">
              <a:alpha val="10000"/>
            </a:scheme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
        <p:nvSpPr>
          <p:cNvPr id="30" name="Rectangle: Rounded Corners 29">
            <a:extLst>
              <a:ext uri="{FF2B5EF4-FFF2-40B4-BE49-F238E27FC236}">
                <a16:creationId xmlns:a16="http://schemas.microsoft.com/office/drawing/2014/main" id="{EDBAFE85-3C6A-0ED2-C78E-C4B75B8F82E2}"/>
              </a:ext>
              <a:ext uri="{C183D7F6-B498-43B3-948B-1728B52AA6E4}">
                <adec:decorative xmlns:adec="http://schemas.microsoft.com/office/drawing/2017/decorative" val="1"/>
              </a:ext>
            </a:extLst>
          </p:cNvPr>
          <p:cNvSpPr>
            <a:spLocks/>
          </p:cNvSpPr>
          <p:nvPr/>
        </p:nvSpPr>
        <p:spPr>
          <a:xfrm rot="16200000" flipH="1">
            <a:off x="5072745" y="1107505"/>
            <a:ext cx="2073885" cy="3574946"/>
          </a:xfrm>
          <a:prstGeom prst="roundRect">
            <a:avLst>
              <a:gd name="adj" fmla="val 8465"/>
            </a:avLst>
          </a:prstGeom>
          <a:solidFill>
            <a:schemeClr val="tx1">
              <a:alpha val="10000"/>
            </a:scheme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
        <p:nvSpPr>
          <p:cNvPr id="31" name="Rectangle: Rounded Corners 30">
            <a:extLst>
              <a:ext uri="{FF2B5EF4-FFF2-40B4-BE49-F238E27FC236}">
                <a16:creationId xmlns:a16="http://schemas.microsoft.com/office/drawing/2014/main" id="{72625209-34C9-83DC-C35C-BAC6BD245150}"/>
              </a:ext>
              <a:ext uri="{C183D7F6-B498-43B3-948B-1728B52AA6E4}">
                <adec:decorative xmlns:adec="http://schemas.microsoft.com/office/drawing/2017/decorative" val="1"/>
              </a:ext>
            </a:extLst>
          </p:cNvPr>
          <p:cNvSpPr>
            <a:spLocks/>
          </p:cNvSpPr>
          <p:nvPr/>
        </p:nvSpPr>
        <p:spPr>
          <a:xfrm rot="16200000" flipH="1">
            <a:off x="8779322" y="1107505"/>
            <a:ext cx="2073885" cy="3574946"/>
          </a:xfrm>
          <a:prstGeom prst="roundRect">
            <a:avLst>
              <a:gd name="adj" fmla="val 8465"/>
            </a:avLst>
          </a:prstGeom>
          <a:solidFill>
            <a:schemeClr val="tx1">
              <a:alpha val="10000"/>
            </a:scheme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
        <p:nvSpPr>
          <p:cNvPr id="37" name="Rectangle: Rounded Corners 36">
            <a:extLst>
              <a:ext uri="{FF2B5EF4-FFF2-40B4-BE49-F238E27FC236}">
                <a16:creationId xmlns:a16="http://schemas.microsoft.com/office/drawing/2014/main" id="{1D057380-A9F9-F33D-E2F1-F389F79E5875}"/>
              </a:ext>
              <a:ext uri="{C183D7F6-B498-43B3-948B-1728B52AA6E4}">
                <adec:decorative xmlns:adec="http://schemas.microsoft.com/office/drawing/2017/decorative" val="1"/>
              </a:ext>
            </a:extLst>
          </p:cNvPr>
          <p:cNvSpPr>
            <a:spLocks/>
          </p:cNvSpPr>
          <p:nvPr/>
        </p:nvSpPr>
        <p:spPr>
          <a:xfrm rot="16200000" flipH="1">
            <a:off x="1338794" y="3326898"/>
            <a:ext cx="2073885" cy="3574946"/>
          </a:xfrm>
          <a:prstGeom prst="roundRect">
            <a:avLst>
              <a:gd name="adj" fmla="val 8465"/>
            </a:avLst>
          </a:prstGeom>
          <a:solidFill>
            <a:schemeClr val="tx1">
              <a:alpha val="10000"/>
            </a:scheme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
        <p:nvSpPr>
          <p:cNvPr id="45" name="Rectangle: Rounded Corners 44">
            <a:extLst>
              <a:ext uri="{FF2B5EF4-FFF2-40B4-BE49-F238E27FC236}">
                <a16:creationId xmlns:a16="http://schemas.microsoft.com/office/drawing/2014/main" id="{32F0A2B5-BCDE-C11E-AFEA-55A42A1EE28C}"/>
              </a:ext>
              <a:ext uri="{C183D7F6-B498-43B3-948B-1728B52AA6E4}">
                <adec:decorative xmlns:adec="http://schemas.microsoft.com/office/drawing/2017/decorative" val="1"/>
              </a:ext>
            </a:extLst>
          </p:cNvPr>
          <p:cNvSpPr>
            <a:spLocks/>
          </p:cNvSpPr>
          <p:nvPr/>
        </p:nvSpPr>
        <p:spPr>
          <a:xfrm rot="16200000" flipH="1">
            <a:off x="5072745" y="3326898"/>
            <a:ext cx="2073885" cy="3574946"/>
          </a:xfrm>
          <a:prstGeom prst="roundRect">
            <a:avLst>
              <a:gd name="adj" fmla="val 8465"/>
            </a:avLst>
          </a:prstGeom>
          <a:solidFill>
            <a:schemeClr val="tx1">
              <a:alpha val="10000"/>
            </a:scheme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
        <p:nvSpPr>
          <p:cNvPr id="49" name="Rectangle: Rounded Corners 48">
            <a:extLst>
              <a:ext uri="{FF2B5EF4-FFF2-40B4-BE49-F238E27FC236}">
                <a16:creationId xmlns:a16="http://schemas.microsoft.com/office/drawing/2014/main" id="{FD2BA35F-D959-C755-1EC6-96BF18954546}"/>
              </a:ext>
              <a:ext uri="{C183D7F6-B498-43B3-948B-1728B52AA6E4}">
                <adec:decorative xmlns:adec="http://schemas.microsoft.com/office/drawing/2017/decorative" val="1"/>
              </a:ext>
            </a:extLst>
          </p:cNvPr>
          <p:cNvSpPr>
            <a:spLocks/>
          </p:cNvSpPr>
          <p:nvPr/>
        </p:nvSpPr>
        <p:spPr>
          <a:xfrm rot="16200000" flipH="1">
            <a:off x="8779322" y="3326898"/>
            <a:ext cx="2073885" cy="3574946"/>
          </a:xfrm>
          <a:prstGeom prst="roundRect">
            <a:avLst>
              <a:gd name="adj" fmla="val 8465"/>
            </a:avLst>
          </a:prstGeom>
          <a:solidFill>
            <a:schemeClr val="tx1">
              <a:alpha val="10000"/>
            </a:scheme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
        <p:nvSpPr>
          <p:cNvPr id="50" name="Oval 49">
            <a:extLst>
              <a:ext uri="{FF2B5EF4-FFF2-40B4-BE49-F238E27FC236}">
                <a16:creationId xmlns:a16="http://schemas.microsoft.com/office/drawing/2014/main" id="{18580E60-E809-45D4-5139-A712C2C4C18F}"/>
              </a:ext>
            </a:extLst>
          </p:cNvPr>
          <p:cNvSpPr/>
          <p:nvPr/>
        </p:nvSpPr>
        <p:spPr bwMode="auto">
          <a:xfrm>
            <a:off x="2070241" y="2179465"/>
            <a:ext cx="610990" cy="610990"/>
          </a:xfrm>
          <a:prstGeom prst="ellipse">
            <a:avLst/>
          </a:prstGeom>
          <a:gradFill flip="none" rotWithShape="1">
            <a:gsLst>
              <a:gs pos="99301">
                <a:srgbClr val="B9DCD2"/>
              </a:gs>
              <a:gs pos="35000">
                <a:srgbClr val="1B5793"/>
              </a:gs>
              <a:gs pos="5000">
                <a:srgbClr val="2A446F"/>
              </a:gs>
              <a:gs pos="81000">
                <a:srgbClr val="29A3C1"/>
              </a:gs>
            </a:gsLst>
            <a:lin ang="13500000" scaled="1"/>
            <a:tileRect/>
          </a:gradFill>
          <a:ln w="12700">
            <a:noFill/>
            <a:headEnd type="none" w="med" len="med"/>
            <a:tailEnd type="none" w="med" len="med"/>
          </a:ln>
          <a:effectLst>
            <a:outerShdw blurRad="279400" sx="101000" sy="101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52" name="Oval 51">
            <a:extLst>
              <a:ext uri="{FF2B5EF4-FFF2-40B4-BE49-F238E27FC236}">
                <a16:creationId xmlns:a16="http://schemas.microsoft.com/office/drawing/2014/main" id="{2D9B5DE8-97B6-5308-C15C-4F7B1C27C387}"/>
              </a:ext>
            </a:extLst>
          </p:cNvPr>
          <p:cNvSpPr/>
          <p:nvPr/>
        </p:nvSpPr>
        <p:spPr bwMode="auto">
          <a:xfrm>
            <a:off x="5804192" y="2179465"/>
            <a:ext cx="610990" cy="610990"/>
          </a:xfrm>
          <a:prstGeom prst="ellipse">
            <a:avLst/>
          </a:prstGeom>
          <a:gradFill flip="none" rotWithShape="1">
            <a:gsLst>
              <a:gs pos="99301">
                <a:srgbClr val="B9DCD2"/>
              </a:gs>
              <a:gs pos="35000">
                <a:srgbClr val="1B5793"/>
              </a:gs>
              <a:gs pos="5000">
                <a:srgbClr val="2A446F"/>
              </a:gs>
              <a:gs pos="81000">
                <a:srgbClr val="29A3C1"/>
              </a:gs>
            </a:gsLst>
            <a:lin ang="13500000" scaled="1"/>
            <a:tileRect/>
          </a:gradFill>
          <a:ln w="12700">
            <a:noFill/>
            <a:headEnd type="none" w="med" len="med"/>
            <a:tailEnd type="none" w="med" len="med"/>
          </a:ln>
          <a:effectLst>
            <a:outerShdw blurRad="279400" sx="101000" sy="101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pic>
        <p:nvPicPr>
          <p:cNvPr id="53" name="Graphic 52">
            <a:extLst>
              <a:ext uri="{FF2B5EF4-FFF2-40B4-BE49-F238E27FC236}">
                <a16:creationId xmlns:a16="http://schemas.microsoft.com/office/drawing/2014/main" id="{3802664D-605E-0C7A-A2B4-F61008DC616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907084" y="2282357"/>
            <a:ext cx="405207" cy="405207"/>
          </a:xfrm>
          <a:prstGeom prst="rect">
            <a:avLst/>
          </a:prstGeom>
        </p:spPr>
      </p:pic>
      <p:sp>
        <p:nvSpPr>
          <p:cNvPr id="54" name="Oval 53">
            <a:extLst>
              <a:ext uri="{FF2B5EF4-FFF2-40B4-BE49-F238E27FC236}">
                <a16:creationId xmlns:a16="http://schemas.microsoft.com/office/drawing/2014/main" id="{DA786A3A-D0C6-AF1C-B473-AF880278D58B}"/>
              </a:ext>
            </a:extLst>
          </p:cNvPr>
          <p:cNvSpPr/>
          <p:nvPr/>
        </p:nvSpPr>
        <p:spPr bwMode="auto">
          <a:xfrm>
            <a:off x="9510768" y="2179465"/>
            <a:ext cx="610990" cy="610990"/>
          </a:xfrm>
          <a:prstGeom prst="ellipse">
            <a:avLst/>
          </a:prstGeom>
          <a:gradFill flip="none" rotWithShape="1">
            <a:gsLst>
              <a:gs pos="99301">
                <a:srgbClr val="B9DCD2"/>
              </a:gs>
              <a:gs pos="35000">
                <a:srgbClr val="1B5793"/>
              </a:gs>
              <a:gs pos="5000">
                <a:srgbClr val="2A446F"/>
              </a:gs>
              <a:gs pos="81000">
                <a:srgbClr val="29A3C1"/>
              </a:gs>
            </a:gsLst>
            <a:lin ang="13500000" scaled="1"/>
            <a:tileRect/>
          </a:gradFill>
          <a:ln w="12700">
            <a:noFill/>
            <a:headEnd type="none" w="med" len="med"/>
            <a:tailEnd type="none" w="med" len="med"/>
          </a:ln>
          <a:effectLst>
            <a:outerShdw blurRad="279400" sx="101000" sy="101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56" name="Oval 55">
            <a:extLst>
              <a:ext uri="{FF2B5EF4-FFF2-40B4-BE49-F238E27FC236}">
                <a16:creationId xmlns:a16="http://schemas.microsoft.com/office/drawing/2014/main" id="{02CCB5ED-FA45-34D6-5A47-3B722FE81F74}"/>
              </a:ext>
            </a:extLst>
          </p:cNvPr>
          <p:cNvSpPr/>
          <p:nvPr/>
        </p:nvSpPr>
        <p:spPr bwMode="auto">
          <a:xfrm>
            <a:off x="9510768" y="4399571"/>
            <a:ext cx="610990" cy="610990"/>
          </a:xfrm>
          <a:prstGeom prst="ellipse">
            <a:avLst/>
          </a:prstGeom>
          <a:gradFill flip="none" rotWithShape="1">
            <a:gsLst>
              <a:gs pos="99301">
                <a:srgbClr val="B9DCD2"/>
              </a:gs>
              <a:gs pos="35000">
                <a:srgbClr val="1B5793"/>
              </a:gs>
              <a:gs pos="5000">
                <a:srgbClr val="2A446F"/>
              </a:gs>
              <a:gs pos="81000">
                <a:srgbClr val="29A3C1"/>
              </a:gs>
            </a:gsLst>
            <a:lin ang="13500000" scaled="1"/>
            <a:tileRect/>
          </a:gradFill>
          <a:ln w="12700">
            <a:noFill/>
            <a:headEnd type="none" w="med" len="med"/>
            <a:tailEnd type="none" w="med" len="med"/>
          </a:ln>
          <a:effectLst>
            <a:outerShdw blurRad="279400" sx="101000" sy="101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58" name="Oval 57">
            <a:extLst>
              <a:ext uri="{FF2B5EF4-FFF2-40B4-BE49-F238E27FC236}">
                <a16:creationId xmlns:a16="http://schemas.microsoft.com/office/drawing/2014/main" id="{8EB25F91-6916-C93F-ECF3-7DD63F87012C}"/>
              </a:ext>
            </a:extLst>
          </p:cNvPr>
          <p:cNvSpPr/>
          <p:nvPr/>
        </p:nvSpPr>
        <p:spPr bwMode="auto">
          <a:xfrm>
            <a:off x="5804192" y="4399571"/>
            <a:ext cx="610990" cy="610990"/>
          </a:xfrm>
          <a:prstGeom prst="ellipse">
            <a:avLst/>
          </a:prstGeom>
          <a:gradFill flip="none" rotWithShape="1">
            <a:gsLst>
              <a:gs pos="99301">
                <a:srgbClr val="B9DCD2"/>
              </a:gs>
              <a:gs pos="35000">
                <a:srgbClr val="1B5793"/>
              </a:gs>
              <a:gs pos="5000">
                <a:srgbClr val="2A446F"/>
              </a:gs>
              <a:gs pos="81000">
                <a:srgbClr val="29A3C1"/>
              </a:gs>
            </a:gsLst>
            <a:lin ang="13500000" scaled="1"/>
            <a:tileRect/>
          </a:gradFill>
          <a:ln w="12700">
            <a:noFill/>
            <a:headEnd type="none" w="med" len="med"/>
            <a:tailEnd type="none" w="med" len="med"/>
          </a:ln>
          <a:effectLst>
            <a:outerShdw blurRad="279400" sx="101000" sy="101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pic>
        <p:nvPicPr>
          <p:cNvPr id="59" name="Graphic 58">
            <a:extLst>
              <a:ext uri="{FF2B5EF4-FFF2-40B4-BE49-F238E27FC236}">
                <a16:creationId xmlns:a16="http://schemas.microsoft.com/office/drawing/2014/main" id="{3EBF250A-9884-C2DC-E46A-4D81F30C7D1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919276" y="4514655"/>
            <a:ext cx="380823" cy="380823"/>
          </a:xfrm>
          <a:prstGeom prst="rect">
            <a:avLst/>
          </a:prstGeom>
        </p:spPr>
      </p:pic>
      <p:sp>
        <p:nvSpPr>
          <p:cNvPr id="60" name="TextBox 59">
            <a:extLst>
              <a:ext uri="{FF2B5EF4-FFF2-40B4-BE49-F238E27FC236}">
                <a16:creationId xmlns:a16="http://schemas.microsoft.com/office/drawing/2014/main" id="{E1347F5C-3BC8-DE22-C2E8-48A3061ADEB5}"/>
              </a:ext>
            </a:extLst>
          </p:cNvPr>
          <p:cNvSpPr txBox="1"/>
          <p:nvPr/>
        </p:nvSpPr>
        <p:spPr>
          <a:xfrm>
            <a:off x="859569" y="3135421"/>
            <a:ext cx="3032335" cy="276999"/>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effectLst/>
                <a:uLnTx/>
                <a:uFillTx/>
                <a:latin typeface="Segoe UI" panose="020B0502040204020203" pitchFamily="34" charset="0"/>
                <a:ea typeface="+mn-ea"/>
                <a:cs typeface="Segoe UI" panose="020B0502040204020203" pitchFamily="34" charset="0"/>
              </a:rPr>
              <a:t>Local-first prototyping</a:t>
            </a:r>
          </a:p>
        </p:txBody>
      </p:sp>
      <p:sp>
        <p:nvSpPr>
          <p:cNvPr id="61" name="TextBox 60">
            <a:extLst>
              <a:ext uri="{FF2B5EF4-FFF2-40B4-BE49-F238E27FC236}">
                <a16:creationId xmlns:a16="http://schemas.microsoft.com/office/drawing/2014/main" id="{E8C64CB9-0A25-3AAE-908C-A3097F55C62E}"/>
              </a:ext>
            </a:extLst>
          </p:cNvPr>
          <p:cNvSpPr txBox="1"/>
          <p:nvPr/>
        </p:nvSpPr>
        <p:spPr>
          <a:xfrm>
            <a:off x="4593520" y="2996922"/>
            <a:ext cx="3032335"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effectLst/>
                <a:uLnTx/>
                <a:uFillTx/>
                <a:latin typeface="Segoe UI" panose="020B0502040204020203" pitchFamily="34" charset="0"/>
                <a:ea typeface="+mn-ea"/>
                <a:cs typeface="Segoe UI" panose="020B0502040204020203" pitchFamily="34" charset="0"/>
              </a:rPr>
              <a:t>Frictionless transition to production</a:t>
            </a:r>
            <a:endParaRPr kumimoji="0" lang="en-US" sz="1800" b="0" i="0" u="none" strike="noStrike" kern="0" cap="none" spc="0" normalizeH="0" baseline="0" noProof="0">
              <a:ln>
                <a:noFill/>
              </a:ln>
              <a:effectLst/>
              <a:uLnTx/>
              <a:uFillTx/>
              <a:latin typeface="Segoe UI Light" panose="020B0502040204020203" pitchFamily="34" charset="0"/>
              <a:ea typeface="+mn-ea"/>
              <a:cs typeface="Segoe UI Light" panose="020B0502040204020203" pitchFamily="34" charset="0"/>
            </a:endParaRPr>
          </a:p>
        </p:txBody>
      </p:sp>
      <p:sp>
        <p:nvSpPr>
          <p:cNvPr id="62" name="TextBox 61">
            <a:extLst>
              <a:ext uri="{FF2B5EF4-FFF2-40B4-BE49-F238E27FC236}">
                <a16:creationId xmlns:a16="http://schemas.microsoft.com/office/drawing/2014/main" id="{8452A662-6C5B-416B-1EC4-366DEF89DEAA}"/>
              </a:ext>
            </a:extLst>
          </p:cNvPr>
          <p:cNvSpPr txBox="1"/>
          <p:nvPr/>
        </p:nvSpPr>
        <p:spPr>
          <a:xfrm>
            <a:off x="8300096" y="3135421"/>
            <a:ext cx="3032335" cy="276999"/>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effectLst/>
                <a:uLnTx/>
                <a:uFillTx/>
                <a:latin typeface="Segoe UI" panose="020B0502040204020203" pitchFamily="34" charset="0"/>
                <a:ea typeface="+mn-ea"/>
                <a:cs typeface="Segoe UI" panose="020B0502040204020203" pitchFamily="34" charset="0"/>
              </a:rPr>
              <a:t>Open by design</a:t>
            </a:r>
            <a:endParaRPr kumimoji="0" lang="en-US" sz="1800" b="0" i="0" u="none" strike="noStrike" kern="0" cap="none" spc="0" normalizeH="0" baseline="0" noProof="0">
              <a:ln>
                <a:noFill/>
              </a:ln>
              <a:effectLst/>
              <a:uLnTx/>
              <a:uFillTx/>
              <a:latin typeface="Segoe UI Light" panose="020B0502040204020203" pitchFamily="34" charset="0"/>
              <a:ea typeface="+mn-ea"/>
              <a:cs typeface="Segoe UI Light" panose="020B0502040204020203" pitchFamily="34" charset="0"/>
            </a:endParaRPr>
          </a:p>
        </p:txBody>
      </p:sp>
      <p:sp>
        <p:nvSpPr>
          <p:cNvPr id="63" name="TextBox 62">
            <a:extLst>
              <a:ext uri="{FF2B5EF4-FFF2-40B4-BE49-F238E27FC236}">
                <a16:creationId xmlns:a16="http://schemas.microsoft.com/office/drawing/2014/main" id="{E4845998-AFB8-E26E-D0E0-A8DBE65D8ADF}"/>
              </a:ext>
            </a:extLst>
          </p:cNvPr>
          <p:cNvSpPr txBox="1"/>
          <p:nvPr/>
        </p:nvSpPr>
        <p:spPr>
          <a:xfrm>
            <a:off x="8300096" y="5355527"/>
            <a:ext cx="3032335" cy="276999"/>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effectLst/>
                <a:uLnTx/>
                <a:uFillTx/>
                <a:latin typeface="Segoe UI" panose="020B0502040204020203" pitchFamily="34" charset="0"/>
                <a:ea typeface="+mn-ea"/>
                <a:cs typeface="Segoe UI" panose="020B0502040204020203" pitchFamily="34" charset="0"/>
              </a:rPr>
              <a:t>Built-in guardrails</a:t>
            </a:r>
            <a:endParaRPr kumimoji="0" lang="en-US" sz="1800" b="0" i="0" u="none" strike="noStrike" kern="0" cap="none" spc="0" normalizeH="0" baseline="0" noProof="0">
              <a:ln>
                <a:noFill/>
              </a:ln>
              <a:effectLst/>
              <a:uLnTx/>
              <a:uFillTx/>
              <a:latin typeface="Segoe UI Light" panose="020B0502040204020203" pitchFamily="34" charset="0"/>
              <a:ea typeface="+mn-ea"/>
              <a:cs typeface="Segoe UI Light" panose="020B0502040204020203" pitchFamily="34" charset="0"/>
            </a:endParaRPr>
          </a:p>
        </p:txBody>
      </p:sp>
      <p:sp>
        <p:nvSpPr>
          <p:cNvPr id="64" name="TextBox 63">
            <a:extLst>
              <a:ext uri="{FF2B5EF4-FFF2-40B4-BE49-F238E27FC236}">
                <a16:creationId xmlns:a16="http://schemas.microsoft.com/office/drawing/2014/main" id="{E0FDBB3A-A8F4-48F9-D775-274635CE3E90}"/>
              </a:ext>
            </a:extLst>
          </p:cNvPr>
          <p:cNvSpPr txBox="1"/>
          <p:nvPr/>
        </p:nvSpPr>
        <p:spPr>
          <a:xfrm>
            <a:off x="4593520" y="5355527"/>
            <a:ext cx="3032335" cy="276999"/>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effectLst/>
                <a:uLnTx/>
                <a:uFillTx/>
                <a:latin typeface="Segoe UI" panose="020B0502040204020203" pitchFamily="34" charset="0"/>
                <a:ea typeface="+mn-ea"/>
                <a:cs typeface="Segoe UI" panose="020B0502040204020203" pitchFamily="34" charset="0"/>
              </a:rPr>
              <a:t>One-stop integration fabric</a:t>
            </a:r>
            <a:endParaRPr kumimoji="0" lang="en-US" sz="1800" b="0" i="0" u="none" strike="noStrike" kern="0" cap="none" spc="0" normalizeH="0" baseline="0" noProof="0">
              <a:ln>
                <a:noFill/>
              </a:ln>
              <a:effectLst/>
              <a:uLnTx/>
              <a:uFillTx/>
              <a:latin typeface="Segoe UI Light" panose="020B0502040204020203" pitchFamily="34" charset="0"/>
              <a:ea typeface="+mn-ea"/>
              <a:cs typeface="Segoe UI Light" panose="020B0502040204020203" pitchFamily="34" charset="0"/>
            </a:endParaRPr>
          </a:p>
        </p:txBody>
      </p:sp>
      <p:sp>
        <p:nvSpPr>
          <p:cNvPr id="65" name="TextBox 64">
            <a:extLst>
              <a:ext uri="{FF2B5EF4-FFF2-40B4-BE49-F238E27FC236}">
                <a16:creationId xmlns:a16="http://schemas.microsoft.com/office/drawing/2014/main" id="{98932531-1FE2-DF12-BB7E-28FB59D53037}"/>
              </a:ext>
            </a:extLst>
          </p:cNvPr>
          <p:cNvSpPr txBox="1"/>
          <p:nvPr/>
        </p:nvSpPr>
        <p:spPr>
          <a:xfrm>
            <a:off x="859569" y="5355527"/>
            <a:ext cx="3032335" cy="276999"/>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effectLst/>
                <a:uLnTx/>
                <a:uFillTx/>
                <a:latin typeface="Segoe UI" panose="020B0502040204020203" pitchFamily="34" charset="0"/>
                <a:ea typeface="+mn-ea"/>
                <a:cs typeface="Segoe UI" panose="020B0502040204020203" pitchFamily="34" charset="0"/>
              </a:rPr>
              <a:t>Interop by design</a:t>
            </a:r>
            <a:endParaRPr kumimoji="0" lang="en-US" sz="1800" b="0" i="0" u="none" strike="noStrike" kern="0" cap="none" spc="0" normalizeH="0" baseline="0" noProof="0">
              <a:ln>
                <a:noFill/>
              </a:ln>
              <a:effectLst/>
              <a:uLnTx/>
              <a:uFillTx/>
              <a:latin typeface="Segoe UI Light" panose="020B0502040204020203" pitchFamily="34" charset="0"/>
              <a:ea typeface="+mn-ea"/>
              <a:cs typeface="Segoe UI Light" panose="020B0502040204020203" pitchFamily="34" charset="0"/>
            </a:endParaRPr>
          </a:p>
        </p:txBody>
      </p:sp>
      <p:sp>
        <p:nvSpPr>
          <p:cNvPr id="66" name="Oval 65">
            <a:extLst>
              <a:ext uri="{FF2B5EF4-FFF2-40B4-BE49-F238E27FC236}">
                <a16:creationId xmlns:a16="http://schemas.microsoft.com/office/drawing/2014/main" id="{BCFE620B-36A1-98CF-EC86-D895ADA68AFC}"/>
              </a:ext>
            </a:extLst>
          </p:cNvPr>
          <p:cNvSpPr/>
          <p:nvPr/>
        </p:nvSpPr>
        <p:spPr bwMode="auto">
          <a:xfrm>
            <a:off x="2070241" y="4399571"/>
            <a:ext cx="610990" cy="610990"/>
          </a:xfrm>
          <a:prstGeom prst="ellipse">
            <a:avLst/>
          </a:prstGeom>
          <a:gradFill flip="none" rotWithShape="1">
            <a:gsLst>
              <a:gs pos="99301">
                <a:srgbClr val="B9DCD2"/>
              </a:gs>
              <a:gs pos="35000">
                <a:srgbClr val="1B5793"/>
              </a:gs>
              <a:gs pos="5000">
                <a:srgbClr val="2A446F"/>
              </a:gs>
              <a:gs pos="81000">
                <a:srgbClr val="29A3C1"/>
              </a:gs>
            </a:gsLst>
            <a:lin ang="13500000" scaled="1"/>
            <a:tileRect/>
          </a:gradFill>
          <a:ln w="12700">
            <a:noFill/>
            <a:headEnd type="none" w="med" len="med"/>
            <a:tailEnd type="none" w="med" len="med"/>
          </a:ln>
          <a:effectLst>
            <a:outerShdw blurRad="279400" sx="101000" sy="101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pic>
        <p:nvPicPr>
          <p:cNvPr id="67" name="Graphic 66">
            <a:extLst>
              <a:ext uri="{FF2B5EF4-FFF2-40B4-BE49-F238E27FC236}">
                <a16:creationId xmlns:a16="http://schemas.microsoft.com/office/drawing/2014/main" id="{141F803A-5006-A29A-0FE4-E716AF950F0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596969" y="2266029"/>
            <a:ext cx="462608" cy="462608"/>
          </a:xfrm>
          <a:prstGeom prst="rect">
            <a:avLst/>
          </a:prstGeom>
        </p:spPr>
      </p:pic>
      <p:pic>
        <p:nvPicPr>
          <p:cNvPr id="68" name="Graphic 67">
            <a:extLst>
              <a:ext uri="{FF2B5EF4-FFF2-40B4-BE49-F238E27FC236}">
                <a16:creationId xmlns:a16="http://schemas.microsoft.com/office/drawing/2014/main" id="{8A447934-E53E-F8D5-0280-E7A0F4AFAD2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572949" y="4446492"/>
            <a:ext cx="486628" cy="486628"/>
          </a:xfrm>
          <a:prstGeom prst="rect">
            <a:avLst/>
          </a:prstGeom>
        </p:spPr>
      </p:pic>
      <p:pic>
        <p:nvPicPr>
          <p:cNvPr id="2052" name="Picture 4" descr="GitHub White Logo Icons for Your Projects">
            <a:extLst>
              <a:ext uri="{FF2B5EF4-FFF2-40B4-BE49-F238E27FC236}">
                <a16:creationId xmlns:a16="http://schemas.microsoft.com/office/drawing/2014/main" id="{422F854B-91B5-636E-35ED-9C767883EF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1310" y="2250534"/>
            <a:ext cx="468852" cy="468852"/>
          </a:xfrm>
          <a:prstGeom prst="rect">
            <a:avLst/>
          </a:prstGeom>
          <a:noFill/>
          <a:extLst>
            <a:ext uri="{909E8E84-426E-40DD-AFC4-6F175D3DCCD1}">
              <a14:hiddenFill xmlns:a14="http://schemas.microsoft.com/office/drawing/2010/main">
                <a:solidFill>
                  <a:srgbClr val="FFFFFF"/>
                </a:solidFill>
              </a14:hiddenFill>
            </a:ext>
          </a:extLst>
        </p:spPr>
      </p:pic>
      <p:pic>
        <p:nvPicPr>
          <p:cNvPr id="71" name="Graphic 70">
            <a:extLst>
              <a:ext uri="{FF2B5EF4-FFF2-40B4-BE49-F238E27FC236}">
                <a16:creationId xmlns:a16="http://schemas.microsoft.com/office/drawing/2014/main" id="{986F7A9F-3177-9824-8BA6-A045FD754254}"/>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132423" y="4467419"/>
            <a:ext cx="462608" cy="462608"/>
          </a:xfrm>
          <a:prstGeom prst="rect">
            <a:avLst/>
          </a:prstGeom>
        </p:spPr>
      </p:pic>
    </p:spTree>
    <p:extLst>
      <p:ext uri="{BB962C8B-B14F-4D97-AF65-F5344CB8AC3E}">
        <p14:creationId xmlns:p14="http://schemas.microsoft.com/office/powerpoint/2010/main" val="409626343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55E9-49C3-B3AB-4539-ED2CE881390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A2503D6-7E0D-7187-46F1-29EF266016A0}"/>
              </a:ext>
            </a:extLst>
          </p:cNvPr>
          <p:cNvSpPr txBox="1">
            <a:spLocks/>
          </p:cNvSpPr>
          <p:nvPr/>
        </p:nvSpPr>
        <p:spPr>
          <a:xfrm>
            <a:off x="588263" y="457200"/>
            <a:ext cx="11018520"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j-ea"/>
                <a:cs typeface="+mj-cs"/>
              </a:rPr>
              <a:t>Microsoft has different ways of building agents</a:t>
            </a:r>
          </a:p>
        </p:txBody>
      </p:sp>
      <p:sp>
        <p:nvSpPr>
          <p:cNvPr id="24" name="TextBox 23">
            <a:extLst>
              <a:ext uri="{FF2B5EF4-FFF2-40B4-BE49-F238E27FC236}">
                <a16:creationId xmlns:a16="http://schemas.microsoft.com/office/drawing/2014/main" id="{2E2CCD0B-AB0F-9BC8-7A36-2A281921B86F}"/>
              </a:ext>
            </a:extLst>
          </p:cNvPr>
          <p:cNvSpPr txBox="1"/>
          <p:nvPr/>
        </p:nvSpPr>
        <p:spPr>
          <a:xfrm>
            <a:off x="4230804" y="5901417"/>
            <a:ext cx="378804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Light"/>
                <a:ea typeface="+mn-ea"/>
                <a:cs typeface="+mn-cs"/>
              </a:rPr>
              <a:t>Control, visibility, and customization</a:t>
            </a:r>
          </a:p>
        </p:txBody>
      </p:sp>
      <p:cxnSp>
        <p:nvCxnSpPr>
          <p:cNvPr id="25" name="Straight Arrow Connector 24">
            <a:extLst>
              <a:ext uri="{FF2B5EF4-FFF2-40B4-BE49-F238E27FC236}">
                <a16:creationId xmlns:a16="http://schemas.microsoft.com/office/drawing/2014/main" id="{BD96AD8E-9F73-E940-4462-374773F3126A}"/>
              </a:ext>
              <a:ext uri="{C183D7F6-B498-43B3-948B-1728B52AA6E4}">
                <adec:decorative xmlns:adec="http://schemas.microsoft.com/office/drawing/2017/decorative" val="1"/>
              </a:ext>
            </a:extLst>
          </p:cNvPr>
          <p:cNvCxnSpPr>
            <a:cxnSpLocks/>
          </p:cNvCxnSpPr>
          <p:nvPr/>
        </p:nvCxnSpPr>
        <p:spPr>
          <a:xfrm>
            <a:off x="2115403" y="5783970"/>
            <a:ext cx="8147713" cy="0"/>
          </a:xfrm>
          <a:prstGeom prst="straightConnector1">
            <a:avLst/>
          </a:prstGeom>
          <a:ln w="57150">
            <a:solidFill>
              <a:schemeClr val="accent2">
                <a:lumMod val="20000"/>
                <a:lumOff val="80000"/>
              </a:schemeClr>
            </a:solidFill>
            <a:headEnd type="arrow" w="lg" len="sm"/>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B057851-EAB1-A7F9-F37D-D99B72250777}"/>
              </a:ext>
              <a:ext uri="{C183D7F6-B498-43B3-948B-1728B52AA6E4}">
                <adec:decorative xmlns:adec="http://schemas.microsoft.com/office/drawing/2017/decorative" val="1"/>
              </a:ext>
            </a:extLst>
          </p:cNvPr>
          <p:cNvCxnSpPr>
            <a:cxnSpLocks/>
          </p:cNvCxnSpPr>
          <p:nvPr/>
        </p:nvCxnSpPr>
        <p:spPr>
          <a:xfrm flipH="1">
            <a:off x="2019868" y="2037731"/>
            <a:ext cx="8243248" cy="0"/>
          </a:xfrm>
          <a:prstGeom prst="straightConnector1">
            <a:avLst/>
          </a:prstGeom>
          <a:ln w="57150">
            <a:solidFill>
              <a:schemeClr val="accent1">
                <a:lumMod val="40000"/>
                <a:lumOff val="60000"/>
              </a:schemeClr>
            </a:solidFill>
            <a:headEnd type="arrow" w="lg" len="sm"/>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BA90938-3FC0-2B4A-12F8-4305DC7427DB}"/>
              </a:ext>
            </a:extLst>
          </p:cNvPr>
          <p:cNvSpPr txBox="1"/>
          <p:nvPr/>
        </p:nvSpPr>
        <p:spPr>
          <a:xfrm>
            <a:off x="3084394" y="1511179"/>
            <a:ext cx="622291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Light"/>
                <a:ea typeface="+mn-ea"/>
                <a:cs typeface="+mn-cs"/>
              </a:rPr>
              <a:t>Platform Integrations, ease-of-use, and development speed</a:t>
            </a:r>
          </a:p>
        </p:txBody>
      </p:sp>
      <p:grpSp>
        <p:nvGrpSpPr>
          <p:cNvPr id="76" name="Group 75">
            <a:extLst>
              <a:ext uri="{FF2B5EF4-FFF2-40B4-BE49-F238E27FC236}">
                <a16:creationId xmlns:a16="http://schemas.microsoft.com/office/drawing/2014/main" id="{A7FA731D-7DA4-7C40-723D-07E9755EB632}"/>
              </a:ext>
            </a:extLst>
          </p:cNvPr>
          <p:cNvGrpSpPr/>
          <p:nvPr/>
        </p:nvGrpSpPr>
        <p:grpSpPr>
          <a:xfrm>
            <a:off x="1282890" y="2373916"/>
            <a:ext cx="9626220" cy="3013626"/>
            <a:chOff x="1282890" y="2373916"/>
            <a:chExt cx="9626220" cy="3013626"/>
          </a:xfrm>
        </p:grpSpPr>
        <p:sp>
          <p:nvSpPr>
            <p:cNvPr id="23" name="Rounded Rectangle 11">
              <a:extLst>
                <a:ext uri="{FF2B5EF4-FFF2-40B4-BE49-F238E27FC236}">
                  <a16:creationId xmlns:a16="http://schemas.microsoft.com/office/drawing/2014/main" id="{378EE9AA-E10D-FF5D-C4E3-8CF4255A0252}"/>
                </a:ext>
                <a:ext uri="{C183D7F6-B498-43B3-948B-1728B52AA6E4}">
                  <adec:decorative xmlns:adec="http://schemas.microsoft.com/office/drawing/2017/decorative" val="1"/>
                </a:ext>
              </a:extLst>
            </p:cNvPr>
            <p:cNvSpPr>
              <a:spLocks/>
            </p:cNvSpPr>
            <p:nvPr/>
          </p:nvSpPr>
          <p:spPr bwMode="auto">
            <a:xfrm>
              <a:off x="1282890" y="2373916"/>
              <a:ext cx="9626220" cy="3013626"/>
            </a:xfrm>
            <a:prstGeom prst="roundRect">
              <a:avLst>
                <a:gd name="adj" fmla="val 8457"/>
              </a:avLst>
            </a:prstGeom>
            <a:solidFill>
              <a:schemeClr val="tx1"/>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52" name="Freeform 51">
              <a:extLst>
                <a:ext uri="{FF2B5EF4-FFF2-40B4-BE49-F238E27FC236}">
                  <a16:creationId xmlns:a16="http://schemas.microsoft.com/office/drawing/2014/main" id="{C7AB43A5-5AC9-20E4-AA45-F67E45F4D59D}"/>
                </a:ext>
                <a:ext uri="{C183D7F6-B498-43B3-948B-1728B52AA6E4}">
                  <adec:decorative xmlns:adec="http://schemas.microsoft.com/office/drawing/2017/decorative" val="1"/>
                </a:ext>
              </a:extLst>
            </p:cNvPr>
            <p:cNvSpPr>
              <a:spLocks/>
            </p:cNvSpPr>
            <p:nvPr/>
          </p:nvSpPr>
          <p:spPr bwMode="auto">
            <a:xfrm>
              <a:off x="1282890" y="2373916"/>
              <a:ext cx="9626220" cy="1346768"/>
            </a:xfrm>
            <a:custGeom>
              <a:avLst/>
              <a:gdLst>
                <a:gd name="connsiteX0" fmla="*/ 254862 w 9626220"/>
                <a:gd name="connsiteY0" fmla="*/ 0 h 1346768"/>
                <a:gd name="connsiteX1" fmla="*/ 9371358 w 9626220"/>
                <a:gd name="connsiteY1" fmla="*/ 0 h 1346768"/>
                <a:gd name="connsiteX2" fmla="*/ 9626220 w 9626220"/>
                <a:gd name="connsiteY2" fmla="*/ 254862 h 1346768"/>
                <a:gd name="connsiteX3" fmla="*/ 9626220 w 9626220"/>
                <a:gd name="connsiteY3" fmla="*/ 1346768 h 1346768"/>
                <a:gd name="connsiteX4" fmla="*/ 0 w 9626220"/>
                <a:gd name="connsiteY4" fmla="*/ 1346768 h 1346768"/>
                <a:gd name="connsiteX5" fmla="*/ 0 w 9626220"/>
                <a:gd name="connsiteY5" fmla="*/ 254862 h 1346768"/>
                <a:gd name="connsiteX6" fmla="*/ 254862 w 9626220"/>
                <a:gd name="connsiteY6" fmla="*/ 0 h 134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6220" h="1346768">
                  <a:moveTo>
                    <a:pt x="254862" y="0"/>
                  </a:moveTo>
                  <a:lnTo>
                    <a:pt x="9371358" y="0"/>
                  </a:lnTo>
                  <a:cubicBezTo>
                    <a:pt x="9512114" y="0"/>
                    <a:pt x="9626220" y="114106"/>
                    <a:pt x="9626220" y="254862"/>
                  </a:cubicBezTo>
                  <a:lnTo>
                    <a:pt x="9626220" y="1346768"/>
                  </a:lnTo>
                  <a:lnTo>
                    <a:pt x="0" y="1346768"/>
                  </a:lnTo>
                  <a:lnTo>
                    <a:pt x="0" y="254862"/>
                  </a:lnTo>
                  <a:cubicBezTo>
                    <a:pt x="0" y="114106"/>
                    <a:pt x="114106" y="0"/>
                    <a:pt x="254862" y="0"/>
                  </a:cubicBezTo>
                  <a:close/>
                </a:path>
              </a:pathLst>
            </a:custGeom>
            <a:gradFill>
              <a:gsLst>
                <a:gs pos="0">
                  <a:schemeClr val="accent1">
                    <a:alpha val="79000"/>
                  </a:schemeClr>
                </a:gs>
                <a:gs pos="99000">
                  <a:srgbClr val="2D92CC">
                    <a:alpha val="80000"/>
                  </a:srgbClr>
                </a:gs>
              </a:gsLst>
              <a:lin ang="4200000" scaled="0"/>
            </a:gra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grpSp>
      <p:sp>
        <p:nvSpPr>
          <p:cNvPr id="2" name="TextBox 1">
            <a:extLst>
              <a:ext uri="{FF2B5EF4-FFF2-40B4-BE49-F238E27FC236}">
                <a16:creationId xmlns:a16="http://schemas.microsoft.com/office/drawing/2014/main" id="{360D73C3-F2C1-9F85-D8CD-257AF70A16EE}"/>
              </a:ext>
            </a:extLst>
          </p:cNvPr>
          <p:cNvSpPr txBox="1"/>
          <p:nvPr/>
        </p:nvSpPr>
        <p:spPr>
          <a:xfrm>
            <a:off x="2073708" y="2687921"/>
            <a:ext cx="2703646"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IaaS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Box 4">
            <a:extLst>
              <a:ext uri="{FF2B5EF4-FFF2-40B4-BE49-F238E27FC236}">
                <a16:creationId xmlns:a16="http://schemas.microsoft.com/office/drawing/2014/main" id="{62E1FD04-B893-3BA5-B34B-DD664DE0459F}"/>
              </a:ext>
            </a:extLst>
          </p:cNvPr>
          <p:cNvSpPr txBox="1"/>
          <p:nvPr/>
        </p:nvSpPr>
        <p:spPr>
          <a:xfrm>
            <a:off x="5234447" y="2647163"/>
            <a:ext cx="2253962"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PaaS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6" name="TextBox 15">
            <a:extLst>
              <a:ext uri="{FF2B5EF4-FFF2-40B4-BE49-F238E27FC236}">
                <a16:creationId xmlns:a16="http://schemas.microsoft.com/office/drawing/2014/main" id="{6918CA71-662E-9D28-5E89-E6DB79968DF5}"/>
              </a:ext>
            </a:extLst>
          </p:cNvPr>
          <p:cNvSpPr txBox="1"/>
          <p:nvPr/>
        </p:nvSpPr>
        <p:spPr>
          <a:xfrm>
            <a:off x="8132110" y="2674459"/>
            <a:ext cx="2253962"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SaaS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grpSp>
        <p:nvGrpSpPr>
          <p:cNvPr id="17" name="Graphic 8" descr="Gears with solid fill">
            <a:extLst>
              <a:ext uri="{FF2B5EF4-FFF2-40B4-BE49-F238E27FC236}">
                <a16:creationId xmlns:a16="http://schemas.microsoft.com/office/drawing/2014/main" id="{00A60875-2A69-104F-456D-8E87BA83D231}"/>
              </a:ext>
            </a:extLst>
          </p:cNvPr>
          <p:cNvGrpSpPr/>
          <p:nvPr/>
        </p:nvGrpSpPr>
        <p:grpSpPr>
          <a:xfrm rot="938220">
            <a:off x="5241761" y="2723638"/>
            <a:ext cx="420206" cy="508502"/>
            <a:chOff x="8459764" y="2473290"/>
            <a:chExt cx="621029" cy="751522"/>
          </a:xfrm>
          <a:solidFill>
            <a:schemeClr val="tx1"/>
          </a:solidFill>
          <a:effectLst>
            <a:outerShdw blurRad="63500" dist="12700" dir="2700000" algn="tl" rotWithShape="0">
              <a:prstClr val="black">
                <a:alpha val="10000"/>
              </a:prstClr>
            </a:outerShdw>
          </a:effectLst>
        </p:grpSpPr>
        <p:sp>
          <p:nvSpPr>
            <p:cNvPr id="18" name="Freeform: Shape 21">
              <a:extLst>
                <a:ext uri="{FF2B5EF4-FFF2-40B4-BE49-F238E27FC236}">
                  <a16:creationId xmlns:a16="http://schemas.microsoft.com/office/drawing/2014/main" id="{194585D0-97E7-EC21-801E-E92475C5D8B7}"/>
                </a:ext>
              </a:extLst>
            </p:cNvPr>
            <p:cNvSpPr/>
            <p:nvPr/>
          </p:nvSpPr>
          <p:spPr>
            <a:xfrm>
              <a:off x="8675030" y="2473290"/>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Light"/>
                <a:ea typeface="+mn-ea"/>
                <a:cs typeface="+mn-cs"/>
              </a:endParaRPr>
            </a:p>
          </p:txBody>
        </p:sp>
        <p:sp>
          <p:nvSpPr>
            <p:cNvPr id="19" name="Freeform: Shape 23">
              <a:extLst>
                <a:ext uri="{FF2B5EF4-FFF2-40B4-BE49-F238E27FC236}">
                  <a16:creationId xmlns:a16="http://schemas.microsoft.com/office/drawing/2014/main" id="{25D79DB5-70E5-CC78-EEFF-260A7DA31EBF}"/>
                </a:ext>
              </a:extLst>
            </p:cNvPr>
            <p:cNvSpPr/>
            <p:nvPr/>
          </p:nvSpPr>
          <p:spPr>
            <a:xfrm>
              <a:off x="8459764" y="2820000"/>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Light"/>
                <a:ea typeface="+mn-ea"/>
                <a:cs typeface="+mn-cs"/>
              </a:endParaRPr>
            </a:p>
          </p:txBody>
        </p:sp>
      </p:grpSp>
      <p:sp>
        <p:nvSpPr>
          <p:cNvPr id="20" name="Graphic 12" descr="Cloud with solid fill">
            <a:extLst>
              <a:ext uri="{FF2B5EF4-FFF2-40B4-BE49-F238E27FC236}">
                <a16:creationId xmlns:a16="http://schemas.microsoft.com/office/drawing/2014/main" id="{99669F6A-2A55-CD86-F002-EE8678AB25E9}"/>
              </a:ext>
            </a:extLst>
          </p:cNvPr>
          <p:cNvSpPr/>
          <p:nvPr/>
        </p:nvSpPr>
        <p:spPr>
          <a:xfrm>
            <a:off x="2298872" y="2877740"/>
            <a:ext cx="529429" cy="301430"/>
          </a:xfrm>
          <a:custGeom>
            <a:avLst/>
            <a:gdLst>
              <a:gd name="connsiteX0" fmla="*/ 689427 w 802774"/>
              <a:gd name="connsiteY0" fmla="*/ 227507 h 457059"/>
              <a:gd name="connsiteX1" fmla="*/ 679902 w 802774"/>
              <a:gd name="connsiteY1" fmla="*/ 227507 h 457059"/>
              <a:gd name="connsiteX2" fmla="*/ 679902 w 802774"/>
              <a:gd name="connsiteY2" fmla="*/ 227507 h 457059"/>
              <a:gd name="connsiteX3" fmla="*/ 619895 w 802774"/>
              <a:gd name="connsiteY3" fmla="*/ 111302 h 457059"/>
              <a:gd name="connsiteX4" fmla="*/ 489403 w 802774"/>
              <a:gd name="connsiteY4" fmla="*/ 93204 h 457059"/>
              <a:gd name="connsiteX5" fmla="*/ 296998 w 802774"/>
              <a:gd name="connsiteY5" fmla="*/ 4622 h 457059"/>
              <a:gd name="connsiteX6" fmla="*/ 165552 w 802774"/>
              <a:gd name="connsiteY6" fmla="*/ 170357 h 457059"/>
              <a:gd name="connsiteX7" fmla="*/ 165552 w 802774"/>
              <a:gd name="connsiteY7" fmla="*/ 172262 h 457059"/>
              <a:gd name="connsiteX8" fmla="*/ 28392 w 802774"/>
              <a:gd name="connsiteY8" fmla="*/ 227507 h 457059"/>
              <a:gd name="connsiteX9" fmla="*/ 13152 w 802774"/>
              <a:gd name="connsiteY9" fmla="*/ 374192 h 457059"/>
              <a:gd name="connsiteX10" fmla="*/ 136025 w 802774"/>
              <a:gd name="connsiteY10" fmla="*/ 456107 h 457059"/>
              <a:gd name="connsiteX11" fmla="*/ 136025 w 802774"/>
              <a:gd name="connsiteY11" fmla="*/ 457059 h 457059"/>
              <a:gd name="connsiteX12" fmla="*/ 688475 w 802774"/>
              <a:gd name="connsiteY12" fmla="*/ 457059 h 457059"/>
              <a:gd name="connsiteX13" fmla="*/ 802775 w 802774"/>
              <a:gd name="connsiteY13" fmla="*/ 342759 h 457059"/>
              <a:gd name="connsiteX14" fmla="*/ 689427 w 802774"/>
              <a:gd name="connsiteY14" fmla="*/ 227507 h 45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2774" h="457059">
                <a:moveTo>
                  <a:pt x="689427" y="227507"/>
                </a:moveTo>
                <a:cubicBezTo>
                  <a:pt x="686570" y="227507"/>
                  <a:pt x="682760" y="227507"/>
                  <a:pt x="679902" y="227507"/>
                </a:cubicBezTo>
                <a:cubicBezTo>
                  <a:pt x="679902" y="227507"/>
                  <a:pt x="679902" y="227507"/>
                  <a:pt x="679902" y="227507"/>
                </a:cubicBezTo>
                <a:cubicBezTo>
                  <a:pt x="679902" y="180834"/>
                  <a:pt x="657043" y="137972"/>
                  <a:pt x="619895" y="111302"/>
                </a:cubicBezTo>
                <a:cubicBezTo>
                  <a:pt x="581795" y="84632"/>
                  <a:pt x="533218" y="77964"/>
                  <a:pt x="489403" y="93204"/>
                </a:cubicBezTo>
                <a:cubicBezTo>
                  <a:pt x="453208" y="22719"/>
                  <a:pt x="373198" y="-13476"/>
                  <a:pt x="296998" y="4622"/>
                </a:cubicBezTo>
                <a:cubicBezTo>
                  <a:pt x="220797" y="22719"/>
                  <a:pt x="165552" y="91299"/>
                  <a:pt x="165552" y="170357"/>
                </a:cubicBezTo>
                <a:cubicBezTo>
                  <a:pt x="165552" y="170357"/>
                  <a:pt x="165552" y="171309"/>
                  <a:pt x="165552" y="172262"/>
                </a:cubicBezTo>
                <a:cubicBezTo>
                  <a:pt x="113165" y="163689"/>
                  <a:pt x="60777" y="185597"/>
                  <a:pt x="28392" y="227507"/>
                </a:cubicBezTo>
                <a:cubicBezTo>
                  <a:pt x="-3040" y="270369"/>
                  <a:pt x="-8755" y="326567"/>
                  <a:pt x="13152" y="374192"/>
                </a:cubicBezTo>
                <a:cubicBezTo>
                  <a:pt x="36012" y="421817"/>
                  <a:pt x="83637" y="453249"/>
                  <a:pt x="136025" y="456107"/>
                </a:cubicBezTo>
                <a:lnTo>
                  <a:pt x="136025" y="457059"/>
                </a:lnTo>
                <a:lnTo>
                  <a:pt x="688475" y="457059"/>
                </a:lnTo>
                <a:cubicBezTo>
                  <a:pt x="751340" y="457059"/>
                  <a:pt x="802775" y="405624"/>
                  <a:pt x="802775" y="342759"/>
                </a:cubicBezTo>
                <a:cubicBezTo>
                  <a:pt x="802775" y="279894"/>
                  <a:pt x="752293" y="227507"/>
                  <a:pt x="689427" y="227507"/>
                </a:cubicBezTo>
                <a:close/>
              </a:path>
            </a:pathLst>
          </a:custGeom>
          <a:solidFill>
            <a:schemeClr val="tx1"/>
          </a:solidFill>
          <a:ln w="9525" cap="flat">
            <a:noFill/>
            <a:prstDash val="solid"/>
            <a:miter/>
          </a:ln>
          <a:effectLst>
            <a:outerShdw blurRad="63500" dist="12700" dir="2700000" algn="tl" rotWithShape="0">
              <a:prstClr val="black">
                <a:alpha val="1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Light"/>
              <a:ea typeface="+mn-ea"/>
              <a:cs typeface="+mn-cs"/>
            </a:endParaRPr>
          </a:p>
        </p:txBody>
      </p:sp>
      <p:pic>
        <p:nvPicPr>
          <p:cNvPr id="22" name="Graphic 21" descr="Cursor with solid fill">
            <a:extLst>
              <a:ext uri="{FF2B5EF4-FFF2-40B4-BE49-F238E27FC236}">
                <a16:creationId xmlns:a16="http://schemas.microsoft.com/office/drawing/2014/main" id="{ED03A333-DEB0-6A8A-3970-69BA47154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02446" y="2706638"/>
            <a:ext cx="585814" cy="585814"/>
          </a:xfrm>
          <a:prstGeom prst="rect">
            <a:avLst/>
          </a:prstGeom>
          <a:effectLst>
            <a:outerShdw blurRad="63500" dist="12700" dir="2700000" algn="tl" rotWithShape="0">
              <a:prstClr val="black">
                <a:alpha val="10000"/>
              </a:prstClr>
            </a:outerShdw>
          </a:effectLst>
        </p:spPr>
      </p:pic>
      <p:sp>
        <p:nvSpPr>
          <p:cNvPr id="68" name="TextBox 67">
            <a:extLst>
              <a:ext uri="{FF2B5EF4-FFF2-40B4-BE49-F238E27FC236}">
                <a16:creationId xmlns:a16="http://schemas.microsoft.com/office/drawing/2014/main" id="{EB34E7CE-CA41-74F1-714B-F80CDFFAA32C}"/>
              </a:ext>
            </a:extLst>
          </p:cNvPr>
          <p:cNvSpPr txBox="1"/>
          <p:nvPr/>
        </p:nvSpPr>
        <p:spPr>
          <a:xfrm>
            <a:off x="2173505" y="3240382"/>
            <a:ext cx="191841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light"/>
                <a:ea typeface="+mn-ea"/>
                <a:cs typeface="+mn-cs"/>
              </a:rPr>
              <a:t>Infrastructure-as-a-service</a:t>
            </a:r>
          </a:p>
        </p:txBody>
      </p:sp>
      <p:sp>
        <p:nvSpPr>
          <p:cNvPr id="69" name="TextBox 68">
            <a:extLst>
              <a:ext uri="{FF2B5EF4-FFF2-40B4-BE49-F238E27FC236}">
                <a16:creationId xmlns:a16="http://schemas.microsoft.com/office/drawing/2014/main" id="{8CFD09D1-4864-EE12-92F0-2A65EBC8680A}"/>
              </a:ext>
            </a:extLst>
          </p:cNvPr>
          <p:cNvSpPr txBox="1"/>
          <p:nvPr/>
        </p:nvSpPr>
        <p:spPr>
          <a:xfrm>
            <a:off x="5322646" y="3240382"/>
            <a:ext cx="159793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light"/>
                <a:ea typeface="+mn-ea"/>
                <a:cs typeface="+mn-cs"/>
              </a:rPr>
              <a:t>Platform-as-a-service</a:t>
            </a:r>
          </a:p>
        </p:txBody>
      </p:sp>
      <p:sp>
        <p:nvSpPr>
          <p:cNvPr id="71" name="TextBox 70">
            <a:extLst>
              <a:ext uri="{FF2B5EF4-FFF2-40B4-BE49-F238E27FC236}">
                <a16:creationId xmlns:a16="http://schemas.microsoft.com/office/drawing/2014/main" id="{8C885E1E-6114-A4D2-4A09-FEE10F9F5CD5}"/>
              </a:ext>
            </a:extLst>
          </p:cNvPr>
          <p:cNvSpPr txBox="1"/>
          <p:nvPr/>
        </p:nvSpPr>
        <p:spPr>
          <a:xfrm>
            <a:off x="8312073" y="3243910"/>
            <a:ext cx="16122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light"/>
                <a:ea typeface="+mn-ea"/>
                <a:cs typeface="+mn-cs"/>
              </a:rPr>
              <a:t>Software-as-a-service</a:t>
            </a:r>
          </a:p>
        </p:txBody>
      </p:sp>
      <p:sp>
        <p:nvSpPr>
          <p:cNvPr id="9" name="Rounded Rectangle 11">
            <a:extLst>
              <a:ext uri="{FF2B5EF4-FFF2-40B4-BE49-F238E27FC236}">
                <a16:creationId xmlns:a16="http://schemas.microsoft.com/office/drawing/2014/main" id="{1A2520B2-4A3D-4F11-20AE-E4207EA05F29}"/>
              </a:ext>
              <a:ext uri="{C183D7F6-B498-43B3-948B-1728B52AA6E4}">
                <adec:decorative xmlns:adec="http://schemas.microsoft.com/office/drawing/2017/decorative" val="1"/>
              </a:ext>
            </a:extLst>
          </p:cNvPr>
          <p:cNvSpPr>
            <a:spLocks/>
          </p:cNvSpPr>
          <p:nvPr/>
        </p:nvSpPr>
        <p:spPr bwMode="auto">
          <a:xfrm>
            <a:off x="634092" y="4110600"/>
            <a:ext cx="10923815" cy="885247"/>
          </a:xfrm>
          <a:prstGeom prst="roundRect">
            <a:avLst>
              <a:gd name="adj" fmla="val 50000"/>
            </a:avLst>
          </a:prstGeom>
          <a:solidFill>
            <a:schemeClr val="tx1">
              <a:alpha val="0"/>
            </a:schemeClr>
          </a:solidFill>
          <a:ln w="47625" cap="rnd">
            <a:gradFill>
              <a:gsLst>
                <a:gs pos="100000">
                  <a:srgbClr val="339F6F">
                    <a:lumMod val="76000"/>
                    <a:lumOff val="24000"/>
                    <a:alpha val="0"/>
                  </a:srgbClr>
                </a:gs>
                <a:gs pos="56000">
                  <a:schemeClr val="accent2">
                    <a:lumMod val="97000"/>
                    <a:lumOff val="3000"/>
                    <a:alpha val="0"/>
                  </a:schemeClr>
                </a:gs>
                <a:gs pos="0">
                  <a:schemeClr val="accent1">
                    <a:lumMod val="99000"/>
                    <a:alpha val="0"/>
                  </a:schemeClr>
                </a:gs>
              </a:gsLst>
              <a:lin ang="48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39" name="TextBox 38">
            <a:extLst>
              <a:ext uri="{FF2B5EF4-FFF2-40B4-BE49-F238E27FC236}">
                <a16:creationId xmlns:a16="http://schemas.microsoft.com/office/drawing/2014/main" id="{62A3B734-38B6-5B4F-B0B1-43054D6D5A36}"/>
              </a:ext>
            </a:extLst>
          </p:cNvPr>
          <p:cNvSpPr txBox="1"/>
          <p:nvPr/>
        </p:nvSpPr>
        <p:spPr>
          <a:xfrm>
            <a:off x="5536928" y="4220115"/>
            <a:ext cx="2077021" cy="30777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Azure AI Foundry</a:t>
            </a:r>
          </a:p>
        </p:txBody>
      </p:sp>
      <p:sp>
        <p:nvSpPr>
          <p:cNvPr id="41" name="TextBox 40">
            <a:extLst>
              <a:ext uri="{FF2B5EF4-FFF2-40B4-BE49-F238E27FC236}">
                <a16:creationId xmlns:a16="http://schemas.microsoft.com/office/drawing/2014/main" id="{8BE5A1A1-47C7-C6DB-A033-5AE8E3249645}"/>
              </a:ext>
            </a:extLst>
          </p:cNvPr>
          <p:cNvSpPr txBox="1"/>
          <p:nvPr/>
        </p:nvSpPr>
        <p:spPr>
          <a:xfrm>
            <a:off x="5755294" y="4555447"/>
            <a:ext cx="1247329" cy="246221"/>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Agent Service</a:t>
            </a:r>
          </a:p>
        </p:txBody>
      </p:sp>
      <p:sp>
        <p:nvSpPr>
          <p:cNvPr id="42" name="TextBox 41">
            <a:extLst>
              <a:ext uri="{FF2B5EF4-FFF2-40B4-BE49-F238E27FC236}">
                <a16:creationId xmlns:a16="http://schemas.microsoft.com/office/drawing/2014/main" id="{F1C559BC-6A1D-5F5E-BD2C-FFC03A4ECF27}"/>
              </a:ext>
            </a:extLst>
          </p:cNvPr>
          <p:cNvSpPr txBox="1"/>
          <p:nvPr/>
        </p:nvSpPr>
        <p:spPr>
          <a:xfrm>
            <a:off x="8638977" y="4220115"/>
            <a:ext cx="1785067" cy="30777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Copilot Studio</a:t>
            </a:r>
          </a:p>
        </p:txBody>
      </p:sp>
      <p:sp>
        <p:nvSpPr>
          <p:cNvPr id="44" name="TextBox 43">
            <a:extLst>
              <a:ext uri="{FF2B5EF4-FFF2-40B4-BE49-F238E27FC236}">
                <a16:creationId xmlns:a16="http://schemas.microsoft.com/office/drawing/2014/main" id="{FBBBBBE9-6C71-BF2D-42FC-AD4B0665A891}"/>
              </a:ext>
            </a:extLst>
          </p:cNvPr>
          <p:cNvSpPr txBox="1"/>
          <p:nvPr/>
        </p:nvSpPr>
        <p:spPr>
          <a:xfrm>
            <a:off x="8638977" y="4555447"/>
            <a:ext cx="615553"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Agents</a:t>
            </a:r>
          </a:p>
        </p:txBody>
      </p:sp>
      <p:pic>
        <p:nvPicPr>
          <p:cNvPr id="48" name="Picture 47" descr="Introducing Model Context Protocol (MCP) in Azure AI Foundry: Create an… |  Nick Brady">
            <a:extLst>
              <a:ext uri="{FF2B5EF4-FFF2-40B4-BE49-F238E27FC236}">
                <a16:creationId xmlns:a16="http://schemas.microsoft.com/office/drawing/2014/main" id="{C4F85271-19FE-3FD4-F87C-40DB1B968D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5779" y="4231515"/>
            <a:ext cx="636875" cy="61350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Microsoft Copilot Studio Training - Flexmind">
            <a:extLst>
              <a:ext uri="{FF2B5EF4-FFF2-40B4-BE49-F238E27FC236}">
                <a16:creationId xmlns:a16="http://schemas.microsoft.com/office/drawing/2014/main" id="{C8660D29-5A87-C9B7-B0A5-9B656F2F51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4091" y="4234053"/>
            <a:ext cx="608429" cy="60842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A colorful hexagon with stars&#10;&#10;Description automatically generated">
            <a:extLst>
              <a:ext uri="{FF2B5EF4-FFF2-40B4-BE49-F238E27FC236}">
                <a16:creationId xmlns:a16="http://schemas.microsoft.com/office/drawing/2014/main" id="{671840B0-5264-6C40-DE82-620F76C0A3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0804" y="4557800"/>
            <a:ext cx="234380" cy="234380"/>
          </a:xfrm>
          <a:prstGeom prst="rect">
            <a:avLst/>
          </a:prstGeom>
        </p:spPr>
      </p:pic>
      <p:pic>
        <p:nvPicPr>
          <p:cNvPr id="7" name="Picture 6">
            <a:extLst>
              <a:ext uri="{FF2B5EF4-FFF2-40B4-BE49-F238E27FC236}">
                <a16:creationId xmlns:a16="http://schemas.microsoft.com/office/drawing/2014/main" id="{676E6F6D-2892-AF36-51B4-ABB7C0DA6D3D}"/>
              </a:ext>
            </a:extLst>
          </p:cNvPr>
          <p:cNvPicPr>
            <a:picLocks noChangeAspect="1"/>
          </p:cNvPicPr>
          <p:nvPr/>
        </p:nvPicPr>
        <p:blipFill>
          <a:blip r:embed="rId7"/>
          <a:stretch>
            <a:fillRect/>
          </a:stretch>
        </p:blipFill>
        <p:spPr>
          <a:xfrm>
            <a:off x="1502599" y="4120558"/>
            <a:ext cx="775131" cy="775131"/>
          </a:xfrm>
          <a:prstGeom prst="rect">
            <a:avLst/>
          </a:prstGeom>
        </p:spPr>
      </p:pic>
      <p:sp>
        <p:nvSpPr>
          <p:cNvPr id="8" name="TextBox 7">
            <a:extLst>
              <a:ext uri="{FF2B5EF4-FFF2-40B4-BE49-F238E27FC236}">
                <a16:creationId xmlns:a16="http://schemas.microsoft.com/office/drawing/2014/main" id="{E43FE396-72E3-92D2-D909-8BA93878EA54}"/>
              </a:ext>
            </a:extLst>
          </p:cNvPr>
          <p:cNvSpPr txBox="1"/>
          <p:nvPr/>
        </p:nvSpPr>
        <p:spPr>
          <a:xfrm>
            <a:off x="2332881" y="4205160"/>
            <a:ext cx="2208258" cy="553998"/>
          </a:xfrm>
          <a:prstGeom prst="rect">
            <a:avLst/>
          </a:prstGeom>
          <a:noFill/>
          <a:ln>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Containers and frameworks</a:t>
            </a:r>
          </a:p>
        </p:txBody>
      </p:sp>
      <p:sp>
        <p:nvSpPr>
          <p:cNvPr id="3" name="TextBox 2">
            <a:extLst>
              <a:ext uri="{FF2B5EF4-FFF2-40B4-BE49-F238E27FC236}">
                <a16:creationId xmlns:a16="http://schemas.microsoft.com/office/drawing/2014/main" id="{777E2B8A-51A1-3AF1-DCB6-64E6A37D743A}"/>
              </a:ext>
            </a:extLst>
          </p:cNvPr>
          <p:cNvSpPr txBox="1"/>
          <p:nvPr/>
        </p:nvSpPr>
        <p:spPr>
          <a:xfrm>
            <a:off x="2332881" y="4808132"/>
            <a:ext cx="2052934"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OSS LLMs and frameworks</a:t>
            </a:r>
          </a:p>
        </p:txBody>
      </p:sp>
      <p:sp>
        <p:nvSpPr>
          <p:cNvPr id="6" name="TextBox 5">
            <a:extLst>
              <a:ext uri="{FF2B5EF4-FFF2-40B4-BE49-F238E27FC236}">
                <a16:creationId xmlns:a16="http://schemas.microsoft.com/office/drawing/2014/main" id="{53D5E35A-CFE3-F9A2-91DB-700DDFF7731B}"/>
              </a:ext>
            </a:extLst>
          </p:cNvPr>
          <p:cNvSpPr txBox="1"/>
          <p:nvPr/>
        </p:nvSpPr>
        <p:spPr>
          <a:xfrm>
            <a:off x="2332881" y="4016783"/>
            <a:ext cx="2208258" cy="16927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1933"/>
                </a:solidFill>
                <a:effectLst/>
                <a:uLnTx/>
                <a:uFillTx/>
                <a:latin typeface="Segoe UI Semibold"/>
                <a:ea typeface="+mn-ea"/>
                <a:cs typeface="Segoe UI" panose="020B0502040204020203" pitchFamily="34" charset="0"/>
              </a:rPr>
              <a:t>Bring your own</a:t>
            </a:r>
          </a:p>
        </p:txBody>
      </p:sp>
    </p:spTree>
    <p:extLst>
      <p:ext uri="{BB962C8B-B14F-4D97-AF65-F5344CB8AC3E}">
        <p14:creationId xmlns:p14="http://schemas.microsoft.com/office/powerpoint/2010/main" val="182068906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ecel="5000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42" presetClass="path" presetSubtype="0" decel="50000" fill="hold" nodeType="withEffect">
                                  <p:stCondLst>
                                    <p:cond delay="0"/>
                                  </p:stCondLst>
                                  <p:childTnLst>
                                    <p:animMotion origin="layout" path="M 4.16667E-6 4.81481E-6 L 0.02057 0.00046 " pathEditMode="relative" rAng="0" ptsTypes="AA">
                                      <p:cBhvr>
                                        <p:cTn id="9" dur="500" spd="-100000" fill="hold"/>
                                        <p:tgtEl>
                                          <p:spTgt spid="25"/>
                                        </p:tgtEl>
                                        <p:attrNameLst>
                                          <p:attrName>ppt_x</p:attrName>
                                          <p:attrName>ppt_y</p:attrName>
                                        </p:attrNameLst>
                                      </p:cBhvr>
                                      <p:rCtr x="1029" y="23"/>
                                    </p:animMotion>
                                  </p:childTnLst>
                                </p:cTn>
                              </p:par>
                              <p:par>
                                <p:cTn id="10" presetID="1" presetClass="entr" presetSubtype="0" fill="hold" grpId="0" nodeType="with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decel="50000"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42" presetClass="path" presetSubtype="0" decel="50000" fill="hold" nodeType="withEffect">
                                  <p:stCondLst>
                                    <p:cond delay="0"/>
                                  </p:stCondLst>
                                  <p:childTnLst>
                                    <p:animMotion origin="layout" path="M 4.16667E-6 4.81481E-6 L 0.02057 0.00046 " pathEditMode="relative" rAng="0" ptsTypes="AA">
                                      <p:cBhvr>
                                        <p:cTn id="18" dur="500" spd="-100000" fill="hold"/>
                                        <p:tgtEl>
                                          <p:spTgt spid="28"/>
                                        </p:tgtEl>
                                        <p:attrNameLst>
                                          <p:attrName>ppt_x</p:attrName>
                                          <p:attrName>ppt_y</p:attrName>
                                        </p:attrNameLst>
                                      </p:cBhvr>
                                      <p:rCtr x="1029" y="23"/>
                                    </p:animMotion>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8F477-9BF7-5921-1662-9FAE39983F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E3153C-9B0E-0AAC-0327-82537D82B4AF}"/>
              </a:ext>
            </a:extLst>
          </p:cNvPr>
          <p:cNvSpPr txBox="1">
            <a:spLocks/>
          </p:cNvSpPr>
          <p:nvPr/>
        </p:nvSpPr>
        <p:spPr>
          <a:xfrm>
            <a:off x="2351314" y="457200"/>
            <a:ext cx="7492418"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j-ea"/>
                <a:cs typeface="+mj-cs"/>
              </a:rPr>
              <a:t>In each case, you provide a model, instructions, and tools</a:t>
            </a:r>
          </a:p>
        </p:txBody>
      </p:sp>
      <p:sp>
        <p:nvSpPr>
          <p:cNvPr id="23" name="Rounded Rectangle 11">
            <a:extLst>
              <a:ext uri="{FF2B5EF4-FFF2-40B4-BE49-F238E27FC236}">
                <a16:creationId xmlns:a16="http://schemas.microsoft.com/office/drawing/2014/main" id="{79C1969C-766A-08DD-1488-E47E2B01A9E0}"/>
              </a:ext>
              <a:ext uri="{C183D7F6-B498-43B3-948B-1728B52AA6E4}">
                <adec:decorative xmlns:adec="http://schemas.microsoft.com/office/drawing/2017/decorative" val="1"/>
              </a:ext>
            </a:extLst>
          </p:cNvPr>
          <p:cNvSpPr>
            <a:spLocks/>
          </p:cNvSpPr>
          <p:nvPr/>
        </p:nvSpPr>
        <p:spPr bwMode="auto">
          <a:xfrm>
            <a:off x="634092" y="1787191"/>
            <a:ext cx="10923815" cy="885247"/>
          </a:xfrm>
          <a:prstGeom prst="roundRect">
            <a:avLst>
              <a:gd name="adj" fmla="val 50000"/>
            </a:avLst>
          </a:prstGeom>
          <a:solidFill>
            <a:schemeClr val="tx1"/>
          </a:solidFill>
          <a:ln w="47625" cap="rnd">
            <a:gradFill>
              <a:gsLst>
                <a:gs pos="100000">
                  <a:srgbClr val="339F6F">
                    <a:lumMod val="76000"/>
                    <a:lumOff val="24000"/>
                  </a:srgbClr>
                </a:gs>
                <a:gs pos="56000">
                  <a:schemeClr val="accent2">
                    <a:lumMod val="97000"/>
                    <a:lumOff val="3000"/>
                  </a:schemeClr>
                </a:gs>
                <a:gs pos="0">
                  <a:schemeClr val="accent1">
                    <a:lumMod val="99000"/>
                  </a:schemeClr>
                </a:gs>
              </a:gsLst>
              <a:lin ang="48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39" name="TextBox 38">
            <a:extLst>
              <a:ext uri="{FF2B5EF4-FFF2-40B4-BE49-F238E27FC236}">
                <a16:creationId xmlns:a16="http://schemas.microsoft.com/office/drawing/2014/main" id="{4F26521B-D98F-D2C1-91E7-B8B961158DAE}"/>
              </a:ext>
            </a:extLst>
          </p:cNvPr>
          <p:cNvSpPr txBox="1"/>
          <p:nvPr/>
        </p:nvSpPr>
        <p:spPr>
          <a:xfrm>
            <a:off x="5498486" y="1952615"/>
            <a:ext cx="1768676" cy="26949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Azure AI Foundry</a:t>
            </a:r>
          </a:p>
        </p:txBody>
      </p:sp>
      <p:sp>
        <p:nvSpPr>
          <p:cNvPr id="41" name="TextBox 40">
            <a:extLst>
              <a:ext uri="{FF2B5EF4-FFF2-40B4-BE49-F238E27FC236}">
                <a16:creationId xmlns:a16="http://schemas.microsoft.com/office/drawing/2014/main" id="{9E74B346-2ECE-4460-5312-610F879A72BD}"/>
              </a:ext>
            </a:extLst>
          </p:cNvPr>
          <p:cNvSpPr txBox="1"/>
          <p:nvPr/>
        </p:nvSpPr>
        <p:spPr>
          <a:xfrm>
            <a:off x="5674809" y="2257288"/>
            <a:ext cx="1068369"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a:ea typeface="+mn-ea"/>
                <a:cs typeface="+mn-cs"/>
              </a:rPr>
              <a:t>Agent Service</a:t>
            </a:r>
          </a:p>
        </p:txBody>
      </p:sp>
      <p:sp>
        <p:nvSpPr>
          <p:cNvPr id="42" name="TextBox 41">
            <a:extLst>
              <a:ext uri="{FF2B5EF4-FFF2-40B4-BE49-F238E27FC236}">
                <a16:creationId xmlns:a16="http://schemas.microsoft.com/office/drawing/2014/main" id="{2D2F0F65-3A38-3D18-71ED-8C327FE74E1E}"/>
              </a:ext>
            </a:extLst>
          </p:cNvPr>
          <p:cNvSpPr txBox="1"/>
          <p:nvPr/>
        </p:nvSpPr>
        <p:spPr>
          <a:xfrm>
            <a:off x="9594000" y="1986407"/>
            <a:ext cx="1520064" cy="26949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Copilot Studio</a:t>
            </a:r>
          </a:p>
        </p:txBody>
      </p:sp>
      <p:sp>
        <p:nvSpPr>
          <p:cNvPr id="44" name="TextBox 43">
            <a:extLst>
              <a:ext uri="{FF2B5EF4-FFF2-40B4-BE49-F238E27FC236}">
                <a16:creationId xmlns:a16="http://schemas.microsoft.com/office/drawing/2014/main" id="{1BB0F0F1-C9A4-13F7-920A-D45882F836CD}"/>
              </a:ext>
            </a:extLst>
          </p:cNvPr>
          <p:cNvSpPr txBox="1"/>
          <p:nvPr/>
        </p:nvSpPr>
        <p:spPr>
          <a:xfrm>
            <a:off x="9594000" y="2262206"/>
            <a:ext cx="524171" cy="20966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a:ea typeface="+mn-ea"/>
                <a:cs typeface="+mn-cs"/>
              </a:rPr>
              <a:t>Agents</a:t>
            </a:r>
          </a:p>
        </p:txBody>
      </p:sp>
      <p:pic>
        <p:nvPicPr>
          <p:cNvPr id="48" name="Picture 47" descr="Introducing Model Context Protocol (MCP) in Azure AI Foundry: Create an… |  Nick Brady">
            <a:extLst>
              <a:ext uri="{FF2B5EF4-FFF2-40B4-BE49-F238E27FC236}">
                <a16:creationId xmlns:a16="http://schemas.microsoft.com/office/drawing/2014/main" id="{9EE137D3-B758-C97E-B780-3229DFB40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727" y="1961880"/>
            <a:ext cx="542327" cy="52242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Microsoft Copilot Studio Training - Flexmind">
            <a:extLst>
              <a:ext uri="{FF2B5EF4-FFF2-40B4-BE49-F238E27FC236}">
                <a16:creationId xmlns:a16="http://schemas.microsoft.com/office/drawing/2014/main" id="{02F4592C-DB95-6372-FD11-88D5DA0804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6727" y="1969797"/>
            <a:ext cx="518104" cy="51810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A colorful hexagon with stars&#10;&#10;Description automatically generated">
            <a:extLst>
              <a:ext uri="{FF2B5EF4-FFF2-40B4-BE49-F238E27FC236}">
                <a16:creationId xmlns:a16="http://schemas.microsoft.com/office/drawing/2014/main" id="{CAE3445D-C85D-D254-C5CA-327B8928BC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9584" y="2262357"/>
            <a:ext cx="199585" cy="199585"/>
          </a:xfrm>
          <a:prstGeom prst="rect">
            <a:avLst/>
          </a:prstGeom>
        </p:spPr>
      </p:pic>
      <p:cxnSp>
        <p:nvCxnSpPr>
          <p:cNvPr id="15" name="Straight Connector 14">
            <a:extLst>
              <a:ext uri="{FF2B5EF4-FFF2-40B4-BE49-F238E27FC236}">
                <a16:creationId xmlns:a16="http://schemas.microsoft.com/office/drawing/2014/main" id="{A0488773-A3EB-D967-1EF4-3F0BDEA7783D}"/>
              </a:ext>
            </a:extLst>
          </p:cNvPr>
          <p:cNvCxnSpPr>
            <a:cxnSpLocks/>
          </p:cNvCxnSpPr>
          <p:nvPr/>
        </p:nvCxnSpPr>
        <p:spPr>
          <a:xfrm>
            <a:off x="7306838" y="1478943"/>
            <a:ext cx="1104908"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F2363FE-479A-9E49-97A3-198A343C9CC3}"/>
              </a:ext>
            </a:extLst>
          </p:cNvPr>
          <p:cNvCxnSpPr>
            <a:cxnSpLocks/>
          </p:cNvCxnSpPr>
          <p:nvPr/>
        </p:nvCxnSpPr>
        <p:spPr>
          <a:xfrm>
            <a:off x="3804989" y="1478943"/>
            <a:ext cx="2418361"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0FA3088-99AE-2796-5D3C-1BA2934E4B06}"/>
              </a:ext>
            </a:extLst>
          </p:cNvPr>
          <p:cNvCxnSpPr>
            <a:cxnSpLocks/>
          </p:cNvCxnSpPr>
          <p:nvPr/>
        </p:nvCxnSpPr>
        <p:spPr>
          <a:xfrm>
            <a:off x="8236504" y="971856"/>
            <a:ext cx="129989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B62BC0BB-DA12-873E-9969-A937007AE1F8}"/>
              </a:ext>
            </a:extLst>
          </p:cNvPr>
          <p:cNvGrpSpPr/>
          <p:nvPr/>
        </p:nvGrpSpPr>
        <p:grpSpPr>
          <a:xfrm>
            <a:off x="872688" y="2931736"/>
            <a:ext cx="10448279" cy="3395711"/>
            <a:chOff x="872688" y="2931736"/>
            <a:chExt cx="10448279" cy="3395711"/>
          </a:xfrm>
        </p:grpSpPr>
        <p:pic>
          <p:nvPicPr>
            <p:cNvPr id="7" name="Picture 6">
              <a:extLst>
                <a:ext uri="{FF2B5EF4-FFF2-40B4-BE49-F238E27FC236}">
                  <a16:creationId xmlns:a16="http://schemas.microsoft.com/office/drawing/2014/main" id="{8F57B5CA-D5E7-C8CA-550A-BA9B918C0BA1}"/>
                </a:ext>
              </a:extLst>
            </p:cNvPr>
            <p:cNvPicPr>
              <a:picLocks noChangeAspect="1"/>
            </p:cNvPicPr>
            <p:nvPr/>
          </p:nvPicPr>
          <p:blipFill>
            <a:blip r:embed="rId6"/>
            <a:stretch>
              <a:fillRect/>
            </a:stretch>
          </p:blipFill>
          <p:spPr>
            <a:xfrm>
              <a:off x="3954664" y="4110033"/>
              <a:ext cx="2993435" cy="2215237"/>
            </a:xfrm>
            <a:prstGeom prst="roundRect">
              <a:avLst>
                <a:gd name="adj" fmla="val 2908"/>
              </a:avLst>
            </a:prstGeom>
            <a:ln>
              <a:solidFill>
                <a:schemeClr val="bg1">
                  <a:lumMod val="75000"/>
                  <a:lumOff val="25000"/>
                </a:schemeClr>
              </a:solidFill>
            </a:ln>
            <a:effectLst>
              <a:outerShdw blurRad="254000" dist="38100" dir="2700000" algn="tl" rotWithShape="0">
                <a:prstClr val="black">
                  <a:alpha val="10000"/>
                </a:prstClr>
              </a:outerShdw>
            </a:effectLst>
          </p:spPr>
        </p:pic>
        <p:pic>
          <p:nvPicPr>
            <p:cNvPr id="6" name="Picture 5">
              <a:extLst>
                <a:ext uri="{FF2B5EF4-FFF2-40B4-BE49-F238E27FC236}">
                  <a16:creationId xmlns:a16="http://schemas.microsoft.com/office/drawing/2014/main" id="{74AC4F7C-955C-9AA3-6121-1CFF62173704}"/>
                </a:ext>
              </a:extLst>
            </p:cNvPr>
            <p:cNvPicPr>
              <a:picLocks noChangeAspect="1"/>
            </p:cNvPicPr>
            <p:nvPr/>
          </p:nvPicPr>
          <p:blipFill>
            <a:blip r:embed="rId7"/>
            <a:srcRect l="2116" t="2367" r="3019" b="23652"/>
            <a:stretch>
              <a:fillRect/>
            </a:stretch>
          </p:blipFill>
          <p:spPr>
            <a:xfrm>
              <a:off x="6352596" y="2931736"/>
              <a:ext cx="1854699" cy="2773936"/>
            </a:xfrm>
            <a:prstGeom prst="roundRect">
              <a:avLst>
                <a:gd name="adj" fmla="val 3944"/>
              </a:avLst>
            </a:prstGeom>
            <a:ln>
              <a:solidFill>
                <a:schemeClr val="bg1">
                  <a:lumMod val="75000"/>
                  <a:lumOff val="25000"/>
                </a:schemeClr>
              </a:solidFill>
            </a:ln>
            <a:effectLst>
              <a:outerShdw blurRad="254000" dist="38100" dir="2700000" algn="tl" rotWithShape="0">
                <a:prstClr val="black">
                  <a:alpha val="10000"/>
                </a:prstClr>
              </a:outerShdw>
            </a:effectLst>
          </p:spPr>
        </p:pic>
        <p:pic>
          <p:nvPicPr>
            <p:cNvPr id="8" name="Picture 7">
              <a:extLst>
                <a:ext uri="{FF2B5EF4-FFF2-40B4-BE49-F238E27FC236}">
                  <a16:creationId xmlns:a16="http://schemas.microsoft.com/office/drawing/2014/main" id="{2B39DC72-7DC2-3B33-6E87-CCBF007B02CA}"/>
                </a:ext>
              </a:extLst>
            </p:cNvPr>
            <p:cNvPicPr>
              <a:picLocks noChangeAspect="1"/>
            </p:cNvPicPr>
            <p:nvPr/>
          </p:nvPicPr>
          <p:blipFill>
            <a:blip r:embed="rId8"/>
            <a:srcRect r="21181"/>
            <a:stretch>
              <a:fillRect/>
            </a:stretch>
          </p:blipFill>
          <p:spPr>
            <a:xfrm>
              <a:off x="872688" y="3213504"/>
              <a:ext cx="2765483" cy="2383243"/>
            </a:xfrm>
            <a:prstGeom prst="roundRect">
              <a:avLst>
                <a:gd name="adj" fmla="val 2715"/>
              </a:avLst>
            </a:prstGeom>
            <a:ln>
              <a:solidFill>
                <a:schemeClr val="bg1">
                  <a:lumMod val="75000"/>
                  <a:lumOff val="25000"/>
                </a:schemeClr>
              </a:solidFill>
            </a:ln>
            <a:effectLst>
              <a:outerShdw blurRad="254000" dist="38100" dir="2700000" algn="tl" rotWithShape="0">
                <a:prstClr val="black">
                  <a:alpha val="10000"/>
                </a:prstClr>
              </a:outerShdw>
            </a:effectLst>
          </p:spPr>
        </p:pic>
        <p:pic>
          <p:nvPicPr>
            <p:cNvPr id="10" name="Picture 9">
              <a:extLst>
                <a:ext uri="{FF2B5EF4-FFF2-40B4-BE49-F238E27FC236}">
                  <a16:creationId xmlns:a16="http://schemas.microsoft.com/office/drawing/2014/main" id="{438CEB94-FFFA-4692-AC37-C03F9EC28352}"/>
                </a:ext>
              </a:extLst>
            </p:cNvPr>
            <p:cNvPicPr>
              <a:picLocks noChangeAspect="1"/>
            </p:cNvPicPr>
            <p:nvPr/>
          </p:nvPicPr>
          <p:blipFill>
            <a:blip r:embed="rId9"/>
            <a:stretch>
              <a:fillRect/>
            </a:stretch>
          </p:blipFill>
          <p:spPr>
            <a:xfrm>
              <a:off x="8728868" y="2983495"/>
              <a:ext cx="2592099" cy="3036364"/>
            </a:xfrm>
            <a:prstGeom prst="roundRect">
              <a:avLst>
                <a:gd name="adj" fmla="val 3839"/>
              </a:avLst>
            </a:prstGeom>
            <a:ln>
              <a:solidFill>
                <a:schemeClr val="bg1">
                  <a:lumMod val="75000"/>
                  <a:lumOff val="25000"/>
                </a:schemeClr>
              </a:solidFill>
            </a:ln>
            <a:effectLst>
              <a:outerShdw blurRad="254000" dist="38100" dir="2700000" algn="tl" rotWithShape="0">
                <a:prstClr val="black">
                  <a:alpha val="10000"/>
                </a:prstClr>
              </a:outerShdw>
            </a:effectLst>
          </p:spPr>
        </p:pic>
        <p:sp>
          <p:nvSpPr>
            <p:cNvPr id="36" name="Rounded Rectangle 35">
              <a:extLst>
                <a:ext uri="{FF2B5EF4-FFF2-40B4-BE49-F238E27FC236}">
                  <a16:creationId xmlns:a16="http://schemas.microsoft.com/office/drawing/2014/main" id="{FDC204BE-21FC-B736-D0E0-6DAC22138EA0}"/>
                </a:ext>
              </a:extLst>
            </p:cNvPr>
            <p:cNvSpPr/>
            <p:nvPr/>
          </p:nvSpPr>
          <p:spPr>
            <a:xfrm>
              <a:off x="1467471" y="3993203"/>
              <a:ext cx="1496557" cy="143838"/>
            </a:xfrm>
            <a:prstGeom prst="round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7" name="Rounded Rectangle 36">
              <a:extLst>
                <a:ext uri="{FF2B5EF4-FFF2-40B4-BE49-F238E27FC236}">
                  <a16:creationId xmlns:a16="http://schemas.microsoft.com/office/drawing/2014/main" id="{0F6161B4-C958-7B17-DE9D-DEA7F5CE3F39}"/>
                </a:ext>
              </a:extLst>
            </p:cNvPr>
            <p:cNvSpPr/>
            <p:nvPr/>
          </p:nvSpPr>
          <p:spPr>
            <a:xfrm>
              <a:off x="6427950" y="5145732"/>
              <a:ext cx="1709183" cy="504212"/>
            </a:xfrm>
            <a:prstGeom prst="roundRect">
              <a:avLst>
                <a:gd name="adj" fmla="val 8516"/>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8" name="Rounded Rectangle 37">
              <a:extLst>
                <a:ext uri="{FF2B5EF4-FFF2-40B4-BE49-F238E27FC236}">
                  <a16:creationId xmlns:a16="http://schemas.microsoft.com/office/drawing/2014/main" id="{7DEBFE78-80D3-EC51-DC75-2DD80ADDB7A8}"/>
                </a:ext>
              </a:extLst>
            </p:cNvPr>
            <p:cNvSpPr/>
            <p:nvPr/>
          </p:nvSpPr>
          <p:spPr>
            <a:xfrm>
              <a:off x="8758363" y="5056692"/>
              <a:ext cx="2521625" cy="919838"/>
            </a:xfrm>
            <a:prstGeom prst="roundRect">
              <a:avLst>
                <a:gd name="adj" fmla="val 6592"/>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3" name="Rounded Rectangle 42">
              <a:extLst>
                <a:ext uri="{FF2B5EF4-FFF2-40B4-BE49-F238E27FC236}">
                  <a16:creationId xmlns:a16="http://schemas.microsoft.com/office/drawing/2014/main" id="{70C61505-7E5B-6136-0701-9FF476379B38}"/>
                </a:ext>
              </a:extLst>
            </p:cNvPr>
            <p:cNvSpPr/>
            <p:nvPr/>
          </p:nvSpPr>
          <p:spPr>
            <a:xfrm>
              <a:off x="1280563" y="4784342"/>
              <a:ext cx="1496557" cy="143838"/>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8D84A"/>
                </a:solidFill>
                <a:effectLst/>
                <a:uLnTx/>
                <a:uFillTx/>
                <a:latin typeface="Segoe UI Semilight"/>
                <a:ea typeface="+mn-ea"/>
                <a:cs typeface="+mn-cs"/>
              </a:endParaRPr>
            </a:p>
          </p:txBody>
        </p:sp>
        <p:sp>
          <p:nvSpPr>
            <p:cNvPr id="46" name="Rounded Rectangle 45">
              <a:extLst>
                <a:ext uri="{FF2B5EF4-FFF2-40B4-BE49-F238E27FC236}">
                  <a16:creationId xmlns:a16="http://schemas.microsoft.com/office/drawing/2014/main" id="{C4435CEF-4529-9506-0550-4A95C02773C4}"/>
                </a:ext>
              </a:extLst>
            </p:cNvPr>
            <p:cNvSpPr/>
            <p:nvPr/>
          </p:nvSpPr>
          <p:spPr>
            <a:xfrm>
              <a:off x="4192388" y="5864475"/>
              <a:ext cx="2787422" cy="135807"/>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8D84A"/>
                </a:solidFill>
                <a:effectLst/>
                <a:uLnTx/>
                <a:uFillTx/>
                <a:latin typeface="Segoe UI Semilight"/>
                <a:ea typeface="+mn-ea"/>
                <a:cs typeface="+mn-cs"/>
              </a:endParaRPr>
            </a:p>
          </p:txBody>
        </p:sp>
        <p:sp>
          <p:nvSpPr>
            <p:cNvPr id="40" name="Rounded Rectangle 39">
              <a:extLst>
                <a:ext uri="{FF2B5EF4-FFF2-40B4-BE49-F238E27FC236}">
                  <a16:creationId xmlns:a16="http://schemas.microsoft.com/office/drawing/2014/main" id="{66B782DB-9E09-9494-BF83-63F4AECA0443}"/>
                </a:ext>
              </a:extLst>
            </p:cNvPr>
            <p:cNvSpPr/>
            <p:nvPr/>
          </p:nvSpPr>
          <p:spPr>
            <a:xfrm>
              <a:off x="4192388" y="5998609"/>
              <a:ext cx="1039773" cy="144849"/>
            </a:xfrm>
            <a:prstGeom prst="roundRect">
              <a:avLst>
                <a:gd name="adj" fmla="val 16719"/>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50" name="Rounded Rectangle 49">
              <a:extLst>
                <a:ext uri="{FF2B5EF4-FFF2-40B4-BE49-F238E27FC236}">
                  <a16:creationId xmlns:a16="http://schemas.microsoft.com/office/drawing/2014/main" id="{566AA3E7-0877-FA5B-B3BE-CCF70CE741FD}"/>
                </a:ext>
              </a:extLst>
            </p:cNvPr>
            <p:cNvSpPr/>
            <p:nvPr/>
          </p:nvSpPr>
          <p:spPr>
            <a:xfrm>
              <a:off x="6478644" y="4266290"/>
              <a:ext cx="1460011" cy="135807"/>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8D84A"/>
                </a:solidFill>
                <a:effectLst/>
                <a:uLnTx/>
                <a:uFillTx/>
                <a:latin typeface="Segoe UI Semilight"/>
                <a:ea typeface="+mn-ea"/>
                <a:cs typeface="+mn-cs"/>
              </a:endParaRPr>
            </a:p>
          </p:txBody>
        </p:sp>
        <p:sp>
          <p:nvSpPr>
            <p:cNvPr id="51" name="Rounded Rectangle 50">
              <a:extLst>
                <a:ext uri="{FF2B5EF4-FFF2-40B4-BE49-F238E27FC236}">
                  <a16:creationId xmlns:a16="http://schemas.microsoft.com/office/drawing/2014/main" id="{EC0A8007-0036-1814-0AD0-A809BCA1F387}"/>
                </a:ext>
              </a:extLst>
            </p:cNvPr>
            <p:cNvSpPr/>
            <p:nvPr/>
          </p:nvSpPr>
          <p:spPr>
            <a:xfrm>
              <a:off x="8751784" y="4552578"/>
              <a:ext cx="2533219" cy="451738"/>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8D84A"/>
                </a:solidFill>
                <a:effectLst/>
                <a:uLnTx/>
                <a:uFillTx/>
                <a:latin typeface="Segoe UI Semilight"/>
                <a:ea typeface="+mn-ea"/>
                <a:cs typeface="+mn-cs"/>
              </a:endParaRPr>
            </a:p>
          </p:txBody>
        </p:sp>
        <p:sp>
          <p:nvSpPr>
            <p:cNvPr id="53" name="Rounded Rectangle 52">
              <a:extLst>
                <a:ext uri="{FF2B5EF4-FFF2-40B4-BE49-F238E27FC236}">
                  <a16:creationId xmlns:a16="http://schemas.microsoft.com/office/drawing/2014/main" id="{032A7395-DFBB-7DBA-0F04-60012B407616}"/>
                </a:ext>
              </a:extLst>
            </p:cNvPr>
            <p:cNvSpPr/>
            <p:nvPr/>
          </p:nvSpPr>
          <p:spPr>
            <a:xfrm>
              <a:off x="2276711" y="3525715"/>
              <a:ext cx="542110" cy="138715"/>
            </a:xfrm>
            <a:prstGeom prst="roundRect">
              <a:avLst>
                <a:gd name="adj" fmla="val 33251"/>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54" name="Rounded Rectangle 53">
              <a:extLst>
                <a:ext uri="{FF2B5EF4-FFF2-40B4-BE49-F238E27FC236}">
                  <a16:creationId xmlns:a16="http://schemas.microsoft.com/office/drawing/2014/main" id="{C503FD38-8100-4368-5F5D-E420527C7B78}"/>
                </a:ext>
              </a:extLst>
            </p:cNvPr>
            <p:cNvSpPr/>
            <p:nvPr/>
          </p:nvSpPr>
          <p:spPr>
            <a:xfrm>
              <a:off x="4192388" y="5666443"/>
              <a:ext cx="715628" cy="138715"/>
            </a:xfrm>
            <a:prstGeom prst="roundRect">
              <a:avLst>
                <a:gd name="adj" fmla="val 16492"/>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55" name="Rounded Rectangle 54">
              <a:extLst>
                <a:ext uri="{FF2B5EF4-FFF2-40B4-BE49-F238E27FC236}">
                  <a16:creationId xmlns:a16="http://schemas.microsoft.com/office/drawing/2014/main" id="{307149CF-22BA-8E96-2B76-CFEB580DC225}"/>
                </a:ext>
              </a:extLst>
            </p:cNvPr>
            <p:cNvSpPr/>
            <p:nvPr/>
          </p:nvSpPr>
          <p:spPr>
            <a:xfrm>
              <a:off x="6443743" y="3810040"/>
              <a:ext cx="1711349" cy="229753"/>
            </a:xfrm>
            <a:prstGeom prst="roundRect">
              <a:avLst>
                <a:gd name="adj" fmla="val 16492"/>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60" name="TextBox 59">
              <a:extLst>
                <a:ext uri="{FF2B5EF4-FFF2-40B4-BE49-F238E27FC236}">
                  <a16:creationId xmlns:a16="http://schemas.microsoft.com/office/drawing/2014/main" id="{7A421352-D735-E366-493B-79518B8F193A}"/>
                </a:ext>
              </a:extLst>
            </p:cNvPr>
            <p:cNvSpPr txBox="1"/>
            <p:nvPr/>
          </p:nvSpPr>
          <p:spPr>
            <a:xfrm>
              <a:off x="8844198" y="6096615"/>
              <a:ext cx="236143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Semilight"/>
                  <a:ea typeface="+mn-ea"/>
                  <a:cs typeface="+mn-cs"/>
                </a:rPr>
                <a:t>Copilot Studio manages the model for you</a:t>
              </a:r>
            </a:p>
          </p:txBody>
        </p:sp>
      </p:grpSp>
      <p:pic>
        <p:nvPicPr>
          <p:cNvPr id="2" name="Picture 1">
            <a:extLst>
              <a:ext uri="{FF2B5EF4-FFF2-40B4-BE49-F238E27FC236}">
                <a16:creationId xmlns:a16="http://schemas.microsoft.com/office/drawing/2014/main" id="{690C814B-A457-ECAF-AAE0-A48DCB9A179C}"/>
              </a:ext>
            </a:extLst>
          </p:cNvPr>
          <p:cNvPicPr>
            <a:picLocks noChangeAspect="1"/>
          </p:cNvPicPr>
          <p:nvPr/>
        </p:nvPicPr>
        <p:blipFill>
          <a:blip r:embed="rId10"/>
          <a:stretch>
            <a:fillRect/>
          </a:stretch>
        </p:blipFill>
        <p:spPr>
          <a:xfrm>
            <a:off x="836169" y="1864721"/>
            <a:ext cx="703874" cy="703872"/>
          </a:xfrm>
          <a:prstGeom prst="rect">
            <a:avLst/>
          </a:prstGeom>
        </p:spPr>
      </p:pic>
      <p:sp>
        <p:nvSpPr>
          <p:cNvPr id="3" name="TextBox 2">
            <a:extLst>
              <a:ext uri="{FF2B5EF4-FFF2-40B4-BE49-F238E27FC236}">
                <a16:creationId xmlns:a16="http://schemas.microsoft.com/office/drawing/2014/main" id="{CCBE54D5-C6A7-1253-304B-922F7FF9E8EE}"/>
              </a:ext>
            </a:extLst>
          </p:cNvPr>
          <p:cNvSpPr txBox="1"/>
          <p:nvPr/>
        </p:nvSpPr>
        <p:spPr>
          <a:xfrm>
            <a:off x="1638813" y="1954085"/>
            <a:ext cx="2863780" cy="276999"/>
          </a:xfrm>
          <a:prstGeom prst="rect">
            <a:avLst/>
          </a:prstGeom>
          <a:noFill/>
          <a:ln>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Containers and frameworks</a:t>
            </a:r>
          </a:p>
        </p:txBody>
      </p:sp>
      <p:sp>
        <p:nvSpPr>
          <p:cNvPr id="5" name="TextBox 4">
            <a:extLst>
              <a:ext uri="{FF2B5EF4-FFF2-40B4-BE49-F238E27FC236}">
                <a16:creationId xmlns:a16="http://schemas.microsoft.com/office/drawing/2014/main" id="{F9F361FB-CB9B-4A9E-2691-52515EA7DDCF}"/>
              </a:ext>
            </a:extLst>
          </p:cNvPr>
          <p:cNvSpPr txBox="1"/>
          <p:nvPr/>
        </p:nvSpPr>
        <p:spPr>
          <a:xfrm>
            <a:off x="1630822" y="2289416"/>
            <a:ext cx="2052934"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OSS LLMs and frameworks</a:t>
            </a:r>
          </a:p>
        </p:txBody>
      </p:sp>
    </p:spTree>
    <p:extLst>
      <p:ext uri="{BB962C8B-B14F-4D97-AF65-F5344CB8AC3E}">
        <p14:creationId xmlns:p14="http://schemas.microsoft.com/office/powerpoint/2010/main" val="270667748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CA30E-E9FD-D301-5CCA-1D69006DCB40}"/>
            </a:ext>
          </a:extLst>
        </p:cNvPr>
        <p:cNvGrpSpPr/>
        <p:nvPr/>
      </p:nvGrpSpPr>
      <p:grpSpPr>
        <a:xfrm>
          <a:off x="0" y="0"/>
          <a:ext cx="0" cy="0"/>
          <a:chOff x="0" y="0"/>
          <a:chExt cx="0" cy="0"/>
        </a:xfrm>
      </p:grpSpPr>
      <p:pic>
        <p:nvPicPr>
          <p:cNvPr id="1046" name="Picture 22" descr="Stability Ai icon - Free Download PNG &amp; SVG | Streamline">
            <a:extLst>
              <a:ext uri="{FF2B5EF4-FFF2-40B4-BE49-F238E27FC236}">
                <a16:creationId xmlns:a16="http://schemas.microsoft.com/office/drawing/2014/main" id="{DF5128E5-546A-82C6-AED9-09BB92B124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49418" y="4093460"/>
            <a:ext cx="45719" cy="45719"/>
          </a:xfrm>
          <a:prstGeom prst="rect">
            <a:avLst/>
          </a:prstGeom>
          <a:noFill/>
          <a:extLst>
            <a:ext uri="{909E8E84-426E-40DD-AFC4-6F175D3DCCD1}">
              <a14:hiddenFill xmlns:a14="http://schemas.microsoft.com/office/drawing/2010/main">
                <a:solidFill>
                  <a:srgbClr val="FFFFFF"/>
                </a:solidFill>
              </a14:hiddenFill>
            </a:ext>
          </a:extLst>
        </p:spPr>
      </p:pic>
      <p:grpSp>
        <p:nvGrpSpPr>
          <p:cNvPr id="2157" name="Group 2156">
            <a:extLst>
              <a:ext uri="{FF2B5EF4-FFF2-40B4-BE49-F238E27FC236}">
                <a16:creationId xmlns:a16="http://schemas.microsoft.com/office/drawing/2014/main" id="{C685F85E-7978-A4B0-C0A9-AA62ED0C2404}"/>
              </a:ext>
            </a:extLst>
          </p:cNvPr>
          <p:cNvGrpSpPr/>
          <p:nvPr/>
        </p:nvGrpSpPr>
        <p:grpSpPr>
          <a:xfrm>
            <a:off x="352360" y="805060"/>
            <a:ext cx="11449688" cy="5534986"/>
            <a:chOff x="352360" y="805060"/>
            <a:chExt cx="11449688" cy="5534986"/>
          </a:xfrm>
          <a:gradFill>
            <a:gsLst>
              <a:gs pos="0">
                <a:srgbClr val="2A446F">
                  <a:alpha val="20000"/>
                </a:srgbClr>
              </a:gs>
              <a:gs pos="100000">
                <a:srgbClr val="73262F">
                  <a:alpha val="20000"/>
                </a:srgbClr>
              </a:gs>
            </a:gsLst>
            <a:lin ang="2700000" scaled="1"/>
          </a:gradFill>
        </p:grpSpPr>
        <p:grpSp>
          <p:nvGrpSpPr>
            <p:cNvPr id="21" name="Group 20">
              <a:extLst>
                <a:ext uri="{FF2B5EF4-FFF2-40B4-BE49-F238E27FC236}">
                  <a16:creationId xmlns:a16="http://schemas.microsoft.com/office/drawing/2014/main" id="{EB5E05CC-3BBD-9761-1170-D564F09BA32D}"/>
                </a:ext>
              </a:extLst>
            </p:cNvPr>
            <p:cNvGrpSpPr/>
            <p:nvPr/>
          </p:nvGrpSpPr>
          <p:grpSpPr>
            <a:xfrm>
              <a:off x="3449101" y="5272083"/>
              <a:ext cx="5293802" cy="1067963"/>
              <a:chOff x="3394284" y="5130610"/>
              <a:chExt cx="5346726" cy="1131871"/>
            </a:xfrm>
            <a:grpFill/>
          </p:grpSpPr>
          <p:sp>
            <p:nvSpPr>
              <p:cNvPr id="1059" name="Rectangle: Rounded Corners 12">
                <a:extLst>
                  <a:ext uri="{FF2B5EF4-FFF2-40B4-BE49-F238E27FC236}">
                    <a16:creationId xmlns:a16="http://schemas.microsoft.com/office/drawing/2014/main" id="{8A8A8472-1B47-2341-3A03-81080318EC27}"/>
                  </a:ext>
                  <a:ext uri="{C183D7F6-B498-43B3-948B-1728B52AA6E4}">
                    <adec:decorative xmlns:adec="http://schemas.microsoft.com/office/drawing/2017/decorative" val="0"/>
                  </a:ext>
                </a:extLst>
              </p:cNvPr>
              <p:cNvSpPr txBox="1">
                <a:spLocks/>
              </p:cNvSpPr>
              <p:nvPr/>
            </p:nvSpPr>
            <p:spPr bwMode="auto">
              <a:xfrm>
                <a:off x="3394284" y="5130610"/>
                <a:ext cx="1735842" cy="507461"/>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Multi-agent workflows</a:t>
                </a:r>
                <a:endParaRPr kumimoji="0" lang="en-US" sz="105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endParaRPr>
              </a:p>
            </p:txBody>
          </p:sp>
          <p:sp>
            <p:nvSpPr>
              <p:cNvPr id="1060" name="Rectangle: Rounded Corners 12">
                <a:extLst>
                  <a:ext uri="{FF2B5EF4-FFF2-40B4-BE49-F238E27FC236}">
                    <a16:creationId xmlns:a16="http://schemas.microsoft.com/office/drawing/2014/main" id="{CEC73802-8FAF-A664-F48D-535FB1E661E0}"/>
                  </a:ext>
                  <a:ext uri="{C183D7F6-B498-43B3-948B-1728B52AA6E4}">
                    <adec:decorative xmlns:adec="http://schemas.microsoft.com/office/drawing/2017/decorative" val="0"/>
                  </a:ext>
                </a:extLst>
              </p:cNvPr>
              <p:cNvSpPr txBox="1">
                <a:spLocks/>
              </p:cNvSpPr>
              <p:nvPr/>
            </p:nvSpPr>
            <p:spPr bwMode="auto">
              <a:xfrm>
                <a:off x="5199726" y="5130610"/>
                <a:ext cx="1735842" cy="507054"/>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Built-in threads</a:t>
                </a:r>
                <a:endParaRPr kumimoji="0" lang="en-US" sz="105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endParaRPr>
              </a:p>
            </p:txBody>
          </p:sp>
          <p:sp>
            <p:nvSpPr>
              <p:cNvPr id="1061" name="Rectangle: Rounded Corners 12">
                <a:extLst>
                  <a:ext uri="{FF2B5EF4-FFF2-40B4-BE49-F238E27FC236}">
                    <a16:creationId xmlns:a16="http://schemas.microsoft.com/office/drawing/2014/main" id="{E8A6D329-119B-D982-8EA3-BDF168C02AEC}"/>
                  </a:ext>
                  <a:ext uri="{C183D7F6-B498-43B3-948B-1728B52AA6E4}">
                    <adec:decorative xmlns:adec="http://schemas.microsoft.com/office/drawing/2017/decorative" val="0"/>
                  </a:ext>
                </a:extLst>
              </p:cNvPr>
              <p:cNvSpPr txBox="1">
                <a:spLocks/>
              </p:cNvSpPr>
              <p:nvPr/>
            </p:nvSpPr>
            <p:spPr bwMode="auto">
              <a:xfrm>
                <a:off x="7005168" y="5130610"/>
                <a:ext cx="1735842" cy="507054"/>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Long-term memory</a:t>
                </a:r>
                <a:endParaRPr kumimoji="0" lang="en-US" sz="105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endParaRPr>
              </a:p>
            </p:txBody>
          </p:sp>
          <p:sp>
            <p:nvSpPr>
              <p:cNvPr id="1062" name="Rectangle: Rounded Corners 12">
                <a:extLst>
                  <a:ext uri="{FF2B5EF4-FFF2-40B4-BE49-F238E27FC236}">
                    <a16:creationId xmlns:a16="http://schemas.microsoft.com/office/drawing/2014/main" id="{61ABE3A1-A890-9963-C8E2-3900987DA7D4}"/>
                  </a:ext>
                  <a:ext uri="{C183D7F6-B498-43B3-948B-1728B52AA6E4}">
                    <adec:decorative xmlns:adec="http://schemas.microsoft.com/office/drawing/2017/decorative" val="0"/>
                  </a:ext>
                </a:extLst>
              </p:cNvPr>
              <p:cNvSpPr txBox="1">
                <a:spLocks/>
              </p:cNvSpPr>
              <p:nvPr/>
            </p:nvSpPr>
            <p:spPr bwMode="auto">
              <a:xfrm>
                <a:off x="3394284" y="5749803"/>
                <a:ext cx="1735842" cy="507461"/>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Evaluation</a:t>
                </a:r>
                <a:endParaRPr kumimoji="0" lang="en-US" sz="105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endParaRPr>
              </a:p>
            </p:txBody>
          </p:sp>
          <p:sp>
            <p:nvSpPr>
              <p:cNvPr id="1063" name="Rectangle: Rounded Corners 12">
                <a:extLst>
                  <a:ext uri="{FF2B5EF4-FFF2-40B4-BE49-F238E27FC236}">
                    <a16:creationId xmlns:a16="http://schemas.microsoft.com/office/drawing/2014/main" id="{4FC2E913-C1E1-CC76-C823-527D227EB331}"/>
                  </a:ext>
                  <a:ext uri="{C183D7F6-B498-43B3-948B-1728B52AA6E4}">
                    <adec:decorative xmlns:adec="http://schemas.microsoft.com/office/drawing/2017/decorative" val="0"/>
                  </a:ext>
                </a:extLst>
              </p:cNvPr>
              <p:cNvSpPr txBox="1">
                <a:spLocks/>
              </p:cNvSpPr>
              <p:nvPr/>
            </p:nvSpPr>
            <p:spPr bwMode="auto">
              <a:xfrm>
                <a:off x="5199726" y="5750211"/>
                <a:ext cx="1735842" cy="507054"/>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Tracing &amp; Monitoring</a:t>
                </a:r>
                <a:endParaRPr kumimoji="0" lang="en-US" sz="105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endParaRPr>
              </a:p>
            </p:txBody>
          </p:sp>
          <p:sp>
            <p:nvSpPr>
              <p:cNvPr id="1064" name="Rectangle: Rounded Corners 12">
                <a:extLst>
                  <a:ext uri="{FF2B5EF4-FFF2-40B4-BE49-F238E27FC236}">
                    <a16:creationId xmlns:a16="http://schemas.microsoft.com/office/drawing/2014/main" id="{788775E4-1BC6-7635-A8E4-A0E4E7EF6D0C}"/>
                  </a:ext>
                  <a:ext uri="{C183D7F6-B498-43B3-948B-1728B52AA6E4}">
                    <adec:decorative xmlns:adec="http://schemas.microsoft.com/office/drawing/2017/decorative" val="0"/>
                  </a:ext>
                </a:extLst>
              </p:cNvPr>
              <p:cNvSpPr txBox="1">
                <a:spLocks/>
              </p:cNvSpPr>
              <p:nvPr/>
            </p:nvSpPr>
            <p:spPr bwMode="auto">
              <a:xfrm>
                <a:off x="7005168" y="5750620"/>
                <a:ext cx="1735842" cy="511861"/>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Governance + Safety</a:t>
                </a:r>
                <a:endParaRPr kumimoji="0" lang="en-US" sz="105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endParaRPr>
              </a:p>
            </p:txBody>
          </p:sp>
        </p:grpSp>
        <p:grpSp>
          <p:nvGrpSpPr>
            <p:cNvPr id="31" name="Group 30">
              <a:extLst>
                <a:ext uri="{FF2B5EF4-FFF2-40B4-BE49-F238E27FC236}">
                  <a16:creationId xmlns:a16="http://schemas.microsoft.com/office/drawing/2014/main" id="{1757FB93-D174-C54A-E2F5-3315E1C1F550}"/>
                </a:ext>
              </a:extLst>
            </p:cNvPr>
            <p:cNvGrpSpPr/>
            <p:nvPr/>
          </p:nvGrpSpPr>
          <p:grpSpPr>
            <a:xfrm>
              <a:off x="3446970" y="3671348"/>
              <a:ext cx="5298060" cy="695274"/>
              <a:chOff x="3429620" y="3365356"/>
              <a:chExt cx="5298060" cy="765435"/>
            </a:xfrm>
            <a:grpFill/>
          </p:grpSpPr>
          <p:sp>
            <p:nvSpPr>
              <p:cNvPr id="1056" name="Rectangle: Rounded Corners 12">
                <a:extLst>
                  <a:ext uri="{FF2B5EF4-FFF2-40B4-BE49-F238E27FC236}">
                    <a16:creationId xmlns:a16="http://schemas.microsoft.com/office/drawing/2014/main" id="{644F2C56-EB84-2688-8A58-EB837E66BC20}"/>
                  </a:ext>
                  <a:ext uri="{C183D7F6-B498-43B3-948B-1728B52AA6E4}">
                    <adec:decorative xmlns:adec="http://schemas.microsoft.com/office/drawing/2017/decorative" val="0"/>
                  </a:ext>
                </a:extLst>
              </p:cNvPr>
              <p:cNvSpPr txBox="1">
                <a:spLocks/>
              </p:cNvSpPr>
              <p:nvPr/>
            </p:nvSpPr>
            <p:spPr bwMode="auto">
              <a:xfrm>
                <a:off x="3429620" y="3371189"/>
                <a:ext cx="1700506" cy="754731"/>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Agent tools</a:t>
                </a:r>
              </a:p>
            </p:txBody>
          </p:sp>
          <p:sp>
            <p:nvSpPr>
              <p:cNvPr id="1057" name="Rectangle: Rounded Corners 12">
                <a:extLst>
                  <a:ext uri="{FF2B5EF4-FFF2-40B4-BE49-F238E27FC236}">
                    <a16:creationId xmlns:a16="http://schemas.microsoft.com/office/drawing/2014/main" id="{EEFF0BD4-973A-BA36-4F61-AFDC2A7B7153}"/>
                  </a:ext>
                  <a:ext uri="{C183D7F6-B498-43B3-948B-1728B52AA6E4}">
                    <adec:decorative xmlns:adec="http://schemas.microsoft.com/office/drawing/2017/decorative" val="0"/>
                  </a:ext>
                </a:extLst>
              </p:cNvPr>
              <p:cNvSpPr txBox="1">
                <a:spLocks/>
              </p:cNvSpPr>
              <p:nvPr/>
            </p:nvSpPr>
            <p:spPr bwMode="auto">
              <a:xfrm>
                <a:off x="5199726" y="3365356"/>
                <a:ext cx="1735842" cy="754731"/>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Orchestration</a:t>
                </a:r>
              </a:p>
            </p:txBody>
          </p:sp>
          <p:sp>
            <p:nvSpPr>
              <p:cNvPr id="1058" name="Rectangle: Rounded Corners 12">
                <a:extLst>
                  <a:ext uri="{FF2B5EF4-FFF2-40B4-BE49-F238E27FC236}">
                    <a16:creationId xmlns:a16="http://schemas.microsoft.com/office/drawing/2014/main" id="{5540BBB7-E235-124B-C550-0A8D32F709FD}"/>
                  </a:ext>
                  <a:ext uri="{C183D7F6-B498-43B3-948B-1728B52AA6E4}">
                    <adec:decorative xmlns:adec="http://schemas.microsoft.com/office/drawing/2017/decorative" val="0"/>
                  </a:ext>
                </a:extLst>
              </p:cNvPr>
              <p:cNvSpPr txBox="1">
                <a:spLocks/>
              </p:cNvSpPr>
              <p:nvPr/>
            </p:nvSpPr>
            <p:spPr bwMode="auto">
              <a:xfrm>
                <a:off x="6991838" y="3376060"/>
                <a:ext cx="1735842" cy="754731"/>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Semibold" pitchFamily="2" charset="0"/>
                    <a:ea typeface="+mn-ea"/>
                    <a:cs typeface="Segoe Sans Display Semibold" pitchFamily="2" charset="0"/>
                  </a:rPr>
                  <a:t>Channels</a:t>
                </a:r>
              </a:p>
            </p:txBody>
          </p:sp>
        </p:grpSp>
        <p:sp>
          <p:nvSpPr>
            <p:cNvPr id="42" name="Rectangle: Rounded Corners 12">
              <a:extLst>
                <a:ext uri="{FF2B5EF4-FFF2-40B4-BE49-F238E27FC236}">
                  <a16:creationId xmlns:a16="http://schemas.microsoft.com/office/drawing/2014/main" id="{1690ACE2-4595-8ADC-DCBE-4E997DE2E1FD}"/>
                </a:ext>
                <a:ext uri="{C183D7F6-B498-43B3-948B-1728B52AA6E4}">
                  <adec:decorative xmlns:adec="http://schemas.microsoft.com/office/drawing/2017/decorative" val="0"/>
                </a:ext>
              </a:extLst>
            </p:cNvPr>
            <p:cNvSpPr txBox="1">
              <a:spLocks/>
            </p:cNvSpPr>
            <p:nvPr/>
          </p:nvSpPr>
          <p:spPr bwMode="auto">
            <a:xfrm>
              <a:off x="9195710" y="3322409"/>
              <a:ext cx="2598273" cy="687219"/>
            </a:xfrm>
            <a:prstGeom prst="roundRect">
              <a:avLst>
                <a:gd name="adj" fmla="val 13480"/>
              </a:avLst>
            </a:prstGeom>
            <a:grpFill/>
            <a:ln w="63897" cap="flat">
              <a:noFill/>
              <a:prstDash val="solid"/>
              <a:miter/>
            </a:ln>
            <a:effectLst/>
          </p:spPr>
          <p:txBody>
            <a:bodyPr rot="0" spcFirstLastPara="0" vertOverflow="overflow" horzOverflow="overflow" vert="horz" wrap="square" lIns="0" tIns="18288" rIns="0" bIns="18288" numCol="1" spcCol="0" rtlCol="0" fromWordArt="0" anchor="t" anchorCtr="0" forceAA="0" compatLnSpc="1">
              <a:prstTxWarp prst="textNoShape">
                <a:avLst/>
              </a:prstTxWarp>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1050" b="0" i="0" u="none" strike="noStrike" cap="none" spc="0" normalizeH="0" baseline="0">
                  <a:ln>
                    <a:noFill/>
                  </a:ln>
                  <a:solidFill>
                    <a:prstClr val="white"/>
                  </a:solidFill>
                  <a:effectLst/>
                  <a:uLnTx/>
                  <a:uFillTx/>
                  <a:latin typeface="Segoe Sans Display" pitchFamily="2" charset="0"/>
                  <a:cs typeface="Segoe Sans Display"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Sans Display" pitchFamily="2" charset="0"/>
                <a:ea typeface="+mn-ea"/>
                <a:cs typeface="Segoe Sans Display" pitchFamily="2" charset="0"/>
              </a:endParaRPr>
            </a:p>
          </p:txBody>
        </p:sp>
        <p:grpSp>
          <p:nvGrpSpPr>
            <p:cNvPr id="2155" name="Group 2154">
              <a:extLst>
                <a:ext uri="{FF2B5EF4-FFF2-40B4-BE49-F238E27FC236}">
                  <a16:creationId xmlns:a16="http://schemas.microsoft.com/office/drawing/2014/main" id="{C01D4D57-77E5-CDB7-EED3-D81D550B0F42}"/>
                </a:ext>
              </a:extLst>
            </p:cNvPr>
            <p:cNvGrpSpPr/>
            <p:nvPr/>
          </p:nvGrpSpPr>
          <p:grpSpPr>
            <a:xfrm>
              <a:off x="9203775" y="4562901"/>
              <a:ext cx="2598273" cy="1754197"/>
              <a:chOff x="9203775" y="4562901"/>
              <a:chExt cx="2598273" cy="1754197"/>
            </a:xfrm>
            <a:grpFill/>
          </p:grpSpPr>
          <p:sp>
            <p:nvSpPr>
              <p:cNvPr id="43" name="Rectangle: Rounded Corners 12">
                <a:extLst>
                  <a:ext uri="{FF2B5EF4-FFF2-40B4-BE49-F238E27FC236}">
                    <a16:creationId xmlns:a16="http://schemas.microsoft.com/office/drawing/2014/main" id="{F871EA04-C283-3E3C-2FF4-CDF338872F65}"/>
                  </a:ext>
                  <a:ext uri="{C183D7F6-B498-43B3-948B-1728B52AA6E4}">
                    <adec:decorative xmlns:adec="http://schemas.microsoft.com/office/drawing/2017/decorative" val="0"/>
                  </a:ext>
                </a:extLst>
              </p:cNvPr>
              <p:cNvSpPr txBox="1">
                <a:spLocks/>
              </p:cNvSpPr>
              <p:nvPr/>
            </p:nvSpPr>
            <p:spPr bwMode="auto">
              <a:xfrm>
                <a:off x="9203775" y="4562901"/>
                <a:ext cx="2598273" cy="459156"/>
              </a:xfrm>
              <a:prstGeom prst="roundRect">
                <a:avLst>
                  <a:gd name="adj" fmla="val 13480"/>
                </a:avLst>
              </a:prstGeom>
              <a:grpFill/>
              <a:ln w="63897" cap="flat">
                <a:noFill/>
                <a:prstDash val="solid"/>
                <a:miter/>
              </a:ln>
              <a:effectLst/>
            </p:spPr>
            <p:txBody>
              <a:bodyPr rot="0" spcFirstLastPara="0" vertOverflow="overflow" horzOverflow="overflow" vert="horz" wrap="square" lIns="0" tIns="18288" rIns="0" bIns="18288" numCol="1" spcCol="0" rtlCol="0" fromWordArt="0" anchor="t" anchorCtr="0" forceAA="0" compatLnSpc="1">
                <a:prstTxWarp prst="textNoShape">
                  <a:avLst/>
                </a:prstTxWarp>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1050" b="0" i="0" u="none" strike="noStrike" cap="none" spc="0" normalizeH="0" baseline="0">
                    <a:ln>
                      <a:noFill/>
                    </a:ln>
                    <a:solidFill>
                      <a:prstClr val="white"/>
                    </a:solidFill>
                    <a:effectLst/>
                    <a:uLnTx/>
                    <a:uFillTx/>
                    <a:latin typeface="Segoe Sans Display" pitchFamily="2" charset="0"/>
                    <a:cs typeface="Segoe Sans Display"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Protocols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44" name="Rectangle: Rounded Corners 12">
                <a:extLst>
                  <a:ext uri="{FF2B5EF4-FFF2-40B4-BE49-F238E27FC236}">
                    <a16:creationId xmlns:a16="http://schemas.microsoft.com/office/drawing/2014/main" id="{71BF39AF-B9CA-2570-6EBA-B7D00382B113}"/>
                  </a:ext>
                  <a:ext uri="{C183D7F6-B498-43B3-948B-1728B52AA6E4}">
                    <adec:decorative xmlns:adec="http://schemas.microsoft.com/office/drawing/2017/decorative" val="0"/>
                  </a:ext>
                </a:extLst>
              </p:cNvPr>
              <p:cNvSpPr txBox="1">
                <a:spLocks/>
              </p:cNvSpPr>
              <p:nvPr/>
            </p:nvSpPr>
            <p:spPr bwMode="auto">
              <a:xfrm>
                <a:off x="9203775" y="5071071"/>
                <a:ext cx="2598273" cy="1246027"/>
              </a:xfrm>
              <a:prstGeom prst="roundRect">
                <a:avLst>
                  <a:gd name="adj" fmla="val 9037"/>
                </a:avLst>
              </a:prstGeom>
              <a:grpFill/>
              <a:ln w="63897" cap="flat">
                <a:noFill/>
                <a:prstDash val="solid"/>
                <a:miter/>
              </a:ln>
              <a:effectLst/>
            </p:spPr>
            <p:txBody>
              <a:bodyPr rot="0" spcFirstLastPara="0" vertOverflow="overflow" horzOverflow="overflow" vert="horz" wrap="square" lIns="0" tIns="18288" rIns="0" bIns="18288" numCol="1" spcCol="0" rtlCol="0" fromWordArt="0" anchor="t" anchorCtr="0" forceAA="0" compatLnSpc="1">
                <a:prstTxWarp prst="textNoShape">
                  <a:avLst/>
                </a:prstTxWarp>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1050" b="0" i="0" u="none" strike="noStrike" cap="none" spc="0" normalizeH="0" baseline="0">
                    <a:ln>
                      <a:noFill/>
                    </a:ln>
                    <a:solidFill>
                      <a:prstClr val="white"/>
                    </a:solidFill>
                    <a:effectLst/>
                    <a:uLnTx/>
                    <a:uFillTx/>
                    <a:latin typeface="Segoe Sans Display" pitchFamily="2" charset="0"/>
                    <a:cs typeface="Segoe Sans Display"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Connectors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grpSp>
        <p:grpSp>
          <p:nvGrpSpPr>
            <p:cNvPr id="2154" name="Group 2153">
              <a:extLst>
                <a:ext uri="{FF2B5EF4-FFF2-40B4-BE49-F238E27FC236}">
                  <a16:creationId xmlns:a16="http://schemas.microsoft.com/office/drawing/2014/main" id="{168F0069-4E9D-D225-6779-E47759D84AA9}"/>
                </a:ext>
              </a:extLst>
            </p:cNvPr>
            <p:cNvGrpSpPr/>
            <p:nvPr/>
          </p:nvGrpSpPr>
          <p:grpSpPr>
            <a:xfrm>
              <a:off x="354718" y="5012456"/>
              <a:ext cx="2704326" cy="1315134"/>
              <a:chOff x="354718" y="5012456"/>
              <a:chExt cx="2704326" cy="1315134"/>
            </a:xfrm>
            <a:grpFill/>
          </p:grpSpPr>
          <p:sp>
            <p:nvSpPr>
              <p:cNvPr id="55" name="Rectangle: Rounded Corners 12">
                <a:extLst>
                  <a:ext uri="{FF2B5EF4-FFF2-40B4-BE49-F238E27FC236}">
                    <a16:creationId xmlns:a16="http://schemas.microsoft.com/office/drawing/2014/main" id="{A8E0A9CD-170D-8CF7-DA26-65FE3291B8B0}"/>
                  </a:ext>
                  <a:ext uri="{C183D7F6-B498-43B3-948B-1728B52AA6E4}">
                    <adec:decorative xmlns:adec="http://schemas.microsoft.com/office/drawing/2017/decorative" val="0"/>
                  </a:ext>
                </a:extLst>
              </p:cNvPr>
              <p:cNvSpPr txBox="1">
                <a:spLocks/>
              </p:cNvSpPr>
              <p:nvPr/>
            </p:nvSpPr>
            <p:spPr bwMode="auto">
              <a:xfrm>
                <a:off x="354720" y="5012456"/>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VNet deployments</a:t>
                </a:r>
                <a:endParaRPr kumimoji="0" lang="en-US" sz="1050" b="1" i="0" u="none" strike="noStrike" kern="1200" cap="none" spc="0" normalizeH="0" baseline="0" noProof="0">
                  <a:ln w="3175">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endParaRPr>
              </a:p>
            </p:txBody>
          </p:sp>
          <p:sp>
            <p:nvSpPr>
              <p:cNvPr id="56" name="Rectangle: Rounded Corners 12">
                <a:extLst>
                  <a:ext uri="{FF2B5EF4-FFF2-40B4-BE49-F238E27FC236}">
                    <a16:creationId xmlns:a16="http://schemas.microsoft.com/office/drawing/2014/main" id="{523E6EBF-98CD-EA9F-861F-4E3F43D84542}"/>
                  </a:ext>
                  <a:ext uri="{C183D7F6-B498-43B3-948B-1728B52AA6E4}">
                    <adec:decorative xmlns:adec="http://schemas.microsoft.com/office/drawing/2017/decorative" val="0"/>
                  </a:ext>
                </a:extLst>
              </p:cNvPr>
              <p:cNvSpPr txBox="1">
                <a:spLocks/>
              </p:cNvSpPr>
              <p:nvPr/>
            </p:nvSpPr>
            <p:spPr bwMode="auto">
              <a:xfrm>
                <a:off x="354719" y="5358686"/>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OBO Auth</a:t>
                </a:r>
              </a:p>
            </p:txBody>
          </p:sp>
          <p:sp>
            <p:nvSpPr>
              <p:cNvPr id="58" name="Rectangle: Rounded Corners 12">
                <a:extLst>
                  <a:ext uri="{FF2B5EF4-FFF2-40B4-BE49-F238E27FC236}">
                    <a16:creationId xmlns:a16="http://schemas.microsoft.com/office/drawing/2014/main" id="{6522FDEA-610E-91A8-1E56-EDC7A5091BCC}"/>
                  </a:ext>
                  <a:ext uri="{C183D7F6-B498-43B3-948B-1728B52AA6E4}">
                    <adec:decorative xmlns:adec="http://schemas.microsoft.com/office/drawing/2017/decorative" val="0"/>
                  </a:ext>
                </a:extLst>
              </p:cNvPr>
              <p:cNvSpPr txBox="1">
                <a:spLocks/>
              </p:cNvSpPr>
              <p:nvPr/>
            </p:nvSpPr>
            <p:spPr bwMode="auto">
              <a:xfrm>
                <a:off x="354718" y="5704916"/>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BYO-resources</a:t>
                </a:r>
                <a:endParaRPr kumimoji="0" lang="en-US" sz="1050" b="1" i="0" u="none" strike="noStrike" kern="1200" cap="none" spc="0" normalizeH="0" baseline="0" noProof="0">
                  <a:ln w="3175">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endParaRPr>
              </a:p>
            </p:txBody>
          </p:sp>
          <p:sp>
            <p:nvSpPr>
              <p:cNvPr id="1030" name="Rectangle: Rounded Corners 12">
                <a:extLst>
                  <a:ext uri="{FF2B5EF4-FFF2-40B4-BE49-F238E27FC236}">
                    <a16:creationId xmlns:a16="http://schemas.microsoft.com/office/drawing/2014/main" id="{E0257731-E497-4DDA-66B4-BE3FF9A41F90}"/>
                  </a:ext>
                  <a:ext uri="{C183D7F6-B498-43B3-948B-1728B52AA6E4}">
                    <adec:decorative xmlns:adec="http://schemas.microsoft.com/office/drawing/2017/decorative" val="0"/>
                  </a:ext>
                </a:extLst>
              </p:cNvPr>
              <p:cNvSpPr txBox="1">
                <a:spLocks/>
              </p:cNvSpPr>
              <p:nvPr/>
            </p:nvSpPr>
            <p:spPr bwMode="auto">
              <a:xfrm>
                <a:off x="354718" y="6051147"/>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Managed Identities</a:t>
                </a:r>
                <a:endParaRPr kumimoji="0" lang="en-US" sz="1050" b="1" i="0" u="none" strike="noStrike" kern="1200" cap="none" spc="0" normalizeH="0" baseline="0" noProof="0">
                  <a:ln w="3175">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endParaRPr>
              </a:p>
            </p:txBody>
          </p:sp>
        </p:grpSp>
        <p:grpSp>
          <p:nvGrpSpPr>
            <p:cNvPr id="2153" name="Group 2152">
              <a:extLst>
                <a:ext uri="{FF2B5EF4-FFF2-40B4-BE49-F238E27FC236}">
                  <a16:creationId xmlns:a16="http://schemas.microsoft.com/office/drawing/2014/main" id="{0867E690-806C-CB34-0AD4-CFB9BEF3142E}"/>
                </a:ext>
              </a:extLst>
            </p:cNvPr>
            <p:cNvGrpSpPr/>
            <p:nvPr/>
          </p:nvGrpSpPr>
          <p:grpSpPr>
            <a:xfrm>
              <a:off x="352360" y="2102410"/>
              <a:ext cx="2711618" cy="2045052"/>
              <a:chOff x="352360" y="2102410"/>
              <a:chExt cx="2711618" cy="2045052"/>
            </a:xfrm>
            <a:grpFill/>
          </p:grpSpPr>
          <p:sp>
            <p:nvSpPr>
              <p:cNvPr id="51" name="Rectangle: Rounded Corners 12">
                <a:extLst>
                  <a:ext uri="{FF2B5EF4-FFF2-40B4-BE49-F238E27FC236}">
                    <a16:creationId xmlns:a16="http://schemas.microsoft.com/office/drawing/2014/main" id="{98E47607-9917-6F96-3366-9F2A0F8E0304}"/>
                  </a:ext>
                  <a:ext uri="{C183D7F6-B498-43B3-948B-1728B52AA6E4}">
                    <adec:decorative xmlns:adec="http://schemas.microsoft.com/office/drawing/2017/decorative" val="0"/>
                  </a:ext>
                </a:extLst>
              </p:cNvPr>
              <p:cNvSpPr txBox="1">
                <a:spLocks/>
              </p:cNvSpPr>
              <p:nvPr/>
            </p:nvSpPr>
            <p:spPr bwMode="auto">
              <a:xfrm>
                <a:off x="352360" y="2444168"/>
                <a:ext cx="2704323" cy="312688"/>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1050" b="0" i="0" u="none" strike="noStrike" cap="none" spc="0" normalizeH="0" baseline="0">
                    <a:ln>
                      <a:noFill/>
                    </a:ln>
                    <a:gradFill>
                      <a:gsLst>
                        <a:gs pos="0">
                          <a:srgbClr val="2A446F"/>
                        </a:gs>
                        <a:gs pos="100000">
                          <a:srgbClr val="73262F"/>
                        </a:gs>
                      </a:gsLst>
                      <a:lin ang="2700000" scaled="1"/>
                    </a:gradFill>
                    <a:effectLst/>
                    <a:uLnTx/>
                    <a:uFillTx/>
                    <a:latin typeface="Segoe Sans Display" pitchFamily="2" charset="0"/>
                    <a:cs typeface="Segoe Sans Display"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Azure Cosmos DB</a:t>
                </a:r>
              </a:p>
            </p:txBody>
          </p:sp>
          <p:sp>
            <p:nvSpPr>
              <p:cNvPr id="1034" name="Rectangle: Rounded Corners 12">
                <a:extLst>
                  <a:ext uri="{FF2B5EF4-FFF2-40B4-BE49-F238E27FC236}">
                    <a16:creationId xmlns:a16="http://schemas.microsoft.com/office/drawing/2014/main" id="{D671DC46-22F8-5F85-69CA-C036AEEAE957}"/>
                  </a:ext>
                  <a:ext uri="{C183D7F6-B498-43B3-948B-1728B52AA6E4}">
                    <adec:decorative xmlns:adec="http://schemas.microsoft.com/office/drawing/2017/decorative" val="0"/>
                  </a:ext>
                </a:extLst>
              </p:cNvPr>
              <p:cNvSpPr txBox="1">
                <a:spLocks/>
              </p:cNvSpPr>
              <p:nvPr/>
            </p:nvSpPr>
            <p:spPr bwMode="auto">
              <a:xfrm>
                <a:off x="352363" y="2102410"/>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Microsoft Fabric</a:t>
                </a:r>
                <a:endParaRPr kumimoji="0" lang="en-US" sz="1050" b="1" i="0" u="none" strike="noStrike" kern="1200" cap="none" spc="0" normalizeH="0" baseline="0" noProof="0">
                  <a:ln w="3175">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endParaRPr>
              </a:p>
            </p:txBody>
          </p:sp>
          <p:sp>
            <p:nvSpPr>
              <p:cNvPr id="1040" name="Rectangle: Rounded Corners 12">
                <a:extLst>
                  <a:ext uri="{FF2B5EF4-FFF2-40B4-BE49-F238E27FC236}">
                    <a16:creationId xmlns:a16="http://schemas.microsoft.com/office/drawing/2014/main" id="{3D4B71FE-CA4D-4E78-ECD5-4C90D479B3CA}"/>
                  </a:ext>
                  <a:ext uri="{C183D7F6-B498-43B3-948B-1728B52AA6E4}">
                    <adec:decorative xmlns:adec="http://schemas.microsoft.com/office/drawing/2017/decorative" val="0"/>
                  </a:ext>
                </a:extLst>
              </p:cNvPr>
              <p:cNvSpPr txBox="1">
                <a:spLocks/>
              </p:cNvSpPr>
              <p:nvPr/>
            </p:nvSpPr>
            <p:spPr bwMode="auto">
              <a:xfrm>
                <a:off x="352363" y="2808363"/>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SharePoint</a:t>
                </a:r>
              </a:p>
            </p:txBody>
          </p:sp>
          <p:sp>
            <p:nvSpPr>
              <p:cNvPr id="1045" name="Rectangle: Rounded Corners 12">
                <a:extLst>
                  <a:ext uri="{FF2B5EF4-FFF2-40B4-BE49-F238E27FC236}">
                    <a16:creationId xmlns:a16="http://schemas.microsoft.com/office/drawing/2014/main" id="{D005F20C-7B4D-B5AB-FC6D-18977DD77EA5}"/>
                  </a:ext>
                  <a:ext uri="{C183D7F6-B498-43B3-948B-1728B52AA6E4}">
                    <adec:decorative xmlns:adec="http://schemas.microsoft.com/office/drawing/2017/decorative" val="0"/>
                  </a:ext>
                </a:extLst>
              </p:cNvPr>
              <p:cNvSpPr txBox="1">
                <a:spLocks/>
              </p:cNvSpPr>
              <p:nvPr/>
            </p:nvSpPr>
            <p:spPr bwMode="auto">
              <a:xfrm>
                <a:off x="352361" y="3169433"/>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Microsoft Graph</a:t>
                </a:r>
              </a:p>
            </p:txBody>
          </p:sp>
          <p:sp>
            <p:nvSpPr>
              <p:cNvPr id="1048" name="Rectangle: Rounded Corners 12">
                <a:extLst>
                  <a:ext uri="{FF2B5EF4-FFF2-40B4-BE49-F238E27FC236}">
                    <a16:creationId xmlns:a16="http://schemas.microsoft.com/office/drawing/2014/main" id="{09A227E5-7FE1-FF56-C92F-59D4F5CB27DF}"/>
                  </a:ext>
                  <a:ext uri="{C183D7F6-B498-43B3-948B-1728B52AA6E4}">
                    <adec:decorative xmlns:adec="http://schemas.microsoft.com/office/drawing/2017/decorative" val="0"/>
                  </a:ext>
                </a:extLst>
              </p:cNvPr>
              <p:cNvSpPr txBox="1">
                <a:spLocks/>
              </p:cNvSpPr>
              <p:nvPr/>
            </p:nvSpPr>
            <p:spPr bwMode="auto">
              <a:xfrm>
                <a:off x="352360" y="3525494"/>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Azure AI Search</a:t>
                </a:r>
              </a:p>
            </p:txBody>
          </p:sp>
          <p:sp>
            <p:nvSpPr>
              <p:cNvPr id="1051" name="Rectangle: Rounded Corners 12">
                <a:extLst>
                  <a:ext uri="{FF2B5EF4-FFF2-40B4-BE49-F238E27FC236}">
                    <a16:creationId xmlns:a16="http://schemas.microsoft.com/office/drawing/2014/main" id="{3E0D9614-225B-BFC2-6BFB-D49F35EC3365}"/>
                  </a:ext>
                  <a:ext uri="{C183D7F6-B498-43B3-948B-1728B52AA6E4}">
                    <adec:decorative xmlns:adec="http://schemas.microsoft.com/office/drawing/2017/decorative" val="0"/>
                  </a:ext>
                </a:extLst>
              </p:cNvPr>
              <p:cNvSpPr txBox="1">
                <a:spLocks/>
              </p:cNvSpPr>
              <p:nvPr/>
            </p:nvSpPr>
            <p:spPr bwMode="auto">
              <a:xfrm>
                <a:off x="359654" y="3871019"/>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Microsoft Bing</a:t>
                </a:r>
              </a:p>
            </p:txBody>
          </p:sp>
        </p:grpSp>
        <p:grpSp>
          <p:nvGrpSpPr>
            <p:cNvPr id="2152" name="Group 2151">
              <a:extLst>
                <a:ext uri="{FF2B5EF4-FFF2-40B4-BE49-F238E27FC236}">
                  <a16:creationId xmlns:a16="http://schemas.microsoft.com/office/drawing/2014/main" id="{75E2AE22-A6EF-E9AB-1E3A-19BF155FA326}"/>
                </a:ext>
              </a:extLst>
            </p:cNvPr>
            <p:cNvGrpSpPr/>
            <p:nvPr/>
          </p:nvGrpSpPr>
          <p:grpSpPr>
            <a:xfrm>
              <a:off x="368989" y="805060"/>
              <a:ext cx="2709359" cy="624375"/>
              <a:chOff x="368989" y="805060"/>
              <a:chExt cx="2709359" cy="624375"/>
            </a:xfrm>
            <a:grpFill/>
          </p:grpSpPr>
          <p:sp>
            <p:nvSpPr>
              <p:cNvPr id="1053" name="Rectangle: Rounded Corners 12">
                <a:extLst>
                  <a:ext uri="{FF2B5EF4-FFF2-40B4-BE49-F238E27FC236}">
                    <a16:creationId xmlns:a16="http://schemas.microsoft.com/office/drawing/2014/main" id="{C70C3093-4E07-D9EE-0337-B0207C9B08BA}"/>
                  </a:ext>
                  <a:ext uri="{C183D7F6-B498-43B3-948B-1728B52AA6E4}">
                    <adec:decorative xmlns:adec="http://schemas.microsoft.com/office/drawing/2017/decorative" val="0"/>
                  </a:ext>
                </a:extLst>
              </p:cNvPr>
              <p:cNvSpPr txBox="1">
                <a:spLocks/>
              </p:cNvSpPr>
              <p:nvPr/>
            </p:nvSpPr>
            <p:spPr bwMode="auto">
              <a:xfrm>
                <a:off x="374024" y="805060"/>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Visual Studio</a:t>
                </a:r>
                <a:endParaRPr kumimoji="0" lang="en-US" sz="1050" b="1" i="0" u="none" strike="noStrike" kern="1200" cap="none" spc="0" normalizeH="0" baseline="0" noProof="0">
                  <a:ln w="3175">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endParaRPr>
              </a:p>
            </p:txBody>
          </p:sp>
          <p:sp>
            <p:nvSpPr>
              <p:cNvPr id="1055" name="Rectangle: Rounded Corners 12">
                <a:extLst>
                  <a:ext uri="{FF2B5EF4-FFF2-40B4-BE49-F238E27FC236}">
                    <a16:creationId xmlns:a16="http://schemas.microsoft.com/office/drawing/2014/main" id="{30FD8388-90C5-DC7C-FAAA-B3184F362FD3}"/>
                  </a:ext>
                  <a:ext uri="{C183D7F6-B498-43B3-948B-1728B52AA6E4}">
                    <adec:decorative xmlns:adec="http://schemas.microsoft.com/office/drawing/2017/decorative" val="0"/>
                  </a:ext>
                </a:extLst>
              </p:cNvPr>
              <p:cNvSpPr txBox="1">
                <a:spLocks/>
              </p:cNvSpPr>
              <p:nvPr/>
            </p:nvSpPr>
            <p:spPr bwMode="auto">
              <a:xfrm>
                <a:off x="368989" y="1152992"/>
                <a:ext cx="2704324" cy="276443"/>
              </a:xfrm>
              <a:prstGeom prst="roundRect">
                <a:avLst>
                  <a:gd name="adj" fmla="val 13480"/>
                </a:avLst>
              </a:prstGeom>
              <a:grpFill/>
              <a:ln w="63897" cap="flat">
                <a:noFill/>
                <a:prstDash val="solid"/>
                <a:miter/>
              </a:ln>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rPr>
                  <a:t>GitHub</a:t>
                </a:r>
                <a:endParaRPr kumimoji="0" lang="en-US" sz="1050" b="1" i="0" u="none" strike="noStrike" kern="1200" cap="none" spc="0" normalizeH="0" baseline="0" noProof="0">
                  <a:ln w="3175">
                    <a:noFill/>
                  </a:ln>
                  <a:gradFill>
                    <a:gsLst>
                      <a:gs pos="0">
                        <a:srgbClr val="2A446F"/>
                      </a:gs>
                      <a:gs pos="100000">
                        <a:srgbClr val="73262F"/>
                      </a:gs>
                    </a:gsLst>
                    <a:lin ang="2700000" scaled="1"/>
                  </a:gradFill>
                  <a:effectLst/>
                  <a:uLnTx/>
                  <a:uFillTx/>
                  <a:latin typeface="Segoe Sans Display" pitchFamily="2" charset="0"/>
                  <a:ea typeface="+mn-ea"/>
                  <a:cs typeface="Segoe Sans Display" pitchFamily="2" charset="0"/>
                </a:endParaRPr>
              </a:p>
            </p:txBody>
          </p:sp>
        </p:grpSp>
      </p:grpSp>
      <p:sp>
        <p:nvSpPr>
          <p:cNvPr id="1065" name="Rectangle: Rounded Corners 14">
            <a:extLst>
              <a:ext uri="{FF2B5EF4-FFF2-40B4-BE49-F238E27FC236}">
                <a16:creationId xmlns:a16="http://schemas.microsoft.com/office/drawing/2014/main" id="{B9311E80-CA26-7430-20BE-B61E80F0B514}"/>
              </a:ext>
              <a:ext uri="{C183D7F6-B498-43B3-948B-1728B52AA6E4}">
                <adec:decorative xmlns:adec="http://schemas.microsoft.com/office/drawing/2017/decorative" val="1"/>
              </a:ext>
            </a:extLst>
          </p:cNvPr>
          <p:cNvSpPr/>
          <p:nvPr/>
        </p:nvSpPr>
        <p:spPr bwMode="auto">
          <a:xfrm>
            <a:off x="148671" y="287508"/>
            <a:ext cx="11894658" cy="6432988"/>
          </a:xfrm>
          <a:prstGeom prst="roundRect">
            <a:avLst>
              <a:gd name="adj" fmla="val 3023"/>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Segoe UI Variable Display Semib" pitchFamily="2" charset="0"/>
              <a:ea typeface="+mn-ea"/>
              <a:cs typeface="+mn-cs"/>
            </a:endParaRPr>
          </a:p>
        </p:txBody>
      </p:sp>
      <p:sp useBgFill="1">
        <p:nvSpPr>
          <p:cNvPr id="1066" name="Rectangle 1065">
            <a:extLst>
              <a:ext uri="{FF2B5EF4-FFF2-40B4-BE49-F238E27FC236}">
                <a16:creationId xmlns:a16="http://schemas.microsoft.com/office/drawing/2014/main" id="{3F4A86AD-1F9D-99F9-4253-0AB5C8338CA7}"/>
              </a:ext>
            </a:extLst>
          </p:cNvPr>
          <p:cNvSpPr/>
          <p:nvPr/>
        </p:nvSpPr>
        <p:spPr bwMode="auto">
          <a:xfrm>
            <a:off x="5678905" y="137504"/>
            <a:ext cx="884608" cy="893774"/>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68" name="Rounded Rectangle 9">
            <a:extLst>
              <a:ext uri="{FF2B5EF4-FFF2-40B4-BE49-F238E27FC236}">
                <a16:creationId xmlns:a16="http://schemas.microsoft.com/office/drawing/2014/main" id="{4CF7039D-661F-5254-C027-FE86E81D2ECA}"/>
              </a:ext>
              <a:ext uri="{C183D7F6-B498-43B3-948B-1728B52AA6E4}">
                <adec:decorative xmlns:adec="http://schemas.microsoft.com/office/drawing/2017/decorative" val="1"/>
              </a:ext>
            </a:extLst>
          </p:cNvPr>
          <p:cNvSpPr/>
          <p:nvPr/>
        </p:nvSpPr>
        <p:spPr bwMode="auto">
          <a:xfrm>
            <a:off x="3320227" y="4611388"/>
            <a:ext cx="5551546" cy="1829154"/>
          </a:xfrm>
          <a:prstGeom prst="roundRect">
            <a:avLst>
              <a:gd name="adj" fmla="val 4782"/>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mn-cs"/>
              </a:rPr>
              <a:t>Foundry Agent Service</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a:ln>
                  <a:noFill/>
                </a:ln>
                <a:solidFill>
                  <a:srgbClr val="000000"/>
                </a:solidFill>
                <a:effectLst/>
                <a:uLnTx/>
                <a:uFillTx/>
                <a:latin typeface="Segoe UI Variable Display" pitchFamily="2" charset="0"/>
                <a:ea typeface="+mn-ea"/>
                <a:cs typeface="+mn-cs"/>
              </a:rPr>
              <a:t>Deploy and manage agents  with fully-managed runtime</a:t>
            </a:r>
          </a:p>
        </p:txBody>
      </p:sp>
      <p:sp>
        <p:nvSpPr>
          <p:cNvPr id="1069" name="Rounded Rectangle 9">
            <a:extLst>
              <a:ext uri="{FF2B5EF4-FFF2-40B4-BE49-F238E27FC236}">
                <a16:creationId xmlns:a16="http://schemas.microsoft.com/office/drawing/2014/main" id="{C319DE33-39EB-6905-6C85-22E58A4A6296}"/>
              </a:ext>
              <a:ext uri="{C183D7F6-B498-43B3-948B-1728B52AA6E4}">
                <adec:decorative xmlns:adec="http://schemas.microsoft.com/office/drawing/2017/decorative" val="1"/>
              </a:ext>
            </a:extLst>
          </p:cNvPr>
          <p:cNvSpPr/>
          <p:nvPr/>
        </p:nvSpPr>
        <p:spPr bwMode="auto">
          <a:xfrm>
            <a:off x="3323928" y="2000610"/>
            <a:ext cx="5544145" cy="823334"/>
          </a:xfrm>
          <a:prstGeom prst="roundRect">
            <a:avLst>
              <a:gd name="adj" fmla="val 12877"/>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 catalog</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a:ln>
                  <a:noFill/>
                </a:ln>
                <a:solidFill>
                  <a:srgbClr val="000000"/>
                </a:solidFill>
                <a:effectLst/>
                <a:uLnTx/>
                <a:uFillTx/>
                <a:latin typeface="Segoe UI Variable Display" pitchFamily="2" charset="0"/>
                <a:ea typeface="+mn-ea"/>
                <a:cs typeface="+mn-cs"/>
              </a:rPr>
              <a:t>Ready-made agents to kickstart your agent workforce</a:t>
            </a:r>
          </a:p>
        </p:txBody>
      </p:sp>
      <p:sp>
        <p:nvSpPr>
          <p:cNvPr id="1070" name="Rounded Rectangle 9">
            <a:extLst>
              <a:ext uri="{FF2B5EF4-FFF2-40B4-BE49-F238E27FC236}">
                <a16:creationId xmlns:a16="http://schemas.microsoft.com/office/drawing/2014/main" id="{19D8B5FC-152B-DC96-5343-1A4ABA6CAF82}"/>
              </a:ext>
              <a:ext uri="{C183D7F6-B498-43B3-948B-1728B52AA6E4}">
                <adec:decorative xmlns:adec="http://schemas.microsoft.com/office/drawing/2017/decorative" val="1"/>
              </a:ext>
            </a:extLst>
          </p:cNvPr>
          <p:cNvSpPr/>
          <p:nvPr/>
        </p:nvSpPr>
        <p:spPr bwMode="auto">
          <a:xfrm>
            <a:off x="3320227" y="2980087"/>
            <a:ext cx="5551546" cy="1521576"/>
          </a:xfrm>
          <a:prstGeom prst="roundRect">
            <a:avLst>
              <a:gd name="adj" fmla="val 6873"/>
            </a:avLst>
          </a:prstGeom>
          <a:noFill/>
          <a:ln w="28575">
            <a:solidFill>
              <a:srgbClr val="8661C5"/>
            </a:soli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mn-cs"/>
              </a:rPr>
              <a:t>Microsoft Agent </a:t>
            </a:r>
            <a:r>
              <a:rPr lang="en-US" altLang="ja-JP">
                <a:solidFill>
                  <a:srgbClr val="000000"/>
                </a:solidFill>
                <a:latin typeface="Segoe UI Variable Display Semib" pitchFamily="2" charset="0"/>
              </a:rPr>
              <a:t>Framework</a:t>
            </a: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a:ln>
                  <a:noFill/>
                </a:ln>
                <a:solidFill>
                  <a:srgbClr val="000000"/>
                </a:solidFill>
                <a:effectLst/>
                <a:uLnTx/>
                <a:uFillTx/>
                <a:latin typeface="Segoe UI Variable Display" pitchFamily="2" charset="0"/>
                <a:ea typeface="+mn-ea"/>
                <a:cs typeface="+mn-cs"/>
              </a:rPr>
              <a:t>Client SDKs for enterprise and production agentic systems</a:t>
            </a:r>
          </a:p>
        </p:txBody>
      </p:sp>
      <p:sp>
        <p:nvSpPr>
          <p:cNvPr id="1072" name="Rounded Rectangle 9">
            <a:extLst>
              <a:ext uri="{FF2B5EF4-FFF2-40B4-BE49-F238E27FC236}">
                <a16:creationId xmlns:a16="http://schemas.microsoft.com/office/drawing/2014/main" id="{E8EE3750-85CD-2D4D-70FB-CDB7DA06CCE9}"/>
              </a:ext>
              <a:ext uri="{C183D7F6-B498-43B3-948B-1728B52AA6E4}">
                <adec:decorative xmlns:adec="http://schemas.microsoft.com/office/drawing/2017/decorative" val="1"/>
              </a:ext>
            </a:extLst>
          </p:cNvPr>
          <p:cNvSpPr/>
          <p:nvPr/>
        </p:nvSpPr>
        <p:spPr bwMode="auto">
          <a:xfrm>
            <a:off x="9057090" y="2922937"/>
            <a:ext cx="2880136" cy="1113373"/>
          </a:xfrm>
          <a:prstGeom prst="roundRect">
            <a:avLst>
              <a:gd name="adj" fmla="val 10544"/>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Foundry Labs</a:t>
            </a:r>
          </a:p>
        </p:txBody>
      </p:sp>
      <p:sp>
        <p:nvSpPr>
          <p:cNvPr id="1073" name="Rounded Rectangle 9">
            <a:extLst>
              <a:ext uri="{FF2B5EF4-FFF2-40B4-BE49-F238E27FC236}">
                <a16:creationId xmlns:a16="http://schemas.microsoft.com/office/drawing/2014/main" id="{57B062A9-E4BD-A554-A871-B010B235E004}"/>
              </a:ext>
              <a:ext uri="{C183D7F6-B498-43B3-948B-1728B52AA6E4}">
                <adec:decorative xmlns:adec="http://schemas.microsoft.com/office/drawing/2017/decorative" val="1"/>
              </a:ext>
            </a:extLst>
          </p:cNvPr>
          <p:cNvSpPr/>
          <p:nvPr/>
        </p:nvSpPr>
        <p:spPr bwMode="auto">
          <a:xfrm>
            <a:off x="9052468" y="4192453"/>
            <a:ext cx="2884758" cy="2248089"/>
          </a:xfrm>
          <a:prstGeom prst="roundRect">
            <a:avLst>
              <a:gd name="adj" fmla="val 4548"/>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Open Ecosystem</a:t>
            </a:r>
          </a:p>
        </p:txBody>
      </p:sp>
      <p:sp>
        <p:nvSpPr>
          <p:cNvPr id="1074" name="Rounded Rectangle 9">
            <a:extLst>
              <a:ext uri="{FF2B5EF4-FFF2-40B4-BE49-F238E27FC236}">
                <a16:creationId xmlns:a16="http://schemas.microsoft.com/office/drawing/2014/main" id="{9954A7E0-B88B-307D-CD5A-40C721354AB7}"/>
              </a:ext>
              <a:ext uri="{C183D7F6-B498-43B3-948B-1728B52AA6E4}">
                <adec:decorative xmlns:adec="http://schemas.microsoft.com/office/drawing/2017/decorative" val="1"/>
              </a:ext>
            </a:extLst>
          </p:cNvPr>
          <p:cNvSpPr/>
          <p:nvPr/>
        </p:nvSpPr>
        <p:spPr bwMode="auto">
          <a:xfrm>
            <a:off x="266427" y="4611391"/>
            <a:ext cx="2885363" cy="1829154"/>
          </a:xfrm>
          <a:prstGeom prst="roundRect">
            <a:avLst>
              <a:gd name="adj" fmla="val 6432"/>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Enterprise Trust</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075" name="Rounded Rectangle 9">
            <a:extLst>
              <a:ext uri="{FF2B5EF4-FFF2-40B4-BE49-F238E27FC236}">
                <a16:creationId xmlns:a16="http://schemas.microsoft.com/office/drawing/2014/main" id="{2EB7D258-E628-B26D-7433-0E81B033A7A2}"/>
              </a:ext>
              <a:ext uri="{C183D7F6-B498-43B3-948B-1728B52AA6E4}">
                <adec:decorative xmlns:adec="http://schemas.microsoft.com/office/drawing/2017/decorative" val="1"/>
              </a:ext>
            </a:extLst>
          </p:cNvPr>
          <p:cNvSpPr/>
          <p:nvPr/>
        </p:nvSpPr>
        <p:spPr bwMode="auto">
          <a:xfrm>
            <a:off x="266427" y="1605714"/>
            <a:ext cx="2885363" cy="2875730"/>
          </a:xfrm>
          <a:prstGeom prst="roundRect">
            <a:avLst>
              <a:gd name="adj" fmla="val 349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Knowledge</a:t>
            </a:r>
          </a:p>
        </p:txBody>
      </p:sp>
      <p:sp>
        <p:nvSpPr>
          <p:cNvPr id="1076" name="Rounded Rectangle 9">
            <a:extLst>
              <a:ext uri="{FF2B5EF4-FFF2-40B4-BE49-F238E27FC236}">
                <a16:creationId xmlns:a16="http://schemas.microsoft.com/office/drawing/2014/main" id="{0B08A9BC-F0E3-63B6-1712-4B073CF92C52}"/>
              </a:ext>
              <a:ext uri="{C183D7F6-B498-43B3-948B-1728B52AA6E4}">
                <adec:decorative xmlns:adec="http://schemas.microsoft.com/office/drawing/2017/decorative" val="1"/>
              </a:ext>
            </a:extLst>
          </p:cNvPr>
          <p:cNvSpPr/>
          <p:nvPr/>
        </p:nvSpPr>
        <p:spPr bwMode="auto">
          <a:xfrm>
            <a:off x="266427" y="417455"/>
            <a:ext cx="2885363" cy="1110969"/>
          </a:xfrm>
          <a:prstGeom prst="roundRect">
            <a:avLst>
              <a:gd name="adj" fmla="val 10252"/>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t"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Authoring Tools</a:t>
            </a:r>
          </a:p>
        </p:txBody>
      </p:sp>
      <p:grpSp>
        <p:nvGrpSpPr>
          <p:cNvPr id="2071" name="Group 2070">
            <a:extLst>
              <a:ext uri="{FF2B5EF4-FFF2-40B4-BE49-F238E27FC236}">
                <a16:creationId xmlns:a16="http://schemas.microsoft.com/office/drawing/2014/main" id="{899BE9EF-042C-4144-C06A-35DBE7892707}"/>
              </a:ext>
            </a:extLst>
          </p:cNvPr>
          <p:cNvGrpSpPr/>
          <p:nvPr/>
        </p:nvGrpSpPr>
        <p:grpSpPr>
          <a:xfrm>
            <a:off x="9478397" y="3381436"/>
            <a:ext cx="2107769" cy="494426"/>
            <a:chOff x="9787963" y="3438586"/>
            <a:chExt cx="2107769" cy="494426"/>
          </a:xfrm>
        </p:grpSpPr>
        <p:grpSp>
          <p:nvGrpSpPr>
            <p:cNvPr id="2072" name="Group 2071">
              <a:extLst>
                <a:ext uri="{FF2B5EF4-FFF2-40B4-BE49-F238E27FC236}">
                  <a16:creationId xmlns:a16="http://schemas.microsoft.com/office/drawing/2014/main" id="{77B847B3-4EB6-6787-EB39-CFD46722D8B2}"/>
                </a:ext>
              </a:extLst>
            </p:cNvPr>
            <p:cNvGrpSpPr/>
            <p:nvPr/>
          </p:nvGrpSpPr>
          <p:grpSpPr>
            <a:xfrm>
              <a:off x="9787963" y="3438586"/>
              <a:ext cx="872410" cy="494426"/>
              <a:chOff x="9787963" y="3438586"/>
              <a:chExt cx="872410" cy="494426"/>
            </a:xfrm>
          </p:grpSpPr>
          <p:sp>
            <p:nvSpPr>
              <p:cNvPr id="2106" name="TextBox 2105">
                <a:extLst>
                  <a:ext uri="{FF2B5EF4-FFF2-40B4-BE49-F238E27FC236}">
                    <a16:creationId xmlns:a16="http://schemas.microsoft.com/office/drawing/2014/main" id="{0773D8F2-D550-F88E-6B57-687995FA8521}"/>
                  </a:ext>
                </a:extLst>
              </p:cNvPr>
              <p:cNvSpPr txBox="1"/>
              <p:nvPr/>
            </p:nvSpPr>
            <p:spPr>
              <a:xfrm>
                <a:off x="9787963" y="3438586"/>
                <a:ext cx="872410"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Muse</a:t>
                </a:r>
              </a:p>
            </p:txBody>
          </p:sp>
          <p:sp>
            <p:nvSpPr>
              <p:cNvPr id="2107" name="TextBox 2106">
                <a:extLst>
                  <a:ext uri="{FF2B5EF4-FFF2-40B4-BE49-F238E27FC236}">
                    <a16:creationId xmlns:a16="http://schemas.microsoft.com/office/drawing/2014/main" id="{FA035F21-65E7-84B5-D245-FEC48C11DC05}"/>
                  </a:ext>
                </a:extLst>
              </p:cNvPr>
              <p:cNvSpPr txBox="1"/>
              <p:nvPr/>
            </p:nvSpPr>
            <p:spPr>
              <a:xfrm>
                <a:off x="9787963" y="3717568"/>
                <a:ext cx="872410"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Aurora</a:t>
                </a:r>
              </a:p>
            </p:txBody>
          </p:sp>
        </p:grpSp>
        <p:grpSp>
          <p:nvGrpSpPr>
            <p:cNvPr id="2073" name="Group 2072">
              <a:extLst>
                <a:ext uri="{FF2B5EF4-FFF2-40B4-BE49-F238E27FC236}">
                  <a16:creationId xmlns:a16="http://schemas.microsoft.com/office/drawing/2014/main" id="{0EF6CC76-11CC-CC6C-83E7-75BD56B41B11}"/>
                </a:ext>
              </a:extLst>
            </p:cNvPr>
            <p:cNvGrpSpPr/>
            <p:nvPr/>
          </p:nvGrpSpPr>
          <p:grpSpPr>
            <a:xfrm>
              <a:off x="10881505" y="3438586"/>
              <a:ext cx="1014227" cy="494426"/>
              <a:chOff x="10881505" y="3438586"/>
              <a:chExt cx="1014227" cy="494426"/>
            </a:xfrm>
          </p:grpSpPr>
          <p:sp>
            <p:nvSpPr>
              <p:cNvPr id="2075" name="TextBox 2074">
                <a:extLst>
                  <a:ext uri="{FF2B5EF4-FFF2-40B4-BE49-F238E27FC236}">
                    <a16:creationId xmlns:a16="http://schemas.microsoft.com/office/drawing/2014/main" id="{271BAB24-60D9-B44A-E6BD-90F50884756E}"/>
                  </a:ext>
                </a:extLst>
              </p:cNvPr>
              <p:cNvSpPr txBox="1"/>
              <p:nvPr/>
            </p:nvSpPr>
            <p:spPr>
              <a:xfrm>
                <a:off x="10881505" y="3438586"/>
                <a:ext cx="1014227"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Magentic</a:t>
                </a: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-One</a:t>
                </a:r>
              </a:p>
            </p:txBody>
          </p:sp>
          <p:sp>
            <p:nvSpPr>
              <p:cNvPr id="2080" name="TextBox 2079">
                <a:extLst>
                  <a:ext uri="{FF2B5EF4-FFF2-40B4-BE49-F238E27FC236}">
                    <a16:creationId xmlns:a16="http://schemas.microsoft.com/office/drawing/2014/main" id="{ED59E6D8-25F8-100B-1B44-D64902BDA065}"/>
                  </a:ext>
                </a:extLst>
              </p:cNvPr>
              <p:cNvSpPr txBox="1"/>
              <p:nvPr/>
            </p:nvSpPr>
            <p:spPr>
              <a:xfrm>
                <a:off x="10881505" y="3717568"/>
                <a:ext cx="1014227"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OmniParser</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grpSp>
      </p:grpSp>
      <p:grpSp>
        <p:nvGrpSpPr>
          <p:cNvPr id="2108" name="Group 2107">
            <a:extLst>
              <a:ext uri="{FF2B5EF4-FFF2-40B4-BE49-F238E27FC236}">
                <a16:creationId xmlns:a16="http://schemas.microsoft.com/office/drawing/2014/main" id="{D13BF402-5535-1377-649F-B39265894E77}"/>
              </a:ext>
            </a:extLst>
          </p:cNvPr>
          <p:cNvGrpSpPr/>
          <p:nvPr/>
        </p:nvGrpSpPr>
        <p:grpSpPr>
          <a:xfrm>
            <a:off x="9328948" y="4729526"/>
            <a:ext cx="2367389" cy="255653"/>
            <a:chOff x="9328948" y="4736740"/>
            <a:chExt cx="2367389" cy="255653"/>
          </a:xfrm>
        </p:grpSpPr>
        <p:grpSp>
          <p:nvGrpSpPr>
            <p:cNvPr id="2109" name="Group 2108">
              <a:extLst>
                <a:ext uri="{FF2B5EF4-FFF2-40B4-BE49-F238E27FC236}">
                  <a16:creationId xmlns:a16="http://schemas.microsoft.com/office/drawing/2014/main" id="{3D0ADCEC-4B70-B822-655B-0FEB62D7C4A9}"/>
                </a:ext>
              </a:extLst>
            </p:cNvPr>
            <p:cNvGrpSpPr/>
            <p:nvPr/>
          </p:nvGrpSpPr>
          <p:grpSpPr>
            <a:xfrm>
              <a:off x="9328948" y="4736740"/>
              <a:ext cx="530461" cy="255653"/>
              <a:chOff x="9328948" y="4755041"/>
              <a:chExt cx="530461" cy="255653"/>
            </a:xfrm>
          </p:grpSpPr>
          <p:pic>
            <p:nvPicPr>
              <p:cNvPr id="2120" name="Picture 2119">
                <a:extLst>
                  <a:ext uri="{FF2B5EF4-FFF2-40B4-BE49-F238E27FC236}">
                    <a16:creationId xmlns:a16="http://schemas.microsoft.com/office/drawing/2014/main" id="{5865F3A6-3CE4-C32D-2662-AA34CAA18D2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9328948" y="4755041"/>
                <a:ext cx="244034" cy="255653"/>
              </a:xfrm>
              <a:prstGeom prst="rect">
                <a:avLst/>
              </a:prstGeom>
            </p:spPr>
          </p:pic>
          <p:sp>
            <p:nvSpPr>
              <p:cNvPr id="2121" name="TextBox 2120">
                <a:extLst>
                  <a:ext uri="{FF2B5EF4-FFF2-40B4-BE49-F238E27FC236}">
                    <a16:creationId xmlns:a16="http://schemas.microsoft.com/office/drawing/2014/main" id="{35C60F49-B296-08F9-704B-4C8664E5A16D}"/>
                  </a:ext>
                </a:extLst>
              </p:cNvPr>
              <p:cNvSpPr txBox="1"/>
              <p:nvPr/>
            </p:nvSpPr>
            <p:spPr>
              <a:xfrm>
                <a:off x="9487191" y="4768791"/>
                <a:ext cx="372218"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A2A</a:t>
                </a:r>
              </a:p>
            </p:txBody>
          </p:sp>
        </p:grpSp>
        <p:grpSp>
          <p:nvGrpSpPr>
            <p:cNvPr id="2110" name="Group 2109">
              <a:extLst>
                <a:ext uri="{FF2B5EF4-FFF2-40B4-BE49-F238E27FC236}">
                  <a16:creationId xmlns:a16="http://schemas.microsoft.com/office/drawing/2014/main" id="{E04248CB-D854-0A4D-AF7A-2B986B1176D3}"/>
                </a:ext>
              </a:extLst>
            </p:cNvPr>
            <p:cNvGrpSpPr/>
            <p:nvPr/>
          </p:nvGrpSpPr>
          <p:grpSpPr>
            <a:xfrm>
              <a:off x="10220864" y="4749957"/>
              <a:ext cx="549825" cy="220292"/>
              <a:chOff x="10220864" y="4777251"/>
              <a:chExt cx="549825" cy="220292"/>
            </a:xfrm>
          </p:grpSpPr>
          <p:sp>
            <p:nvSpPr>
              <p:cNvPr id="2114" name="Freeform: Shape 23">
                <a:extLst>
                  <a:ext uri="{FF2B5EF4-FFF2-40B4-BE49-F238E27FC236}">
                    <a16:creationId xmlns:a16="http://schemas.microsoft.com/office/drawing/2014/main" id="{4A642AA3-53F7-6EAB-7A69-CBC3E19F4B84}"/>
                  </a:ext>
                </a:extLst>
              </p:cNvPr>
              <p:cNvSpPr/>
              <p:nvPr/>
            </p:nvSpPr>
            <p:spPr>
              <a:xfrm>
                <a:off x="10220864" y="4786575"/>
                <a:ext cx="115102" cy="108116"/>
              </a:xfrm>
              <a:custGeom>
                <a:avLst/>
                <a:gdLst>
                  <a:gd name="connsiteX0" fmla="*/ 0 w 115102"/>
                  <a:gd name="connsiteY0" fmla="*/ 79213 h 97531"/>
                  <a:gd name="connsiteX1" fmla="*/ 71780 w 115102"/>
                  <a:gd name="connsiteY1" fmla="*/ 7433 h 97531"/>
                  <a:gd name="connsiteX2" fmla="*/ 107669 w 115102"/>
                  <a:gd name="connsiteY2" fmla="*/ 7433 h 97531"/>
                  <a:gd name="connsiteX3" fmla="*/ 107669 w 115102"/>
                  <a:gd name="connsiteY3" fmla="*/ 7433 h 97531"/>
                  <a:gd name="connsiteX4" fmla="*/ 107669 w 115102"/>
                  <a:gd name="connsiteY4" fmla="*/ 43323 h 97531"/>
                  <a:gd name="connsiteX5" fmla="*/ 53461 w 115102"/>
                  <a:gd name="connsiteY5" fmla="*/ 97532 h 97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02" h="97531">
                    <a:moveTo>
                      <a:pt x="0" y="79213"/>
                    </a:moveTo>
                    <a:lnTo>
                      <a:pt x="71780" y="7433"/>
                    </a:lnTo>
                    <a:cubicBezTo>
                      <a:pt x="81691" y="-2478"/>
                      <a:pt x="97759" y="-2478"/>
                      <a:pt x="107669" y="7433"/>
                    </a:cubicBezTo>
                    <a:lnTo>
                      <a:pt x="107669" y="7433"/>
                    </a:lnTo>
                    <a:cubicBezTo>
                      <a:pt x="117580" y="17344"/>
                      <a:pt x="117580" y="33412"/>
                      <a:pt x="107669" y="43323"/>
                    </a:cubicBezTo>
                    <a:lnTo>
                      <a:pt x="53461" y="97532"/>
                    </a:lnTo>
                  </a:path>
                </a:pathLst>
              </a:custGeom>
              <a:noFill/>
              <a:ln w="1965" cap="rnd">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nvGrpSpPr>
              <p:cNvPr id="2115" name="Group 2114">
                <a:extLst>
                  <a:ext uri="{FF2B5EF4-FFF2-40B4-BE49-F238E27FC236}">
                    <a16:creationId xmlns:a16="http://schemas.microsoft.com/office/drawing/2014/main" id="{1D77D9E8-00FD-E286-3C70-3A05F3F04C61}"/>
                  </a:ext>
                </a:extLst>
              </p:cNvPr>
              <p:cNvGrpSpPr/>
              <p:nvPr/>
            </p:nvGrpSpPr>
            <p:grpSpPr>
              <a:xfrm>
                <a:off x="10250068" y="4777251"/>
                <a:ext cx="520621" cy="220292"/>
                <a:chOff x="10250068" y="4754508"/>
                <a:chExt cx="520621" cy="220292"/>
              </a:xfrm>
            </p:grpSpPr>
            <p:sp>
              <p:nvSpPr>
                <p:cNvPr id="2116" name="Freeform: Shape 27">
                  <a:extLst>
                    <a:ext uri="{FF2B5EF4-FFF2-40B4-BE49-F238E27FC236}">
                      <a16:creationId xmlns:a16="http://schemas.microsoft.com/office/drawing/2014/main" id="{83856656-CE7C-9266-EEED-CA22721AFCCB}"/>
                    </a:ext>
                  </a:extLst>
                </p:cNvPr>
                <p:cNvSpPr/>
                <p:nvPr/>
              </p:nvSpPr>
              <p:spPr>
                <a:xfrm>
                  <a:off x="10275073" y="4826360"/>
                  <a:ext cx="97157" cy="148440"/>
                </a:xfrm>
                <a:custGeom>
                  <a:avLst/>
                  <a:gdLst>
                    <a:gd name="connsiteX0" fmla="*/ 0 w 97157"/>
                    <a:gd name="connsiteY0" fmla="*/ 60894 h 133908"/>
                    <a:gd name="connsiteX1" fmla="*/ 53460 w 97157"/>
                    <a:gd name="connsiteY1" fmla="*/ 7433 h 133908"/>
                    <a:gd name="connsiteX2" fmla="*/ 89351 w 97157"/>
                    <a:gd name="connsiteY2" fmla="*/ 7433 h 133908"/>
                    <a:gd name="connsiteX3" fmla="*/ 89724 w 97157"/>
                    <a:gd name="connsiteY3" fmla="*/ 7807 h 133908"/>
                    <a:gd name="connsiteX4" fmla="*/ 89724 w 97157"/>
                    <a:gd name="connsiteY4" fmla="*/ 43697 h 133908"/>
                    <a:gd name="connsiteX5" fmla="*/ 24806 w 97157"/>
                    <a:gd name="connsiteY5" fmla="*/ 108615 h 133908"/>
                    <a:gd name="connsiteX6" fmla="*/ 24806 w 97157"/>
                    <a:gd name="connsiteY6" fmla="*/ 120578 h 133908"/>
                    <a:gd name="connsiteX7" fmla="*/ 38136 w 97157"/>
                    <a:gd name="connsiteY7" fmla="*/ 133909 h 13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157" h="133908">
                      <a:moveTo>
                        <a:pt x="0" y="60894"/>
                      </a:moveTo>
                      <a:lnTo>
                        <a:pt x="53460" y="7433"/>
                      </a:lnTo>
                      <a:cubicBezTo>
                        <a:pt x="63372" y="-2478"/>
                        <a:pt x="79440" y="-2478"/>
                        <a:pt x="89351" y="7433"/>
                      </a:cubicBezTo>
                      <a:lnTo>
                        <a:pt x="89724" y="7807"/>
                      </a:lnTo>
                      <a:cubicBezTo>
                        <a:pt x="99636" y="17718"/>
                        <a:pt x="99636" y="33786"/>
                        <a:pt x="89724" y="43697"/>
                      </a:cubicBezTo>
                      <a:lnTo>
                        <a:pt x="24806" y="108615"/>
                      </a:lnTo>
                      <a:cubicBezTo>
                        <a:pt x="21503" y="111919"/>
                        <a:pt x="21503" y="117275"/>
                        <a:pt x="24806" y="120578"/>
                      </a:cubicBezTo>
                      <a:lnTo>
                        <a:pt x="38136" y="133909"/>
                      </a:lnTo>
                    </a:path>
                  </a:pathLst>
                </a:custGeom>
                <a:noFill/>
                <a:ln w="1965" cap="rnd">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nvGrpSpPr>
                <p:cNvPr id="2117" name="Group 2116">
                  <a:extLst>
                    <a:ext uri="{FF2B5EF4-FFF2-40B4-BE49-F238E27FC236}">
                      <a16:creationId xmlns:a16="http://schemas.microsoft.com/office/drawing/2014/main" id="{C43C3C5D-9A76-0F29-F5E3-296BD5F07214}"/>
                    </a:ext>
                  </a:extLst>
                </p:cNvPr>
                <p:cNvGrpSpPr/>
                <p:nvPr/>
              </p:nvGrpSpPr>
              <p:grpSpPr>
                <a:xfrm>
                  <a:off x="10250068" y="4754508"/>
                  <a:ext cx="520621" cy="215444"/>
                  <a:chOff x="10250068" y="4768258"/>
                  <a:chExt cx="520621" cy="215444"/>
                </a:xfrm>
              </p:grpSpPr>
              <p:sp>
                <p:nvSpPr>
                  <p:cNvPr id="2118" name="Freeform: Shape 28">
                    <a:extLst>
                      <a:ext uri="{FF2B5EF4-FFF2-40B4-BE49-F238E27FC236}">
                        <a16:creationId xmlns:a16="http://schemas.microsoft.com/office/drawing/2014/main" id="{0D181105-4BF3-ED5D-46E8-E77A002C035C}"/>
                      </a:ext>
                    </a:extLst>
                  </p:cNvPr>
                  <p:cNvSpPr/>
                  <p:nvPr/>
                </p:nvSpPr>
                <p:spPr>
                  <a:xfrm>
                    <a:off x="10250068" y="4814707"/>
                    <a:ext cx="96409" cy="106872"/>
                  </a:xfrm>
                  <a:custGeom>
                    <a:avLst/>
                    <a:gdLst>
                      <a:gd name="connsiteX0" fmla="*/ 60520 w 96409"/>
                      <a:gd name="connsiteY0" fmla="*/ 0 h 96409"/>
                      <a:gd name="connsiteX1" fmla="*/ 7433 w 96409"/>
                      <a:gd name="connsiteY1" fmla="*/ 53087 h 96409"/>
                      <a:gd name="connsiteX2" fmla="*/ 7433 w 96409"/>
                      <a:gd name="connsiteY2" fmla="*/ 88977 h 96409"/>
                      <a:gd name="connsiteX3" fmla="*/ 7433 w 96409"/>
                      <a:gd name="connsiteY3" fmla="*/ 88977 h 96409"/>
                      <a:gd name="connsiteX4" fmla="*/ 43323 w 96409"/>
                      <a:gd name="connsiteY4" fmla="*/ 88977 h 96409"/>
                      <a:gd name="connsiteX5" fmla="*/ 96410 w 96409"/>
                      <a:gd name="connsiteY5" fmla="*/ 35890 h 9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409" h="96409">
                        <a:moveTo>
                          <a:pt x="60520" y="0"/>
                        </a:moveTo>
                        <a:lnTo>
                          <a:pt x="7433" y="53087"/>
                        </a:lnTo>
                        <a:cubicBezTo>
                          <a:pt x="-2478" y="62998"/>
                          <a:pt x="-2478" y="79066"/>
                          <a:pt x="7433" y="88977"/>
                        </a:cubicBezTo>
                        <a:lnTo>
                          <a:pt x="7433" y="88977"/>
                        </a:lnTo>
                        <a:cubicBezTo>
                          <a:pt x="17344" y="98887"/>
                          <a:pt x="33412" y="98887"/>
                          <a:pt x="43323" y="88977"/>
                        </a:cubicBezTo>
                        <a:lnTo>
                          <a:pt x="96410" y="35890"/>
                        </a:lnTo>
                      </a:path>
                    </a:pathLst>
                  </a:custGeom>
                  <a:noFill/>
                  <a:ln w="1965" cap="rnd">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sp>
                <p:nvSpPr>
                  <p:cNvPr id="2119" name="TextBox 2118">
                    <a:extLst>
                      <a:ext uri="{FF2B5EF4-FFF2-40B4-BE49-F238E27FC236}">
                        <a16:creationId xmlns:a16="http://schemas.microsoft.com/office/drawing/2014/main" id="{70712395-BCE0-EC5F-4B83-D9377003B7E8}"/>
                      </a:ext>
                    </a:extLst>
                  </p:cNvPr>
                  <p:cNvSpPr txBox="1"/>
                  <p:nvPr/>
                </p:nvSpPr>
                <p:spPr>
                  <a:xfrm>
                    <a:off x="10366411" y="4768258"/>
                    <a:ext cx="404278"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MCP</a:t>
                    </a:r>
                  </a:p>
                </p:txBody>
              </p:sp>
            </p:grpSp>
          </p:grpSp>
        </p:grpSp>
        <p:grpSp>
          <p:nvGrpSpPr>
            <p:cNvPr id="2111" name="Group 2110">
              <a:extLst>
                <a:ext uri="{FF2B5EF4-FFF2-40B4-BE49-F238E27FC236}">
                  <a16:creationId xmlns:a16="http://schemas.microsoft.com/office/drawing/2014/main" id="{868F7084-89C6-84DB-308C-FD59418EC2AA}"/>
                </a:ext>
              </a:extLst>
            </p:cNvPr>
            <p:cNvGrpSpPr/>
            <p:nvPr/>
          </p:nvGrpSpPr>
          <p:grpSpPr>
            <a:xfrm>
              <a:off x="10989302" y="4746582"/>
              <a:ext cx="707035" cy="237016"/>
              <a:chOff x="10989302" y="4764883"/>
              <a:chExt cx="707035" cy="237016"/>
            </a:xfrm>
          </p:grpSpPr>
          <p:pic>
            <p:nvPicPr>
              <p:cNvPr id="2112" name="Picture 16">
                <a:extLst>
                  <a:ext uri="{FF2B5EF4-FFF2-40B4-BE49-F238E27FC236}">
                    <a16:creationId xmlns:a16="http://schemas.microsoft.com/office/drawing/2014/main" id="{0D572F33-6241-51D1-4696-05C264AB0ED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10989302" y="4772309"/>
                <a:ext cx="193561" cy="229590"/>
              </a:xfrm>
              <a:prstGeom prst="rect">
                <a:avLst/>
              </a:prstGeom>
              <a:noFill/>
              <a:extLst>
                <a:ext uri="{909E8E84-426E-40DD-AFC4-6F175D3DCCD1}">
                  <a14:hiddenFill xmlns:a14="http://schemas.microsoft.com/office/drawing/2010/main">
                    <a:solidFill>
                      <a:srgbClr val="FFFFFF"/>
                    </a:solidFill>
                  </a14:hiddenFill>
                </a:ext>
              </a:extLst>
            </p:spPr>
          </p:pic>
          <p:sp>
            <p:nvSpPr>
              <p:cNvPr id="2113" name="TextBox 2112">
                <a:extLst>
                  <a:ext uri="{FF2B5EF4-FFF2-40B4-BE49-F238E27FC236}">
                    <a16:creationId xmlns:a16="http://schemas.microsoft.com/office/drawing/2014/main" id="{E2AAB98E-9C39-995A-16A6-0F8770AA3CD8}"/>
                  </a:ext>
                </a:extLst>
              </p:cNvPr>
              <p:cNvSpPr txBox="1"/>
              <p:nvPr/>
            </p:nvSpPr>
            <p:spPr>
              <a:xfrm>
                <a:off x="11115729" y="4764883"/>
                <a:ext cx="580608"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OpenAPI</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grpSp>
      </p:grpSp>
      <p:grpSp>
        <p:nvGrpSpPr>
          <p:cNvPr id="2122" name="Group 2121">
            <a:extLst>
              <a:ext uri="{FF2B5EF4-FFF2-40B4-BE49-F238E27FC236}">
                <a16:creationId xmlns:a16="http://schemas.microsoft.com/office/drawing/2014/main" id="{1C263E50-8668-5728-6E9F-C412F1C02D85}"/>
              </a:ext>
            </a:extLst>
          </p:cNvPr>
          <p:cNvGrpSpPr/>
          <p:nvPr/>
        </p:nvGrpSpPr>
        <p:grpSpPr>
          <a:xfrm>
            <a:off x="9427691" y="5295331"/>
            <a:ext cx="2310122" cy="769788"/>
            <a:chOff x="9427691" y="5459940"/>
            <a:chExt cx="2310122" cy="769788"/>
          </a:xfrm>
        </p:grpSpPr>
        <p:grpSp>
          <p:nvGrpSpPr>
            <p:cNvPr id="2123" name="Group 2122">
              <a:extLst>
                <a:ext uri="{FF2B5EF4-FFF2-40B4-BE49-F238E27FC236}">
                  <a16:creationId xmlns:a16="http://schemas.microsoft.com/office/drawing/2014/main" id="{5506EBAF-AE3D-9C8C-1330-549E0C8F20D3}"/>
                </a:ext>
              </a:extLst>
            </p:cNvPr>
            <p:cNvGrpSpPr/>
            <p:nvPr/>
          </p:nvGrpSpPr>
          <p:grpSpPr>
            <a:xfrm>
              <a:off x="9432917" y="5459940"/>
              <a:ext cx="1111494" cy="228457"/>
              <a:chOff x="9508542" y="5466815"/>
              <a:chExt cx="1111494" cy="228457"/>
            </a:xfrm>
          </p:grpSpPr>
          <p:pic>
            <p:nvPicPr>
              <p:cNvPr id="2139" name="Picture 4" descr="Google Cloud launches Vertex AI, a new managed machine learning platform |  TechCrunch">
                <a:extLst>
                  <a:ext uri="{FF2B5EF4-FFF2-40B4-BE49-F238E27FC236}">
                    <a16:creationId xmlns:a16="http://schemas.microsoft.com/office/drawing/2014/main" id="{97BD2248-6C9D-A3E0-A817-4C825A9A69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08542" y="5466815"/>
                <a:ext cx="206494" cy="228457"/>
              </a:xfrm>
              <a:prstGeom prst="rect">
                <a:avLst/>
              </a:prstGeom>
              <a:noFill/>
              <a:extLst>
                <a:ext uri="{909E8E84-426E-40DD-AFC4-6F175D3DCCD1}">
                  <a14:hiddenFill xmlns:a14="http://schemas.microsoft.com/office/drawing/2010/main">
                    <a:solidFill>
                      <a:srgbClr val="FFFFFF"/>
                    </a:solidFill>
                  </a14:hiddenFill>
                </a:ext>
              </a:extLst>
            </p:spPr>
          </p:pic>
          <p:sp>
            <p:nvSpPr>
              <p:cNvPr id="2140" name="TextBox 2139">
                <a:extLst>
                  <a:ext uri="{FF2B5EF4-FFF2-40B4-BE49-F238E27FC236}">
                    <a16:creationId xmlns:a16="http://schemas.microsoft.com/office/drawing/2014/main" id="{5DE3DCF6-8C44-6953-AE42-82DD4BA5ABBE}"/>
                  </a:ext>
                </a:extLst>
              </p:cNvPr>
              <p:cNvSpPr txBox="1"/>
              <p:nvPr/>
            </p:nvSpPr>
            <p:spPr>
              <a:xfrm>
                <a:off x="9701195" y="5477537"/>
                <a:ext cx="918841"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Google </a:t>
                </a: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VertexAI</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grpSp>
        <p:grpSp>
          <p:nvGrpSpPr>
            <p:cNvPr id="2124" name="Group 2123">
              <a:extLst>
                <a:ext uri="{FF2B5EF4-FFF2-40B4-BE49-F238E27FC236}">
                  <a16:creationId xmlns:a16="http://schemas.microsoft.com/office/drawing/2014/main" id="{D7E797BF-05D8-A794-0D63-A01CEE41D53A}"/>
                </a:ext>
              </a:extLst>
            </p:cNvPr>
            <p:cNvGrpSpPr/>
            <p:nvPr/>
          </p:nvGrpSpPr>
          <p:grpSpPr>
            <a:xfrm>
              <a:off x="10575342" y="5470661"/>
              <a:ext cx="1162471" cy="203384"/>
              <a:chOff x="10650967" y="5477536"/>
              <a:chExt cx="1162471" cy="203384"/>
            </a:xfrm>
          </p:grpSpPr>
          <p:pic>
            <p:nvPicPr>
              <p:cNvPr id="2137" name="Picture 2136">
                <a:extLst>
                  <a:ext uri="{FF2B5EF4-FFF2-40B4-BE49-F238E27FC236}">
                    <a16:creationId xmlns:a16="http://schemas.microsoft.com/office/drawing/2014/main" id="{C6853ABC-3722-BC81-AB19-47F84A55DEB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46396" y1="89474" x2="46396" y2="89474"/>
                            <a14:backgroundMark x1="71171" y1="25359" x2="71171" y2="25359"/>
                            <a14:backgroundMark x1="66216" y1="81818" x2="66216" y2="81818"/>
                            <a14:backgroundMark x1="43694" y1="74641" x2="43694" y2="74641"/>
                          </a14:backgroundRemoval>
                        </a14:imgEffect>
                      </a14:imgLayer>
                    </a14:imgProps>
                  </a:ext>
                </a:extLst>
              </a:blip>
              <a:stretch>
                <a:fillRect/>
              </a:stretch>
            </p:blipFill>
            <p:spPr>
              <a:xfrm>
                <a:off x="10650967" y="5485021"/>
                <a:ext cx="180540" cy="188414"/>
              </a:xfrm>
              <a:prstGeom prst="rect">
                <a:avLst/>
              </a:prstGeom>
            </p:spPr>
          </p:pic>
          <p:sp>
            <p:nvSpPr>
              <p:cNvPr id="2138" name="TextBox 2137">
                <a:extLst>
                  <a:ext uri="{FF2B5EF4-FFF2-40B4-BE49-F238E27FC236}">
                    <a16:creationId xmlns:a16="http://schemas.microsoft.com/office/drawing/2014/main" id="{6186F0F5-1CFC-9371-E49F-C15B20D438AF}"/>
                  </a:ext>
                </a:extLst>
              </p:cNvPr>
              <p:cNvSpPr txBox="1"/>
              <p:nvPr/>
            </p:nvSpPr>
            <p:spPr>
              <a:xfrm>
                <a:off x="10870264" y="5477536"/>
                <a:ext cx="943174" cy="203384"/>
              </a:xfrm>
              <a:prstGeom prst="rect">
                <a:avLst/>
              </a:prstGeom>
              <a:noFill/>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Amazon Bedrock</a:t>
                </a:r>
              </a:p>
            </p:txBody>
          </p:sp>
        </p:grpSp>
        <p:grpSp>
          <p:nvGrpSpPr>
            <p:cNvPr id="2125" name="Group 2124">
              <a:extLst>
                <a:ext uri="{FF2B5EF4-FFF2-40B4-BE49-F238E27FC236}">
                  <a16:creationId xmlns:a16="http://schemas.microsoft.com/office/drawing/2014/main" id="{3955A544-81D6-61A8-BFDF-CF22896ACE25}"/>
                </a:ext>
              </a:extLst>
            </p:cNvPr>
            <p:cNvGrpSpPr/>
            <p:nvPr/>
          </p:nvGrpSpPr>
          <p:grpSpPr>
            <a:xfrm>
              <a:off x="9427691" y="5704455"/>
              <a:ext cx="709558" cy="235017"/>
              <a:chOff x="9503316" y="5711330"/>
              <a:chExt cx="709558" cy="235017"/>
            </a:xfrm>
          </p:grpSpPr>
          <p:pic>
            <p:nvPicPr>
              <p:cNvPr id="2135" name="Picture 2134" descr="A white letter on a black background&#10;&#10;AI-generated content may be incorrect.">
                <a:extLst>
                  <a:ext uri="{FF2B5EF4-FFF2-40B4-BE49-F238E27FC236}">
                    <a16:creationId xmlns:a16="http://schemas.microsoft.com/office/drawing/2014/main" id="{BC68CDF4-049A-967F-7D4E-AB520E58FE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03316" y="5711330"/>
                <a:ext cx="216947" cy="231777"/>
              </a:xfrm>
              <a:prstGeom prst="rect">
                <a:avLst/>
              </a:prstGeom>
            </p:spPr>
          </p:pic>
          <p:sp>
            <p:nvSpPr>
              <p:cNvPr id="2136" name="TextBox 2135">
                <a:extLst>
                  <a:ext uri="{FF2B5EF4-FFF2-40B4-BE49-F238E27FC236}">
                    <a16:creationId xmlns:a16="http://schemas.microsoft.com/office/drawing/2014/main" id="{4A5A4B45-62B8-8AB9-C680-7C1CEC0C6ED9}"/>
                  </a:ext>
                </a:extLst>
              </p:cNvPr>
              <p:cNvSpPr txBox="1"/>
              <p:nvPr/>
            </p:nvSpPr>
            <p:spPr>
              <a:xfrm>
                <a:off x="9701195" y="5730903"/>
                <a:ext cx="511679"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CrewAI</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grpSp>
        <p:grpSp>
          <p:nvGrpSpPr>
            <p:cNvPr id="2126" name="Group 2125">
              <a:extLst>
                <a:ext uri="{FF2B5EF4-FFF2-40B4-BE49-F238E27FC236}">
                  <a16:creationId xmlns:a16="http://schemas.microsoft.com/office/drawing/2014/main" id="{D714307D-7D5C-E69B-7A1A-55EC844C6872}"/>
                </a:ext>
              </a:extLst>
            </p:cNvPr>
            <p:cNvGrpSpPr/>
            <p:nvPr/>
          </p:nvGrpSpPr>
          <p:grpSpPr>
            <a:xfrm>
              <a:off x="10569088" y="5686105"/>
              <a:ext cx="880466" cy="272003"/>
              <a:chOff x="10644713" y="5692980"/>
              <a:chExt cx="880466" cy="272003"/>
            </a:xfrm>
          </p:grpSpPr>
          <p:pic>
            <p:nvPicPr>
              <p:cNvPr id="2133" name="Picture 2132">
                <a:extLst>
                  <a:ext uri="{FF2B5EF4-FFF2-40B4-BE49-F238E27FC236}">
                    <a16:creationId xmlns:a16="http://schemas.microsoft.com/office/drawing/2014/main" id="{7D350D4D-CF4C-3BC0-63AD-4FEDBE9F3265}"/>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10644713" y="5692980"/>
                <a:ext cx="245373" cy="272003"/>
              </a:xfrm>
              <a:prstGeom prst="rect">
                <a:avLst/>
              </a:prstGeom>
            </p:spPr>
          </p:pic>
          <p:sp>
            <p:nvSpPr>
              <p:cNvPr id="2134" name="TextBox 2133">
                <a:extLst>
                  <a:ext uri="{FF2B5EF4-FFF2-40B4-BE49-F238E27FC236}">
                    <a16:creationId xmlns:a16="http://schemas.microsoft.com/office/drawing/2014/main" id="{E67DA935-9214-8CC3-9037-3FE66D64D4C5}"/>
                  </a:ext>
                </a:extLst>
              </p:cNvPr>
              <p:cNvSpPr txBox="1"/>
              <p:nvPr/>
            </p:nvSpPr>
            <p:spPr>
              <a:xfrm>
                <a:off x="10859612" y="5731155"/>
                <a:ext cx="665567"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LangChain</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grpSp>
        <p:grpSp>
          <p:nvGrpSpPr>
            <p:cNvPr id="2127" name="Group 2126">
              <a:extLst>
                <a:ext uri="{FF2B5EF4-FFF2-40B4-BE49-F238E27FC236}">
                  <a16:creationId xmlns:a16="http://schemas.microsoft.com/office/drawing/2014/main" id="{27B745DA-6ED3-BA7E-A49B-CA9392825CE5}"/>
                </a:ext>
              </a:extLst>
            </p:cNvPr>
            <p:cNvGrpSpPr/>
            <p:nvPr/>
          </p:nvGrpSpPr>
          <p:grpSpPr>
            <a:xfrm>
              <a:off x="9437543" y="5942743"/>
              <a:ext cx="916111" cy="286985"/>
              <a:chOff x="9513168" y="5949618"/>
              <a:chExt cx="916111" cy="286985"/>
            </a:xfrm>
          </p:grpSpPr>
          <p:pic>
            <p:nvPicPr>
              <p:cNvPr id="2131" name="Picture 2" descr="Elasticsearch logo">
                <a:extLst>
                  <a:ext uri="{FF2B5EF4-FFF2-40B4-BE49-F238E27FC236}">
                    <a16:creationId xmlns:a16="http://schemas.microsoft.com/office/drawing/2014/main" id="{36521B53-1C7D-33A4-B135-A00E5B1AD3DD}"/>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r="59220"/>
              <a:stretch/>
            </p:blipFill>
            <p:spPr bwMode="auto">
              <a:xfrm>
                <a:off x="9513168" y="5949618"/>
                <a:ext cx="197242" cy="286985"/>
              </a:xfrm>
              <a:prstGeom prst="rect">
                <a:avLst/>
              </a:prstGeom>
              <a:noFill/>
              <a:extLst>
                <a:ext uri="{909E8E84-426E-40DD-AFC4-6F175D3DCCD1}">
                  <a14:hiddenFill xmlns:a14="http://schemas.microsoft.com/office/drawing/2010/main">
                    <a:solidFill>
                      <a:srgbClr val="FFFFFF"/>
                    </a:solidFill>
                  </a14:hiddenFill>
                </a:ext>
              </a:extLst>
            </p:spPr>
          </p:pic>
          <p:sp>
            <p:nvSpPr>
              <p:cNvPr id="2132" name="TextBox 2131">
                <a:extLst>
                  <a:ext uri="{FF2B5EF4-FFF2-40B4-BE49-F238E27FC236}">
                    <a16:creationId xmlns:a16="http://schemas.microsoft.com/office/drawing/2014/main" id="{CB9FB7C0-D31B-002B-77D5-5BE1D99E0B70}"/>
                  </a:ext>
                </a:extLst>
              </p:cNvPr>
              <p:cNvSpPr txBox="1"/>
              <p:nvPr/>
            </p:nvSpPr>
            <p:spPr>
              <a:xfrm>
                <a:off x="9701195" y="5996599"/>
                <a:ext cx="728084"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ElasticSearh</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grpSp>
        <p:grpSp>
          <p:nvGrpSpPr>
            <p:cNvPr id="2128" name="Group 2127">
              <a:extLst>
                <a:ext uri="{FF2B5EF4-FFF2-40B4-BE49-F238E27FC236}">
                  <a16:creationId xmlns:a16="http://schemas.microsoft.com/office/drawing/2014/main" id="{A79F3349-8CC7-F615-B950-B7DA2FF59736}"/>
                </a:ext>
              </a:extLst>
            </p:cNvPr>
            <p:cNvGrpSpPr/>
            <p:nvPr/>
          </p:nvGrpSpPr>
          <p:grpSpPr>
            <a:xfrm>
              <a:off x="10567226" y="5983781"/>
              <a:ext cx="815002" cy="222300"/>
              <a:chOff x="10642851" y="5990656"/>
              <a:chExt cx="815002" cy="222300"/>
            </a:xfrm>
          </p:grpSpPr>
          <p:pic>
            <p:nvPicPr>
              <p:cNvPr id="2129" name="Picture 30" descr="The Vector Database for Machine Learning | Pinecone">
                <a:extLst>
                  <a:ext uri="{FF2B5EF4-FFF2-40B4-BE49-F238E27FC236}">
                    <a16:creationId xmlns:a16="http://schemas.microsoft.com/office/drawing/2014/main" id="{8CEA55B9-8A94-8371-5D2F-9CB3D21B90B6}"/>
                  </a:ext>
                </a:extLst>
              </p:cNvPr>
              <p:cNvPicPr>
                <a:picLocks noChangeAspect="1" noChangeArrowheads="1"/>
              </p:cNvPicPr>
              <p:nvPr/>
            </p:nvPicPr>
            <p:blipFill rotWithShape="1">
              <a:blip r:embed="rId13">
                <a:lum bright="70000" contrast="-70000"/>
                <a:extLst>
                  <a:ext uri="{28A0092B-C50C-407E-A947-70E740481C1C}">
                    <a14:useLocalDpi xmlns:a14="http://schemas.microsoft.com/office/drawing/2010/main" val="0"/>
                  </a:ext>
                </a:extLst>
              </a:blip>
              <a:srcRect r="75272"/>
              <a:stretch/>
            </p:blipFill>
            <p:spPr bwMode="auto">
              <a:xfrm>
                <a:off x="10642851" y="5990656"/>
                <a:ext cx="207091" cy="222300"/>
              </a:xfrm>
              <a:prstGeom prst="rect">
                <a:avLst/>
              </a:prstGeom>
              <a:noFill/>
              <a:extLst>
                <a:ext uri="{909E8E84-426E-40DD-AFC4-6F175D3DCCD1}">
                  <a14:hiddenFill xmlns:a14="http://schemas.microsoft.com/office/drawing/2010/main">
                    <a:solidFill>
                      <a:srgbClr val="FFFFFF"/>
                    </a:solidFill>
                  </a14:hiddenFill>
                </a:ext>
              </a:extLst>
            </p:spPr>
          </p:pic>
          <p:sp>
            <p:nvSpPr>
              <p:cNvPr id="2130" name="TextBox 2129">
                <a:extLst>
                  <a:ext uri="{FF2B5EF4-FFF2-40B4-BE49-F238E27FC236}">
                    <a16:creationId xmlns:a16="http://schemas.microsoft.com/office/drawing/2014/main" id="{9EF6B8DB-26C7-EF3C-57C1-5D719A166531}"/>
                  </a:ext>
                </a:extLst>
              </p:cNvPr>
              <p:cNvSpPr txBox="1"/>
              <p:nvPr/>
            </p:nvSpPr>
            <p:spPr>
              <a:xfrm>
                <a:off x="10859612" y="5991951"/>
                <a:ext cx="598241"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Pinecone</a:t>
                </a:r>
              </a:p>
            </p:txBody>
          </p:sp>
        </p:grpSp>
      </p:grpSp>
      <p:grpSp>
        <p:nvGrpSpPr>
          <p:cNvPr id="2142" name="Group 2141">
            <a:extLst>
              <a:ext uri="{FF2B5EF4-FFF2-40B4-BE49-F238E27FC236}">
                <a16:creationId xmlns:a16="http://schemas.microsoft.com/office/drawing/2014/main" id="{D454AAD4-2644-8A93-7A4D-05BF40599328}"/>
              </a:ext>
            </a:extLst>
          </p:cNvPr>
          <p:cNvGrpSpPr/>
          <p:nvPr/>
        </p:nvGrpSpPr>
        <p:grpSpPr>
          <a:xfrm>
            <a:off x="655846" y="2152195"/>
            <a:ext cx="349731" cy="1963025"/>
            <a:chOff x="655846" y="2014544"/>
            <a:chExt cx="349731" cy="1963025"/>
          </a:xfrm>
        </p:grpSpPr>
        <p:pic>
          <p:nvPicPr>
            <p:cNvPr id="2143" name="Picture 2142">
              <a:extLst>
                <a:ext uri="{FF2B5EF4-FFF2-40B4-BE49-F238E27FC236}">
                  <a16:creationId xmlns:a16="http://schemas.microsoft.com/office/drawing/2014/main" id="{4E61F159-1211-F1B3-B70B-3EC3AB6291B8}"/>
                </a:ext>
              </a:extLst>
            </p:cNvPr>
            <p:cNvPicPr>
              <a:picLocks noChangeAspect="1"/>
            </p:cNvPicPr>
            <p:nvPr/>
          </p:nvPicPr>
          <p:blipFill>
            <a:blip r:embed="rId14"/>
            <a:stretch>
              <a:fillRect/>
            </a:stretch>
          </p:blipFill>
          <p:spPr>
            <a:xfrm>
              <a:off x="768526" y="2014544"/>
              <a:ext cx="156299" cy="173261"/>
            </a:xfrm>
            <a:prstGeom prst="rect">
              <a:avLst/>
            </a:prstGeom>
          </p:spPr>
        </p:pic>
        <p:pic>
          <p:nvPicPr>
            <p:cNvPr id="2144" name="Picture 12">
              <a:extLst>
                <a:ext uri="{FF2B5EF4-FFF2-40B4-BE49-F238E27FC236}">
                  <a16:creationId xmlns:a16="http://schemas.microsoft.com/office/drawing/2014/main" id="{599F752F-06D7-A980-7E54-1061F45F9ED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2672" y="2338336"/>
              <a:ext cx="266354" cy="205995"/>
            </a:xfrm>
            <a:prstGeom prst="rect">
              <a:avLst/>
            </a:prstGeom>
            <a:noFill/>
            <a:extLst>
              <a:ext uri="{909E8E84-426E-40DD-AFC4-6F175D3DCCD1}">
                <a14:hiddenFill xmlns:a14="http://schemas.microsoft.com/office/drawing/2010/main">
                  <a:solidFill>
                    <a:srgbClr val="FFFFFF"/>
                  </a:solidFill>
                </a14:hiddenFill>
              </a:ext>
            </a:extLst>
          </p:spPr>
        </p:pic>
        <p:pic>
          <p:nvPicPr>
            <p:cNvPr id="2145" name="Picture 14" descr="Microsoft, office, office365, sharepoint icon - Free download">
              <a:extLst>
                <a:ext uri="{FF2B5EF4-FFF2-40B4-BE49-F238E27FC236}">
                  <a16:creationId xmlns:a16="http://schemas.microsoft.com/office/drawing/2014/main" id="{566417F0-B800-6B58-F5EC-37C7EFD1337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4602" y="2722533"/>
              <a:ext cx="165237" cy="183169"/>
            </a:xfrm>
            <a:prstGeom prst="rect">
              <a:avLst/>
            </a:prstGeom>
            <a:noFill/>
            <a:extLst>
              <a:ext uri="{909E8E84-426E-40DD-AFC4-6F175D3DCCD1}">
                <a14:hiddenFill xmlns:a14="http://schemas.microsoft.com/office/drawing/2010/main">
                  <a:solidFill>
                    <a:srgbClr val="FFFFFF"/>
                  </a:solidFill>
                </a14:hiddenFill>
              </a:ext>
            </a:extLst>
          </p:spPr>
        </p:pic>
        <p:pic>
          <p:nvPicPr>
            <p:cNvPr id="2146" name="Picture 16" descr="Microsoft Graph (API) | Logopedia | Fandom">
              <a:extLst>
                <a:ext uri="{FF2B5EF4-FFF2-40B4-BE49-F238E27FC236}">
                  <a16:creationId xmlns:a16="http://schemas.microsoft.com/office/drawing/2014/main" id="{3C60F707-94BB-0B53-5B5D-0D1796D09DC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9977" y="3062372"/>
              <a:ext cx="190135" cy="210769"/>
            </a:xfrm>
            <a:prstGeom prst="rect">
              <a:avLst/>
            </a:prstGeom>
            <a:noFill/>
            <a:extLst>
              <a:ext uri="{909E8E84-426E-40DD-AFC4-6F175D3DCCD1}">
                <a14:hiddenFill xmlns:a14="http://schemas.microsoft.com/office/drawing/2010/main">
                  <a:solidFill>
                    <a:srgbClr val="FFFFFF"/>
                  </a:solidFill>
                </a14:hiddenFill>
              </a:ext>
            </a:extLst>
          </p:spPr>
        </p:pic>
        <p:pic>
          <p:nvPicPr>
            <p:cNvPr id="2147" name="Picture 18" descr="Pricing - Azure AI Search | Microsoft Azure">
              <a:extLst>
                <a:ext uri="{FF2B5EF4-FFF2-40B4-BE49-F238E27FC236}">
                  <a16:creationId xmlns:a16="http://schemas.microsoft.com/office/drawing/2014/main" id="{91B72C0A-A49E-BA1A-5453-0A724AA7360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5846" y="3405789"/>
              <a:ext cx="349731" cy="203535"/>
            </a:xfrm>
            <a:prstGeom prst="rect">
              <a:avLst/>
            </a:prstGeom>
            <a:noFill/>
            <a:extLst>
              <a:ext uri="{909E8E84-426E-40DD-AFC4-6F175D3DCCD1}">
                <a14:hiddenFill xmlns:a14="http://schemas.microsoft.com/office/drawing/2010/main">
                  <a:solidFill>
                    <a:srgbClr val="FFFFFF"/>
                  </a:solidFill>
                </a14:hiddenFill>
              </a:ext>
            </a:extLst>
          </p:spPr>
        </p:pic>
        <p:pic>
          <p:nvPicPr>
            <p:cNvPr id="2149" name="Picture 22">
              <a:extLst>
                <a:ext uri="{FF2B5EF4-FFF2-40B4-BE49-F238E27FC236}">
                  <a16:creationId xmlns:a16="http://schemas.microsoft.com/office/drawing/2014/main" id="{E64D26E1-9282-B99E-8587-D4E93292025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5385" y="3760664"/>
              <a:ext cx="129541" cy="216905"/>
            </a:xfrm>
            <a:prstGeom prst="rect">
              <a:avLst/>
            </a:prstGeom>
            <a:noFill/>
            <a:extLst>
              <a:ext uri="{909E8E84-426E-40DD-AFC4-6F175D3DCCD1}">
                <a14:hiddenFill xmlns:a14="http://schemas.microsoft.com/office/drawing/2010/main">
                  <a:solidFill>
                    <a:srgbClr val="FFFFFF"/>
                  </a:solidFill>
                </a14:hiddenFill>
              </a:ext>
            </a:extLst>
          </p:spPr>
        </p:pic>
      </p:grpSp>
      <p:sp>
        <p:nvSpPr>
          <p:cNvPr id="2150" name="Rectangle 2149">
            <a:extLst>
              <a:ext uri="{FF2B5EF4-FFF2-40B4-BE49-F238E27FC236}">
                <a16:creationId xmlns:a16="http://schemas.microsoft.com/office/drawing/2014/main" id="{83AFA3F7-DE3F-A35D-281C-4F53F9134F60}"/>
              </a:ext>
            </a:extLst>
          </p:cNvPr>
          <p:cNvSpPr/>
          <p:nvPr/>
        </p:nvSpPr>
        <p:spPr>
          <a:xfrm>
            <a:off x="4148568" y="1121319"/>
            <a:ext cx="3917564" cy="497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gradFill>
                  <a:gsLst>
                    <a:gs pos="0">
                      <a:srgbClr val="2A446F"/>
                    </a:gs>
                    <a:gs pos="97000">
                      <a:srgbClr val="73262F"/>
                    </a:gs>
                  </a:gsLst>
                  <a:lin ang="2700000" scaled="1"/>
                </a:gradFill>
                <a:effectLst/>
                <a:uLnTx/>
                <a:uFillTx/>
                <a:latin typeface="Segoe Sans Display Semibold"/>
                <a:ea typeface="+mn-ea"/>
                <a:cs typeface="Segoe Sans Display Semibold"/>
              </a:rPr>
              <a:t>Azure AI Foundry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gradFill>
                  <a:gsLst>
                    <a:gs pos="0">
                      <a:srgbClr val="2A446F"/>
                    </a:gs>
                    <a:gs pos="97000">
                      <a:srgbClr val="73262F"/>
                    </a:gs>
                  </a:gsLst>
                  <a:lin ang="2700000" scaled="1"/>
                </a:gradFill>
                <a:effectLst/>
                <a:uLnTx/>
                <a:uFillTx/>
                <a:latin typeface="Segoe Sans Display Semibold"/>
                <a:ea typeface="+mn-ea"/>
                <a:cs typeface="Segoe Sans Display Semibold"/>
              </a:rPr>
              <a:t>AI Agent Ecosystem </a:t>
            </a:r>
            <a:endParaRPr kumimoji="0" lang="en-US" sz="1800" b="1" i="0" u="none" strike="noStrike" kern="1200" cap="none" spc="0" normalizeH="0" baseline="0" noProof="0">
              <a:ln>
                <a:noFill/>
              </a:ln>
              <a:gradFill>
                <a:gsLst>
                  <a:gs pos="0">
                    <a:srgbClr val="2A446F"/>
                  </a:gs>
                  <a:gs pos="97000">
                    <a:srgbClr val="73262F"/>
                  </a:gs>
                </a:gsLst>
                <a:lin ang="2700000" scaled="1"/>
              </a:gradFill>
              <a:effectLst/>
              <a:uLnTx/>
              <a:uFillTx/>
              <a:latin typeface="Segoe Sans Display Semibold" pitchFamily="2" charset="0"/>
              <a:ea typeface="+mn-ea"/>
              <a:cs typeface="Segoe Sans Display Semibold" pitchFamily="2" charset="0"/>
            </a:endParaRPr>
          </a:p>
        </p:txBody>
      </p:sp>
      <p:pic>
        <p:nvPicPr>
          <p:cNvPr id="2151" name="Graphic 2150">
            <a:extLst>
              <a:ext uri="{FF2B5EF4-FFF2-40B4-BE49-F238E27FC236}">
                <a16:creationId xmlns:a16="http://schemas.microsoft.com/office/drawing/2014/main" id="{E86E3796-D266-8B81-ACFC-DF3CC5644C3E}"/>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761703" y="273322"/>
            <a:ext cx="632499" cy="629981"/>
          </a:xfrm>
          <a:prstGeom prst="rect">
            <a:avLst/>
          </a:prstGeom>
          <a:effectLst/>
        </p:spPr>
      </p:pic>
      <p:pic>
        <p:nvPicPr>
          <p:cNvPr id="2" name="Picture 1">
            <a:extLst>
              <a:ext uri="{FF2B5EF4-FFF2-40B4-BE49-F238E27FC236}">
                <a16:creationId xmlns:a16="http://schemas.microsoft.com/office/drawing/2014/main" id="{66895384-5FD1-0221-56A2-83F5644DA5AC}"/>
              </a:ext>
            </a:extLst>
          </p:cNvPr>
          <p:cNvPicPr>
            <a:picLocks noChangeAspect="1"/>
          </p:cNvPicPr>
          <p:nvPr/>
        </p:nvPicPr>
        <p:blipFill>
          <a:blip r:embed="rId21">
            <a:lum bright="70000" contrast="-70000"/>
          </a:blip>
          <a:stretch>
            <a:fillRect/>
          </a:stretch>
        </p:blipFill>
        <p:spPr>
          <a:xfrm>
            <a:off x="9768414" y="3025624"/>
            <a:ext cx="193128" cy="193128"/>
          </a:xfrm>
          <a:prstGeom prst="rect">
            <a:avLst/>
          </a:prstGeom>
        </p:spPr>
      </p:pic>
      <p:pic>
        <p:nvPicPr>
          <p:cNvPr id="3" name="Picture 6" descr="Logic App Service | Microsoft Azure">
            <a:extLst>
              <a:ext uri="{FF2B5EF4-FFF2-40B4-BE49-F238E27FC236}">
                <a16:creationId xmlns:a16="http://schemas.microsoft.com/office/drawing/2014/main" id="{495C8F4F-B6D6-F0C4-501D-3BE0F099D54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427921" y="6112457"/>
            <a:ext cx="256024" cy="1344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802A92A-6670-E026-E16C-C83A80450D0D}"/>
              </a:ext>
            </a:extLst>
          </p:cNvPr>
          <p:cNvSpPr txBox="1"/>
          <p:nvPr/>
        </p:nvSpPr>
        <p:spPr>
          <a:xfrm>
            <a:off x="9646280" y="6063720"/>
            <a:ext cx="11821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F4152"/>
                </a:solidFill>
                <a:effectLst/>
                <a:uLnTx/>
                <a:uFillTx/>
                <a:latin typeface="Segoe Pro Display" panose="020B0502040504020203" pitchFamily="34" charset="0"/>
                <a:ea typeface="+mn-ea"/>
                <a:cs typeface="+mn-cs"/>
              </a:rPr>
              <a:t>Logic Apps</a:t>
            </a:r>
          </a:p>
        </p:txBody>
      </p:sp>
      <p:pic>
        <p:nvPicPr>
          <p:cNvPr id="5" name="Picture 2" descr="Azure Functions logo">
            <a:extLst>
              <a:ext uri="{FF2B5EF4-FFF2-40B4-BE49-F238E27FC236}">
                <a16:creationId xmlns:a16="http://schemas.microsoft.com/office/drawing/2014/main" id="{698E03B7-EDD8-BF7B-B227-209EFE45094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556859" y="6069051"/>
            <a:ext cx="246223" cy="2462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EBB26FE-C1D1-FB53-2D40-FD0E2FC02343}"/>
              </a:ext>
            </a:extLst>
          </p:cNvPr>
          <p:cNvSpPr txBox="1"/>
          <p:nvPr/>
        </p:nvSpPr>
        <p:spPr>
          <a:xfrm>
            <a:off x="10779084" y="6081775"/>
            <a:ext cx="11821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F4152"/>
                </a:solidFill>
                <a:effectLst/>
                <a:uLnTx/>
                <a:uFillTx/>
                <a:latin typeface="Segoe Pro Display" panose="020B0502040504020203" pitchFamily="34" charset="0"/>
                <a:ea typeface="+mn-ea"/>
                <a:cs typeface="+mn-cs"/>
              </a:rPr>
              <a:t>Azure Functions</a:t>
            </a:r>
          </a:p>
        </p:txBody>
      </p:sp>
      <p:sp>
        <p:nvSpPr>
          <p:cNvPr id="7" name="Rounded Rectangle 9">
            <a:extLst>
              <a:ext uri="{FF2B5EF4-FFF2-40B4-BE49-F238E27FC236}">
                <a16:creationId xmlns:a16="http://schemas.microsoft.com/office/drawing/2014/main" id="{FDE756EB-7D53-BF75-FCD4-696C6FCE8DAC}"/>
              </a:ext>
              <a:ext uri="{C183D7F6-B498-43B3-948B-1728B52AA6E4}">
                <adec:decorative xmlns:adec="http://schemas.microsoft.com/office/drawing/2017/decorative" val="1"/>
              </a:ext>
            </a:extLst>
          </p:cNvPr>
          <p:cNvSpPr/>
          <p:nvPr/>
        </p:nvSpPr>
        <p:spPr bwMode="auto">
          <a:xfrm>
            <a:off x="9057090" y="417458"/>
            <a:ext cx="2880136" cy="2406486"/>
          </a:xfrm>
          <a:prstGeom prst="roundRect">
            <a:avLst>
              <a:gd name="adj" fmla="val 4548"/>
            </a:avLst>
          </a:prstGeom>
          <a:noFill/>
          <a:ln w="12700" cap="rnd">
            <a:gradFill flip="none" rotWithShape="1">
              <a:gsLst>
                <a:gs pos="0">
                  <a:srgbClr val="C5B4E3"/>
                </a:gs>
                <a:gs pos="100000">
                  <a:srgbClr val="FFB3BB"/>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182880" bIns="146304"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gradFill>
                  <a:gsLst>
                    <a:gs pos="0">
                      <a:srgbClr val="2A446F"/>
                    </a:gs>
                    <a:gs pos="98000">
                      <a:srgbClr val="73262F"/>
                    </a:gs>
                  </a:gsLst>
                  <a:lin ang="2700000" scaled="1"/>
                </a:gradFill>
                <a:effectLst/>
                <a:uLnTx/>
                <a:uFillTx/>
                <a:latin typeface="Segoe Sans Display Semibold" pitchFamily="2" charset="0"/>
                <a:ea typeface="+mn-ea"/>
                <a:cs typeface="Segoe Sans Display Semibold" pitchFamily="2" charset="0"/>
              </a:rPr>
              <a:t>Foundry Models</a:t>
            </a:r>
          </a:p>
        </p:txBody>
      </p:sp>
      <p:sp>
        <p:nvSpPr>
          <p:cNvPr id="8" name="Rectangle 7">
            <a:extLst>
              <a:ext uri="{FF2B5EF4-FFF2-40B4-BE49-F238E27FC236}">
                <a16:creationId xmlns:a16="http://schemas.microsoft.com/office/drawing/2014/main" id="{C94298D0-EE9F-7304-45FA-3B3AD0483404}"/>
              </a:ext>
            </a:extLst>
          </p:cNvPr>
          <p:cNvSpPr/>
          <p:nvPr/>
        </p:nvSpPr>
        <p:spPr>
          <a:xfrm>
            <a:off x="9646280" y="1442753"/>
            <a:ext cx="1663000" cy="3798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Segoe Sans Display" pitchFamily="2" charset="0"/>
              <a:ea typeface="+mn-ea"/>
              <a:cs typeface="Segoe Sans Display" pitchFamily="2" charset="0"/>
            </a:endParaRPr>
          </a:p>
        </p:txBody>
      </p:sp>
      <p:grpSp>
        <p:nvGrpSpPr>
          <p:cNvPr id="13" name="Group 12">
            <a:extLst>
              <a:ext uri="{FF2B5EF4-FFF2-40B4-BE49-F238E27FC236}">
                <a16:creationId xmlns:a16="http://schemas.microsoft.com/office/drawing/2014/main" id="{DFEBB01C-9F31-481D-346B-3CB4A6E1BEF2}"/>
              </a:ext>
            </a:extLst>
          </p:cNvPr>
          <p:cNvGrpSpPr/>
          <p:nvPr/>
        </p:nvGrpSpPr>
        <p:grpSpPr>
          <a:xfrm>
            <a:off x="9429739" y="1045615"/>
            <a:ext cx="2636290" cy="548185"/>
            <a:chOff x="9505364" y="1111693"/>
            <a:chExt cx="2636290" cy="548185"/>
          </a:xfrm>
        </p:grpSpPr>
        <p:grpSp>
          <p:nvGrpSpPr>
            <p:cNvPr id="14" name="Group 13">
              <a:extLst>
                <a:ext uri="{FF2B5EF4-FFF2-40B4-BE49-F238E27FC236}">
                  <a16:creationId xmlns:a16="http://schemas.microsoft.com/office/drawing/2014/main" id="{5C416033-CEBA-9BFF-18FA-BAAA20CDDF03}"/>
                </a:ext>
              </a:extLst>
            </p:cNvPr>
            <p:cNvGrpSpPr/>
            <p:nvPr/>
          </p:nvGrpSpPr>
          <p:grpSpPr>
            <a:xfrm>
              <a:off x="9505364" y="1114655"/>
              <a:ext cx="1071648" cy="245175"/>
              <a:chOff x="9223921" y="1191993"/>
              <a:chExt cx="1071648" cy="245175"/>
            </a:xfrm>
          </p:grpSpPr>
          <p:pic>
            <p:nvPicPr>
              <p:cNvPr id="25" name="Picture 24" descr="A blue square with a black star&#10;&#10;">
                <a:extLst>
                  <a:ext uri="{FF2B5EF4-FFF2-40B4-BE49-F238E27FC236}">
                    <a16:creationId xmlns:a16="http://schemas.microsoft.com/office/drawing/2014/main" id="{181D423D-A6F9-FE59-BFEF-841CBB371A1E}"/>
                  </a:ext>
                </a:extLst>
              </p:cNvPr>
              <p:cNvPicPr>
                <a:picLocks noChangeAspect="1"/>
              </p:cNvPicPr>
              <p:nvPr/>
            </p:nvPicPr>
            <p:blipFill>
              <a:blip r:embed="rId24"/>
              <a:stretch>
                <a:fillRect/>
              </a:stretch>
            </p:blipFill>
            <p:spPr>
              <a:xfrm>
                <a:off x="9223921" y="1191993"/>
                <a:ext cx="217526" cy="241133"/>
              </a:xfrm>
              <a:prstGeom prst="rect">
                <a:avLst/>
              </a:prstGeom>
            </p:spPr>
          </p:pic>
          <p:sp>
            <p:nvSpPr>
              <p:cNvPr id="26" name="TextBox 25">
                <a:extLst>
                  <a:ext uri="{FF2B5EF4-FFF2-40B4-BE49-F238E27FC236}">
                    <a16:creationId xmlns:a16="http://schemas.microsoft.com/office/drawing/2014/main" id="{71B8C0AC-E41F-7489-9709-FA0F7B374BA6}"/>
                  </a:ext>
                </a:extLst>
              </p:cNvPr>
              <p:cNvSpPr txBox="1"/>
              <p:nvPr/>
            </p:nvSpPr>
            <p:spPr>
              <a:xfrm>
                <a:off x="9423159" y="1221724"/>
                <a:ext cx="87241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OpenAI</a:t>
                </a:r>
              </a:p>
            </p:txBody>
          </p:sp>
        </p:grpSp>
        <p:grpSp>
          <p:nvGrpSpPr>
            <p:cNvPr id="15" name="Group 14">
              <a:extLst>
                <a:ext uri="{FF2B5EF4-FFF2-40B4-BE49-F238E27FC236}">
                  <a16:creationId xmlns:a16="http://schemas.microsoft.com/office/drawing/2014/main" id="{331C14B0-9797-783F-53F6-7B935BA28FFC}"/>
                </a:ext>
              </a:extLst>
            </p:cNvPr>
            <p:cNvGrpSpPr/>
            <p:nvPr/>
          </p:nvGrpSpPr>
          <p:grpSpPr>
            <a:xfrm>
              <a:off x="10321234" y="1113108"/>
              <a:ext cx="735679" cy="238921"/>
              <a:chOff x="10153531" y="1190446"/>
              <a:chExt cx="735679" cy="238921"/>
            </a:xfrm>
          </p:grpSpPr>
          <p:pic>
            <p:nvPicPr>
              <p:cNvPr id="23" name="Picture 22">
                <a:extLst>
                  <a:ext uri="{FF2B5EF4-FFF2-40B4-BE49-F238E27FC236}">
                    <a16:creationId xmlns:a16="http://schemas.microsoft.com/office/drawing/2014/main" id="{3168A2C1-BCF4-F5F2-537E-1B34A4863CF1}"/>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0153531" y="1190446"/>
                <a:ext cx="287375" cy="238921"/>
              </a:xfrm>
              <a:prstGeom prst="rect">
                <a:avLst/>
              </a:prstGeom>
            </p:spPr>
          </p:pic>
          <p:sp>
            <p:nvSpPr>
              <p:cNvPr id="24" name="TextBox 23">
                <a:extLst>
                  <a:ext uri="{FF2B5EF4-FFF2-40B4-BE49-F238E27FC236}">
                    <a16:creationId xmlns:a16="http://schemas.microsoft.com/office/drawing/2014/main" id="{D350AA2A-7F56-9CC4-775B-CB0685AFF759}"/>
                  </a:ext>
                </a:extLst>
              </p:cNvPr>
              <p:cNvSpPr txBox="1"/>
              <p:nvPr/>
            </p:nvSpPr>
            <p:spPr>
              <a:xfrm>
                <a:off x="10396627" y="1198398"/>
                <a:ext cx="492583"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Llama</a:t>
                </a:r>
              </a:p>
            </p:txBody>
          </p:sp>
        </p:grpSp>
        <p:grpSp>
          <p:nvGrpSpPr>
            <p:cNvPr id="16" name="Group 15">
              <a:extLst>
                <a:ext uri="{FF2B5EF4-FFF2-40B4-BE49-F238E27FC236}">
                  <a16:creationId xmlns:a16="http://schemas.microsoft.com/office/drawing/2014/main" id="{472165A5-79FE-193E-D519-291E08FEC82E}"/>
                </a:ext>
              </a:extLst>
            </p:cNvPr>
            <p:cNvGrpSpPr/>
            <p:nvPr/>
          </p:nvGrpSpPr>
          <p:grpSpPr>
            <a:xfrm>
              <a:off x="10654923" y="1391537"/>
              <a:ext cx="798864" cy="268341"/>
              <a:chOff x="10491760" y="1468875"/>
              <a:chExt cx="798864" cy="268341"/>
            </a:xfrm>
          </p:grpSpPr>
          <p:pic>
            <p:nvPicPr>
              <p:cNvPr id="20" name="Picture 19">
                <a:extLst>
                  <a:ext uri="{FF2B5EF4-FFF2-40B4-BE49-F238E27FC236}">
                    <a16:creationId xmlns:a16="http://schemas.microsoft.com/office/drawing/2014/main" id="{6FA5AC5F-6299-B135-3F16-9DCBBC4C253C}"/>
                  </a:ext>
                </a:extLst>
              </p:cNvPr>
              <p:cNvPicPr>
                <a:picLocks noChangeAspect="1"/>
              </p:cNvPicPr>
              <p:nvPr/>
            </p:nvPicPr>
            <p:blipFill>
              <a:blip r:embed="rId26"/>
              <a:stretch>
                <a:fillRect/>
              </a:stretch>
            </p:blipFill>
            <p:spPr>
              <a:xfrm>
                <a:off x="10491760" y="1468875"/>
                <a:ext cx="242070" cy="268341"/>
              </a:xfrm>
              <a:prstGeom prst="rect">
                <a:avLst/>
              </a:prstGeom>
            </p:spPr>
          </p:pic>
          <p:sp>
            <p:nvSpPr>
              <p:cNvPr id="22" name="TextBox 21">
                <a:extLst>
                  <a:ext uri="{FF2B5EF4-FFF2-40B4-BE49-F238E27FC236}">
                    <a16:creationId xmlns:a16="http://schemas.microsoft.com/office/drawing/2014/main" id="{A51CA8D7-FA56-D061-9D27-7C4C4BFAB2F1}"/>
                  </a:ext>
                </a:extLst>
              </p:cNvPr>
              <p:cNvSpPr txBox="1"/>
              <p:nvPr/>
            </p:nvSpPr>
            <p:spPr>
              <a:xfrm>
                <a:off x="10718973" y="1479274"/>
                <a:ext cx="571651"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Mistral</a:t>
                </a:r>
              </a:p>
            </p:txBody>
          </p:sp>
        </p:grpSp>
        <p:grpSp>
          <p:nvGrpSpPr>
            <p:cNvPr id="17" name="Group 16">
              <a:extLst>
                <a:ext uri="{FF2B5EF4-FFF2-40B4-BE49-F238E27FC236}">
                  <a16:creationId xmlns:a16="http://schemas.microsoft.com/office/drawing/2014/main" id="{983D90C9-08FB-1304-D354-B1501F57BCE0}"/>
                </a:ext>
              </a:extLst>
            </p:cNvPr>
            <p:cNvGrpSpPr/>
            <p:nvPr/>
          </p:nvGrpSpPr>
          <p:grpSpPr>
            <a:xfrm>
              <a:off x="11087777" y="1111693"/>
              <a:ext cx="1053877" cy="220020"/>
              <a:chOff x="10806334" y="1189031"/>
              <a:chExt cx="1053877" cy="220020"/>
            </a:xfrm>
          </p:grpSpPr>
          <p:pic>
            <p:nvPicPr>
              <p:cNvPr id="18" name="Picture 2" descr="Grok (xAI) Logo Free Download SVG, P... · LobeHub">
                <a:extLst>
                  <a:ext uri="{FF2B5EF4-FFF2-40B4-BE49-F238E27FC236}">
                    <a16:creationId xmlns:a16="http://schemas.microsoft.com/office/drawing/2014/main" id="{FDEE1889-5C90-4B49-193A-3616594828A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806334" y="1197118"/>
                <a:ext cx="191185" cy="21193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8D777CF-E96D-4145-1605-E77E414BEB1C}"/>
                  </a:ext>
                </a:extLst>
              </p:cNvPr>
              <p:cNvSpPr txBox="1"/>
              <p:nvPr/>
            </p:nvSpPr>
            <p:spPr>
              <a:xfrm>
                <a:off x="10987801" y="1189031"/>
                <a:ext cx="87241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Grok</a:t>
                </a:r>
              </a:p>
            </p:txBody>
          </p:sp>
        </p:grpSp>
      </p:grpSp>
      <p:grpSp>
        <p:nvGrpSpPr>
          <p:cNvPr id="27" name="Group 26">
            <a:extLst>
              <a:ext uri="{FF2B5EF4-FFF2-40B4-BE49-F238E27FC236}">
                <a16:creationId xmlns:a16="http://schemas.microsoft.com/office/drawing/2014/main" id="{75984EC6-7CA6-ECFE-63C5-D223409F2B3F}"/>
              </a:ext>
            </a:extLst>
          </p:cNvPr>
          <p:cNvGrpSpPr/>
          <p:nvPr/>
        </p:nvGrpSpPr>
        <p:grpSpPr>
          <a:xfrm>
            <a:off x="9398284" y="1888887"/>
            <a:ext cx="2465724" cy="590300"/>
            <a:chOff x="9473909" y="2133755"/>
            <a:chExt cx="2465724" cy="590300"/>
          </a:xfrm>
        </p:grpSpPr>
        <p:sp>
          <p:nvSpPr>
            <p:cNvPr id="28" name="TextBox 27">
              <a:extLst>
                <a:ext uri="{FF2B5EF4-FFF2-40B4-BE49-F238E27FC236}">
                  <a16:creationId xmlns:a16="http://schemas.microsoft.com/office/drawing/2014/main" id="{98ADB180-4D61-6ACB-67FE-8B073249F8C4}"/>
                </a:ext>
              </a:extLst>
            </p:cNvPr>
            <p:cNvSpPr txBox="1"/>
            <p:nvPr/>
          </p:nvSpPr>
          <p:spPr>
            <a:xfrm>
              <a:off x="10406761" y="2139510"/>
              <a:ext cx="87241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Cohere</a:t>
              </a:r>
            </a:p>
          </p:txBody>
        </p:sp>
        <p:grpSp>
          <p:nvGrpSpPr>
            <p:cNvPr id="29" name="Group 28">
              <a:extLst>
                <a:ext uri="{FF2B5EF4-FFF2-40B4-BE49-F238E27FC236}">
                  <a16:creationId xmlns:a16="http://schemas.microsoft.com/office/drawing/2014/main" id="{B744010E-7AD2-8FFF-36D8-F4F93B3F5EA0}"/>
                </a:ext>
              </a:extLst>
            </p:cNvPr>
            <p:cNvGrpSpPr/>
            <p:nvPr/>
          </p:nvGrpSpPr>
          <p:grpSpPr>
            <a:xfrm>
              <a:off x="10175066" y="2133755"/>
              <a:ext cx="1764567" cy="535770"/>
              <a:chOff x="9988547" y="2197443"/>
              <a:chExt cx="1764567" cy="535770"/>
            </a:xfrm>
          </p:grpSpPr>
          <p:pic>
            <p:nvPicPr>
              <p:cNvPr id="38" name="Picture 37">
                <a:extLst>
                  <a:ext uri="{FF2B5EF4-FFF2-40B4-BE49-F238E27FC236}">
                    <a16:creationId xmlns:a16="http://schemas.microsoft.com/office/drawing/2014/main" id="{7DBBC679-8321-AA1E-FAA2-B512E58A5EEF}"/>
                  </a:ext>
                </a:extLst>
              </p:cNvPr>
              <p:cNvPicPr>
                <a:picLocks noChangeAspect="1"/>
              </p:cNvPicPr>
              <p:nvPr/>
            </p:nvPicPr>
            <p:blipFill>
              <a:blip r:embed="rId28"/>
              <a:stretch>
                <a:fillRect/>
              </a:stretch>
            </p:blipFill>
            <p:spPr>
              <a:xfrm>
                <a:off x="9988547" y="2197443"/>
                <a:ext cx="231695" cy="238921"/>
              </a:xfrm>
              <a:prstGeom prst="rect">
                <a:avLst/>
              </a:prstGeom>
            </p:spPr>
          </p:pic>
          <p:sp>
            <p:nvSpPr>
              <p:cNvPr id="39" name="TextBox 38">
                <a:extLst>
                  <a:ext uri="{FF2B5EF4-FFF2-40B4-BE49-F238E27FC236}">
                    <a16:creationId xmlns:a16="http://schemas.microsoft.com/office/drawing/2014/main" id="{2D27D8E6-D960-92EC-408E-CE4D476B807A}"/>
                  </a:ext>
                </a:extLst>
              </p:cNvPr>
              <p:cNvSpPr txBox="1"/>
              <p:nvPr/>
            </p:nvSpPr>
            <p:spPr>
              <a:xfrm>
                <a:off x="10812497" y="2517769"/>
                <a:ext cx="940617"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Industry Models</a:t>
                </a:r>
              </a:p>
            </p:txBody>
          </p:sp>
        </p:grpSp>
        <p:grpSp>
          <p:nvGrpSpPr>
            <p:cNvPr id="30" name="Group 29">
              <a:extLst>
                <a:ext uri="{FF2B5EF4-FFF2-40B4-BE49-F238E27FC236}">
                  <a16:creationId xmlns:a16="http://schemas.microsoft.com/office/drawing/2014/main" id="{2B4A310A-651B-9907-99E6-0D5CAF577D81}"/>
                </a:ext>
              </a:extLst>
            </p:cNvPr>
            <p:cNvGrpSpPr/>
            <p:nvPr/>
          </p:nvGrpSpPr>
          <p:grpSpPr>
            <a:xfrm>
              <a:off x="9473909" y="2402009"/>
              <a:ext cx="779602" cy="322046"/>
              <a:chOff x="9272372" y="2465697"/>
              <a:chExt cx="779602" cy="322046"/>
            </a:xfrm>
          </p:grpSpPr>
          <p:pic>
            <p:nvPicPr>
              <p:cNvPr id="35" name="Picture 28" descr="Stability Ai icon - Free Download PNG &amp; SVG | Streamline">
                <a:extLst>
                  <a:ext uri="{FF2B5EF4-FFF2-40B4-BE49-F238E27FC236}">
                    <a16:creationId xmlns:a16="http://schemas.microsoft.com/office/drawing/2014/main" id="{04075E69-93E1-DFD9-A6DF-44DD4D333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2372" y="2465697"/>
                <a:ext cx="290517" cy="322046"/>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CE7CC83F-744B-B58F-6CD1-15EAB1CB8AE2}"/>
                  </a:ext>
                </a:extLst>
              </p:cNvPr>
              <p:cNvSpPr txBox="1"/>
              <p:nvPr/>
            </p:nvSpPr>
            <p:spPr>
              <a:xfrm>
                <a:off x="9502782" y="2506791"/>
                <a:ext cx="549192"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Stability</a:t>
                </a:r>
              </a:p>
            </p:txBody>
          </p:sp>
        </p:grpSp>
        <p:grpSp>
          <p:nvGrpSpPr>
            <p:cNvPr id="32" name="Group 31">
              <a:extLst>
                <a:ext uri="{FF2B5EF4-FFF2-40B4-BE49-F238E27FC236}">
                  <a16:creationId xmlns:a16="http://schemas.microsoft.com/office/drawing/2014/main" id="{894C062A-DA92-CDB1-D9C7-C7CDA9937AD9}"/>
                </a:ext>
              </a:extLst>
            </p:cNvPr>
            <p:cNvGrpSpPr/>
            <p:nvPr/>
          </p:nvGrpSpPr>
          <p:grpSpPr>
            <a:xfrm>
              <a:off x="9536437" y="2156951"/>
              <a:ext cx="524664" cy="218162"/>
              <a:chOff x="9334900" y="2220639"/>
              <a:chExt cx="524664" cy="218162"/>
            </a:xfrm>
          </p:grpSpPr>
          <p:pic>
            <p:nvPicPr>
              <p:cNvPr id="33" name="Picture 14" descr="Microsoft Logo Icon PNG Image - PurePNG | Free transparent CC0 PNG Image Library">
                <a:extLst>
                  <a:ext uri="{FF2B5EF4-FFF2-40B4-BE49-F238E27FC236}">
                    <a16:creationId xmlns:a16="http://schemas.microsoft.com/office/drawing/2014/main" id="{032AA01F-8513-77B6-6F1D-13F698A5A5D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334900" y="2220639"/>
                <a:ext cx="165939" cy="183948"/>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0EF1ED21-0E3A-BA4F-FA11-3E7529BED9A5}"/>
                  </a:ext>
                </a:extLst>
              </p:cNvPr>
              <p:cNvSpPr txBox="1"/>
              <p:nvPr/>
            </p:nvSpPr>
            <p:spPr>
              <a:xfrm>
                <a:off x="9505049" y="2223357"/>
                <a:ext cx="354515"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Phi</a:t>
                </a:r>
              </a:p>
            </p:txBody>
          </p:sp>
        </p:grpSp>
      </p:grpSp>
      <p:pic>
        <p:nvPicPr>
          <p:cNvPr id="40" name="Picture 2" descr="Jobs at Black Forest Labs">
            <a:extLst>
              <a:ext uri="{FF2B5EF4-FFF2-40B4-BE49-F238E27FC236}">
                <a16:creationId xmlns:a16="http://schemas.microsoft.com/office/drawing/2014/main" id="{4FCDB60E-809D-5E41-3FD7-E2726AA05941}"/>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637038" y="1338292"/>
            <a:ext cx="283743" cy="249951"/>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8376A2A3-EC3F-435C-B05C-B523F2B5BB1B}"/>
              </a:ext>
            </a:extLst>
          </p:cNvPr>
          <p:cNvSpPr txBox="1"/>
          <p:nvPr/>
        </p:nvSpPr>
        <p:spPr>
          <a:xfrm>
            <a:off x="9951524" y="1350082"/>
            <a:ext cx="571651"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Flux</a:t>
            </a:r>
          </a:p>
        </p:txBody>
      </p:sp>
      <p:pic>
        <p:nvPicPr>
          <p:cNvPr id="46" name="Picture 8" descr="Paige Leads AI-based Computational Pathology | Frost &amp; Sullivan">
            <a:extLst>
              <a:ext uri="{FF2B5EF4-FFF2-40B4-BE49-F238E27FC236}">
                <a16:creationId xmlns:a16="http://schemas.microsoft.com/office/drawing/2014/main" id="{A552B71F-AF74-B38C-478C-2E1A5DE36A94}"/>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1027920" y="1888358"/>
            <a:ext cx="544577" cy="21544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6" descr="Plugger AI vs. Huggingface: Simplifying AI Model Access and Scalability">
            <a:extLst>
              <a:ext uri="{FF2B5EF4-FFF2-40B4-BE49-F238E27FC236}">
                <a16:creationId xmlns:a16="http://schemas.microsoft.com/office/drawing/2014/main" id="{C4D0BCE2-3ABA-06E6-60AD-3F6E71A8B6FD}"/>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0151638" y="2205391"/>
            <a:ext cx="810442" cy="215444"/>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Rounded Corners 12">
            <a:extLst>
              <a:ext uri="{FF2B5EF4-FFF2-40B4-BE49-F238E27FC236}">
                <a16:creationId xmlns:a16="http://schemas.microsoft.com/office/drawing/2014/main" id="{29356A56-09BB-B7C5-E8D3-137F2F43A062}"/>
              </a:ext>
              <a:ext uri="{C183D7F6-B498-43B3-948B-1728B52AA6E4}">
                <adec:decorative xmlns:adec="http://schemas.microsoft.com/office/drawing/2017/decorative" val="0"/>
              </a:ext>
            </a:extLst>
          </p:cNvPr>
          <p:cNvSpPr txBox="1">
            <a:spLocks/>
          </p:cNvSpPr>
          <p:nvPr/>
        </p:nvSpPr>
        <p:spPr bwMode="auto">
          <a:xfrm>
            <a:off x="9201597" y="730189"/>
            <a:ext cx="2598273" cy="2031370"/>
          </a:xfrm>
          <a:prstGeom prst="roundRect">
            <a:avLst>
              <a:gd name="adj" fmla="val 10815"/>
            </a:avLst>
          </a:prstGeom>
          <a:gradFill>
            <a:gsLst>
              <a:gs pos="0">
                <a:srgbClr val="2A446F">
                  <a:alpha val="20000"/>
                </a:srgbClr>
              </a:gs>
              <a:gs pos="100000">
                <a:srgbClr val="73262F">
                  <a:alpha val="20000"/>
                </a:srgbClr>
              </a:gs>
            </a:gsLst>
            <a:lin ang="2700000" scaled="1"/>
          </a:gradFill>
          <a:ln w="63897" cap="flat">
            <a:noFill/>
            <a:prstDash val="solid"/>
            <a:miter/>
          </a:ln>
          <a:effectLst/>
        </p:spPr>
        <p:txBody>
          <a:bodyPr rot="0" spcFirstLastPara="0" vertOverflow="overflow" horzOverflow="overflow" vert="horz" wrap="square" lIns="0" tIns="18288" rIns="0" bIns="18288" numCol="1" spcCol="0" rtlCol="0" fromWordArt="0" anchor="t"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gradFill>
                  <a:gsLst>
                    <a:gs pos="40559">
                      <a:srgbClr val="091F2C"/>
                    </a:gs>
                    <a:gs pos="68000">
                      <a:srgbClr val="091F2C"/>
                    </a:gs>
                  </a:gsLst>
                  <a:path path="circle">
                    <a:fillToRect l="100000" t="100000"/>
                  </a:path>
                </a:gradFill>
                <a:effectLst/>
                <a:uLnTx/>
                <a:uFillTx/>
                <a:latin typeface="Segoe UI Variable Display Semib"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endParaRPr>
          </a:p>
        </p:txBody>
      </p:sp>
    </p:spTree>
    <p:extLst>
      <p:ext uri="{BB962C8B-B14F-4D97-AF65-F5344CB8AC3E}">
        <p14:creationId xmlns:p14="http://schemas.microsoft.com/office/powerpoint/2010/main" val="392136851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121ED6CA-716B-427B-29FE-81BEDB8EC1ED}"/>
              </a:ext>
              <a:ext uri="{C183D7F6-B498-43B3-948B-1728B52AA6E4}">
                <adec:decorative xmlns:adec="http://schemas.microsoft.com/office/drawing/2017/decorative" val="1"/>
              </a:ext>
            </a:extLst>
          </p:cNvPr>
          <p:cNvGrpSpPr/>
          <p:nvPr/>
        </p:nvGrpSpPr>
        <p:grpSpPr>
          <a:xfrm>
            <a:off x="-2130216" y="-4822636"/>
            <a:ext cx="18565977" cy="16503274"/>
            <a:chOff x="-1641318" y="-299489"/>
            <a:chExt cx="8683276" cy="7718554"/>
          </a:xfrm>
        </p:grpSpPr>
        <p:grpSp>
          <p:nvGrpSpPr>
            <p:cNvPr id="18" name="Group 17">
              <a:extLst>
                <a:ext uri="{FF2B5EF4-FFF2-40B4-BE49-F238E27FC236}">
                  <a16:creationId xmlns:a16="http://schemas.microsoft.com/office/drawing/2014/main" id="{40099E1F-52C7-9DDE-1F64-140BDAD1EE4A}"/>
                </a:ext>
              </a:extLst>
            </p:cNvPr>
            <p:cNvGrpSpPr/>
            <p:nvPr/>
          </p:nvGrpSpPr>
          <p:grpSpPr>
            <a:xfrm rot="13963223">
              <a:off x="-1235110" y="-252874"/>
              <a:ext cx="7671937" cy="7671942"/>
              <a:chOff x="-13073550" y="260470"/>
              <a:chExt cx="10868115" cy="10868116"/>
            </a:xfrm>
            <a:solidFill>
              <a:schemeClr val="bg1">
                <a:lumMod val="85000"/>
              </a:schemeClr>
            </a:solidFill>
          </p:grpSpPr>
          <p:grpSp>
            <p:nvGrpSpPr>
              <p:cNvPr id="72" name="Group 71">
                <a:extLst>
                  <a:ext uri="{FF2B5EF4-FFF2-40B4-BE49-F238E27FC236}">
                    <a16:creationId xmlns:a16="http://schemas.microsoft.com/office/drawing/2014/main" id="{F4A1D653-4D6E-EEF6-A55D-446B7CAEFF4E}"/>
                  </a:ext>
                </a:extLst>
              </p:cNvPr>
              <p:cNvGrpSpPr/>
              <p:nvPr/>
            </p:nvGrpSpPr>
            <p:grpSpPr>
              <a:xfrm>
                <a:off x="-13073550" y="3398292"/>
                <a:ext cx="10868115" cy="4592474"/>
                <a:chOff x="-13073550" y="3398292"/>
                <a:chExt cx="10868115" cy="4592474"/>
              </a:xfrm>
              <a:grpFill/>
            </p:grpSpPr>
            <p:pic>
              <p:nvPicPr>
                <p:cNvPr id="79" name="Graphic 78">
                  <a:extLst>
                    <a:ext uri="{FF2B5EF4-FFF2-40B4-BE49-F238E27FC236}">
                      <a16:creationId xmlns:a16="http://schemas.microsoft.com/office/drawing/2014/main" id="{1B227B1F-331E-9BF6-FEB6-08F9F76D18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80" name="Graphic 79">
                  <a:extLst>
                    <a:ext uri="{FF2B5EF4-FFF2-40B4-BE49-F238E27FC236}">
                      <a16:creationId xmlns:a16="http://schemas.microsoft.com/office/drawing/2014/main" id="{08CC194E-6BC4-270D-5051-E69F026611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073550" y="3398292"/>
                  <a:ext cx="2312294" cy="4592474"/>
                </a:xfrm>
                <a:prstGeom prst="rect">
                  <a:avLst/>
                </a:prstGeom>
              </p:spPr>
            </p:pic>
          </p:grpSp>
          <p:grpSp>
            <p:nvGrpSpPr>
              <p:cNvPr id="73" name="Group 72">
                <a:extLst>
                  <a:ext uri="{FF2B5EF4-FFF2-40B4-BE49-F238E27FC236}">
                    <a16:creationId xmlns:a16="http://schemas.microsoft.com/office/drawing/2014/main" id="{D7B65DC8-CE38-5DD5-2FCC-97E1F97F9C29}"/>
                  </a:ext>
                </a:extLst>
              </p:cNvPr>
              <p:cNvGrpSpPr/>
              <p:nvPr/>
            </p:nvGrpSpPr>
            <p:grpSpPr>
              <a:xfrm rot="18000000">
                <a:off x="-13073550" y="3398292"/>
                <a:ext cx="10868115" cy="4592474"/>
                <a:chOff x="-13073550" y="3398292"/>
                <a:chExt cx="10868115" cy="4592474"/>
              </a:xfrm>
              <a:grpFill/>
            </p:grpSpPr>
            <p:pic>
              <p:nvPicPr>
                <p:cNvPr id="77" name="Graphic 76">
                  <a:extLst>
                    <a:ext uri="{FF2B5EF4-FFF2-40B4-BE49-F238E27FC236}">
                      <a16:creationId xmlns:a16="http://schemas.microsoft.com/office/drawing/2014/main" id="{870DBE54-2AD0-2300-7667-2AF4F9A1B4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78" name="Graphic 77">
                  <a:extLst>
                    <a:ext uri="{FF2B5EF4-FFF2-40B4-BE49-F238E27FC236}">
                      <a16:creationId xmlns:a16="http://schemas.microsoft.com/office/drawing/2014/main" id="{94F64759-1917-D1A6-8F47-69AA74C3ED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073550" y="3398292"/>
                  <a:ext cx="2312294" cy="4592474"/>
                </a:xfrm>
                <a:prstGeom prst="rect">
                  <a:avLst/>
                </a:prstGeom>
              </p:spPr>
            </p:pic>
          </p:grpSp>
          <p:grpSp>
            <p:nvGrpSpPr>
              <p:cNvPr id="74" name="Group 73">
                <a:extLst>
                  <a:ext uri="{FF2B5EF4-FFF2-40B4-BE49-F238E27FC236}">
                    <a16:creationId xmlns:a16="http://schemas.microsoft.com/office/drawing/2014/main" id="{F7D44822-C8FC-AAD2-2D5E-0E734BA23F94}"/>
                  </a:ext>
                </a:extLst>
              </p:cNvPr>
              <p:cNvGrpSpPr/>
              <p:nvPr/>
            </p:nvGrpSpPr>
            <p:grpSpPr>
              <a:xfrm rot="3600000">
                <a:off x="-13073550" y="3398291"/>
                <a:ext cx="10868115" cy="4592474"/>
                <a:chOff x="-13073550" y="3398292"/>
                <a:chExt cx="10868115" cy="4592474"/>
              </a:xfrm>
              <a:grpFill/>
            </p:grpSpPr>
            <p:pic>
              <p:nvPicPr>
                <p:cNvPr id="75" name="Graphic 74">
                  <a:extLst>
                    <a:ext uri="{FF2B5EF4-FFF2-40B4-BE49-F238E27FC236}">
                      <a16:creationId xmlns:a16="http://schemas.microsoft.com/office/drawing/2014/main" id="{2E86F9C4-B555-1444-47EB-7A47625E9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76" name="Graphic 75">
                  <a:extLst>
                    <a:ext uri="{FF2B5EF4-FFF2-40B4-BE49-F238E27FC236}">
                      <a16:creationId xmlns:a16="http://schemas.microsoft.com/office/drawing/2014/main" id="{99549C1A-02CA-9E12-3CC5-EFC603DD60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073550" y="3398292"/>
                  <a:ext cx="2312294" cy="4592474"/>
                </a:xfrm>
                <a:prstGeom prst="rect">
                  <a:avLst/>
                </a:prstGeom>
              </p:spPr>
            </p:pic>
          </p:grpSp>
        </p:grpSp>
        <p:grpSp>
          <p:nvGrpSpPr>
            <p:cNvPr id="19" name="Group 18">
              <a:extLst>
                <a:ext uri="{FF2B5EF4-FFF2-40B4-BE49-F238E27FC236}">
                  <a16:creationId xmlns:a16="http://schemas.microsoft.com/office/drawing/2014/main" id="{31BAE0F0-06A2-5285-602D-082BA35A97BC}"/>
                </a:ext>
              </a:extLst>
            </p:cNvPr>
            <p:cNvGrpSpPr/>
            <p:nvPr/>
          </p:nvGrpSpPr>
          <p:grpSpPr>
            <a:xfrm>
              <a:off x="-1641318" y="-299489"/>
              <a:ext cx="8683276" cy="7484643"/>
              <a:chOff x="-1641318" y="-299489"/>
              <a:chExt cx="8683276" cy="7484643"/>
            </a:xfrm>
          </p:grpSpPr>
          <p:grpSp>
            <p:nvGrpSpPr>
              <p:cNvPr id="20" name="Graphic 5">
                <a:extLst>
                  <a:ext uri="{FF2B5EF4-FFF2-40B4-BE49-F238E27FC236}">
                    <a16:creationId xmlns:a16="http://schemas.microsoft.com/office/drawing/2014/main" id="{BE017CA6-1B29-C4E4-014D-7A6898C052B9}"/>
                  </a:ext>
                </a:extLst>
              </p:cNvPr>
              <p:cNvGrpSpPr/>
              <p:nvPr/>
            </p:nvGrpSpPr>
            <p:grpSpPr>
              <a:xfrm rot="15746055">
                <a:off x="-177888" y="1123433"/>
                <a:ext cx="5330696" cy="5499097"/>
                <a:chOff x="4071312" y="2489702"/>
                <a:chExt cx="3527293" cy="3638722"/>
              </a:xfrm>
              <a:noFill/>
            </p:grpSpPr>
            <p:sp>
              <p:nvSpPr>
                <p:cNvPr id="60" name="Freeform: Shape 59">
                  <a:extLst>
                    <a:ext uri="{FF2B5EF4-FFF2-40B4-BE49-F238E27FC236}">
                      <a16:creationId xmlns:a16="http://schemas.microsoft.com/office/drawing/2014/main" id="{5C924E94-2281-E4AC-F711-22E7EB6F1129}"/>
                    </a:ext>
                  </a:extLst>
                </p:cNvPr>
                <p:cNvSpPr/>
                <p:nvPr/>
              </p:nvSpPr>
              <p:spPr>
                <a:xfrm>
                  <a:off x="4071312" y="2489702"/>
                  <a:ext cx="3259151" cy="3638722"/>
                </a:xfrm>
                <a:custGeom>
                  <a:avLst/>
                  <a:gdLst>
                    <a:gd name="connsiteX0" fmla="*/ 3079707 w 3259151"/>
                    <a:gd name="connsiteY0" fmla="*/ 3021953 h 3638722"/>
                    <a:gd name="connsiteX1" fmla="*/ 3132080 w 3259151"/>
                    <a:gd name="connsiteY1" fmla="*/ 1787369 h 3638722"/>
                    <a:gd name="connsiteX2" fmla="*/ 3107243 w 3259151"/>
                    <a:gd name="connsiteY2" fmla="*/ 829383 h 3638722"/>
                    <a:gd name="connsiteX3" fmla="*/ 1658848 w 3259151"/>
                    <a:gd name="connsiteY3" fmla="*/ 4990 h 3638722"/>
                    <a:gd name="connsiteX4" fmla="*/ 849418 w 3259151"/>
                    <a:gd name="connsiteY4" fmla="*/ 1005939 h 3638722"/>
                    <a:gd name="connsiteX5" fmla="*/ 4585 w 3259151"/>
                    <a:gd name="connsiteY5" fmla="*/ 2043526 h 3638722"/>
                    <a:gd name="connsiteX6" fmla="*/ 820725 w 3259151"/>
                    <a:gd name="connsiteY6" fmla="*/ 2918441 h 3638722"/>
                    <a:gd name="connsiteX7" fmla="*/ 2033249 w 3259151"/>
                    <a:gd name="connsiteY7" fmla="*/ 3633846 h 3638722"/>
                    <a:gd name="connsiteX8" fmla="*/ 3079785 w 3259151"/>
                    <a:gd name="connsiteY8" fmla="*/ 3022030 h 3638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9151" h="3638722">
                      <a:moveTo>
                        <a:pt x="3079707" y="3021953"/>
                      </a:moveTo>
                      <a:cubicBezTo>
                        <a:pt x="3412226" y="2666372"/>
                        <a:pt x="3192167" y="2234970"/>
                        <a:pt x="3132080" y="1787369"/>
                      </a:cubicBezTo>
                      <a:cubicBezTo>
                        <a:pt x="3085955" y="1443358"/>
                        <a:pt x="3380525" y="1084923"/>
                        <a:pt x="3107243" y="829383"/>
                      </a:cubicBezTo>
                      <a:cubicBezTo>
                        <a:pt x="2749194" y="494473"/>
                        <a:pt x="2109225" y="-58259"/>
                        <a:pt x="1658848" y="4990"/>
                      </a:cubicBezTo>
                      <a:cubicBezTo>
                        <a:pt x="1318153" y="52812"/>
                        <a:pt x="1102645" y="735127"/>
                        <a:pt x="849418" y="1005939"/>
                      </a:cubicBezTo>
                      <a:cubicBezTo>
                        <a:pt x="515743" y="1362755"/>
                        <a:pt x="-56967" y="1594538"/>
                        <a:pt x="4585" y="2043526"/>
                      </a:cubicBezTo>
                      <a:cubicBezTo>
                        <a:pt x="51559" y="2385918"/>
                        <a:pt x="548678" y="2663981"/>
                        <a:pt x="820725" y="2918441"/>
                      </a:cubicBezTo>
                      <a:cubicBezTo>
                        <a:pt x="1173298" y="3248183"/>
                        <a:pt x="1589043" y="3690075"/>
                        <a:pt x="2033249" y="3633846"/>
                      </a:cubicBezTo>
                      <a:cubicBezTo>
                        <a:pt x="2381349" y="3589726"/>
                        <a:pt x="2821390" y="3298397"/>
                        <a:pt x="3079785" y="3022030"/>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1" name="Freeform: Shape 60">
                  <a:extLst>
                    <a:ext uri="{FF2B5EF4-FFF2-40B4-BE49-F238E27FC236}">
                      <a16:creationId xmlns:a16="http://schemas.microsoft.com/office/drawing/2014/main" id="{CEF847FB-29E9-3CF5-3C63-C62A4EA4EEDE}"/>
                    </a:ext>
                  </a:extLst>
                </p:cNvPr>
                <p:cNvSpPr/>
                <p:nvPr/>
              </p:nvSpPr>
              <p:spPr>
                <a:xfrm>
                  <a:off x="4109618" y="2534620"/>
                  <a:ext cx="3220782" cy="3579817"/>
                </a:xfrm>
                <a:custGeom>
                  <a:avLst/>
                  <a:gdLst>
                    <a:gd name="connsiteX0" fmla="*/ 791058 w 3220782"/>
                    <a:gd name="connsiteY0" fmla="*/ 2907154 h 3579817"/>
                    <a:gd name="connsiteX1" fmla="*/ 2002194 w 3220782"/>
                    <a:gd name="connsiteY1" fmla="*/ 3574659 h 3579817"/>
                    <a:gd name="connsiteX2" fmla="*/ 3028289 w 3220782"/>
                    <a:gd name="connsiteY2" fmla="*/ 2934613 h 3579817"/>
                    <a:gd name="connsiteX3" fmla="*/ 3129333 w 3220782"/>
                    <a:gd name="connsiteY3" fmla="*/ 1743455 h 3579817"/>
                    <a:gd name="connsiteX4" fmla="*/ 3052277 w 3220782"/>
                    <a:gd name="connsiteY4" fmla="*/ 731167 h 3579817"/>
                    <a:gd name="connsiteX5" fmla="*/ 1620928 w 3220782"/>
                    <a:gd name="connsiteY5" fmla="*/ 5581 h 3579817"/>
                    <a:gd name="connsiteX6" fmla="*/ 765913 w 3220782"/>
                    <a:gd name="connsiteY6" fmla="*/ 939888 h 3579817"/>
                    <a:gd name="connsiteX7" fmla="*/ 5000 w 3220782"/>
                    <a:gd name="connsiteY7" fmla="*/ 1991745 h 3579817"/>
                    <a:gd name="connsiteX8" fmla="*/ 791058 w 3220782"/>
                    <a:gd name="connsiteY8" fmla="*/ 2907231 h 357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0782" h="3579817">
                      <a:moveTo>
                        <a:pt x="791058" y="2907154"/>
                      </a:moveTo>
                      <a:cubicBezTo>
                        <a:pt x="1139775" y="3222549"/>
                        <a:pt x="1564312" y="3630426"/>
                        <a:pt x="2002194" y="3574659"/>
                      </a:cubicBezTo>
                      <a:cubicBezTo>
                        <a:pt x="2362558" y="3528688"/>
                        <a:pt x="2770743" y="3219772"/>
                        <a:pt x="3028289" y="2934613"/>
                      </a:cubicBezTo>
                      <a:cubicBezTo>
                        <a:pt x="3345767" y="2583197"/>
                        <a:pt x="3188417" y="2184113"/>
                        <a:pt x="3129333" y="1743455"/>
                      </a:cubicBezTo>
                      <a:cubicBezTo>
                        <a:pt x="3081433" y="1386485"/>
                        <a:pt x="3334968" y="986244"/>
                        <a:pt x="3052277" y="731167"/>
                      </a:cubicBezTo>
                      <a:cubicBezTo>
                        <a:pt x="2698624" y="412069"/>
                        <a:pt x="2063823" y="-56434"/>
                        <a:pt x="1620928" y="5581"/>
                      </a:cubicBezTo>
                      <a:cubicBezTo>
                        <a:pt x="1267198" y="54946"/>
                        <a:pt x="1018908" y="659665"/>
                        <a:pt x="765913" y="939888"/>
                      </a:cubicBezTo>
                      <a:cubicBezTo>
                        <a:pt x="447664" y="1292461"/>
                        <a:pt x="-55549" y="1549929"/>
                        <a:pt x="5000" y="1991745"/>
                      </a:cubicBezTo>
                      <a:cubicBezTo>
                        <a:pt x="53516" y="2346477"/>
                        <a:pt x="510218" y="2653234"/>
                        <a:pt x="791058" y="2907231"/>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2" name="Freeform: Shape 61">
                  <a:extLst>
                    <a:ext uri="{FF2B5EF4-FFF2-40B4-BE49-F238E27FC236}">
                      <a16:creationId xmlns:a16="http://schemas.microsoft.com/office/drawing/2014/main" id="{3DD741CF-A6BF-691F-9D04-0B3EAA5846B9}"/>
                    </a:ext>
                  </a:extLst>
                </p:cNvPr>
                <p:cNvSpPr/>
                <p:nvPr/>
              </p:nvSpPr>
              <p:spPr>
                <a:xfrm>
                  <a:off x="4147825" y="2579175"/>
                  <a:ext cx="3187979" cy="3521387"/>
                </a:xfrm>
                <a:custGeom>
                  <a:avLst/>
                  <a:gdLst>
                    <a:gd name="connsiteX0" fmla="*/ 761567 w 3187979"/>
                    <a:gd name="connsiteY0" fmla="*/ 2896229 h 3521387"/>
                    <a:gd name="connsiteX1" fmla="*/ 1971315 w 3187979"/>
                    <a:gd name="connsiteY1" fmla="*/ 3515912 h 3521387"/>
                    <a:gd name="connsiteX2" fmla="*/ 2977047 w 3187979"/>
                    <a:gd name="connsiteY2" fmla="*/ 2847635 h 3521387"/>
                    <a:gd name="connsiteX3" fmla="*/ 3126683 w 3187979"/>
                    <a:gd name="connsiteY3" fmla="*/ 1699825 h 3521387"/>
                    <a:gd name="connsiteX4" fmla="*/ 2997409 w 3187979"/>
                    <a:gd name="connsiteY4" fmla="*/ 633236 h 3521387"/>
                    <a:gd name="connsiteX5" fmla="*/ 1583183 w 3187979"/>
                    <a:gd name="connsiteY5" fmla="*/ 6380 h 3521387"/>
                    <a:gd name="connsiteX6" fmla="*/ 682583 w 3187979"/>
                    <a:gd name="connsiteY6" fmla="*/ 874121 h 3521387"/>
                    <a:gd name="connsiteX7" fmla="*/ 5513 w 3187979"/>
                    <a:gd name="connsiteY7" fmla="*/ 1940171 h 3521387"/>
                    <a:gd name="connsiteX8" fmla="*/ 761567 w 3187979"/>
                    <a:gd name="connsiteY8" fmla="*/ 2896229 h 352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7979" h="3521387">
                      <a:moveTo>
                        <a:pt x="761567" y="2896229"/>
                      </a:moveTo>
                      <a:cubicBezTo>
                        <a:pt x="1106195" y="3197508"/>
                        <a:pt x="1539681" y="3571139"/>
                        <a:pt x="1971315" y="3515912"/>
                      </a:cubicBezTo>
                      <a:cubicBezTo>
                        <a:pt x="2343865" y="3468090"/>
                        <a:pt x="2720426" y="3141742"/>
                        <a:pt x="2977047" y="2847635"/>
                      </a:cubicBezTo>
                      <a:cubicBezTo>
                        <a:pt x="3279715" y="2500770"/>
                        <a:pt x="3184842" y="2133542"/>
                        <a:pt x="3126683" y="1699825"/>
                      </a:cubicBezTo>
                      <a:cubicBezTo>
                        <a:pt x="3077087" y="1329975"/>
                        <a:pt x="3289665" y="887620"/>
                        <a:pt x="2997409" y="633236"/>
                      </a:cubicBezTo>
                      <a:cubicBezTo>
                        <a:pt x="2648539" y="329565"/>
                        <a:pt x="2018520" y="-54246"/>
                        <a:pt x="1583183" y="6380"/>
                      </a:cubicBezTo>
                      <a:cubicBezTo>
                        <a:pt x="1216418" y="57287"/>
                        <a:pt x="935115" y="584257"/>
                        <a:pt x="682583" y="874121"/>
                      </a:cubicBezTo>
                      <a:cubicBezTo>
                        <a:pt x="379529" y="1222066"/>
                        <a:pt x="-53879" y="1505683"/>
                        <a:pt x="5513" y="1940171"/>
                      </a:cubicBezTo>
                      <a:cubicBezTo>
                        <a:pt x="55572" y="2307322"/>
                        <a:pt x="471703" y="2642848"/>
                        <a:pt x="761567" y="289622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3" name="Freeform: Shape 62">
                  <a:extLst>
                    <a:ext uri="{FF2B5EF4-FFF2-40B4-BE49-F238E27FC236}">
                      <a16:creationId xmlns:a16="http://schemas.microsoft.com/office/drawing/2014/main" id="{07E44C46-3744-BCE0-AEA1-2E1403B1DF1C}"/>
                    </a:ext>
                  </a:extLst>
                </p:cNvPr>
                <p:cNvSpPr/>
                <p:nvPr/>
              </p:nvSpPr>
              <p:spPr>
                <a:xfrm>
                  <a:off x="4185926" y="2623531"/>
                  <a:ext cx="3162650" cy="3463280"/>
                </a:xfrm>
                <a:custGeom>
                  <a:avLst/>
                  <a:gdLst>
                    <a:gd name="connsiteX0" fmla="*/ 732182 w 3162650"/>
                    <a:gd name="connsiteY0" fmla="*/ 2885579 h 3463280"/>
                    <a:gd name="connsiteX1" fmla="*/ 1940541 w 3162650"/>
                    <a:gd name="connsiteY1" fmla="*/ 3457440 h 3463280"/>
                    <a:gd name="connsiteX2" fmla="*/ 2925910 w 3162650"/>
                    <a:gd name="connsiteY2" fmla="*/ 2760933 h 3463280"/>
                    <a:gd name="connsiteX3" fmla="*/ 3124217 w 3162650"/>
                    <a:gd name="connsiteY3" fmla="*/ 1656549 h 3463280"/>
                    <a:gd name="connsiteX4" fmla="*/ 2942725 w 3162650"/>
                    <a:gd name="connsiteY4" fmla="*/ 535658 h 3463280"/>
                    <a:gd name="connsiteX5" fmla="*/ 1545622 w 3162650"/>
                    <a:gd name="connsiteY5" fmla="*/ 7609 h 3463280"/>
                    <a:gd name="connsiteX6" fmla="*/ 599436 w 3162650"/>
                    <a:gd name="connsiteY6" fmla="*/ 808708 h 3463280"/>
                    <a:gd name="connsiteX7" fmla="*/ 6210 w 3162650"/>
                    <a:gd name="connsiteY7" fmla="*/ 1888949 h 3463280"/>
                    <a:gd name="connsiteX8" fmla="*/ 732182 w 3162650"/>
                    <a:gd name="connsiteY8" fmla="*/ 2885579 h 346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650" h="3463280">
                      <a:moveTo>
                        <a:pt x="732182" y="2885579"/>
                      </a:moveTo>
                      <a:cubicBezTo>
                        <a:pt x="1072413" y="3173052"/>
                        <a:pt x="1515232" y="3512050"/>
                        <a:pt x="1940541" y="3457440"/>
                      </a:cubicBezTo>
                      <a:cubicBezTo>
                        <a:pt x="2325355" y="3407689"/>
                        <a:pt x="2670370" y="3064218"/>
                        <a:pt x="2925910" y="2760933"/>
                      </a:cubicBezTo>
                      <a:cubicBezTo>
                        <a:pt x="3214077" y="2418850"/>
                        <a:pt x="3181450" y="2083246"/>
                        <a:pt x="3124217" y="1656549"/>
                      </a:cubicBezTo>
                      <a:cubicBezTo>
                        <a:pt x="3072847" y="1273817"/>
                        <a:pt x="3244776" y="789270"/>
                        <a:pt x="2942725" y="535658"/>
                      </a:cubicBezTo>
                      <a:cubicBezTo>
                        <a:pt x="2599022" y="247105"/>
                        <a:pt x="1973399" y="-51783"/>
                        <a:pt x="1545622" y="7609"/>
                      </a:cubicBezTo>
                      <a:cubicBezTo>
                        <a:pt x="1165821" y="60059"/>
                        <a:pt x="851352" y="508970"/>
                        <a:pt x="599436" y="808708"/>
                      </a:cubicBezTo>
                      <a:cubicBezTo>
                        <a:pt x="311192" y="1151639"/>
                        <a:pt x="-52025" y="1461712"/>
                        <a:pt x="6210" y="1888949"/>
                      </a:cubicBezTo>
                      <a:cubicBezTo>
                        <a:pt x="57888" y="2268441"/>
                        <a:pt x="433139" y="2632970"/>
                        <a:pt x="732182" y="288557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4" name="Freeform: Shape 63">
                  <a:extLst>
                    <a:ext uri="{FF2B5EF4-FFF2-40B4-BE49-F238E27FC236}">
                      <a16:creationId xmlns:a16="http://schemas.microsoft.com/office/drawing/2014/main" id="{4F778F12-F43D-9117-DE55-056F17487F0B}"/>
                    </a:ext>
                  </a:extLst>
                </p:cNvPr>
                <p:cNvSpPr/>
                <p:nvPr/>
              </p:nvSpPr>
              <p:spPr>
                <a:xfrm>
                  <a:off x="4223622" y="2666959"/>
                  <a:ext cx="3145783" cy="3406134"/>
                </a:xfrm>
                <a:custGeom>
                  <a:avLst/>
                  <a:gdLst>
                    <a:gd name="connsiteX0" fmla="*/ 703202 w 3145783"/>
                    <a:gd name="connsiteY0" fmla="*/ 2875858 h 3406134"/>
                    <a:gd name="connsiteX1" fmla="*/ 1910173 w 3145783"/>
                    <a:gd name="connsiteY1" fmla="*/ 3399820 h 3406134"/>
                    <a:gd name="connsiteX2" fmla="*/ 2875101 w 3145783"/>
                    <a:gd name="connsiteY2" fmla="*/ 2675082 h 3406134"/>
                    <a:gd name="connsiteX3" fmla="*/ 3122003 w 3145783"/>
                    <a:gd name="connsiteY3" fmla="*/ 1614047 h 3406134"/>
                    <a:gd name="connsiteX4" fmla="*/ 2888291 w 3145783"/>
                    <a:gd name="connsiteY4" fmla="*/ 438855 h 3406134"/>
                    <a:gd name="connsiteX5" fmla="*/ 1508312 w 3145783"/>
                    <a:gd name="connsiteY5" fmla="*/ 9612 h 3406134"/>
                    <a:gd name="connsiteX6" fmla="*/ 516541 w 3145783"/>
                    <a:gd name="connsiteY6" fmla="*/ 744146 h 3406134"/>
                    <a:gd name="connsiteX7" fmla="*/ 7234 w 3145783"/>
                    <a:gd name="connsiteY7" fmla="*/ 1838580 h 3406134"/>
                    <a:gd name="connsiteX8" fmla="*/ 703125 w 3145783"/>
                    <a:gd name="connsiteY8" fmla="*/ 2875858 h 340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5783" h="3406134">
                      <a:moveTo>
                        <a:pt x="703202" y="2875858"/>
                      </a:moveTo>
                      <a:cubicBezTo>
                        <a:pt x="1038729" y="3149756"/>
                        <a:pt x="1491188" y="3453967"/>
                        <a:pt x="1910173" y="3399820"/>
                      </a:cubicBezTo>
                      <a:cubicBezTo>
                        <a:pt x="2307174" y="3348218"/>
                        <a:pt x="2620872" y="2987778"/>
                        <a:pt x="2875101" y="2675082"/>
                      </a:cubicBezTo>
                      <a:cubicBezTo>
                        <a:pt x="3149077" y="2338167"/>
                        <a:pt x="3178310" y="2033802"/>
                        <a:pt x="3122003" y="1614047"/>
                      </a:cubicBezTo>
                      <a:cubicBezTo>
                        <a:pt x="3068936" y="1218434"/>
                        <a:pt x="3200369" y="691464"/>
                        <a:pt x="2888291" y="438855"/>
                      </a:cubicBezTo>
                      <a:cubicBezTo>
                        <a:pt x="2549988" y="165034"/>
                        <a:pt x="1928530" y="-48546"/>
                        <a:pt x="1508312" y="9612"/>
                      </a:cubicBezTo>
                      <a:cubicBezTo>
                        <a:pt x="1115476" y="63605"/>
                        <a:pt x="767685" y="434304"/>
                        <a:pt x="516541" y="744146"/>
                      </a:cubicBezTo>
                      <a:cubicBezTo>
                        <a:pt x="242797" y="1081832"/>
                        <a:pt x="-49998" y="1418593"/>
                        <a:pt x="7234" y="1838580"/>
                      </a:cubicBezTo>
                      <a:cubicBezTo>
                        <a:pt x="60456" y="2230413"/>
                        <a:pt x="394749" y="2624098"/>
                        <a:pt x="703125" y="2875858"/>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5" name="Freeform: Shape 64">
                  <a:extLst>
                    <a:ext uri="{FF2B5EF4-FFF2-40B4-BE49-F238E27FC236}">
                      <a16:creationId xmlns:a16="http://schemas.microsoft.com/office/drawing/2014/main" id="{CBE4CB6E-AE68-E16E-F77C-61D949012568}"/>
                    </a:ext>
                  </a:extLst>
                </p:cNvPr>
                <p:cNvSpPr/>
                <p:nvPr/>
              </p:nvSpPr>
              <p:spPr>
                <a:xfrm>
                  <a:off x="4260986" y="2709255"/>
                  <a:ext cx="3135893" cy="3350272"/>
                </a:xfrm>
                <a:custGeom>
                  <a:avLst/>
                  <a:gdLst>
                    <a:gd name="connsiteX0" fmla="*/ 674554 w 3135893"/>
                    <a:gd name="connsiteY0" fmla="*/ 2867269 h 3350272"/>
                    <a:gd name="connsiteX1" fmla="*/ 1880214 w 3135893"/>
                    <a:gd name="connsiteY1" fmla="*/ 3343408 h 3350272"/>
                    <a:gd name="connsiteX2" fmla="*/ 2824779 w 3135893"/>
                    <a:gd name="connsiteY2" fmla="*/ 2590440 h 3350272"/>
                    <a:gd name="connsiteX3" fmla="*/ 3120352 w 3135893"/>
                    <a:gd name="connsiteY3" fmla="*/ 1572830 h 3350272"/>
                    <a:gd name="connsiteX4" fmla="*/ 2834498 w 3135893"/>
                    <a:gd name="connsiteY4" fmla="*/ 343337 h 3350272"/>
                    <a:gd name="connsiteX5" fmla="*/ 1471565 w 3135893"/>
                    <a:gd name="connsiteY5" fmla="*/ 12824 h 3350272"/>
                    <a:gd name="connsiteX6" fmla="*/ 434209 w 3135893"/>
                    <a:gd name="connsiteY6" fmla="*/ 680715 h 3350272"/>
                    <a:gd name="connsiteX7" fmla="*/ 8746 w 3135893"/>
                    <a:gd name="connsiteY7" fmla="*/ 1789341 h 3350272"/>
                    <a:gd name="connsiteX8" fmla="*/ 674631 w 3135893"/>
                    <a:gd name="connsiteY8" fmla="*/ 2867192 h 335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893" h="3350272">
                      <a:moveTo>
                        <a:pt x="674554" y="2867269"/>
                      </a:moveTo>
                      <a:cubicBezTo>
                        <a:pt x="1005144" y="3127900"/>
                        <a:pt x="1467477" y="3396938"/>
                        <a:pt x="1880214" y="3343408"/>
                      </a:cubicBezTo>
                      <a:cubicBezTo>
                        <a:pt x="2289402" y="3289956"/>
                        <a:pt x="2572016" y="2912777"/>
                        <a:pt x="2824779" y="2590440"/>
                      </a:cubicBezTo>
                      <a:cubicBezTo>
                        <a:pt x="3084794" y="2258847"/>
                        <a:pt x="3175656" y="1985567"/>
                        <a:pt x="3120352" y="1572830"/>
                      </a:cubicBezTo>
                      <a:cubicBezTo>
                        <a:pt x="3065587" y="1164336"/>
                        <a:pt x="3156758" y="594635"/>
                        <a:pt x="2834498" y="343337"/>
                      </a:cubicBezTo>
                      <a:cubicBezTo>
                        <a:pt x="2512238" y="92039"/>
                        <a:pt x="1884302" y="-44023"/>
                        <a:pt x="1471565" y="12824"/>
                      </a:cubicBezTo>
                      <a:cubicBezTo>
                        <a:pt x="1065694" y="68359"/>
                        <a:pt x="684273" y="360692"/>
                        <a:pt x="434209" y="680715"/>
                      </a:cubicBezTo>
                      <a:cubicBezTo>
                        <a:pt x="174658" y="1012848"/>
                        <a:pt x="-47330" y="1376605"/>
                        <a:pt x="8746" y="1789341"/>
                      </a:cubicBezTo>
                      <a:cubicBezTo>
                        <a:pt x="63510" y="2193593"/>
                        <a:pt x="356691" y="2616588"/>
                        <a:pt x="674631" y="2867192"/>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6" name="Freeform: Shape 65">
                  <a:extLst>
                    <a:ext uri="{FF2B5EF4-FFF2-40B4-BE49-F238E27FC236}">
                      <a16:creationId xmlns:a16="http://schemas.microsoft.com/office/drawing/2014/main" id="{E01DC612-931C-9B5A-EC89-5A2B20A9B02D}"/>
                    </a:ext>
                  </a:extLst>
                </p:cNvPr>
                <p:cNvSpPr/>
                <p:nvPr/>
              </p:nvSpPr>
              <p:spPr>
                <a:xfrm>
                  <a:off x="4297185" y="2745782"/>
                  <a:ext cx="3130741" cy="3300265"/>
                </a:xfrm>
                <a:custGeom>
                  <a:avLst/>
                  <a:gdLst>
                    <a:gd name="connsiteX0" fmla="*/ 647071 w 3130741"/>
                    <a:gd name="connsiteY0" fmla="*/ 2864372 h 3300265"/>
                    <a:gd name="connsiteX1" fmla="*/ 1851342 w 3130741"/>
                    <a:gd name="connsiteY1" fmla="*/ 3292689 h 3300265"/>
                    <a:gd name="connsiteX2" fmla="*/ 2775545 w 3130741"/>
                    <a:gd name="connsiteY2" fmla="*/ 2511491 h 3300265"/>
                    <a:gd name="connsiteX3" fmla="*/ 3119711 w 3130741"/>
                    <a:gd name="connsiteY3" fmla="*/ 1537229 h 3300265"/>
                    <a:gd name="connsiteX4" fmla="*/ 2781639 w 3130741"/>
                    <a:gd name="connsiteY4" fmla="*/ 253435 h 3300265"/>
                    <a:gd name="connsiteX5" fmla="*/ 1435829 w 3130741"/>
                    <a:gd name="connsiteY5" fmla="*/ 21729 h 3300265"/>
                    <a:gd name="connsiteX6" fmla="*/ 352887 w 3130741"/>
                    <a:gd name="connsiteY6" fmla="*/ 622977 h 3300265"/>
                    <a:gd name="connsiteX7" fmla="*/ 11267 w 3130741"/>
                    <a:gd name="connsiteY7" fmla="*/ 1745873 h 3300265"/>
                    <a:gd name="connsiteX8" fmla="*/ 647071 w 3130741"/>
                    <a:gd name="connsiteY8" fmla="*/ 2864295 h 33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0741" h="3300265">
                      <a:moveTo>
                        <a:pt x="647071" y="2864372"/>
                      </a:moveTo>
                      <a:cubicBezTo>
                        <a:pt x="972571" y="3111968"/>
                        <a:pt x="1444853" y="3345679"/>
                        <a:pt x="1851342" y="3292689"/>
                      </a:cubicBezTo>
                      <a:cubicBezTo>
                        <a:pt x="2272795" y="3237385"/>
                        <a:pt x="2524556" y="2843624"/>
                        <a:pt x="2775545" y="2511491"/>
                      </a:cubicBezTo>
                      <a:cubicBezTo>
                        <a:pt x="3021907" y="2185529"/>
                        <a:pt x="3174166" y="1943024"/>
                        <a:pt x="3119711" y="1537229"/>
                      </a:cubicBezTo>
                      <a:cubicBezTo>
                        <a:pt x="3063172" y="1115777"/>
                        <a:pt x="3114388" y="503190"/>
                        <a:pt x="2781639" y="253435"/>
                      </a:cubicBezTo>
                      <a:cubicBezTo>
                        <a:pt x="2455059" y="8308"/>
                        <a:pt x="1841007" y="-33884"/>
                        <a:pt x="1435829" y="21729"/>
                      </a:cubicBezTo>
                      <a:cubicBezTo>
                        <a:pt x="1016845" y="78884"/>
                        <a:pt x="601640" y="292464"/>
                        <a:pt x="352887" y="622977"/>
                      </a:cubicBezTo>
                      <a:cubicBezTo>
                        <a:pt x="107297" y="949325"/>
                        <a:pt x="-43651" y="1340387"/>
                        <a:pt x="11267" y="1745873"/>
                      </a:cubicBezTo>
                      <a:cubicBezTo>
                        <a:pt x="67574" y="2162466"/>
                        <a:pt x="319412" y="2615080"/>
                        <a:pt x="647071" y="2864295"/>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7" name="Freeform: Shape 66">
                  <a:extLst>
                    <a:ext uri="{FF2B5EF4-FFF2-40B4-BE49-F238E27FC236}">
                      <a16:creationId xmlns:a16="http://schemas.microsoft.com/office/drawing/2014/main" id="{5A7E0AAF-30E1-4632-E04F-08850552426A}"/>
                    </a:ext>
                  </a:extLst>
                </p:cNvPr>
                <p:cNvSpPr/>
                <p:nvPr/>
              </p:nvSpPr>
              <p:spPr>
                <a:xfrm>
                  <a:off x="4331073" y="2769810"/>
                  <a:ext cx="3129679" cy="3263042"/>
                </a:xfrm>
                <a:custGeom>
                  <a:avLst/>
                  <a:gdLst>
                    <a:gd name="connsiteX0" fmla="*/ 621899 w 3129679"/>
                    <a:gd name="connsiteY0" fmla="*/ 2874051 h 3263042"/>
                    <a:gd name="connsiteX1" fmla="*/ 1824782 w 3129679"/>
                    <a:gd name="connsiteY1" fmla="*/ 3254546 h 3263042"/>
                    <a:gd name="connsiteX2" fmla="*/ 2728544 w 3129679"/>
                    <a:gd name="connsiteY2" fmla="*/ 2445116 h 3263042"/>
                    <a:gd name="connsiteX3" fmla="*/ 3121380 w 3129679"/>
                    <a:gd name="connsiteY3" fmla="*/ 1514281 h 3263042"/>
                    <a:gd name="connsiteX4" fmla="*/ 2731090 w 3129679"/>
                    <a:gd name="connsiteY4" fmla="*/ 176262 h 3263042"/>
                    <a:gd name="connsiteX5" fmla="*/ 1402404 w 3129679"/>
                    <a:gd name="connsiteY5" fmla="*/ 43363 h 3263042"/>
                    <a:gd name="connsiteX6" fmla="*/ 273877 w 3129679"/>
                    <a:gd name="connsiteY6" fmla="*/ 578045 h 3263042"/>
                    <a:gd name="connsiteX7" fmla="*/ 16177 w 3129679"/>
                    <a:gd name="connsiteY7" fmla="*/ 1715134 h 3263042"/>
                    <a:gd name="connsiteX8" fmla="*/ 621899 w 3129679"/>
                    <a:gd name="connsiteY8" fmla="*/ 2874205 h 326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679" h="3263042">
                      <a:moveTo>
                        <a:pt x="621899" y="2874051"/>
                      </a:moveTo>
                      <a:cubicBezTo>
                        <a:pt x="941999" y="3108842"/>
                        <a:pt x="1424618" y="3306996"/>
                        <a:pt x="1824782" y="3254546"/>
                      </a:cubicBezTo>
                      <a:cubicBezTo>
                        <a:pt x="2258421" y="3197313"/>
                        <a:pt x="2479637" y="2787277"/>
                        <a:pt x="2728544" y="2445116"/>
                      </a:cubicBezTo>
                      <a:cubicBezTo>
                        <a:pt x="2961485" y="2124939"/>
                        <a:pt x="3174833" y="1913056"/>
                        <a:pt x="3121380" y="1514281"/>
                      </a:cubicBezTo>
                      <a:cubicBezTo>
                        <a:pt x="3063145" y="1079947"/>
                        <a:pt x="3074561" y="424089"/>
                        <a:pt x="2731090" y="176262"/>
                      </a:cubicBezTo>
                      <a:cubicBezTo>
                        <a:pt x="2410681" y="-54982"/>
                        <a:pt x="1800022" y="-10939"/>
                        <a:pt x="1402404" y="43363"/>
                      </a:cubicBezTo>
                      <a:cubicBezTo>
                        <a:pt x="970384" y="102060"/>
                        <a:pt x="521009" y="236734"/>
                        <a:pt x="273877" y="578045"/>
                      </a:cubicBezTo>
                      <a:cubicBezTo>
                        <a:pt x="41862" y="898377"/>
                        <a:pt x="-37739" y="1316898"/>
                        <a:pt x="16177" y="1715134"/>
                      </a:cubicBezTo>
                      <a:cubicBezTo>
                        <a:pt x="74026" y="2144068"/>
                        <a:pt x="284289" y="2626532"/>
                        <a:pt x="621899" y="2874205"/>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8" name="Freeform: Shape 67">
                  <a:extLst>
                    <a:ext uri="{FF2B5EF4-FFF2-40B4-BE49-F238E27FC236}">
                      <a16:creationId xmlns:a16="http://schemas.microsoft.com/office/drawing/2014/main" id="{461C54F3-C4BE-1895-E58E-CD3B1B04396A}"/>
                    </a:ext>
                  </a:extLst>
                </p:cNvPr>
                <p:cNvSpPr/>
                <p:nvPr/>
              </p:nvSpPr>
              <p:spPr>
                <a:xfrm>
                  <a:off x="4358871" y="2771233"/>
                  <a:ext cx="3135688" cy="3248662"/>
                </a:xfrm>
                <a:custGeom>
                  <a:avLst/>
                  <a:gdLst>
                    <a:gd name="connsiteX0" fmla="*/ 602817 w 3135688"/>
                    <a:gd name="connsiteY0" fmla="*/ 2906335 h 3248662"/>
                    <a:gd name="connsiteX1" fmla="*/ 1804311 w 3135688"/>
                    <a:gd name="connsiteY1" fmla="*/ 3238930 h 3248662"/>
                    <a:gd name="connsiteX2" fmla="*/ 2687711 w 3135688"/>
                    <a:gd name="connsiteY2" fmla="*/ 2401271 h 3248662"/>
                    <a:gd name="connsiteX3" fmla="*/ 3129140 w 3135688"/>
                    <a:gd name="connsiteY3" fmla="*/ 1513860 h 3248662"/>
                    <a:gd name="connsiteX4" fmla="*/ 2686631 w 3135688"/>
                    <a:gd name="connsiteY4" fmla="*/ 121540 h 3248662"/>
                    <a:gd name="connsiteX5" fmla="*/ 1375068 w 3135688"/>
                    <a:gd name="connsiteY5" fmla="*/ 87448 h 3248662"/>
                    <a:gd name="connsiteX6" fmla="*/ 200956 w 3135688"/>
                    <a:gd name="connsiteY6" fmla="*/ 555488 h 3248662"/>
                    <a:gd name="connsiteX7" fmla="*/ 27099 w 3135688"/>
                    <a:gd name="connsiteY7" fmla="*/ 1706769 h 3248662"/>
                    <a:gd name="connsiteX8" fmla="*/ 602817 w 3135688"/>
                    <a:gd name="connsiteY8" fmla="*/ 2906412 h 324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688" h="3248662">
                      <a:moveTo>
                        <a:pt x="602817" y="2906335"/>
                      </a:moveTo>
                      <a:cubicBezTo>
                        <a:pt x="917441" y="3128631"/>
                        <a:pt x="1410472" y="3290840"/>
                        <a:pt x="1804311" y="3238930"/>
                      </a:cubicBezTo>
                      <a:cubicBezTo>
                        <a:pt x="2250214" y="3179847"/>
                        <a:pt x="2441195" y="2753612"/>
                        <a:pt x="2687711" y="2401271"/>
                      </a:cubicBezTo>
                      <a:cubicBezTo>
                        <a:pt x="2907538" y="2087032"/>
                        <a:pt x="3181668" y="1905617"/>
                        <a:pt x="3129140" y="1513860"/>
                      </a:cubicBezTo>
                      <a:cubicBezTo>
                        <a:pt x="3069209" y="1066646"/>
                        <a:pt x="3040978" y="367208"/>
                        <a:pt x="2686631" y="121540"/>
                      </a:cubicBezTo>
                      <a:cubicBezTo>
                        <a:pt x="2372624" y="-96128"/>
                        <a:pt x="1765128" y="34381"/>
                        <a:pt x="1375068" y="87448"/>
                      </a:cubicBezTo>
                      <a:cubicBezTo>
                        <a:pt x="930013" y="147688"/>
                        <a:pt x="446083" y="203301"/>
                        <a:pt x="200956" y="555488"/>
                      </a:cubicBezTo>
                      <a:cubicBezTo>
                        <a:pt x="-17715" y="869649"/>
                        <a:pt x="-25660" y="1315784"/>
                        <a:pt x="27099" y="1706769"/>
                      </a:cubicBezTo>
                      <a:cubicBezTo>
                        <a:pt x="86568" y="2148122"/>
                        <a:pt x="255026" y="2660667"/>
                        <a:pt x="602817" y="2906412"/>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9" name="Freeform: Shape 68">
                  <a:extLst>
                    <a:ext uri="{FF2B5EF4-FFF2-40B4-BE49-F238E27FC236}">
                      <a16:creationId xmlns:a16="http://schemas.microsoft.com/office/drawing/2014/main" id="{76E729AF-08C1-E5F5-41ED-DE20AE3D0DC8}"/>
                    </a:ext>
                  </a:extLst>
                </p:cNvPr>
                <p:cNvSpPr/>
                <p:nvPr/>
              </p:nvSpPr>
              <p:spPr>
                <a:xfrm>
                  <a:off x="4372952" y="2753381"/>
                  <a:ext cx="3156027" cy="3254119"/>
                </a:xfrm>
                <a:custGeom>
                  <a:avLst/>
                  <a:gdLst>
                    <a:gd name="connsiteX0" fmla="*/ 597452 w 3156027"/>
                    <a:gd name="connsiteY0" fmla="*/ 2957894 h 3254119"/>
                    <a:gd name="connsiteX1" fmla="*/ 1797558 w 3156027"/>
                    <a:gd name="connsiteY1" fmla="*/ 3242667 h 3254119"/>
                    <a:gd name="connsiteX2" fmla="*/ 2660594 w 3156027"/>
                    <a:gd name="connsiteY2" fmla="*/ 2376700 h 3254119"/>
                    <a:gd name="connsiteX3" fmla="*/ 3150695 w 3156027"/>
                    <a:gd name="connsiteY3" fmla="*/ 1532638 h 3254119"/>
                    <a:gd name="connsiteX4" fmla="*/ 2655966 w 3156027"/>
                    <a:gd name="connsiteY4" fmla="*/ 86017 h 3254119"/>
                    <a:gd name="connsiteX5" fmla="*/ 1361450 w 3156027"/>
                    <a:gd name="connsiteY5" fmla="*/ 150654 h 3254119"/>
                    <a:gd name="connsiteX6" fmla="*/ 141752 w 3156027"/>
                    <a:gd name="connsiteY6" fmla="*/ 552129 h 3254119"/>
                    <a:gd name="connsiteX7" fmla="*/ 51738 w 3156027"/>
                    <a:gd name="connsiteY7" fmla="*/ 1717602 h 3254119"/>
                    <a:gd name="connsiteX8" fmla="*/ 597374 w 3156027"/>
                    <a:gd name="connsiteY8" fmla="*/ 2957816 h 325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6027" h="3254119">
                      <a:moveTo>
                        <a:pt x="597452" y="2957894"/>
                      </a:moveTo>
                      <a:cubicBezTo>
                        <a:pt x="906445" y="3167925"/>
                        <a:pt x="1410044" y="3294037"/>
                        <a:pt x="1797558" y="3242667"/>
                      </a:cubicBezTo>
                      <a:cubicBezTo>
                        <a:pt x="2255648" y="3181732"/>
                        <a:pt x="2416778" y="2739608"/>
                        <a:pt x="2660594" y="2376700"/>
                      </a:cubicBezTo>
                      <a:cubicBezTo>
                        <a:pt x="2867541" y="2068555"/>
                        <a:pt x="3202297" y="1917452"/>
                        <a:pt x="3150695" y="1532638"/>
                      </a:cubicBezTo>
                      <a:cubicBezTo>
                        <a:pt x="3088989" y="1072542"/>
                        <a:pt x="3021574" y="329061"/>
                        <a:pt x="2655966" y="86017"/>
                      </a:cubicBezTo>
                      <a:cubicBezTo>
                        <a:pt x="2348516" y="-118385"/>
                        <a:pt x="1744028" y="98898"/>
                        <a:pt x="1361450" y="150654"/>
                      </a:cubicBezTo>
                      <a:cubicBezTo>
                        <a:pt x="903359" y="212437"/>
                        <a:pt x="384566" y="188680"/>
                        <a:pt x="141752" y="552129"/>
                      </a:cubicBezTo>
                      <a:cubicBezTo>
                        <a:pt x="-63883" y="859965"/>
                        <a:pt x="60" y="1333867"/>
                        <a:pt x="51738" y="1717602"/>
                      </a:cubicBezTo>
                      <a:cubicBezTo>
                        <a:pt x="112750" y="2171296"/>
                        <a:pt x="239248" y="2714386"/>
                        <a:pt x="597374" y="295781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70" name="Freeform: Shape 69">
                  <a:extLst>
                    <a:ext uri="{FF2B5EF4-FFF2-40B4-BE49-F238E27FC236}">
                      <a16:creationId xmlns:a16="http://schemas.microsoft.com/office/drawing/2014/main" id="{E1AA17CC-58D4-A1D9-4FB9-C1A78C91DCCA}"/>
                    </a:ext>
                  </a:extLst>
                </p:cNvPr>
                <p:cNvSpPr/>
                <p:nvPr/>
              </p:nvSpPr>
              <p:spPr>
                <a:xfrm>
                  <a:off x="4369454" y="2723578"/>
                  <a:ext cx="3194199" cy="3272228"/>
                </a:xfrm>
                <a:custGeom>
                  <a:avLst/>
                  <a:gdLst>
                    <a:gd name="connsiteX0" fmla="*/ 609666 w 3194199"/>
                    <a:gd name="connsiteY0" fmla="*/ 3021327 h 3272228"/>
                    <a:gd name="connsiteX1" fmla="*/ 1808461 w 3194199"/>
                    <a:gd name="connsiteY1" fmla="*/ 3258278 h 3272228"/>
                    <a:gd name="connsiteX2" fmla="*/ 2651057 w 3194199"/>
                    <a:gd name="connsiteY2" fmla="*/ 2364080 h 3272228"/>
                    <a:gd name="connsiteX3" fmla="*/ 3189751 w 3194199"/>
                    <a:gd name="connsiteY3" fmla="*/ 1563444 h 3272228"/>
                    <a:gd name="connsiteX4" fmla="*/ 2642804 w 3194199"/>
                    <a:gd name="connsiteY4" fmla="*/ 62522 h 3272228"/>
                    <a:gd name="connsiteX5" fmla="*/ 1365411 w 3194199"/>
                    <a:gd name="connsiteY5" fmla="*/ 225965 h 3272228"/>
                    <a:gd name="connsiteX6" fmla="*/ 100128 w 3194199"/>
                    <a:gd name="connsiteY6" fmla="*/ 560798 h 3272228"/>
                    <a:gd name="connsiteX7" fmla="*/ 94034 w 3194199"/>
                    <a:gd name="connsiteY7" fmla="*/ 1740540 h 3272228"/>
                    <a:gd name="connsiteX8" fmla="*/ 609589 w 3194199"/>
                    <a:gd name="connsiteY8" fmla="*/ 3021327 h 3272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4199" h="3272228">
                      <a:moveTo>
                        <a:pt x="609666" y="3021327"/>
                      </a:moveTo>
                      <a:cubicBezTo>
                        <a:pt x="912874" y="3219326"/>
                        <a:pt x="1427194" y="3309031"/>
                        <a:pt x="1808461" y="3258278"/>
                      </a:cubicBezTo>
                      <a:cubicBezTo>
                        <a:pt x="2278815" y="3195492"/>
                        <a:pt x="2410481" y="2737710"/>
                        <a:pt x="2651057" y="2364080"/>
                      </a:cubicBezTo>
                      <a:cubicBezTo>
                        <a:pt x="2845431" y="2062183"/>
                        <a:pt x="3240427" y="1941240"/>
                        <a:pt x="3189751" y="1563444"/>
                      </a:cubicBezTo>
                      <a:cubicBezTo>
                        <a:pt x="3126348" y="1090390"/>
                        <a:pt x="3019828" y="302481"/>
                        <a:pt x="2642804" y="62522"/>
                      </a:cubicBezTo>
                      <a:cubicBezTo>
                        <a:pt x="2342064" y="-128844"/>
                        <a:pt x="1740430" y="175444"/>
                        <a:pt x="1365411" y="225965"/>
                      </a:cubicBezTo>
                      <a:cubicBezTo>
                        <a:pt x="894285" y="289291"/>
                        <a:pt x="340087" y="185934"/>
                        <a:pt x="100128" y="560798"/>
                      </a:cubicBezTo>
                      <a:cubicBezTo>
                        <a:pt x="-92781" y="862155"/>
                        <a:pt x="43435" y="1364056"/>
                        <a:pt x="94034" y="1740540"/>
                      </a:cubicBezTo>
                      <a:cubicBezTo>
                        <a:pt x="156589" y="2206653"/>
                        <a:pt x="240972" y="2780596"/>
                        <a:pt x="609589" y="3021327"/>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71" name="Freeform: Shape 70">
                  <a:extLst>
                    <a:ext uri="{FF2B5EF4-FFF2-40B4-BE49-F238E27FC236}">
                      <a16:creationId xmlns:a16="http://schemas.microsoft.com/office/drawing/2014/main" id="{90E0CE00-F1B0-BC27-5C34-1C79A9010D22}"/>
                    </a:ext>
                  </a:extLst>
                </p:cNvPr>
                <p:cNvSpPr/>
                <p:nvPr/>
              </p:nvSpPr>
              <p:spPr>
                <a:xfrm>
                  <a:off x="4352455" y="2686397"/>
                  <a:ext cx="3246150" cy="3299210"/>
                </a:xfrm>
                <a:custGeom>
                  <a:avLst/>
                  <a:gdLst>
                    <a:gd name="connsiteX0" fmla="*/ 1832787 w 3246150"/>
                    <a:gd name="connsiteY0" fmla="*/ 3281344 h 3299210"/>
                    <a:gd name="connsiteX1" fmla="*/ 2655021 w 3246150"/>
                    <a:gd name="connsiteY1" fmla="*/ 2358915 h 3299210"/>
                    <a:gd name="connsiteX2" fmla="*/ 3242385 w 3246150"/>
                    <a:gd name="connsiteY2" fmla="*/ 1601628 h 3299210"/>
                    <a:gd name="connsiteX3" fmla="*/ 2643296 w 3246150"/>
                    <a:gd name="connsiteY3" fmla="*/ 46404 h 3299210"/>
                    <a:gd name="connsiteX4" fmla="*/ 1383027 w 3246150"/>
                    <a:gd name="connsiteY4" fmla="*/ 308655 h 3299210"/>
                    <a:gd name="connsiteX5" fmla="*/ 72158 w 3246150"/>
                    <a:gd name="connsiteY5" fmla="*/ 576844 h 3299210"/>
                    <a:gd name="connsiteX6" fmla="*/ 149908 w 3246150"/>
                    <a:gd name="connsiteY6" fmla="*/ 1770779 h 3299210"/>
                    <a:gd name="connsiteX7" fmla="*/ 635458 w 3246150"/>
                    <a:gd name="connsiteY7" fmla="*/ 3092214 h 3299210"/>
                    <a:gd name="connsiteX8" fmla="*/ 1832864 w 3246150"/>
                    <a:gd name="connsiteY8" fmla="*/ 3281266 h 329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6150" h="3299210">
                      <a:moveTo>
                        <a:pt x="1832787" y="3281344"/>
                      </a:moveTo>
                      <a:cubicBezTo>
                        <a:pt x="2315329" y="3216707"/>
                        <a:pt x="2418069" y="2743421"/>
                        <a:pt x="2655021" y="2358915"/>
                      </a:cubicBezTo>
                      <a:cubicBezTo>
                        <a:pt x="2837131" y="2063420"/>
                        <a:pt x="3292059" y="1972558"/>
                        <a:pt x="3242385" y="1601628"/>
                      </a:cubicBezTo>
                      <a:cubicBezTo>
                        <a:pt x="3177285" y="1115693"/>
                        <a:pt x="3031967" y="282661"/>
                        <a:pt x="2643296" y="46404"/>
                      </a:cubicBezTo>
                      <a:cubicBezTo>
                        <a:pt x="2349344" y="-132312"/>
                        <a:pt x="1750487" y="259367"/>
                        <a:pt x="1383027" y="308655"/>
                      </a:cubicBezTo>
                      <a:cubicBezTo>
                        <a:pt x="898866" y="373523"/>
                        <a:pt x="308801" y="190333"/>
                        <a:pt x="72158" y="576844"/>
                      </a:cubicBezTo>
                      <a:cubicBezTo>
                        <a:pt x="-108255" y="871568"/>
                        <a:pt x="100466" y="1401546"/>
                        <a:pt x="149908" y="1770779"/>
                      </a:cubicBezTo>
                      <a:cubicBezTo>
                        <a:pt x="214005" y="2249233"/>
                        <a:pt x="255965" y="2854492"/>
                        <a:pt x="635458" y="3092214"/>
                      </a:cubicBezTo>
                      <a:cubicBezTo>
                        <a:pt x="932804" y="3278490"/>
                        <a:pt x="1457845" y="3331557"/>
                        <a:pt x="1832864" y="328126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1" name="Graphic 5">
                <a:extLst>
                  <a:ext uri="{FF2B5EF4-FFF2-40B4-BE49-F238E27FC236}">
                    <a16:creationId xmlns:a16="http://schemas.microsoft.com/office/drawing/2014/main" id="{F5AD0566-3ABC-0E13-6CF9-B376D9C34BF2}"/>
                  </a:ext>
                </a:extLst>
              </p:cNvPr>
              <p:cNvGrpSpPr/>
              <p:nvPr/>
            </p:nvGrpSpPr>
            <p:grpSpPr>
              <a:xfrm rot="180525">
                <a:off x="-597053" y="441139"/>
                <a:ext cx="6472770" cy="6313556"/>
                <a:chOff x="4270587" y="2574268"/>
                <a:chExt cx="3544376" cy="3457192"/>
              </a:xfrm>
              <a:noFill/>
            </p:grpSpPr>
            <p:sp>
              <p:nvSpPr>
                <p:cNvPr id="48" name="Freeform: Shape 47">
                  <a:extLst>
                    <a:ext uri="{FF2B5EF4-FFF2-40B4-BE49-F238E27FC236}">
                      <a16:creationId xmlns:a16="http://schemas.microsoft.com/office/drawing/2014/main" id="{77F3A2A5-F4A9-E1D4-A1E3-9C9D3FED3C7A}"/>
                    </a:ext>
                  </a:extLst>
                </p:cNvPr>
                <p:cNvSpPr/>
                <p:nvPr/>
              </p:nvSpPr>
              <p:spPr>
                <a:xfrm>
                  <a:off x="4270587" y="2606803"/>
                  <a:ext cx="3544376" cy="3424657"/>
                </a:xfrm>
                <a:custGeom>
                  <a:avLst/>
                  <a:gdLst>
                    <a:gd name="connsiteX0" fmla="*/ 3338832 w 3544376"/>
                    <a:gd name="connsiteY0" fmla="*/ 932573 h 3424657"/>
                    <a:gd name="connsiteX1" fmla="*/ 2419102 w 3544376"/>
                    <a:gd name="connsiteY1" fmla="*/ 117205 h 3424657"/>
                    <a:gd name="connsiteX2" fmla="*/ 1318575 w 3544376"/>
                    <a:gd name="connsiteY2" fmla="*/ 80027 h 3424657"/>
                    <a:gd name="connsiteX3" fmla="*/ 8709 w 3544376"/>
                    <a:gd name="connsiteY3" fmla="*/ 1110518 h 3424657"/>
                    <a:gd name="connsiteX4" fmla="*/ 630398 w 3544376"/>
                    <a:gd name="connsiteY4" fmla="*/ 2237733 h 3424657"/>
                    <a:gd name="connsiteX5" fmla="*/ 1272758 w 3544376"/>
                    <a:gd name="connsiteY5" fmla="*/ 3411536 h 3424657"/>
                    <a:gd name="connsiteX6" fmla="*/ 2390872 w 3544376"/>
                    <a:gd name="connsiteY6" fmla="*/ 2985687 h 3424657"/>
                    <a:gd name="connsiteX7" fmla="*/ 3510760 w 3544376"/>
                    <a:gd name="connsiteY7" fmla="*/ 2132601 h 3424657"/>
                    <a:gd name="connsiteX8" fmla="*/ 3338908 w 3544376"/>
                    <a:gd name="connsiteY8" fmla="*/ 932650 h 342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4376" h="3424657">
                      <a:moveTo>
                        <a:pt x="3338832" y="932573"/>
                      </a:moveTo>
                      <a:cubicBezTo>
                        <a:pt x="3134970" y="490449"/>
                        <a:pt x="2856290" y="230435"/>
                        <a:pt x="2419102" y="117205"/>
                      </a:cubicBezTo>
                      <a:cubicBezTo>
                        <a:pt x="2083036" y="30199"/>
                        <a:pt x="1658344" y="-76630"/>
                        <a:pt x="1318575" y="80027"/>
                      </a:cubicBezTo>
                      <a:cubicBezTo>
                        <a:pt x="873365" y="285354"/>
                        <a:pt x="120088" y="669551"/>
                        <a:pt x="8709" y="1110518"/>
                      </a:cubicBezTo>
                      <a:cubicBezTo>
                        <a:pt x="-75520" y="1444039"/>
                        <a:pt x="475130" y="1900972"/>
                        <a:pt x="630398" y="2237733"/>
                      </a:cubicBezTo>
                      <a:cubicBezTo>
                        <a:pt x="834953" y="2681323"/>
                        <a:pt x="833642" y="3299231"/>
                        <a:pt x="1272758" y="3411536"/>
                      </a:cubicBezTo>
                      <a:cubicBezTo>
                        <a:pt x="1607591" y="3497153"/>
                        <a:pt x="2052568" y="3141650"/>
                        <a:pt x="2390872" y="2985687"/>
                      </a:cubicBezTo>
                      <a:cubicBezTo>
                        <a:pt x="2829217" y="2783523"/>
                        <a:pt x="3395293" y="2565161"/>
                        <a:pt x="3510760" y="2132601"/>
                      </a:cubicBezTo>
                      <a:cubicBezTo>
                        <a:pt x="3601236" y="1793527"/>
                        <a:pt x="3497339" y="1276198"/>
                        <a:pt x="3338908" y="932650"/>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9" name="Freeform: Shape 48">
                  <a:extLst>
                    <a:ext uri="{FF2B5EF4-FFF2-40B4-BE49-F238E27FC236}">
                      <a16:creationId xmlns:a16="http://schemas.microsoft.com/office/drawing/2014/main" id="{78A314C0-144E-490B-BD6D-11CD4AEC3E8E}"/>
                    </a:ext>
                  </a:extLst>
                </p:cNvPr>
                <p:cNvSpPr/>
                <p:nvPr/>
              </p:nvSpPr>
              <p:spPr>
                <a:xfrm>
                  <a:off x="4311149" y="2610445"/>
                  <a:ext cx="3481515" cy="3380560"/>
                </a:xfrm>
                <a:custGeom>
                  <a:avLst/>
                  <a:gdLst>
                    <a:gd name="connsiteX0" fmla="*/ 2384788 w 3481515"/>
                    <a:gd name="connsiteY0" fmla="*/ 2986674 h 3380560"/>
                    <a:gd name="connsiteX1" fmla="*/ 3435796 w 3481515"/>
                    <a:gd name="connsiteY1" fmla="*/ 2123946 h 3380560"/>
                    <a:gd name="connsiteX2" fmla="*/ 3309068 w 3481515"/>
                    <a:gd name="connsiteY2" fmla="*/ 911268 h 3380560"/>
                    <a:gd name="connsiteX3" fmla="*/ 2359797 w 3481515"/>
                    <a:gd name="connsiteY3" fmla="*/ 156988 h 3380560"/>
                    <a:gd name="connsiteX4" fmla="*/ 1222399 w 3481515"/>
                    <a:gd name="connsiteY4" fmla="*/ 71757 h 3380560"/>
                    <a:gd name="connsiteX5" fmla="*/ 10492 w 3481515"/>
                    <a:gd name="connsiteY5" fmla="*/ 1123691 h 3380560"/>
                    <a:gd name="connsiteX6" fmla="*/ 573097 w 3481515"/>
                    <a:gd name="connsiteY6" fmla="*/ 2302662 h 3380560"/>
                    <a:gd name="connsiteX7" fmla="*/ 1256646 w 3481515"/>
                    <a:gd name="connsiteY7" fmla="*/ 3364546 h 3380560"/>
                    <a:gd name="connsiteX8" fmla="*/ 2384788 w 3481515"/>
                    <a:gd name="connsiteY8" fmla="*/ 2986674 h 338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1515" h="3380560">
                      <a:moveTo>
                        <a:pt x="2384788" y="2986674"/>
                      </a:moveTo>
                      <a:cubicBezTo>
                        <a:pt x="2808400" y="2782658"/>
                        <a:pt x="3322257" y="2550489"/>
                        <a:pt x="3435796" y="2123946"/>
                      </a:cubicBezTo>
                      <a:cubicBezTo>
                        <a:pt x="3529127" y="1772916"/>
                        <a:pt x="3475983" y="1257439"/>
                        <a:pt x="3309068" y="911268"/>
                      </a:cubicBezTo>
                      <a:cubicBezTo>
                        <a:pt x="3103355" y="484725"/>
                        <a:pt x="2790197" y="268368"/>
                        <a:pt x="2359797" y="156988"/>
                      </a:cubicBezTo>
                      <a:cubicBezTo>
                        <a:pt x="2011157" y="66743"/>
                        <a:pt x="1565254" y="-93770"/>
                        <a:pt x="1222399" y="71757"/>
                      </a:cubicBezTo>
                      <a:cubicBezTo>
                        <a:pt x="793465" y="278935"/>
                        <a:pt x="120175" y="690129"/>
                        <a:pt x="10492" y="1123691"/>
                      </a:cubicBezTo>
                      <a:cubicBezTo>
                        <a:pt x="-77208" y="1469862"/>
                        <a:pt x="408959" y="1962662"/>
                        <a:pt x="573097" y="2302662"/>
                      </a:cubicBezTo>
                      <a:cubicBezTo>
                        <a:pt x="779581" y="2730362"/>
                        <a:pt x="824704" y="3254015"/>
                        <a:pt x="1256646" y="3364546"/>
                      </a:cubicBezTo>
                      <a:cubicBezTo>
                        <a:pt x="1603512" y="3453403"/>
                        <a:pt x="2043630" y="3150966"/>
                        <a:pt x="2384788" y="298667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0" name="Freeform: Shape 49">
                  <a:extLst>
                    <a:ext uri="{FF2B5EF4-FFF2-40B4-BE49-F238E27FC236}">
                      <a16:creationId xmlns:a16="http://schemas.microsoft.com/office/drawing/2014/main" id="{5A62EE27-0745-6DB9-5D67-2DF8ED40F6D0}"/>
                    </a:ext>
                  </a:extLst>
                </p:cNvPr>
                <p:cNvSpPr/>
                <p:nvPr/>
              </p:nvSpPr>
              <p:spPr>
                <a:xfrm>
                  <a:off x="4351228" y="2611075"/>
                  <a:ext cx="3424905" cy="3340311"/>
                </a:xfrm>
                <a:custGeom>
                  <a:avLst/>
                  <a:gdLst>
                    <a:gd name="connsiteX0" fmla="*/ 2379187 w 3424905"/>
                    <a:gd name="connsiteY0" fmla="*/ 2990672 h 3340311"/>
                    <a:gd name="connsiteX1" fmla="*/ 3361317 w 3424905"/>
                    <a:gd name="connsiteY1" fmla="*/ 2118303 h 3340311"/>
                    <a:gd name="connsiteX2" fmla="*/ 3279788 w 3424905"/>
                    <a:gd name="connsiteY2" fmla="*/ 892974 h 3340311"/>
                    <a:gd name="connsiteX3" fmla="*/ 2300975 w 3424905"/>
                    <a:gd name="connsiteY3" fmla="*/ 199707 h 3340311"/>
                    <a:gd name="connsiteX4" fmla="*/ 1126708 w 3424905"/>
                    <a:gd name="connsiteY4" fmla="*/ 66422 h 3340311"/>
                    <a:gd name="connsiteX5" fmla="*/ 12759 w 3424905"/>
                    <a:gd name="connsiteY5" fmla="*/ 1139722 h 3340311"/>
                    <a:gd name="connsiteX6" fmla="*/ 516204 w 3424905"/>
                    <a:gd name="connsiteY6" fmla="*/ 2370449 h 3340311"/>
                    <a:gd name="connsiteX7" fmla="*/ 1241019 w 3424905"/>
                    <a:gd name="connsiteY7" fmla="*/ 3320491 h 3340311"/>
                    <a:gd name="connsiteX8" fmla="*/ 2379265 w 3424905"/>
                    <a:gd name="connsiteY8" fmla="*/ 2990594 h 334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905" h="3340311">
                      <a:moveTo>
                        <a:pt x="2379187" y="2990672"/>
                      </a:moveTo>
                      <a:cubicBezTo>
                        <a:pt x="2788222" y="2785113"/>
                        <a:pt x="3249628" y="2538829"/>
                        <a:pt x="3361317" y="2118303"/>
                      </a:cubicBezTo>
                      <a:cubicBezTo>
                        <a:pt x="3457501" y="1755239"/>
                        <a:pt x="3455341" y="1241614"/>
                        <a:pt x="3279788" y="892974"/>
                      </a:cubicBezTo>
                      <a:cubicBezTo>
                        <a:pt x="3072686" y="481781"/>
                        <a:pt x="2724587" y="309389"/>
                        <a:pt x="2300975" y="199707"/>
                      </a:cubicBezTo>
                      <a:cubicBezTo>
                        <a:pt x="1939763" y="106145"/>
                        <a:pt x="1472571" y="-108206"/>
                        <a:pt x="1126708" y="66422"/>
                      </a:cubicBezTo>
                      <a:cubicBezTo>
                        <a:pt x="713895" y="274988"/>
                        <a:pt x="120745" y="713641"/>
                        <a:pt x="12759" y="1139722"/>
                      </a:cubicBezTo>
                      <a:cubicBezTo>
                        <a:pt x="-78411" y="1498619"/>
                        <a:pt x="342964" y="2027286"/>
                        <a:pt x="516204" y="2370449"/>
                      </a:cubicBezTo>
                      <a:cubicBezTo>
                        <a:pt x="724076" y="2782414"/>
                        <a:pt x="816250" y="3211657"/>
                        <a:pt x="1241019" y="3320491"/>
                      </a:cubicBezTo>
                      <a:cubicBezTo>
                        <a:pt x="1599917" y="3412587"/>
                        <a:pt x="2035176" y="3163449"/>
                        <a:pt x="2379265" y="299059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1" name="Freeform: Shape 50">
                  <a:extLst>
                    <a:ext uri="{FF2B5EF4-FFF2-40B4-BE49-F238E27FC236}">
                      <a16:creationId xmlns:a16="http://schemas.microsoft.com/office/drawing/2014/main" id="{11923E42-E290-CCA8-6DA3-3E1BDC5B6050}"/>
                    </a:ext>
                  </a:extLst>
                </p:cNvPr>
                <p:cNvSpPr/>
                <p:nvPr/>
              </p:nvSpPr>
              <p:spPr>
                <a:xfrm>
                  <a:off x="4390546" y="2609845"/>
                  <a:ext cx="3375801" cy="3303429"/>
                </a:xfrm>
                <a:custGeom>
                  <a:avLst/>
                  <a:gdLst>
                    <a:gd name="connsiteX0" fmla="*/ 2374347 w 3375801"/>
                    <a:gd name="connsiteY0" fmla="*/ 2996529 h 3303429"/>
                    <a:gd name="connsiteX1" fmla="*/ 3287597 w 3375801"/>
                    <a:gd name="connsiteY1" fmla="*/ 2114518 h 3303429"/>
                    <a:gd name="connsiteX2" fmla="*/ 3251191 w 3375801"/>
                    <a:gd name="connsiteY2" fmla="*/ 876541 h 3303429"/>
                    <a:gd name="connsiteX3" fmla="*/ 2242836 w 3375801"/>
                    <a:gd name="connsiteY3" fmla="*/ 244285 h 3303429"/>
                    <a:gd name="connsiteX4" fmla="*/ 1031700 w 3375801"/>
                    <a:gd name="connsiteY4" fmla="*/ 62946 h 3303429"/>
                    <a:gd name="connsiteX5" fmla="*/ 15710 w 3375801"/>
                    <a:gd name="connsiteY5" fmla="*/ 1157689 h 3303429"/>
                    <a:gd name="connsiteX6" fmla="*/ 459993 w 3375801"/>
                    <a:gd name="connsiteY6" fmla="*/ 2440249 h 3303429"/>
                    <a:gd name="connsiteX7" fmla="*/ 1226074 w 3375801"/>
                    <a:gd name="connsiteY7" fmla="*/ 3278449 h 3303429"/>
                    <a:gd name="connsiteX8" fmla="*/ 2374347 w 3375801"/>
                    <a:gd name="connsiteY8" fmla="*/ 2996529 h 330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5801" h="3303429">
                      <a:moveTo>
                        <a:pt x="2374347" y="2996529"/>
                      </a:moveTo>
                      <a:cubicBezTo>
                        <a:pt x="2768881" y="2789891"/>
                        <a:pt x="3177760" y="2529029"/>
                        <a:pt x="3287597" y="2114518"/>
                      </a:cubicBezTo>
                      <a:cubicBezTo>
                        <a:pt x="3386712" y="1739423"/>
                        <a:pt x="3435692" y="1227571"/>
                        <a:pt x="3251191" y="876541"/>
                      </a:cubicBezTo>
                      <a:cubicBezTo>
                        <a:pt x="3043087" y="480619"/>
                        <a:pt x="2659584" y="352193"/>
                        <a:pt x="2242836" y="244285"/>
                      </a:cubicBezTo>
                      <a:cubicBezTo>
                        <a:pt x="1869052" y="147483"/>
                        <a:pt x="1380494" y="-121092"/>
                        <a:pt x="1031700" y="62946"/>
                      </a:cubicBezTo>
                      <a:cubicBezTo>
                        <a:pt x="634776" y="272438"/>
                        <a:pt x="121999" y="739090"/>
                        <a:pt x="15710" y="1157689"/>
                      </a:cubicBezTo>
                      <a:cubicBezTo>
                        <a:pt x="-78932" y="1529236"/>
                        <a:pt x="277421" y="2093847"/>
                        <a:pt x="459993" y="2440249"/>
                      </a:cubicBezTo>
                      <a:cubicBezTo>
                        <a:pt x="668869" y="2836556"/>
                        <a:pt x="808402" y="3171312"/>
                        <a:pt x="1226074" y="3278449"/>
                      </a:cubicBezTo>
                      <a:cubicBezTo>
                        <a:pt x="1597005" y="3373785"/>
                        <a:pt x="2027559" y="3178176"/>
                        <a:pt x="2374347" y="2996529"/>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2" name="Freeform: Shape 51">
                  <a:extLst>
                    <a:ext uri="{FF2B5EF4-FFF2-40B4-BE49-F238E27FC236}">
                      <a16:creationId xmlns:a16="http://schemas.microsoft.com/office/drawing/2014/main" id="{3FE3CD39-F35B-6117-3309-229F8AC4814C}"/>
                    </a:ext>
                  </a:extLst>
                </p:cNvPr>
                <p:cNvSpPr/>
                <p:nvPr/>
              </p:nvSpPr>
              <p:spPr>
                <a:xfrm>
                  <a:off x="4428860" y="2607348"/>
                  <a:ext cx="3333638" cy="3269772"/>
                </a:xfrm>
                <a:custGeom>
                  <a:avLst/>
                  <a:gdLst>
                    <a:gd name="connsiteX0" fmla="*/ 2370512 w 3333638"/>
                    <a:gd name="connsiteY0" fmla="*/ 3003654 h 3269772"/>
                    <a:gd name="connsiteX1" fmla="*/ 3214806 w 3333638"/>
                    <a:gd name="connsiteY1" fmla="*/ 2112002 h 3269772"/>
                    <a:gd name="connsiteX2" fmla="*/ 3223522 w 3333638"/>
                    <a:gd name="connsiteY2" fmla="*/ 861297 h 3269772"/>
                    <a:gd name="connsiteX3" fmla="*/ 2185625 w 3333638"/>
                    <a:gd name="connsiteY3" fmla="*/ 290053 h 3269772"/>
                    <a:gd name="connsiteX4" fmla="*/ 937697 w 3333638"/>
                    <a:gd name="connsiteY4" fmla="*/ 60738 h 3269772"/>
                    <a:gd name="connsiteX5" fmla="*/ 19665 w 3333638"/>
                    <a:gd name="connsiteY5" fmla="*/ 1176924 h 3269772"/>
                    <a:gd name="connsiteX6" fmla="*/ 404865 w 3333638"/>
                    <a:gd name="connsiteY6" fmla="*/ 2511240 h 3269772"/>
                    <a:gd name="connsiteX7" fmla="*/ 1212212 w 3333638"/>
                    <a:gd name="connsiteY7" fmla="*/ 3237597 h 3269772"/>
                    <a:gd name="connsiteX8" fmla="*/ 2370512 w 3333638"/>
                    <a:gd name="connsiteY8" fmla="*/ 3003654 h 326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3638" h="3269772">
                      <a:moveTo>
                        <a:pt x="2370512" y="3003654"/>
                      </a:moveTo>
                      <a:cubicBezTo>
                        <a:pt x="2750699" y="2796245"/>
                        <a:pt x="3106897" y="2520419"/>
                        <a:pt x="3214806" y="2112002"/>
                      </a:cubicBezTo>
                      <a:cubicBezTo>
                        <a:pt x="3316775" y="1724873"/>
                        <a:pt x="3417279" y="1214719"/>
                        <a:pt x="3223522" y="861297"/>
                      </a:cubicBezTo>
                      <a:cubicBezTo>
                        <a:pt x="3014800" y="480494"/>
                        <a:pt x="2595585" y="396265"/>
                        <a:pt x="2185625" y="290053"/>
                      </a:cubicBezTo>
                      <a:cubicBezTo>
                        <a:pt x="1799191" y="189935"/>
                        <a:pt x="1289268" y="-133019"/>
                        <a:pt x="937697" y="60738"/>
                      </a:cubicBezTo>
                      <a:cubicBezTo>
                        <a:pt x="556508" y="270770"/>
                        <a:pt x="124334" y="765730"/>
                        <a:pt x="19665" y="1176924"/>
                      </a:cubicBezTo>
                      <a:cubicBezTo>
                        <a:pt x="-78448" y="1561121"/>
                        <a:pt x="212651" y="2161829"/>
                        <a:pt x="404865" y="2511240"/>
                      </a:cubicBezTo>
                      <a:cubicBezTo>
                        <a:pt x="614357" y="2892120"/>
                        <a:pt x="801635" y="3132157"/>
                        <a:pt x="1212212" y="3237597"/>
                      </a:cubicBezTo>
                      <a:cubicBezTo>
                        <a:pt x="1595175" y="3336095"/>
                        <a:pt x="2021102" y="3194326"/>
                        <a:pt x="2370512" y="300365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3" name="Freeform: Shape 52">
                  <a:extLst>
                    <a:ext uri="{FF2B5EF4-FFF2-40B4-BE49-F238E27FC236}">
                      <a16:creationId xmlns:a16="http://schemas.microsoft.com/office/drawing/2014/main" id="{1536946C-8787-C4BB-CCA1-C46337FF502D}"/>
                    </a:ext>
                  </a:extLst>
                </p:cNvPr>
                <p:cNvSpPr/>
                <p:nvPr/>
              </p:nvSpPr>
              <p:spPr>
                <a:xfrm>
                  <a:off x="4465597" y="2604029"/>
                  <a:ext cx="3297610" cy="3240257"/>
                </a:xfrm>
                <a:custGeom>
                  <a:avLst/>
                  <a:gdLst>
                    <a:gd name="connsiteX0" fmla="*/ 2368253 w 3297610"/>
                    <a:gd name="connsiteY0" fmla="*/ 3011601 h 3240257"/>
                    <a:gd name="connsiteX1" fmla="*/ 3143667 w 3297610"/>
                    <a:gd name="connsiteY1" fmla="*/ 2110307 h 3240257"/>
                    <a:gd name="connsiteX2" fmla="*/ 3197583 w 3297610"/>
                    <a:gd name="connsiteY2" fmla="*/ 846953 h 3240257"/>
                    <a:gd name="connsiteX3" fmla="*/ 2130145 w 3297610"/>
                    <a:gd name="connsiteY3" fmla="*/ 336721 h 3240257"/>
                    <a:gd name="connsiteX4" fmla="*/ 845347 w 3297610"/>
                    <a:gd name="connsiteY4" fmla="*/ 59352 h 3240257"/>
                    <a:gd name="connsiteX5" fmla="*/ 25197 w 3297610"/>
                    <a:gd name="connsiteY5" fmla="*/ 1196981 h 3240257"/>
                    <a:gd name="connsiteX6" fmla="*/ 351236 w 3297610"/>
                    <a:gd name="connsiteY6" fmla="*/ 2583130 h 3240257"/>
                    <a:gd name="connsiteX7" fmla="*/ 1199772 w 3297610"/>
                    <a:gd name="connsiteY7" fmla="*/ 3197645 h 3240257"/>
                    <a:gd name="connsiteX8" fmla="*/ 2368176 w 3297610"/>
                    <a:gd name="connsiteY8" fmla="*/ 3011756 h 324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7610" h="3240257">
                      <a:moveTo>
                        <a:pt x="2368253" y="3011601"/>
                      </a:moveTo>
                      <a:cubicBezTo>
                        <a:pt x="2734325" y="2803729"/>
                        <a:pt x="3037610" y="2512708"/>
                        <a:pt x="3143667" y="2110307"/>
                      </a:cubicBezTo>
                      <a:cubicBezTo>
                        <a:pt x="3248491" y="1711146"/>
                        <a:pt x="3400750" y="1202611"/>
                        <a:pt x="3197583" y="846953"/>
                      </a:cubicBezTo>
                      <a:cubicBezTo>
                        <a:pt x="2988554" y="481113"/>
                        <a:pt x="2533317" y="441159"/>
                        <a:pt x="2130145" y="336721"/>
                      </a:cubicBezTo>
                      <a:cubicBezTo>
                        <a:pt x="1731138" y="233364"/>
                        <a:pt x="1199617" y="-144355"/>
                        <a:pt x="845347" y="59352"/>
                      </a:cubicBezTo>
                      <a:cubicBezTo>
                        <a:pt x="479739" y="269539"/>
                        <a:pt x="128246" y="793269"/>
                        <a:pt x="25197" y="1196981"/>
                      </a:cubicBezTo>
                      <a:cubicBezTo>
                        <a:pt x="-76464" y="1593828"/>
                        <a:pt x="149149" y="2230788"/>
                        <a:pt x="351236" y="2583130"/>
                      </a:cubicBezTo>
                      <a:cubicBezTo>
                        <a:pt x="560960" y="2948739"/>
                        <a:pt x="796368" y="3093902"/>
                        <a:pt x="1199772" y="3197645"/>
                      </a:cubicBezTo>
                      <a:cubicBezTo>
                        <a:pt x="1594768" y="3299383"/>
                        <a:pt x="2016143" y="3211683"/>
                        <a:pt x="2368176" y="3011756"/>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4" name="Freeform: Shape 53">
                  <a:extLst>
                    <a:ext uri="{FF2B5EF4-FFF2-40B4-BE49-F238E27FC236}">
                      <a16:creationId xmlns:a16="http://schemas.microsoft.com/office/drawing/2014/main" id="{E8AC86EF-3BAD-DBD4-5443-6C73FBBD19F4}"/>
                    </a:ext>
                  </a:extLst>
                </p:cNvPr>
                <p:cNvSpPr/>
                <p:nvPr/>
              </p:nvSpPr>
              <p:spPr>
                <a:xfrm>
                  <a:off x="4499869" y="2600116"/>
                  <a:ext cx="3267148" cy="3216006"/>
                </a:xfrm>
                <a:custGeom>
                  <a:avLst/>
                  <a:gdLst>
                    <a:gd name="connsiteX0" fmla="*/ 2368459 w 3267148"/>
                    <a:gd name="connsiteY0" fmla="*/ 3020220 h 3216006"/>
                    <a:gd name="connsiteX1" fmla="*/ 3074994 w 3267148"/>
                    <a:gd name="connsiteY1" fmla="*/ 2109207 h 3216006"/>
                    <a:gd name="connsiteX2" fmla="*/ 3174032 w 3267148"/>
                    <a:gd name="connsiteY2" fmla="*/ 833203 h 3216006"/>
                    <a:gd name="connsiteX3" fmla="*/ 2077052 w 3267148"/>
                    <a:gd name="connsiteY3" fmla="*/ 384060 h 3216006"/>
                    <a:gd name="connsiteX4" fmla="*/ 755385 w 3267148"/>
                    <a:gd name="connsiteY4" fmla="*/ 58637 h 3216006"/>
                    <a:gd name="connsiteX5" fmla="*/ 33193 w 3267148"/>
                    <a:gd name="connsiteY5" fmla="*/ 1217631 h 3216006"/>
                    <a:gd name="connsiteX6" fmla="*/ 300072 w 3267148"/>
                    <a:gd name="connsiteY6" fmla="*/ 2655537 h 3216006"/>
                    <a:gd name="connsiteX7" fmla="*/ 1189873 w 3267148"/>
                    <a:gd name="connsiteY7" fmla="*/ 3158209 h 3216006"/>
                    <a:gd name="connsiteX8" fmla="*/ 2368305 w 3267148"/>
                    <a:gd name="connsiteY8" fmla="*/ 3020297 h 321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148" h="3216006">
                      <a:moveTo>
                        <a:pt x="2368459" y="3020220"/>
                      </a:moveTo>
                      <a:cubicBezTo>
                        <a:pt x="2720493" y="2812193"/>
                        <a:pt x="2970787" y="2505668"/>
                        <a:pt x="3074994" y="2109207"/>
                      </a:cubicBezTo>
                      <a:cubicBezTo>
                        <a:pt x="3182748" y="1698013"/>
                        <a:pt x="3386995" y="1190866"/>
                        <a:pt x="3174032" y="833203"/>
                      </a:cubicBezTo>
                      <a:cubicBezTo>
                        <a:pt x="2965002" y="482095"/>
                        <a:pt x="2473360" y="486646"/>
                        <a:pt x="2077052" y="384060"/>
                      </a:cubicBezTo>
                      <a:cubicBezTo>
                        <a:pt x="1665473" y="277462"/>
                        <a:pt x="1112201" y="-155406"/>
                        <a:pt x="755385" y="58637"/>
                      </a:cubicBezTo>
                      <a:cubicBezTo>
                        <a:pt x="405203" y="268669"/>
                        <a:pt x="134545" y="821401"/>
                        <a:pt x="33193" y="1217631"/>
                      </a:cubicBezTo>
                      <a:cubicBezTo>
                        <a:pt x="-71939" y="1627205"/>
                        <a:pt x="87803" y="2300495"/>
                        <a:pt x="300072" y="2655537"/>
                      </a:cubicBezTo>
                      <a:cubicBezTo>
                        <a:pt x="509718" y="3006104"/>
                        <a:pt x="793566" y="3056163"/>
                        <a:pt x="1189873" y="3158209"/>
                      </a:cubicBezTo>
                      <a:cubicBezTo>
                        <a:pt x="1596979" y="3263187"/>
                        <a:pt x="2013881" y="3229711"/>
                        <a:pt x="2368305" y="3020297"/>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5" name="Freeform: Shape 54">
                  <a:extLst>
                    <a:ext uri="{FF2B5EF4-FFF2-40B4-BE49-F238E27FC236}">
                      <a16:creationId xmlns:a16="http://schemas.microsoft.com/office/drawing/2014/main" id="{8EE0BF15-0435-A7CA-678B-988B42B423D9}"/>
                    </a:ext>
                  </a:extLst>
                </p:cNvPr>
                <p:cNvSpPr/>
                <p:nvPr/>
              </p:nvSpPr>
              <p:spPr>
                <a:xfrm>
                  <a:off x="4530202" y="2595585"/>
                  <a:ext cx="3242767" cy="3198539"/>
                </a:xfrm>
                <a:custGeom>
                  <a:avLst/>
                  <a:gdLst>
                    <a:gd name="connsiteX0" fmla="*/ 2372604 w 3242767"/>
                    <a:gd name="connsiteY0" fmla="*/ 3029379 h 3198539"/>
                    <a:gd name="connsiteX1" fmla="*/ 3010259 w 3242767"/>
                    <a:gd name="connsiteY1" fmla="*/ 2108724 h 3198539"/>
                    <a:gd name="connsiteX2" fmla="*/ 3154497 w 3242767"/>
                    <a:gd name="connsiteY2" fmla="*/ 819993 h 3198539"/>
                    <a:gd name="connsiteX3" fmla="*/ 2027976 w 3242767"/>
                    <a:gd name="connsiteY3" fmla="*/ 431862 h 3198539"/>
                    <a:gd name="connsiteX4" fmla="*/ 669516 w 3242767"/>
                    <a:gd name="connsiteY4" fmla="*/ 58386 h 3198539"/>
                    <a:gd name="connsiteX5" fmla="*/ 45282 w 3242767"/>
                    <a:gd name="connsiteY5" fmla="*/ 1238823 h 3198539"/>
                    <a:gd name="connsiteX6" fmla="*/ 253078 w 3242767"/>
                    <a:gd name="connsiteY6" fmla="*/ 2728484 h 3198539"/>
                    <a:gd name="connsiteX7" fmla="*/ 1184145 w 3242767"/>
                    <a:gd name="connsiteY7" fmla="*/ 3119315 h 3198539"/>
                    <a:gd name="connsiteX8" fmla="*/ 2372681 w 3242767"/>
                    <a:gd name="connsiteY8" fmla="*/ 3029379 h 319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767" h="3198539">
                      <a:moveTo>
                        <a:pt x="2372604" y="3029379"/>
                      </a:moveTo>
                      <a:cubicBezTo>
                        <a:pt x="2710831" y="2821429"/>
                        <a:pt x="2907904" y="2499092"/>
                        <a:pt x="3010259" y="2108724"/>
                      </a:cubicBezTo>
                      <a:cubicBezTo>
                        <a:pt x="3120867" y="1685498"/>
                        <a:pt x="3377488" y="1179585"/>
                        <a:pt x="3154497" y="819993"/>
                      </a:cubicBezTo>
                      <a:cubicBezTo>
                        <a:pt x="2945776" y="483464"/>
                        <a:pt x="2417495" y="532752"/>
                        <a:pt x="2027976" y="431862"/>
                      </a:cubicBezTo>
                      <a:cubicBezTo>
                        <a:pt x="1603746" y="321948"/>
                        <a:pt x="1028569" y="-166224"/>
                        <a:pt x="669516" y="58386"/>
                      </a:cubicBezTo>
                      <a:cubicBezTo>
                        <a:pt x="334530" y="267878"/>
                        <a:pt x="144938" y="850075"/>
                        <a:pt x="45282" y="1238823"/>
                      </a:cubicBezTo>
                      <a:cubicBezTo>
                        <a:pt x="-63320" y="1661047"/>
                        <a:pt x="30241" y="2370898"/>
                        <a:pt x="253078" y="2728484"/>
                      </a:cubicBezTo>
                      <a:cubicBezTo>
                        <a:pt x="462261" y="3064165"/>
                        <a:pt x="795011" y="3018966"/>
                        <a:pt x="1184145" y="3119315"/>
                      </a:cubicBezTo>
                      <a:cubicBezTo>
                        <a:pt x="1603283" y="3227532"/>
                        <a:pt x="2015943" y="3248666"/>
                        <a:pt x="2372681" y="3029379"/>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6" name="Freeform: Shape 55">
                  <a:extLst>
                    <a:ext uri="{FF2B5EF4-FFF2-40B4-BE49-F238E27FC236}">
                      <a16:creationId xmlns:a16="http://schemas.microsoft.com/office/drawing/2014/main" id="{6E4FBF3D-9D6E-1638-2EEB-6F2496FA1D23}"/>
                    </a:ext>
                  </a:extLst>
                </p:cNvPr>
                <p:cNvSpPr/>
                <p:nvPr/>
              </p:nvSpPr>
              <p:spPr>
                <a:xfrm>
                  <a:off x="4553971" y="2590726"/>
                  <a:ext cx="3226504" cy="3187950"/>
                </a:xfrm>
                <a:custGeom>
                  <a:avLst/>
                  <a:gdLst>
                    <a:gd name="connsiteX0" fmla="*/ 2383391 w 3226504"/>
                    <a:gd name="connsiteY0" fmla="*/ 3038865 h 3187950"/>
                    <a:gd name="connsiteX1" fmla="*/ 2952166 w 3226504"/>
                    <a:gd name="connsiteY1" fmla="*/ 2108570 h 3187950"/>
                    <a:gd name="connsiteX2" fmla="*/ 3141527 w 3226504"/>
                    <a:gd name="connsiteY2" fmla="*/ 807189 h 3187950"/>
                    <a:gd name="connsiteX3" fmla="*/ 1985463 w 3226504"/>
                    <a:gd name="connsiteY3" fmla="*/ 480070 h 3187950"/>
                    <a:gd name="connsiteX4" fmla="*/ 590135 w 3226504"/>
                    <a:gd name="connsiteY4" fmla="*/ 58540 h 3187950"/>
                    <a:gd name="connsiteX5" fmla="*/ 63859 w 3226504"/>
                    <a:gd name="connsiteY5" fmla="*/ 1260420 h 3187950"/>
                    <a:gd name="connsiteX6" fmla="*/ 212494 w 3226504"/>
                    <a:gd name="connsiteY6" fmla="*/ 2801914 h 3187950"/>
                    <a:gd name="connsiteX7" fmla="*/ 1184827 w 3226504"/>
                    <a:gd name="connsiteY7" fmla="*/ 3080825 h 3187950"/>
                    <a:gd name="connsiteX8" fmla="*/ 2383391 w 3226504"/>
                    <a:gd name="connsiteY8" fmla="*/ 3038865 h 318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6504" h="3187950">
                      <a:moveTo>
                        <a:pt x="2383391" y="3038865"/>
                      </a:moveTo>
                      <a:cubicBezTo>
                        <a:pt x="2707964" y="2831302"/>
                        <a:pt x="2851740" y="2492921"/>
                        <a:pt x="2952166" y="2108570"/>
                      </a:cubicBezTo>
                      <a:cubicBezTo>
                        <a:pt x="3065629" y="1673310"/>
                        <a:pt x="3374930" y="1168401"/>
                        <a:pt x="3141527" y="807189"/>
                      </a:cubicBezTo>
                      <a:cubicBezTo>
                        <a:pt x="2933423" y="485083"/>
                        <a:pt x="2368118" y="579185"/>
                        <a:pt x="1985463" y="480070"/>
                      </a:cubicBezTo>
                      <a:cubicBezTo>
                        <a:pt x="1548662" y="366916"/>
                        <a:pt x="951347" y="-177023"/>
                        <a:pt x="590135" y="58540"/>
                      </a:cubicBezTo>
                      <a:cubicBezTo>
                        <a:pt x="270112" y="267261"/>
                        <a:pt x="161818" y="879077"/>
                        <a:pt x="63859" y="1260420"/>
                      </a:cubicBezTo>
                      <a:cubicBezTo>
                        <a:pt x="-48214" y="1695293"/>
                        <a:pt x="-21218" y="2442014"/>
                        <a:pt x="212494" y="2801914"/>
                      </a:cubicBezTo>
                      <a:cubicBezTo>
                        <a:pt x="420983" y="3122940"/>
                        <a:pt x="802790" y="2982250"/>
                        <a:pt x="1184827" y="3080825"/>
                      </a:cubicBezTo>
                      <a:cubicBezTo>
                        <a:pt x="1615998" y="3192205"/>
                        <a:pt x="2024647" y="3268258"/>
                        <a:pt x="2383391" y="3038865"/>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7" name="Freeform: Shape 56">
                  <a:extLst>
                    <a:ext uri="{FF2B5EF4-FFF2-40B4-BE49-F238E27FC236}">
                      <a16:creationId xmlns:a16="http://schemas.microsoft.com/office/drawing/2014/main" id="{21160414-3843-0ACA-0054-E7E01865DCBC}"/>
                    </a:ext>
                  </a:extLst>
                </p:cNvPr>
                <p:cNvSpPr/>
                <p:nvPr/>
              </p:nvSpPr>
              <p:spPr>
                <a:xfrm>
                  <a:off x="4568996" y="2585529"/>
                  <a:ext cx="3220062" cy="3183237"/>
                </a:xfrm>
                <a:custGeom>
                  <a:avLst/>
                  <a:gdLst>
                    <a:gd name="connsiteX0" fmla="*/ 2402845 w 3220062"/>
                    <a:gd name="connsiteY0" fmla="*/ 3048690 h 3183237"/>
                    <a:gd name="connsiteX1" fmla="*/ 2902741 w 3220062"/>
                    <a:gd name="connsiteY1" fmla="*/ 2108752 h 3183237"/>
                    <a:gd name="connsiteX2" fmla="*/ 3137301 w 3220062"/>
                    <a:gd name="connsiteY2" fmla="*/ 794722 h 3183237"/>
                    <a:gd name="connsiteX3" fmla="*/ 1951696 w 3220062"/>
                    <a:gd name="connsiteY3" fmla="*/ 528615 h 3183237"/>
                    <a:gd name="connsiteX4" fmla="*/ 519498 w 3220062"/>
                    <a:gd name="connsiteY4" fmla="*/ 59031 h 3183237"/>
                    <a:gd name="connsiteX5" fmla="*/ 91104 w 3220062"/>
                    <a:gd name="connsiteY5" fmla="*/ 1282277 h 3183237"/>
                    <a:gd name="connsiteX6" fmla="*/ 180577 w 3220062"/>
                    <a:gd name="connsiteY6" fmla="*/ 2875527 h 3183237"/>
                    <a:gd name="connsiteX7" fmla="*/ 1194100 w 3220062"/>
                    <a:gd name="connsiteY7" fmla="*/ 3042597 h 3183237"/>
                    <a:gd name="connsiteX8" fmla="*/ 2402690 w 3220062"/>
                    <a:gd name="connsiteY8" fmla="*/ 3048690 h 3183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0062" h="3183237">
                      <a:moveTo>
                        <a:pt x="2402845" y="3048690"/>
                      </a:moveTo>
                      <a:cubicBezTo>
                        <a:pt x="2713920" y="2841743"/>
                        <a:pt x="2804166" y="2487088"/>
                        <a:pt x="2902741" y="2108752"/>
                      </a:cubicBezTo>
                      <a:cubicBezTo>
                        <a:pt x="3019057" y="1661538"/>
                        <a:pt x="3381426" y="1157322"/>
                        <a:pt x="3137301" y="794722"/>
                      </a:cubicBezTo>
                      <a:cubicBezTo>
                        <a:pt x="2930046" y="486809"/>
                        <a:pt x="2327563" y="626033"/>
                        <a:pt x="1951696" y="528615"/>
                      </a:cubicBezTo>
                      <a:cubicBezTo>
                        <a:pt x="1502322" y="412221"/>
                        <a:pt x="882484" y="-187870"/>
                        <a:pt x="519498" y="59031"/>
                      </a:cubicBezTo>
                      <a:cubicBezTo>
                        <a:pt x="214284" y="266672"/>
                        <a:pt x="187442" y="908415"/>
                        <a:pt x="91104" y="1282277"/>
                      </a:cubicBezTo>
                      <a:cubicBezTo>
                        <a:pt x="-24441" y="1729877"/>
                        <a:pt x="-64396" y="2513621"/>
                        <a:pt x="180577" y="2875527"/>
                      </a:cubicBezTo>
                      <a:cubicBezTo>
                        <a:pt x="388064" y="3182052"/>
                        <a:pt x="819235" y="2945718"/>
                        <a:pt x="1194100" y="3042597"/>
                      </a:cubicBezTo>
                      <a:cubicBezTo>
                        <a:pt x="1637304" y="3157215"/>
                        <a:pt x="2042173" y="3288495"/>
                        <a:pt x="2402690" y="3048690"/>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8" name="Freeform: Shape 57">
                  <a:extLst>
                    <a:ext uri="{FF2B5EF4-FFF2-40B4-BE49-F238E27FC236}">
                      <a16:creationId xmlns:a16="http://schemas.microsoft.com/office/drawing/2014/main" id="{521D97B3-7297-B511-01A5-AA00E254E3E8}"/>
                    </a:ext>
                  </a:extLst>
                </p:cNvPr>
                <p:cNvSpPr/>
                <p:nvPr/>
              </p:nvSpPr>
              <p:spPr>
                <a:xfrm>
                  <a:off x="4575239" y="2579941"/>
                  <a:ext cx="3223194" cy="3183120"/>
                </a:xfrm>
                <a:custGeom>
                  <a:avLst/>
                  <a:gdLst>
                    <a:gd name="connsiteX0" fmla="*/ 2431079 w 3223194"/>
                    <a:gd name="connsiteY0" fmla="*/ 3058906 h 3183120"/>
                    <a:gd name="connsiteX1" fmla="*/ 2862096 w 3223194"/>
                    <a:gd name="connsiteY1" fmla="*/ 2109327 h 3183120"/>
                    <a:gd name="connsiteX2" fmla="*/ 3141779 w 3223194"/>
                    <a:gd name="connsiteY2" fmla="*/ 782570 h 3183120"/>
                    <a:gd name="connsiteX3" fmla="*/ 1926632 w 3223194"/>
                    <a:gd name="connsiteY3" fmla="*/ 577475 h 3183120"/>
                    <a:gd name="connsiteX4" fmla="*/ 457565 w 3223194"/>
                    <a:gd name="connsiteY4" fmla="*/ 59838 h 3183120"/>
                    <a:gd name="connsiteX5" fmla="*/ 127129 w 3223194"/>
                    <a:gd name="connsiteY5" fmla="*/ 1304526 h 3183120"/>
                    <a:gd name="connsiteX6" fmla="*/ 157519 w 3223194"/>
                    <a:gd name="connsiteY6" fmla="*/ 2949610 h 3183120"/>
                    <a:gd name="connsiteX7" fmla="*/ 1212307 w 3223194"/>
                    <a:gd name="connsiteY7" fmla="*/ 3004836 h 3183120"/>
                    <a:gd name="connsiteX8" fmla="*/ 2431002 w 3223194"/>
                    <a:gd name="connsiteY8" fmla="*/ 3058906 h 318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4" h="3183120">
                      <a:moveTo>
                        <a:pt x="2431079" y="3058906"/>
                      </a:moveTo>
                      <a:cubicBezTo>
                        <a:pt x="2728888" y="2852731"/>
                        <a:pt x="2765372" y="2481646"/>
                        <a:pt x="2862096" y="2109327"/>
                      </a:cubicBezTo>
                      <a:cubicBezTo>
                        <a:pt x="2981343" y="1650080"/>
                        <a:pt x="3397011" y="1146327"/>
                        <a:pt x="3141779" y="782570"/>
                      </a:cubicBezTo>
                      <a:cubicBezTo>
                        <a:pt x="2935526" y="488695"/>
                        <a:pt x="2295712" y="673119"/>
                        <a:pt x="1926632" y="577475"/>
                      </a:cubicBezTo>
                      <a:cubicBezTo>
                        <a:pt x="1464608" y="457765"/>
                        <a:pt x="822016" y="-198865"/>
                        <a:pt x="457565" y="59838"/>
                      </a:cubicBezTo>
                      <a:cubicBezTo>
                        <a:pt x="166852" y="266168"/>
                        <a:pt x="221848" y="938146"/>
                        <a:pt x="127129" y="1304526"/>
                      </a:cubicBezTo>
                      <a:cubicBezTo>
                        <a:pt x="8113" y="1764776"/>
                        <a:pt x="-99178" y="2585930"/>
                        <a:pt x="157519" y="2949610"/>
                      </a:cubicBezTo>
                      <a:cubicBezTo>
                        <a:pt x="363849" y="3241942"/>
                        <a:pt x="844539" y="2909655"/>
                        <a:pt x="1212307" y="3004836"/>
                      </a:cubicBezTo>
                      <a:cubicBezTo>
                        <a:pt x="1667544" y="3122695"/>
                        <a:pt x="2068942" y="3309510"/>
                        <a:pt x="2431002" y="3058906"/>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9" name="Freeform: Shape 58">
                  <a:extLst>
                    <a:ext uri="{FF2B5EF4-FFF2-40B4-BE49-F238E27FC236}">
                      <a16:creationId xmlns:a16="http://schemas.microsoft.com/office/drawing/2014/main" id="{6A428D63-E9CE-F0BE-0617-097A88BFC715}"/>
                    </a:ext>
                  </a:extLst>
                </p:cNvPr>
                <p:cNvSpPr/>
                <p:nvPr/>
              </p:nvSpPr>
              <p:spPr>
                <a:xfrm>
                  <a:off x="4574616" y="2574268"/>
                  <a:ext cx="3233910" cy="3186151"/>
                </a:xfrm>
                <a:custGeom>
                  <a:avLst/>
                  <a:gdLst>
                    <a:gd name="connsiteX0" fmla="*/ 2828318 w 3233910"/>
                    <a:gd name="connsiteY0" fmla="*/ 2109987 h 3186151"/>
                    <a:gd name="connsiteX1" fmla="*/ 3153201 w 3233910"/>
                    <a:gd name="connsiteY1" fmla="*/ 770580 h 3186151"/>
                    <a:gd name="connsiteX2" fmla="*/ 1908512 w 3233910"/>
                    <a:gd name="connsiteY2" fmla="*/ 626573 h 3186151"/>
                    <a:gd name="connsiteX3" fmla="*/ 402652 w 3233910"/>
                    <a:gd name="connsiteY3" fmla="*/ 60883 h 3186151"/>
                    <a:gd name="connsiteX4" fmla="*/ 170175 w 3233910"/>
                    <a:gd name="connsiteY4" fmla="*/ 1327014 h 3186151"/>
                    <a:gd name="connsiteX5" fmla="*/ 141404 w 3233910"/>
                    <a:gd name="connsiteY5" fmla="*/ 3023854 h 3186151"/>
                    <a:gd name="connsiteX6" fmla="*/ 1237458 w 3233910"/>
                    <a:gd name="connsiteY6" fmla="*/ 2967238 h 3186151"/>
                    <a:gd name="connsiteX7" fmla="*/ 2466180 w 3233910"/>
                    <a:gd name="connsiteY7" fmla="*/ 3069285 h 3186151"/>
                    <a:gd name="connsiteX8" fmla="*/ 2828318 w 3233910"/>
                    <a:gd name="connsiteY8" fmla="*/ 2110064 h 318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3910" h="3186151">
                      <a:moveTo>
                        <a:pt x="2828318" y="2109987"/>
                      </a:moveTo>
                      <a:cubicBezTo>
                        <a:pt x="2950419" y="1638707"/>
                        <a:pt x="3419925" y="1135031"/>
                        <a:pt x="3153201" y="770580"/>
                      </a:cubicBezTo>
                      <a:cubicBezTo>
                        <a:pt x="2948182" y="490434"/>
                        <a:pt x="2270727" y="720366"/>
                        <a:pt x="1908512" y="626573"/>
                      </a:cubicBezTo>
                      <a:cubicBezTo>
                        <a:pt x="1433915" y="503624"/>
                        <a:pt x="768029" y="-210007"/>
                        <a:pt x="402652" y="60883"/>
                      </a:cubicBezTo>
                      <a:cubicBezTo>
                        <a:pt x="126286" y="265747"/>
                        <a:pt x="263197" y="968039"/>
                        <a:pt x="170175" y="1327014"/>
                      </a:cubicBezTo>
                      <a:cubicBezTo>
                        <a:pt x="47611" y="1799914"/>
                        <a:pt x="-127326" y="2658939"/>
                        <a:pt x="141404" y="3023854"/>
                      </a:cubicBezTo>
                      <a:cubicBezTo>
                        <a:pt x="346345" y="3302147"/>
                        <a:pt x="876786" y="2873831"/>
                        <a:pt x="1237458" y="2967238"/>
                      </a:cubicBezTo>
                      <a:cubicBezTo>
                        <a:pt x="1704727" y="3088336"/>
                        <a:pt x="2102963" y="3331072"/>
                        <a:pt x="2466180" y="3069285"/>
                      </a:cubicBezTo>
                      <a:cubicBezTo>
                        <a:pt x="2750877" y="2864112"/>
                        <a:pt x="2733445" y="2476289"/>
                        <a:pt x="2828318" y="211006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2" name="Graphic 5">
                <a:extLst>
                  <a:ext uri="{FF2B5EF4-FFF2-40B4-BE49-F238E27FC236}">
                    <a16:creationId xmlns:a16="http://schemas.microsoft.com/office/drawing/2014/main" id="{5742A599-5D8D-4DD6-559B-4F824F496E92}"/>
                  </a:ext>
                </a:extLst>
              </p:cNvPr>
              <p:cNvGrpSpPr/>
              <p:nvPr/>
            </p:nvGrpSpPr>
            <p:grpSpPr>
              <a:xfrm rot="20743245">
                <a:off x="-1641318" y="712755"/>
                <a:ext cx="8683276" cy="5650143"/>
                <a:chOff x="3224705" y="2448010"/>
                <a:chExt cx="5745675" cy="3738674"/>
              </a:xfrm>
              <a:noFill/>
            </p:grpSpPr>
            <p:sp>
              <p:nvSpPr>
                <p:cNvPr id="36" name="Freeform: Shape 35">
                  <a:extLst>
                    <a:ext uri="{FF2B5EF4-FFF2-40B4-BE49-F238E27FC236}">
                      <a16:creationId xmlns:a16="http://schemas.microsoft.com/office/drawing/2014/main" id="{EC1174EC-21CA-F491-D01F-8F760DD41D35}"/>
                    </a:ext>
                  </a:extLst>
                </p:cNvPr>
                <p:cNvSpPr/>
                <p:nvPr/>
              </p:nvSpPr>
              <p:spPr>
                <a:xfrm>
                  <a:off x="3224705" y="2973429"/>
                  <a:ext cx="4086746" cy="2988613"/>
                </a:xfrm>
                <a:custGeom>
                  <a:avLst/>
                  <a:gdLst>
                    <a:gd name="connsiteX0" fmla="*/ 3021857 w 4086746"/>
                    <a:gd name="connsiteY0" fmla="*/ 21082 h 2988613"/>
                    <a:gd name="connsiteX1" fmla="*/ 1949714 w 4086746"/>
                    <a:gd name="connsiteY1" fmla="*/ 140561 h 2988613"/>
                    <a:gd name="connsiteX2" fmla="*/ 17620 w 4086746"/>
                    <a:gd name="connsiteY2" fmla="*/ 326759 h 2988613"/>
                    <a:gd name="connsiteX3" fmla="*/ 1162808 w 4086746"/>
                    <a:gd name="connsiteY3" fmla="*/ 2051134 h 2988613"/>
                    <a:gd name="connsiteX4" fmla="*/ 2164991 w 4086746"/>
                    <a:gd name="connsiteY4" fmla="*/ 2546943 h 2988613"/>
                    <a:gd name="connsiteX5" fmla="*/ 3449172 w 4086746"/>
                    <a:gd name="connsiteY5" fmla="*/ 2922733 h 2988613"/>
                    <a:gd name="connsiteX6" fmla="*/ 3803596 w 4086746"/>
                    <a:gd name="connsiteY6" fmla="*/ 1748620 h 2988613"/>
                    <a:gd name="connsiteX7" fmla="*/ 3997970 w 4086746"/>
                    <a:gd name="connsiteY7" fmla="*/ 855117 h 2988613"/>
                    <a:gd name="connsiteX8" fmla="*/ 3021857 w 4086746"/>
                    <a:gd name="connsiteY8" fmla="*/ 21160 h 298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6746" h="2988613">
                      <a:moveTo>
                        <a:pt x="3021857" y="21082"/>
                      </a:moveTo>
                      <a:cubicBezTo>
                        <a:pt x="2524275" y="34658"/>
                        <a:pt x="2338926" y="-88523"/>
                        <a:pt x="1949714" y="140561"/>
                      </a:cubicBezTo>
                      <a:cubicBezTo>
                        <a:pt x="1650594" y="316654"/>
                        <a:pt x="147126" y="-24349"/>
                        <a:pt x="17620" y="326759"/>
                      </a:cubicBezTo>
                      <a:cubicBezTo>
                        <a:pt x="-151995" y="786777"/>
                        <a:pt x="953624" y="1647191"/>
                        <a:pt x="1162808" y="2051134"/>
                      </a:cubicBezTo>
                      <a:cubicBezTo>
                        <a:pt x="1489850" y="2682542"/>
                        <a:pt x="1817123" y="2418671"/>
                        <a:pt x="2164991" y="2546943"/>
                      </a:cubicBezTo>
                      <a:cubicBezTo>
                        <a:pt x="2623313" y="2715940"/>
                        <a:pt x="3059267" y="3153822"/>
                        <a:pt x="3449172" y="2922733"/>
                      </a:cubicBezTo>
                      <a:cubicBezTo>
                        <a:pt x="3746441" y="2746562"/>
                        <a:pt x="3674708" y="2098108"/>
                        <a:pt x="3803596" y="1748620"/>
                      </a:cubicBezTo>
                      <a:cubicBezTo>
                        <a:pt x="3970588" y="1295698"/>
                        <a:pt x="4222272" y="1242631"/>
                        <a:pt x="3997970" y="855117"/>
                      </a:cubicBezTo>
                      <a:cubicBezTo>
                        <a:pt x="3822185" y="551446"/>
                        <a:pt x="3400038" y="10824"/>
                        <a:pt x="3021857" y="21160"/>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7" name="Freeform: Shape 36">
                  <a:extLst>
                    <a:ext uri="{FF2B5EF4-FFF2-40B4-BE49-F238E27FC236}">
                      <a16:creationId xmlns:a16="http://schemas.microsoft.com/office/drawing/2014/main" id="{2DD5B15B-4201-E9A0-31FA-9A9035732239}"/>
                    </a:ext>
                  </a:extLst>
                </p:cNvPr>
                <p:cNvSpPr/>
                <p:nvPr/>
              </p:nvSpPr>
              <p:spPr>
                <a:xfrm>
                  <a:off x="3285345" y="2945042"/>
                  <a:ext cx="4163768" cy="2979360"/>
                </a:xfrm>
                <a:custGeom>
                  <a:avLst/>
                  <a:gdLst>
                    <a:gd name="connsiteX0" fmla="*/ 3793170 w 4163768"/>
                    <a:gd name="connsiteY0" fmla="*/ 1782639 h 2979360"/>
                    <a:gd name="connsiteX1" fmla="*/ 4094681 w 4163768"/>
                    <a:gd name="connsiteY1" fmla="*/ 868155 h 2979360"/>
                    <a:gd name="connsiteX2" fmla="*/ 2987366 w 4163768"/>
                    <a:gd name="connsiteY2" fmla="*/ 28 h 2979360"/>
                    <a:gd name="connsiteX3" fmla="*/ 1885912 w 4163768"/>
                    <a:gd name="connsiteY3" fmla="*/ 197641 h 2979360"/>
                    <a:gd name="connsiteX4" fmla="*/ 15678 w 4163768"/>
                    <a:gd name="connsiteY4" fmla="*/ 437446 h 2979360"/>
                    <a:gd name="connsiteX5" fmla="*/ 1132404 w 4163768"/>
                    <a:gd name="connsiteY5" fmla="*/ 2066409 h 2979360"/>
                    <a:gd name="connsiteX6" fmla="*/ 2140990 w 4163768"/>
                    <a:gd name="connsiteY6" fmla="*/ 2635648 h 2979360"/>
                    <a:gd name="connsiteX7" fmla="*/ 3375266 w 4163768"/>
                    <a:gd name="connsiteY7" fmla="*/ 2903143 h 2979360"/>
                    <a:gd name="connsiteX8" fmla="*/ 3793247 w 4163768"/>
                    <a:gd name="connsiteY8" fmla="*/ 1782639 h 2979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3768" h="2979360">
                      <a:moveTo>
                        <a:pt x="3793170" y="1782639"/>
                      </a:moveTo>
                      <a:cubicBezTo>
                        <a:pt x="3948438" y="1338818"/>
                        <a:pt x="4315975" y="1250115"/>
                        <a:pt x="4094681" y="868155"/>
                      </a:cubicBezTo>
                      <a:cubicBezTo>
                        <a:pt x="3912417" y="553917"/>
                        <a:pt x="3371717" y="-4523"/>
                        <a:pt x="2987366" y="28"/>
                      </a:cubicBezTo>
                      <a:cubicBezTo>
                        <a:pt x="2503822" y="5735"/>
                        <a:pt x="2269030" y="-27894"/>
                        <a:pt x="1885912" y="197641"/>
                      </a:cubicBezTo>
                      <a:cubicBezTo>
                        <a:pt x="1575531" y="380291"/>
                        <a:pt x="141019" y="77932"/>
                        <a:pt x="15678" y="437446"/>
                      </a:cubicBezTo>
                      <a:cubicBezTo>
                        <a:pt x="-141132" y="887207"/>
                        <a:pt x="925072" y="1670179"/>
                        <a:pt x="1132404" y="2066409"/>
                      </a:cubicBezTo>
                      <a:cubicBezTo>
                        <a:pt x="1452196" y="2678688"/>
                        <a:pt x="1784560" y="2511310"/>
                        <a:pt x="2140990" y="2635648"/>
                      </a:cubicBezTo>
                      <a:cubicBezTo>
                        <a:pt x="2589439" y="2792072"/>
                        <a:pt x="2991608" y="3130376"/>
                        <a:pt x="3375266" y="2903143"/>
                      </a:cubicBezTo>
                      <a:cubicBezTo>
                        <a:pt x="3683333" y="2720725"/>
                        <a:pt x="3668215" y="2140071"/>
                        <a:pt x="3793247" y="1782639"/>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8" name="Freeform: Shape 37">
                  <a:extLst>
                    <a:ext uri="{FF2B5EF4-FFF2-40B4-BE49-F238E27FC236}">
                      <a16:creationId xmlns:a16="http://schemas.microsoft.com/office/drawing/2014/main" id="{0CFC623B-A178-5999-13CE-4B2CF7822380}"/>
                    </a:ext>
                  </a:extLst>
                </p:cNvPr>
                <p:cNvSpPr/>
                <p:nvPr/>
              </p:nvSpPr>
              <p:spPr>
                <a:xfrm>
                  <a:off x="3345777" y="2895587"/>
                  <a:ext cx="4247432" cy="2996098"/>
                </a:xfrm>
                <a:custGeom>
                  <a:avLst/>
                  <a:gdLst>
                    <a:gd name="connsiteX0" fmla="*/ 3783028 w 4247432"/>
                    <a:gd name="connsiteY0" fmla="*/ 1837724 h 2996098"/>
                    <a:gd name="connsiteX1" fmla="*/ 4191599 w 4247432"/>
                    <a:gd name="connsiteY1" fmla="*/ 902338 h 2996098"/>
                    <a:gd name="connsiteX2" fmla="*/ 2953081 w 4247432"/>
                    <a:gd name="connsiteY2" fmla="*/ 41 h 2996098"/>
                    <a:gd name="connsiteX3" fmla="*/ 1822318 w 4247432"/>
                    <a:gd name="connsiteY3" fmla="*/ 275790 h 2996098"/>
                    <a:gd name="connsiteX4" fmla="*/ 13867 w 4247432"/>
                    <a:gd name="connsiteY4" fmla="*/ 569202 h 2996098"/>
                    <a:gd name="connsiteX5" fmla="*/ 1102053 w 4247432"/>
                    <a:gd name="connsiteY5" fmla="*/ 2102675 h 2996098"/>
                    <a:gd name="connsiteX6" fmla="*/ 2117041 w 4247432"/>
                    <a:gd name="connsiteY6" fmla="*/ 2745420 h 2996098"/>
                    <a:gd name="connsiteX7" fmla="*/ 3301335 w 4247432"/>
                    <a:gd name="connsiteY7" fmla="*/ 2904699 h 2996098"/>
                    <a:gd name="connsiteX8" fmla="*/ 3782951 w 4247432"/>
                    <a:gd name="connsiteY8" fmla="*/ 1837724 h 29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47432" h="2996098">
                      <a:moveTo>
                        <a:pt x="3783028" y="1837724"/>
                      </a:moveTo>
                      <a:cubicBezTo>
                        <a:pt x="3926880" y="1403159"/>
                        <a:pt x="4410039" y="1278667"/>
                        <a:pt x="4191599" y="902338"/>
                      </a:cubicBezTo>
                      <a:cubicBezTo>
                        <a:pt x="4002856" y="577532"/>
                        <a:pt x="3343681" y="1506"/>
                        <a:pt x="2953081" y="41"/>
                      </a:cubicBezTo>
                      <a:cubicBezTo>
                        <a:pt x="2483575" y="-1733"/>
                        <a:pt x="2199342" y="53802"/>
                        <a:pt x="1822318" y="275790"/>
                      </a:cubicBezTo>
                      <a:cubicBezTo>
                        <a:pt x="1500752" y="465073"/>
                        <a:pt x="134888" y="201125"/>
                        <a:pt x="13867" y="569202"/>
                      </a:cubicBezTo>
                      <a:cubicBezTo>
                        <a:pt x="-130603" y="1008626"/>
                        <a:pt x="896726" y="1714158"/>
                        <a:pt x="1102053" y="2102675"/>
                      </a:cubicBezTo>
                      <a:cubicBezTo>
                        <a:pt x="1414672" y="2695824"/>
                        <a:pt x="1751896" y="2625171"/>
                        <a:pt x="2117041" y="2745420"/>
                      </a:cubicBezTo>
                      <a:cubicBezTo>
                        <a:pt x="2555309" y="2889658"/>
                        <a:pt x="2924002" y="3128075"/>
                        <a:pt x="3301335" y="2904699"/>
                      </a:cubicBezTo>
                      <a:cubicBezTo>
                        <a:pt x="3620201" y="2716033"/>
                        <a:pt x="3661930" y="2203256"/>
                        <a:pt x="3782951" y="183772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9" name="Freeform: Shape 38">
                  <a:extLst>
                    <a:ext uri="{FF2B5EF4-FFF2-40B4-BE49-F238E27FC236}">
                      <a16:creationId xmlns:a16="http://schemas.microsoft.com/office/drawing/2014/main" id="{8AA4B136-0DA2-7DE3-4061-A8B905E24449}"/>
                    </a:ext>
                  </a:extLst>
                </p:cNvPr>
                <p:cNvSpPr/>
                <p:nvPr/>
              </p:nvSpPr>
              <p:spPr>
                <a:xfrm>
                  <a:off x="3406170" y="2845727"/>
                  <a:ext cx="4334890" cy="3021757"/>
                </a:xfrm>
                <a:custGeom>
                  <a:avLst/>
                  <a:gdLst>
                    <a:gd name="connsiteX0" fmla="*/ 3772848 w 4334890"/>
                    <a:gd name="connsiteY0" fmla="*/ 1893214 h 3021757"/>
                    <a:gd name="connsiteX1" fmla="*/ 4288557 w 4334890"/>
                    <a:gd name="connsiteY1" fmla="*/ 936924 h 3021757"/>
                    <a:gd name="connsiteX2" fmla="*/ 2918837 w 4334890"/>
                    <a:gd name="connsiteY2" fmla="*/ 381 h 3021757"/>
                    <a:gd name="connsiteX3" fmla="*/ 1758762 w 4334890"/>
                    <a:gd name="connsiteY3" fmla="*/ 354188 h 3021757"/>
                    <a:gd name="connsiteX4" fmla="*/ 12172 w 4334890"/>
                    <a:gd name="connsiteY4" fmla="*/ 701207 h 3021757"/>
                    <a:gd name="connsiteX5" fmla="*/ 1071897 w 4334890"/>
                    <a:gd name="connsiteY5" fmla="*/ 2139267 h 3021757"/>
                    <a:gd name="connsiteX6" fmla="*/ 2093286 w 4334890"/>
                    <a:gd name="connsiteY6" fmla="*/ 2855443 h 3021757"/>
                    <a:gd name="connsiteX7" fmla="*/ 3227676 w 4334890"/>
                    <a:gd name="connsiteY7" fmla="*/ 2906427 h 3021757"/>
                    <a:gd name="connsiteX8" fmla="*/ 3772926 w 4334890"/>
                    <a:gd name="connsiteY8" fmla="*/ 1893060 h 302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4890" h="3021757">
                      <a:moveTo>
                        <a:pt x="3772848" y="1893214"/>
                      </a:moveTo>
                      <a:cubicBezTo>
                        <a:pt x="3905671" y="1468137"/>
                        <a:pt x="4503989" y="1307701"/>
                        <a:pt x="4288557" y="936924"/>
                      </a:cubicBezTo>
                      <a:cubicBezTo>
                        <a:pt x="4093411" y="601629"/>
                        <a:pt x="3315684" y="8094"/>
                        <a:pt x="2918837" y="381"/>
                      </a:cubicBezTo>
                      <a:cubicBezTo>
                        <a:pt x="2463446" y="-8412"/>
                        <a:pt x="2129770" y="135826"/>
                        <a:pt x="1758762" y="354188"/>
                      </a:cubicBezTo>
                      <a:cubicBezTo>
                        <a:pt x="1425935" y="550027"/>
                        <a:pt x="128642" y="324415"/>
                        <a:pt x="12172" y="701207"/>
                      </a:cubicBezTo>
                      <a:cubicBezTo>
                        <a:pt x="-120342" y="1129987"/>
                        <a:pt x="868421" y="1758386"/>
                        <a:pt x="1071897" y="2139267"/>
                      </a:cubicBezTo>
                      <a:cubicBezTo>
                        <a:pt x="1377265" y="2713288"/>
                        <a:pt x="1719270" y="2739667"/>
                        <a:pt x="2093286" y="2855443"/>
                      </a:cubicBezTo>
                      <a:cubicBezTo>
                        <a:pt x="2521218" y="2987957"/>
                        <a:pt x="2856591" y="3126024"/>
                        <a:pt x="3227676" y="2906427"/>
                      </a:cubicBezTo>
                      <a:cubicBezTo>
                        <a:pt x="3557340" y="2711514"/>
                        <a:pt x="3656147" y="2266690"/>
                        <a:pt x="3772926" y="1893060"/>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0" name="Freeform: Shape 39">
                  <a:extLst>
                    <a:ext uri="{FF2B5EF4-FFF2-40B4-BE49-F238E27FC236}">
                      <a16:creationId xmlns:a16="http://schemas.microsoft.com/office/drawing/2014/main" id="{CB228149-D097-E083-B87A-F0B52142A3EA}"/>
                    </a:ext>
                  </a:extLst>
                </p:cNvPr>
                <p:cNvSpPr/>
                <p:nvPr/>
              </p:nvSpPr>
              <p:spPr>
                <a:xfrm>
                  <a:off x="3466359" y="2795931"/>
                  <a:ext cx="4425026" cy="3063471"/>
                </a:xfrm>
                <a:custGeom>
                  <a:avLst/>
                  <a:gdLst>
                    <a:gd name="connsiteX0" fmla="*/ 3762949 w 4425026"/>
                    <a:gd name="connsiteY0" fmla="*/ 1948641 h 3063471"/>
                    <a:gd name="connsiteX1" fmla="*/ 4385718 w 4425026"/>
                    <a:gd name="connsiteY1" fmla="*/ 971448 h 3063471"/>
                    <a:gd name="connsiteX2" fmla="*/ 2884795 w 4425026"/>
                    <a:gd name="connsiteY2" fmla="*/ 735 h 3063471"/>
                    <a:gd name="connsiteX3" fmla="*/ 1695410 w 4425026"/>
                    <a:gd name="connsiteY3" fmla="*/ 432677 h 3063471"/>
                    <a:gd name="connsiteX4" fmla="*/ 10603 w 4425026"/>
                    <a:gd name="connsiteY4" fmla="*/ 833304 h 3063471"/>
                    <a:gd name="connsiteX5" fmla="*/ 1041789 w 4425026"/>
                    <a:gd name="connsiteY5" fmla="*/ 2175951 h 3063471"/>
                    <a:gd name="connsiteX6" fmla="*/ 2069581 w 4425026"/>
                    <a:gd name="connsiteY6" fmla="*/ 2965634 h 3063471"/>
                    <a:gd name="connsiteX7" fmla="*/ 3154065 w 4425026"/>
                    <a:gd name="connsiteY7" fmla="*/ 2908401 h 3063471"/>
                    <a:gd name="connsiteX8" fmla="*/ 3762949 w 4425026"/>
                    <a:gd name="connsiteY8" fmla="*/ 1948564 h 3063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5026" h="3063471">
                      <a:moveTo>
                        <a:pt x="3762949" y="1948641"/>
                      </a:moveTo>
                      <a:cubicBezTo>
                        <a:pt x="3885128" y="1533127"/>
                        <a:pt x="4598295" y="1336594"/>
                        <a:pt x="4385718" y="971448"/>
                      </a:cubicBezTo>
                      <a:cubicBezTo>
                        <a:pt x="4184094" y="625586"/>
                        <a:pt x="3287967" y="14927"/>
                        <a:pt x="2884795" y="735"/>
                      </a:cubicBezTo>
                      <a:cubicBezTo>
                        <a:pt x="2443596" y="-14769"/>
                        <a:pt x="2060325" y="217863"/>
                        <a:pt x="1695410" y="432677"/>
                      </a:cubicBezTo>
                      <a:cubicBezTo>
                        <a:pt x="1351399" y="635150"/>
                        <a:pt x="122214" y="447718"/>
                        <a:pt x="10603" y="833304"/>
                      </a:cubicBezTo>
                      <a:cubicBezTo>
                        <a:pt x="-110418" y="1251362"/>
                        <a:pt x="840318" y="1802706"/>
                        <a:pt x="1041789" y="2175951"/>
                      </a:cubicBezTo>
                      <a:cubicBezTo>
                        <a:pt x="1339983" y="2730842"/>
                        <a:pt x="1686617" y="2854485"/>
                        <a:pt x="2069581" y="2965634"/>
                      </a:cubicBezTo>
                      <a:cubicBezTo>
                        <a:pt x="2487022" y="3086809"/>
                        <a:pt x="2789228" y="3124141"/>
                        <a:pt x="3154065" y="2908401"/>
                      </a:cubicBezTo>
                      <a:cubicBezTo>
                        <a:pt x="3494528" y="2707240"/>
                        <a:pt x="3650644" y="2330524"/>
                        <a:pt x="3762949" y="194856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1" name="Freeform: Shape 40">
                  <a:extLst>
                    <a:ext uri="{FF2B5EF4-FFF2-40B4-BE49-F238E27FC236}">
                      <a16:creationId xmlns:a16="http://schemas.microsoft.com/office/drawing/2014/main" id="{6E28D2BC-A480-C6A5-37EF-8F155832D1A0}"/>
                    </a:ext>
                  </a:extLst>
                </p:cNvPr>
                <p:cNvSpPr/>
                <p:nvPr/>
              </p:nvSpPr>
              <p:spPr>
                <a:xfrm>
                  <a:off x="3526436" y="2746166"/>
                  <a:ext cx="4516838" cy="3129085"/>
                </a:xfrm>
                <a:custGeom>
                  <a:avLst/>
                  <a:gdLst>
                    <a:gd name="connsiteX0" fmla="*/ 3753086 w 4516838"/>
                    <a:gd name="connsiteY0" fmla="*/ 2004037 h 3129085"/>
                    <a:gd name="connsiteX1" fmla="*/ 4482992 w 4516838"/>
                    <a:gd name="connsiteY1" fmla="*/ 1005942 h 3129085"/>
                    <a:gd name="connsiteX2" fmla="*/ 2850866 w 4516838"/>
                    <a:gd name="connsiteY2" fmla="*/ 1059 h 3129085"/>
                    <a:gd name="connsiteX3" fmla="*/ 1632171 w 4516838"/>
                    <a:gd name="connsiteY3" fmla="*/ 511136 h 3129085"/>
                    <a:gd name="connsiteX4" fmla="*/ 9147 w 4516838"/>
                    <a:gd name="connsiteY4" fmla="*/ 965447 h 3129085"/>
                    <a:gd name="connsiteX5" fmla="*/ 1011871 w 4516838"/>
                    <a:gd name="connsiteY5" fmla="*/ 2212681 h 3129085"/>
                    <a:gd name="connsiteX6" fmla="*/ 2046065 w 4516838"/>
                    <a:gd name="connsiteY6" fmla="*/ 3075871 h 3129085"/>
                    <a:gd name="connsiteX7" fmla="*/ 3080644 w 4516838"/>
                    <a:gd name="connsiteY7" fmla="*/ 2910345 h 3129085"/>
                    <a:gd name="connsiteX8" fmla="*/ 3753163 w 4516838"/>
                    <a:gd name="connsiteY8" fmla="*/ 2004114 h 312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6838" h="3129085">
                      <a:moveTo>
                        <a:pt x="3753086" y="2004037"/>
                      </a:moveTo>
                      <a:cubicBezTo>
                        <a:pt x="3864928" y="1598166"/>
                        <a:pt x="4692561" y="1365534"/>
                        <a:pt x="4482992" y="1005942"/>
                      </a:cubicBezTo>
                      <a:cubicBezTo>
                        <a:pt x="4274888" y="649589"/>
                        <a:pt x="3260286" y="21962"/>
                        <a:pt x="2850866" y="1059"/>
                      </a:cubicBezTo>
                      <a:cubicBezTo>
                        <a:pt x="2423783" y="-20770"/>
                        <a:pt x="1990992" y="299870"/>
                        <a:pt x="1632171" y="511136"/>
                      </a:cubicBezTo>
                      <a:cubicBezTo>
                        <a:pt x="1276976" y="720166"/>
                        <a:pt x="115667" y="570837"/>
                        <a:pt x="9147" y="965447"/>
                      </a:cubicBezTo>
                      <a:cubicBezTo>
                        <a:pt x="-100767" y="1372553"/>
                        <a:pt x="812252" y="1847149"/>
                        <a:pt x="1011871" y="2212681"/>
                      </a:cubicBezTo>
                      <a:cubicBezTo>
                        <a:pt x="1302892" y="2748444"/>
                        <a:pt x="1654000" y="2969583"/>
                        <a:pt x="2046065" y="3075871"/>
                      </a:cubicBezTo>
                      <a:cubicBezTo>
                        <a:pt x="2452939" y="3186094"/>
                        <a:pt x="2721978" y="3122305"/>
                        <a:pt x="3080644" y="2910345"/>
                      </a:cubicBezTo>
                      <a:cubicBezTo>
                        <a:pt x="3431906" y="2702935"/>
                        <a:pt x="3645563" y="2394405"/>
                        <a:pt x="3753163" y="200411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2" name="Freeform: Shape 41">
                  <a:extLst>
                    <a:ext uri="{FF2B5EF4-FFF2-40B4-BE49-F238E27FC236}">
                      <a16:creationId xmlns:a16="http://schemas.microsoft.com/office/drawing/2014/main" id="{6CFE671F-C2B3-3195-66B1-975BB2F0B23E}"/>
                    </a:ext>
                  </a:extLst>
                </p:cNvPr>
                <p:cNvSpPr/>
                <p:nvPr/>
              </p:nvSpPr>
              <p:spPr>
                <a:xfrm>
                  <a:off x="3586413" y="2696421"/>
                  <a:ext cx="4609879" cy="3215724"/>
                </a:xfrm>
                <a:custGeom>
                  <a:avLst/>
                  <a:gdLst>
                    <a:gd name="connsiteX0" fmla="*/ 3743322 w 4609879"/>
                    <a:gd name="connsiteY0" fmla="*/ 2059413 h 3215724"/>
                    <a:gd name="connsiteX1" fmla="*/ 4580365 w 4609879"/>
                    <a:gd name="connsiteY1" fmla="*/ 1040414 h 3215724"/>
                    <a:gd name="connsiteX2" fmla="*/ 2817037 w 4609879"/>
                    <a:gd name="connsiteY2" fmla="*/ 1361 h 3215724"/>
                    <a:gd name="connsiteX3" fmla="*/ 1568955 w 4609879"/>
                    <a:gd name="connsiteY3" fmla="*/ 589575 h 3215724"/>
                    <a:gd name="connsiteX4" fmla="*/ 7791 w 4609879"/>
                    <a:gd name="connsiteY4" fmla="*/ 1097493 h 3215724"/>
                    <a:gd name="connsiteX5" fmla="*/ 981976 w 4609879"/>
                    <a:gd name="connsiteY5" fmla="*/ 2249313 h 3215724"/>
                    <a:gd name="connsiteX6" fmla="*/ 2022571 w 4609879"/>
                    <a:gd name="connsiteY6" fmla="*/ 3185934 h 3215724"/>
                    <a:gd name="connsiteX7" fmla="*/ 3007169 w 4609879"/>
                    <a:gd name="connsiteY7" fmla="*/ 2912190 h 3215724"/>
                    <a:gd name="connsiteX8" fmla="*/ 3743322 w 4609879"/>
                    <a:gd name="connsiteY8" fmla="*/ 2059567 h 321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9879" h="3215724">
                      <a:moveTo>
                        <a:pt x="3743322" y="2059413"/>
                      </a:moveTo>
                      <a:cubicBezTo>
                        <a:pt x="3845138" y="1663337"/>
                        <a:pt x="4786926" y="1394376"/>
                        <a:pt x="4580365" y="1040414"/>
                      </a:cubicBezTo>
                      <a:cubicBezTo>
                        <a:pt x="4365783" y="673495"/>
                        <a:pt x="3232782" y="29284"/>
                        <a:pt x="2817037" y="1361"/>
                      </a:cubicBezTo>
                      <a:cubicBezTo>
                        <a:pt x="2401292" y="-26560"/>
                        <a:pt x="1921836" y="381934"/>
                        <a:pt x="1568955" y="589575"/>
                      </a:cubicBezTo>
                      <a:cubicBezTo>
                        <a:pt x="1202498" y="805237"/>
                        <a:pt x="108757" y="693858"/>
                        <a:pt x="7791" y="1097493"/>
                      </a:cubicBezTo>
                      <a:cubicBezTo>
                        <a:pt x="-91324" y="1493568"/>
                        <a:pt x="784362" y="1891418"/>
                        <a:pt x="981976" y="2249313"/>
                      </a:cubicBezTo>
                      <a:cubicBezTo>
                        <a:pt x="1265746" y="2765947"/>
                        <a:pt x="1621328" y="3084968"/>
                        <a:pt x="2022571" y="3185934"/>
                      </a:cubicBezTo>
                      <a:cubicBezTo>
                        <a:pt x="2418724" y="3285589"/>
                        <a:pt x="2654827" y="3120217"/>
                        <a:pt x="3007169" y="2912190"/>
                      </a:cubicBezTo>
                      <a:cubicBezTo>
                        <a:pt x="3369229" y="2698533"/>
                        <a:pt x="3640813" y="2458265"/>
                        <a:pt x="3743322" y="2059567"/>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3" name="Freeform: Shape 42">
                  <a:extLst>
                    <a:ext uri="{FF2B5EF4-FFF2-40B4-BE49-F238E27FC236}">
                      <a16:creationId xmlns:a16="http://schemas.microsoft.com/office/drawing/2014/main" id="{F908C96E-ADA2-3C4E-E4B6-DBAB8E2EA2BF}"/>
                    </a:ext>
                  </a:extLst>
                </p:cNvPr>
                <p:cNvSpPr/>
                <p:nvPr/>
              </p:nvSpPr>
              <p:spPr>
                <a:xfrm>
                  <a:off x="3646345" y="2646648"/>
                  <a:ext cx="4703818" cy="3313713"/>
                </a:xfrm>
                <a:custGeom>
                  <a:avLst/>
                  <a:gdLst>
                    <a:gd name="connsiteX0" fmla="*/ 3733681 w 4703818"/>
                    <a:gd name="connsiteY0" fmla="*/ 2114893 h 3313713"/>
                    <a:gd name="connsiteX1" fmla="*/ 4677784 w 4703818"/>
                    <a:gd name="connsiteY1" fmla="*/ 1074915 h 3313713"/>
                    <a:gd name="connsiteX2" fmla="*/ 2783330 w 4703818"/>
                    <a:gd name="connsiteY2" fmla="*/ 1615 h 3313713"/>
                    <a:gd name="connsiteX3" fmla="*/ 1505937 w 4703818"/>
                    <a:gd name="connsiteY3" fmla="*/ 667886 h 3313713"/>
                    <a:gd name="connsiteX4" fmla="*/ 6557 w 4703818"/>
                    <a:gd name="connsiteY4" fmla="*/ 1229411 h 3313713"/>
                    <a:gd name="connsiteX5" fmla="*/ 952280 w 4703818"/>
                    <a:gd name="connsiteY5" fmla="*/ 2285819 h 3313713"/>
                    <a:gd name="connsiteX6" fmla="*/ 1999200 w 4703818"/>
                    <a:gd name="connsiteY6" fmla="*/ 3295947 h 3313713"/>
                    <a:gd name="connsiteX7" fmla="*/ 2933893 w 4703818"/>
                    <a:gd name="connsiteY7" fmla="*/ 2913910 h 3313713"/>
                    <a:gd name="connsiteX8" fmla="*/ 3733681 w 4703818"/>
                    <a:gd name="connsiteY8" fmla="*/ 2114816 h 331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3818" h="3313713">
                      <a:moveTo>
                        <a:pt x="3733681" y="2114893"/>
                      </a:moveTo>
                      <a:cubicBezTo>
                        <a:pt x="3825777" y="1728690"/>
                        <a:pt x="4881491" y="1423323"/>
                        <a:pt x="4677784" y="1074915"/>
                      </a:cubicBezTo>
                      <a:cubicBezTo>
                        <a:pt x="4456722" y="697428"/>
                        <a:pt x="3205245" y="37019"/>
                        <a:pt x="2783330" y="1615"/>
                      </a:cubicBezTo>
                      <a:cubicBezTo>
                        <a:pt x="2384478" y="-31860"/>
                        <a:pt x="1852725" y="463871"/>
                        <a:pt x="1505937" y="667886"/>
                      </a:cubicBezTo>
                      <a:cubicBezTo>
                        <a:pt x="1128296" y="890105"/>
                        <a:pt x="101738" y="816675"/>
                        <a:pt x="6557" y="1229411"/>
                      </a:cubicBezTo>
                      <a:cubicBezTo>
                        <a:pt x="-82223" y="1614457"/>
                        <a:pt x="756517" y="1935560"/>
                        <a:pt x="952280" y="2285819"/>
                      </a:cubicBezTo>
                      <a:cubicBezTo>
                        <a:pt x="1228877" y="2783324"/>
                        <a:pt x="1588778" y="3200611"/>
                        <a:pt x="1999200" y="3295947"/>
                      </a:cubicBezTo>
                      <a:cubicBezTo>
                        <a:pt x="2384478" y="3385421"/>
                        <a:pt x="2587799" y="3118157"/>
                        <a:pt x="2933893" y="2913910"/>
                      </a:cubicBezTo>
                      <a:cubicBezTo>
                        <a:pt x="3306752" y="2694082"/>
                        <a:pt x="3636494" y="2522076"/>
                        <a:pt x="3733681" y="2114816"/>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4" name="Freeform: Shape 43">
                  <a:extLst>
                    <a:ext uri="{FF2B5EF4-FFF2-40B4-BE49-F238E27FC236}">
                      <a16:creationId xmlns:a16="http://schemas.microsoft.com/office/drawing/2014/main" id="{4E996B0F-C155-0901-9C2A-2D5F50048C29}"/>
                    </a:ext>
                  </a:extLst>
                </p:cNvPr>
                <p:cNvSpPr/>
                <p:nvPr/>
              </p:nvSpPr>
              <p:spPr>
                <a:xfrm>
                  <a:off x="3706188" y="2596973"/>
                  <a:ext cx="4798420" cy="3416920"/>
                </a:xfrm>
                <a:custGeom>
                  <a:avLst/>
                  <a:gdLst>
                    <a:gd name="connsiteX0" fmla="*/ 3724051 w 4798420"/>
                    <a:gd name="connsiteY0" fmla="*/ 2170199 h 3416920"/>
                    <a:gd name="connsiteX1" fmla="*/ 4775292 w 4798420"/>
                    <a:gd name="connsiteY1" fmla="*/ 1109318 h 3416920"/>
                    <a:gd name="connsiteX2" fmla="*/ 2749635 w 4798420"/>
                    <a:gd name="connsiteY2" fmla="*/ 1848 h 3416920"/>
                    <a:gd name="connsiteX3" fmla="*/ 1442932 w 4798420"/>
                    <a:gd name="connsiteY3" fmla="*/ 746255 h 3416920"/>
                    <a:gd name="connsiteX4" fmla="*/ 5412 w 4798420"/>
                    <a:gd name="connsiteY4" fmla="*/ 1361387 h 3416920"/>
                    <a:gd name="connsiteX5" fmla="*/ 922596 w 4798420"/>
                    <a:gd name="connsiteY5" fmla="*/ 2322304 h 3416920"/>
                    <a:gd name="connsiteX6" fmla="*/ 1975918 w 4798420"/>
                    <a:gd name="connsiteY6" fmla="*/ 3405863 h 3416920"/>
                    <a:gd name="connsiteX7" fmla="*/ 2860706 w 4798420"/>
                    <a:gd name="connsiteY7" fmla="*/ 2915608 h 3416920"/>
                    <a:gd name="connsiteX8" fmla="*/ 3724129 w 4798420"/>
                    <a:gd name="connsiteY8" fmla="*/ 2170122 h 341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420" h="3416920">
                      <a:moveTo>
                        <a:pt x="3724051" y="2170199"/>
                      </a:moveTo>
                      <a:cubicBezTo>
                        <a:pt x="3806815" y="1793946"/>
                        <a:pt x="4975991" y="1452172"/>
                        <a:pt x="4775292" y="1109318"/>
                      </a:cubicBezTo>
                      <a:cubicBezTo>
                        <a:pt x="4547751" y="721341"/>
                        <a:pt x="3177798" y="45042"/>
                        <a:pt x="2749635" y="1848"/>
                      </a:cubicBezTo>
                      <a:cubicBezTo>
                        <a:pt x="2364821" y="-36950"/>
                        <a:pt x="1783627" y="545787"/>
                        <a:pt x="1442932" y="746255"/>
                      </a:cubicBezTo>
                      <a:cubicBezTo>
                        <a:pt x="1054030" y="975107"/>
                        <a:pt x="94192" y="939472"/>
                        <a:pt x="5412" y="1361387"/>
                      </a:cubicBezTo>
                      <a:cubicBezTo>
                        <a:pt x="-73263" y="1735248"/>
                        <a:pt x="728761" y="1979759"/>
                        <a:pt x="922596" y="2322304"/>
                      </a:cubicBezTo>
                      <a:cubicBezTo>
                        <a:pt x="1191943" y="2800681"/>
                        <a:pt x="1556163" y="3316697"/>
                        <a:pt x="1975918" y="3405863"/>
                      </a:cubicBezTo>
                      <a:cubicBezTo>
                        <a:pt x="2350320" y="3485463"/>
                        <a:pt x="2520860" y="3115999"/>
                        <a:pt x="2860706" y="2915608"/>
                      </a:cubicBezTo>
                      <a:cubicBezTo>
                        <a:pt x="3244364" y="2689532"/>
                        <a:pt x="3632649" y="2585944"/>
                        <a:pt x="3724129" y="2170122"/>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5" name="Freeform: Shape 44">
                  <a:extLst>
                    <a:ext uri="{FF2B5EF4-FFF2-40B4-BE49-F238E27FC236}">
                      <a16:creationId xmlns:a16="http://schemas.microsoft.com/office/drawing/2014/main" id="{5A24FF35-5478-8C92-23BA-D9B4A885FEA2}"/>
                    </a:ext>
                  </a:extLst>
                </p:cNvPr>
                <p:cNvSpPr/>
                <p:nvPr/>
              </p:nvSpPr>
              <p:spPr>
                <a:xfrm>
                  <a:off x="3765757" y="2547325"/>
                  <a:ext cx="4893698" cy="3522930"/>
                </a:xfrm>
                <a:custGeom>
                  <a:avLst/>
                  <a:gdLst>
                    <a:gd name="connsiteX0" fmla="*/ 3714695 w 4893698"/>
                    <a:gd name="connsiteY0" fmla="*/ 2225478 h 3522930"/>
                    <a:gd name="connsiteX1" fmla="*/ 4872995 w 4893698"/>
                    <a:gd name="connsiteY1" fmla="*/ 1143693 h 3522930"/>
                    <a:gd name="connsiteX2" fmla="*/ 2716137 w 4893698"/>
                    <a:gd name="connsiteY2" fmla="*/ 2054 h 3522930"/>
                    <a:gd name="connsiteX3" fmla="*/ 1380123 w 4893698"/>
                    <a:gd name="connsiteY3" fmla="*/ 824596 h 3522930"/>
                    <a:gd name="connsiteX4" fmla="*/ 4386 w 4893698"/>
                    <a:gd name="connsiteY4" fmla="*/ 1493335 h 3522930"/>
                    <a:gd name="connsiteX5" fmla="*/ 893031 w 4893698"/>
                    <a:gd name="connsiteY5" fmla="*/ 2358840 h 3522930"/>
                    <a:gd name="connsiteX6" fmla="*/ 1952756 w 4893698"/>
                    <a:gd name="connsiteY6" fmla="*/ 3515905 h 3522930"/>
                    <a:gd name="connsiteX7" fmla="*/ 2787562 w 4893698"/>
                    <a:gd name="connsiteY7" fmla="*/ 2917357 h 3522930"/>
                    <a:gd name="connsiteX8" fmla="*/ 3714541 w 4893698"/>
                    <a:gd name="connsiteY8" fmla="*/ 2225478 h 352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698" h="3522930">
                      <a:moveTo>
                        <a:pt x="3714695" y="2225478"/>
                      </a:moveTo>
                      <a:cubicBezTo>
                        <a:pt x="3788357" y="1859175"/>
                        <a:pt x="5070764" y="1480917"/>
                        <a:pt x="4872995" y="1143693"/>
                      </a:cubicBezTo>
                      <a:cubicBezTo>
                        <a:pt x="4639053" y="745149"/>
                        <a:pt x="3150470" y="53347"/>
                        <a:pt x="2716137" y="2054"/>
                      </a:cubicBezTo>
                      <a:cubicBezTo>
                        <a:pt x="2345360" y="-41757"/>
                        <a:pt x="1714801" y="627676"/>
                        <a:pt x="1380123" y="824596"/>
                      </a:cubicBezTo>
                      <a:cubicBezTo>
                        <a:pt x="980036" y="1060081"/>
                        <a:pt x="86455" y="1062164"/>
                        <a:pt x="4386" y="1493335"/>
                      </a:cubicBezTo>
                      <a:cubicBezTo>
                        <a:pt x="-64647" y="1856012"/>
                        <a:pt x="701202" y="2023930"/>
                        <a:pt x="893031" y="2358840"/>
                      </a:cubicBezTo>
                      <a:cubicBezTo>
                        <a:pt x="1155205" y="2818087"/>
                        <a:pt x="1523590" y="3433219"/>
                        <a:pt x="1952756" y="3515905"/>
                      </a:cubicBezTo>
                      <a:cubicBezTo>
                        <a:pt x="2316282" y="3585942"/>
                        <a:pt x="2454040" y="3113968"/>
                        <a:pt x="2787562" y="2917357"/>
                      </a:cubicBezTo>
                      <a:cubicBezTo>
                        <a:pt x="3182018" y="2685033"/>
                        <a:pt x="3629232" y="2649938"/>
                        <a:pt x="3714541" y="2225478"/>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6" name="Freeform: Shape 45">
                  <a:extLst>
                    <a:ext uri="{FF2B5EF4-FFF2-40B4-BE49-F238E27FC236}">
                      <a16:creationId xmlns:a16="http://schemas.microsoft.com/office/drawing/2014/main" id="{0347D98B-000A-B3AE-6F20-7C22BD25C631}"/>
                    </a:ext>
                  </a:extLst>
                </p:cNvPr>
                <p:cNvSpPr/>
                <p:nvPr/>
              </p:nvSpPr>
              <p:spPr>
                <a:xfrm>
                  <a:off x="3825389" y="2497697"/>
                  <a:ext cx="4989429" cy="3630406"/>
                </a:xfrm>
                <a:custGeom>
                  <a:avLst/>
                  <a:gdLst>
                    <a:gd name="connsiteX0" fmla="*/ 3705354 w 4989429"/>
                    <a:gd name="connsiteY0" fmla="*/ 2280737 h 3630406"/>
                    <a:gd name="connsiteX1" fmla="*/ 4970792 w 4989429"/>
                    <a:gd name="connsiteY1" fmla="*/ 1178049 h 3630406"/>
                    <a:gd name="connsiteX2" fmla="*/ 2682730 w 4989429"/>
                    <a:gd name="connsiteY2" fmla="*/ 2241 h 3630406"/>
                    <a:gd name="connsiteX3" fmla="*/ 1317406 w 4989429"/>
                    <a:gd name="connsiteY3" fmla="*/ 902918 h 3630406"/>
                    <a:gd name="connsiteX4" fmla="*/ 3453 w 4989429"/>
                    <a:gd name="connsiteY4" fmla="*/ 1625341 h 3630406"/>
                    <a:gd name="connsiteX5" fmla="*/ 863635 w 4989429"/>
                    <a:gd name="connsiteY5" fmla="*/ 2395433 h 3630406"/>
                    <a:gd name="connsiteX6" fmla="*/ 1929762 w 4989429"/>
                    <a:gd name="connsiteY6" fmla="*/ 3625929 h 3630406"/>
                    <a:gd name="connsiteX7" fmla="*/ 2714663 w 4989429"/>
                    <a:gd name="connsiteY7" fmla="*/ 2919163 h 3630406"/>
                    <a:gd name="connsiteX8" fmla="*/ 3705277 w 4989429"/>
                    <a:gd name="connsiteY8" fmla="*/ 2280814 h 363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9429" h="3630406">
                      <a:moveTo>
                        <a:pt x="3705354" y="2280737"/>
                      </a:moveTo>
                      <a:cubicBezTo>
                        <a:pt x="3770145" y="1924384"/>
                        <a:pt x="5165629" y="1509720"/>
                        <a:pt x="4970792" y="1178049"/>
                      </a:cubicBezTo>
                      <a:cubicBezTo>
                        <a:pt x="4730370" y="769015"/>
                        <a:pt x="3123080" y="62173"/>
                        <a:pt x="2682730" y="2241"/>
                      </a:cubicBezTo>
                      <a:cubicBezTo>
                        <a:pt x="2325838" y="-46353"/>
                        <a:pt x="1645991" y="709546"/>
                        <a:pt x="1317406" y="902918"/>
                      </a:cubicBezTo>
                      <a:cubicBezTo>
                        <a:pt x="906058" y="1144960"/>
                        <a:pt x="78271" y="1184760"/>
                        <a:pt x="3453" y="1625341"/>
                      </a:cubicBezTo>
                      <a:cubicBezTo>
                        <a:pt x="-56171" y="1976757"/>
                        <a:pt x="673658" y="2068236"/>
                        <a:pt x="863635" y="2395433"/>
                      </a:cubicBezTo>
                      <a:cubicBezTo>
                        <a:pt x="1118636" y="2835628"/>
                        <a:pt x="1491186" y="3550339"/>
                        <a:pt x="1929762" y="3625929"/>
                      </a:cubicBezTo>
                      <a:cubicBezTo>
                        <a:pt x="2282335" y="3686709"/>
                        <a:pt x="2387313" y="3111917"/>
                        <a:pt x="2714663" y="2919163"/>
                      </a:cubicBezTo>
                      <a:cubicBezTo>
                        <a:pt x="3119918" y="2680592"/>
                        <a:pt x="3626525" y="2714067"/>
                        <a:pt x="3705277" y="228081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7" name="Freeform: Shape 46">
                  <a:extLst>
                    <a:ext uri="{FF2B5EF4-FFF2-40B4-BE49-F238E27FC236}">
                      <a16:creationId xmlns:a16="http://schemas.microsoft.com/office/drawing/2014/main" id="{C9DBD2BA-96D4-4644-E7F2-9C635A02F1C2}"/>
                    </a:ext>
                  </a:extLst>
                </p:cNvPr>
                <p:cNvSpPr/>
                <p:nvPr/>
              </p:nvSpPr>
              <p:spPr>
                <a:xfrm>
                  <a:off x="3884910" y="2448010"/>
                  <a:ext cx="5085470" cy="3738674"/>
                </a:xfrm>
                <a:custGeom>
                  <a:avLst/>
                  <a:gdLst>
                    <a:gd name="connsiteX0" fmla="*/ 5068621 w 5085470"/>
                    <a:gd name="connsiteY0" fmla="*/ 1212464 h 3738674"/>
                    <a:gd name="connsiteX1" fmla="*/ 2649357 w 5085470"/>
                    <a:gd name="connsiteY1" fmla="*/ 2408 h 3738674"/>
                    <a:gd name="connsiteX2" fmla="*/ 1254723 w 5085470"/>
                    <a:gd name="connsiteY2" fmla="*/ 981143 h 3738674"/>
                    <a:gd name="connsiteX3" fmla="*/ 2629 w 5085470"/>
                    <a:gd name="connsiteY3" fmla="*/ 1757174 h 3738674"/>
                    <a:gd name="connsiteX4" fmla="*/ 834273 w 5085470"/>
                    <a:gd name="connsiteY4" fmla="*/ 2431853 h 3738674"/>
                    <a:gd name="connsiteX5" fmla="*/ 1906801 w 5085470"/>
                    <a:gd name="connsiteY5" fmla="*/ 3735856 h 3738674"/>
                    <a:gd name="connsiteX6" fmla="*/ 2641798 w 5085470"/>
                    <a:gd name="connsiteY6" fmla="*/ 2920796 h 3738674"/>
                    <a:gd name="connsiteX7" fmla="*/ 3696046 w 5085470"/>
                    <a:gd name="connsiteY7" fmla="*/ 2336054 h 3738674"/>
                    <a:gd name="connsiteX8" fmla="*/ 5068621 w 5085470"/>
                    <a:gd name="connsiteY8" fmla="*/ 1212464 h 373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5470" h="3738674">
                      <a:moveTo>
                        <a:pt x="5068621" y="1212464"/>
                      </a:moveTo>
                      <a:cubicBezTo>
                        <a:pt x="4821720" y="792863"/>
                        <a:pt x="3095646" y="71519"/>
                        <a:pt x="2649357" y="2408"/>
                      </a:cubicBezTo>
                      <a:cubicBezTo>
                        <a:pt x="2306348" y="-50736"/>
                        <a:pt x="1577214" y="791397"/>
                        <a:pt x="1254723" y="981143"/>
                      </a:cubicBezTo>
                      <a:cubicBezTo>
                        <a:pt x="832190" y="1229819"/>
                        <a:pt x="69503" y="1307260"/>
                        <a:pt x="2629" y="1757174"/>
                      </a:cubicBezTo>
                      <a:cubicBezTo>
                        <a:pt x="-47970" y="2097406"/>
                        <a:pt x="646301" y="2112292"/>
                        <a:pt x="834273" y="2431853"/>
                      </a:cubicBezTo>
                      <a:cubicBezTo>
                        <a:pt x="1082023" y="2852919"/>
                        <a:pt x="1458738" y="3667825"/>
                        <a:pt x="1906801" y="3735856"/>
                      </a:cubicBezTo>
                      <a:cubicBezTo>
                        <a:pt x="2248499" y="3787689"/>
                        <a:pt x="2320695" y="3109771"/>
                        <a:pt x="2641798" y="2920796"/>
                      </a:cubicBezTo>
                      <a:cubicBezTo>
                        <a:pt x="3057851" y="2675977"/>
                        <a:pt x="3624313" y="2778024"/>
                        <a:pt x="3696046" y="2336054"/>
                      </a:cubicBezTo>
                      <a:cubicBezTo>
                        <a:pt x="3752276" y="1989652"/>
                        <a:pt x="5260450" y="1538503"/>
                        <a:pt x="5068621" y="121246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3" name="Graphic 5">
                <a:extLst>
                  <a:ext uri="{FF2B5EF4-FFF2-40B4-BE49-F238E27FC236}">
                    <a16:creationId xmlns:a16="http://schemas.microsoft.com/office/drawing/2014/main" id="{54ABF9A0-5BBB-3CED-41A4-AC7FAC81E43E}"/>
                  </a:ext>
                </a:extLst>
              </p:cNvPr>
              <p:cNvGrpSpPr/>
              <p:nvPr/>
            </p:nvGrpSpPr>
            <p:grpSpPr>
              <a:xfrm rot="753948">
                <a:off x="-682780" y="-299489"/>
                <a:ext cx="5854605" cy="7484643"/>
                <a:chOff x="4061078" y="1549502"/>
                <a:chExt cx="3873961" cy="4952549"/>
              </a:xfrm>
              <a:noFill/>
            </p:grpSpPr>
            <p:sp>
              <p:nvSpPr>
                <p:cNvPr id="24" name="Freeform: Shape 23">
                  <a:extLst>
                    <a:ext uri="{FF2B5EF4-FFF2-40B4-BE49-F238E27FC236}">
                      <a16:creationId xmlns:a16="http://schemas.microsoft.com/office/drawing/2014/main" id="{191FD8CE-A862-5844-75D1-7C948C0F27E4}"/>
                    </a:ext>
                  </a:extLst>
                </p:cNvPr>
                <p:cNvSpPr/>
                <p:nvPr/>
              </p:nvSpPr>
              <p:spPr>
                <a:xfrm>
                  <a:off x="4475868" y="1549502"/>
                  <a:ext cx="3007008" cy="4952549"/>
                </a:xfrm>
                <a:custGeom>
                  <a:avLst/>
                  <a:gdLst>
                    <a:gd name="connsiteX0" fmla="*/ 2976817 w 3007008"/>
                    <a:gd name="connsiteY0" fmla="*/ 2669180 h 4952549"/>
                    <a:gd name="connsiteX1" fmla="*/ 2432801 w 3007008"/>
                    <a:gd name="connsiteY1" fmla="*/ 1308330 h 4952549"/>
                    <a:gd name="connsiteX2" fmla="*/ 1795840 w 3007008"/>
                    <a:gd name="connsiteY2" fmla="*/ 7 h 4952549"/>
                    <a:gd name="connsiteX3" fmla="*/ 437072 w 3007008"/>
                    <a:gd name="connsiteY3" fmla="*/ 1607682 h 4952549"/>
                    <a:gd name="connsiteX4" fmla="*/ 310112 w 3007008"/>
                    <a:gd name="connsiteY4" fmla="*/ 2718545 h 4952549"/>
                    <a:gd name="connsiteX5" fmla="*/ 413007 w 3007008"/>
                    <a:gd name="connsiteY5" fmla="*/ 3875302 h 4952549"/>
                    <a:gd name="connsiteX6" fmla="*/ 1776248 w 3007008"/>
                    <a:gd name="connsiteY6" fmla="*/ 4952536 h 4952549"/>
                    <a:gd name="connsiteX7" fmla="*/ 2522815 w 3007008"/>
                    <a:gd name="connsiteY7" fmla="*/ 3870057 h 4952549"/>
                    <a:gd name="connsiteX8" fmla="*/ 2976817 w 3007008"/>
                    <a:gd name="connsiteY8" fmla="*/ 2669180 h 4952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7008" h="4952549">
                      <a:moveTo>
                        <a:pt x="2976817" y="2669180"/>
                      </a:moveTo>
                      <a:cubicBezTo>
                        <a:pt x="2795478" y="2205613"/>
                        <a:pt x="2780206" y="1596883"/>
                        <a:pt x="2432801" y="1308330"/>
                      </a:cubicBezTo>
                      <a:cubicBezTo>
                        <a:pt x="2165768" y="1086497"/>
                        <a:pt x="2170087" y="2861"/>
                        <a:pt x="1795840" y="7"/>
                      </a:cubicBezTo>
                      <a:cubicBezTo>
                        <a:pt x="1305585" y="-3772"/>
                        <a:pt x="857599" y="1434442"/>
                        <a:pt x="437072" y="1607682"/>
                      </a:cubicBezTo>
                      <a:cubicBezTo>
                        <a:pt x="-439463" y="1968739"/>
                        <a:pt x="265838" y="2328563"/>
                        <a:pt x="310112" y="2718545"/>
                      </a:cubicBezTo>
                      <a:cubicBezTo>
                        <a:pt x="365185" y="3203940"/>
                        <a:pt x="63519" y="3586749"/>
                        <a:pt x="413007" y="3875302"/>
                      </a:cubicBezTo>
                      <a:cubicBezTo>
                        <a:pt x="679500" y="4095361"/>
                        <a:pt x="1403775" y="4949682"/>
                        <a:pt x="1776248" y="4952536"/>
                      </a:cubicBezTo>
                      <a:cubicBezTo>
                        <a:pt x="2258944" y="4956238"/>
                        <a:pt x="2234184" y="4212294"/>
                        <a:pt x="2522815" y="3870057"/>
                      </a:cubicBezTo>
                      <a:cubicBezTo>
                        <a:pt x="2749045" y="3601790"/>
                        <a:pt x="3114576" y="3021444"/>
                        <a:pt x="2976817" y="2669180"/>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5" name="Freeform: Shape 24">
                  <a:extLst>
                    <a:ext uri="{FF2B5EF4-FFF2-40B4-BE49-F238E27FC236}">
                      <a16:creationId xmlns:a16="http://schemas.microsoft.com/office/drawing/2014/main" id="{D5D478CA-14E2-0B97-73F9-36D9B8823D4F}"/>
                    </a:ext>
                  </a:extLst>
                </p:cNvPr>
                <p:cNvSpPr/>
                <p:nvPr/>
              </p:nvSpPr>
              <p:spPr>
                <a:xfrm>
                  <a:off x="4482456" y="1627788"/>
                  <a:ext cx="3018571" cy="4778052"/>
                </a:xfrm>
                <a:custGeom>
                  <a:avLst/>
                  <a:gdLst>
                    <a:gd name="connsiteX0" fmla="*/ 1752691 w 3018571"/>
                    <a:gd name="connsiteY0" fmla="*/ 4776677 h 4778052"/>
                    <a:gd name="connsiteX1" fmla="*/ 2591277 w 3018571"/>
                    <a:gd name="connsiteY1" fmla="*/ 3811826 h 4778052"/>
                    <a:gd name="connsiteX2" fmla="*/ 2984730 w 3018571"/>
                    <a:gd name="connsiteY2" fmla="*/ 2584107 h 4778052"/>
                    <a:gd name="connsiteX3" fmla="*/ 2466168 w 3018571"/>
                    <a:gd name="connsiteY3" fmla="*/ 1202817 h 4778052"/>
                    <a:gd name="connsiteX4" fmla="*/ 1720373 w 3018571"/>
                    <a:gd name="connsiteY4" fmla="*/ 11 h 4778052"/>
                    <a:gd name="connsiteX5" fmla="*/ 440974 w 3018571"/>
                    <a:gd name="connsiteY5" fmla="*/ 1547522 h 4778052"/>
                    <a:gd name="connsiteX6" fmla="*/ 238116 w 3018571"/>
                    <a:gd name="connsiteY6" fmla="*/ 2690858 h 4778052"/>
                    <a:gd name="connsiteX7" fmla="*/ 359985 w 3018571"/>
                    <a:gd name="connsiteY7" fmla="*/ 3853863 h 4778052"/>
                    <a:gd name="connsiteX8" fmla="*/ 1752691 w 3018571"/>
                    <a:gd name="connsiteY8" fmla="*/ 4776754 h 477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8571" h="4778052">
                      <a:moveTo>
                        <a:pt x="1752691" y="4776677"/>
                      </a:moveTo>
                      <a:cubicBezTo>
                        <a:pt x="2216181" y="4812235"/>
                        <a:pt x="2306966" y="4149435"/>
                        <a:pt x="2591277" y="3811826"/>
                      </a:cubicBezTo>
                      <a:cubicBezTo>
                        <a:pt x="2825220" y="3533917"/>
                        <a:pt x="3119172" y="2944162"/>
                        <a:pt x="2984730" y="2584107"/>
                      </a:cubicBezTo>
                      <a:cubicBezTo>
                        <a:pt x="2815579" y="2131107"/>
                        <a:pt x="2808174" y="1486896"/>
                        <a:pt x="2466168" y="1202817"/>
                      </a:cubicBezTo>
                      <a:cubicBezTo>
                        <a:pt x="2189185" y="972730"/>
                        <a:pt x="2101099" y="-3845"/>
                        <a:pt x="1720373" y="11"/>
                      </a:cubicBezTo>
                      <a:cubicBezTo>
                        <a:pt x="1244079" y="4794"/>
                        <a:pt x="830648" y="1354614"/>
                        <a:pt x="440974" y="1547522"/>
                      </a:cubicBezTo>
                      <a:cubicBezTo>
                        <a:pt x="-382030" y="1955091"/>
                        <a:pt x="190216" y="2298408"/>
                        <a:pt x="238116" y="2690858"/>
                      </a:cubicBezTo>
                      <a:cubicBezTo>
                        <a:pt x="294422" y="3162909"/>
                        <a:pt x="16205" y="3569861"/>
                        <a:pt x="359985" y="3853863"/>
                      </a:cubicBezTo>
                      <a:cubicBezTo>
                        <a:pt x="635965" y="4081944"/>
                        <a:pt x="1362169" y="4746827"/>
                        <a:pt x="1752691" y="4776754"/>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6" name="Freeform: Shape 25">
                  <a:extLst>
                    <a:ext uri="{FF2B5EF4-FFF2-40B4-BE49-F238E27FC236}">
                      <a16:creationId xmlns:a16="http://schemas.microsoft.com/office/drawing/2014/main" id="{9C23E410-0766-D422-7F5C-40D87A384A01}"/>
                    </a:ext>
                  </a:extLst>
                </p:cNvPr>
                <p:cNvSpPr/>
                <p:nvPr/>
              </p:nvSpPr>
              <p:spPr>
                <a:xfrm>
                  <a:off x="4484173" y="1705758"/>
                  <a:ext cx="3036493" cy="4605873"/>
                </a:xfrm>
                <a:custGeom>
                  <a:avLst/>
                  <a:gdLst>
                    <a:gd name="connsiteX0" fmla="*/ 1734082 w 3036493"/>
                    <a:gd name="connsiteY0" fmla="*/ 4601058 h 4605873"/>
                    <a:gd name="connsiteX1" fmla="*/ 2664764 w 3036493"/>
                    <a:gd name="connsiteY1" fmla="*/ 3753833 h 4605873"/>
                    <a:gd name="connsiteX2" fmla="*/ 2997591 w 3036493"/>
                    <a:gd name="connsiteY2" fmla="*/ 2499272 h 4605873"/>
                    <a:gd name="connsiteX3" fmla="*/ 2504559 w 3036493"/>
                    <a:gd name="connsiteY3" fmla="*/ 1097465 h 4605873"/>
                    <a:gd name="connsiteX4" fmla="*/ 1649930 w 3036493"/>
                    <a:gd name="connsiteY4" fmla="*/ 100 h 4605873"/>
                    <a:gd name="connsiteX5" fmla="*/ 449901 w 3036493"/>
                    <a:gd name="connsiteY5" fmla="*/ 1487524 h 4605873"/>
                    <a:gd name="connsiteX6" fmla="*/ 171221 w 3036493"/>
                    <a:gd name="connsiteY6" fmla="*/ 2663410 h 4605873"/>
                    <a:gd name="connsiteX7" fmla="*/ 311988 w 3036493"/>
                    <a:gd name="connsiteY7" fmla="*/ 3832586 h 4605873"/>
                    <a:gd name="connsiteX8" fmla="*/ 1734159 w 3036493"/>
                    <a:gd name="connsiteY8" fmla="*/ 4601135 h 460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493" h="4605873">
                      <a:moveTo>
                        <a:pt x="1734082" y="4601058"/>
                      </a:moveTo>
                      <a:cubicBezTo>
                        <a:pt x="2177440" y="4664460"/>
                        <a:pt x="2384618" y="4086814"/>
                        <a:pt x="2664764" y="3753833"/>
                      </a:cubicBezTo>
                      <a:cubicBezTo>
                        <a:pt x="2906420" y="3466283"/>
                        <a:pt x="3128562" y="2867271"/>
                        <a:pt x="2997591" y="2499272"/>
                      </a:cubicBezTo>
                      <a:cubicBezTo>
                        <a:pt x="2840240" y="2056917"/>
                        <a:pt x="2841089" y="1377070"/>
                        <a:pt x="2504559" y="1097465"/>
                      </a:cubicBezTo>
                      <a:cubicBezTo>
                        <a:pt x="2217549" y="859048"/>
                        <a:pt x="2037290" y="-10699"/>
                        <a:pt x="1649930" y="100"/>
                      </a:cubicBezTo>
                      <a:cubicBezTo>
                        <a:pt x="1187597" y="12981"/>
                        <a:pt x="808491" y="1275410"/>
                        <a:pt x="449901" y="1487524"/>
                      </a:cubicBezTo>
                      <a:cubicBezTo>
                        <a:pt x="-320113" y="1942838"/>
                        <a:pt x="120622" y="2268337"/>
                        <a:pt x="171221" y="2663410"/>
                      </a:cubicBezTo>
                      <a:cubicBezTo>
                        <a:pt x="229996" y="3121963"/>
                        <a:pt x="-26007" y="3553212"/>
                        <a:pt x="311988" y="3832586"/>
                      </a:cubicBezTo>
                      <a:cubicBezTo>
                        <a:pt x="597533" y="4068688"/>
                        <a:pt x="1324122" y="4542514"/>
                        <a:pt x="1734159" y="4601135"/>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7" name="Freeform: Shape 26">
                  <a:extLst>
                    <a:ext uri="{FF2B5EF4-FFF2-40B4-BE49-F238E27FC236}">
                      <a16:creationId xmlns:a16="http://schemas.microsoft.com/office/drawing/2014/main" id="{880BD5BF-0A9E-53E4-5116-43F8AD445602}"/>
                    </a:ext>
                  </a:extLst>
                </p:cNvPr>
                <p:cNvSpPr/>
                <p:nvPr/>
              </p:nvSpPr>
              <p:spPr>
                <a:xfrm>
                  <a:off x="4477865" y="1783678"/>
                  <a:ext cx="3064583" cy="4435839"/>
                </a:xfrm>
                <a:custGeom>
                  <a:avLst/>
                  <a:gdLst>
                    <a:gd name="connsiteX0" fmla="*/ 1723421 w 3064583"/>
                    <a:gd name="connsiteY0" fmla="*/ 4425487 h 4435839"/>
                    <a:gd name="connsiteX1" fmla="*/ 2746122 w 3064583"/>
                    <a:gd name="connsiteY1" fmla="*/ 3695890 h 4435839"/>
                    <a:gd name="connsiteX2" fmla="*/ 3018400 w 3064583"/>
                    <a:gd name="connsiteY2" fmla="*/ 2414487 h 4435839"/>
                    <a:gd name="connsiteX3" fmla="*/ 2550822 w 3064583"/>
                    <a:gd name="connsiteY3" fmla="*/ 992240 h 4435839"/>
                    <a:gd name="connsiteX4" fmla="*/ 1587359 w 3064583"/>
                    <a:gd name="connsiteY4" fmla="*/ 315 h 4435839"/>
                    <a:gd name="connsiteX5" fmla="*/ 466700 w 3064583"/>
                    <a:gd name="connsiteY5" fmla="*/ 1427576 h 4435839"/>
                    <a:gd name="connsiteX6" fmla="*/ 112198 w 3064583"/>
                    <a:gd name="connsiteY6" fmla="*/ 2635935 h 4435839"/>
                    <a:gd name="connsiteX7" fmla="*/ 271940 w 3064583"/>
                    <a:gd name="connsiteY7" fmla="*/ 3811281 h 4435839"/>
                    <a:gd name="connsiteX8" fmla="*/ 1723498 w 3064583"/>
                    <a:gd name="connsiteY8" fmla="*/ 4425487 h 44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4583" h="4435839">
                      <a:moveTo>
                        <a:pt x="1723421" y="4425487"/>
                      </a:moveTo>
                      <a:cubicBezTo>
                        <a:pt x="2146185" y="4513187"/>
                        <a:pt x="2470296" y="4024167"/>
                        <a:pt x="2746122" y="3695890"/>
                      </a:cubicBezTo>
                      <a:cubicBezTo>
                        <a:pt x="2995492" y="3398699"/>
                        <a:pt x="3145592" y="2790508"/>
                        <a:pt x="3018400" y="2414487"/>
                      </a:cubicBezTo>
                      <a:cubicBezTo>
                        <a:pt x="2872465" y="1983084"/>
                        <a:pt x="2881952" y="1267371"/>
                        <a:pt x="2550822" y="992240"/>
                      </a:cubicBezTo>
                      <a:cubicBezTo>
                        <a:pt x="2253785" y="745493"/>
                        <a:pt x="1981275" y="-17734"/>
                        <a:pt x="1587359" y="315"/>
                      </a:cubicBezTo>
                      <a:cubicBezTo>
                        <a:pt x="1138987" y="20832"/>
                        <a:pt x="794205" y="1197181"/>
                        <a:pt x="466700" y="1427576"/>
                      </a:cubicBezTo>
                      <a:cubicBezTo>
                        <a:pt x="-250479" y="1932100"/>
                        <a:pt x="58205" y="2238316"/>
                        <a:pt x="112198" y="2635935"/>
                      </a:cubicBezTo>
                      <a:cubicBezTo>
                        <a:pt x="172593" y="3081144"/>
                        <a:pt x="-60347" y="3536534"/>
                        <a:pt x="271940" y="3811281"/>
                      </a:cubicBezTo>
                      <a:cubicBezTo>
                        <a:pt x="566972" y="4055483"/>
                        <a:pt x="1293253" y="4336245"/>
                        <a:pt x="1723498" y="4425487"/>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8" name="Freeform: Shape 27">
                  <a:extLst>
                    <a:ext uri="{FF2B5EF4-FFF2-40B4-BE49-F238E27FC236}">
                      <a16:creationId xmlns:a16="http://schemas.microsoft.com/office/drawing/2014/main" id="{521105A7-877F-6ED6-4ACA-83FF073C6B63}"/>
                    </a:ext>
                  </a:extLst>
                </p:cNvPr>
                <p:cNvSpPr/>
                <p:nvPr/>
              </p:nvSpPr>
              <p:spPr>
                <a:xfrm>
                  <a:off x="4460130" y="1861400"/>
                  <a:ext cx="3107969" cy="4268490"/>
                </a:xfrm>
                <a:custGeom>
                  <a:avLst/>
                  <a:gdLst>
                    <a:gd name="connsiteX0" fmla="*/ 1724263 w 3107969"/>
                    <a:gd name="connsiteY0" fmla="*/ 4250116 h 4268490"/>
                    <a:gd name="connsiteX1" fmla="*/ 2838983 w 3107969"/>
                    <a:gd name="connsiteY1" fmla="*/ 3638145 h 4268490"/>
                    <a:gd name="connsiteX2" fmla="*/ 3050712 w 3107969"/>
                    <a:gd name="connsiteY2" fmla="*/ 2329900 h 4268490"/>
                    <a:gd name="connsiteX3" fmla="*/ 2608666 w 3107969"/>
                    <a:gd name="connsiteY3" fmla="*/ 887212 h 4268490"/>
                    <a:gd name="connsiteX4" fmla="*/ 1536291 w 3107969"/>
                    <a:gd name="connsiteY4" fmla="*/ 728 h 4268490"/>
                    <a:gd name="connsiteX5" fmla="*/ 495001 w 3107969"/>
                    <a:gd name="connsiteY5" fmla="*/ 1367826 h 4268490"/>
                    <a:gd name="connsiteX6" fmla="*/ 64601 w 3107969"/>
                    <a:gd name="connsiteY6" fmla="*/ 2608657 h 4268490"/>
                    <a:gd name="connsiteX7" fmla="*/ 243317 w 3107969"/>
                    <a:gd name="connsiteY7" fmla="*/ 3790251 h 4268490"/>
                    <a:gd name="connsiteX8" fmla="*/ 1724340 w 3107969"/>
                    <a:gd name="connsiteY8" fmla="*/ 4250116 h 426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7969" h="4268490">
                      <a:moveTo>
                        <a:pt x="1724263" y="4250116"/>
                      </a:moveTo>
                      <a:cubicBezTo>
                        <a:pt x="2126510" y="4359027"/>
                        <a:pt x="2567400" y="3961794"/>
                        <a:pt x="2838983" y="3638145"/>
                      </a:cubicBezTo>
                      <a:cubicBezTo>
                        <a:pt x="3096066" y="3331235"/>
                        <a:pt x="3173893" y="2714020"/>
                        <a:pt x="3050712" y="2329900"/>
                      </a:cubicBezTo>
                      <a:cubicBezTo>
                        <a:pt x="2915808" y="1909528"/>
                        <a:pt x="2934396" y="1157793"/>
                        <a:pt x="2608666" y="887212"/>
                      </a:cubicBezTo>
                      <a:cubicBezTo>
                        <a:pt x="2301601" y="632135"/>
                        <a:pt x="1936918" y="-24880"/>
                        <a:pt x="1536291" y="728"/>
                      </a:cubicBezTo>
                      <a:cubicBezTo>
                        <a:pt x="1101957" y="28496"/>
                        <a:pt x="791576" y="1119844"/>
                        <a:pt x="495001" y="1367826"/>
                      </a:cubicBezTo>
                      <a:cubicBezTo>
                        <a:pt x="-169265" y="1923180"/>
                        <a:pt x="7215" y="2208570"/>
                        <a:pt x="64601" y="2608657"/>
                      </a:cubicBezTo>
                      <a:cubicBezTo>
                        <a:pt x="126539" y="3040445"/>
                        <a:pt x="-83262" y="3520055"/>
                        <a:pt x="243317" y="3790251"/>
                      </a:cubicBezTo>
                      <a:cubicBezTo>
                        <a:pt x="547914" y="4042475"/>
                        <a:pt x="1273500" y="4128092"/>
                        <a:pt x="1724340" y="425011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9" name="Freeform: Shape 28">
                  <a:extLst>
                    <a:ext uri="{FF2B5EF4-FFF2-40B4-BE49-F238E27FC236}">
                      <a16:creationId xmlns:a16="http://schemas.microsoft.com/office/drawing/2014/main" id="{F8E74DF0-806A-36A5-6D6E-A45288E22BFE}"/>
                    </a:ext>
                  </a:extLst>
                </p:cNvPr>
                <p:cNvSpPr/>
                <p:nvPr/>
              </p:nvSpPr>
              <p:spPr>
                <a:xfrm>
                  <a:off x="4426209" y="1938811"/>
                  <a:ext cx="3173562" cy="4104897"/>
                </a:xfrm>
                <a:custGeom>
                  <a:avLst/>
                  <a:gdLst>
                    <a:gd name="connsiteX0" fmla="*/ 1741215 w 3173562"/>
                    <a:gd name="connsiteY0" fmla="*/ 4075055 h 4104897"/>
                    <a:gd name="connsiteX1" fmla="*/ 2947955 w 3173562"/>
                    <a:gd name="connsiteY1" fmla="*/ 3580712 h 4104897"/>
                    <a:gd name="connsiteX2" fmla="*/ 3099057 w 3173562"/>
                    <a:gd name="connsiteY2" fmla="*/ 2245625 h 4104897"/>
                    <a:gd name="connsiteX3" fmla="*/ 2682464 w 3173562"/>
                    <a:gd name="connsiteY3" fmla="*/ 782497 h 4104897"/>
                    <a:gd name="connsiteX4" fmla="*/ 1501255 w 3173562"/>
                    <a:gd name="connsiteY4" fmla="*/ 1452 h 4104897"/>
                    <a:gd name="connsiteX5" fmla="*/ 539335 w 3173562"/>
                    <a:gd name="connsiteY5" fmla="*/ 1308387 h 4104897"/>
                    <a:gd name="connsiteX6" fmla="*/ 33114 w 3173562"/>
                    <a:gd name="connsiteY6" fmla="*/ 2581691 h 4104897"/>
                    <a:gd name="connsiteX7" fmla="*/ 230727 w 3173562"/>
                    <a:gd name="connsiteY7" fmla="*/ 3769455 h 4104897"/>
                    <a:gd name="connsiteX8" fmla="*/ 1741215 w 3173562"/>
                    <a:gd name="connsiteY8" fmla="*/ 4074978 h 410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3562" h="4104897">
                      <a:moveTo>
                        <a:pt x="1741215" y="4075055"/>
                      </a:moveTo>
                      <a:cubicBezTo>
                        <a:pt x="2123407" y="4202555"/>
                        <a:pt x="2680613" y="3899655"/>
                        <a:pt x="2947955" y="3580712"/>
                      </a:cubicBezTo>
                      <a:cubicBezTo>
                        <a:pt x="3212750" y="3264160"/>
                        <a:pt x="3218073" y="2637921"/>
                        <a:pt x="3099057" y="2245625"/>
                      </a:cubicBezTo>
                      <a:cubicBezTo>
                        <a:pt x="2974874" y="1836359"/>
                        <a:pt x="3002796" y="1048604"/>
                        <a:pt x="2682464" y="782497"/>
                      </a:cubicBezTo>
                      <a:cubicBezTo>
                        <a:pt x="2365449" y="519089"/>
                        <a:pt x="1908516" y="-31946"/>
                        <a:pt x="1501255" y="1452"/>
                      </a:cubicBezTo>
                      <a:cubicBezTo>
                        <a:pt x="1080960" y="36008"/>
                        <a:pt x="805288" y="1043668"/>
                        <a:pt x="539335" y="1308387"/>
                      </a:cubicBezTo>
                      <a:cubicBezTo>
                        <a:pt x="-71324" y="1916191"/>
                        <a:pt x="-27821" y="2179059"/>
                        <a:pt x="33114" y="2581691"/>
                      </a:cubicBezTo>
                      <a:cubicBezTo>
                        <a:pt x="96440" y="3000135"/>
                        <a:pt x="-90144" y="3503888"/>
                        <a:pt x="230727" y="3769455"/>
                      </a:cubicBezTo>
                      <a:cubicBezTo>
                        <a:pt x="544811" y="4029701"/>
                        <a:pt x="1270089" y="3917782"/>
                        <a:pt x="1741215" y="4074978"/>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0" name="Freeform: Shape 29">
                  <a:extLst>
                    <a:ext uri="{FF2B5EF4-FFF2-40B4-BE49-F238E27FC236}">
                      <a16:creationId xmlns:a16="http://schemas.microsoft.com/office/drawing/2014/main" id="{09AA603A-6245-EC20-F553-E7DC9BD0E66A}"/>
                    </a:ext>
                  </a:extLst>
                </p:cNvPr>
                <p:cNvSpPr/>
                <p:nvPr/>
              </p:nvSpPr>
              <p:spPr>
                <a:xfrm>
                  <a:off x="4376099" y="2015664"/>
                  <a:ext cx="3263713" cy="3947335"/>
                </a:xfrm>
                <a:custGeom>
                  <a:avLst/>
                  <a:gdLst>
                    <a:gd name="connsiteX0" fmla="*/ 1774433 w 3263713"/>
                    <a:gd name="connsiteY0" fmla="*/ 3900552 h 3947335"/>
                    <a:gd name="connsiteX1" fmla="*/ 3073192 w 3263713"/>
                    <a:gd name="connsiteY1" fmla="*/ 3523836 h 3947335"/>
                    <a:gd name="connsiteX2" fmla="*/ 3163745 w 3263713"/>
                    <a:gd name="connsiteY2" fmla="*/ 2161907 h 3947335"/>
                    <a:gd name="connsiteX3" fmla="*/ 2772683 w 3263713"/>
                    <a:gd name="connsiteY3" fmla="*/ 678262 h 3947335"/>
                    <a:gd name="connsiteX4" fmla="*/ 1482563 w 3263713"/>
                    <a:gd name="connsiteY4" fmla="*/ 2735 h 3947335"/>
                    <a:gd name="connsiteX5" fmla="*/ 600012 w 3263713"/>
                    <a:gd name="connsiteY5" fmla="*/ 1249583 h 3947335"/>
                    <a:gd name="connsiteX6" fmla="*/ 17970 w 3263713"/>
                    <a:gd name="connsiteY6" fmla="*/ 2555437 h 3947335"/>
                    <a:gd name="connsiteX7" fmla="*/ 234558 w 3263713"/>
                    <a:gd name="connsiteY7" fmla="*/ 3749449 h 3947335"/>
                    <a:gd name="connsiteX8" fmla="*/ 1774433 w 3263713"/>
                    <a:gd name="connsiteY8" fmla="*/ 3900629 h 394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3713" h="3947335">
                      <a:moveTo>
                        <a:pt x="1774433" y="3900552"/>
                      </a:moveTo>
                      <a:cubicBezTo>
                        <a:pt x="2137188" y="4044635"/>
                        <a:pt x="2810169" y="3838151"/>
                        <a:pt x="3073192" y="3523836"/>
                      </a:cubicBezTo>
                      <a:cubicBezTo>
                        <a:pt x="3345701" y="3197643"/>
                        <a:pt x="3278210" y="2562533"/>
                        <a:pt x="3163745" y="2161907"/>
                      </a:cubicBezTo>
                      <a:cubicBezTo>
                        <a:pt x="3049975" y="1763902"/>
                        <a:pt x="3087538" y="939895"/>
                        <a:pt x="2772683" y="678262"/>
                      </a:cubicBezTo>
                      <a:cubicBezTo>
                        <a:pt x="2445641" y="406524"/>
                        <a:pt x="1896534" y="-38994"/>
                        <a:pt x="1482563" y="2735"/>
                      </a:cubicBezTo>
                      <a:cubicBezTo>
                        <a:pt x="1068593" y="44463"/>
                        <a:pt x="835884" y="968666"/>
                        <a:pt x="600012" y="1249583"/>
                      </a:cubicBezTo>
                      <a:cubicBezTo>
                        <a:pt x="44118" y="1911380"/>
                        <a:pt x="-46590" y="2150260"/>
                        <a:pt x="17970" y="2555437"/>
                      </a:cubicBezTo>
                      <a:cubicBezTo>
                        <a:pt x="82530" y="2960460"/>
                        <a:pt x="-80606" y="3488355"/>
                        <a:pt x="234558" y="3749449"/>
                      </a:cubicBezTo>
                      <a:cubicBezTo>
                        <a:pt x="558206" y="4017716"/>
                        <a:pt x="1283870" y="3705792"/>
                        <a:pt x="1774433" y="390062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1" name="Freeform: Shape 30">
                  <a:extLst>
                    <a:ext uri="{FF2B5EF4-FFF2-40B4-BE49-F238E27FC236}">
                      <a16:creationId xmlns:a16="http://schemas.microsoft.com/office/drawing/2014/main" id="{2F40DB47-6CB0-F1BD-8E37-45F2CBF33A32}"/>
                    </a:ext>
                  </a:extLst>
                </p:cNvPr>
                <p:cNvSpPr/>
                <p:nvPr/>
              </p:nvSpPr>
              <p:spPr>
                <a:xfrm>
                  <a:off x="4316854" y="2091550"/>
                  <a:ext cx="3371549" cy="3814147"/>
                </a:xfrm>
                <a:custGeom>
                  <a:avLst/>
                  <a:gdLst>
                    <a:gd name="connsiteX0" fmla="*/ 1816709 w 3371549"/>
                    <a:gd name="connsiteY0" fmla="*/ 3727016 h 3814147"/>
                    <a:gd name="connsiteX1" fmla="*/ 3207564 w 3371549"/>
                    <a:gd name="connsiteY1" fmla="*/ 3467928 h 3814147"/>
                    <a:gd name="connsiteX2" fmla="*/ 3237568 w 3371549"/>
                    <a:gd name="connsiteY2" fmla="*/ 2079156 h 3814147"/>
                    <a:gd name="connsiteX3" fmla="*/ 2871960 w 3371549"/>
                    <a:gd name="connsiteY3" fmla="*/ 575071 h 3814147"/>
                    <a:gd name="connsiteX4" fmla="*/ 1473006 w 3371549"/>
                    <a:gd name="connsiteY4" fmla="*/ 4984 h 3814147"/>
                    <a:gd name="connsiteX5" fmla="*/ 669824 w 3371549"/>
                    <a:gd name="connsiteY5" fmla="*/ 1191668 h 3814147"/>
                    <a:gd name="connsiteX6" fmla="*/ 11883 w 3371549"/>
                    <a:gd name="connsiteY6" fmla="*/ 2529996 h 3814147"/>
                    <a:gd name="connsiteX7" fmla="*/ 247369 w 3371549"/>
                    <a:gd name="connsiteY7" fmla="*/ 3730178 h 3814147"/>
                    <a:gd name="connsiteX8" fmla="*/ 1816709 w 3371549"/>
                    <a:gd name="connsiteY8" fmla="*/ 3727016 h 381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549" h="3814147">
                      <a:moveTo>
                        <a:pt x="1816709" y="3727016"/>
                      </a:moveTo>
                      <a:cubicBezTo>
                        <a:pt x="2160874" y="3886063"/>
                        <a:pt x="2948707" y="3777615"/>
                        <a:pt x="3207564" y="3467928"/>
                      </a:cubicBezTo>
                      <a:cubicBezTo>
                        <a:pt x="3487786" y="3132092"/>
                        <a:pt x="3347173" y="2488190"/>
                        <a:pt x="3237568" y="2079156"/>
                      </a:cubicBezTo>
                      <a:cubicBezTo>
                        <a:pt x="3133902" y="1692567"/>
                        <a:pt x="3181416" y="832231"/>
                        <a:pt x="2871960" y="575071"/>
                      </a:cubicBezTo>
                      <a:cubicBezTo>
                        <a:pt x="2534890" y="295002"/>
                        <a:pt x="1893533" y="-45307"/>
                        <a:pt x="1473006" y="4984"/>
                      </a:cubicBezTo>
                      <a:cubicBezTo>
                        <a:pt x="1080710" y="51880"/>
                        <a:pt x="876308" y="895248"/>
                        <a:pt x="669824" y="1191668"/>
                      </a:cubicBezTo>
                      <a:cubicBezTo>
                        <a:pt x="170313" y="1908693"/>
                        <a:pt x="-56379" y="2122427"/>
                        <a:pt x="11883" y="2529996"/>
                      </a:cubicBezTo>
                      <a:cubicBezTo>
                        <a:pt x="80145" y="2937564"/>
                        <a:pt x="-62010" y="3473713"/>
                        <a:pt x="247369" y="3730178"/>
                      </a:cubicBezTo>
                      <a:cubicBezTo>
                        <a:pt x="580505" y="4006544"/>
                        <a:pt x="1307942" y="3491916"/>
                        <a:pt x="1816709" y="372701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2" name="Freeform: Shape 31">
                  <a:extLst>
                    <a:ext uri="{FF2B5EF4-FFF2-40B4-BE49-F238E27FC236}">
                      <a16:creationId xmlns:a16="http://schemas.microsoft.com/office/drawing/2014/main" id="{92AA68B3-BBB3-9DDF-9D6F-C9D9C9B74C6F}"/>
                    </a:ext>
                  </a:extLst>
                </p:cNvPr>
                <p:cNvSpPr/>
                <p:nvPr/>
              </p:nvSpPr>
              <p:spPr>
                <a:xfrm>
                  <a:off x="4254170" y="2165535"/>
                  <a:ext cx="3489733" cy="3780696"/>
                </a:xfrm>
                <a:custGeom>
                  <a:avLst/>
                  <a:gdLst>
                    <a:gd name="connsiteX0" fmla="*/ 1862424 w 3489733"/>
                    <a:gd name="connsiteY0" fmla="*/ 3555381 h 3780696"/>
                    <a:gd name="connsiteX1" fmla="*/ 3345298 w 3489733"/>
                    <a:gd name="connsiteY1" fmla="*/ 3413920 h 3780696"/>
                    <a:gd name="connsiteX2" fmla="*/ 3314677 w 3489733"/>
                    <a:gd name="connsiteY2" fmla="*/ 1998383 h 3780696"/>
                    <a:gd name="connsiteX3" fmla="*/ 2974599 w 3489733"/>
                    <a:gd name="connsiteY3" fmla="*/ 473858 h 3780696"/>
                    <a:gd name="connsiteX4" fmla="*/ 1466734 w 3489733"/>
                    <a:gd name="connsiteY4" fmla="*/ 9211 h 3780696"/>
                    <a:gd name="connsiteX5" fmla="*/ 742922 w 3489733"/>
                    <a:gd name="connsiteY5" fmla="*/ 1135733 h 3780696"/>
                    <a:gd name="connsiteX6" fmla="*/ 9159 w 3489733"/>
                    <a:gd name="connsiteY6" fmla="*/ 2506532 h 3780696"/>
                    <a:gd name="connsiteX7" fmla="*/ 263620 w 3489733"/>
                    <a:gd name="connsiteY7" fmla="*/ 3712886 h 3780696"/>
                    <a:gd name="connsiteX8" fmla="*/ 1862424 w 3489733"/>
                    <a:gd name="connsiteY8" fmla="*/ 3555381 h 378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9733" h="3780696">
                      <a:moveTo>
                        <a:pt x="1862424" y="3555381"/>
                      </a:moveTo>
                      <a:cubicBezTo>
                        <a:pt x="2188927" y="3728158"/>
                        <a:pt x="3090761" y="3718902"/>
                        <a:pt x="3345298" y="3413920"/>
                      </a:cubicBezTo>
                      <a:cubicBezTo>
                        <a:pt x="3633311" y="3068443"/>
                        <a:pt x="3419114" y="2415825"/>
                        <a:pt x="3314677" y="1998383"/>
                      </a:cubicBezTo>
                      <a:cubicBezTo>
                        <a:pt x="3220807" y="1623210"/>
                        <a:pt x="3278656" y="726467"/>
                        <a:pt x="2974599" y="473858"/>
                      </a:cubicBezTo>
                      <a:cubicBezTo>
                        <a:pt x="2627580" y="185459"/>
                        <a:pt x="1893894" y="-50104"/>
                        <a:pt x="1466734" y="9211"/>
                      </a:cubicBezTo>
                      <a:cubicBezTo>
                        <a:pt x="1088321" y="61816"/>
                        <a:pt x="920789" y="824040"/>
                        <a:pt x="742922" y="1135733"/>
                      </a:cubicBezTo>
                      <a:cubicBezTo>
                        <a:pt x="301800" y="1908755"/>
                        <a:pt x="-63037" y="2096496"/>
                        <a:pt x="9159" y="2506532"/>
                      </a:cubicBezTo>
                      <a:cubicBezTo>
                        <a:pt x="75802" y="2884945"/>
                        <a:pt x="-40051" y="3461048"/>
                        <a:pt x="263620" y="3712886"/>
                      </a:cubicBezTo>
                      <a:cubicBezTo>
                        <a:pt x="606320" y="3997273"/>
                        <a:pt x="1337228" y="3277473"/>
                        <a:pt x="1862424" y="3555381"/>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3" name="Freeform: Shape 32">
                  <a:extLst>
                    <a:ext uri="{FF2B5EF4-FFF2-40B4-BE49-F238E27FC236}">
                      <a16:creationId xmlns:a16="http://schemas.microsoft.com/office/drawing/2014/main" id="{0C6B7872-B685-D5D1-7522-3256F3F98A50}"/>
                    </a:ext>
                  </a:extLst>
                </p:cNvPr>
                <p:cNvSpPr/>
                <p:nvPr/>
              </p:nvSpPr>
              <p:spPr>
                <a:xfrm>
                  <a:off x="4190357" y="2234963"/>
                  <a:ext cx="3614123" cy="3758010"/>
                </a:xfrm>
                <a:custGeom>
                  <a:avLst/>
                  <a:gdLst>
                    <a:gd name="connsiteX0" fmla="*/ 1909345 w 3614123"/>
                    <a:gd name="connsiteY0" fmla="*/ 3388303 h 3758010"/>
                    <a:gd name="connsiteX1" fmla="*/ 3484238 w 3614123"/>
                    <a:gd name="connsiteY1" fmla="*/ 3364469 h 3758010"/>
                    <a:gd name="connsiteX2" fmla="*/ 3393067 w 3614123"/>
                    <a:gd name="connsiteY2" fmla="*/ 1922090 h 3758010"/>
                    <a:gd name="connsiteX3" fmla="*/ 3078443 w 3614123"/>
                    <a:gd name="connsiteY3" fmla="*/ 377125 h 3758010"/>
                    <a:gd name="connsiteX4" fmla="*/ 1461744 w 3614123"/>
                    <a:gd name="connsiteY4" fmla="*/ 17919 h 3758010"/>
                    <a:gd name="connsiteX5" fmla="*/ 817301 w 3614123"/>
                    <a:gd name="connsiteY5" fmla="*/ 1084276 h 3758010"/>
                    <a:gd name="connsiteX6" fmla="*/ 7718 w 3614123"/>
                    <a:gd name="connsiteY6" fmla="*/ 2487549 h 3758010"/>
                    <a:gd name="connsiteX7" fmla="*/ 281153 w 3614123"/>
                    <a:gd name="connsiteY7" fmla="*/ 3700150 h 3758010"/>
                    <a:gd name="connsiteX8" fmla="*/ 1909345 w 3614123"/>
                    <a:gd name="connsiteY8" fmla="*/ 3388303 h 3758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123" h="3758010">
                      <a:moveTo>
                        <a:pt x="1909345" y="3388303"/>
                      </a:moveTo>
                      <a:cubicBezTo>
                        <a:pt x="2219418" y="3574116"/>
                        <a:pt x="3233943" y="3664824"/>
                        <a:pt x="3484238" y="3364469"/>
                      </a:cubicBezTo>
                      <a:cubicBezTo>
                        <a:pt x="3779964" y="3009351"/>
                        <a:pt x="3491874" y="2348094"/>
                        <a:pt x="3393067" y="1922090"/>
                      </a:cubicBezTo>
                      <a:cubicBezTo>
                        <a:pt x="3308684" y="1558333"/>
                        <a:pt x="3377101" y="625260"/>
                        <a:pt x="3078443" y="377125"/>
                      </a:cubicBezTo>
                      <a:cubicBezTo>
                        <a:pt x="2721397" y="80473"/>
                        <a:pt x="1895307" y="-50884"/>
                        <a:pt x="1461744" y="17919"/>
                      </a:cubicBezTo>
                      <a:cubicBezTo>
                        <a:pt x="1097138" y="75845"/>
                        <a:pt x="967324" y="757388"/>
                        <a:pt x="817301" y="1084276"/>
                      </a:cubicBezTo>
                      <a:cubicBezTo>
                        <a:pt x="436652" y="1913683"/>
                        <a:pt x="-68566" y="2075121"/>
                        <a:pt x="7718" y="2487549"/>
                      </a:cubicBezTo>
                      <a:cubicBezTo>
                        <a:pt x="75286" y="2852695"/>
                        <a:pt x="-16810" y="3452863"/>
                        <a:pt x="281153" y="3700150"/>
                      </a:cubicBezTo>
                      <a:cubicBezTo>
                        <a:pt x="633340" y="3992560"/>
                        <a:pt x="1370034" y="3065041"/>
                        <a:pt x="1909345" y="3388303"/>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 name="Freeform: Shape 33">
                  <a:extLst>
                    <a:ext uri="{FF2B5EF4-FFF2-40B4-BE49-F238E27FC236}">
                      <a16:creationId xmlns:a16="http://schemas.microsoft.com/office/drawing/2014/main" id="{A32D294A-8C0F-7CE4-9141-73444F3CD3E3}"/>
                    </a:ext>
                  </a:extLst>
                </p:cNvPr>
                <p:cNvSpPr/>
                <p:nvPr/>
              </p:nvSpPr>
              <p:spPr>
                <a:xfrm>
                  <a:off x="4125770" y="2293347"/>
                  <a:ext cx="3742715" cy="3749606"/>
                </a:xfrm>
                <a:custGeom>
                  <a:avLst/>
                  <a:gdLst>
                    <a:gd name="connsiteX0" fmla="*/ 1956963 w 3742715"/>
                    <a:gd name="connsiteY0" fmla="*/ 3232269 h 3749606"/>
                    <a:gd name="connsiteX1" fmla="*/ 3623876 w 3742715"/>
                    <a:gd name="connsiteY1" fmla="*/ 3326063 h 3749606"/>
                    <a:gd name="connsiteX2" fmla="*/ 3472155 w 3742715"/>
                    <a:gd name="connsiteY2" fmla="*/ 1856842 h 3749606"/>
                    <a:gd name="connsiteX3" fmla="*/ 3183063 w 3742715"/>
                    <a:gd name="connsiteY3" fmla="*/ 291359 h 3749606"/>
                    <a:gd name="connsiteX4" fmla="*/ 1457529 w 3742715"/>
                    <a:gd name="connsiteY4" fmla="*/ 37593 h 3749606"/>
                    <a:gd name="connsiteX5" fmla="*/ 892456 w 3742715"/>
                    <a:gd name="connsiteY5" fmla="*/ 1043864 h 3749606"/>
                    <a:gd name="connsiteX6" fmla="*/ 6974 w 3742715"/>
                    <a:gd name="connsiteY6" fmla="*/ 2479687 h 3749606"/>
                    <a:gd name="connsiteX7" fmla="*/ 299306 w 3742715"/>
                    <a:gd name="connsiteY7" fmla="*/ 3698459 h 3749606"/>
                    <a:gd name="connsiteX8" fmla="*/ 1956963 w 3742715"/>
                    <a:gd name="connsiteY8" fmla="*/ 3232269 h 3749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42715" h="3749606">
                      <a:moveTo>
                        <a:pt x="1956963" y="3232269"/>
                      </a:moveTo>
                      <a:cubicBezTo>
                        <a:pt x="2251687" y="3430655"/>
                        <a:pt x="3377822" y="3621712"/>
                        <a:pt x="3623876" y="3326063"/>
                      </a:cubicBezTo>
                      <a:cubicBezTo>
                        <a:pt x="3927315" y="2961226"/>
                        <a:pt x="3564869" y="2291484"/>
                        <a:pt x="3472155" y="1856842"/>
                      </a:cubicBezTo>
                      <a:cubicBezTo>
                        <a:pt x="3397028" y="1504577"/>
                        <a:pt x="3476244" y="535021"/>
                        <a:pt x="3183063" y="291359"/>
                      </a:cubicBezTo>
                      <a:cubicBezTo>
                        <a:pt x="2815989" y="-13623"/>
                        <a:pt x="1897339" y="-41237"/>
                        <a:pt x="1457529" y="37593"/>
                      </a:cubicBezTo>
                      <a:cubicBezTo>
                        <a:pt x="1106653" y="100533"/>
                        <a:pt x="1015405" y="701550"/>
                        <a:pt x="892456" y="1043864"/>
                      </a:cubicBezTo>
                      <a:cubicBezTo>
                        <a:pt x="574361" y="1929346"/>
                        <a:pt x="-74247" y="2064945"/>
                        <a:pt x="6974" y="2479687"/>
                      </a:cubicBezTo>
                      <a:cubicBezTo>
                        <a:pt x="74696" y="2831643"/>
                        <a:pt x="7128" y="3455800"/>
                        <a:pt x="299306" y="3698459"/>
                      </a:cubicBezTo>
                      <a:cubicBezTo>
                        <a:pt x="661058" y="3998967"/>
                        <a:pt x="1405928" y="2861262"/>
                        <a:pt x="1956963" y="323226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5" name="Freeform: Shape 34">
                  <a:extLst>
                    <a:ext uri="{FF2B5EF4-FFF2-40B4-BE49-F238E27FC236}">
                      <a16:creationId xmlns:a16="http://schemas.microsoft.com/office/drawing/2014/main" id="{CA7FAC94-85AE-CCC5-C6B2-57EF62CD88C5}"/>
                    </a:ext>
                  </a:extLst>
                </p:cNvPr>
                <p:cNvSpPr/>
                <p:nvPr/>
              </p:nvSpPr>
              <p:spPr>
                <a:xfrm>
                  <a:off x="4061078" y="2330966"/>
                  <a:ext cx="3873961" cy="3763840"/>
                </a:xfrm>
                <a:custGeom>
                  <a:avLst/>
                  <a:gdLst>
                    <a:gd name="connsiteX0" fmla="*/ 3763695 w 3873961"/>
                    <a:gd name="connsiteY0" fmla="*/ 3308421 h 3763840"/>
                    <a:gd name="connsiteX1" fmla="*/ 3551425 w 3873961"/>
                    <a:gd name="connsiteY1" fmla="*/ 1812358 h 3763840"/>
                    <a:gd name="connsiteX2" fmla="*/ 3287786 w 3873961"/>
                    <a:gd name="connsiteY2" fmla="*/ 226435 h 3763840"/>
                    <a:gd name="connsiteX3" fmla="*/ 1453342 w 3873961"/>
                    <a:gd name="connsiteY3" fmla="*/ 78186 h 3763840"/>
                    <a:gd name="connsiteX4" fmla="*/ 967638 w 3873961"/>
                    <a:gd name="connsiteY4" fmla="*/ 1024294 h 3763840"/>
                    <a:gd name="connsiteX5" fmla="*/ 6334 w 3873961"/>
                    <a:gd name="connsiteY5" fmla="*/ 2492590 h 3763840"/>
                    <a:gd name="connsiteX6" fmla="*/ 317642 w 3873961"/>
                    <a:gd name="connsiteY6" fmla="*/ 3717532 h 3763840"/>
                    <a:gd name="connsiteX7" fmla="*/ 2004763 w 3873961"/>
                    <a:gd name="connsiteY7" fmla="*/ 3096923 h 3763840"/>
                    <a:gd name="connsiteX8" fmla="*/ 3763772 w 3873961"/>
                    <a:gd name="connsiteY8" fmla="*/ 3308421 h 376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961" h="3763840">
                      <a:moveTo>
                        <a:pt x="3763695" y="3308421"/>
                      </a:moveTo>
                      <a:cubicBezTo>
                        <a:pt x="4074847" y="2933942"/>
                        <a:pt x="3637583" y="2255716"/>
                        <a:pt x="3551425" y="1812358"/>
                      </a:cubicBezTo>
                      <a:cubicBezTo>
                        <a:pt x="3485169" y="1471586"/>
                        <a:pt x="3575568" y="465623"/>
                        <a:pt x="3287786" y="226435"/>
                      </a:cubicBezTo>
                      <a:cubicBezTo>
                        <a:pt x="2910685" y="-86878"/>
                        <a:pt x="1899323" y="-11288"/>
                        <a:pt x="1453342" y="78186"/>
                      </a:cubicBezTo>
                      <a:cubicBezTo>
                        <a:pt x="1116041" y="145831"/>
                        <a:pt x="1064131" y="666245"/>
                        <a:pt x="967638" y="1024294"/>
                      </a:cubicBezTo>
                      <a:cubicBezTo>
                        <a:pt x="714026" y="1965311"/>
                        <a:pt x="-78589" y="2075380"/>
                        <a:pt x="6334" y="2492590"/>
                      </a:cubicBezTo>
                      <a:cubicBezTo>
                        <a:pt x="75291" y="2831202"/>
                        <a:pt x="31094" y="3479501"/>
                        <a:pt x="317642" y="3717532"/>
                      </a:cubicBezTo>
                      <a:cubicBezTo>
                        <a:pt x="688958" y="4026062"/>
                        <a:pt x="1444780" y="2676242"/>
                        <a:pt x="2004763" y="3096923"/>
                      </a:cubicBezTo>
                      <a:cubicBezTo>
                        <a:pt x="2285294" y="3307727"/>
                        <a:pt x="3521961" y="3599365"/>
                        <a:pt x="3763772" y="3308421"/>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grpSp>
      <p:sp>
        <p:nvSpPr>
          <p:cNvPr id="16" name="Rectangle 15">
            <a:extLst>
              <a:ext uri="{FF2B5EF4-FFF2-40B4-BE49-F238E27FC236}">
                <a16:creationId xmlns:a16="http://schemas.microsoft.com/office/drawing/2014/main" id="{6007DF95-BBAA-A5A4-1C83-BE4FAA615C8F}"/>
              </a:ex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82" name="Title 6">
            <a:extLst>
              <a:ext uri="{FF2B5EF4-FFF2-40B4-BE49-F238E27FC236}">
                <a16:creationId xmlns:a16="http://schemas.microsoft.com/office/drawing/2014/main" id="{CB98ADF8-CC6A-7B3C-4FE5-B94C7C4361B5}"/>
              </a:ext>
            </a:extLst>
          </p:cNvPr>
          <p:cNvSpPr txBox="1">
            <a:spLocks noGrp="1"/>
          </p:cNvSpPr>
          <p:nvPr>
            <p:ph type="title" idx="4294967295"/>
          </p:nvPr>
        </p:nvSpPr>
        <p:spPr>
          <a:xfrm>
            <a:off x="802638" y="2608379"/>
            <a:ext cx="10586720" cy="738664"/>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014" rtl="0" eaLnBrk="1" fontAlgn="base" latinLnBrk="0" hangingPunct="1">
              <a:lnSpc>
                <a:spcPct val="100000"/>
              </a:lnSpc>
              <a:spcBef>
                <a:spcPct val="0"/>
              </a:spcBef>
              <a:spcAft>
                <a:spcPct val="0"/>
              </a:spcAft>
              <a:buClrTx/>
              <a:buSzTx/>
              <a:buFontTx/>
              <a:buNone/>
              <a:tabLst/>
              <a:defRPr/>
            </a:pPr>
            <a:r>
              <a:rPr lang="en-US" sz="4800" b="1" spc="0">
                <a:ln>
                  <a:noFill/>
                </a:ln>
                <a:gradFill>
                  <a:gsLst>
                    <a:gs pos="10000">
                      <a:srgbClr val="000000"/>
                    </a:gs>
                    <a:gs pos="34000">
                      <a:srgbClr val="000000"/>
                    </a:gs>
                  </a:gsLst>
                  <a:lin ang="10800000" scaled="1"/>
                </a:gradFill>
                <a:latin typeface="Segoe Sans Text Semibold" pitchFamily="2" charset="0"/>
                <a:cs typeface="Segoe Sans Text" pitchFamily="2" charset="0"/>
              </a:rPr>
              <a:t>Microsoft Agent Framework</a:t>
            </a:r>
            <a:endParaRPr kumimoji="0" lang="en-US" sz="4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endParaRPr>
          </a:p>
        </p:txBody>
      </p:sp>
      <p:sp>
        <p:nvSpPr>
          <p:cNvPr id="83" name="Title 1">
            <a:extLst>
              <a:ext uri="{FF2B5EF4-FFF2-40B4-BE49-F238E27FC236}">
                <a16:creationId xmlns:a16="http://schemas.microsoft.com/office/drawing/2014/main" id="{602D36F6-7BB8-AB5A-4933-D7851F639734}"/>
              </a:ext>
            </a:extLst>
          </p:cNvPr>
          <p:cNvSpPr txBox="1">
            <a:spLocks/>
          </p:cNvSpPr>
          <p:nvPr/>
        </p:nvSpPr>
        <p:spPr>
          <a:xfrm>
            <a:off x="563561" y="3377559"/>
            <a:ext cx="11064875" cy="7239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lang="en-US" sz="3200" b="0" i="0" kern="1200" cap="none" spc="-50" baseline="0">
                <a:ln w="3175">
                  <a:noFill/>
                </a:ln>
                <a:solidFill>
                  <a:schemeClr val="tx2"/>
                </a:solidFill>
                <a:effectLst/>
                <a:latin typeface="+mj-lt"/>
                <a:ea typeface="+mj-ea"/>
                <a:cs typeface="Segoe Sans Display" pitchFamily="2" charset="0"/>
              </a:defRPr>
            </a:lvl1pPr>
          </a:lstStyle>
          <a:p>
            <a:pPr lvl="0" algn="ctr" fontAlgn="base">
              <a:lnSpc>
                <a:spcPct val="100000"/>
              </a:lnSpc>
              <a:spcAft>
                <a:spcPts val="1200"/>
              </a:spcAft>
              <a:buSzPct val="90000"/>
              <a:defRPr/>
            </a:pPr>
            <a:r>
              <a:rPr lang="en-US" sz="2400" spc="0">
                <a:gradFill flip="none" rotWithShape="1">
                  <a:gsLst>
                    <a:gs pos="0">
                      <a:srgbClr val="8DE971"/>
                    </a:gs>
                    <a:gs pos="50000">
                      <a:srgbClr val="49C5B1"/>
                    </a:gs>
                  </a:gsLst>
                  <a:path path="circle">
                    <a:fillToRect l="100000" t="100000"/>
                  </a:path>
                  <a:tileRect r="-100000" b="-100000"/>
                </a:gradFill>
                <a:latin typeface="Segoe Sans Text Semibold" pitchFamily="2" charset="0"/>
                <a:cs typeface="Segoe Sans Text" pitchFamily="2" charset="0"/>
              </a:rPr>
              <a:t>Open-source engine for building and orchestrating intelligent AI agents</a:t>
            </a:r>
          </a:p>
        </p:txBody>
      </p:sp>
      <p:sp>
        <p:nvSpPr>
          <p:cNvPr id="84" name="TextBox 83">
            <a:extLst>
              <a:ext uri="{FF2B5EF4-FFF2-40B4-BE49-F238E27FC236}">
                <a16:creationId xmlns:a16="http://schemas.microsoft.com/office/drawing/2014/main" id="{3A879106-E05F-0EF8-3454-1CAF237A9A87}"/>
              </a:ext>
            </a:extLst>
          </p:cNvPr>
          <p:cNvSpPr txBox="1"/>
          <p:nvPr/>
        </p:nvSpPr>
        <p:spPr>
          <a:xfrm>
            <a:off x="4202671" y="4291664"/>
            <a:ext cx="2081944"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Pipeline for Research</a:t>
            </a:r>
          </a:p>
        </p:txBody>
      </p:sp>
      <p:sp>
        <p:nvSpPr>
          <p:cNvPr id="86" name="TextBox 85">
            <a:extLst>
              <a:ext uri="{FF2B5EF4-FFF2-40B4-BE49-F238E27FC236}">
                <a16:creationId xmlns:a16="http://schemas.microsoft.com/office/drawing/2014/main" id="{1B404481-46CB-07C8-2509-95FA17C3C416}"/>
              </a:ext>
            </a:extLst>
          </p:cNvPr>
          <p:cNvSpPr txBox="1"/>
          <p:nvPr/>
        </p:nvSpPr>
        <p:spPr>
          <a:xfrm>
            <a:off x="8680114" y="4264492"/>
            <a:ext cx="2421752"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Ready for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Production</a:t>
            </a:r>
          </a:p>
        </p:txBody>
      </p:sp>
      <p:sp>
        <p:nvSpPr>
          <p:cNvPr id="87" name="TextBox 86">
            <a:extLst>
              <a:ext uri="{FF2B5EF4-FFF2-40B4-BE49-F238E27FC236}">
                <a16:creationId xmlns:a16="http://schemas.microsoft.com/office/drawing/2014/main" id="{605640C6-BDCF-D4C3-207A-F24D589971AA}"/>
              </a:ext>
            </a:extLst>
          </p:cNvPr>
          <p:cNvSpPr txBox="1"/>
          <p:nvPr/>
        </p:nvSpPr>
        <p:spPr>
          <a:xfrm>
            <a:off x="1709975" y="4287866"/>
            <a:ext cx="2704830"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Open Standards &amp; Interoperability</a:t>
            </a:r>
          </a:p>
        </p:txBody>
      </p:sp>
      <p:cxnSp>
        <p:nvCxnSpPr>
          <p:cNvPr id="89" name="!!Straight Connector 49">
            <a:extLst>
              <a:ext uri="{FF2B5EF4-FFF2-40B4-BE49-F238E27FC236}">
                <a16:creationId xmlns:a16="http://schemas.microsoft.com/office/drawing/2014/main" id="{998F5CF4-11A4-3640-AF3E-70E1FC5D5223}"/>
              </a:ext>
              <a:ext uri="{C183D7F6-B498-43B3-948B-1728B52AA6E4}">
                <adec:decorative xmlns:adec="http://schemas.microsoft.com/office/drawing/2017/decorative" val="1"/>
              </a:ext>
            </a:extLst>
          </p:cNvPr>
          <p:cNvCxnSpPr>
            <a:cxnSpLocks/>
          </p:cNvCxnSpPr>
          <p:nvPr/>
        </p:nvCxnSpPr>
        <p:spPr>
          <a:xfrm>
            <a:off x="4214678" y="4230335"/>
            <a:ext cx="0" cy="676656"/>
          </a:xfrm>
          <a:prstGeom prst="line">
            <a:avLst/>
          </a:prstGeom>
          <a:ln w="12700" cap="rnd">
            <a:solidFill>
              <a:srgbClr val="D9D9D6"/>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90" name="!!Straight Connector 49">
            <a:extLst>
              <a:ext uri="{FF2B5EF4-FFF2-40B4-BE49-F238E27FC236}">
                <a16:creationId xmlns:a16="http://schemas.microsoft.com/office/drawing/2014/main" id="{BD3C3556-14C3-986A-4FC8-A93FB34AECD0}"/>
              </a:ext>
              <a:ext uri="{C183D7F6-B498-43B3-948B-1728B52AA6E4}">
                <adec:decorative xmlns:adec="http://schemas.microsoft.com/office/drawing/2017/decorative" val="1"/>
              </a:ext>
            </a:extLst>
          </p:cNvPr>
          <p:cNvCxnSpPr>
            <a:cxnSpLocks/>
          </p:cNvCxnSpPr>
          <p:nvPr/>
        </p:nvCxnSpPr>
        <p:spPr>
          <a:xfrm>
            <a:off x="8907652" y="4209630"/>
            <a:ext cx="0" cy="676656"/>
          </a:xfrm>
          <a:prstGeom prst="line">
            <a:avLst/>
          </a:prstGeom>
          <a:ln w="12700" cap="rnd">
            <a:solidFill>
              <a:srgbClr val="D9D9D6"/>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0A9F0A5-9120-ED51-3477-5E1EB20284CE}"/>
              </a:ext>
            </a:extLst>
          </p:cNvPr>
          <p:cNvSpPr txBox="1"/>
          <p:nvPr/>
        </p:nvSpPr>
        <p:spPr>
          <a:xfrm>
            <a:off x="2690052" y="5612947"/>
            <a:ext cx="6811896"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gradFill>
                  <a:gsLst>
                    <a:gs pos="10000">
                      <a:srgbClr val="000000"/>
                    </a:gs>
                    <a:gs pos="34000">
                      <a:srgbClr val="000000"/>
                    </a:gs>
                  </a:gsLst>
                  <a:lin ang="10800000" scaled="1"/>
                </a:gradFill>
                <a:latin typeface="Segoe Sans Text Semibold" pitchFamily="2" charset="0"/>
              </a:rPr>
              <a:t>a</a:t>
            </a:r>
            <a:r>
              <a:rPr kumimoji="0" lang="en-US" sz="14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mn-cs"/>
              </a:rPr>
              <a:t>ka.ms/AgentFramework</a:t>
            </a:r>
          </a:p>
        </p:txBody>
      </p:sp>
      <p:cxnSp>
        <p:nvCxnSpPr>
          <p:cNvPr id="2" name="!!Straight Connector 49">
            <a:extLst>
              <a:ext uri="{FF2B5EF4-FFF2-40B4-BE49-F238E27FC236}">
                <a16:creationId xmlns:a16="http://schemas.microsoft.com/office/drawing/2014/main" id="{359C2A80-C8BC-9294-2C7F-6356BC24BA30}"/>
              </a:ext>
              <a:ext uri="{C183D7F6-B498-43B3-948B-1728B52AA6E4}">
                <adec:decorative xmlns:adec="http://schemas.microsoft.com/office/drawing/2017/decorative" val="1"/>
              </a:ext>
            </a:extLst>
          </p:cNvPr>
          <p:cNvCxnSpPr>
            <a:cxnSpLocks/>
          </p:cNvCxnSpPr>
          <p:nvPr/>
        </p:nvCxnSpPr>
        <p:spPr>
          <a:xfrm>
            <a:off x="6248458" y="4221482"/>
            <a:ext cx="0" cy="676656"/>
          </a:xfrm>
          <a:prstGeom prst="line">
            <a:avLst/>
          </a:prstGeom>
          <a:ln w="12700" cap="rnd">
            <a:solidFill>
              <a:srgbClr val="D9D9D6"/>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81EF78E-2D4F-9452-3A08-AD62BB742071}"/>
              </a:ext>
            </a:extLst>
          </p:cNvPr>
          <p:cNvSpPr txBox="1"/>
          <p:nvPr/>
        </p:nvSpPr>
        <p:spPr>
          <a:xfrm>
            <a:off x="6369537" y="4254682"/>
            <a:ext cx="2421752"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Community-Driven &amp; Extensible by Design</a:t>
            </a:r>
          </a:p>
        </p:txBody>
      </p:sp>
      <p:pic>
        <p:nvPicPr>
          <p:cNvPr id="10" name="Picture 9" descr="A purple molecule structure on a black background&#10;&#10;AI-generated content may be incorrect.">
            <a:extLst>
              <a:ext uri="{FF2B5EF4-FFF2-40B4-BE49-F238E27FC236}">
                <a16:creationId xmlns:a16="http://schemas.microsoft.com/office/drawing/2014/main" id="{877F2F11-23F6-2DB0-C73C-61BD2DD975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1481" y="1458632"/>
            <a:ext cx="1269038" cy="1269038"/>
          </a:xfrm>
          <a:prstGeom prst="rect">
            <a:avLst/>
          </a:prstGeom>
        </p:spPr>
      </p:pic>
    </p:spTree>
    <p:extLst>
      <p:ext uri="{BB962C8B-B14F-4D97-AF65-F5344CB8AC3E}">
        <p14:creationId xmlns:p14="http://schemas.microsoft.com/office/powerpoint/2010/main" val="131272099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1711523"/>
            <a:ext cx="3600450" cy="4521696"/>
          </a:xfrm>
          <a:prstGeom prst="roundRect">
            <a:avLst>
              <a:gd name="adj" fmla="val 317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95325" y="1995338"/>
            <a:ext cx="457200" cy="457200"/>
          </a:xfrm>
          <a:prstGeom prst="ellipse">
            <a:avLst/>
          </a:prstGeom>
          <a:solidFill>
            <a:srgbClr val="737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4784" y="2125520"/>
            <a:ext cx="198085" cy="196576"/>
          </a:xfrm>
          <a:prstGeom prst="rect">
            <a:avLst/>
          </a:prstGeom>
        </p:spPr>
      </p:pic>
      <p:sp>
        <p:nvSpPr>
          <p:cNvPr id="5" name="Rectangle 4"/>
          <p:cNvSpPr/>
          <p:nvPr/>
        </p:nvSpPr>
        <p:spPr>
          <a:xfrm>
            <a:off x="695325" y="3203078"/>
            <a:ext cx="3124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95325" y="5730329"/>
            <a:ext cx="534590" cy="219075"/>
          </a:xfrm>
          <a:prstGeom prst="roundRect">
            <a:avLst>
              <a:gd name="adj" fmla="val 26086"/>
            </a:avLst>
          </a:prstGeom>
          <a:solidFill>
            <a:srgbClr val="EB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34032" y="1788515"/>
            <a:ext cx="3600450" cy="4521696"/>
          </a:xfrm>
          <a:prstGeom prst="roundRect">
            <a:avLst>
              <a:gd name="adj" fmla="val 317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524375" y="1995338"/>
            <a:ext cx="457200" cy="457200"/>
          </a:xfrm>
          <a:prstGeom prst="ellipse">
            <a:avLst/>
          </a:prstGeom>
          <a:solidFill>
            <a:srgbClr val="79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6240" y="2124819"/>
            <a:ext cx="173231" cy="197978"/>
          </a:xfrm>
          <a:prstGeom prst="rect">
            <a:avLst/>
          </a:prstGeom>
        </p:spPr>
      </p:pic>
      <p:sp>
        <p:nvSpPr>
          <p:cNvPr id="10" name="Rectangle 9"/>
          <p:cNvSpPr/>
          <p:nvPr/>
        </p:nvSpPr>
        <p:spPr>
          <a:xfrm>
            <a:off x="4524375" y="3203078"/>
            <a:ext cx="3124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24375" y="5730329"/>
            <a:ext cx="912018" cy="219075"/>
          </a:xfrm>
          <a:prstGeom prst="roundRect">
            <a:avLst>
              <a:gd name="adj" fmla="val 26086"/>
            </a:avLst>
          </a:prstGeom>
          <a:solidFill>
            <a:srgbClr val="F3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62950" y="2004863"/>
            <a:ext cx="457200" cy="457200"/>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95506" y="2137579"/>
            <a:ext cx="191507" cy="191508"/>
          </a:xfrm>
          <a:prstGeom prst="rect">
            <a:avLst/>
          </a:prstGeom>
        </p:spPr>
      </p:pic>
      <p:sp>
        <p:nvSpPr>
          <p:cNvPr id="15" name="Rectangle 14"/>
          <p:cNvSpPr/>
          <p:nvPr/>
        </p:nvSpPr>
        <p:spPr>
          <a:xfrm>
            <a:off x="8362950" y="3212603"/>
            <a:ext cx="3124200" cy="9525"/>
          </a:xfrm>
          <a:prstGeom prst="rect">
            <a:avLst/>
          </a:prstGeom>
          <a:solidFill>
            <a:srgbClr val="2D4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6459884"/>
            <a:ext cx="3559819"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3117" y="6406398"/>
            <a:ext cx="146583" cy="125699"/>
          </a:xfrm>
          <a:prstGeom prst="rect">
            <a:avLst/>
          </a:prstGeom>
        </p:spPr>
      </p:pic>
      <p:sp>
        <p:nvSpPr>
          <p:cNvPr id="19" name="Rectangle 18"/>
          <p:cNvSpPr/>
          <p:nvPr/>
        </p:nvSpPr>
        <p:spPr>
          <a:xfrm>
            <a:off x="4316015" y="6459884"/>
            <a:ext cx="3559819"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1836" y="6406398"/>
            <a:ext cx="146583" cy="125699"/>
          </a:xfrm>
          <a:prstGeom prst="rect">
            <a:avLst/>
          </a:prstGeom>
        </p:spPr>
      </p:pic>
      <p:sp>
        <p:nvSpPr>
          <p:cNvPr id="21" name="Rectangle 20"/>
          <p:cNvSpPr/>
          <p:nvPr/>
        </p:nvSpPr>
        <p:spPr>
          <a:xfrm>
            <a:off x="8174831" y="6459884"/>
            <a:ext cx="3559819"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88" y="371465"/>
            <a:ext cx="7093863" cy="447663"/>
          </a:xfrm>
          <a:prstGeom prst="rect">
            <a:avLst/>
          </a:prstGeom>
          <a:noFill/>
        </p:spPr>
        <p:txBody>
          <a:bodyPr wrap="none" lIns="0" tIns="0" rIns="0" bIns="0">
            <a:spAutoFit/>
          </a:bodyPr>
          <a:lstStyle/>
          <a:p>
            <a:pPr algn="l"/>
            <a:r>
              <a:rPr sz="2533" b="1" i="0">
                <a:solidFill>
                  <a:srgbClr val="0F1B2D"/>
                </a:solidFill>
                <a:latin typeface="Montserrat"/>
              </a:rPr>
              <a:t>Why Agents Need a New Foundation</a:t>
            </a:r>
          </a:p>
        </p:txBody>
      </p:sp>
      <p:sp>
        <p:nvSpPr>
          <p:cNvPr id="23" name="TextBox 22"/>
          <p:cNvSpPr txBox="1"/>
          <p:nvPr/>
        </p:nvSpPr>
        <p:spPr>
          <a:xfrm>
            <a:off x="457188" y="930301"/>
            <a:ext cx="9936261" cy="472517"/>
          </a:xfrm>
          <a:prstGeom prst="rect">
            <a:avLst/>
          </a:prstGeom>
          <a:noFill/>
        </p:spPr>
        <p:txBody>
          <a:bodyPr wrap="square" lIns="0" tIns="0" rIns="0" bIns="0">
            <a:spAutoFit/>
          </a:bodyPr>
          <a:lstStyle/>
          <a:p>
            <a:pPr algn="l"/>
            <a:r>
              <a:rPr sz="1282" b="0" i="0">
                <a:solidFill>
                  <a:srgbClr val="1A202C"/>
                </a:solidFill>
                <a:latin typeface="Inter"/>
              </a:rPr>
              <a:t>Existing frameworks forced developers to choose between experimentation and production — Microsoft Agent Framework eliminates that tradeoff by unifying Semantic Kernel and AutoGen.</a:t>
            </a:r>
            <a:r>
              <a:rPr sz="947" b="0" i="0">
                <a:solidFill>
                  <a:srgbClr val="7159E9"/>
                </a:solidFill>
                <a:latin typeface="Inter"/>
              </a:rPr>
              <a:t> </a:t>
            </a:r>
            <a:r>
              <a:rPr sz="947" b="0" i="0">
                <a:solidFill>
                  <a:srgbClr val="7159E9"/>
                </a:solidFill>
                <a:latin typeface="Inter"/>
                <a:hlinkClick r:id="rId6" tooltip="Introducing Microsoft Agent Framework: The Open-Sourc...">
                  <a:extLst>
                    <a:ext uri="{A12FA001-AC4F-418D-AE19-62706E023703}">
                      <ahyp:hlinkClr xmlns:ahyp="http://schemas.microsoft.com/office/drawing/2018/hyperlinkcolor" val="tx"/>
                    </a:ext>
                  </a:extLst>
                </a:hlinkClick>
              </a:rPr>
              <a:t>[1]</a:t>
            </a:r>
          </a:p>
        </p:txBody>
      </p:sp>
      <p:sp>
        <p:nvSpPr>
          <p:cNvPr id="24" name="TextBox 23"/>
          <p:cNvSpPr txBox="1"/>
          <p:nvPr/>
        </p:nvSpPr>
        <p:spPr>
          <a:xfrm>
            <a:off x="695307" y="2604873"/>
            <a:ext cx="1183153" cy="152396"/>
          </a:xfrm>
          <a:prstGeom prst="rect">
            <a:avLst/>
          </a:prstGeom>
          <a:noFill/>
        </p:spPr>
        <p:txBody>
          <a:bodyPr wrap="none" lIns="0" tIns="0" rIns="0" bIns="0">
            <a:spAutoFit/>
          </a:bodyPr>
          <a:lstStyle/>
          <a:p>
            <a:pPr algn="l"/>
            <a:r>
              <a:rPr sz="927" b="1" i="0">
                <a:solidFill>
                  <a:srgbClr val="3473DB"/>
                </a:solidFill>
                <a:latin typeface="Inter"/>
              </a:rPr>
              <a:t>Enterprise SDK</a:t>
            </a:r>
          </a:p>
        </p:txBody>
      </p:sp>
      <p:sp>
        <p:nvSpPr>
          <p:cNvPr id="25" name="TextBox 24"/>
          <p:cNvSpPr txBox="1"/>
          <p:nvPr/>
        </p:nvSpPr>
        <p:spPr>
          <a:xfrm>
            <a:off x="695307" y="2888681"/>
            <a:ext cx="1645700" cy="228594"/>
          </a:xfrm>
          <a:prstGeom prst="rect">
            <a:avLst/>
          </a:prstGeom>
          <a:noFill/>
        </p:spPr>
        <p:txBody>
          <a:bodyPr wrap="none" lIns="0" tIns="0" rIns="0" bIns="0">
            <a:spAutoFit/>
          </a:bodyPr>
          <a:lstStyle/>
          <a:p>
            <a:pPr algn="l"/>
            <a:r>
              <a:rPr sz="1319" b="1" i="0">
                <a:solidFill>
                  <a:srgbClr val="0F1B2D"/>
                </a:solidFill>
                <a:latin typeface="Montserrat"/>
              </a:rPr>
              <a:t>Semantic Kernel</a:t>
            </a:r>
          </a:p>
        </p:txBody>
      </p:sp>
      <p:sp>
        <p:nvSpPr>
          <p:cNvPr id="26" name="TextBox 25"/>
          <p:cNvSpPr txBox="1"/>
          <p:nvPr/>
        </p:nvSpPr>
        <p:spPr>
          <a:xfrm>
            <a:off x="695307" y="3362985"/>
            <a:ext cx="2908772" cy="686378"/>
          </a:xfrm>
          <a:prstGeom prst="rect">
            <a:avLst/>
          </a:prstGeom>
          <a:noFill/>
        </p:spPr>
        <p:txBody>
          <a:bodyPr wrap="square" lIns="0" tIns="0" rIns="0" bIns="0">
            <a:spAutoFit/>
          </a:bodyPr>
          <a:lstStyle/>
          <a:p>
            <a:pPr algn="l"/>
            <a:r>
              <a:rPr sz="1170" b="0" i="0">
                <a:solidFill>
                  <a:srgbClr val="2D3748"/>
                </a:solidFill>
                <a:latin typeface="Inter"/>
              </a:rPr>
              <a:t>Stable SDK with enterprise connectors, workflows, and observability — but lacked multi-agent orchestration</a:t>
            </a:r>
          </a:p>
        </p:txBody>
      </p:sp>
      <p:sp>
        <p:nvSpPr>
          <p:cNvPr id="27" name="TextBox 26"/>
          <p:cNvSpPr txBox="1"/>
          <p:nvPr/>
        </p:nvSpPr>
        <p:spPr>
          <a:xfrm>
            <a:off x="809638" y="5644608"/>
            <a:ext cx="534577" cy="371465"/>
          </a:xfrm>
          <a:prstGeom prst="rect">
            <a:avLst/>
          </a:prstGeom>
          <a:noFill/>
        </p:spPr>
        <p:txBody>
          <a:bodyPr wrap="none" lIns="0" tIns="152396" rIns="0" bIns="0">
            <a:spAutoFit/>
          </a:bodyPr>
          <a:lstStyle/>
          <a:p>
            <a:pPr algn="l"/>
            <a:r>
              <a:rPr sz="818" b="1" i="0">
                <a:solidFill>
                  <a:srgbClr val="316DCD"/>
                </a:solidFill>
                <a:latin typeface="Inter"/>
              </a:rPr>
              <a:t>Stable</a:t>
            </a:r>
          </a:p>
        </p:txBody>
      </p:sp>
      <p:sp>
        <p:nvSpPr>
          <p:cNvPr id="28" name="TextBox 27"/>
          <p:cNvSpPr txBox="1"/>
          <p:nvPr/>
        </p:nvSpPr>
        <p:spPr>
          <a:xfrm>
            <a:off x="4524261" y="2604873"/>
            <a:ext cx="1434220" cy="152396"/>
          </a:xfrm>
          <a:prstGeom prst="rect">
            <a:avLst/>
          </a:prstGeom>
          <a:noFill/>
        </p:spPr>
        <p:txBody>
          <a:bodyPr wrap="none" lIns="0" tIns="0" rIns="0" bIns="0">
            <a:spAutoFit/>
          </a:bodyPr>
          <a:lstStyle/>
          <a:p>
            <a:pPr algn="l"/>
            <a:r>
              <a:rPr sz="927" b="1" i="0">
                <a:solidFill>
                  <a:srgbClr val="765DF5"/>
                </a:solidFill>
                <a:latin typeface="Inter"/>
              </a:rPr>
              <a:t>Research Project</a:t>
            </a:r>
          </a:p>
        </p:txBody>
      </p:sp>
      <p:sp>
        <p:nvSpPr>
          <p:cNvPr id="29" name="TextBox 28"/>
          <p:cNvSpPr txBox="1"/>
          <p:nvPr/>
        </p:nvSpPr>
        <p:spPr>
          <a:xfrm>
            <a:off x="4524261" y="2888681"/>
            <a:ext cx="878063" cy="228594"/>
          </a:xfrm>
          <a:prstGeom prst="rect">
            <a:avLst/>
          </a:prstGeom>
          <a:noFill/>
        </p:spPr>
        <p:txBody>
          <a:bodyPr wrap="none" lIns="0" tIns="0" rIns="0" bIns="0">
            <a:spAutoFit/>
          </a:bodyPr>
          <a:lstStyle/>
          <a:p>
            <a:pPr algn="l"/>
            <a:r>
              <a:rPr sz="1319" b="1" i="0">
                <a:solidFill>
                  <a:srgbClr val="0F1B2D"/>
                </a:solidFill>
                <a:latin typeface="Montserrat"/>
              </a:rPr>
              <a:t>AutoGen</a:t>
            </a:r>
          </a:p>
        </p:txBody>
      </p:sp>
      <p:sp>
        <p:nvSpPr>
          <p:cNvPr id="30" name="TextBox 29"/>
          <p:cNvSpPr txBox="1"/>
          <p:nvPr/>
        </p:nvSpPr>
        <p:spPr>
          <a:xfrm>
            <a:off x="4524261" y="3362985"/>
            <a:ext cx="3054174" cy="686378"/>
          </a:xfrm>
          <a:prstGeom prst="rect">
            <a:avLst/>
          </a:prstGeom>
          <a:noFill/>
        </p:spPr>
        <p:txBody>
          <a:bodyPr wrap="square" lIns="0" tIns="0" rIns="0" bIns="0">
            <a:spAutoFit/>
          </a:bodyPr>
          <a:lstStyle/>
          <a:p>
            <a:pPr algn="l"/>
            <a:r>
              <a:rPr sz="1170" b="0" i="0">
                <a:solidFill>
                  <a:srgbClr val="2D3748"/>
                </a:solidFill>
                <a:latin typeface="Inter"/>
              </a:rPr>
              <a:t>Pioneered experimental multi-agent orchestration from Microsoft Research — but lacked enterprise readiness</a:t>
            </a:r>
          </a:p>
        </p:txBody>
      </p:sp>
      <p:sp>
        <p:nvSpPr>
          <p:cNvPr id="32" name="TextBox 31"/>
          <p:cNvSpPr txBox="1"/>
          <p:nvPr/>
        </p:nvSpPr>
        <p:spPr>
          <a:xfrm>
            <a:off x="8362740" y="2614398"/>
            <a:ext cx="920124" cy="142668"/>
          </a:xfrm>
          <a:prstGeom prst="rect">
            <a:avLst/>
          </a:prstGeom>
          <a:noFill/>
        </p:spPr>
        <p:txBody>
          <a:bodyPr wrap="none" lIns="0" tIns="0" rIns="0" bIns="0">
            <a:spAutoFit/>
          </a:bodyPr>
          <a:lstStyle/>
          <a:p>
            <a:pPr algn="l"/>
            <a:r>
              <a:rPr sz="927" b="1" i="0" dirty="0">
                <a:solidFill>
                  <a:schemeClr val="tx1">
                    <a:lumMod val="50000"/>
                    <a:lumOff val="50000"/>
                  </a:schemeClr>
                </a:solidFill>
                <a:latin typeface="Inter"/>
              </a:rPr>
              <a:t>Unified Platform</a:t>
            </a:r>
          </a:p>
        </p:txBody>
      </p:sp>
      <p:sp>
        <p:nvSpPr>
          <p:cNvPr id="33" name="TextBox 32"/>
          <p:cNvSpPr txBox="1"/>
          <p:nvPr/>
        </p:nvSpPr>
        <p:spPr>
          <a:xfrm>
            <a:off x="8362740" y="2898206"/>
            <a:ext cx="1617430" cy="203004"/>
          </a:xfrm>
          <a:prstGeom prst="rect">
            <a:avLst/>
          </a:prstGeom>
          <a:noFill/>
        </p:spPr>
        <p:txBody>
          <a:bodyPr wrap="none" lIns="0" tIns="0" rIns="0" bIns="0">
            <a:spAutoFit/>
          </a:bodyPr>
          <a:lstStyle/>
          <a:p>
            <a:pPr algn="l"/>
            <a:r>
              <a:rPr sz="1319" b="1" i="0">
                <a:latin typeface="Montserrat"/>
              </a:rPr>
              <a:t>Agent Framework</a:t>
            </a:r>
          </a:p>
        </p:txBody>
      </p:sp>
      <p:sp>
        <p:nvSpPr>
          <p:cNvPr id="34" name="TextBox 33"/>
          <p:cNvSpPr txBox="1"/>
          <p:nvPr/>
        </p:nvSpPr>
        <p:spPr>
          <a:xfrm>
            <a:off x="8362740" y="3372509"/>
            <a:ext cx="2820371" cy="540148"/>
          </a:xfrm>
          <a:prstGeom prst="rect">
            <a:avLst/>
          </a:prstGeom>
          <a:noFill/>
        </p:spPr>
        <p:txBody>
          <a:bodyPr wrap="square" lIns="0" tIns="0" rIns="0" bIns="0">
            <a:spAutoFit/>
          </a:bodyPr>
          <a:lstStyle/>
          <a:p>
            <a:pPr algn="l"/>
            <a:r>
              <a:rPr sz="1170" b="0" i="0" dirty="0">
                <a:latin typeface="Inter"/>
              </a:rPr>
              <a:t>Converges both into one open-source SDK and runtime: innovation plus enterprise-grade production support</a:t>
            </a:r>
          </a:p>
        </p:txBody>
      </p:sp>
      <p:pic>
        <p:nvPicPr>
          <p:cNvPr id="36" name="Picture 35" descr="A purple molecule structure on a black background&#10;&#10;AI-generated content may be incorrect.">
            <a:extLst>
              <a:ext uri="{FF2B5EF4-FFF2-40B4-BE49-F238E27FC236}">
                <a16:creationId xmlns:a16="http://schemas.microsoft.com/office/drawing/2014/main" id="{64DF12AA-23CB-004D-AD0A-13ACBB5BAF67}"/>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8362740" y="2004713"/>
            <a:ext cx="486294" cy="486294"/>
          </a:xfrm>
          <a:prstGeom prst="rect">
            <a:avLst/>
          </a:prstGeom>
        </p:spPr>
      </p:pic>
      <p:sp>
        <p:nvSpPr>
          <p:cNvPr id="37" name="TextBox 36">
            <a:extLst>
              <a:ext uri="{FF2B5EF4-FFF2-40B4-BE49-F238E27FC236}">
                <a16:creationId xmlns:a16="http://schemas.microsoft.com/office/drawing/2014/main" id="{2C9DC9AF-28B5-603B-4ECF-CB31D26ED59A}"/>
              </a:ext>
            </a:extLst>
          </p:cNvPr>
          <p:cNvSpPr txBox="1"/>
          <p:nvPr/>
        </p:nvSpPr>
        <p:spPr>
          <a:xfrm>
            <a:off x="4658138" y="5608663"/>
            <a:ext cx="911995" cy="371465"/>
          </a:xfrm>
          <a:prstGeom prst="rect">
            <a:avLst/>
          </a:prstGeom>
          <a:noFill/>
        </p:spPr>
        <p:txBody>
          <a:bodyPr wrap="none" lIns="0" tIns="152396" rIns="0" bIns="0">
            <a:spAutoFit/>
          </a:bodyPr>
          <a:lstStyle/>
          <a:p>
            <a:pPr algn="l"/>
            <a:r>
              <a:rPr sz="818" b="1" i="0" dirty="0">
                <a:solidFill>
                  <a:srgbClr val="6C55E1"/>
                </a:solidFill>
                <a:latin typeface="Inter"/>
              </a:rPr>
              <a:t>Experimental</a:t>
            </a:r>
          </a:p>
        </p:txBody>
      </p:sp>
      <p:sp>
        <p:nvSpPr>
          <p:cNvPr id="38" name="Rounded Rectangle 10">
            <a:extLst>
              <a:ext uri="{FF2B5EF4-FFF2-40B4-BE49-F238E27FC236}">
                <a16:creationId xmlns:a16="http://schemas.microsoft.com/office/drawing/2014/main" id="{54ECD70A-08FA-CAA6-7168-83096EFA214B}"/>
              </a:ext>
            </a:extLst>
          </p:cNvPr>
          <p:cNvSpPr/>
          <p:nvPr/>
        </p:nvSpPr>
        <p:spPr>
          <a:xfrm>
            <a:off x="8591259" y="5684857"/>
            <a:ext cx="912018" cy="219075"/>
          </a:xfrm>
          <a:prstGeom prst="roundRect">
            <a:avLst>
              <a:gd name="adj" fmla="val 26086"/>
            </a:avLst>
          </a:prstGeom>
          <a:solidFill>
            <a:schemeClr val="tx2">
              <a:lumMod val="50000"/>
              <a:lumOff val="50000"/>
            </a:schemeClr>
          </a:solidFill>
          <a:ln>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800" b="1">
                <a:solidFill>
                  <a:srgbClr val="0F1B2D"/>
                </a:solidFill>
                <a:latin typeface="Inter"/>
              </a:rPr>
              <a:t>Open Source</a:t>
            </a:r>
            <a:endParaRPr lang="en-US" sz="800" b="1" dirty="0">
              <a:solidFill>
                <a:srgbClr val="0F1B2D"/>
              </a:solidFill>
              <a:latin typeface="Inter"/>
            </a:endParaRPr>
          </a:p>
        </p:txBody>
      </p:sp>
    </p:spTree>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2965549"/>
            <a:ext cx="2011709" cy="2257425"/>
          </a:xfrm>
          <a:prstGeom prst="roundRect">
            <a:avLst>
              <a:gd name="adj" fmla="val 56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291530" y="3188344"/>
            <a:ext cx="495299" cy="495299"/>
          </a:xfrm>
          <a:prstGeom prst="ellipse">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 name="Picture 3" descr="imag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05795" y="3329216"/>
            <a:ext cx="266544" cy="213235"/>
          </a:xfrm>
          <a:prstGeom prst="rect">
            <a:avLst/>
          </a:prstGeom>
        </p:spPr>
      </p:pic>
      <p:pic>
        <p:nvPicPr>
          <p:cNvPr id="5" name="Picture 4"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9796" y="4027463"/>
            <a:ext cx="76212" cy="133391"/>
          </a:xfrm>
          <a:prstGeom prst="rect">
            <a:avLst/>
          </a:prstGeom>
        </p:spPr>
      </p:pic>
      <p:sp>
        <p:nvSpPr>
          <p:cNvPr id="6" name="Rounded Rectangle 5"/>
          <p:cNvSpPr/>
          <p:nvPr/>
        </p:nvSpPr>
        <p:spPr>
          <a:xfrm>
            <a:off x="2811809" y="3059310"/>
            <a:ext cx="2011709" cy="2069752"/>
          </a:xfrm>
          <a:prstGeom prst="roundRect">
            <a:avLst>
              <a:gd name="adj" fmla="val 56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569940" y="3282106"/>
            <a:ext cx="495299" cy="495299"/>
          </a:xfrm>
          <a:prstGeom prst="ellipse">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0787" y="3422961"/>
            <a:ext cx="213265" cy="213265"/>
          </a:xfrm>
          <a:prstGeom prst="rect">
            <a:avLst/>
          </a:prstGeom>
        </p:spPr>
      </p:pic>
      <p:pic>
        <p:nvPicPr>
          <p:cNvPr id="9" name="Picture 8"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28149" y="4027463"/>
            <a:ext cx="76212" cy="133391"/>
          </a:xfrm>
          <a:prstGeom prst="rect">
            <a:avLst/>
          </a:prstGeom>
        </p:spPr>
      </p:pic>
      <p:sp>
        <p:nvSpPr>
          <p:cNvPr id="10" name="Rounded Rectangle 9"/>
          <p:cNvSpPr/>
          <p:nvPr/>
        </p:nvSpPr>
        <p:spPr>
          <a:xfrm>
            <a:off x="5090219" y="2878038"/>
            <a:ext cx="2011709" cy="2432298"/>
          </a:xfrm>
          <a:prstGeom prst="roundRect">
            <a:avLst>
              <a:gd name="adj" fmla="val 56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848350" y="3100833"/>
            <a:ext cx="495299" cy="495299"/>
          </a:xfrm>
          <a:prstGeom prst="ellipse">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75895" y="3255029"/>
            <a:ext cx="239904" cy="186592"/>
          </a:xfrm>
          <a:prstGeom prst="rect">
            <a:avLst/>
          </a:prstGeom>
        </p:spPr>
      </p:pic>
      <p:pic>
        <p:nvPicPr>
          <p:cNvPr id="13" name="Picture 12"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6501" y="4027463"/>
            <a:ext cx="76212" cy="133391"/>
          </a:xfrm>
          <a:prstGeom prst="rect">
            <a:avLst/>
          </a:prstGeom>
        </p:spPr>
      </p:pic>
      <p:sp>
        <p:nvSpPr>
          <p:cNvPr id="14" name="Rounded Rectangle 13"/>
          <p:cNvSpPr/>
          <p:nvPr/>
        </p:nvSpPr>
        <p:spPr>
          <a:xfrm>
            <a:off x="7368629" y="2968674"/>
            <a:ext cx="2011709" cy="2251025"/>
          </a:xfrm>
          <a:prstGeom prst="roundRect">
            <a:avLst>
              <a:gd name="adj" fmla="val 56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26759" y="3191470"/>
            <a:ext cx="495299" cy="495299"/>
          </a:xfrm>
          <a:prstGeom prst="ellipse">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94281" y="3332401"/>
            <a:ext cx="159837" cy="213116"/>
          </a:xfrm>
          <a:prstGeom prst="rect">
            <a:avLst/>
          </a:prstGeom>
        </p:spPr>
      </p:pic>
      <p:pic>
        <p:nvPicPr>
          <p:cNvPr id="17" name="Picture 16"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84854" y="4027463"/>
            <a:ext cx="76212" cy="133391"/>
          </a:xfrm>
          <a:prstGeom prst="rect">
            <a:avLst/>
          </a:prstGeom>
        </p:spPr>
      </p:pic>
      <p:sp>
        <p:nvSpPr>
          <p:cNvPr id="18" name="Rounded Rectangle 17"/>
          <p:cNvSpPr/>
          <p:nvPr/>
        </p:nvSpPr>
        <p:spPr>
          <a:xfrm>
            <a:off x="9647039" y="2968674"/>
            <a:ext cx="2011709" cy="2251025"/>
          </a:xfrm>
          <a:prstGeom prst="roundRect">
            <a:avLst>
              <a:gd name="adj" fmla="val 56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05169" y="3191470"/>
            <a:ext cx="495299" cy="495299"/>
          </a:xfrm>
          <a:prstGeom prst="ellipse">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52510" y="3332327"/>
            <a:ext cx="199936" cy="212099"/>
          </a:xfrm>
          <a:prstGeom prst="rect">
            <a:avLst/>
          </a:prstGeom>
        </p:spPr>
      </p:pic>
      <p:sp>
        <p:nvSpPr>
          <p:cNvPr id="21" name="TextBox 20"/>
          <p:cNvSpPr txBox="1"/>
          <p:nvPr/>
        </p:nvSpPr>
        <p:spPr>
          <a:xfrm>
            <a:off x="457188" y="371465"/>
            <a:ext cx="6126356" cy="447663"/>
          </a:xfrm>
          <a:prstGeom prst="rect">
            <a:avLst/>
          </a:prstGeom>
          <a:noFill/>
        </p:spPr>
        <p:txBody>
          <a:bodyPr wrap="none" lIns="0" tIns="0" rIns="0" bIns="0">
            <a:spAutoFit/>
          </a:bodyPr>
          <a:lstStyle/>
          <a:p>
            <a:pPr algn="l"/>
            <a:r>
              <a:rPr sz="2533" b="1" i="0">
                <a:solidFill>
                  <a:srgbClr val="0F1B2D"/>
                </a:solidFill>
                <a:latin typeface="Montserrat"/>
              </a:rPr>
              <a:t>Core Capabilities for Developers</a:t>
            </a:r>
          </a:p>
        </p:txBody>
      </p:sp>
      <p:sp>
        <p:nvSpPr>
          <p:cNvPr id="22" name="TextBox 21"/>
          <p:cNvSpPr txBox="1"/>
          <p:nvPr/>
        </p:nvSpPr>
        <p:spPr>
          <a:xfrm>
            <a:off x="457188" y="930301"/>
            <a:ext cx="9764815" cy="472517"/>
          </a:xfrm>
          <a:prstGeom prst="rect">
            <a:avLst/>
          </a:prstGeom>
          <a:noFill/>
        </p:spPr>
        <p:txBody>
          <a:bodyPr wrap="square" lIns="0" tIns="0" rIns="0" bIns="0">
            <a:spAutoFit/>
          </a:bodyPr>
          <a:lstStyle/>
          <a:p>
            <a:pPr algn="l"/>
            <a:r>
              <a:rPr sz="1282" b="0" i="0">
                <a:solidFill>
                  <a:srgbClr val="1A202C"/>
                </a:solidFill>
                <a:latin typeface="Inter"/>
              </a:rPr>
              <a:t>The framework gives developers a unified programming model across .NET and Python to build, orchestrate, and deploy multi-agent systems.</a:t>
            </a:r>
          </a:p>
        </p:txBody>
      </p:sp>
      <p:sp>
        <p:nvSpPr>
          <p:cNvPr id="23" name="TextBox 22"/>
          <p:cNvSpPr txBox="1"/>
          <p:nvPr/>
        </p:nvSpPr>
        <p:spPr>
          <a:xfrm>
            <a:off x="1336443" y="3805439"/>
            <a:ext cx="405546" cy="133346"/>
          </a:xfrm>
          <a:prstGeom prst="rect">
            <a:avLst/>
          </a:prstGeom>
          <a:noFill/>
        </p:spPr>
        <p:txBody>
          <a:bodyPr wrap="none" lIns="0" tIns="0" rIns="0" bIns="0">
            <a:spAutoFit/>
          </a:bodyPr>
          <a:lstStyle/>
          <a:p>
            <a:pPr algn="ctr"/>
            <a:r>
              <a:rPr sz="738" b="1" i="0">
                <a:solidFill>
                  <a:srgbClr val="765DF5"/>
                </a:solidFill>
                <a:latin typeface="Montserrat"/>
              </a:rPr>
              <a:t>Step 1</a:t>
            </a:r>
          </a:p>
        </p:txBody>
      </p:sp>
      <p:sp>
        <p:nvSpPr>
          <p:cNvPr id="24" name="TextBox 23"/>
          <p:cNvSpPr txBox="1"/>
          <p:nvPr/>
        </p:nvSpPr>
        <p:spPr>
          <a:xfrm>
            <a:off x="1239558" y="3984475"/>
            <a:ext cx="599315" cy="190495"/>
          </a:xfrm>
          <a:prstGeom prst="rect">
            <a:avLst/>
          </a:prstGeom>
          <a:noFill/>
        </p:spPr>
        <p:txBody>
          <a:bodyPr wrap="none" lIns="0" tIns="0" rIns="0" bIns="0">
            <a:spAutoFit/>
          </a:bodyPr>
          <a:lstStyle/>
          <a:p>
            <a:pPr algn="ctr"/>
            <a:r>
              <a:rPr sz="1107" b="1" i="0">
                <a:solidFill>
                  <a:srgbClr val="0F1B2D"/>
                </a:solidFill>
                <a:latin typeface="Montserrat"/>
              </a:rPr>
              <a:t>Agents</a:t>
            </a:r>
          </a:p>
        </p:txBody>
      </p:sp>
      <p:sp>
        <p:nvSpPr>
          <p:cNvPr id="25" name="TextBox 24"/>
          <p:cNvSpPr txBox="1"/>
          <p:nvPr/>
        </p:nvSpPr>
        <p:spPr>
          <a:xfrm>
            <a:off x="737722" y="4278106"/>
            <a:ext cx="1602838" cy="567784"/>
          </a:xfrm>
          <a:prstGeom prst="rect">
            <a:avLst/>
          </a:prstGeom>
          <a:noFill/>
        </p:spPr>
        <p:txBody>
          <a:bodyPr wrap="square" lIns="0" tIns="0" rIns="0" bIns="0">
            <a:spAutoFit/>
          </a:bodyPr>
          <a:lstStyle/>
          <a:p>
            <a:pPr algn="ctr"/>
            <a:r>
              <a:rPr sz="914" b="0" i="0" dirty="0">
                <a:solidFill>
                  <a:srgbClr val="2D3748"/>
                </a:solidFill>
                <a:latin typeface="Inter"/>
              </a:rPr>
              <a:t>Simple agent creation -- zero to a working agent in a few lines of code in .NET and Python</a:t>
            </a:r>
            <a:r>
              <a:rPr sz="947" b="0" i="0" dirty="0">
                <a:solidFill>
                  <a:srgbClr val="765DF5"/>
                </a:solidFill>
                <a:latin typeface="Inter"/>
              </a:rPr>
              <a:t> </a:t>
            </a:r>
            <a:endParaRPr sz="947" b="0" i="0" dirty="0">
              <a:solidFill>
                <a:srgbClr val="765DF5"/>
              </a:solidFill>
              <a:latin typeface="Inter"/>
              <a:hlinkClick r:id="rId8" tooltip="Introducing Microsoft Agent Framework: The Open-Sourc...">
                <a:extLst>
                  <a:ext uri="{A12FA001-AC4F-418D-AE19-62706E023703}">
                    <ahyp:hlinkClr xmlns:ahyp="http://schemas.microsoft.com/office/drawing/2018/hyperlinkcolor" val="tx"/>
                  </a:ext>
                </a:extLst>
              </a:hlinkClick>
            </a:endParaRPr>
          </a:p>
        </p:txBody>
      </p:sp>
      <p:sp>
        <p:nvSpPr>
          <p:cNvPr id="26" name="TextBox 25"/>
          <p:cNvSpPr txBox="1"/>
          <p:nvPr/>
        </p:nvSpPr>
        <p:spPr>
          <a:xfrm>
            <a:off x="3604229" y="3899199"/>
            <a:ext cx="426530" cy="133346"/>
          </a:xfrm>
          <a:prstGeom prst="rect">
            <a:avLst/>
          </a:prstGeom>
          <a:noFill/>
        </p:spPr>
        <p:txBody>
          <a:bodyPr wrap="none" lIns="0" tIns="0" rIns="0" bIns="0">
            <a:spAutoFit/>
          </a:bodyPr>
          <a:lstStyle/>
          <a:p>
            <a:pPr algn="ctr"/>
            <a:r>
              <a:rPr sz="738" b="1" i="0">
                <a:solidFill>
                  <a:srgbClr val="765DF5"/>
                </a:solidFill>
                <a:latin typeface="Montserrat"/>
              </a:rPr>
              <a:t>Step 2</a:t>
            </a:r>
          </a:p>
        </p:txBody>
      </p:sp>
      <p:sp>
        <p:nvSpPr>
          <p:cNvPr id="27" name="TextBox 26"/>
          <p:cNvSpPr txBox="1"/>
          <p:nvPr/>
        </p:nvSpPr>
        <p:spPr>
          <a:xfrm>
            <a:off x="3601252" y="4078235"/>
            <a:ext cx="432483" cy="190495"/>
          </a:xfrm>
          <a:prstGeom prst="rect">
            <a:avLst/>
          </a:prstGeom>
          <a:noFill/>
        </p:spPr>
        <p:txBody>
          <a:bodyPr wrap="none" lIns="0" tIns="0" rIns="0" bIns="0">
            <a:spAutoFit/>
          </a:bodyPr>
          <a:lstStyle/>
          <a:p>
            <a:pPr algn="ctr"/>
            <a:r>
              <a:rPr sz="1107" b="1" i="0">
                <a:solidFill>
                  <a:srgbClr val="0F1B2D"/>
                </a:solidFill>
                <a:latin typeface="Montserrat"/>
              </a:rPr>
              <a:t>Tools</a:t>
            </a:r>
          </a:p>
        </p:txBody>
      </p:sp>
      <p:sp>
        <p:nvSpPr>
          <p:cNvPr id="28" name="TextBox 27"/>
          <p:cNvSpPr txBox="1"/>
          <p:nvPr/>
        </p:nvSpPr>
        <p:spPr>
          <a:xfrm>
            <a:off x="3003722" y="4371865"/>
            <a:ext cx="1627692" cy="514932"/>
          </a:xfrm>
          <a:prstGeom prst="rect">
            <a:avLst/>
          </a:prstGeom>
          <a:noFill/>
        </p:spPr>
        <p:txBody>
          <a:bodyPr wrap="square" lIns="0" tIns="0" rIns="0" bIns="0">
            <a:spAutoFit/>
          </a:bodyPr>
          <a:lstStyle/>
          <a:p>
            <a:pPr algn="ctr"/>
            <a:r>
              <a:rPr sz="914" b="0" i="0">
                <a:solidFill>
                  <a:srgbClr val="2D3748"/>
                </a:solidFill>
                <a:latin typeface="Inter"/>
              </a:rPr>
              <a:t>Type-safe function tools with OpenAPI, MCP, and A2A interoperability support</a:t>
            </a:r>
          </a:p>
        </p:txBody>
      </p:sp>
      <p:sp>
        <p:nvSpPr>
          <p:cNvPr id="29" name="TextBox 28"/>
          <p:cNvSpPr txBox="1"/>
          <p:nvPr/>
        </p:nvSpPr>
        <p:spPr>
          <a:xfrm>
            <a:off x="5882433" y="3717931"/>
            <a:ext cx="426828" cy="133346"/>
          </a:xfrm>
          <a:prstGeom prst="rect">
            <a:avLst/>
          </a:prstGeom>
          <a:noFill/>
        </p:spPr>
        <p:txBody>
          <a:bodyPr wrap="none" lIns="0" tIns="0" rIns="0" bIns="0">
            <a:spAutoFit/>
          </a:bodyPr>
          <a:lstStyle/>
          <a:p>
            <a:pPr algn="ctr"/>
            <a:r>
              <a:rPr sz="738" b="1" i="0">
                <a:solidFill>
                  <a:srgbClr val="765DF5"/>
                </a:solidFill>
                <a:latin typeface="Montserrat"/>
              </a:rPr>
              <a:t>Step 3</a:t>
            </a:r>
          </a:p>
        </p:txBody>
      </p:sp>
      <p:sp>
        <p:nvSpPr>
          <p:cNvPr id="30" name="TextBox 29"/>
          <p:cNvSpPr txBox="1"/>
          <p:nvPr/>
        </p:nvSpPr>
        <p:spPr>
          <a:xfrm>
            <a:off x="5645802" y="3896966"/>
            <a:ext cx="900238" cy="190495"/>
          </a:xfrm>
          <a:prstGeom prst="rect">
            <a:avLst/>
          </a:prstGeom>
          <a:noFill/>
        </p:spPr>
        <p:txBody>
          <a:bodyPr wrap="none" lIns="0" tIns="0" rIns="0" bIns="0">
            <a:spAutoFit/>
          </a:bodyPr>
          <a:lstStyle/>
          <a:p>
            <a:pPr algn="ctr"/>
            <a:r>
              <a:rPr sz="1107" b="1" i="0">
                <a:solidFill>
                  <a:srgbClr val="0F1B2D"/>
                </a:solidFill>
                <a:latin typeface="Montserrat"/>
              </a:rPr>
              <a:t>Workflows</a:t>
            </a:r>
          </a:p>
        </p:txBody>
      </p:sp>
      <p:sp>
        <p:nvSpPr>
          <p:cNvPr id="31" name="TextBox 30"/>
          <p:cNvSpPr txBox="1"/>
          <p:nvPr/>
        </p:nvSpPr>
        <p:spPr>
          <a:xfrm>
            <a:off x="5361696" y="4190597"/>
            <a:ext cx="1468450" cy="877468"/>
          </a:xfrm>
          <a:prstGeom prst="rect">
            <a:avLst/>
          </a:prstGeom>
          <a:noFill/>
        </p:spPr>
        <p:txBody>
          <a:bodyPr wrap="square" lIns="0" tIns="0" rIns="0" bIns="0">
            <a:spAutoFit/>
          </a:bodyPr>
          <a:lstStyle/>
          <a:p>
            <a:pPr algn="ctr"/>
            <a:r>
              <a:rPr sz="914" b="0" i="0">
                <a:solidFill>
                  <a:srgbClr val="2D3748"/>
                </a:solidFill>
                <a:latin typeface="Inter"/>
              </a:rPr>
              <a:t>Graph-based multi-agent orchestration with sequential, concurrent, handoff, and group chat patterns</a:t>
            </a:r>
          </a:p>
        </p:txBody>
      </p:sp>
      <p:sp>
        <p:nvSpPr>
          <p:cNvPr id="32" name="TextBox 31"/>
          <p:cNvSpPr txBox="1"/>
          <p:nvPr/>
        </p:nvSpPr>
        <p:spPr>
          <a:xfrm>
            <a:off x="8155726" y="3808565"/>
            <a:ext cx="437097" cy="133346"/>
          </a:xfrm>
          <a:prstGeom prst="rect">
            <a:avLst/>
          </a:prstGeom>
          <a:noFill/>
        </p:spPr>
        <p:txBody>
          <a:bodyPr wrap="none" lIns="0" tIns="0" rIns="0" bIns="0">
            <a:spAutoFit/>
          </a:bodyPr>
          <a:lstStyle/>
          <a:p>
            <a:pPr algn="ctr"/>
            <a:r>
              <a:rPr sz="738" b="1" i="0">
                <a:solidFill>
                  <a:srgbClr val="765DF5"/>
                </a:solidFill>
                <a:latin typeface="Montserrat"/>
              </a:rPr>
              <a:t>Step 4</a:t>
            </a:r>
          </a:p>
        </p:txBody>
      </p:sp>
      <p:sp>
        <p:nvSpPr>
          <p:cNvPr id="33" name="TextBox 32"/>
          <p:cNvSpPr txBox="1"/>
          <p:nvPr/>
        </p:nvSpPr>
        <p:spPr>
          <a:xfrm>
            <a:off x="8067770" y="3987601"/>
            <a:ext cx="613007" cy="190495"/>
          </a:xfrm>
          <a:prstGeom prst="rect">
            <a:avLst/>
          </a:prstGeom>
          <a:noFill/>
        </p:spPr>
        <p:txBody>
          <a:bodyPr wrap="none" lIns="0" tIns="0" rIns="0" bIns="0">
            <a:spAutoFit/>
          </a:bodyPr>
          <a:lstStyle/>
          <a:p>
            <a:pPr algn="ctr"/>
            <a:r>
              <a:rPr sz="1107" b="1" i="0">
                <a:solidFill>
                  <a:srgbClr val="0F1B2D"/>
                </a:solidFill>
                <a:latin typeface="Montserrat"/>
              </a:rPr>
              <a:t>Interop</a:t>
            </a:r>
          </a:p>
        </p:txBody>
      </p:sp>
      <p:sp>
        <p:nvSpPr>
          <p:cNvPr id="34" name="TextBox 33"/>
          <p:cNvSpPr txBox="1"/>
          <p:nvPr/>
        </p:nvSpPr>
        <p:spPr>
          <a:xfrm>
            <a:off x="7655973" y="4281231"/>
            <a:ext cx="1436601" cy="696200"/>
          </a:xfrm>
          <a:prstGeom prst="rect">
            <a:avLst/>
          </a:prstGeom>
          <a:noFill/>
        </p:spPr>
        <p:txBody>
          <a:bodyPr wrap="square" lIns="0" tIns="0" rIns="0" bIns="0">
            <a:spAutoFit/>
          </a:bodyPr>
          <a:lstStyle/>
          <a:p>
            <a:pPr algn="ctr"/>
            <a:r>
              <a:rPr sz="914" b="0" i="0">
                <a:solidFill>
                  <a:srgbClr val="2D3748"/>
                </a:solidFill>
                <a:latin typeface="Inter"/>
              </a:rPr>
              <a:t>Multi-provider support: Azure OpenAI, Anthropic Claude, AWS Bedrock, Ollama, and more</a:t>
            </a:r>
          </a:p>
        </p:txBody>
      </p:sp>
      <p:sp>
        <p:nvSpPr>
          <p:cNvPr id="35" name="TextBox 34"/>
          <p:cNvSpPr txBox="1"/>
          <p:nvPr/>
        </p:nvSpPr>
        <p:spPr>
          <a:xfrm>
            <a:off x="10438990" y="3808565"/>
            <a:ext cx="427126" cy="133346"/>
          </a:xfrm>
          <a:prstGeom prst="rect">
            <a:avLst/>
          </a:prstGeom>
          <a:noFill/>
        </p:spPr>
        <p:txBody>
          <a:bodyPr wrap="none" lIns="0" tIns="0" rIns="0" bIns="0">
            <a:spAutoFit/>
          </a:bodyPr>
          <a:lstStyle/>
          <a:p>
            <a:pPr algn="ctr"/>
            <a:r>
              <a:rPr sz="738" b="1" i="0">
                <a:solidFill>
                  <a:srgbClr val="765DF5"/>
                </a:solidFill>
                <a:latin typeface="Montserrat"/>
              </a:rPr>
              <a:t>Step 5</a:t>
            </a:r>
          </a:p>
        </p:txBody>
      </p:sp>
      <p:sp>
        <p:nvSpPr>
          <p:cNvPr id="36" name="TextBox 35"/>
          <p:cNvSpPr txBox="1"/>
          <p:nvPr/>
        </p:nvSpPr>
        <p:spPr>
          <a:xfrm>
            <a:off x="10219622" y="3987601"/>
            <a:ext cx="866009" cy="190495"/>
          </a:xfrm>
          <a:prstGeom prst="rect">
            <a:avLst/>
          </a:prstGeom>
          <a:noFill/>
        </p:spPr>
        <p:txBody>
          <a:bodyPr wrap="none" lIns="0" tIns="0" rIns="0" bIns="0">
            <a:spAutoFit/>
          </a:bodyPr>
          <a:lstStyle/>
          <a:p>
            <a:pPr algn="ctr"/>
            <a:r>
              <a:rPr sz="1107" b="1" i="0">
                <a:solidFill>
                  <a:srgbClr val="0F1B2D"/>
                </a:solidFill>
                <a:latin typeface="Montserrat"/>
              </a:rPr>
              <a:t>Enterprise</a:t>
            </a:r>
          </a:p>
        </p:txBody>
      </p:sp>
      <p:sp>
        <p:nvSpPr>
          <p:cNvPr id="37" name="TextBox 36"/>
          <p:cNvSpPr txBox="1"/>
          <p:nvPr/>
        </p:nvSpPr>
        <p:spPr>
          <a:xfrm>
            <a:off x="9846073" y="4281231"/>
            <a:ext cx="1613107" cy="696200"/>
          </a:xfrm>
          <a:prstGeom prst="rect">
            <a:avLst/>
          </a:prstGeom>
          <a:noFill/>
        </p:spPr>
        <p:txBody>
          <a:bodyPr wrap="square" lIns="0" tIns="0" rIns="0" bIns="0">
            <a:spAutoFit/>
          </a:bodyPr>
          <a:lstStyle/>
          <a:p>
            <a:pPr algn="ctr"/>
            <a:r>
              <a:rPr sz="914" b="0" i="0">
                <a:solidFill>
                  <a:srgbClr val="2D3748"/>
                </a:solidFill>
                <a:latin typeface="Inter"/>
              </a:rPr>
              <a:t>Built-in observability via OpenTelemetry, compliance hooks, content moderation, and durable execution</a:t>
            </a:r>
          </a:p>
        </p:txBody>
      </p:sp>
    </p:spTree>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29F48-AA40-ED7D-4C95-A5F010D2E5A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F84B05F-E20A-4DE8-0D6F-3A189230696D}"/>
              </a:ext>
            </a:extLst>
          </p:cNvPr>
          <p:cNvSpPr>
            <a:spLocks noGrp="1"/>
          </p:cNvSpPr>
          <p:nvPr>
            <p:ph type="title"/>
          </p:nvPr>
        </p:nvSpPr>
        <p:spPr>
          <a:xfrm>
            <a:off x="588263" y="457200"/>
            <a:ext cx="11018520" cy="553998"/>
          </a:xfrm>
        </p:spPr>
        <p:txBody>
          <a:bodyPr/>
          <a:lstStyle/>
          <a:p>
            <a:r>
              <a:rPr lang="en-US">
                <a:solidFill>
                  <a:schemeClr val="tx1"/>
                </a:solidFill>
              </a:rPr>
              <a:t>Converging the two popular OSS frameworks</a:t>
            </a:r>
          </a:p>
        </p:txBody>
      </p:sp>
      <p:grpSp>
        <p:nvGrpSpPr>
          <p:cNvPr id="2" name="Group 1">
            <a:extLst>
              <a:ext uri="{FF2B5EF4-FFF2-40B4-BE49-F238E27FC236}">
                <a16:creationId xmlns:a16="http://schemas.microsoft.com/office/drawing/2014/main" id="{512C67CF-F167-920B-9E96-BFAD97297A9F}"/>
              </a:ext>
            </a:extLst>
          </p:cNvPr>
          <p:cNvGrpSpPr/>
          <p:nvPr/>
        </p:nvGrpSpPr>
        <p:grpSpPr>
          <a:xfrm>
            <a:off x="1614838" y="2567666"/>
            <a:ext cx="8946554" cy="2918838"/>
            <a:chOff x="1275223" y="1169173"/>
            <a:chExt cx="8946554" cy="2918838"/>
          </a:xfrm>
        </p:grpSpPr>
        <p:sp>
          <p:nvSpPr>
            <p:cNvPr id="3" name="Rectangle: Rounded Corners 2">
              <a:extLst>
                <a:ext uri="{FF2B5EF4-FFF2-40B4-BE49-F238E27FC236}">
                  <a16:creationId xmlns:a16="http://schemas.microsoft.com/office/drawing/2014/main" id="{4FFEB7D0-4568-A46D-CEE3-3547382C8553}"/>
                </a:ext>
              </a:extLst>
            </p:cNvPr>
            <p:cNvSpPr/>
            <p:nvPr/>
          </p:nvSpPr>
          <p:spPr bwMode="auto">
            <a:xfrm>
              <a:off x="1396707" y="1169173"/>
              <a:ext cx="3789336" cy="2259827"/>
            </a:xfrm>
            <a:prstGeom prst="roundRect">
              <a:avLst>
                <a:gd name="adj" fmla="val 5377"/>
              </a:avLst>
            </a:prstGeom>
            <a:solidFill>
              <a:srgbClr val="FFFFFF"/>
            </a:solidFill>
            <a:ln w="19050">
              <a:gradFill flip="none" rotWithShape="1">
                <a:gsLst>
                  <a:gs pos="0">
                    <a:schemeClr val="accent5"/>
                  </a:gs>
                  <a:gs pos="100000">
                    <a:schemeClr val="accent6"/>
                  </a:gs>
                </a:gsLst>
                <a:lin ang="2700000" scaled="1"/>
                <a:tileRect/>
              </a:grad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err="1">
                <a:ln>
                  <a:noFill/>
                </a:ln>
                <a:solidFill>
                  <a:srgbClr val="225B61"/>
                </a:solidFill>
                <a:effectLst/>
                <a:uLnTx/>
                <a:uFillTx/>
                <a:latin typeface="Segoe Sans Text Semibold" pitchFamily="2" charset="0"/>
                <a:ea typeface="+mn-ea"/>
                <a:cs typeface="Segoe Sans Text Semibold" pitchFamily="2" charset="0"/>
              </a:endParaRPr>
            </a:p>
          </p:txBody>
        </p:sp>
        <p:sp>
          <p:nvSpPr>
            <p:cNvPr id="4" name="Rectangle: Rounded Corners 3">
              <a:extLst>
                <a:ext uri="{FF2B5EF4-FFF2-40B4-BE49-F238E27FC236}">
                  <a16:creationId xmlns:a16="http://schemas.microsoft.com/office/drawing/2014/main" id="{2CE534F6-52CB-909E-FAC2-3FE5CCBFE4C8}"/>
                </a:ext>
              </a:extLst>
            </p:cNvPr>
            <p:cNvSpPr/>
            <p:nvPr/>
          </p:nvSpPr>
          <p:spPr bwMode="auto">
            <a:xfrm>
              <a:off x="6310957" y="1169173"/>
              <a:ext cx="3789336" cy="2259827"/>
            </a:xfrm>
            <a:prstGeom prst="roundRect">
              <a:avLst>
                <a:gd name="adj" fmla="val 4302"/>
              </a:avLst>
            </a:prstGeom>
            <a:solidFill>
              <a:schemeClr val="bg1"/>
            </a:solidFill>
            <a:ln w="19050">
              <a:gradFill flip="none" rotWithShape="1">
                <a:gsLst>
                  <a:gs pos="0">
                    <a:schemeClr val="accent6"/>
                  </a:gs>
                  <a:gs pos="100000">
                    <a:schemeClr val="tx2"/>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12" name="TextBox 11">
              <a:extLst>
                <a:ext uri="{FF2B5EF4-FFF2-40B4-BE49-F238E27FC236}">
                  <a16:creationId xmlns:a16="http://schemas.microsoft.com/office/drawing/2014/main" id="{F117FA77-C2FE-F436-AEBB-54A915A4367A}"/>
                </a:ext>
              </a:extLst>
            </p:cNvPr>
            <p:cNvSpPr txBox="1"/>
            <p:nvPr/>
          </p:nvSpPr>
          <p:spPr>
            <a:xfrm flipH="1">
              <a:off x="1275223" y="1361004"/>
              <a:ext cx="4032305" cy="682738"/>
            </a:xfrm>
            <a:prstGeom prst="rect">
              <a:avLst/>
            </a:prstGeom>
            <a:noFill/>
          </p:spPr>
          <p:txBody>
            <a:bodyPr wrap="square" lIns="0" tIns="0" rIns="0" bIns="256032" rtlCol="0"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egoe Sans Text Semibold"/>
                  <a:ea typeface="+mn-ea"/>
                  <a:cs typeface="+mn-cs"/>
                </a:rPr>
                <a:t>Semantic Kernel</a:t>
              </a:r>
            </a:p>
          </p:txBody>
        </p:sp>
        <p:sp>
          <p:nvSpPr>
            <p:cNvPr id="13" name="TextBox 12">
              <a:extLst>
                <a:ext uri="{FF2B5EF4-FFF2-40B4-BE49-F238E27FC236}">
                  <a16:creationId xmlns:a16="http://schemas.microsoft.com/office/drawing/2014/main" id="{B718597B-0DF5-FD2F-5A5D-861FCA9940E8}"/>
                </a:ext>
              </a:extLst>
            </p:cNvPr>
            <p:cNvSpPr txBox="1"/>
            <p:nvPr/>
          </p:nvSpPr>
          <p:spPr>
            <a:xfrm flipH="1">
              <a:off x="6189472" y="1338970"/>
              <a:ext cx="4032305" cy="682738"/>
            </a:xfrm>
            <a:prstGeom prst="rect">
              <a:avLst/>
            </a:prstGeom>
            <a:noFill/>
          </p:spPr>
          <p:txBody>
            <a:bodyPr wrap="square" lIns="0" tIns="0" rIns="0" bIns="256032" rtlCol="0"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srgbClr val="000000"/>
                  </a:solidFill>
                  <a:effectLst/>
                  <a:uLnTx/>
                  <a:uFillTx/>
                  <a:latin typeface="Segoe Sans Text Semibold"/>
                  <a:ea typeface="+mn-ea"/>
                  <a:cs typeface="+mn-cs"/>
                </a:rPr>
                <a:t>AutoGen</a:t>
              </a:r>
              <a:endParaRPr kumimoji="0" lang="en-US" sz="2400" b="0" i="0" u="none" strike="noStrike" kern="1200" cap="none" spc="0" normalizeH="0" baseline="0" noProof="0">
                <a:ln>
                  <a:noFill/>
                </a:ln>
                <a:solidFill>
                  <a:srgbClr val="000000"/>
                </a:solidFill>
                <a:effectLst/>
                <a:uLnTx/>
                <a:uFillTx/>
                <a:latin typeface="Segoe Sans Text Semibold"/>
                <a:ea typeface="+mn-ea"/>
                <a:cs typeface="+mn-cs"/>
              </a:endParaRPr>
            </a:p>
          </p:txBody>
        </p:sp>
        <p:sp>
          <p:nvSpPr>
            <p:cNvPr id="59" name="TextBox 58">
              <a:extLst>
                <a:ext uri="{FF2B5EF4-FFF2-40B4-BE49-F238E27FC236}">
                  <a16:creationId xmlns:a16="http://schemas.microsoft.com/office/drawing/2014/main" id="{01E11437-E14E-2816-7ADE-645A6ABCCD1F}"/>
                </a:ext>
              </a:extLst>
            </p:cNvPr>
            <p:cNvSpPr txBox="1"/>
            <p:nvPr/>
          </p:nvSpPr>
          <p:spPr>
            <a:xfrm>
              <a:off x="1567096" y="2041685"/>
              <a:ext cx="3448558" cy="1154162"/>
            </a:xfrm>
            <a:prstGeom prst="rect">
              <a:avLst/>
            </a:prstGeom>
            <a:noFill/>
            <a:effectLst/>
          </p:spPr>
          <p:txBody>
            <a:bodyPr wrap="square" lIns="0" tIns="0" rIns="0" bIns="0" rtlCol="0" anchor="t" anchorCtr="0">
              <a:spAutoFit/>
            </a:bodyPr>
            <a:lstStyle>
              <a:defPPr>
                <a:defRPr lang="en-US"/>
              </a:defPPr>
              <a:lvl1pPr defTabSz="914437" fontAlgn="base">
                <a:spcBef>
                  <a:spcPct val="0"/>
                </a:spcBef>
                <a:spcAft>
                  <a:spcPts val="1200"/>
                </a:spcAft>
                <a:tabLst>
                  <a:tab pos="1371655" algn="l"/>
                </a:tabLst>
                <a:defRPr sz="2400" b="1">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latin typeface="+mj-lt"/>
                  <a:cs typeface="Segoe UI" pitchFamily="34" charset="0"/>
                </a:defRPr>
              </a:lvl1pPr>
            </a:lstStyle>
            <a:p>
              <a:pPr defTabSz="914400">
                <a:spcBef>
                  <a:spcPts val="0"/>
                </a:spcBef>
                <a:spcAft>
                  <a:spcPts val="0"/>
                </a:spcAft>
                <a:tabLst/>
                <a:defRPr/>
              </a:pPr>
              <a:r>
                <a:rPr lang="en-US" sz="1500" b="0">
                  <a:gradFill flip="none">
                    <a:gsLst>
                      <a:gs pos="0">
                        <a:srgbClr val="F65567"/>
                      </a:gs>
                      <a:gs pos="32000">
                        <a:srgbClr val="AC35AF"/>
                      </a:gs>
                      <a:gs pos="68000">
                        <a:srgbClr val="0A6BBA"/>
                      </a:gs>
                      <a:gs pos="100000">
                        <a:srgbClr val="318581"/>
                      </a:gs>
                    </a:gsLst>
                    <a:path path="circle">
                      <a:fillToRect l="100000" t="100000"/>
                    </a:path>
                    <a:tileRect r="-100000" b="-100000"/>
                  </a:gradFill>
                  <a:latin typeface="Aptos SemiBold"/>
                  <a:cs typeface="Segoe UI"/>
                </a:rPr>
                <a:t>Full</a:t>
              </a:r>
              <a:r>
                <a:rPr kumimoji="0" lang="en-US" sz="1500" b="0" i="0" u="none" strike="noStrike" kern="1200" cap="none" spc="0" normalizeH="0" baseline="0" noProof="0">
                  <a:ln w="3175">
                    <a:noFill/>
                  </a:ln>
                  <a:gradFill flip="none">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a typeface="+mn-ea"/>
                  <a:cs typeface="Segoe UI"/>
                </a:rPr>
                <a:t> SDK designed to build AI agents with ease, excellent for single agents and can be extended for multi-agents with integrations to </a:t>
              </a:r>
              <a:r>
                <a:rPr kumimoji="0" lang="en-US" sz="1500" b="0" i="0" u="none" strike="noStrike" kern="1200" cap="none" spc="0" normalizeH="0" baseline="0" noProof="0" err="1">
                  <a:ln w="3175">
                    <a:noFill/>
                  </a:ln>
                  <a:gradFill flip="none">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a typeface="+mn-ea"/>
                  <a:cs typeface="Segoe UI"/>
                </a:rPr>
                <a:t>AutoGen</a:t>
              </a:r>
              <a:endParaRPr lang="en-US" sz="1500" b="0" i="0" u="none" strike="noStrike" kern="1200" cap="none" spc="0" normalizeH="0" baseline="0" noProof="0">
                <a:ln w="3175">
                  <a:noFill/>
                </a:ln>
                <a:gradFill flip="none">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cs typeface="Segoe U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500" b="0" i="0" u="none" strike="noStrike" kern="1200" cap="none" spc="0" normalizeH="0" baseline="0" noProof="0">
                <a:ln w="3175">
                  <a:noFill/>
                </a:ln>
                <a:gradFill flip="none" rotWithShape="1">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ndParaRPr>
            </a:p>
          </p:txBody>
        </p:sp>
        <p:sp>
          <p:nvSpPr>
            <p:cNvPr id="60" name="TextBox 59">
              <a:extLst>
                <a:ext uri="{FF2B5EF4-FFF2-40B4-BE49-F238E27FC236}">
                  <a16:creationId xmlns:a16="http://schemas.microsoft.com/office/drawing/2014/main" id="{22F99FB8-667F-B6D4-D5D3-C2294F9D15AB}"/>
                </a:ext>
              </a:extLst>
            </p:cNvPr>
            <p:cNvSpPr txBox="1"/>
            <p:nvPr/>
          </p:nvSpPr>
          <p:spPr>
            <a:xfrm>
              <a:off x="6481345" y="2010519"/>
              <a:ext cx="3448558" cy="2077492"/>
            </a:xfrm>
            <a:prstGeom prst="rect">
              <a:avLst/>
            </a:prstGeom>
            <a:noFill/>
            <a:effectLst/>
          </p:spPr>
          <p:txBody>
            <a:bodyPr wrap="square" lIns="0" tIns="0" rIns="0" bIns="0" rtlCol="0" anchor="t" anchorCtr="0">
              <a:spAutoFit/>
            </a:bodyPr>
            <a:lstStyle>
              <a:defPPr>
                <a:defRPr lang="en-US"/>
              </a:defPPr>
              <a:lvl1pPr defTabSz="914437" fontAlgn="base">
                <a:spcBef>
                  <a:spcPct val="0"/>
                </a:spcBef>
                <a:spcAft>
                  <a:spcPts val="1200"/>
                </a:spcAft>
                <a:tabLst>
                  <a:tab pos="1371655" algn="l"/>
                </a:tabLst>
                <a:defRPr sz="2400" b="1">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latin typeface="+mj-lt"/>
                  <a:cs typeface="Segoe UI" pitchFamily="34" charset="0"/>
                </a:defRPr>
              </a:lvl1pPr>
            </a:lstStyle>
            <a:p>
              <a:pPr defTabSz="914400" fontAlgn="auto">
                <a:spcBef>
                  <a:spcPts val="0"/>
                </a:spcBef>
                <a:spcAft>
                  <a:spcPts val="0"/>
                </a:spcAft>
                <a:tabLst/>
                <a:defRPr/>
              </a:pPr>
              <a:r>
                <a:rPr lang="en-US" sz="1500" b="0">
                  <a:gradFill flip="none">
                    <a:gsLst>
                      <a:gs pos="0">
                        <a:srgbClr val="F65567"/>
                      </a:gs>
                      <a:gs pos="32000">
                        <a:srgbClr val="AC35AF"/>
                      </a:gs>
                      <a:gs pos="68000">
                        <a:srgbClr val="0A6BBA"/>
                      </a:gs>
                      <a:gs pos="100000">
                        <a:srgbClr val="318581"/>
                      </a:gs>
                    </a:gsLst>
                    <a:path path="circle">
                      <a:fillToRect l="100000" t="100000"/>
                    </a:path>
                    <a:tileRect r="-100000" b="-100000"/>
                  </a:gradFill>
                  <a:latin typeface="Aptos SemiBold"/>
                  <a:cs typeface="Segoe UI"/>
                </a:rPr>
                <a:t>Powerful </a:t>
              </a:r>
              <a:r>
                <a:rPr kumimoji="0" lang="en-US" sz="1500" b="0" i="0" u="none" strike="noStrike" kern="1200" cap="none" spc="0" normalizeH="0" baseline="0" noProof="0">
                  <a:ln w="3175">
                    <a:noFill/>
                  </a:ln>
                  <a:gradFill flip="none">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a typeface="+mn-ea"/>
                  <a:cs typeface="Segoe UI"/>
                </a:rPr>
                <a:t>multi-agent research framework with pre-built conversation orchestration patterns for handling complex agent systems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500" b="0" i="0" u="none" strike="noStrike" kern="1200" cap="none" spc="0" normalizeH="0" baseline="0" noProof="0">
                <a:ln w="3175">
                  <a:noFill/>
                </a:ln>
                <a:gradFill flip="none" rotWithShape="1">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u="none" strike="noStrike" kern="1200" cap="none" spc="0" normalizeH="0" baseline="0" noProof="0">
                <a:ln w="3175">
                  <a:noFill/>
                </a:ln>
                <a:gradFill flip="none" rotWithShape="1">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500" b="0" i="0" u="none" strike="noStrike" kern="1200" cap="none" spc="0" normalizeH="0" baseline="0" noProof="0">
                <a:ln w="3175">
                  <a:noFill/>
                </a:ln>
                <a:gradFill flip="none" rotWithShape="1">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500" b="0" i="0" u="none" strike="noStrike" kern="1200" cap="none" spc="0" normalizeH="0" baseline="0" noProof="0">
                <a:ln w="3175">
                  <a:noFill/>
                </a:ln>
                <a:gradFill flip="none" rotWithShape="1">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500" b="0" i="0" u="none" strike="noStrike" kern="1200" cap="none" spc="0" normalizeH="0" baseline="0" noProof="0">
                <a:ln w="3175">
                  <a:noFill/>
                </a:ln>
                <a:gradFill flip="none" rotWithShape="1">
                  <a:gsLst>
                    <a:gs pos="0">
                      <a:srgbClr val="F65567"/>
                    </a:gs>
                    <a:gs pos="32000">
                      <a:srgbClr val="AC35AF"/>
                    </a:gs>
                    <a:gs pos="68000">
                      <a:srgbClr val="0A6BBA"/>
                    </a:gs>
                    <a:gs pos="100000">
                      <a:srgbClr val="318581"/>
                    </a:gs>
                  </a:gsLst>
                  <a:path path="circle">
                    <a:fillToRect l="100000" t="100000"/>
                  </a:path>
                  <a:tileRect r="-100000" b="-100000"/>
                </a:gradFill>
                <a:effectLst/>
                <a:uLnTx/>
                <a:uFillTx/>
                <a:latin typeface="Aptos SemiBold"/>
              </a:endParaRPr>
            </a:p>
          </p:txBody>
        </p:sp>
        <p:pic>
          <p:nvPicPr>
            <p:cNvPr id="112" name="Picture 4" descr="Semantic Kernel's new icon and the art of teamwork ...">
              <a:extLst>
                <a:ext uri="{FF2B5EF4-FFF2-40B4-BE49-F238E27FC236}">
                  <a16:creationId xmlns:a16="http://schemas.microsoft.com/office/drawing/2014/main" id="{457C305F-57D1-B532-8596-140FD7D58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096" y="1361004"/>
              <a:ext cx="497530" cy="49753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4" descr="AutoGen - Reviews, Pros &amp; Cons | Companies using AutoGen">
              <a:extLst>
                <a:ext uri="{FF2B5EF4-FFF2-40B4-BE49-F238E27FC236}">
                  <a16:creationId xmlns:a16="http://schemas.microsoft.com/office/drawing/2014/main" id="{8D101587-7612-80B9-3F04-8CC964481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2312" y="1367620"/>
              <a:ext cx="421091" cy="421091"/>
            </a:xfrm>
            <a:prstGeom prst="roundRect">
              <a:avLst>
                <a:gd name="adj" fmla="val 10381"/>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id="{981C00FF-93D6-0382-05C2-1427D54008A3}"/>
              </a:ext>
            </a:extLst>
          </p:cNvPr>
          <p:cNvGrpSpPr/>
          <p:nvPr/>
        </p:nvGrpSpPr>
        <p:grpSpPr>
          <a:xfrm>
            <a:off x="10006959" y="4667386"/>
            <a:ext cx="320214" cy="320214"/>
            <a:chOff x="10246651" y="4517738"/>
            <a:chExt cx="320214" cy="320214"/>
          </a:xfrm>
        </p:grpSpPr>
        <p:sp>
          <p:nvSpPr>
            <p:cNvPr id="6" name="Oval 5">
              <a:extLst>
                <a:ext uri="{FF2B5EF4-FFF2-40B4-BE49-F238E27FC236}">
                  <a16:creationId xmlns:a16="http://schemas.microsoft.com/office/drawing/2014/main" id="{2034FF73-1DEC-AD8A-990E-64167DDD3B04}"/>
                </a:ext>
              </a:extLst>
            </p:cNvPr>
            <p:cNvSpPr/>
            <p:nvPr/>
          </p:nvSpPr>
          <p:spPr>
            <a:xfrm>
              <a:off x="10246651"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7" name="Picture 6" descr="Python (programming language) - Wikipedia">
              <a:extLst>
                <a:ext uri="{FF2B5EF4-FFF2-40B4-BE49-F238E27FC236}">
                  <a16:creationId xmlns:a16="http://schemas.microsoft.com/office/drawing/2014/main" id="{57AE91D2-6BFA-A81C-C47C-E4DD0D063DA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059"/>
            <a:stretch/>
          </p:blipFill>
          <p:spPr bwMode="auto">
            <a:xfrm>
              <a:off x="10315652" y="4583391"/>
              <a:ext cx="212992" cy="2010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0783FBCA-A912-651F-87BE-035D24E7EB61}"/>
              </a:ext>
            </a:extLst>
          </p:cNvPr>
          <p:cNvGrpSpPr/>
          <p:nvPr/>
        </p:nvGrpSpPr>
        <p:grpSpPr>
          <a:xfrm>
            <a:off x="9660005" y="4673461"/>
            <a:ext cx="320214" cy="320214"/>
            <a:chOff x="10945366" y="4517738"/>
            <a:chExt cx="320214" cy="320214"/>
          </a:xfrm>
        </p:grpSpPr>
        <p:sp>
          <p:nvSpPr>
            <p:cNvPr id="10" name="Oval 9">
              <a:extLst>
                <a:ext uri="{FF2B5EF4-FFF2-40B4-BE49-F238E27FC236}">
                  <a16:creationId xmlns:a16="http://schemas.microsoft.com/office/drawing/2014/main" id="{F4240494-BA72-BEAC-619E-D775C542491B}"/>
                </a:ext>
              </a:extLst>
            </p:cNvPr>
            <p:cNvSpPr/>
            <p:nvPr/>
          </p:nvSpPr>
          <p:spPr>
            <a:xfrm>
              <a:off x="10945366"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11" name="Picture 2">
              <a:extLst>
                <a:ext uri="{FF2B5EF4-FFF2-40B4-BE49-F238E27FC236}">
                  <a16:creationId xmlns:a16="http://schemas.microsoft.com/office/drawing/2014/main" id="{5ACD5FAD-3C55-D4A6-C930-126F563B366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11028790" y="4550726"/>
              <a:ext cx="155186" cy="2389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A3D9835B-99DD-7E8B-B318-3D684989D96E}"/>
              </a:ext>
            </a:extLst>
          </p:cNvPr>
          <p:cNvGrpSpPr/>
          <p:nvPr/>
        </p:nvGrpSpPr>
        <p:grpSpPr>
          <a:xfrm>
            <a:off x="4388001" y="4639034"/>
            <a:ext cx="320214" cy="320214"/>
            <a:chOff x="10246651" y="4517738"/>
            <a:chExt cx="320214" cy="320214"/>
          </a:xfrm>
        </p:grpSpPr>
        <p:sp>
          <p:nvSpPr>
            <p:cNvPr id="15" name="Oval 14">
              <a:extLst>
                <a:ext uri="{FF2B5EF4-FFF2-40B4-BE49-F238E27FC236}">
                  <a16:creationId xmlns:a16="http://schemas.microsoft.com/office/drawing/2014/main" id="{422ADCF5-34A7-DB1C-AC6E-56622A2C985F}"/>
                </a:ext>
              </a:extLst>
            </p:cNvPr>
            <p:cNvSpPr/>
            <p:nvPr/>
          </p:nvSpPr>
          <p:spPr>
            <a:xfrm>
              <a:off x="10246651"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16" name="Picture 6" descr="Python (programming language) - Wikipedia">
              <a:extLst>
                <a:ext uri="{FF2B5EF4-FFF2-40B4-BE49-F238E27FC236}">
                  <a16:creationId xmlns:a16="http://schemas.microsoft.com/office/drawing/2014/main" id="{80D7FAA7-2821-83F3-9A58-783342F8425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059"/>
            <a:stretch/>
          </p:blipFill>
          <p:spPr bwMode="auto">
            <a:xfrm>
              <a:off x="10315652" y="4583391"/>
              <a:ext cx="212992" cy="2010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D4C6BFF0-4C78-DD3E-12A1-6B6D6FA80DB3}"/>
              </a:ext>
            </a:extLst>
          </p:cNvPr>
          <p:cNvGrpSpPr/>
          <p:nvPr/>
        </p:nvGrpSpPr>
        <p:grpSpPr>
          <a:xfrm>
            <a:off x="4711948" y="4611656"/>
            <a:ext cx="374971" cy="374971"/>
            <a:chOff x="10570598" y="4492224"/>
            <a:chExt cx="374971" cy="374971"/>
          </a:xfrm>
        </p:grpSpPr>
        <p:sp>
          <p:nvSpPr>
            <p:cNvPr id="18" name="Oval 17">
              <a:extLst>
                <a:ext uri="{FF2B5EF4-FFF2-40B4-BE49-F238E27FC236}">
                  <a16:creationId xmlns:a16="http://schemas.microsoft.com/office/drawing/2014/main" id="{6E582F08-D212-6BE5-2791-881384F30728}"/>
                </a:ext>
              </a:extLst>
            </p:cNvPr>
            <p:cNvSpPr/>
            <p:nvPr/>
          </p:nvSpPr>
          <p:spPr>
            <a:xfrm>
              <a:off x="10597645"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19" name="Picture 2">
              <a:extLst>
                <a:ext uri="{FF2B5EF4-FFF2-40B4-BE49-F238E27FC236}">
                  <a16:creationId xmlns:a16="http://schemas.microsoft.com/office/drawing/2014/main" id="{31B06530-636D-46F4-1DC7-A1E2BCF7D1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70598" y="4492224"/>
              <a:ext cx="374971" cy="37497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75D8AF06-C2A7-1503-5EE0-12851274F19E}"/>
              </a:ext>
            </a:extLst>
          </p:cNvPr>
          <p:cNvGrpSpPr/>
          <p:nvPr/>
        </p:nvGrpSpPr>
        <p:grpSpPr>
          <a:xfrm>
            <a:off x="5086716" y="4639034"/>
            <a:ext cx="320214" cy="320214"/>
            <a:chOff x="10945366" y="4517738"/>
            <a:chExt cx="320214" cy="320214"/>
          </a:xfrm>
        </p:grpSpPr>
        <p:sp>
          <p:nvSpPr>
            <p:cNvPr id="21" name="Oval 20">
              <a:extLst>
                <a:ext uri="{FF2B5EF4-FFF2-40B4-BE49-F238E27FC236}">
                  <a16:creationId xmlns:a16="http://schemas.microsoft.com/office/drawing/2014/main" id="{07EE4BD4-CFDD-6FA5-8A9B-40C74A89ECA6}"/>
                </a:ext>
              </a:extLst>
            </p:cNvPr>
            <p:cNvSpPr/>
            <p:nvPr/>
          </p:nvSpPr>
          <p:spPr>
            <a:xfrm>
              <a:off x="10945366"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22" name="Picture 2">
              <a:extLst>
                <a:ext uri="{FF2B5EF4-FFF2-40B4-BE49-F238E27FC236}">
                  <a16:creationId xmlns:a16="http://schemas.microsoft.com/office/drawing/2014/main" id="{387B5B85-DBF9-F862-8C32-00452154695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11028790" y="4550726"/>
              <a:ext cx="155186" cy="238998"/>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Plus Sign 22">
            <a:extLst>
              <a:ext uri="{FF2B5EF4-FFF2-40B4-BE49-F238E27FC236}">
                <a16:creationId xmlns:a16="http://schemas.microsoft.com/office/drawing/2014/main" id="{A6AE3EBF-B7AE-1403-A174-3F7B78B76935}"/>
              </a:ext>
            </a:extLst>
          </p:cNvPr>
          <p:cNvSpPr/>
          <p:nvPr/>
        </p:nvSpPr>
        <p:spPr bwMode="auto">
          <a:xfrm>
            <a:off x="5768627" y="3420201"/>
            <a:ext cx="687501" cy="682738"/>
          </a:xfrm>
          <a:prstGeom prst="mathPlus">
            <a:avLst/>
          </a:prstGeom>
          <a:solidFill>
            <a:schemeClr val="accent5">
              <a:lumMod val="60000"/>
              <a:lumOff val="40000"/>
            </a:schemeClr>
          </a:solidFill>
          <a:ln>
            <a:solidFill>
              <a:schemeClr val="accent5">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7CA7F137-94AE-FB68-2C02-484BF1246BEB}"/>
              </a:ext>
            </a:extLst>
          </p:cNvPr>
          <p:cNvSpPr/>
          <p:nvPr/>
        </p:nvSpPr>
        <p:spPr bwMode="auto">
          <a:xfrm>
            <a:off x="1267426" y="1573306"/>
            <a:ext cx="9657148" cy="4114800"/>
          </a:xfrm>
          <a:prstGeom prst="roundRect">
            <a:avLst>
              <a:gd name="adj" fmla="val 5377"/>
            </a:avLst>
          </a:prstGeom>
          <a:noFill/>
          <a:ln w="19050">
            <a:gradFill flip="none" rotWithShape="1">
              <a:gsLst>
                <a:gs pos="0">
                  <a:schemeClr val="accent5"/>
                </a:gs>
                <a:gs pos="100000">
                  <a:schemeClr val="accent6"/>
                </a:gs>
              </a:gsLst>
              <a:lin ang="2700000" scaled="1"/>
              <a:tileRect/>
            </a:grad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err="1">
              <a:ln>
                <a:noFill/>
              </a:ln>
              <a:solidFill>
                <a:srgbClr val="225B61"/>
              </a:solidFill>
              <a:effectLst/>
              <a:uLnTx/>
              <a:uFillTx/>
              <a:latin typeface="Segoe Sans Text Semibold" pitchFamily="2" charset="0"/>
              <a:ea typeface="+mn-ea"/>
              <a:cs typeface="Segoe Sans Text Semibold" pitchFamily="2" charset="0"/>
            </a:endParaRPr>
          </a:p>
        </p:txBody>
      </p:sp>
      <p:sp>
        <p:nvSpPr>
          <p:cNvPr id="25" name="TextBox 24">
            <a:extLst>
              <a:ext uri="{FF2B5EF4-FFF2-40B4-BE49-F238E27FC236}">
                <a16:creationId xmlns:a16="http://schemas.microsoft.com/office/drawing/2014/main" id="{7136F3FD-4A4F-9A25-984B-3E35E4EDF256}"/>
              </a:ext>
            </a:extLst>
          </p:cNvPr>
          <p:cNvSpPr txBox="1"/>
          <p:nvPr/>
        </p:nvSpPr>
        <p:spPr>
          <a:xfrm flipH="1">
            <a:off x="4096224" y="1786506"/>
            <a:ext cx="4032305" cy="682738"/>
          </a:xfrm>
          <a:prstGeom prst="rect">
            <a:avLst/>
          </a:prstGeom>
          <a:noFill/>
        </p:spPr>
        <p:txBody>
          <a:bodyPr wrap="square" lIns="0" tIns="0" rIns="0" bIns="256032" rtlCol="0"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egoe Sans Text Semibold"/>
                <a:ea typeface="+mn-ea"/>
                <a:cs typeface="+mn-cs"/>
              </a:rPr>
              <a:t>Microsoft Agent Framework</a:t>
            </a:r>
          </a:p>
        </p:txBody>
      </p:sp>
    </p:spTree>
    <p:extLst>
      <p:ext uri="{BB962C8B-B14F-4D97-AF65-F5344CB8AC3E}">
        <p14:creationId xmlns:p14="http://schemas.microsoft.com/office/powerpoint/2010/main" val="196749851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AA703-D78B-8FA3-60DB-D5663FC8018F}"/>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6974584F-1153-64D6-6487-4D0CB401A012}"/>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Unified SDK &amp; Simple Agent Primitives</a:t>
            </a:r>
            <a:endParaRPr lang="en-US">
              <a:solidFill>
                <a:schemeClr val="tx1">
                  <a:alpha val="0"/>
                </a:schemeClr>
              </a:solidFill>
            </a:endParaRPr>
          </a:p>
        </p:txBody>
      </p:sp>
      <p:sp>
        <p:nvSpPr>
          <p:cNvPr id="3" name="Segnaposto testo 2">
            <a:extLst>
              <a:ext uri="{FF2B5EF4-FFF2-40B4-BE49-F238E27FC236}">
                <a16:creationId xmlns:a16="http://schemas.microsoft.com/office/drawing/2014/main" id="{9F65163B-C39B-B4BB-89C9-DB7A8F7B5DC4}"/>
              </a:ext>
            </a:extLst>
          </p:cNvPr>
          <p:cNvSpPr>
            <a:spLocks noGrp="1"/>
          </p:cNvSpPr>
          <p:nvPr>
            <p:ph type="body" sz="quarter" idx="13"/>
          </p:nvPr>
        </p:nvSpPr>
        <p:spPr/>
        <p:txBody>
          <a:bodyPr/>
          <a:lstStyle/>
          <a:p>
            <a:pPr algn="ctr"/>
            <a:r>
              <a:rPr lang="en-US"/>
              <a:t>Run Agent </a:t>
            </a:r>
          </a:p>
        </p:txBody>
      </p:sp>
      <p:sp>
        <p:nvSpPr>
          <p:cNvPr id="6" name="Text Placeholder 10">
            <a:extLst>
              <a:ext uri="{FF2B5EF4-FFF2-40B4-BE49-F238E27FC236}">
                <a16:creationId xmlns:a16="http://schemas.microsoft.com/office/drawing/2014/main" id="{0D48477C-27B5-DE33-4FBA-3B20B97FCEFF}"/>
              </a:ext>
            </a:extLst>
          </p:cNvPr>
          <p:cNvSpPr>
            <a:spLocks noGrp="1"/>
          </p:cNvSpPr>
          <p:nvPr>
            <p:ph type="body" sz="quarter" idx="10"/>
          </p:nvPr>
        </p:nvSpPr>
        <p:spPr>
          <a:xfrm>
            <a:off x="588966" y="2252795"/>
            <a:ext cx="3821670" cy="3539430"/>
          </a:xfrm>
        </p:spPr>
        <p:txBody>
          <a:bodyPr/>
          <a:lstStyle/>
          <a:p>
            <a:r>
              <a:rPr lang="en-US" sz="2000"/>
              <a:t>Agent Framework introduces unified primitives (</a:t>
            </a:r>
            <a:r>
              <a:rPr lang="en-US" sz="2000" err="1">
                <a:latin typeface="Courier New" panose="02070309020205020404" pitchFamily="49" charset="0"/>
              </a:rPr>
              <a:t>AIAgent</a:t>
            </a:r>
            <a:r>
              <a:rPr lang="en-US" sz="2000"/>
              <a:t>, </a:t>
            </a:r>
            <a:r>
              <a:rPr lang="en-US" sz="2000" err="1">
                <a:latin typeface="Courier New" panose="02070309020205020404" pitchFamily="49" charset="0"/>
              </a:rPr>
              <a:t>AgentThread</a:t>
            </a:r>
            <a:r>
              <a:rPr lang="en-US" sz="2000"/>
              <a:t>, </a:t>
            </a:r>
            <a:r>
              <a:rPr lang="en-US" sz="2000" err="1">
                <a:latin typeface="Courier New" panose="02070309020205020404" pitchFamily="49" charset="0"/>
              </a:rPr>
              <a:t>AgentTool</a:t>
            </a:r>
            <a:r>
              <a:rPr lang="en-US" sz="2000"/>
              <a:t>) built on </a:t>
            </a:r>
            <a:r>
              <a:rPr lang="en-US" sz="2000">
                <a:latin typeface="Courier New" panose="02070309020205020404" pitchFamily="49" charset="0"/>
              </a:rPr>
              <a:t>Microsoft.Extensions.AI</a:t>
            </a:r>
            <a:r>
              <a:rPr lang="en-US" sz="2000"/>
              <a:t>.</a:t>
            </a:r>
          </a:p>
          <a:p>
            <a:endParaRPr lang="en-US" sz="2000"/>
          </a:p>
          <a:p>
            <a:r>
              <a:rPr lang="en-US" sz="2000"/>
              <a:t>Developers can create and run agents with minimal code and reuse the same abstractions across OpenAI, Foundry SDK, or any LLM backend.</a:t>
            </a:r>
          </a:p>
        </p:txBody>
      </p:sp>
      <p:cxnSp>
        <p:nvCxnSpPr>
          <p:cNvPr id="2" name="Straight Connector 1">
            <a:extLst>
              <a:ext uri="{FF2B5EF4-FFF2-40B4-BE49-F238E27FC236}">
                <a16:creationId xmlns:a16="http://schemas.microsoft.com/office/drawing/2014/main" id="{2F2CAAF7-9FB4-3DCD-7237-FF8E462F48CD}"/>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2050" name="Picture 2" descr="A black screen with white text&#10;&#10;AI-generated content may be incorrect.">
            <a:extLst>
              <a:ext uri="{FF2B5EF4-FFF2-40B4-BE49-F238E27FC236}">
                <a16:creationId xmlns:a16="http://schemas.microsoft.com/office/drawing/2014/main" id="{5BAFE2FE-5CDD-877A-FA3A-E5BF7719D3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952" y="833403"/>
            <a:ext cx="5694673" cy="108966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5285710-E809-C5B5-2583-2C2C6F0AA05D}"/>
              </a:ext>
            </a:extLst>
          </p:cNvPr>
          <p:cNvSpPr txBox="1"/>
          <p:nvPr/>
        </p:nvSpPr>
        <p:spPr>
          <a:xfrm>
            <a:off x="5076670" y="511206"/>
            <a:ext cx="1952606" cy="307777"/>
          </a:xfrm>
          <a:prstGeom prst="rect">
            <a:avLst/>
          </a:prstGeom>
          <a:noFill/>
        </p:spPr>
        <p:txBody>
          <a:bodyPr wrap="square" rtlCol="0">
            <a:spAutoFit/>
          </a:bodyPr>
          <a:lstStyle/>
          <a:p>
            <a:pPr algn="l"/>
            <a:r>
              <a:rPr lang="en-US" sz="1400" b="1" i="1">
                <a:solidFill>
                  <a:srgbClr val="0070C0"/>
                </a:solidFill>
              </a:rPr>
              <a:t>Create</a:t>
            </a:r>
          </a:p>
        </p:txBody>
      </p:sp>
      <p:sp>
        <p:nvSpPr>
          <p:cNvPr id="9" name="TextBox 8">
            <a:extLst>
              <a:ext uri="{FF2B5EF4-FFF2-40B4-BE49-F238E27FC236}">
                <a16:creationId xmlns:a16="http://schemas.microsoft.com/office/drawing/2014/main" id="{649CF0A0-A9C0-6EB6-DECA-9E505F76B158}"/>
              </a:ext>
            </a:extLst>
          </p:cNvPr>
          <p:cNvSpPr txBox="1"/>
          <p:nvPr/>
        </p:nvSpPr>
        <p:spPr>
          <a:xfrm>
            <a:off x="5070435" y="1956378"/>
            <a:ext cx="1952606" cy="307777"/>
          </a:xfrm>
          <a:prstGeom prst="rect">
            <a:avLst/>
          </a:prstGeom>
          <a:noFill/>
        </p:spPr>
        <p:txBody>
          <a:bodyPr wrap="square" rtlCol="0">
            <a:spAutoFit/>
          </a:bodyPr>
          <a:lstStyle/>
          <a:p>
            <a:pPr algn="l"/>
            <a:r>
              <a:rPr lang="en-US" sz="1400" b="1" i="1">
                <a:solidFill>
                  <a:srgbClr val="0070C0"/>
                </a:solidFill>
              </a:rPr>
              <a:t>Tools</a:t>
            </a:r>
          </a:p>
        </p:txBody>
      </p:sp>
      <p:pic>
        <p:nvPicPr>
          <p:cNvPr id="2052" name="Picture 4" descr="A screen shot of a computer code&#10;&#10;AI-generated content may be incorrect.">
            <a:extLst>
              <a:ext uri="{FF2B5EF4-FFF2-40B4-BE49-F238E27FC236}">
                <a16:creationId xmlns:a16="http://schemas.microsoft.com/office/drawing/2014/main" id="{393D4EE9-6D02-89CB-EF71-548453477C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305" y="2264155"/>
            <a:ext cx="5693858" cy="182847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693127C-0D87-C830-DEA6-028CEAC2BFFB}"/>
              </a:ext>
            </a:extLst>
          </p:cNvPr>
          <p:cNvSpPr txBox="1"/>
          <p:nvPr/>
        </p:nvSpPr>
        <p:spPr>
          <a:xfrm>
            <a:off x="5070435" y="4125944"/>
            <a:ext cx="1952606" cy="307777"/>
          </a:xfrm>
          <a:prstGeom prst="rect">
            <a:avLst/>
          </a:prstGeom>
          <a:noFill/>
        </p:spPr>
        <p:txBody>
          <a:bodyPr wrap="square" rtlCol="0">
            <a:spAutoFit/>
          </a:bodyPr>
          <a:lstStyle/>
          <a:p>
            <a:pPr algn="l"/>
            <a:r>
              <a:rPr lang="en-US" sz="1400" b="1" i="1">
                <a:solidFill>
                  <a:srgbClr val="0070C0"/>
                </a:solidFill>
              </a:rPr>
              <a:t>Threads</a:t>
            </a:r>
          </a:p>
        </p:txBody>
      </p:sp>
      <p:pic>
        <p:nvPicPr>
          <p:cNvPr id="2054" name="Picture 6" descr="A screen shot of a computer program&#10;&#10;AI-generated content may be incorrect.">
            <a:extLst>
              <a:ext uri="{FF2B5EF4-FFF2-40B4-BE49-F238E27FC236}">
                <a16:creationId xmlns:a16="http://schemas.microsoft.com/office/drawing/2014/main" id="{3CC96B27-68BB-B90E-3551-E9F5A1BC3E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5972" y="4455473"/>
            <a:ext cx="57245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48294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172FE-BA99-A2F5-453D-514624FAF13D}"/>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9FB483B3-AE91-35B2-3681-81057BB1A5EA}"/>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Local-First, </a:t>
            </a:r>
            <a:br>
              <a:rPr lang="en-US"/>
            </a:br>
            <a:r>
              <a:rPr lang="en-US"/>
              <a:t>Cloud-Agnostic</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7CB57D56-C4FC-C96F-D3BF-AD4736C2EA74}"/>
              </a:ext>
            </a:extLst>
          </p:cNvPr>
          <p:cNvSpPr>
            <a:spLocks noGrp="1"/>
          </p:cNvSpPr>
          <p:nvPr>
            <p:ph type="body" sz="quarter" idx="10"/>
          </p:nvPr>
        </p:nvSpPr>
        <p:spPr>
          <a:xfrm>
            <a:off x="588966" y="2252795"/>
            <a:ext cx="3821670" cy="2462213"/>
          </a:xfrm>
        </p:spPr>
        <p:txBody>
          <a:bodyPr/>
          <a:lstStyle/>
          <a:p>
            <a:r>
              <a:rPr lang="en-US" sz="2000"/>
              <a:t>Developers can run agents locally on their laptop, test against their preferred SDK (Azure OpenAI, OpenAI SDK, Foundry SDK), and then move the same code seamlessly to Foundry Agent Service (coming soon) or any cloud containers without rewrites.</a:t>
            </a:r>
          </a:p>
        </p:txBody>
      </p:sp>
      <p:cxnSp>
        <p:nvCxnSpPr>
          <p:cNvPr id="2" name="Straight Connector 1">
            <a:extLst>
              <a:ext uri="{FF2B5EF4-FFF2-40B4-BE49-F238E27FC236}">
                <a16:creationId xmlns:a16="http://schemas.microsoft.com/office/drawing/2014/main" id="{B1E570E7-3DFF-1A0A-AF54-1129488240E7}"/>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2053" name="Group 2052">
            <a:extLst>
              <a:ext uri="{FF2B5EF4-FFF2-40B4-BE49-F238E27FC236}">
                <a16:creationId xmlns:a16="http://schemas.microsoft.com/office/drawing/2014/main" id="{4F65208C-6F84-69F5-C68E-439ECC8F51A5}"/>
              </a:ext>
            </a:extLst>
          </p:cNvPr>
          <p:cNvGrpSpPr/>
          <p:nvPr/>
        </p:nvGrpSpPr>
        <p:grpSpPr>
          <a:xfrm>
            <a:off x="5211763" y="1908364"/>
            <a:ext cx="6887103" cy="4119600"/>
            <a:chOff x="4539639" y="2400677"/>
            <a:chExt cx="7643896" cy="4447941"/>
          </a:xfrm>
        </p:grpSpPr>
        <p:grpSp>
          <p:nvGrpSpPr>
            <p:cNvPr id="38" name="Group 37">
              <a:extLst>
                <a:ext uri="{FF2B5EF4-FFF2-40B4-BE49-F238E27FC236}">
                  <a16:creationId xmlns:a16="http://schemas.microsoft.com/office/drawing/2014/main" id="{E76FEC8F-78FE-3AFD-612B-D8EDE42CD680}"/>
                </a:ext>
              </a:extLst>
            </p:cNvPr>
            <p:cNvGrpSpPr/>
            <p:nvPr/>
          </p:nvGrpSpPr>
          <p:grpSpPr>
            <a:xfrm>
              <a:off x="4539639" y="2400677"/>
              <a:ext cx="7643895" cy="3074868"/>
              <a:chOff x="4335658" y="1474805"/>
              <a:chExt cx="7878627" cy="2286591"/>
            </a:xfrm>
          </p:grpSpPr>
          <p:grpSp>
            <p:nvGrpSpPr>
              <p:cNvPr id="39" name="Group 38">
                <a:extLst>
                  <a:ext uri="{FF2B5EF4-FFF2-40B4-BE49-F238E27FC236}">
                    <a16:creationId xmlns:a16="http://schemas.microsoft.com/office/drawing/2014/main" id="{DEFD12B6-E5EE-D71B-CBE9-84A39748B067}"/>
                  </a:ext>
                </a:extLst>
              </p:cNvPr>
              <p:cNvGrpSpPr/>
              <p:nvPr/>
            </p:nvGrpSpPr>
            <p:grpSpPr>
              <a:xfrm>
                <a:off x="4335658" y="1478850"/>
                <a:ext cx="3542782" cy="2282546"/>
                <a:chOff x="6311592" y="1144501"/>
                <a:chExt cx="5241073" cy="3193068"/>
              </a:xfrm>
            </p:grpSpPr>
            <p:sp>
              <p:nvSpPr>
                <p:cNvPr id="46" name="Rectangle: Rounded Corners 45">
                  <a:extLst>
                    <a:ext uri="{FF2B5EF4-FFF2-40B4-BE49-F238E27FC236}">
                      <a16:creationId xmlns:a16="http://schemas.microsoft.com/office/drawing/2014/main" id="{A217793A-8907-7C5E-556C-2A8D63CA41FB}"/>
                    </a:ext>
                  </a:extLst>
                </p:cNvPr>
                <p:cNvSpPr/>
                <p:nvPr/>
              </p:nvSpPr>
              <p:spPr bwMode="auto">
                <a:xfrm>
                  <a:off x="6311592" y="1144501"/>
                  <a:ext cx="5241073" cy="3193068"/>
                </a:xfrm>
                <a:prstGeom prst="roundRect">
                  <a:avLst/>
                </a:prstGeom>
                <a:solidFill>
                  <a:srgbClr val="FFFFFF">
                    <a:lumMod val="6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50" name="TextBox 49">
                  <a:extLst>
                    <a:ext uri="{FF2B5EF4-FFF2-40B4-BE49-F238E27FC236}">
                      <a16:creationId xmlns:a16="http://schemas.microsoft.com/office/drawing/2014/main" id="{13CF4534-509F-5FE2-C1A1-25F53A08EC59}"/>
                    </a:ext>
                  </a:extLst>
                </p:cNvPr>
                <p:cNvSpPr txBox="1"/>
                <p:nvPr/>
              </p:nvSpPr>
              <p:spPr>
                <a:xfrm>
                  <a:off x="7591099" y="1263314"/>
                  <a:ext cx="2856634" cy="2357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Sans Text"/>
                    </a:rPr>
                    <a:t>Client</a:t>
                  </a:r>
                </a:p>
              </p:txBody>
            </p:sp>
            <p:sp>
              <p:nvSpPr>
                <p:cNvPr id="51" name="TextBox 50">
                  <a:extLst>
                    <a:ext uri="{FF2B5EF4-FFF2-40B4-BE49-F238E27FC236}">
                      <a16:creationId xmlns:a16="http://schemas.microsoft.com/office/drawing/2014/main" id="{6ABE3AAF-49F3-8BF0-93BA-1C917D0DE51A}"/>
                    </a:ext>
                  </a:extLst>
                </p:cNvPr>
                <p:cNvSpPr txBox="1"/>
                <p:nvPr/>
              </p:nvSpPr>
              <p:spPr>
                <a:xfrm>
                  <a:off x="6974295" y="2963681"/>
                  <a:ext cx="4015929" cy="241985"/>
                </a:xfrm>
                <a:prstGeom prst="rect">
                  <a:avLst/>
                </a:prstGeom>
                <a:noFill/>
              </p:spPr>
              <p:txBody>
                <a:bodyPr wrap="square" lIns="0" tIns="0" rIns="0" bIns="0" rtlCol="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a:ln>
                        <a:noFill/>
                      </a:ln>
                      <a:solidFill>
                        <a:srgbClr val="FFFFFF"/>
                      </a:solidFill>
                      <a:effectLst/>
                      <a:uLnTx/>
                      <a:uFillTx/>
                      <a:latin typeface="Segoe Sans Text"/>
                    </a:rPr>
                    <a:t>Microsoft </a:t>
                  </a:r>
                  <a:r>
                    <a:rPr kumimoji="0" lang="en-US" sz="1400" b="0" i="0" u="none" strike="noStrike" kern="0" cap="none" spc="0" normalizeH="0" baseline="0" noProof="0">
                      <a:ln>
                        <a:noFill/>
                      </a:ln>
                      <a:solidFill>
                        <a:srgbClr val="FFFFFF"/>
                      </a:solidFill>
                      <a:effectLst/>
                      <a:uLnTx/>
                      <a:uFillTx/>
                      <a:latin typeface="Segoe Sans Text"/>
                    </a:rPr>
                    <a:t>Agent Framework</a:t>
                  </a:r>
                  <a:endParaRPr kumimoji="0" lang="en-US" sz="1400" b="0" i="0" u="none" strike="noStrike" kern="0" cap="none" spc="0" normalizeH="0" baseline="0" noProof="0">
                    <a:ln>
                      <a:noFill/>
                    </a:ln>
                    <a:solidFill>
                      <a:srgbClr val="FFFFFF"/>
                    </a:solidFill>
                    <a:effectLst/>
                    <a:uLnTx/>
                    <a:uFillTx/>
                    <a:latin typeface="Segoe Sans Text"/>
                    <a:cs typeface="Segoe Sans Text"/>
                  </a:endParaRPr>
                </a:p>
              </p:txBody>
            </p:sp>
          </p:grpSp>
          <p:grpSp>
            <p:nvGrpSpPr>
              <p:cNvPr id="40" name="Group 39">
                <a:extLst>
                  <a:ext uri="{FF2B5EF4-FFF2-40B4-BE49-F238E27FC236}">
                    <a16:creationId xmlns:a16="http://schemas.microsoft.com/office/drawing/2014/main" id="{7F71D8F8-7F12-183D-8C7E-0280A02BB331}"/>
                  </a:ext>
                </a:extLst>
              </p:cNvPr>
              <p:cNvGrpSpPr/>
              <p:nvPr/>
            </p:nvGrpSpPr>
            <p:grpSpPr>
              <a:xfrm>
                <a:off x="8575371" y="1474805"/>
                <a:ext cx="3638914" cy="2282546"/>
                <a:chOff x="702609" y="1142636"/>
                <a:chExt cx="5383289" cy="3193070"/>
              </a:xfrm>
            </p:grpSpPr>
            <p:sp>
              <p:nvSpPr>
                <p:cNvPr id="42" name="Rectangle: Rounded Corners 41">
                  <a:extLst>
                    <a:ext uri="{FF2B5EF4-FFF2-40B4-BE49-F238E27FC236}">
                      <a16:creationId xmlns:a16="http://schemas.microsoft.com/office/drawing/2014/main" id="{F8380A83-B2C3-F1C7-0804-586CC3E07EDB}"/>
                    </a:ext>
                  </a:extLst>
                </p:cNvPr>
                <p:cNvSpPr/>
                <p:nvPr/>
              </p:nvSpPr>
              <p:spPr bwMode="auto">
                <a:xfrm>
                  <a:off x="702609" y="1142636"/>
                  <a:ext cx="5383289" cy="3193070"/>
                </a:xfrm>
                <a:prstGeom prst="roundRect">
                  <a:avLst/>
                </a:prstGeom>
                <a:solidFill>
                  <a:srgbClr val="FFFFFF">
                    <a:lumMod val="6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pic>
              <p:nvPicPr>
                <p:cNvPr id="43" name="Picture 42" descr="A colorful hexagon with stars&#10;&#10;Description automatically generated">
                  <a:extLst>
                    <a:ext uri="{FF2B5EF4-FFF2-40B4-BE49-F238E27FC236}">
                      <a16:creationId xmlns:a16="http://schemas.microsoft.com/office/drawing/2014/main" id="{0B4A7D05-20E1-857D-85BF-CAD9FBA3E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8123" y="1730205"/>
                  <a:ext cx="1503848" cy="1042600"/>
                </a:xfrm>
                <a:prstGeom prst="rect">
                  <a:avLst/>
                </a:prstGeom>
              </p:spPr>
            </p:pic>
            <p:sp>
              <p:nvSpPr>
                <p:cNvPr id="44" name="TextBox 43">
                  <a:extLst>
                    <a:ext uri="{FF2B5EF4-FFF2-40B4-BE49-F238E27FC236}">
                      <a16:creationId xmlns:a16="http://schemas.microsoft.com/office/drawing/2014/main" id="{41628074-FD45-C2AE-2AE9-330C32FC741E}"/>
                    </a:ext>
                  </a:extLst>
                </p:cNvPr>
                <p:cNvSpPr txBox="1"/>
                <p:nvPr/>
              </p:nvSpPr>
              <p:spPr>
                <a:xfrm>
                  <a:off x="1908315" y="1326828"/>
                  <a:ext cx="2856634" cy="241986"/>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a:solidFill>
                        <a:srgbClr val="FFFFFF"/>
                      </a:solidFill>
                      <a:latin typeface="Segoe Sans Text"/>
                    </a:rPr>
                    <a:t>Azure AI Foundry</a:t>
                  </a:r>
                  <a:endParaRPr kumimoji="0" lang="en-US" sz="1400" b="0" i="0" u="none" strike="noStrike" kern="0" cap="none" spc="0" normalizeH="0" baseline="0" noProof="0">
                    <a:ln>
                      <a:noFill/>
                    </a:ln>
                    <a:solidFill>
                      <a:srgbClr val="FFFFFF"/>
                    </a:solidFill>
                    <a:effectLst/>
                    <a:uLnTx/>
                    <a:uFillTx/>
                    <a:latin typeface="Segoe Sans Text"/>
                  </a:endParaRPr>
                </a:p>
              </p:txBody>
            </p:sp>
            <p:sp>
              <p:nvSpPr>
                <p:cNvPr id="45" name="TextBox 44">
                  <a:extLst>
                    <a:ext uri="{FF2B5EF4-FFF2-40B4-BE49-F238E27FC236}">
                      <a16:creationId xmlns:a16="http://schemas.microsoft.com/office/drawing/2014/main" id="{B09647C6-98AD-E965-74CB-C5F63FAD6412}"/>
                    </a:ext>
                  </a:extLst>
                </p:cNvPr>
                <p:cNvSpPr txBox="1"/>
                <p:nvPr/>
              </p:nvSpPr>
              <p:spPr>
                <a:xfrm>
                  <a:off x="1437985" y="2948648"/>
                  <a:ext cx="3797291" cy="241986"/>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Sans Text"/>
                    </a:rPr>
                    <a:t>Foundry Agent Service</a:t>
                  </a:r>
                </a:p>
              </p:txBody>
            </p:sp>
          </p:grpSp>
          <p:cxnSp>
            <p:nvCxnSpPr>
              <p:cNvPr id="41" name="Straight Arrow Connector 40">
                <a:extLst>
                  <a:ext uri="{FF2B5EF4-FFF2-40B4-BE49-F238E27FC236}">
                    <a16:creationId xmlns:a16="http://schemas.microsoft.com/office/drawing/2014/main" id="{47FDF5A3-E857-88D7-FA09-E09EF0346290}"/>
                  </a:ext>
                </a:extLst>
              </p:cNvPr>
              <p:cNvCxnSpPr>
                <a:cxnSpLocks/>
              </p:cNvCxnSpPr>
              <p:nvPr/>
            </p:nvCxnSpPr>
            <p:spPr>
              <a:xfrm>
                <a:off x="7912052" y="2616077"/>
                <a:ext cx="670452" cy="0"/>
              </a:xfrm>
              <a:prstGeom prst="straightConnector1">
                <a:avLst/>
              </a:prstGeom>
              <a:noFill/>
              <a:ln w="9525" cap="flat" cmpd="sng" algn="ctr">
                <a:solidFill>
                  <a:srgbClr val="000000"/>
                </a:solidFill>
                <a:prstDash val="solid"/>
                <a:headEnd type="none" w="lg" len="med"/>
                <a:tailEnd type="triangle"/>
              </a:ln>
              <a:effectLst/>
            </p:spPr>
          </p:cxnSp>
        </p:grpSp>
        <p:sp>
          <p:nvSpPr>
            <p:cNvPr id="57" name="Rectangle: Rounded Corners 56">
              <a:extLst>
                <a:ext uri="{FF2B5EF4-FFF2-40B4-BE49-F238E27FC236}">
                  <a16:creationId xmlns:a16="http://schemas.microsoft.com/office/drawing/2014/main" id="{4A6BFFBC-40D0-B43E-DE71-0D6C73E778C9}"/>
                </a:ext>
              </a:extLst>
            </p:cNvPr>
            <p:cNvSpPr/>
            <p:nvPr/>
          </p:nvSpPr>
          <p:spPr bwMode="auto">
            <a:xfrm>
              <a:off x="8653036" y="5674466"/>
              <a:ext cx="3530499" cy="1174152"/>
            </a:xfrm>
            <a:prstGeom prst="roundRect">
              <a:avLst/>
            </a:prstGeom>
            <a:solidFill>
              <a:srgbClr val="FFFFFF">
                <a:lumMod val="6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58" name="TextBox 57">
              <a:extLst>
                <a:ext uri="{FF2B5EF4-FFF2-40B4-BE49-F238E27FC236}">
                  <a16:creationId xmlns:a16="http://schemas.microsoft.com/office/drawing/2014/main" id="{D0958B2E-4C35-8D02-EC81-75EB48A4DD7F}"/>
                </a:ext>
              </a:extLst>
            </p:cNvPr>
            <p:cNvSpPr txBox="1"/>
            <p:nvPr/>
          </p:nvSpPr>
          <p:spPr>
            <a:xfrm>
              <a:off x="9452566" y="5707373"/>
              <a:ext cx="1873453" cy="232615"/>
            </a:xfrm>
            <a:prstGeom prst="rect">
              <a:avLst/>
            </a:prstGeom>
            <a:noFill/>
          </p:spPr>
          <p:txBody>
            <a:bodyPr wrap="square" lIns="0" tIns="0" rIns="0" bIns="0" rtlCol="0">
              <a:spAutoFit/>
            </a:bodyPr>
            <a:lstStyle/>
            <a:p>
              <a:pPr algn="ctr">
                <a:defRPr/>
              </a:pPr>
              <a:r>
                <a:rPr lang="en-US" sz="1400">
                  <a:solidFill>
                    <a:srgbClr val="FFFFFF"/>
                  </a:solidFill>
                  <a:latin typeface="Segoe Sans Text"/>
                </a:rPr>
                <a:t>Containers</a:t>
              </a:r>
            </a:p>
          </p:txBody>
        </p:sp>
        <p:pic>
          <p:nvPicPr>
            <p:cNvPr id="59" name="Picture 2" descr="Azure Container Apps - Pricing | Microsoft Azure">
              <a:extLst>
                <a:ext uri="{FF2B5EF4-FFF2-40B4-BE49-F238E27FC236}">
                  <a16:creationId xmlns:a16="http://schemas.microsoft.com/office/drawing/2014/main" id="{2D226EAC-50E7-38CE-F669-99EDC8E898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9339" y="5992292"/>
              <a:ext cx="834895" cy="43832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4" descr="Pricing - Azure Kubernetes Service (AKS) | Microsoft Azure">
              <a:extLst>
                <a:ext uri="{FF2B5EF4-FFF2-40B4-BE49-F238E27FC236}">
                  <a16:creationId xmlns:a16="http://schemas.microsoft.com/office/drawing/2014/main" id="{F3F28D72-FFE7-EF63-4EDA-2BBEC5F74A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15583" y="5998983"/>
              <a:ext cx="750550" cy="394039"/>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28C6A057-EC73-F28D-5A55-4647DF7C281E}"/>
                </a:ext>
              </a:extLst>
            </p:cNvPr>
            <p:cNvSpPr txBox="1"/>
            <p:nvPr/>
          </p:nvSpPr>
          <p:spPr>
            <a:xfrm>
              <a:off x="8334718" y="6443689"/>
              <a:ext cx="1873453" cy="184666"/>
            </a:xfrm>
            <a:prstGeom prst="rect">
              <a:avLst/>
            </a:prstGeom>
            <a:noFill/>
          </p:spPr>
          <p:txBody>
            <a:bodyPr wrap="square" lIns="0" tIns="0" rIns="0" bIns="0" rtlCol="0">
              <a:spAutoFit/>
            </a:bodyPr>
            <a:lstStyle/>
            <a:p>
              <a:pPr algn="ctr">
                <a:defRPr/>
              </a:pPr>
              <a:r>
                <a:rPr lang="en-US" sz="1200">
                  <a:solidFill>
                    <a:srgbClr val="FFFFFF"/>
                  </a:solidFill>
                  <a:latin typeface="Segoe Sans Text"/>
                </a:rPr>
                <a:t>ACA</a:t>
              </a:r>
            </a:p>
          </p:txBody>
        </p:sp>
        <p:sp>
          <p:nvSpPr>
            <p:cNvPr id="62" name="TextBox 61">
              <a:extLst>
                <a:ext uri="{FF2B5EF4-FFF2-40B4-BE49-F238E27FC236}">
                  <a16:creationId xmlns:a16="http://schemas.microsoft.com/office/drawing/2014/main" id="{081B3DF1-2E37-E9FF-B0D7-5594F45A0F01}"/>
                </a:ext>
              </a:extLst>
            </p:cNvPr>
            <p:cNvSpPr txBox="1"/>
            <p:nvPr/>
          </p:nvSpPr>
          <p:spPr>
            <a:xfrm>
              <a:off x="9054131" y="6440868"/>
              <a:ext cx="1873453" cy="184666"/>
            </a:xfrm>
            <a:prstGeom prst="rect">
              <a:avLst/>
            </a:prstGeom>
            <a:noFill/>
          </p:spPr>
          <p:txBody>
            <a:bodyPr wrap="square" lIns="0" tIns="0" rIns="0" bIns="0" rtlCol="0">
              <a:spAutoFit/>
            </a:bodyPr>
            <a:lstStyle/>
            <a:p>
              <a:pPr algn="ctr">
                <a:defRPr/>
              </a:pPr>
              <a:r>
                <a:rPr lang="en-US" sz="1200">
                  <a:solidFill>
                    <a:srgbClr val="FFFFFF"/>
                  </a:solidFill>
                  <a:latin typeface="Segoe Sans Text"/>
                </a:rPr>
                <a:t>AKS</a:t>
              </a:r>
            </a:p>
          </p:txBody>
        </p:sp>
        <p:cxnSp>
          <p:nvCxnSpPr>
            <p:cNvPr id="63" name="Connector: Elbow 62">
              <a:extLst>
                <a:ext uri="{FF2B5EF4-FFF2-40B4-BE49-F238E27FC236}">
                  <a16:creationId xmlns:a16="http://schemas.microsoft.com/office/drawing/2014/main" id="{E491186E-480B-33C3-8F00-B9843B9C5A9D}"/>
                </a:ext>
              </a:extLst>
            </p:cNvPr>
            <p:cNvCxnSpPr>
              <a:cxnSpLocks/>
              <a:stCxn id="46" idx="3"/>
              <a:endCxn id="57" idx="1"/>
            </p:cNvCxnSpPr>
            <p:nvPr/>
          </p:nvCxnSpPr>
          <p:spPr>
            <a:xfrm>
              <a:off x="7976869" y="3940831"/>
              <a:ext cx="676167" cy="2320711"/>
            </a:xfrm>
            <a:prstGeom prst="bentConnector3">
              <a:avLst>
                <a:gd name="adj1" fmla="val 50000"/>
              </a:avLst>
            </a:prstGeom>
            <a:noFill/>
            <a:ln w="9525" cap="flat" cmpd="sng" algn="ctr">
              <a:solidFill>
                <a:srgbClr val="000000"/>
              </a:solidFill>
              <a:prstDash val="solid"/>
              <a:headEnd type="none" w="lg" len="med"/>
              <a:tailEnd type="triangle"/>
            </a:ln>
            <a:effectLst/>
          </p:spPr>
        </p:cxnSp>
        <p:sp>
          <p:nvSpPr>
            <p:cNvPr id="2048" name="Rectangle: Rounded Corners 2047">
              <a:extLst>
                <a:ext uri="{FF2B5EF4-FFF2-40B4-BE49-F238E27FC236}">
                  <a16:creationId xmlns:a16="http://schemas.microsoft.com/office/drawing/2014/main" id="{E1AC95F2-5259-1EB1-CD94-4715820E5433}"/>
                </a:ext>
              </a:extLst>
            </p:cNvPr>
            <p:cNvSpPr/>
            <p:nvPr/>
          </p:nvSpPr>
          <p:spPr bwMode="auto">
            <a:xfrm>
              <a:off x="4729841" y="4628958"/>
              <a:ext cx="7230246" cy="582716"/>
            </a:xfrm>
            <a:prstGeom prst="roundRect">
              <a:avLst/>
            </a:prstGeom>
            <a:solidFill>
              <a:srgbClr val="2A446F">
                <a:lumMod val="60000"/>
                <a:lumOff val="4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Segoe Sans Text"/>
                  <a:ea typeface="+mn-ea"/>
                  <a:cs typeface="+mn-cs"/>
                </a:rPr>
                <a:t>Shared runtime</a:t>
              </a:r>
            </a:p>
          </p:txBody>
        </p:sp>
        <p:sp>
          <p:nvSpPr>
            <p:cNvPr id="2049" name="Rectangle: Rounded Corners 2048">
              <a:extLst>
                <a:ext uri="{FF2B5EF4-FFF2-40B4-BE49-F238E27FC236}">
                  <a16:creationId xmlns:a16="http://schemas.microsoft.com/office/drawing/2014/main" id="{FAB82FF6-4524-462C-416C-3E43815265B9}"/>
                </a:ext>
              </a:extLst>
            </p:cNvPr>
            <p:cNvSpPr/>
            <p:nvPr/>
          </p:nvSpPr>
          <p:spPr bwMode="auto">
            <a:xfrm>
              <a:off x="5016656" y="4684643"/>
              <a:ext cx="2515198" cy="470190"/>
            </a:xfrm>
            <a:prstGeom prst="roundRect">
              <a:avLst/>
            </a:prstGeom>
            <a:solidFill>
              <a:srgbClr val="0078D4">
                <a:lumMod val="60000"/>
                <a:lumOff val="4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Segoe Sans Text"/>
                  <a:ea typeface="Segoe UI" pitchFamily="34" charset="0"/>
                  <a:cs typeface="Segoe UI" pitchFamily="34" charset="0"/>
                </a:rPr>
                <a:t>Unified SDK</a:t>
              </a:r>
            </a:p>
          </p:txBody>
        </p:sp>
        <p:sp>
          <p:nvSpPr>
            <p:cNvPr id="2051" name="Rectangle: Rounded Corners 2050">
              <a:extLst>
                <a:ext uri="{FF2B5EF4-FFF2-40B4-BE49-F238E27FC236}">
                  <a16:creationId xmlns:a16="http://schemas.microsoft.com/office/drawing/2014/main" id="{D5BE73E4-F043-5999-E8A6-9885824170C0}"/>
                </a:ext>
              </a:extLst>
            </p:cNvPr>
            <p:cNvSpPr/>
            <p:nvPr/>
          </p:nvSpPr>
          <p:spPr bwMode="auto">
            <a:xfrm>
              <a:off x="9023892" y="4684643"/>
              <a:ext cx="2741172" cy="470190"/>
            </a:xfrm>
            <a:prstGeom prst="roundRect">
              <a:avLst/>
            </a:prstGeom>
            <a:solidFill>
              <a:srgbClr val="49C5B1">
                <a:lumMod val="7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Segoe Sans Text"/>
                  <a:ea typeface="Segoe UI" pitchFamily="34" charset="0"/>
                  <a:cs typeface="Segoe UI" pitchFamily="34" charset="0"/>
                </a:rPr>
                <a:t>Foundry SDK</a:t>
              </a:r>
            </a:p>
          </p:txBody>
        </p:sp>
      </p:grpSp>
      <p:pic>
        <p:nvPicPr>
          <p:cNvPr id="3074" name="Picture 2" descr="Amazon Bedrock AgentCore (Preview) - AWS">
            <a:extLst>
              <a:ext uri="{FF2B5EF4-FFF2-40B4-BE49-F238E27FC236}">
                <a16:creationId xmlns:a16="http://schemas.microsoft.com/office/drawing/2014/main" id="{A0686188-05C1-9791-C88D-CD62D134C7E2}"/>
              </a:ext>
            </a:extLst>
          </p:cNvPr>
          <p:cNvPicPr>
            <a:picLocks noChangeAspect="1" noChangeArrowheads="1"/>
          </p:cNvPicPr>
          <p:nvPr/>
        </p:nvPicPr>
        <p:blipFill rotWithShape="1">
          <a:blip r:embed="rId6">
            <a:clrChange>
              <a:clrFrom>
                <a:srgbClr val="FEF7E5"/>
              </a:clrFrom>
              <a:clrTo>
                <a:srgbClr val="FEF7E5">
                  <a:alpha val="0"/>
                </a:srgbClr>
              </a:clrTo>
            </a:clrChange>
            <a:extLst>
              <a:ext uri="{28A0092B-C50C-407E-A947-70E740481C1C}">
                <a14:useLocalDpi xmlns:a14="http://schemas.microsoft.com/office/drawing/2010/main" val="0"/>
              </a:ext>
            </a:extLst>
          </a:blip>
          <a:srcRect/>
          <a:stretch>
            <a:fillRect/>
          </a:stretch>
        </p:blipFill>
        <p:spPr bwMode="auto">
          <a:xfrm>
            <a:off x="10571091" y="5171927"/>
            <a:ext cx="447746" cy="456230"/>
          </a:xfrm>
          <a:prstGeom prst="rect">
            <a:avLst/>
          </a:prstGeom>
          <a:noFill/>
          <a:extLst>
            <a:ext uri="{909E8E84-426E-40DD-AFC4-6F175D3DCCD1}">
              <a14:hiddenFill xmlns:a14="http://schemas.microsoft.com/office/drawing/2010/main">
                <a:solidFill>
                  <a:srgbClr val="FFFFFF"/>
                </a:solidFill>
              </a14:hiddenFill>
            </a:ext>
          </a:extLst>
        </p:spPr>
      </p:pic>
      <p:sp>
        <p:nvSpPr>
          <p:cNvPr id="2055" name="TextBox 2054">
            <a:extLst>
              <a:ext uri="{FF2B5EF4-FFF2-40B4-BE49-F238E27FC236}">
                <a16:creationId xmlns:a16="http://schemas.microsoft.com/office/drawing/2014/main" id="{F632F4B3-49C4-DAAC-9284-959ECE102BD6}"/>
              </a:ext>
            </a:extLst>
          </p:cNvPr>
          <p:cNvSpPr txBox="1"/>
          <p:nvPr/>
        </p:nvSpPr>
        <p:spPr>
          <a:xfrm>
            <a:off x="10283350" y="5627105"/>
            <a:ext cx="1023228" cy="338554"/>
          </a:xfrm>
          <a:prstGeom prst="rect">
            <a:avLst/>
          </a:prstGeom>
          <a:noFill/>
        </p:spPr>
        <p:txBody>
          <a:bodyPr wrap="square" lIns="0" tIns="0" rIns="0" bIns="0" rtlCol="0">
            <a:spAutoFit/>
          </a:bodyPr>
          <a:lstStyle/>
          <a:p>
            <a:pPr algn="ctr">
              <a:defRPr/>
            </a:pPr>
            <a:r>
              <a:rPr lang="en-US" sz="1100">
                <a:solidFill>
                  <a:srgbClr val="FFFFFF"/>
                </a:solidFill>
                <a:latin typeface="Segoe Sans Text"/>
              </a:rPr>
              <a:t>Bedrock </a:t>
            </a:r>
          </a:p>
          <a:p>
            <a:pPr algn="ctr">
              <a:defRPr/>
            </a:pPr>
            <a:r>
              <a:rPr lang="en-US" sz="1100" err="1">
                <a:solidFill>
                  <a:srgbClr val="FFFFFF"/>
                </a:solidFill>
                <a:latin typeface="Segoe Sans Text"/>
              </a:rPr>
              <a:t>AgentCore</a:t>
            </a:r>
            <a:endParaRPr lang="en-US" sz="1100">
              <a:solidFill>
                <a:srgbClr val="FFFFFF"/>
              </a:solidFill>
              <a:latin typeface="Segoe Sans Text"/>
            </a:endParaRPr>
          </a:p>
        </p:txBody>
      </p:sp>
      <p:pic>
        <p:nvPicPr>
          <p:cNvPr id="3078" name="Picture 6">
            <a:extLst>
              <a:ext uri="{FF2B5EF4-FFF2-40B4-BE49-F238E27FC236}">
                <a16:creationId xmlns:a16="http://schemas.microsoft.com/office/drawing/2014/main" id="{0048FBC2-EBD3-CCC4-FA1D-09BD733EC0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11392684" y="5206869"/>
            <a:ext cx="452293" cy="452293"/>
          </a:xfrm>
          <a:prstGeom prst="rect">
            <a:avLst/>
          </a:prstGeom>
          <a:noFill/>
          <a:extLst>
            <a:ext uri="{909E8E84-426E-40DD-AFC4-6F175D3DCCD1}">
              <a14:hiddenFill xmlns:a14="http://schemas.microsoft.com/office/drawing/2010/main">
                <a:solidFill>
                  <a:srgbClr val="FFFFFF"/>
                </a:solidFill>
              </a14:hiddenFill>
            </a:ext>
          </a:extLst>
        </p:spPr>
      </p:pic>
      <p:sp>
        <p:nvSpPr>
          <p:cNvPr id="2057" name="TextBox 2056">
            <a:extLst>
              <a:ext uri="{FF2B5EF4-FFF2-40B4-BE49-F238E27FC236}">
                <a16:creationId xmlns:a16="http://schemas.microsoft.com/office/drawing/2014/main" id="{BCA0EDA8-4883-B5F1-027B-4556B2CC179D}"/>
              </a:ext>
            </a:extLst>
          </p:cNvPr>
          <p:cNvSpPr txBox="1"/>
          <p:nvPr/>
        </p:nvSpPr>
        <p:spPr>
          <a:xfrm>
            <a:off x="11107216" y="5632420"/>
            <a:ext cx="1023228" cy="338554"/>
          </a:xfrm>
          <a:prstGeom prst="rect">
            <a:avLst/>
          </a:prstGeom>
          <a:noFill/>
        </p:spPr>
        <p:txBody>
          <a:bodyPr wrap="square" lIns="0" tIns="0" rIns="0" bIns="0" rtlCol="0">
            <a:spAutoFit/>
          </a:bodyPr>
          <a:lstStyle/>
          <a:p>
            <a:pPr algn="ctr">
              <a:defRPr/>
            </a:pPr>
            <a:r>
              <a:rPr lang="en-US" sz="1100">
                <a:solidFill>
                  <a:srgbClr val="FFFFFF"/>
                </a:solidFill>
                <a:latin typeface="Segoe Sans Text"/>
              </a:rPr>
              <a:t>Vertex AI  </a:t>
            </a:r>
          </a:p>
          <a:p>
            <a:pPr algn="ctr">
              <a:defRPr/>
            </a:pPr>
            <a:r>
              <a:rPr lang="en-US" sz="1100">
                <a:solidFill>
                  <a:srgbClr val="FFFFFF"/>
                </a:solidFill>
                <a:latin typeface="Segoe Sans Text"/>
              </a:rPr>
              <a:t>Agent Engine</a:t>
            </a:r>
          </a:p>
        </p:txBody>
      </p:sp>
      <p:pic>
        <p:nvPicPr>
          <p:cNvPr id="4" name="Picture 3" descr="A purple molecule structure on a black background&#10;&#10;AI-generated content may be incorrect.">
            <a:extLst>
              <a:ext uri="{FF2B5EF4-FFF2-40B4-BE49-F238E27FC236}">
                <a16:creationId xmlns:a16="http://schemas.microsoft.com/office/drawing/2014/main" id="{7F18D3FF-F614-CAF5-B9BA-284C703243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80595" y="2338642"/>
            <a:ext cx="1055593" cy="1055593"/>
          </a:xfrm>
          <a:prstGeom prst="rect">
            <a:avLst/>
          </a:prstGeom>
        </p:spPr>
      </p:pic>
    </p:spTree>
    <p:extLst>
      <p:ext uri="{BB962C8B-B14F-4D97-AF65-F5344CB8AC3E}">
        <p14:creationId xmlns:p14="http://schemas.microsoft.com/office/powerpoint/2010/main" val="180087480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A470-6CDF-5892-BA2C-19B9F193493D}"/>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57C85FBB-93B9-B1DA-C077-E898797295FB}"/>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Multi-Agent Orchestration</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E8DAED39-3118-2A52-FEAB-FABAF4828884}"/>
              </a:ext>
            </a:extLst>
          </p:cNvPr>
          <p:cNvSpPr>
            <a:spLocks noGrp="1"/>
          </p:cNvSpPr>
          <p:nvPr>
            <p:ph type="body" sz="quarter" idx="10"/>
          </p:nvPr>
        </p:nvSpPr>
        <p:spPr>
          <a:xfrm>
            <a:off x="588966" y="2252795"/>
            <a:ext cx="3821670" cy="2462213"/>
          </a:xfrm>
        </p:spPr>
        <p:txBody>
          <a:bodyPr/>
          <a:lstStyle/>
          <a:p>
            <a:r>
              <a:rPr lang="en-US" sz="2000"/>
              <a:t>Inherit advanced orchestration patterns from Microsoft Research’s </a:t>
            </a:r>
            <a:r>
              <a:rPr lang="en-US" sz="2000" err="1"/>
              <a:t>AutoGen</a:t>
            </a:r>
            <a:r>
              <a:rPr lang="en-US" sz="2000"/>
              <a:t> combined with Semantic Kernel’s durable workflow </a:t>
            </a:r>
            <a:r>
              <a:rPr lang="en-US" sz="2000" err="1"/>
              <a:t>orhcestration</a:t>
            </a:r>
            <a:r>
              <a:rPr lang="en-US" sz="2000"/>
              <a:t>. Prototype experimental patterns locally, then scale them confidently in production.</a:t>
            </a:r>
          </a:p>
        </p:txBody>
      </p:sp>
      <p:cxnSp>
        <p:nvCxnSpPr>
          <p:cNvPr id="2" name="Straight Connector 1">
            <a:extLst>
              <a:ext uri="{FF2B5EF4-FFF2-40B4-BE49-F238E27FC236}">
                <a16:creationId xmlns:a16="http://schemas.microsoft.com/office/drawing/2014/main" id="{13A71D0A-5B77-6949-AFBF-59A823447FA0}"/>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6" name="Group 195">
            <a:extLst>
              <a:ext uri="{FF2B5EF4-FFF2-40B4-BE49-F238E27FC236}">
                <a16:creationId xmlns:a16="http://schemas.microsoft.com/office/drawing/2014/main" id="{324F863D-67DD-9DA6-4889-928A1716AA24}"/>
              </a:ext>
            </a:extLst>
          </p:cNvPr>
          <p:cNvGrpSpPr/>
          <p:nvPr/>
        </p:nvGrpSpPr>
        <p:grpSpPr>
          <a:xfrm>
            <a:off x="5068306" y="1341762"/>
            <a:ext cx="6931195" cy="4174476"/>
            <a:chOff x="522599" y="1338132"/>
            <a:chExt cx="11090535" cy="5062668"/>
          </a:xfrm>
        </p:grpSpPr>
        <p:cxnSp>
          <p:nvCxnSpPr>
            <p:cNvPr id="133" name="Connettore diritto 13">
              <a:extLst>
                <a:ext uri="{FF2B5EF4-FFF2-40B4-BE49-F238E27FC236}">
                  <a16:creationId xmlns:a16="http://schemas.microsoft.com/office/drawing/2014/main" id="{5D01843B-2CDE-D9D9-0963-2F86936C2BDE}"/>
                </a:ext>
                <a:ext uri="{C183D7F6-B498-43B3-948B-1728B52AA6E4}">
                  <adec:decorative xmlns:adec="http://schemas.microsoft.com/office/drawing/2017/decorative" val="1"/>
                </a:ext>
              </a:extLst>
            </p:cNvPr>
            <p:cNvCxnSpPr>
              <a:cxnSpLocks/>
            </p:cNvCxnSpPr>
            <p:nvPr/>
          </p:nvCxnSpPr>
          <p:spPr>
            <a:xfrm flipH="1">
              <a:off x="809822" y="3802790"/>
              <a:ext cx="10578005" cy="0"/>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34" name="Connettore diritto 15">
              <a:extLst>
                <a:ext uri="{FF2B5EF4-FFF2-40B4-BE49-F238E27FC236}">
                  <a16:creationId xmlns:a16="http://schemas.microsoft.com/office/drawing/2014/main" id="{682E7B7F-2760-A448-1D40-2758F32C2413}"/>
                </a:ext>
                <a:ext uri="{C183D7F6-B498-43B3-948B-1728B52AA6E4}">
                  <adec:decorative xmlns:adec="http://schemas.microsoft.com/office/drawing/2017/decorative" val="1"/>
                </a:ext>
              </a:extLst>
            </p:cNvPr>
            <p:cNvCxnSpPr>
              <a:cxnSpLocks/>
            </p:cNvCxnSpPr>
            <p:nvPr/>
          </p:nvCxnSpPr>
          <p:spPr>
            <a:xfrm flipV="1">
              <a:off x="4212224" y="1542924"/>
              <a:ext cx="0" cy="4653085"/>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35" name="Connettore diritto 19">
              <a:extLst>
                <a:ext uri="{FF2B5EF4-FFF2-40B4-BE49-F238E27FC236}">
                  <a16:creationId xmlns:a16="http://schemas.microsoft.com/office/drawing/2014/main" id="{2D3DFA38-7642-504C-E3E0-66D9A6404F10}"/>
                </a:ext>
                <a:ext uri="{C183D7F6-B498-43B3-948B-1728B52AA6E4}">
                  <adec:decorative xmlns:adec="http://schemas.microsoft.com/office/drawing/2017/decorative" val="1"/>
                </a:ext>
              </a:extLst>
            </p:cNvPr>
            <p:cNvCxnSpPr>
              <a:cxnSpLocks/>
            </p:cNvCxnSpPr>
            <p:nvPr/>
          </p:nvCxnSpPr>
          <p:spPr>
            <a:xfrm flipV="1">
              <a:off x="7982821" y="1542924"/>
              <a:ext cx="0" cy="4653085"/>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136" name="TextBox 13">
              <a:extLst>
                <a:ext uri="{FF2B5EF4-FFF2-40B4-BE49-F238E27FC236}">
                  <a16:creationId xmlns:a16="http://schemas.microsoft.com/office/drawing/2014/main" id="{43D58924-6E1F-304A-8A71-92F1681D64CC}"/>
                </a:ext>
              </a:extLst>
            </p:cNvPr>
            <p:cNvSpPr txBox="1">
              <a:spLocks/>
            </p:cNvSpPr>
            <p:nvPr/>
          </p:nvSpPr>
          <p:spPr>
            <a:xfrm>
              <a:off x="4293197" y="3994333"/>
              <a:ext cx="3477325" cy="367024"/>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Magentic</a:t>
              </a:r>
            </a:p>
          </p:txBody>
        </p:sp>
        <p:sp>
          <p:nvSpPr>
            <p:cNvPr id="137" name="TextBox 13">
              <a:extLst>
                <a:ext uri="{FF2B5EF4-FFF2-40B4-BE49-F238E27FC236}">
                  <a16:creationId xmlns:a16="http://schemas.microsoft.com/office/drawing/2014/main" id="{4DBEAE99-3B62-80F2-C6E9-2B328E612A9C}"/>
                </a:ext>
              </a:extLst>
            </p:cNvPr>
            <p:cNvSpPr txBox="1">
              <a:spLocks/>
            </p:cNvSpPr>
            <p:nvPr/>
          </p:nvSpPr>
          <p:spPr>
            <a:xfrm>
              <a:off x="522599" y="3994333"/>
              <a:ext cx="3477325" cy="367024"/>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Group Chat</a:t>
              </a:r>
            </a:p>
          </p:txBody>
        </p:sp>
        <p:grpSp>
          <p:nvGrpSpPr>
            <p:cNvPr id="138" name="Group 137" descr="Visual representing the case of network where 2 or more agents have a worker or reviewer role">
              <a:extLst>
                <a:ext uri="{FF2B5EF4-FFF2-40B4-BE49-F238E27FC236}">
                  <a16:creationId xmlns:a16="http://schemas.microsoft.com/office/drawing/2014/main" id="{1759489A-6F3B-AB2B-B61C-50454BB8A562}"/>
                </a:ext>
              </a:extLst>
            </p:cNvPr>
            <p:cNvGrpSpPr/>
            <p:nvPr/>
          </p:nvGrpSpPr>
          <p:grpSpPr>
            <a:xfrm>
              <a:off x="1768165" y="4454885"/>
              <a:ext cx="1010534" cy="1656327"/>
              <a:chOff x="9362853" y="1924459"/>
              <a:chExt cx="1010534" cy="1656327"/>
            </a:xfrm>
          </p:grpSpPr>
          <p:sp>
            <p:nvSpPr>
              <p:cNvPr id="139" name="Rectangle: Rounded Corners 8">
                <a:extLst>
                  <a:ext uri="{FF2B5EF4-FFF2-40B4-BE49-F238E27FC236}">
                    <a16:creationId xmlns:a16="http://schemas.microsoft.com/office/drawing/2014/main" id="{E442FFAC-F89B-16D6-1946-43C7D0DC19CB}"/>
                  </a:ext>
                  <a:ext uri="{C183D7F6-B498-43B3-948B-1728B52AA6E4}">
                    <adec:decorative xmlns:adec="http://schemas.microsoft.com/office/drawing/2017/decorative" val="1"/>
                  </a:ext>
                </a:extLst>
              </p:cNvPr>
              <p:cNvSpPr/>
              <p:nvPr/>
            </p:nvSpPr>
            <p:spPr bwMode="auto">
              <a:xfrm>
                <a:off x="9387177" y="1924459"/>
                <a:ext cx="961887" cy="336552"/>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worker</a:t>
                </a:r>
              </a:p>
            </p:txBody>
          </p:sp>
          <p:sp>
            <p:nvSpPr>
              <p:cNvPr id="140" name="Rectangle: Rounded Corners 8">
                <a:extLst>
                  <a:ext uri="{FF2B5EF4-FFF2-40B4-BE49-F238E27FC236}">
                    <a16:creationId xmlns:a16="http://schemas.microsoft.com/office/drawing/2014/main" id="{BA987627-707B-EE26-D433-4198216EA9FC}"/>
                  </a:ext>
                  <a:ext uri="{C183D7F6-B498-43B3-948B-1728B52AA6E4}">
                    <adec:decorative xmlns:adec="http://schemas.microsoft.com/office/drawing/2017/decorative" val="1"/>
                  </a:ext>
                </a:extLst>
              </p:cNvPr>
              <p:cNvSpPr/>
              <p:nvPr/>
            </p:nvSpPr>
            <p:spPr bwMode="auto">
              <a:xfrm>
                <a:off x="9362853" y="3244234"/>
                <a:ext cx="1010534" cy="336552"/>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reviewer</a:t>
                </a:r>
              </a:p>
            </p:txBody>
          </p:sp>
          <p:sp>
            <p:nvSpPr>
              <p:cNvPr id="141" name="Arco 65">
                <a:extLst>
                  <a:ext uri="{FF2B5EF4-FFF2-40B4-BE49-F238E27FC236}">
                    <a16:creationId xmlns:a16="http://schemas.microsoft.com/office/drawing/2014/main" id="{21C24D3C-0ECF-BC6E-11E3-7C1B8F406AB5}"/>
                  </a:ext>
                  <a:ext uri="{C183D7F6-B498-43B3-948B-1728B52AA6E4}">
                    <adec:decorative xmlns:adec="http://schemas.microsoft.com/office/drawing/2017/decorative" val="1"/>
                  </a:ext>
                </a:extLst>
              </p:cNvPr>
              <p:cNvSpPr/>
              <p:nvPr/>
            </p:nvSpPr>
            <p:spPr>
              <a:xfrm>
                <a:off x="9537162" y="2418752"/>
                <a:ext cx="661916" cy="667742"/>
              </a:xfrm>
              <a:prstGeom prst="arc">
                <a:avLst>
                  <a:gd name="adj1" fmla="val 17306097"/>
                  <a:gd name="adj2" fmla="val 1569422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42" name="TextBox 13">
              <a:extLst>
                <a:ext uri="{FF2B5EF4-FFF2-40B4-BE49-F238E27FC236}">
                  <a16:creationId xmlns:a16="http://schemas.microsoft.com/office/drawing/2014/main" id="{57B6A2BC-13D4-A7E9-22E0-BD1A638A7F53}"/>
                </a:ext>
              </a:extLst>
            </p:cNvPr>
            <p:cNvSpPr txBox="1">
              <a:spLocks/>
            </p:cNvSpPr>
            <p:nvPr/>
          </p:nvSpPr>
          <p:spPr>
            <a:xfrm>
              <a:off x="4305973" y="1661335"/>
              <a:ext cx="3477325" cy="367024"/>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Concurrent</a:t>
              </a:r>
            </a:p>
          </p:txBody>
        </p:sp>
        <p:sp>
          <p:nvSpPr>
            <p:cNvPr id="143" name="Rectangle: Rounded Corners 8">
              <a:extLst>
                <a:ext uri="{FF2B5EF4-FFF2-40B4-BE49-F238E27FC236}">
                  <a16:creationId xmlns:a16="http://schemas.microsoft.com/office/drawing/2014/main" id="{3FBC6F24-A1BD-06A4-4466-AE867080BCA0}"/>
                </a:ext>
                <a:ext uri="{C183D7F6-B498-43B3-948B-1728B52AA6E4}">
                  <adec:decorative xmlns:adec="http://schemas.microsoft.com/office/drawing/2017/decorative" val="1"/>
                </a:ext>
              </a:extLst>
            </p:cNvPr>
            <p:cNvSpPr/>
            <p:nvPr/>
          </p:nvSpPr>
          <p:spPr bwMode="auto">
            <a:xfrm>
              <a:off x="9559829" y="5293551"/>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44" name="Connettore 2 130">
              <a:extLst>
                <a:ext uri="{FF2B5EF4-FFF2-40B4-BE49-F238E27FC236}">
                  <a16:creationId xmlns:a16="http://schemas.microsoft.com/office/drawing/2014/main" id="{5F7E299C-C932-9A4A-B3B5-C155DC737AB9}"/>
                </a:ext>
                <a:ext uri="{C183D7F6-B498-43B3-948B-1728B52AA6E4}">
                  <adec:decorative xmlns:adec="http://schemas.microsoft.com/office/drawing/2017/decorative" val="1"/>
                </a:ext>
              </a:extLst>
            </p:cNvPr>
            <p:cNvCxnSpPr>
              <a:cxnSpLocks/>
              <a:stCxn id="145" idx="2"/>
              <a:endCxn id="147" idx="0"/>
            </p:cNvCxnSpPr>
            <p:nvPr/>
          </p:nvCxnSpPr>
          <p:spPr>
            <a:xfrm>
              <a:off x="8942531" y="4971750"/>
              <a:ext cx="2915" cy="320338"/>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45" name="Rectangle: Rounded Corners 8">
              <a:extLst>
                <a:ext uri="{FF2B5EF4-FFF2-40B4-BE49-F238E27FC236}">
                  <a16:creationId xmlns:a16="http://schemas.microsoft.com/office/drawing/2014/main" id="{57422CF0-3591-6F64-F072-8C0708ECFD66}"/>
                </a:ext>
                <a:ext uri="{C183D7F6-B498-43B3-948B-1728B52AA6E4}">
                  <adec:decorative xmlns:adec="http://schemas.microsoft.com/office/drawing/2017/decorative" val="1"/>
                </a:ext>
              </a:extLst>
            </p:cNvPr>
            <p:cNvSpPr/>
            <p:nvPr/>
          </p:nvSpPr>
          <p:spPr bwMode="auto">
            <a:xfrm>
              <a:off x="8704627" y="4734000"/>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46" name="Rectangle: Rounded Corners 8">
              <a:extLst>
                <a:ext uri="{FF2B5EF4-FFF2-40B4-BE49-F238E27FC236}">
                  <a16:creationId xmlns:a16="http://schemas.microsoft.com/office/drawing/2014/main" id="{6133A954-2F58-B861-4082-0E1AFE43E191}"/>
                </a:ext>
                <a:ext uri="{C183D7F6-B498-43B3-948B-1728B52AA6E4}">
                  <adec:decorative xmlns:adec="http://schemas.microsoft.com/office/drawing/2017/decorative" val="1"/>
                </a:ext>
              </a:extLst>
            </p:cNvPr>
            <p:cNvSpPr/>
            <p:nvPr/>
          </p:nvSpPr>
          <p:spPr bwMode="auto">
            <a:xfrm>
              <a:off x="9559830" y="4736934"/>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47" name="Rectangle: Rounded Corners 8">
              <a:extLst>
                <a:ext uri="{FF2B5EF4-FFF2-40B4-BE49-F238E27FC236}">
                  <a16:creationId xmlns:a16="http://schemas.microsoft.com/office/drawing/2014/main" id="{52B0C3F4-ABA3-0F9A-8867-C7714BFC0CBF}"/>
                </a:ext>
                <a:ext uri="{C183D7F6-B498-43B3-948B-1728B52AA6E4}">
                  <adec:decorative xmlns:adec="http://schemas.microsoft.com/office/drawing/2017/decorative" val="1"/>
                </a:ext>
              </a:extLst>
            </p:cNvPr>
            <p:cNvSpPr/>
            <p:nvPr/>
          </p:nvSpPr>
          <p:spPr bwMode="auto">
            <a:xfrm>
              <a:off x="8707542" y="5292088"/>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48" name="Rectangle: Rounded Corners 8">
              <a:extLst>
                <a:ext uri="{FF2B5EF4-FFF2-40B4-BE49-F238E27FC236}">
                  <a16:creationId xmlns:a16="http://schemas.microsoft.com/office/drawing/2014/main" id="{1F6FAD3E-E8B4-A643-6E6B-E7BD8BFC8D85}"/>
                </a:ext>
                <a:ext uri="{C183D7F6-B498-43B3-948B-1728B52AA6E4}">
                  <adec:decorative xmlns:adec="http://schemas.microsoft.com/office/drawing/2017/decorative" val="1"/>
                </a:ext>
              </a:extLst>
            </p:cNvPr>
            <p:cNvSpPr/>
            <p:nvPr/>
          </p:nvSpPr>
          <p:spPr bwMode="auto">
            <a:xfrm>
              <a:off x="10485243" y="4734000"/>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49" name="Rectangle: Rounded Corners 8">
              <a:extLst>
                <a:ext uri="{FF2B5EF4-FFF2-40B4-BE49-F238E27FC236}">
                  <a16:creationId xmlns:a16="http://schemas.microsoft.com/office/drawing/2014/main" id="{39A8A86A-9975-325A-2A28-0CA2C57B1D8E}"/>
                </a:ext>
                <a:ext uri="{C183D7F6-B498-43B3-948B-1728B52AA6E4}">
                  <adec:decorative xmlns:adec="http://schemas.microsoft.com/office/drawing/2017/decorative" val="1"/>
                </a:ext>
              </a:extLst>
            </p:cNvPr>
            <p:cNvSpPr/>
            <p:nvPr/>
          </p:nvSpPr>
          <p:spPr bwMode="auto">
            <a:xfrm>
              <a:off x="10479731" y="5303842"/>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50" name="Connettore 2 127">
              <a:extLst>
                <a:ext uri="{FF2B5EF4-FFF2-40B4-BE49-F238E27FC236}">
                  <a16:creationId xmlns:a16="http://schemas.microsoft.com/office/drawing/2014/main" id="{5DE86034-1841-9964-0A47-191882EB3F60}"/>
                </a:ext>
                <a:ext uri="{C183D7F6-B498-43B3-948B-1728B52AA6E4}">
                  <adec:decorative xmlns:adec="http://schemas.microsoft.com/office/drawing/2017/decorative" val="1"/>
                </a:ext>
              </a:extLst>
            </p:cNvPr>
            <p:cNvCxnSpPr>
              <a:cxnSpLocks/>
              <a:stCxn id="145" idx="3"/>
              <a:endCxn id="146" idx="1"/>
            </p:cNvCxnSpPr>
            <p:nvPr/>
          </p:nvCxnSpPr>
          <p:spPr>
            <a:xfrm>
              <a:off x="9180436" y="4852876"/>
              <a:ext cx="379394" cy="2934"/>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51" name="Connettore 2 133">
              <a:extLst>
                <a:ext uri="{FF2B5EF4-FFF2-40B4-BE49-F238E27FC236}">
                  <a16:creationId xmlns:a16="http://schemas.microsoft.com/office/drawing/2014/main" id="{803BB5E8-17DB-8053-5F9B-ACEB493AE334}"/>
                </a:ext>
                <a:ext uri="{C183D7F6-B498-43B3-948B-1728B52AA6E4}">
                  <adec:decorative xmlns:adec="http://schemas.microsoft.com/office/drawing/2017/decorative" val="1"/>
                </a:ext>
              </a:extLst>
            </p:cNvPr>
            <p:cNvCxnSpPr>
              <a:cxnSpLocks/>
              <a:stCxn id="147" idx="3"/>
              <a:endCxn id="143" idx="1"/>
            </p:cNvCxnSpPr>
            <p:nvPr/>
          </p:nvCxnSpPr>
          <p:spPr>
            <a:xfrm>
              <a:off x="9183351" y="5410964"/>
              <a:ext cx="376478" cy="1463"/>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52" name="Connettore 2 143">
              <a:extLst>
                <a:ext uri="{FF2B5EF4-FFF2-40B4-BE49-F238E27FC236}">
                  <a16:creationId xmlns:a16="http://schemas.microsoft.com/office/drawing/2014/main" id="{F33AB2DF-C45B-B123-9DDA-B7BEF1558416}"/>
                </a:ext>
                <a:ext uri="{C183D7F6-B498-43B3-948B-1728B52AA6E4}">
                  <adec:decorative xmlns:adec="http://schemas.microsoft.com/office/drawing/2017/decorative" val="1"/>
                </a:ext>
              </a:extLst>
            </p:cNvPr>
            <p:cNvCxnSpPr>
              <a:cxnSpLocks/>
              <a:stCxn id="143" idx="0"/>
              <a:endCxn id="146" idx="2"/>
            </p:cNvCxnSpPr>
            <p:nvPr/>
          </p:nvCxnSpPr>
          <p:spPr>
            <a:xfrm flipV="1">
              <a:off x="9797734" y="4974685"/>
              <a:ext cx="1" cy="318866"/>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53" name="Connettore 2 145">
              <a:extLst>
                <a:ext uri="{FF2B5EF4-FFF2-40B4-BE49-F238E27FC236}">
                  <a16:creationId xmlns:a16="http://schemas.microsoft.com/office/drawing/2014/main" id="{DA3495BC-A060-076A-DBA5-C8389283F89C}"/>
                </a:ext>
                <a:ext uri="{C183D7F6-B498-43B3-948B-1728B52AA6E4}">
                  <adec:decorative xmlns:adec="http://schemas.microsoft.com/office/drawing/2017/decorative" val="1"/>
                </a:ext>
              </a:extLst>
            </p:cNvPr>
            <p:cNvCxnSpPr>
              <a:cxnSpLocks/>
              <a:stCxn id="146" idx="3"/>
              <a:endCxn id="148" idx="1"/>
            </p:cNvCxnSpPr>
            <p:nvPr/>
          </p:nvCxnSpPr>
          <p:spPr>
            <a:xfrm flipV="1">
              <a:off x="10035639" y="4852876"/>
              <a:ext cx="449604" cy="2934"/>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54" name="Connettore 2 149">
              <a:extLst>
                <a:ext uri="{FF2B5EF4-FFF2-40B4-BE49-F238E27FC236}">
                  <a16:creationId xmlns:a16="http://schemas.microsoft.com/office/drawing/2014/main" id="{FDC517BB-4A86-F04B-D1B8-BD5E62FEB053}"/>
                </a:ext>
                <a:ext uri="{C183D7F6-B498-43B3-948B-1728B52AA6E4}">
                  <adec:decorative xmlns:adec="http://schemas.microsoft.com/office/drawing/2017/decorative" val="1"/>
                </a:ext>
              </a:extLst>
            </p:cNvPr>
            <p:cNvCxnSpPr>
              <a:cxnSpLocks/>
              <a:stCxn id="148" idx="2"/>
              <a:endCxn id="149" idx="0"/>
            </p:cNvCxnSpPr>
            <p:nvPr/>
          </p:nvCxnSpPr>
          <p:spPr>
            <a:xfrm flipH="1">
              <a:off x="10717636" y="4971751"/>
              <a:ext cx="5512" cy="332091"/>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55" name="TextBox 13">
              <a:extLst>
                <a:ext uri="{FF2B5EF4-FFF2-40B4-BE49-F238E27FC236}">
                  <a16:creationId xmlns:a16="http://schemas.microsoft.com/office/drawing/2014/main" id="{45DDF0C1-E0DE-EEB6-6738-86523BEED21D}"/>
                </a:ext>
              </a:extLst>
            </p:cNvPr>
            <p:cNvSpPr txBox="1">
              <a:spLocks/>
            </p:cNvSpPr>
            <p:nvPr/>
          </p:nvSpPr>
          <p:spPr>
            <a:xfrm>
              <a:off x="8135809" y="3994333"/>
              <a:ext cx="3477325" cy="367024"/>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Workflow Process</a:t>
              </a:r>
            </a:p>
          </p:txBody>
        </p:sp>
        <p:grpSp>
          <p:nvGrpSpPr>
            <p:cNvPr id="156" name="Group 155" descr="Visual representing how each agent communicates with a single supervisor agent">
              <a:extLst>
                <a:ext uri="{FF2B5EF4-FFF2-40B4-BE49-F238E27FC236}">
                  <a16:creationId xmlns:a16="http://schemas.microsoft.com/office/drawing/2014/main" id="{4A722645-B1ED-EF68-4C87-EED671B1831F}"/>
                </a:ext>
              </a:extLst>
            </p:cNvPr>
            <p:cNvGrpSpPr/>
            <p:nvPr/>
          </p:nvGrpSpPr>
          <p:grpSpPr>
            <a:xfrm>
              <a:off x="4930753" y="2289000"/>
              <a:ext cx="2220691" cy="873176"/>
              <a:chOff x="1216580" y="4733925"/>
              <a:chExt cx="2220691" cy="873176"/>
            </a:xfrm>
          </p:grpSpPr>
          <p:sp>
            <p:nvSpPr>
              <p:cNvPr id="157" name="Rectangle: Rounded Corners 8">
                <a:extLst>
                  <a:ext uri="{FF2B5EF4-FFF2-40B4-BE49-F238E27FC236}">
                    <a16:creationId xmlns:a16="http://schemas.microsoft.com/office/drawing/2014/main" id="{038BB180-F1FF-2D68-05F6-C51E20C34A76}"/>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158" name="Rectangle: Rounded Corners 8">
                <a:extLst>
                  <a:ext uri="{FF2B5EF4-FFF2-40B4-BE49-F238E27FC236}">
                    <a16:creationId xmlns:a16="http://schemas.microsoft.com/office/drawing/2014/main" id="{0164D278-6EC0-58A1-A32B-D70F4F2FAE55}"/>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59" name="Rectangle: Rounded Corners 8">
                <a:extLst>
                  <a:ext uri="{FF2B5EF4-FFF2-40B4-BE49-F238E27FC236}">
                    <a16:creationId xmlns:a16="http://schemas.microsoft.com/office/drawing/2014/main" id="{CAACA68B-9AC5-E72C-8537-F36BB2566EE9}"/>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60" name="Rectangle: Rounded Corners 8">
                <a:extLst>
                  <a:ext uri="{FF2B5EF4-FFF2-40B4-BE49-F238E27FC236}">
                    <a16:creationId xmlns:a16="http://schemas.microsoft.com/office/drawing/2014/main" id="{9C9765AD-EBC4-8915-FF44-B984AA537343}"/>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61" name="Connettore 2 74">
                <a:extLst>
                  <a:ext uri="{FF2B5EF4-FFF2-40B4-BE49-F238E27FC236}">
                    <a16:creationId xmlns:a16="http://schemas.microsoft.com/office/drawing/2014/main" id="{ADA6B853-9EBC-6CFC-E0FB-1F14B9FF8354}"/>
                  </a:ext>
                  <a:ext uri="{C183D7F6-B498-43B3-948B-1728B52AA6E4}">
                    <adec:decorative xmlns:adec="http://schemas.microsoft.com/office/drawing/2017/decorative" val="1"/>
                  </a:ext>
                </a:extLst>
              </p:cNvPr>
              <p:cNvCxnSpPr>
                <a:cxnSpLocks/>
                <a:stCxn id="158" idx="0"/>
              </p:cNvCxnSpPr>
              <p:nvPr/>
            </p:nvCxnSpPr>
            <p:spPr>
              <a:xfrm flipV="1">
                <a:off x="1499020" y="4995559"/>
                <a:ext cx="555205" cy="329284"/>
              </a:xfrm>
              <a:prstGeom prst="straightConnector1">
                <a:avLst/>
              </a:prstGeom>
              <a:ln w="12700" cap="rnd">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62" name="Connettore 2 75">
                <a:extLst>
                  <a:ext uri="{FF2B5EF4-FFF2-40B4-BE49-F238E27FC236}">
                    <a16:creationId xmlns:a16="http://schemas.microsoft.com/office/drawing/2014/main" id="{7EA56711-80CA-B14F-0E6D-87636A6D3479}"/>
                  </a:ext>
                  <a:ext uri="{C183D7F6-B498-43B3-948B-1728B52AA6E4}">
                    <adec:decorative xmlns:adec="http://schemas.microsoft.com/office/drawing/2017/decorative" val="1"/>
                  </a:ext>
                </a:extLst>
              </p:cNvPr>
              <p:cNvCxnSpPr>
                <a:cxnSpLocks/>
                <a:stCxn id="159" idx="0"/>
                <a:endCxn id="157" idx="2"/>
              </p:cNvCxnSpPr>
              <p:nvPr/>
            </p:nvCxnSpPr>
            <p:spPr>
              <a:xfrm flipV="1">
                <a:off x="2326925" y="5016183"/>
                <a:ext cx="0" cy="308660"/>
              </a:xfrm>
              <a:prstGeom prst="straightConnector1">
                <a:avLst/>
              </a:prstGeom>
              <a:ln w="12700" cap="rnd">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63" name="Connettore 2 78">
                <a:extLst>
                  <a:ext uri="{FF2B5EF4-FFF2-40B4-BE49-F238E27FC236}">
                    <a16:creationId xmlns:a16="http://schemas.microsoft.com/office/drawing/2014/main" id="{77FC0854-0D9B-7D5D-53E2-A487BD5A5B6A}"/>
                  </a:ext>
                  <a:ext uri="{C183D7F6-B498-43B3-948B-1728B52AA6E4}">
                    <adec:decorative xmlns:adec="http://schemas.microsoft.com/office/drawing/2017/decorative" val="1"/>
                  </a:ext>
                </a:extLst>
              </p:cNvPr>
              <p:cNvCxnSpPr>
                <a:cxnSpLocks/>
                <a:stCxn id="160" idx="0"/>
              </p:cNvCxnSpPr>
              <p:nvPr/>
            </p:nvCxnSpPr>
            <p:spPr>
              <a:xfrm flipH="1" flipV="1">
                <a:off x="2603500" y="4995559"/>
                <a:ext cx="551331" cy="329284"/>
              </a:xfrm>
              <a:prstGeom prst="straightConnector1">
                <a:avLst/>
              </a:prstGeom>
              <a:ln w="12700" cap="rnd">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grpSp>
        <p:sp>
          <p:nvSpPr>
            <p:cNvPr id="164" name="TextBox 13">
              <a:extLst>
                <a:ext uri="{FF2B5EF4-FFF2-40B4-BE49-F238E27FC236}">
                  <a16:creationId xmlns:a16="http://schemas.microsoft.com/office/drawing/2014/main" id="{1351DE55-9564-8AD2-D4EC-91AD669B64E3}"/>
                </a:ext>
              </a:extLst>
            </p:cNvPr>
            <p:cNvSpPr txBox="1">
              <a:spLocks/>
            </p:cNvSpPr>
            <p:nvPr/>
          </p:nvSpPr>
          <p:spPr>
            <a:xfrm>
              <a:off x="8001950" y="1661335"/>
              <a:ext cx="3477325" cy="367024"/>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Handoff</a:t>
              </a:r>
            </a:p>
          </p:txBody>
        </p:sp>
        <p:sp>
          <p:nvSpPr>
            <p:cNvPr id="165" name="Rounded Rectangle 11">
              <a:extLst>
                <a:ext uri="{FF2B5EF4-FFF2-40B4-BE49-F238E27FC236}">
                  <a16:creationId xmlns:a16="http://schemas.microsoft.com/office/drawing/2014/main" id="{06ED172E-2286-EE17-8BE3-D194AD146C14}"/>
                </a:ext>
                <a:ext uri="{C183D7F6-B498-43B3-948B-1728B52AA6E4}">
                  <adec:decorative xmlns:adec="http://schemas.microsoft.com/office/drawing/2017/decorative" val="1"/>
                </a:ext>
              </a:extLst>
            </p:cNvPr>
            <p:cNvSpPr>
              <a:spLocks/>
            </p:cNvSpPr>
            <p:nvPr/>
          </p:nvSpPr>
          <p:spPr bwMode="auto">
            <a:xfrm>
              <a:off x="588262" y="1338132"/>
              <a:ext cx="11021125" cy="5062668"/>
            </a:xfrm>
            <a:prstGeom prst="roundRect">
              <a:avLst>
                <a:gd name="adj" fmla="val 5687"/>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166" name="TextBox 13">
              <a:extLst>
                <a:ext uri="{FF2B5EF4-FFF2-40B4-BE49-F238E27FC236}">
                  <a16:creationId xmlns:a16="http://schemas.microsoft.com/office/drawing/2014/main" id="{43ADA3C9-B36E-8E26-3321-A944DAFB25D8}"/>
                </a:ext>
              </a:extLst>
            </p:cNvPr>
            <p:cNvSpPr txBox="1">
              <a:spLocks/>
            </p:cNvSpPr>
            <p:nvPr/>
          </p:nvSpPr>
          <p:spPr>
            <a:xfrm>
              <a:off x="584515" y="1661335"/>
              <a:ext cx="3477325" cy="367024"/>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Sequential</a:t>
              </a:r>
            </a:p>
          </p:txBody>
        </p:sp>
        <p:grpSp>
          <p:nvGrpSpPr>
            <p:cNvPr id="167" name="Group 166">
              <a:extLst>
                <a:ext uri="{FF2B5EF4-FFF2-40B4-BE49-F238E27FC236}">
                  <a16:creationId xmlns:a16="http://schemas.microsoft.com/office/drawing/2014/main" id="{3FB8F5DE-5C1E-1DCF-AD8E-AE684FE58D43}"/>
                </a:ext>
              </a:extLst>
            </p:cNvPr>
            <p:cNvGrpSpPr/>
            <p:nvPr/>
          </p:nvGrpSpPr>
          <p:grpSpPr>
            <a:xfrm>
              <a:off x="2073817" y="2119797"/>
              <a:ext cx="564880" cy="1238886"/>
              <a:chOff x="5717577" y="4680787"/>
              <a:chExt cx="564880" cy="1238886"/>
            </a:xfrm>
          </p:grpSpPr>
          <p:sp>
            <p:nvSpPr>
              <p:cNvPr id="168" name="Rectangle: Rounded Corners 8">
                <a:extLst>
                  <a:ext uri="{FF2B5EF4-FFF2-40B4-BE49-F238E27FC236}">
                    <a16:creationId xmlns:a16="http://schemas.microsoft.com/office/drawing/2014/main" id="{326308DB-4AA6-C672-3489-CBCEFE7667EA}"/>
                  </a:ext>
                  <a:ext uri="{C183D7F6-B498-43B3-948B-1728B52AA6E4}">
                    <adec:decorative xmlns:adec="http://schemas.microsoft.com/office/drawing/2017/decorative" val="1"/>
                  </a:ext>
                </a:extLst>
              </p:cNvPr>
              <p:cNvSpPr>
                <a:spLocks/>
              </p:cNvSpPr>
              <p:nvPr/>
            </p:nvSpPr>
            <p:spPr bwMode="auto">
              <a:xfrm>
                <a:off x="5717577" y="5158945"/>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grpSp>
            <p:nvGrpSpPr>
              <p:cNvPr id="169" name="Group 168">
                <a:extLst>
                  <a:ext uri="{FF2B5EF4-FFF2-40B4-BE49-F238E27FC236}">
                    <a16:creationId xmlns:a16="http://schemas.microsoft.com/office/drawing/2014/main" id="{1B87C1CA-8880-AC2D-47A0-685B6CC10CE0}"/>
                  </a:ext>
                </a:extLst>
              </p:cNvPr>
              <p:cNvGrpSpPr/>
              <p:nvPr/>
            </p:nvGrpSpPr>
            <p:grpSpPr>
              <a:xfrm>
                <a:off x="5717577" y="4680787"/>
                <a:ext cx="564880" cy="1238886"/>
                <a:chOff x="5717577" y="4680787"/>
                <a:chExt cx="564880" cy="1238886"/>
              </a:xfrm>
            </p:grpSpPr>
            <p:sp>
              <p:nvSpPr>
                <p:cNvPr id="170" name="Rectangle: Rounded Corners 8">
                  <a:extLst>
                    <a:ext uri="{FF2B5EF4-FFF2-40B4-BE49-F238E27FC236}">
                      <a16:creationId xmlns:a16="http://schemas.microsoft.com/office/drawing/2014/main" id="{20B2BE93-6A43-F1D9-3D30-DC174BE3C35B}"/>
                    </a:ext>
                    <a:ext uri="{C183D7F6-B498-43B3-948B-1728B52AA6E4}">
                      <adec:decorative xmlns:adec="http://schemas.microsoft.com/office/drawing/2017/decorative" val="1"/>
                    </a:ext>
                  </a:extLst>
                </p:cNvPr>
                <p:cNvSpPr/>
                <p:nvPr/>
              </p:nvSpPr>
              <p:spPr bwMode="auto">
                <a:xfrm>
                  <a:off x="5717577" y="4680787"/>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171" name="Rectangle: Rounded Corners 8">
                  <a:extLst>
                    <a:ext uri="{FF2B5EF4-FFF2-40B4-BE49-F238E27FC236}">
                      <a16:creationId xmlns:a16="http://schemas.microsoft.com/office/drawing/2014/main" id="{7A3FF897-3115-368C-0B47-5F0E15003DB7}"/>
                    </a:ext>
                    <a:ext uri="{C183D7F6-B498-43B3-948B-1728B52AA6E4}">
                      <adec:decorative xmlns:adec="http://schemas.microsoft.com/office/drawing/2017/decorative" val="1"/>
                    </a:ext>
                  </a:extLst>
                </p:cNvPr>
                <p:cNvSpPr>
                  <a:spLocks/>
                </p:cNvSpPr>
                <p:nvPr/>
              </p:nvSpPr>
              <p:spPr bwMode="auto">
                <a:xfrm>
                  <a:off x="5717577" y="5637415"/>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72" name="Connettore 2 75">
                  <a:extLst>
                    <a:ext uri="{FF2B5EF4-FFF2-40B4-BE49-F238E27FC236}">
                      <a16:creationId xmlns:a16="http://schemas.microsoft.com/office/drawing/2014/main" id="{C72CED4C-6E39-1BF9-95D9-70E7B36673D4}"/>
                    </a:ext>
                    <a:ext uri="{C183D7F6-B498-43B3-948B-1728B52AA6E4}">
                      <adec:decorative xmlns:adec="http://schemas.microsoft.com/office/drawing/2017/decorative" val="1"/>
                    </a:ext>
                  </a:extLst>
                </p:cNvPr>
                <p:cNvCxnSpPr>
                  <a:cxnSpLocks/>
                  <a:stCxn id="171" idx="0"/>
                  <a:endCxn id="168" idx="2"/>
                </p:cNvCxnSpPr>
                <p:nvPr/>
              </p:nvCxnSpPr>
              <p:spPr>
                <a:xfrm flipV="1">
                  <a:off x="6000017" y="5441203"/>
                  <a:ext cx="0" cy="196212"/>
                </a:xfrm>
                <a:prstGeom prst="straightConnector1">
                  <a:avLst/>
                </a:prstGeom>
                <a:ln w="12700" cap="rnd">
                  <a:solidFill>
                    <a:schemeClr val="tx1"/>
                  </a:solidFill>
                  <a:headEnd type="arrow"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73" name="Connettore 2 74">
                  <a:extLst>
                    <a:ext uri="{FF2B5EF4-FFF2-40B4-BE49-F238E27FC236}">
                      <a16:creationId xmlns:a16="http://schemas.microsoft.com/office/drawing/2014/main" id="{32146876-633F-1807-10F2-A06913157BB0}"/>
                    </a:ext>
                    <a:ext uri="{C183D7F6-B498-43B3-948B-1728B52AA6E4}">
                      <adec:decorative xmlns:adec="http://schemas.microsoft.com/office/drawing/2017/decorative" val="1"/>
                    </a:ext>
                  </a:extLst>
                </p:cNvPr>
                <p:cNvCxnSpPr>
                  <a:cxnSpLocks/>
                  <a:stCxn id="168" idx="0"/>
                  <a:endCxn id="170" idx="2"/>
                </p:cNvCxnSpPr>
                <p:nvPr/>
              </p:nvCxnSpPr>
              <p:spPr>
                <a:xfrm flipV="1">
                  <a:off x="6000017" y="4963045"/>
                  <a:ext cx="0" cy="195900"/>
                </a:xfrm>
                <a:prstGeom prst="straightConnector1">
                  <a:avLst/>
                </a:prstGeom>
                <a:ln w="12700" cap="rnd">
                  <a:solidFill>
                    <a:schemeClr val="tx1"/>
                  </a:solidFill>
                  <a:headEnd type="arrow" w="lg" len="sm"/>
                  <a:tailEnd type="none" w="lg" len="sm"/>
                </a:ln>
                <a:effectLst/>
              </p:spPr>
              <p:style>
                <a:lnRef idx="1">
                  <a:schemeClr val="accent1"/>
                </a:lnRef>
                <a:fillRef idx="0">
                  <a:schemeClr val="accent1"/>
                </a:fillRef>
                <a:effectRef idx="0">
                  <a:schemeClr val="accent1"/>
                </a:effectRef>
                <a:fontRef idx="minor">
                  <a:schemeClr val="tx1"/>
                </a:fontRef>
              </p:style>
            </p:cxnSp>
          </p:grpSp>
        </p:grpSp>
        <p:grpSp>
          <p:nvGrpSpPr>
            <p:cNvPr id="174" name="Group 173" descr="Visual representing how each agent communicates with a single supervisor agent">
              <a:extLst>
                <a:ext uri="{FF2B5EF4-FFF2-40B4-BE49-F238E27FC236}">
                  <a16:creationId xmlns:a16="http://schemas.microsoft.com/office/drawing/2014/main" id="{991E221B-AEAA-14D3-FC6A-15323AE51CB9}"/>
                </a:ext>
              </a:extLst>
            </p:cNvPr>
            <p:cNvGrpSpPr/>
            <p:nvPr/>
          </p:nvGrpSpPr>
          <p:grpSpPr>
            <a:xfrm>
              <a:off x="8725397" y="2305892"/>
              <a:ext cx="2220691" cy="873176"/>
              <a:chOff x="1216580" y="4733925"/>
              <a:chExt cx="2220691" cy="873176"/>
            </a:xfrm>
          </p:grpSpPr>
          <p:sp>
            <p:nvSpPr>
              <p:cNvPr id="175" name="Rectangle: Rounded Corners 8">
                <a:extLst>
                  <a:ext uri="{FF2B5EF4-FFF2-40B4-BE49-F238E27FC236}">
                    <a16:creationId xmlns:a16="http://schemas.microsoft.com/office/drawing/2014/main" id="{3992AFF7-ACF3-2A2F-AE2A-B9E3C5AF064F}"/>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176" name="Rectangle: Rounded Corners 8">
                <a:extLst>
                  <a:ext uri="{FF2B5EF4-FFF2-40B4-BE49-F238E27FC236}">
                    <a16:creationId xmlns:a16="http://schemas.microsoft.com/office/drawing/2014/main" id="{E1545EDE-B208-F3BB-98D5-C2A809309591}"/>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77" name="Rectangle: Rounded Corners 8">
                <a:extLst>
                  <a:ext uri="{FF2B5EF4-FFF2-40B4-BE49-F238E27FC236}">
                    <a16:creationId xmlns:a16="http://schemas.microsoft.com/office/drawing/2014/main" id="{124B90C6-D19A-C162-9F7B-FD53092C5185}"/>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78" name="Rectangle: Rounded Corners 8">
                <a:extLst>
                  <a:ext uri="{FF2B5EF4-FFF2-40B4-BE49-F238E27FC236}">
                    <a16:creationId xmlns:a16="http://schemas.microsoft.com/office/drawing/2014/main" id="{096CBF83-62D7-F8F0-6DC5-10F08843632C}"/>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79" name="Connettore 2 74">
                <a:extLst>
                  <a:ext uri="{FF2B5EF4-FFF2-40B4-BE49-F238E27FC236}">
                    <a16:creationId xmlns:a16="http://schemas.microsoft.com/office/drawing/2014/main" id="{B6A08B54-1953-378B-52CC-A4EFBF39E44C}"/>
                  </a:ext>
                  <a:ext uri="{C183D7F6-B498-43B3-948B-1728B52AA6E4}">
                    <adec:decorative xmlns:adec="http://schemas.microsoft.com/office/drawing/2017/decorative" val="1"/>
                  </a:ext>
                </a:extLst>
              </p:cNvPr>
              <p:cNvCxnSpPr>
                <a:cxnSpLocks/>
                <a:stCxn id="176" idx="0"/>
              </p:cNvCxnSpPr>
              <p:nvPr/>
            </p:nvCxnSpPr>
            <p:spPr>
              <a:xfrm flipV="1">
                <a:off x="1499020" y="4995559"/>
                <a:ext cx="555205" cy="329284"/>
              </a:xfrm>
              <a:prstGeom prst="straightConnector1">
                <a:avLst/>
              </a:prstGeom>
              <a:ln w="12700" cap="rnd">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80" name="Connettore 2 75">
                <a:extLst>
                  <a:ext uri="{FF2B5EF4-FFF2-40B4-BE49-F238E27FC236}">
                    <a16:creationId xmlns:a16="http://schemas.microsoft.com/office/drawing/2014/main" id="{88C8E54B-EAF6-3786-D2E9-7B1714038C55}"/>
                  </a:ext>
                  <a:ext uri="{C183D7F6-B498-43B3-948B-1728B52AA6E4}">
                    <adec:decorative xmlns:adec="http://schemas.microsoft.com/office/drawing/2017/decorative" val="1"/>
                  </a:ext>
                </a:extLst>
              </p:cNvPr>
              <p:cNvCxnSpPr>
                <a:cxnSpLocks/>
                <a:stCxn id="177" idx="0"/>
                <a:endCxn id="175" idx="2"/>
              </p:cNvCxnSpPr>
              <p:nvPr/>
            </p:nvCxnSpPr>
            <p:spPr>
              <a:xfrm flipV="1">
                <a:off x="2326925" y="5016183"/>
                <a:ext cx="0" cy="308660"/>
              </a:xfrm>
              <a:prstGeom prst="straightConnector1">
                <a:avLst/>
              </a:prstGeom>
              <a:ln w="12700" cap="rnd">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81" name="Connettore 2 78">
                <a:extLst>
                  <a:ext uri="{FF2B5EF4-FFF2-40B4-BE49-F238E27FC236}">
                    <a16:creationId xmlns:a16="http://schemas.microsoft.com/office/drawing/2014/main" id="{ED6F95BE-19D4-EFA0-EC5B-BF64C4B0209A}"/>
                  </a:ext>
                  <a:ext uri="{C183D7F6-B498-43B3-948B-1728B52AA6E4}">
                    <adec:decorative xmlns:adec="http://schemas.microsoft.com/office/drawing/2017/decorative" val="1"/>
                  </a:ext>
                </a:extLst>
              </p:cNvPr>
              <p:cNvCxnSpPr>
                <a:cxnSpLocks/>
                <a:stCxn id="178" idx="0"/>
              </p:cNvCxnSpPr>
              <p:nvPr/>
            </p:nvCxnSpPr>
            <p:spPr>
              <a:xfrm flipH="1" flipV="1">
                <a:off x="2603500" y="4995559"/>
                <a:ext cx="551331" cy="329284"/>
              </a:xfrm>
              <a:prstGeom prst="straightConnector1">
                <a:avLst/>
              </a:prstGeom>
              <a:ln w="12700" cap="rnd">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82" name="Connettore 2 74">
                <a:extLst>
                  <a:ext uri="{FF2B5EF4-FFF2-40B4-BE49-F238E27FC236}">
                    <a16:creationId xmlns:a16="http://schemas.microsoft.com/office/drawing/2014/main" id="{7ABC1199-C92D-1400-0507-6B59CF89F3EF}"/>
                  </a:ext>
                  <a:ext uri="{C183D7F6-B498-43B3-948B-1728B52AA6E4}">
                    <adec:decorative xmlns:adec="http://schemas.microsoft.com/office/drawing/2017/decorative" val="1"/>
                  </a:ext>
                </a:extLst>
              </p:cNvPr>
              <p:cNvCxnSpPr>
                <a:cxnSpLocks/>
                <a:stCxn id="176" idx="3"/>
                <a:endCxn id="177" idx="1"/>
              </p:cNvCxnSpPr>
              <p:nvPr/>
            </p:nvCxnSpPr>
            <p:spPr>
              <a:xfrm>
                <a:off x="1781460" y="5465972"/>
                <a:ext cx="263025" cy="0"/>
              </a:xfrm>
              <a:prstGeom prst="straightConnector1">
                <a:avLst/>
              </a:prstGeom>
              <a:ln w="12700" cap="rnd">
                <a:solidFill>
                  <a:schemeClr val="tx1"/>
                </a:solidFill>
                <a:headEnd type="none" w="med" len="med"/>
                <a:tailEnd type="arrow" w="med" len="med"/>
              </a:ln>
              <a:effectLst/>
            </p:spPr>
            <p:style>
              <a:lnRef idx="1">
                <a:schemeClr val="accent1"/>
              </a:lnRef>
              <a:fillRef idx="0">
                <a:schemeClr val="accent1"/>
              </a:fillRef>
              <a:effectRef idx="0">
                <a:schemeClr val="accent1"/>
              </a:effectRef>
              <a:fontRef idx="minor">
                <a:schemeClr val="tx1"/>
              </a:fontRef>
            </p:style>
          </p:cxnSp>
          <p:cxnSp>
            <p:nvCxnSpPr>
              <p:cNvPr id="183" name="Connettore 2 75">
                <a:extLst>
                  <a:ext uri="{FF2B5EF4-FFF2-40B4-BE49-F238E27FC236}">
                    <a16:creationId xmlns:a16="http://schemas.microsoft.com/office/drawing/2014/main" id="{C867A1BB-51A2-C9CE-A84B-743C05D62715}"/>
                  </a:ext>
                  <a:ext uri="{C183D7F6-B498-43B3-948B-1728B52AA6E4}">
                    <adec:decorative xmlns:adec="http://schemas.microsoft.com/office/drawing/2017/decorative" val="1"/>
                  </a:ext>
                </a:extLst>
              </p:cNvPr>
              <p:cNvCxnSpPr>
                <a:cxnSpLocks/>
                <a:stCxn id="177" idx="3"/>
                <a:endCxn id="178" idx="1"/>
              </p:cNvCxnSpPr>
              <p:nvPr/>
            </p:nvCxnSpPr>
            <p:spPr>
              <a:xfrm>
                <a:off x="2609365" y="5465972"/>
                <a:ext cx="263026" cy="0"/>
              </a:xfrm>
              <a:prstGeom prst="straightConnector1">
                <a:avLst/>
              </a:prstGeom>
              <a:ln w="12700" cap="rnd">
                <a:solidFill>
                  <a:schemeClr val="tx1"/>
                </a:solidFill>
                <a:headEnd type="none" w="med" len="med"/>
                <a:tailEnd type="arrow" w="med" len="med"/>
              </a:ln>
              <a:effectLst/>
            </p:spPr>
            <p:style>
              <a:lnRef idx="1">
                <a:schemeClr val="accent1"/>
              </a:lnRef>
              <a:fillRef idx="0">
                <a:schemeClr val="accent1"/>
              </a:fillRef>
              <a:effectRef idx="0">
                <a:schemeClr val="accent1"/>
              </a:effectRef>
              <a:fontRef idx="minor">
                <a:schemeClr val="tx1"/>
              </a:fontRef>
            </p:style>
          </p:cxnSp>
        </p:grpSp>
        <p:sp>
          <p:nvSpPr>
            <p:cNvPr id="184" name="Rectangle: Rounded Corners 183">
              <a:extLst>
                <a:ext uri="{FF2B5EF4-FFF2-40B4-BE49-F238E27FC236}">
                  <a16:creationId xmlns:a16="http://schemas.microsoft.com/office/drawing/2014/main" id="{B84B2060-09E0-0A6E-A38E-6B574DD16B74}"/>
                </a:ext>
              </a:extLst>
            </p:cNvPr>
            <p:cNvSpPr/>
            <p:nvPr/>
          </p:nvSpPr>
          <p:spPr>
            <a:xfrm>
              <a:off x="8529276" y="2057025"/>
              <a:ext cx="265360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sp>
          <p:nvSpPr>
            <p:cNvPr id="185" name="Rectangle: Rounded Corners 184">
              <a:extLst>
                <a:ext uri="{FF2B5EF4-FFF2-40B4-BE49-F238E27FC236}">
                  <a16:creationId xmlns:a16="http://schemas.microsoft.com/office/drawing/2014/main" id="{BD054399-CC69-501A-CFEB-01A44A105E50}"/>
                </a:ext>
              </a:extLst>
            </p:cNvPr>
            <p:cNvSpPr/>
            <p:nvPr/>
          </p:nvSpPr>
          <p:spPr>
            <a:xfrm>
              <a:off x="960034" y="4366259"/>
              <a:ext cx="2653607" cy="1875166"/>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grpSp>
          <p:nvGrpSpPr>
            <p:cNvPr id="186" name="Group 185" descr="Visual representing how each agent communicates with a single supervisor agent">
              <a:extLst>
                <a:ext uri="{FF2B5EF4-FFF2-40B4-BE49-F238E27FC236}">
                  <a16:creationId xmlns:a16="http://schemas.microsoft.com/office/drawing/2014/main" id="{3C1EA4B5-5398-D220-74F6-E97A1674CEF6}"/>
                </a:ext>
              </a:extLst>
            </p:cNvPr>
            <p:cNvGrpSpPr/>
            <p:nvPr/>
          </p:nvGrpSpPr>
          <p:grpSpPr>
            <a:xfrm>
              <a:off x="5040205" y="4729257"/>
              <a:ext cx="2220691" cy="873176"/>
              <a:chOff x="1216580" y="4733925"/>
              <a:chExt cx="2220691" cy="873176"/>
            </a:xfrm>
          </p:grpSpPr>
          <p:sp>
            <p:nvSpPr>
              <p:cNvPr id="187" name="Rectangle: Rounded Corners 8">
                <a:extLst>
                  <a:ext uri="{FF2B5EF4-FFF2-40B4-BE49-F238E27FC236}">
                    <a16:creationId xmlns:a16="http://schemas.microsoft.com/office/drawing/2014/main" id="{EF401974-69E1-18A7-A764-E94E7569EC3A}"/>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188" name="Rectangle: Rounded Corners 8">
                <a:extLst>
                  <a:ext uri="{FF2B5EF4-FFF2-40B4-BE49-F238E27FC236}">
                    <a16:creationId xmlns:a16="http://schemas.microsoft.com/office/drawing/2014/main" id="{85C2A682-AE32-04C6-E068-DF79325B68A6}"/>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89" name="Rectangle: Rounded Corners 8">
                <a:extLst>
                  <a:ext uri="{FF2B5EF4-FFF2-40B4-BE49-F238E27FC236}">
                    <a16:creationId xmlns:a16="http://schemas.microsoft.com/office/drawing/2014/main" id="{8277B7CC-6664-9CC8-106D-39E7687E9D1C}"/>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90" name="Rectangle: Rounded Corners 8">
                <a:extLst>
                  <a:ext uri="{FF2B5EF4-FFF2-40B4-BE49-F238E27FC236}">
                    <a16:creationId xmlns:a16="http://schemas.microsoft.com/office/drawing/2014/main" id="{934D0CE7-F940-4906-EB8A-D51FAC22F446}"/>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91" name="Connettore 2 74">
                <a:extLst>
                  <a:ext uri="{FF2B5EF4-FFF2-40B4-BE49-F238E27FC236}">
                    <a16:creationId xmlns:a16="http://schemas.microsoft.com/office/drawing/2014/main" id="{10B2E721-443E-634B-82B7-18E0FE6D3803}"/>
                  </a:ext>
                  <a:ext uri="{C183D7F6-B498-43B3-948B-1728B52AA6E4}">
                    <adec:decorative xmlns:adec="http://schemas.microsoft.com/office/drawing/2017/decorative" val="1"/>
                  </a:ext>
                </a:extLst>
              </p:cNvPr>
              <p:cNvCxnSpPr>
                <a:cxnSpLocks/>
                <a:stCxn id="188"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92" name="Connettore 2 75">
                <a:extLst>
                  <a:ext uri="{FF2B5EF4-FFF2-40B4-BE49-F238E27FC236}">
                    <a16:creationId xmlns:a16="http://schemas.microsoft.com/office/drawing/2014/main" id="{27A61D8D-9B51-DC94-D2FA-C1D873EDC5C7}"/>
                  </a:ext>
                  <a:ext uri="{C183D7F6-B498-43B3-948B-1728B52AA6E4}">
                    <adec:decorative xmlns:adec="http://schemas.microsoft.com/office/drawing/2017/decorative" val="1"/>
                  </a:ext>
                </a:extLst>
              </p:cNvPr>
              <p:cNvCxnSpPr>
                <a:cxnSpLocks/>
                <a:stCxn id="189" idx="0"/>
                <a:endCxn id="187"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93" name="Connettore 2 78">
                <a:extLst>
                  <a:ext uri="{FF2B5EF4-FFF2-40B4-BE49-F238E27FC236}">
                    <a16:creationId xmlns:a16="http://schemas.microsoft.com/office/drawing/2014/main" id="{E2277C84-C583-7056-7D7E-5D5CA89FB579}"/>
                  </a:ext>
                  <a:ext uri="{C183D7F6-B498-43B3-948B-1728B52AA6E4}">
                    <adec:decorative xmlns:adec="http://schemas.microsoft.com/office/drawing/2017/decorative" val="1"/>
                  </a:ext>
                </a:extLst>
              </p:cNvPr>
              <p:cNvCxnSpPr>
                <a:cxnSpLocks/>
                <a:stCxn id="190"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194" name="Rectangle: Rounded Corners 193">
              <a:extLst>
                <a:ext uri="{FF2B5EF4-FFF2-40B4-BE49-F238E27FC236}">
                  <a16:creationId xmlns:a16="http://schemas.microsoft.com/office/drawing/2014/main" id="{0509FD10-3CBD-8788-E948-7BF96B6BF41D}"/>
                </a:ext>
              </a:extLst>
            </p:cNvPr>
            <p:cNvSpPr/>
            <p:nvPr/>
          </p:nvSpPr>
          <p:spPr>
            <a:xfrm>
              <a:off x="4852570" y="4451698"/>
              <a:ext cx="265360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pic>
          <p:nvPicPr>
            <p:cNvPr id="195" name="Graphic 194" descr="Document outline">
              <a:extLst>
                <a:ext uri="{FF2B5EF4-FFF2-40B4-BE49-F238E27FC236}">
                  <a16:creationId xmlns:a16="http://schemas.microsoft.com/office/drawing/2014/main" id="{9C31D73C-AE9F-98E5-D60B-9EB873E370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63007" y="4527780"/>
              <a:ext cx="427037" cy="427038"/>
            </a:xfrm>
            <a:prstGeom prst="rect">
              <a:avLst/>
            </a:prstGeom>
            <a:effectLst/>
          </p:spPr>
        </p:pic>
      </p:grpSp>
    </p:spTree>
    <p:extLst>
      <p:ext uri="{BB962C8B-B14F-4D97-AF65-F5344CB8AC3E}">
        <p14:creationId xmlns:p14="http://schemas.microsoft.com/office/powerpoint/2010/main" val="3308380259"/>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BB9C1-7304-2086-506B-D13E105121AE}"/>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ABC5FC8F-3563-1706-7235-716B8A78C5AF}"/>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Tools and Extensibility</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02D66A1C-9358-31E8-8BFE-3A187E51D32D}"/>
              </a:ext>
            </a:extLst>
          </p:cNvPr>
          <p:cNvSpPr>
            <a:spLocks noGrp="1"/>
          </p:cNvSpPr>
          <p:nvPr>
            <p:ph type="body" sz="quarter" idx="10"/>
          </p:nvPr>
        </p:nvSpPr>
        <p:spPr>
          <a:xfrm>
            <a:off x="588966" y="2252795"/>
            <a:ext cx="3821670" cy="4308872"/>
          </a:xfrm>
        </p:spPr>
        <p:txBody>
          <a:bodyPr/>
          <a:lstStyle/>
          <a:p>
            <a:r>
              <a:rPr lang="en-US" sz="2000"/>
              <a:t>Functions, APIs, and MCP servers can all be turned into tools.</a:t>
            </a:r>
          </a:p>
          <a:p>
            <a:endParaRPr lang="en-US" sz="2000"/>
          </a:p>
          <a:p>
            <a:r>
              <a:rPr lang="en-US" sz="2000"/>
              <a:t>Out-of-the-box integrations to common enterprise systems, databases, and SaaS APIs — so developers don’t start from scratch.</a:t>
            </a:r>
          </a:p>
          <a:p>
            <a:endParaRPr lang="en-US" sz="2000"/>
          </a:p>
          <a:p>
            <a:r>
              <a:rPr lang="en-US" sz="2000"/>
              <a:t>Developers can declaratively define agents in YAML and specify which tools require human approval.</a:t>
            </a:r>
          </a:p>
        </p:txBody>
      </p:sp>
      <p:cxnSp>
        <p:nvCxnSpPr>
          <p:cNvPr id="2" name="Straight Connector 1">
            <a:extLst>
              <a:ext uri="{FF2B5EF4-FFF2-40B4-BE49-F238E27FC236}">
                <a16:creationId xmlns:a16="http://schemas.microsoft.com/office/drawing/2014/main" id="{A14EDE9C-1137-6AC3-3C68-306A5C8B12F9}"/>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BD616C04-5B9A-0B0E-4BF9-BBE19230373B}"/>
              </a:ext>
            </a:extLst>
          </p:cNvPr>
          <p:cNvGrpSpPr/>
          <p:nvPr/>
        </p:nvGrpSpPr>
        <p:grpSpPr>
          <a:xfrm>
            <a:off x="4942438" y="1662929"/>
            <a:ext cx="7220683" cy="3532141"/>
            <a:chOff x="1071613" y="1251615"/>
            <a:chExt cx="10048775" cy="4354770"/>
          </a:xfrm>
        </p:grpSpPr>
        <p:sp>
          <p:nvSpPr>
            <p:cNvPr id="3" name="Rounded Rectangle 9">
              <a:extLst>
                <a:ext uri="{FF2B5EF4-FFF2-40B4-BE49-F238E27FC236}">
                  <a16:creationId xmlns:a16="http://schemas.microsoft.com/office/drawing/2014/main" id="{E105FB69-EE51-BD06-474C-435DB83A4710}"/>
                </a:ext>
                <a:ext uri="{C183D7F6-B498-43B3-948B-1728B52AA6E4}">
                  <adec:decorative xmlns:adec="http://schemas.microsoft.com/office/drawing/2017/decorative" val="1"/>
                </a:ext>
              </a:extLst>
            </p:cNvPr>
            <p:cNvSpPr/>
            <p:nvPr/>
          </p:nvSpPr>
          <p:spPr bwMode="auto">
            <a:xfrm>
              <a:off x="1071613" y="1251615"/>
              <a:ext cx="10048775" cy="4354770"/>
            </a:xfrm>
            <a:prstGeom prst="roundRect">
              <a:avLst>
                <a:gd name="adj" fmla="val 4548"/>
              </a:avLst>
            </a:prstGeom>
            <a:gradFill flip="none" rotWithShape="1">
              <a:gsLst>
                <a:gs pos="0">
                  <a:srgbClr val="C03BC4">
                    <a:alpha val="10000"/>
                  </a:srgbClr>
                </a:gs>
                <a:gs pos="100000">
                  <a:srgbClr val="0078D4">
                    <a:alpha val="10000"/>
                  </a:srgbClr>
                </a:gs>
              </a:gsLst>
              <a:lin ang="13500000" scaled="1"/>
              <a:tileRect/>
            </a:gra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91440"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defRPr/>
              </a:pPr>
              <a:r>
                <a:rPr kumimoji="0" lang="en-US" sz="2000" b="1" u="none" strike="noStrike" kern="1200" cap="none" spc="0" normalizeH="0" baseline="0" noProof="0">
                  <a:ln>
                    <a:noFill/>
                  </a:ln>
                  <a:solidFill>
                    <a:schemeClr val="tx1"/>
                  </a:solidFill>
                  <a:effectLst/>
                  <a:uLnTx/>
                  <a:uFillTx/>
                  <a:latin typeface="Segoe Sans Display Semibold" pitchFamily="2" charset="0"/>
                  <a:cs typeface="Segoe Sans Display Semibold" pitchFamily="2" charset="0"/>
                </a:rPr>
                <a:t>Open Ecosystem</a:t>
              </a:r>
            </a:p>
          </p:txBody>
        </p:sp>
        <p:grpSp>
          <p:nvGrpSpPr>
            <p:cNvPr id="4" name="Group 3">
              <a:extLst>
                <a:ext uri="{FF2B5EF4-FFF2-40B4-BE49-F238E27FC236}">
                  <a16:creationId xmlns:a16="http://schemas.microsoft.com/office/drawing/2014/main" id="{1D3E04CF-9A46-FE77-29D4-19670189876B}"/>
                </a:ext>
              </a:extLst>
            </p:cNvPr>
            <p:cNvGrpSpPr/>
            <p:nvPr/>
          </p:nvGrpSpPr>
          <p:grpSpPr>
            <a:xfrm>
              <a:off x="1676082" y="2867976"/>
              <a:ext cx="1616937" cy="410134"/>
              <a:chOff x="9508542" y="5466815"/>
              <a:chExt cx="900683" cy="228457"/>
            </a:xfrm>
          </p:grpSpPr>
          <p:pic>
            <p:nvPicPr>
              <p:cNvPr id="66" name="Picture 65" descr="Google Cloud launches Vertex AI, a new managed machine learning platform |  TechCrunch">
                <a:extLst>
                  <a:ext uri="{FF2B5EF4-FFF2-40B4-BE49-F238E27FC236}">
                    <a16:creationId xmlns:a16="http://schemas.microsoft.com/office/drawing/2014/main" id="{5ED6FFC4-9847-58C2-5A1F-6D5B947A6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8542" y="5466815"/>
                <a:ext cx="206494" cy="228457"/>
              </a:xfrm>
              <a:prstGeom prst="rect">
                <a:avLst/>
              </a:prstGeom>
              <a:noFill/>
              <a:extLst>
                <a:ext uri="{909E8E84-426E-40DD-AFC4-6F175D3DCCD1}">
                  <a14:hiddenFill xmlns:a14="http://schemas.microsoft.com/office/drawing/2010/main">
                    <a:solidFill>
                      <a:srgbClr val="FFFFFF"/>
                    </a:solidFill>
                  </a14:hiddenFill>
                </a:ext>
              </a:extLst>
            </p:spPr>
          </p:pic>
          <p:sp>
            <p:nvSpPr>
              <p:cNvPr id="67" name="TextBox 70">
                <a:extLst>
                  <a:ext uri="{FF2B5EF4-FFF2-40B4-BE49-F238E27FC236}">
                    <a16:creationId xmlns:a16="http://schemas.microsoft.com/office/drawing/2014/main" id="{FB34DACA-1D5F-BFCC-6C06-67A96A6790F8}"/>
                  </a:ext>
                </a:extLst>
              </p:cNvPr>
              <p:cNvSpPr txBox="1"/>
              <p:nvPr/>
            </p:nvSpPr>
            <p:spPr>
              <a:xfrm>
                <a:off x="9701195" y="5477537"/>
                <a:ext cx="708030" cy="211370"/>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err="1">
                    <a:ln>
                      <a:noFill/>
                    </a:ln>
                    <a:effectLst/>
                    <a:uLnTx/>
                    <a:uFillTx/>
                    <a:latin typeface="Segoe Sans Display Semibold" pitchFamily="2" charset="0"/>
                    <a:cs typeface="Segoe Sans Display Semibold" pitchFamily="2" charset="0"/>
                  </a:rPr>
                  <a:t>VertexAI</a:t>
                </a:r>
                <a:endParaRPr kumimoji="0" lang="en-US" sz="1400" b="1" u="none" strike="noStrike" kern="1200" cap="none" spc="0" normalizeH="0" baseline="0" noProof="0">
                  <a:ln>
                    <a:noFill/>
                  </a:ln>
                  <a:effectLst/>
                  <a:uLnTx/>
                  <a:uFillTx/>
                  <a:latin typeface="Segoe Sans Display Semibold" pitchFamily="2" charset="0"/>
                  <a:cs typeface="Segoe Sans Display Semibold" pitchFamily="2" charset="0"/>
                </a:endParaRPr>
              </a:p>
            </p:txBody>
          </p:sp>
        </p:grpSp>
        <p:grpSp>
          <p:nvGrpSpPr>
            <p:cNvPr id="5" name="Group 4">
              <a:extLst>
                <a:ext uri="{FF2B5EF4-FFF2-40B4-BE49-F238E27FC236}">
                  <a16:creationId xmlns:a16="http://schemas.microsoft.com/office/drawing/2014/main" id="{50BC32B4-22D9-3D14-7A49-B26CB7C240A4}"/>
                </a:ext>
              </a:extLst>
            </p:cNvPr>
            <p:cNvGrpSpPr/>
            <p:nvPr/>
          </p:nvGrpSpPr>
          <p:grpSpPr>
            <a:xfrm>
              <a:off x="1676101" y="3510071"/>
              <a:ext cx="1140264" cy="416094"/>
              <a:chOff x="9503316" y="5711330"/>
              <a:chExt cx="635161" cy="231777"/>
            </a:xfrm>
          </p:grpSpPr>
          <p:pic>
            <p:nvPicPr>
              <p:cNvPr id="64" name="Picture 63" descr="A white letter on a black background&#10;&#10;AI-generated content may be incorrect.">
                <a:extLst>
                  <a:ext uri="{FF2B5EF4-FFF2-40B4-BE49-F238E27FC236}">
                    <a16:creationId xmlns:a16="http://schemas.microsoft.com/office/drawing/2014/main" id="{49F13BC3-66C5-F312-B1AD-39273B155F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03316" y="5711330"/>
                <a:ext cx="216947" cy="231777"/>
              </a:xfrm>
              <a:prstGeom prst="rect">
                <a:avLst/>
              </a:prstGeom>
            </p:spPr>
          </p:pic>
          <p:sp>
            <p:nvSpPr>
              <p:cNvPr id="65" name="TextBox 66">
                <a:extLst>
                  <a:ext uri="{FF2B5EF4-FFF2-40B4-BE49-F238E27FC236}">
                    <a16:creationId xmlns:a16="http://schemas.microsoft.com/office/drawing/2014/main" id="{1AF506CA-0A7A-CA1B-AEA3-6761F5CD7413}"/>
                  </a:ext>
                </a:extLst>
              </p:cNvPr>
              <p:cNvSpPr txBox="1"/>
              <p:nvPr/>
            </p:nvSpPr>
            <p:spPr>
              <a:xfrm>
                <a:off x="9701195" y="5730903"/>
                <a:ext cx="437282" cy="171441"/>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err="1">
                    <a:ln>
                      <a:noFill/>
                    </a:ln>
                    <a:effectLst/>
                    <a:uLnTx/>
                    <a:uFillTx/>
                    <a:latin typeface="Segoe Sans Display Semibold" pitchFamily="2" charset="0"/>
                    <a:cs typeface="Segoe Sans Display Semibold" pitchFamily="2" charset="0"/>
                  </a:rPr>
                  <a:t>CrewAI</a:t>
                </a:r>
                <a:endParaRPr kumimoji="0" lang="en-US" sz="1400" b="1" u="none" strike="noStrike" kern="1200" cap="none" spc="0" normalizeH="0" baseline="0" noProof="0">
                  <a:ln>
                    <a:noFill/>
                  </a:ln>
                  <a:effectLst/>
                  <a:uLnTx/>
                  <a:uFillTx/>
                  <a:latin typeface="Segoe Sans Display Semibold" pitchFamily="2" charset="0"/>
                  <a:cs typeface="Segoe Sans Display Semibold" pitchFamily="2" charset="0"/>
                </a:endParaRPr>
              </a:p>
            </p:txBody>
          </p:sp>
        </p:grpSp>
        <p:grpSp>
          <p:nvGrpSpPr>
            <p:cNvPr id="7" name="Group 6">
              <a:extLst>
                <a:ext uri="{FF2B5EF4-FFF2-40B4-BE49-F238E27FC236}">
                  <a16:creationId xmlns:a16="http://schemas.microsoft.com/office/drawing/2014/main" id="{52287D01-F470-3C20-99E8-C7D9165C4973}"/>
                </a:ext>
              </a:extLst>
            </p:cNvPr>
            <p:cNvGrpSpPr/>
            <p:nvPr/>
          </p:nvGrpSpPr>
          <p:grpSpPr>
            <a:xfrm>
              <a:off x="4089464" y="2819327"/>
              <a:ext cx="1504860" cy="515205"/>
              <a:chOff x="9513168" y="5949618"/>
              <a:chExt cx="838252" cy="286985"/>
            </a:xfrm>
          </p:grpSpPr>
          <p:pic>
            <p:nvPicPr>
              <p:cNvPr id="62" name="Picture 61" descr="Elasticsearch logo">
                <a:extLst>
                  <a:ext uri="{FF2B5EF4-FFF2-40B4-BE49-F238E27FC236}">
                    <a16:creationId xmlns:a16="http://schemas.microsoft.com/office/drawing/2014/main" id="{C4E99CA9-29AE-A4A9-DB89-A853EAFFBD4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9220"/>
              <a:stretch/>
            </p:blipFill>
            <p:spPr bwMode="auto">
              <a:xfrm>
                <a:off x="9513168" y="5949618"/>
                <a:ext cx="197242" cy="286985"/>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F9A8528F-0A91-4E35-A823-E37CD70630CD}"/>
                  </a:ext>
                </a:extLst>
              </p:cNvPr>
              <p:cNvSpPr txBox="1"/>
              <p:nvPr/>
            </p:nvSpPr>
            <p:spPr>
              <a:xfrm>
                <a:off x="9701195" y="5996599"/>
                <a:ext cx="650225" cy="171441"/>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err="1">
                    <a:ln>
                      <a:noFill/>
                    </a:ln>
                    <a:effectLst/>
                    <a:uLnTx/>
                    <a:uFillTx/>
                    <a:latin typeface="Segoe Sans Display Semibold" pitchFamily="2" charset="0"/>
                    <a:cs typeface="Segoe Sans Display Semibold" pitchFamily="2" charset="0"/>
                  </a:rPr>
                  <a:t>ElasticSearh</a:t>
                </a:r>
                <a:endParaRPr kumimoji="0" lang="en-US" sz="1400" b="1" u="none" strike="noStrike" kern="1200" cap="none" spc="0" normalizeH="0" baseline="0" noProof="0">
                  <a:ln>
                    <a:noFill/>
                  </a:ln>
                  <a:effectLst/>
                  <a:uLnTx/>
                  <a:uFillTx/>
                  <a:latin typeface="Segoe Sans Display Semibold" pitchFamily="2" charset="0"/>
                  <a:cs typeface="Segoe Sans Display Semibold" pitchFamily="2" charset="0"/>
                </a:endParaRPr>
              </a:p>
            </p:txBody>
          </p:sp>
        </p:grpSp>
        <p:grpSp>
          <p:nvGrpSpPr>
            <p:cNvPr id="8" name="Group 7">
              <a:extLst>
                <a:ext uri="{FF2B5EF4-FFF2-40B4-BE49-F238E27FC236}">
                  <a16:creationId xmlns:a16="http://schemas.microsoft.com/office/drawing/2014/main" id="{75180112-EAEC-05F7-5486-7C612F23C3E5}"/>
                </a:ext>
              </a:extLst>
            </p:cNvPr>
            <p:cNvGrpSpPr/>
            <p:nvPr/>
          </p:nvGrpSpPr>
          <p:grpSpPr>
            <a:xfrm>
              <a:off x="4047644" y="3534145"/>
              <a:ext cx="2538759" cy="307777"/>
              <a:chOff x="4134541" y="5230514"/>
              <a:chExt cx="2538759" cy="307777"/>
            </a:xfrm>
          </p:grpSpPr>
          <p:pic>
            <p:nvPicPr>
              <p:cNvPr id="60" name="Picture 59" descr="Logic App Service | Microsoft Azure">
                <a:extLst>
                  <a:ext uri="{FF2B5EF4-FFF2-40B4-BE49-F238E27FC236}">
                    <a16:creationId xmlns:a16="http://schemas.microsoft.com/office/drawing/2014/main" id="{886D9932-BF32-0BB8-DFC1-E9213CF1A1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4541" y="5262335"/>
                <a:ext cx="459623" cy="241301"/>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73">
                <a:extLst>
                  <a:ext uri="{FF2B5EF4-FFF2-40B4-BE49-F238E27FC236}">
                    <a16:creationId xmlns:a16="http://schemas.microsoft.com/office/drawing/2014/main" id="{49A40E45-8D1E-7976-0C41-09E0967F7699}"/>
                  </a:ext>
                </a:extLst>
              </p:cNvPr>
              <p:cNvSpPr txBox="1"/>
              <p:nvPr/>
            </p:nvSpPr>
            <p:spPr>
              <a:xfrm>
                <a:off x="4551082" y="5230514"/>
                <a:ext cx="2122218" cy="307777"/>
              </a:xfrm>
              <a:prstGeom prst="rect">
                <a:avLst/>
              </a:prstGeom>
              <a:noFill/>
            </p:spPr>
            <p:txBody>
              <a:bodyPr wrap="squar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Logic Apps</a:t>
                </a:r>
              </a:p>
            </p:txBody>
          </p:sp>
        </p:grpSp>
        <p:grpSp>
          <p:nvGrpSpPr>
            <p:cNvPr id="9" name="Group 8">
              <a:extLst>
                <a:ext uri="{FF2B5EF4-FFF2-40B4-BE49-F238E27FC236}">
                  <a16:creationId xmlns:a16="http://schemas.microsoft.com/office/drawing/2014/main" id="{C54E033B-B6D8-6D64-1EED-2A8CDF3E9739}"/>
                </a:ext>
              </a:extLst>
            </p:cNvPr>
            <p:cNvGrpSpPr/>
            <p:nvPr/>
          </p:nvGrpSpPr>
          <p:grpSpPr>
            <a:xfrm>
              <a:off x="8330332" y="2903669"/>
              <a:ext cx="2035834" cy="365122"/>
              <a:chOff x="10650967" y="5477536"/>
              <a:chExt cx="1134020" cy="203384"/>
            </a:xfrm>
          </p:grpSpPr>
          <p:pic>
            <p:nvPicPr>
              <p:cNvPr id="58" name="Picture 57">
                <a:extLst>
                  <a:ext uri="{FF2B5EF4-FFF2-40B4-BE49-F238E27FC236}">
                    <a16:creationId xmlns:a16="http://schemas.microsoft.com/office/drawing/2014/main" id="{2351E529-FB80-8EA2-F0E7-88BBCCF64D9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46396" y1="89474" x2="46396" y2="89474"/>
                            <a14:backgroundMark x1="71171" y1="25359" x2="71171" y2="25359"/>
                            <a14:backgroundMark x1="66216" y1="81818" x2="66216" y2="81818"/>
                            <a14:backgroundMark x1="43694" y1="74641" x2="43694" y2="74641"/>
                          </a14:backgroundRemoval>
                        </a14:imgEffect>
                      </a14:imgLayer>
                    </a14:imgProps>
                  </a:ext>
                </a:extLst>
              </a:blip>
              <a:stretch>
                <a:fillRect/>
              </a:stretch>
            </p:blipFill>
            <p:spPr>
              <a:xfrm>
                <a:off x="10650967" y="5485021"/>
                <a:ext cx="180540" cy="188414"/>
              </a:xfrm>
              <a:prstGeom prst="rect">
                <a:avLst/>
              </a:prstGeom>
            </p:spPr>
          </p:pic>
          <p:sp>
            <p:nvSpPr>
              <p:cNvPr id="59" name="TextBox 68">
                <a:extLst>
                  <a:ext uri="{FF2B5EF4-FFF2-40B4-BE49-F238E27FC236}">
                    <a16:creationId xmlns:a16="http://schemas.microsoft.com/office/drawing/2014/main" id="{18861C77-E8F4-6B6F-235C-3661F6B01BD1}"/>
                  </a:ext>
                </a:extLst>
              </p:cNvPr>
              <p:cNvSpPr txBox="1"/>
              <p:nvPr/>
            </p:nvSpPr>
            <p:spPr>
              <a:xfrm>
                <a:off x="10841813" y="5477536"/>
                <a:ext cx="943174" cy="203384"/>
              </a:xfrm>
              <a:prstGeom prst="rect">
                <a:avLst/>
              </a:prstGeom>
              <a:noFill/>
            </p:spPr>
            <p:txBody>
              <a:bodyPr wrap="none">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Amazon Bedrock</a:t>
                </a:r>
              </a:p>
            </p:txBody>
          </p:sp>
        </p:grpSp>
        <p:grpSp>
          <p:nvGrpSpPr>
            <p:cNvPr id="10" name="Group 9">
              <a:extLst>
                <a:ext uri="{FF2B5EF4-FFF2-40B4-BE49-F238E27FC236}">
                  <a16:creationId xmlns:a16="http://schemas.microsoft.com/office/drawing/2014/main" id="{DC257EE9-407D-F008-67E7-53828C241685}"/>
                </a:ext>
              </a:extLst>
            </p:cNvPr>
            <p:cNvGrpSpPr/>
            <p:nvPr/>
          </p:nvGrpSpPr>
          <p:grpSpPr>
            <a:xfrm>
              <a:off x="8319086" y="3492566"/>
              <a:ext cx="1426464" cy="488309"/>
              <a:chOff x="10644713" y="5692980"/>
              <a:chExt cx="794584" cy="272003"/>
            </a:xfrm>
          </p:grpSpPr>
          <p:pic>
            <p:nvPicPr>
              <p:cNvPr id="56" name="Picture 55">
                <a:extLst>
                  <a:ext uri="{FF2B5EF4-FFF2-40B4-BE49-F238E27FC236}">
                    <a16:creationId xmlns:a16="http://schemas.microsoft.com/office/drawing/2014/main" id="{B4160C94-8FEC-F291-78E9-5FB95382683B}"/>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10644713" y="5692980"/>
                <a:ext cx="245373" cy="272003"/>
              </a:xfrm>
              <a:prstGeom prst="rect">
                <a:avLst/>
              </a:prstGeom>
            </p:spPr>
          </p:pic>
          <p:sp>
            <p:nvSpPr>
              <p:cNvPr id="57" name="TextBox 64">
                <a:extLst>
                  <a:ext uri="{FF2B5EF4-FFF2-40B4-BE49-F238E27FC236}">
                    <a16:creationId xmlns:a16="http://schemas.microsoft.com/office/drawing/2014/main" id="{A8680746-F4B7-1C07-F9AC-EF1A376E8BC7}"/>
                  </a:ext>
                </a:extLst>
              </p:cNvPr>
              <p:cNvSpPr txBox="1"/>
              <p:nvPr/>
            </p:nvSpPr>
            <p:spPr>
              <a:xfrm>
                <a:off x="10859612" y="5731155"/>
                <a:ext cx="579685" cy="171441"/>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err="1">
                    <a:ln>
                      <a:noFill/>
                    </a:ln>
                    <a:effectLst/>
                    <a:uLnTx/>
                    <a:uFillTx/>
                    <a:latin typeface="Segoe Sans Display Semibold" pitchFamily="2" charset="0"/>
                    <a:cs typeface="Segoe Sans Display Semibold" pitchFamily="2" charset="0"/>
                  </a:rPr>
                  <a:t>LangChain</a:t>
                </a:r>
                <a:endParaRPr kumimoji="0" lang="en-US" sz="1400" b="1" u="none" strike="noStrike" kern="1200" cap="none" spc="0" normalizeH="0" baseline="0" noProof="0">
                  <a:ln>
                    <a:noFill/>
                  </a:ln>
                  <a:effectLst/>
                  <a:uLnTx/>
                  <a:uFillTx/>
                  <a:latin typeface="Segoe Sans Display Semibold" pitchFamily="2" charset="0"/>
                  <a:cs typeface="Segoe Sans Display Semibold" pitchFamily="2" charset="0"/>
                </a:endParaRPr>
              </a:p>
            </p:txBody>
          </p:sp>
        </p:grpSp>
        <p:grpSp>
          <p:nvGrpSpPr>
            <p:cNvPr id="11" name="Group 10">
              <a:extLst>
                <a:ext uri="{FF2B5EF4-FFF2-40B4-BE49-F238E27FC236}">
                  <a16:creationId xmlns:a16="http://schemas.microsoft.com/office/drawing/2014/main" id="{F632A222-BD88-D5A3-2F28-6D5352F941FB}"/>
                </a:ext>
              </a:extLst>
            </p:cNvPr>
            <p:cNvGrpSpPr/>
            <p:nvPr/>
          </p:nvGrpSpPr>
          <p:grpSpPr>
            <a:xfrm>
              <a:off x="6126536" y="2903669"/>
              <a:ext cx="1322406" cy="399081"/>
              <a:chOff x="10642851" y="5990656"/>
              <a:chExt cx="736620" cy="222300"/>
            </a:xfrm>
          </p:grpSpPr>
          <p:pic>
            <p:nvPicPr>
              <p:cNvPr id="54" name="Picture 53" descr="The Vector Database for Machine Learning | Pinecone">
                <a:extLst>
                  <a:ext uri="{FF2B5EF4-FFF2-40B4-BE49-F238E27FC236}">
                    <a16:creationId xmlns:a16="http://schemas.microsoft.com/office/drawing/2014/main" id="{4C68920D-4FCC-B4B6-CC27-53B03252985D}"/>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saturation sat="119000"/>
                        </a14:imgEffect>
                      </a14:imgLayer>
                    </a14:imgProps>
                  </a:ext>
                  <a:ext uri="{28A0092B-C50C-407E-A947-70E740481C1C}">
                    <a14:useLocalDpi xmlns:a14="http://schemas.microsoft.com/office/drawing/2010/main" val="0"/>
                  </a:ext>
                </a:extLst>
              </a:blip>
              <a:srcRect/>
              <a:stretch/>
            </p:blipFill>
            <p:spPr bwMode="auto">
              <a:xfrm>
                <a:off x="10642851" y="5990656"/>
                <a:ext cx="207091" cy="222300"/>
              </a:xfrm>
              <a:prstGeom prst="rect">
                <a:avLst/>
              </a:prstGeom>
              <a:noFill/>
              <a:extLst>
                <a:ext uri="{909E8E84-426E-40DD-AFC4-6F175D3DCCD1}">
                  <a14:hiddenFill xmlns:a14="http://schemas.microsoft.com/office/drawing/2010/main">
                    <a:solidFill>
                      <a:srgbClr val="FFFFFF"/>
                    </a:solidFill>
                  </a14:hiddenFill>
                </a:ext>
              </a:extLst>
            </p:spPr>
          </p:pic>
          <p:sp>
            <p:nvSpPr>
              <p:cNvPr id="55" name="TextBox 60">
                <a:extLst>
                  <a:ext uri="{FF2B5EF4-FFF2-40B4-BE49-F238E27FC236}">
                    <a16:creationId xmlns:a16="http://schemas.microsoft.com/office/drawing/2014/main" id="{6D3D554C-4B24-CEC1-250A-05471DE5DE92}"/>
                  </a:ext>
                </a:extLst>
              </p:cNvPr>
              <p:cNvSpPr txBox="1"/>
              <p:nvPr/>
            </p:nvSpPr>
            <p:spPr>
              <a:xfrm>
                <a:off x="10859612" y="5991951"/>
                <a:ext cx="519859" cy="171441"/>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Pinecone</a:t>
                </a:r>
              </a:p>
            </p:txBody>
          </p:sp>
        </p:grpSp>
        <p:grpSp>
          <p:nvGrpSpPr>
            <p:cNvPr id="12" name="Group 11">
              <a:extLst>
                <a:ext uri="{FF2B5EF4-FFF2-40B4-BE49-F238E27FC236}">
                  <a16:creationId xmlns:a16="http://schemas.microsoft.com/office/drawing/2014/main" id="{FBCD54F3-6D0D-D930-1AC0-60A1E9E61B46}"/>
                </a:ext>
              </a:extLst>
            </p:cNvPr>
            <p:cNvGrpSpPr/>
            <p:nvPr/>
          </p:nvGrpSpPr>
          <p:grpSpPr>
            <a:xfrm>
              <a:off x="6107911" y="3434822"/>
              <a:ext cx="2521164" cy="645077"/>
              <a:chOff x="6185785" y="5120521"/>
              <a:chExt cx="2521164" cy="645077"/>
            </a:xfrm>
          </p:grpSpPr>
          <p:pic>
            <p:nvPicPr>
              <p:cNvPr id="52" name="Picture 51" descr="Azure Functions logo">
                <a:extLst>
                  <a:ext uri="{FF2B5EF4-FFF2-40B4-BE49-F238E27FC236}">
                    <a16:creationId xmlns:a16="http://schemas.microsoft.com/office/drawing/2014/main" id="{527C0711-1833-C4F4-D8AD-5F8AE7DFD66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85785" y="5240085"/>
                <a:ext cx="442028" cy="442026"/>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75">
                <a:extLst>
                  <a:ext uri="{FF2B5EF4-FFF2-40B4-BE49-F238E27FC236}">
                    <a16:creationId xmlns:a16="http://schemas.microsoft.com/office/drawing/2014/main" id="{2B65BB0B-4569-D45A-28D0-B0C60C9888A0}"/>
                  </a:ext>
                </a:extLst>
              </p:cNvPr>
              <p:cNvSpPr txBox="1"/>
              <p:nvPr/>
            </p:nvSpPr>
            <p:spPr>
              <a:xfrm>
                <a:off x="6584731" y="5120521"/>
                <a:ext cx="2122218" cy="645077"/>
              </a:xfrm>
              <a:prstGeom prst="rect">
                <a:avLst/>
              </a:prstGeom>
              <a:noFill/>
            </p:spPr>
            <p:txBody>
              <a:bodyPr wrap="squar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Azure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Functions</a:t>
                </a:r>
              </a:p>
            </p:txBody>
          </p:sp>
        </p:grpSp>
        <p:grpSp>
          <p:nvGrpSpPr>
            <p:cNvPr id="13" name="Group 12">
              <a:extLst>
                <a:ext uri="{FF2B5EF4-FFF2-40B4-BE49-F238E27FC236}">
                  <a16:creationId xmlns:a16="http://schemas.microsoft.com/office/drawing/2014/main" id="{DA168025-94F9-B17D-1C90-0A78CD4CC47A}"/>
                </a:ext>
              </a:extLst>
            </p:cNvPr>
            <p:cNvGrpSpPr/>
            <p:nvPr/>
          </p:nvGrpSpPr>
          <p:grpSpPr>
            <a:xfrm>
              <a:off x="3390751" y="2073344"/>
              <a:ext cx="5471548" cy="633438"/>
              <a:chOff x="3987567" y="2795562"/>
              <a:chExt cx="3964405" cy="458957"/>
            </a:xfrm>
          </p:grpSpPr>
          <p:grpSp>
            <p:nvGrpSpPr>
              <p:cNvPr id="39" name="Group 38">
                <a:extLst>
                  <a:ext uri="{FF2B5EF4-FFF2-40B4-BE49-F238E27FC236}">
                    <a16:creationId xmlns:a16="http://schemas.microsoft.com/office/drawing/2014/main" id="{E26A2E9B-3A8E-8EEE-7CB8-23BC3BC7D81C}"/>
                  </a:ext>
                </a:extLst>
              </p:cNvPr>
              <p:cNvGrpSpPr/>
              <p:nvPr/>
            </p:nvGrpSpPr>
            <p:grpSpPr>
              <a:xfrm>
                <a:off x="3987567" y="2795562"/>
                <a:ext cx="890018" cy="458957"/>
                <a:chOff x="9332385" y="4732897"/>
                <a:chExt cx="495767" cy="255653"/>
              </a:xfrm>
            </p:grpSpPr>
            <p:pic>
              <p:nvPicPr>
                <p:cNvPr id="50" name="Picture 49">
                  <a:extLst>
                    <a:ext uri="{FF2B5EF4-FFF2-40B4-BE49-F238E27FC236}">
                      <a16:creationId xmlns:a16="http://schemas.microsoft.com/office/drawing/2014/main" id="{CB85102E-F340-7B70-4590-CBC416760980}"/>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imgEffect>
                        </a14:imgLayer>
                      </a14:imgProps>
                    </a:ext>
                  </a:extLst>
                </a:blip>
                <a:stretch>
                  <a:fillRect/>
                </a:stretch>
              </p:blipFill>
              <p:spPr>
                <a:xfrm>
                  <a:off x="9332385" y="4732897"/>
                  <a:ext cx="244034" cy="255653"/>
                </a:xfrm>
                <a:prstGeom prst="rect">
                  <a:avLst/>
                </a:prstGeom>
              </p:spPr>
            </p:pic>
            <p:sp>
              <p:nvSpPr>
                <p:cNvPr id="51" name="TextBox 51">
                  <a:extLst>
                    <a:ext uri="{FF2B5EF4-FFF2-40B4-BE49-F238E27FC236}">
                      <a16:creationId xmlns:a16="http://schemas.microsoft.com/office/drawing/2014/main" id="{763B23AA-852F-9577-141C-2EF4DF5CA6D4}"/>
                    </a:ext>
                  </a:extLst>
                </p:cNvPr>
                <p:cNvSpPr txBox="1"/>
                <p:nvPr/>
              </p:nvSpPr>
              <p:spPr>
                <a:xfrm>
                  <a:off x="9535988" y="4768791"/>
                  <a:ext cx="292164" cy="171441"/>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A2A</a:t>
                  </a:r>
                </a:p>
              </p:txBody>
            </p:sp>
          </p:grpSp>
          <p:grpSp>
            <p:nvGrpSpPr>
              <p:cNvPr id="40" name="Group 39">
                <a:extLst>
                  <a:ext uri="{FF2B5EF4-FFF2-40B4-BE49-F238E27FC236}">
                    <a16:creationId xmlns:a16="http://schemas.microsoft.com/office/drawing/2014/main" id="{C59E5FD7-3568-9AB4-8F4F-1B14261B29AB}"/>
                  </a:ext>
                </a:extLst>
              </p:cNvPr>
              <p:cNvGrpSpPr/>
              <p:nvPr/>
            </p:nvGrpSpPr>
            <p:grpSpPr>
              <a:xfrm>
                <a:off x="5413385" y="2855566"/>
                <a:ext cx="912101" cy="378738"/>
                <a:chOff x="10220864" y="4786575"/>
                <a:chExt cx="508069" cy="210968"/>
              </a:xfrm>
            </p:grpSpPr>
            <p:sp>
              <p:nvSpPr>
                <p:cNvPr id="44" name="Freeform: Shape 43">
                  <a:extLst>
                    <a:ext uri="{FF2B5EF4-FFF2-40B4-BE49-F238E27FC236}">
                      <a16:creationId xmlns:a16="http://schemas.microsoft.com/office/drawing/2014/main" id="{475DF06E-02A3-C77B-E346-6B3DD925A50B}"/>
                    </a:ext>
                  </a:extLst>
                </p:cNvPr>
                <p:cNvSpPr/>
                <p:nvPr/>
              </p:nvSpPr>
              <p:spPr>
                <a:xfrm>
                  <a:off x="10220864" y="4786575"/>
                  <a:ext cx="115102" cy="108116"/>
                </a:xfrm>
                <a:custGeom>
                  <a:avLst/>
                  <a:gdLst>
                    <a:gd name="connsiteX0" fmla="*/ 0 w 115102"/>
                    <a:gd name="connsiteY0" fmla="*/ 79213 h 97531"/>
                    <a:gd name="connsiteX1" fmla="*/ 71780 w 115102"/>
                    <a:gd name="connsiteY1" fmla="*/ 7433 h 97531"/>
                    <a:gd name="connsiteX2" fmla="*/ 107669 w 115102"/>
                    <a:gd name="connsiteY2" fmla="*/ 7433 h 97531"/>
                    <a:gd name="connsiteX3" fmla="*/ 107669 w 115102"/>
                    <a:gd name="connsiteY3" fmla="*/ 7433 h 97531"/>
                    <a:gd name="connsiteX4" fmla="*/ 107669 w 115102"/>
                    <a:gd name="connsiteY4" fmla="*/ 43323 h 97531"/>
                    <a:gd name="connsiteX5" fmla="*/ 53461 w 115102"/>
                    <a:gd name="connsiteY5" fmla="*/ 97532 h 97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02" h="97531">
                      <a:moveTo>
                        <a:pt x="0" y="79213"/>
                      </a:moveTo>
                      <a:lnTo>
                        <a:pt x="71780" y="7433"/>
                      </a:lnTo>
                      <a:cubicBezTo>
                        <a:pt x="81691" y="-2478"/>
                        <a:pt x="97759" y="-2478"/>
                        <a:pt x="107669" y="7433"/>
                      </a:cubicBezTo>
                      <a:lnTo>
                        <a:pt x="107669" y="7433"/>
                      </a:lnTo>
                      <a:cubicBezTo>
                        <a:pt x="117580" y="17344"/>
                        <a:pt x="117580" y="33412"/>
                        <a:pt x="107669" y="43323"/>
                      </a:cubicBezTo>
                      <a:lnTo>
                        <a:pt x="53461" y="97532"/>
                      </a:lnTo>
                    </a:path>
                  </a:pathLst>
                </a:custGeom>
                <a:noFill/>
                <a:ln w="9525" cap="rnd">
                  <a:solidFill>
                    <a:schemeClr val="tx1"/>
                  </a:solidFill>
                  <a:prstDash val="solid"/>
                  <a:miter/>
                </a:ln>
              </p:spPr>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1200" cap="none" spc="0" normalizeH="0" baseline="0" noProof="0">
                    <a:ln>
                      <a:noFill/>
                    </a:ln>
                    <a:effectLst/>
                    <a:uLnTx/>
                    <a:uFillTx/>
                    <a:latin typeface="Segoe Sans Display" pitchFamily="2" charset="0"/>
                    <a:cs typeface="Segoe Sans Display" pitchFamily="2" charset="0"/>
                  </a:endParaRPr>
                </a:p>
              </p:txBody>
            </p:sp>
            <p:grpSp>
              <p:nvGrpSpPr>
                <p:cNvPr id="45" name="Group 44">
                  <a:extLst>
                    <a:ext uri="{FF2B5EF4-FFF2-40B4-BE49-F238E27FC236}">
                      <a16:creationId xmlns:a16="http://schemas.microsoft.com/office/drawing/2014/main" id="{78358FC5-DC34-BED4-F8E9-3521A7C67A23}"/>
                    </a:ext>
                  </a:extLst>
                </p:cNvPr>
                <p:cNvGrpSpPr/>
                <p:nvPr/>
              </p:nvGrpSpPr>
              <p:grpSpPr>
                <a:xfrm>
                  <a:off x="10250068" y="4791415"/>
                  <a:ext cx="478865" cy="206128"/>
                  <a:chOff x="10250068" y="4768672"/>
                  <a:chExt cx="478865" cy="206128"/>
                </a:xfrm>
              </p:grpSpPr>
              <p:sp>
                <p:nvSpPr>
                  <p:cNvPr id="46" name="Freeform: Shape 45">
                    <a:extLst>
                      <a:ext uri="{FF2B5EF4-FFF2-40B4-BE49-F238E27FC236}">
                        <a16:creationId xmlns:a16="http://schemas.microsoft.com/office/drawing/2014/main" id="{4FFA39B5-8155-4F56-EF26-C1FF59B9186F}"/>
                      </a:ext>
                    </a:extLst>
                  </p:cNvPr>
                  <p:cNvSpPr/>
                  <p:nvPr/>
                </p:nvSpPr>
                <p:spPr>
                  <a:xfrm>
                    <a:off x="10275073" y="4826360"/>
                    <a:ext cx="97157" cy="148440"/>
                  </a:xfrm>
                  <a:custGeom>
                    <a:avLst/>
                    <a:gdLst>
                      <a:gd name="connsiteX0" fmla="*/ 0 w 97157"/>
                      <a:gd name="connsiteY0" fmla="*/ 60894 h 133908"/>
                      <a:gd name="connsiteX1" fmla="*/ 53460 w 97157"/>
                      <a:gd name="connsiteY1" fmla="*/ 7433 h 133908"/>
                      <a:gd name="connsiteX2" fmla="*/ 89351 w 97157"/>
                      <a:gd name="connsiteY2" fmla="*/ 7433 h 133908"/>
                      <a:gd name="connsiteX3" fmla="*/ 89724 w 97157"/>
                      <a:gd name="connsiteY3" fmla="*/ 7807 h 133908"/>
                      <a:gd name="connsiteX4" fmla="*/ 89724 w 97157"/>
                      <a:gd name="connsiteY4" fmla="*/ 43697 h 133908"/>
                      <a:gd name="connsiteX5" fmla="*/ 24806 w 97157"/>
                      <a:gd name="connsiteY5" fmla="*/ 108615 h 133908"/>
                      <a:gd name="connsiteX6" fmla="*/ 24806 w 97157"/>
                      <a:gd name="connsiteY6" fmla="*/ 120578 h 133908"/>
                      <a:gd name="connsiteX7" fmla="*/ 38136 w 97157"/>
                      <a:gd name="connsiteY7" fmla="*/ 133909 h 13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157" h="133908">
                        <a:moveTo>
                          <a:pt x="0" y="60894"/>
                        </a:moveTo>
                        <a:lnTo>
                          <a:pt x="53460" y="7433"/>
                        </a:lnTo>
                        <a:cubicBezTo>
                          <a:pt x="63372" y="-2478"/>
                          <a:pt x="79440" y="-2478"/>
                          <a:pt x="89351" y="7433"/>
                        </a:cubicBezTo>
                        <a:lnTo>
                          <a:pt x="89724" y="7807"/>
                        </a:lnTo>
                        <a:cubicBezTo>
                          <a:pt x="99636" y="17718"/>
                          <a:pt x="99636" y="33786"/>
                          <a:pt x="89724" y="43697"/>
                        </a:cubicBezTo>
                        <a:lnTo>
                          <a:pt x="24806" y="108615"/>
                        </a:lnTo>
                        <a:cubicBezTo>
                          <a:pt x="21503" y="111919"/>
                          <a:pt x="21503" y="117275"/>
                          <a:pt x="24806" y="120578"/>
                        </a:cubicBezTo>
                        <a:lnTo>
                          <a:pt x="38136" y="133909"/>
                        </a:lnTo>
                      </a:path>
                    </a:pathLst>
                  </a:custGeom>
                  <a:noFill/>
                  <a:ln w="9525" cap="rnd">
                    <a:solidFill>
                      <a:schemeClr val="tx1"/>
                    </a:solidFill>
                    <a:prstDash val="solid"/>
                    <a:miter/>
                  </a:ln>
                </p:spPr>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1200" cap="none" spc="0" normalizeH="0" baseline="0" noProof="0">
                      <a:ln>
                        <a:noFill/>
                      </a:ln>
                      <a:effectLst/>
                      <a:uLnTx/>
                      <a:uFillTx/>
                      <a:latin typeface="Segoe Sans Display" pitchFamily="2" charset="0"/>
                      <a:cs typeface="Segoe Sans Display" pitchFamily="2" charset="0"/>
                    </a:endParaRPr>
                  </a:p>
                </p:txBody>
              </p:sp>
              <p:grpSp>
                <p:nvGrpSpPr>
                  <p:cNvPr id="47" name="Group 46">
                    <a:extLst>
                      <a:ext uri="{FF2B5EF4-FFF2-40B4-BE49-F238E27FC236}">
                        <a16:creationId xmlns:a16="http://schemas.microsoft.com/office/drawing/2014/main" id="{496DDC21-38D2-C115-E2B5-62F71352281E}"/>
                      </a:ext>
                    </a:extLst>
                  </p:cNvPr>
                  <p:cNvGrpSpPr/>
                  <p:nvPr/>
                </p:nvGrpSpPr>
                <p:grpSpPr>
                  <a:xfrm>
                    <a:off x="10250068" y="4768672"/>
                    <a:ext cx="478865" cy="171441"/>
                    <a:chOff x="10250068" y="4782422"/>
                    <a:chExt cx="478865" cy="171441"/>
                  </a:xfrm>
                </p:grpSpPr>
                <p:sp>
                  <p:nvSpPr>
                    <p:cNvPr id="48" name="Freeform: Shape 47">
                      <a:extLst>
                        <a:ext uri="{FF2B5EF4-FFF2-40B4-BE49-F238E27FC236}">
                          <a16:creationId xmlns:a16="http://schemas.microsoft.com/office/drawing/2014/main" id="{2422AB40-A7D3-B586-B8B4-B7C57689598B}"/>
                        </a:ext>
                      </a:extLst>
                    </p:cNvPr>
                    <p:cNvSpPr/>
                    <p:nvPr/>
                  </p:nvSpPr>
                  <p:spPr>
                    <a:xfrm>
                      <a:off x="10250068" y="4814707"/>
                      <a:ext cx="96409" cy="106872"/>
                    </a:xfrm>
                    <a:custGeom>
                      <a:avLst/>
                      <a:gdLst>
                        <a:gd name="connsiteX0" fmla="*/ 60520 w 96409"/>
                        <a:gd name="connsiteY0" fmla="*/ 0 h 96409"/>
                        <a:gd name="connsiteX1" fmla="*/ 7433 w 96409"/>
                        <a:gd name="connsiteY1" fmla="*/ 53087 h 96409"/>
                        <a:gd name="connsiteX2" fmla="*/ 7433 w 96409"/>
                        <a:gd name="connsiteY2" fmla="*/ 88977 h 96409"/>
                        <a:gd name="connsiteX3" fmla="*/ 7433 w 96409"/>
                        <a:gd name="connsiteY3" fmla="*/ 88977 h 96409"/>
                        <a:gd name="connsiteX4" fmla="*/ 43323 w 96409"/>
                        <a:gd name="connsiteY4" fmla="*/ 88977 h 96409"/>
                        <a:gd name="connsiteX5" fmla="*/ 96410 w 96409"/>
                        <a:gd name="connsiteY5" fmla="*/ 35890 h 9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409" h="96409">
                          <a:moveTo>
                            <a:pt x="60520" y="0"/>
                          </a:moveTo>
                          <a:lnTo>
                            <a:pt x="7433" y="53087"/>
                          </a:lnTo>
                          <a:cubicBezTo>
                            <a:pt x="-2478" y="62998"/>
                            <a:pt x="-2478" y="79066"/>
                            <a:pt x="7433" y="88977"/>
                          </a:cubicBezTo>
                          <a:lnTo>
                            <a:pt x="7433" y="88977"/>
                          </a:lnTo>
                          <a:cubicBezTo>
                            <a:pt x="17344" y="98887"/>
                            <a:pt x="33412" y="98887"/>
                            <a:pt x="43323" y="88977"/>
                          </a:cubicBezTo>
                          <a:lnTo>
                            <a:pt x="96410" y="35890"/>
                          </a:lnTo>
                        </a:path>
                      </a:pathLst>
                    </a:custGeom>
                    <a:noFill/>
                    <a:ln w="9525" cap="rnd">
                      <a:solidFill>
                        <a:schemeClr val="tx1"/>
                      </a:solidFill>
                      <a:prstDash val="solid"/>
                      <a:miter/>
                    </a:ln>
                  </p:spPr>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1200" cap="none" spc="0" normalizeH="0" baseline="0" noProof="0">
                        <a:ln>
                          <a:noFill/>
                        </a:ln>
                        <a:effectLst/>
                        <a:uLnTx/>
                        <a:uFillTx/>
                        <a:latin typeface="Segoe Sans Display" pitchFamily="2" charset="0"/>
                        <a:cs typeface="Segoe Sans Display" pitchFamily="2" charset="0"/>
                      </a:endParaRPr>
                    </a:p>
                  </p:txBody>
                </p:sp>
                <p:sp>
                  <p:nvSpPr>
                    <p:cNvPr id="49" name="TextBox 49">
                      <a:extLst>
                        <a:ext uri="{FF2B5EF4-FFF2-40B4-BE49-F238E27FC236}">
                          <a16:creationId xmlns:a16="http://schemas.microsoft.com/office/drawing/2014/main" id="{8162034A-7D27-6073-75AE-A1B2593D34CF}"/>
                        </a:ext>
                      </a:extLst>
                    </p:cNvPr>
                    <p:cNvSpPr txBox="1"/>
                    <p:nvPr/>
                  </p:nvSpPr>
                  <p:spPr>
                    <a:xfrm>
                      <a:off x="10405517" y="4782422"/>
                      <a:ext cx="323416" cy="171441"/>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MCP</a:t>
                      </a:r>
                    </a:p>
                  </p:txBody>
                </p:sp>
              </p:grpSp>
            </p:grpSp>
          </p:grpSp>
          <p:grpSp>
            <p:nvGrpSpPr>
              <p:cNvPr id="41" name="Group 40">
                <a:extLst>
                  <a:ext uri="{FF2B5EF4-FFF2-40B4-BE49-F238E27FC236}">
                    <a16:creationId xmlns:a16="http://schemas.microsoft.com/office/drawing/2014/main" id="{9EA3EB5D-F788-85F7-2D82-33747D2177C0}"/>
                  </a:ext>
                </a:extLst>
              </p:cNvPr>
              <p:cNvGrpSpPr/>
              <p:nvPr/>
            </p:nvGrpSpPr>
            <p:grpSpPr>
              <a:xfrm>
                <a:off x="6779290" y="2852984"/>
                <a:ext cx="1172682" cy="307777"/>
                <a:chOff x="6779290" y="2852984"/>
                <a:chExt cx="1172682" cy="307777"/>
              </a:xfrm>
            </p:grpSpPr>
            <p:sp>
              <p:nvSpPr>
                <p:cNvPr id="42" name="TextBox 43">
                  <a:extLst>
                    <a:ext uri="{FF2B5EF4-FFF2-40B4-BE49-F238E27FC236}">
                      <a16:creationId xmlns:a16="http://schemas.microsoft.com/office/drawing/2014/main" id="{EFC2B146-A2C5-B2F3-B977-50310E790147}"/>
                    </a:ext>
                  </a:extLst>
                </p:cNvPr>
                <p:cNvSpPr txBox="1"/>
                <p:nvPr/>
              </p:nvSpPr>
              <p:spPr>
                <a:xfrm>
                  <a:off x="7050764" y="2852984"/>
                  <a:ext cx="901208" cy="307777"/>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err="1">
                      <a:ln>
                        <a:noFill/>
                      </a:ln>
                      <a:effectLst/>
                      <a:uLnTx/>
                      <a:uFillTx/>
                      <a:latin typeface="Segoe Sans Display Semibold" pitchFamily="2" charset="0"/>
                      <a:cs typeface="Segoe Sans Display Semibold" pitchFamily="2" charset="0"/>
                    </a:rPr>
                    <a:t>OpenAPI</a:t>
                  </a:r>
                  <a:endParaRPr kumimoji="0" lang="en-US" sz="1400" b="1" u="none" strike="noStrike" kern="1200" cap="none" spc="0" normalizeH="0" baseline="0" noProof="0">
                    <a:ln>
                      <a:noFill/>
                    </a:ln>
                    <a:effectLst/>
                    <a:uLnTx/>
                    <a:uFillTx/>
                    <a:latin typeface="Segoe Sans Display Semibold" pitchFamily="2" charset="0"/>
                    <a:cs typeface="Segoe Sans Display Semibold" pitchFamily="2" charset="0"/>
                  </a:endParaRPr>
                </a:p>
              </p:txBody>
            </p:sp>
            <p:pic>
              <p:nvPicPr>
                <p:cNvPr id="43" name="Picture 42" descr="OpenAPI&quot; Icon - Download for free – Iconduck">
                  <a:extLst>
                    <a:ext uri="{FF2B5EF4-FFF2-40B4-BE49-F238E27FC236}">
                      <a16:creationId xmlns:a16="http://schemas.microsoft.com/office/drawing/2014/main" id="{2F6A35A3-5C93-A846-89DA-64B5A0761A6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79290" y="2883175"/>
                  <a:ext cx="264618" cy="26461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4" name="Group 13">
              <a:extLst>
                <a:ext uri="{FF2B5EF4-FFF2-40B4-BE49-F238E27FC236}">
                  <a16:creationId xmlns:a16="http://schemas.microsoft.com/office/drawing/2014/main" id="{47D6484A-91CD-8989-15CE-74D07CB12CEB}"/>
                </a:ext>
              </a:extLst>
            </p:cNvPr>
            <p:cNvGrpSpPr/>
            <p:nvPr/>
          </p:nvGrpSpPr>
          <p:grpSpPr>
            <a:xfrm>
              <a:off x="1783563" y="4195436"/>
              <a:ext cx="1157954" cy="413664"/>
              <a:chOff x="1783563" y="4768672"/>
              <a:chExt cx="1157954" cy="413664"/>
            </a:xfrm>
          </p:grpSpPr>
          <p:pic>
            <p:nvPicPr>
              <p:cNvPr id="37" name="Picture 36">
                <a:extLst>
                  <a:ext uri="{FF2B5EF4-FFF2-40B4-BE49-F238E27FC236}">
                    <a16:creationId xmlns:a16="http://schemas.microsoft.com/office/drawing/2014/main" id="{D9CC4A5D-045C-536C-AD0A-3DF6D71B3D48}"/>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1" b="-21720"/>
              <a:stretch>
                <a:fillRect/>
              </a:stretch>
            </p:blipFill>
            <p:spPr bwMode="auto">
              <a:xfrm>
                <a:off x="1783563" y="4768672"/>
                <a:ext cx="155750" cy="413664"/>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13">
                <a:extLst>
                  <a:ext uri="{FF2B5EF4-FFF2-40B4-BE49-F238E27FC236}">
                    <a16:creationId xmlns:a16="http://schemas.microsoft.com/office/drawing/2014/main" id="{6570E7FE-6A38-B8A7-5DE4-1CC72E1848A6}"/>
                  </a:ext>
                </a:extLst>
              </p:cNvPr>
              <p:cNvSpPr txBox="1"/>
              <p:nvPr/>
            </p:nvSpPr>
            <p:spPr>
              <a:xfrm>
                <a:off x="1932908" y="4768672"/>
                <a:ext cx="1008609" cy="307777"/>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MongoDB</a:t>
                </a:r>
              </a:p>
            </p:txBody>
          </p:sp>
        </p:grpSp>
        <p:grpSp>
          <p:nvGrpSpPr>
            <p:cNvPr id="15" name="Group 14">
              <a:extLst>
                <a:ext uri="{FF2B5EF4-FFF2-40B4-BE49-F238E27FC236}">
                  <a16:creationId xmlns:a16="http://schemas.microsoft.com/office/drawing/2014/main" id="{FA04B1C0-79B7-E40E-CF03-C707A07C6F42}"/>
                </a:ext>
              </a:extLst>
            </p:cNvPr>
            <p:cNvGrpSpPr/>
            <p:nvPr/>
          </p:nvGrpSpPr>
          <p:grpSpPr>
            <a:xfrm>
              <a:off x="4023847" y="4199913"/>
              <a:ext cx="1869904" cy="329934"/>
              <a:chOff x="4023847" y="4746515"/>
              <a:chExt cx="1869904" cy="329934"/>
            </a:xfrm>
          </p:grpSpPr>
          <p:pic>
            <p:nvPicPr>
              <p:cNvPr id="35" name="Picture 34" descr="Cosmos DB - Wikipedia">
                <a:extLst>
                  <a:ext uri="{FF2B5EF4-FFF2-40B4-BE49-F238E27FC236}">
                    <a16:creationId xmlns:a16="http://schemas.microsoft.com/office/drawing/2014/main" id="{628165CF-318A-834D-F343-9ACFF679FA6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23847" y="4750566"/>
                <a:ext cx="466647" cy="325883"/>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15">
                <a:extLst>
                  <a:ext uri="{FF2B5EF4-FFF2-40B4-BE49-F238E27FC236}">
                    <a16:creationId xmlns:a16="http://schemas.microsoft.com/office/drawing/2014/main" id="{3C563A43-4785-EC20-52B2-4B5420E83E87}"/>
                  </a:ext>
                </a:extLst>
              </p:cNvPr>
              <p:cNvSpPr txBox="1"/>
              <p:nvPr/>
            </p:nvSpPr>
            <p:spPr>
              <a:xfrm>
                <a:off x="4407632" y="4746515"/>
                <a:ext cx="1486119" cy="307777"/>
              </a:xfrm>
              <a:prstGeom prst="rect">
                <a:avLst/>
              </a:prstGeom>
              <a:noFill/>
            </p:spPr>
            <p:txBody>
              <a:bodyPr wrap="squar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Cosmos DB</a:t>
                </a:r>
              </a:p>
            </p:txBody>
          </p:sp>
        </p:grpSp>
        <p:grpSp>
          <p:nvGrpSpPr>
            <p:cNvPr id="16" name="Group 15">
              <a:extLst>
                <a:ext uri="{FF2B5EF4-FFF2-40B4-BE49-F238E27FC236}">
                  <a16:creationId xmlns:a16="http://schemas.microsoft.com/office/drawing/2014/main" id="{F8B2125D-1477-B007-60C6-5D9CC7068514}"/>
                </a:ext>
              </a:extLst>
            </p:cNvPr>
            <p:cNvGrpSpPr/>
            <p:nvPr/>
          </p:nvGrpSpPr>
          <p:grpSpPr>
            <a:xfrm>
              <a:off x="6148666" y="4184376"/>
              <a:ext cx="1548977" cy="355324"/>
              <a:chOff x="6148666" y="4730978"/>
              <a:chExt cx="1548977" cy="355324"/>
            </a:xfrm>
          </p:grpSpPr>
          <p:pic>
            <p:nvPicPr>
              <p:cNvPr id="33" name="Picture 32">
                <a:extLst>
                  <a:ext uri="{FF2B5EF4-FFF2-40B4-BE49-F238E27FC236}">
                    <a16:creationId xmlns:a16="http://schemas.microsoft.com/office/drawing/2014/main" id="{B35430AB-0B68-15DC-81A9-9C264652EA06}"/>
                  </a:ext>
                </a:extLst>
              </p:cNvPr>
              <p:cNvPicPr>
                <a:picLocks noChangeAspect="1"/>
              </p:cNvPicPr>
              <p:nvPr/>
            </p:nvPicPr>
            <p:blipFill>
              <a:blip r:embed="rId18">
                <a:clrChange>
                  <a:clrFrom>
                    <a:srgbClr val="FFFFFF"/>
                  </a:clrFrom>
                  <a:clrTo>
                    <a:srgbClr val="FFFFFF">
                      <a:alpha val="0"/>
                    </a:srgbClr>
                  </a:clrTo>
                </a:clrChange>
              </a:blip>
              <a:stretch>
                <a:fillRect/>
              </a:stretch>
            </p:blipFill>
            <p:spPr>
              <a:xfrm>
                <a:off x="6148666" y="4758817"/>
                <a:ext cx="327485" cy="327485"/>
              </a:xfrm>
              <a:prstGeom prst="rect">
                <a:avLst/>
              </a:prstGeom>
            </p:spPr>
          </p:pic>
          <p:sp>
            <p:nvSpPr>
              <p:cNvPr id="34" name="TextBox 17">
                <a:extLst>
                  <a:ext uri="{FF2B5EF4-FFF2-40B4-BE49-F238E27FC236}">
                    <a16:creationId xmlns:a16="http://schemas.microsoft.com/office/drawing/2014/main" id="{01455479-2C69-03C5-418C-39191F3651E2}"/>
                  </a:ext>
                </a:extLst>
              </p:cNvPr>
              <p:cNvSpPr txBox="1"/>
              <p:nvPr/>
            </p:nvSpPr>
            <p:spPr>
              <a:xfrm>
                <a:off x="6498298" y="4730978"/>
                <a:ext cx="1199345" cy="307777"/>
              </a:xfrm>
              <a:prstGeom prst="rect">
                <a:avLst/>
              </a:prstGeom>
              <a:noFill/>
            </p:spPr>
            <p:txBody>
              <a:bodyPr wrap="squar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Chroma</a:t>
                </a:r>
              </a:p>
            </p:txBody>
          </p:sp>
        </p:grpSp>
        <p:grpSp>
          <p:nvGrpSpPr>
            <p:cNvPr id="17" name="Group 16">
              <a:extLst>
                <a:ext uri="{FF2B5EF4-FFF2-40B4-BE49-F238E27FC236}">
                  <a16:creationId xmlns:a16="http://schemas.microsoft.com/office/drawing/2014/main" id="{85D3526F-1C81-C45A-2437-F5403E450525}"/>
                </a:ext>
              </a:extLst>
            </p:cNvPr>
            <p:cNvGrpSpPr/>
            <p:nvPr/>
          </p:nvGrpSpPr>
          <p:grpSpPr>
            <a:xfrm>
              <a:off x="8392070" y="4201963"/>
              <a:ext cx="1079133" cy="327884"/>
              <a:chOff x="8392070" y="4775199"/>
              <a:chExt cx="1079133" cy="327884"/>
            </a:xfrm>
          </p:grpSpPr>
          <p:pic>
            <p:nvPicPr>
              <p:cNvPr id="31" name="Picture 30">
                <a:extLst>
                  <a:ext uri="{FF2B5EF4-FFF2-40B4-BE49-F238E27FC236}">
                    <a16:creationId xmlns:a16="http://schemas.microsoft.com/office/drawing/2014/main" id="{4277DFC5-2F36-EC05-9C85-DAB5B480E484}"/>
                  </a:ext>
                </a:extLst>
              </p:cNvPr>
              <p:cNvPicPr>
                <a:picLocks noChangeAspect="1"/>
              </p:cNvPicPr>
              <p:nvPr/>
            </p:nvPicPr>
            <p:blipFill>
              <a:blip r:embed="rId19">
                <a:clrChange>
                  <a:clrFrom>
                    <a:srgbClr val="FFFFFF"/>
                  </a:clrFrom>
                  <a:clrTo>
                    <a:srgbClr val="FFFFFF">
                      <a:alpha val="0"/>
                    </a:srgbClr>
                  </a:clrTo>
                </a:clrChange>
              </a:blip>
              <a:stretch>
                <a:fillRect/>
              </a:stretch>
            </p:blipFill>
            <p:spPr>
              <a:xfrm>
                <a:off x="8392070" y="4795306"/>
                <a:ext cx="307777" cy="307777"/>
              </a:xfrm>
              <a:prstGeom prst="rect">
                <a:avLst/>
              </a:prstGeom>
            </p:spPr>
          </p:pic>
          <p:sp>
            <p:nvSpPr>
              <p:cNvPr id="32" name="TextBox 19">
                <a:extLst>
                  <a:ext uri="{FF2B5EF4-FFF2-40B4-BE49-F238E27FC236}">
                    <a16:creationId xmlns:a16="http://schemas.microsoft.com/office/drawing/2014/main" id="{5F587B00-2916-4547-176C-5B480254E9BC}"/>
                  </a:ext>
                </a:extLst>
              </p:cNvPr>
              <p:cNvSpPr txBox="1"/>
              <p:nvPr/>
            </p:nvSpPr>
            <p:spPr>
              <a:xfrm>
                <a:off x="8711123" y="4775199"/>
                <a:ext cx="760080" cy="307777"/>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Qdrant</a:t>
                </a:r>
              </a:p>
            </p:txBody>
          </p:sp>
        </p:grpSp>
        <p:grpSp>
          <p:nvGrpSpPr>
            <p:cNvPr id="18" name="Group 17">
              <a:extLst>
                <a:ext uri="{FF2B5EF4-FFF2-40B4-BE49-F238E27FC236}">
                  <a16:creationId xmlns:a16="http://schemas.microsoft.com/office/drawing/2014/main" id="{33D9195F-E143-6261-9297-FA5507D573E2}"/>
                </a:ext>
              </a:extLst>
            </p:cNvPr>
            <p:cNvGrpSpPr/>
            <p:nvPr/>
          </p:nvGrpSpPr>
          <p:grpSpPr>
            <a:xfrm>
              <a:off x="1741034" y="4897743"/>
              <a:ext cx="892382" cy="307777"/>
              <a:chOff x="1741034" y="5470979"/>
              <a:chExt cx="892382" cy="307777"/>
            </a:xfrm>
          </p:grpSpPr>
          <p:pic>
            <p:nvPicPr>
              <p:cNvPr id="29" name="Picture 28" descr="Redis&quot; Icon - Download for free – Iconduck">
                <a:extLst>
                  <a:ext uri="{FF2B5EF4-FFF2-40B4-BE49-F238E27FC236}">
                    <a16:creationId xmlns:a16="http://schemas.microsoft.com/office/drawing/2014/main" id="{E1B5884A-0605-3872-362A-9180F700A4F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41034" y="5528582"/>
                <a:ext cx="259573" cy="22165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1">
                <a:extLst>
                  <a:ext uri="{FF2B5EF4-FFF2-40B4-BE49-F238E27FC236}">
                    <a16:creationId xmlns:a16="http://schemas.microsoft.com/office/drawing/2014/main" id="{FAFFC0C7-BC8F-653E-E9FF-B6AD4681A377}"/>
                  </a:ext>
                </a:extLst>
              </p:cNvPr>
              <p:cNvSpPr txBox="1"/>
              <p:nvPr/>
            </p:nvSpPr>
            <p:spPr>
              <a:xfrm>
                <a:off x="2010168" y="5470979"/>
                <a:ext cx="623248" cy="307777"/>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Redis</a:t>
                </a:r>
              </a:p>
            </p:txBody>
          </p:sp>
        </p:grpSp>
        <p:grpSp>
          <p:nvGrpSpPr>
            <p:cNvPr id="19" name="Group 18">
              <a:extLst>
                <a:ext uri="{FF2B5EF4-FFF2-40B4-BE49-F238E27FC236}">
                  <a16:creationId xmlns:a16="http://schemas.microsoft.com/office/drawing/2014/main" id="{B6AC7BBF-4288-9ACC-3FE0-A5E64CDD675D}"/>
                </a:ext>
              </a:extLst>
            </p:cNvPr>
            <p:cNvGrpSpPr/>
            <p:nvPr/>
          </p:nvGrpSpPr>
          <p:grpSpPr>
            <a:xfrm>
              <a:off x="4131253" y="4895857"/>
              <a:ext cx="1930470" cy="387987"/>
              <a:chOff x="4131253" y="5469093"/>
              <a:chExt cx="1930470" cy="387987"/>
            </a:xfrm>
          </p:grpSpPr>
          <p:pic>
            <p:nvPicPr>
              <p:cNvPr id="27" name="Picture 26" descr="Microsoft SQL Server vector logo (eps, svg) free download">
                <a:extLst>
                  <a:ext uri="{FF2B5EF4-FFF2-40B4-BE49-F238E27FC236}">
                    <a16:creationId xmlns:a16="http://schemas.microsoft.com/office/drawing/2014/main" id="{EF1B09CE-6C8C-B371-387A-2F44E0DED78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31253" y="5469093"/>
                <a:ext cx="307778" cy="307778"/>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3">
                <a:extLst>
                  <a:ext uri="{FF2B5EF4-FFF2-40B4-BE49-F238E27FC236}">
                    <a16:creationId xmlns:a16="http://schemas.microsoft.com/office/drawing/2014/main" id="{39B4315E-D0A9-1F46-9D69-B7053630A6B0}"/>
                  </a:ext>
                </a:extLst>
              </p:cNvPr>
              <p:cNvSpPr txBox="1"/>
              <p:nvPr/>
            </p:nvSpPr>
            <p:spPr>
              <a:xfrm>
                <a:off x="4418351" y="5477623"/>
                <a:ext cx="1643372" cy="379457"/>
              </a:xfrm>
              <a:prstGeom prst="rect">
                <a:avLst/>
              </a:prstGeom>
              <a:noFill/>
            </p:spPr>
            <p:txBody>
              <a:bodyPr wrap="squar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SQL Server</a:t>
                </a:r>
              </a:p>
            </p:txBody>
          </p:sp>
        </p:grpSp>
        <p:grpSp>
          <p:nvGrpSpPr>
            <p:cNvPr id="20" name="Group 19">
              <a:extLst>
                <a:ext uri="{FF2B5EF4-FFF2-40B4-BE49-F238E27FC236}">
                  <a16:creationId xmlns:a16="http://schemas.microsoft.com/office/drawing/2014/main" id="{49D149FA-D997-3181-164E-C722DE1ABBAA}"/>
                </a:ext>
              </a:extLst>
            </p:cNvPr>
            <p:cNvGrpSpPr/>
            <p:nvPr/>
          </p:nvGrpSpPr>
          <p:grpSpPr>
            <a:xfrm>
              <a:off x="6176145" y="4895858"/>
              <a:ext cx="1521498" cy="307777"/>
              <a:chOff x="6176145" y="5469094"/>
              <a:chExt cx="1521498" cy="307777"/>
            </a:xfrm>
          </p:grpSpPr>
          <p:pic>
            <p:nvPicPr>
              <p:cNvPr id="25" name="Picture 24" descr="FAISS | Haystack">
                <a:extLst>
                  <a:ext uri="{FF2B5EF4-FFF2-40B4-BE49-F238E27FC236}">
                    <a16:creationId xmlns:a16="http://schemas.microsoft.com/office/drawing/2014/main" id="{A9D89463-C637-25E6-1F9C-1B99E799325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76145" y="5537919"/>
                <a:ext cx="305560" cy="202979"/>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DB4A58B7-0B4D-8A88-FBB7-F8F0212E2F0B}"/>
                  </a:ext>
                </a:extLst>
              </p:cNvPr>
              <p:cNvSpPr txBox="1"/>
              <p:nvPr/>
            </p:nvSpPr>
            <p:spPr>
              <a:xfrm>
                <a:off x="6498298" y="5469094"/>
                <a:ext cx="1199345" cy="307777"/>
              </a:xfrm>
              <a:prstGeom prst="rect">
                <a:avLst/>
              </a:prstGeom>
              <a:noFill/>
            </p:spPr>
            <p:txBody>
              <a:bodyPr wrap="squar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Faiss</a:t>
                </a:r>
              </a:p>
            </p:txBody>
          </p:sp>
        </p:grpSp>
        <p:grpSp>
          <p:nvGrpSpPr>
            <p:cNvPr id="21" name="Group 20">
              <a:extLst>
                <a:ext uri="{FF2B5EF4-FFF2-40B4-BE49-F238E27FC236}">
                  <a16:creationId xmlns:a16="http://schemas.microsoft.com/office/drawing/2014/main" id="{81A59072-94B0-4345-AA42-571EECE52403}"/>
                </a:ext>
              </a:extLst>
            </p:cNvPr>
            <p:cNvGrpSpPr/>
            <p:nvPr/>
          </p:nvGrpSpPr>
          <p:grpSpPr>
            <a:xfrm>
              <a:off x="8319086" y="4895857"/>
              <a:ext cx="1372873" cy="407954"/>
              <a:chOff x="8319086" y="5469093"/>
              <a:chExt cx="1372873" cy="407954"/>
            </a:xfrm>
          </p:grpSpPr>
          <p:pic>
            <p:nvPicPr>
              <p:cNvPr id="22" name="Picture 21" descr="Weaviate Logo Design Update by Mihai Dolganiuc on Dribbble">
                <a:extLst>
                  <a:ext uri="{FF2B5EF4-FFF2-40B4-BE49-F238E27FC236}">
                    <a16:creationId xmlns:a16="http://schemas.microsoft.com/office/drawing/2014/main" id="{BBCBA6C1-5F0D-2DC6-BCB8-50E09AD26C40}"/>
                  </a:ext>
                </a:extLst>
              </p:cNvPr>
              <p:cNvPicPr>
                <a:picLocks noChangeAspect="1" noChangeArrowheads="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19086" y="5469093"/>
                <a:ext cx="543938" cy="407954"/>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7">
                <a:extLst>
                  <a:ext uri="{FF2B5EF4-FFF2-40B4-BE49-F238E27FC236}">
                    <a16:creationId xmlns:a16="http://schemas.microsoft.com/office/drawing/2014/main" id="{91843296-2633-796E-7177-B2C44782F856}"/>
                  </a:ext>
                </a:extLst>
              </p:cNvPr>
              <p:cNvSpPr txBox="1"/>
              <p:nvPr/>
            </p:nvSpPr>
            <p:spPr>
              <a:xfrm>
                <a:off x="8759588" y="5521031"/>
                <a:ext cx="932371" cy="307777"/>
              </a:xfrm>
              <a:prstGeom prst="rect">
                <a:avLst/>
              </a:prstGeom>
              <a:noFill/>
            </p:spPr>
            <p:txBody>
              <a:bodyPr wrap="none">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effectLst/>
                    <a:uLnTx/>
                    <a:uFillTx/>
                    <a:latin typeface="Segoe Sans Display Semibold" pitchFamily="2" charset="0"/>
                    <a:cs typeface="Segoe Sans Display Semibold" pitchFamily="2" charset="0"/>
                  </a:rPr>
                  <a:t>Weaviate</a:t>
                </a:r>
              </a:p>
            </p:txBody>
          </p:sp>
        </p:grpSp>
      </p:grpSp>
    </p:spTree>
    <p:extLst>
      <p:ext uri="{BB962C8B-B14F-4D97-AF65-F5344CB8AC3E}">
        <p14:creationId xmlns:p14="http://schemas.microsoft.com/office/powerpoint/2010/main" val="30815613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5A800-3EBF-FE18-B153-2209B8172188}"/>
            </a:ext>
          </a:extLst>
        </p:cNvPr>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321F8F44-03D8-0FD3-FFAA-3DC0EEF148B1}"/>
              </a:ext>
            </a:extLst>
          </p:cNvPr>
          <p:cNvCxnSpPr>
            <a:cxnSpLocks/>
          </p:cNvCxnSpPr>
          <p:nvPr/>
        </p:nvCxnSpPr>
        <p:spPr>
          <a:xfrm>
            <a:off x="2647972" y="4263538"/>
            <a:ext cx="1525536" cy="0"/>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BA9FEAE-BDCB-3A0E-0F4C-83F02BA60176}"/>
              </a:ext>
            </a:extLst>
          </p:cNvPr>
          <p:cNvSpPr txBox="1"/>
          <p:nvPr/>
        </p:nvSpPr>
        <p:spPr>
          <a:xfrm>
            <a:off x="1116929" y="1779491"/>
            <a:ext cx="1108641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The agent can use a tool to help answer a user's question.</a:t>
            </a:r>
          </a:p>
        </p:txBody>
      </p:sp>
      <p:sp>
        <p:nvSpPr>
          <p:cNvPr id="21" name="Oval 20">
            <a:extLst>
              <a:ext uri="{FF2B5EF4-FFF2-40B4-BE49-F238E27FC236}">
                <a16:creationId xmlns:a16="http://schemas.microsoft.com/office/drawing/2014/main" id="{113B9162-1E13-ECFC-6160-817725D37639}"/>
              </a:ext>
            </a:extLst>
          </p:cNvPr>
          <p:cNvSpPr/>
          <p:nvPr/>
        </p:nvSpPr>
        <p:spPr bwMode="auto">
          <a:xfrm>
            <a:off x="4173508" y="3997209"/>
            <a:ext cx="1560695" cy="80443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Tool</a:t>
            </a:r>
          </a:p>
        </p:txBody>
      </p:sp>
      <p:sp>
        <p:nvSpPr>
          <p:cNvPr id="22" name="Rectangle 21">
            <a:extLst>
              <a:ext uri="{FF2B5EF4-FFF2-40B4-BE49-F238E27FC236}">
                <a16:creationId xmlns:a16="http://schemas.microsoft.com/office/drawing/2014/main" id="{1727C9B1-0111-D3BE-D368-20EB0A639E7C}"/>
              </a:ext>
            </a:extLst>
          </p:cNvPr>
          <p:cNvSpPr/>
          <p:nvPr/>
        </p:nvSpPr>
        <p:spPr bwMode="auto">
          <a:xfrm>
            <a:off x="1228475" y="4077313"/>
            <a:ext cx="1419497" cy="686429"/>
          </a:xfrm>
          <a:prstGeom prst="rect">
            <a:avLst/>
          </a:prstGeom>
          <a:solidFill>
            <a:schemeClr val="accent3"/>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LLM</a:t>
            </a:r>
          </a:p>
        </p:txBody>
      </p:sp>
      <p:cxnSp>
        <p:nvCxnSpPr>
          <p:cNvPr id="38" name="Straight Arrow Connector 37">
            <a:extLst>
              <a:ext uri="{FF2B5EF4-FFF2-40B4-BE49-F238E27FC236}">
                <a16:creationId xmlns:a16="http://schemas.microsoft.com/office/drawing/2014/main" id="{CED61C4F-FF50-7603-791C-9252A71802FD}"/>
              </a:ext>
            </a:extLst>
          </p:cNvPr>
          <p:cNvCxnSpPr>
            <a:cxnSpLocks/>
          </p:cNvCxnSpPr>
          <p:nvPr/>
        </p:nvCxnSpPr>
        <p:spPr>
          <a:xfrm>
            <a:off x="2647972" y="4511123"/>
            <a:ext cx="1525536" cy="0"/>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0D0068E1-9C02-0570-D78A-C0027161BA4B}"/>
              </a:ext>
            </a:extLst>
          </p:cNvPr>
          <p:cNvSpPr>
            <a:spLocks noGrp="1"/>
          </p:cNvSpPr>
          <p:nvPr>
            <p:ph type="title"/>
          </p:nvPr>
        </p:nvSpPr>
        <p:spPr>
          <a:xfrm>
            <a:off x="1049415" y="458258"/>
            <a:ext cx="11916571" cy="1325563"/>
          </a:xfrm>
        </p:spPr>
        <p:txBody>
          <a:bodyPr/>
          <a:lstStyle/>
          <a:p>
            <a:r>
              <a:rPr lang="en-US"/>
              <a:t>Single agent with tool</a:t>
            </a:r>
          </a:p>
        </p:txBody>
      </p:sp>
      <p:sp>
        <p:nvSpPr>
          <p:cNvPr id="7" name="TextBox 6">
            <a:extLst>
              <a:ext uri="{FF2B5EF4-FFF2-40B4-BE49-F238E27FC236}">
                <a16:creationId xmlns:a16="http://schemas.microsoft.com/office/drawing/2014/main" id="{3CFDC587-D65A-D8EC-F6AA-25E5DCE1C6B9}"/>
              </a:ext>
            </a:extLst>
          </p:cNvPr>
          <p:cNvSpPr txBox="1"/>
          <p:nvPr/>
        </p:nvSpPr>
        <p:spPr>
          <a:xfrm>
            <a:off x="1137935" y="416254"/>
            <a:ext cx="65189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Agent architecture: </a:t>
            </a:r>
          </a:p>
        </p:txBody>
      </p:sp>
      <p:cxnSp>
        <p:nvCxnSpPr>
          <p:cNvPr id="13" name="Straight Arrow Connector 12">
            <a:extLst>
              <a:ext uri="{FF2B5EF4-FFF2-40B4-BE49-F238E27FC236}">
                <a16:creationId xmlns:a16="http://schemas.microsoft.com/office/drawing/2014/main" id="{F19D255F-DCB6-028E-1AF8-59ABA485D36E}"/>
              </a:ext>
            </a:extLst>
          </p:cNvPr>
          <p:cNvCxnSpPr>
            <a:cxnSpLocks/>
          </p:cNvCxnSpPr>
          <p:nvPr/>
        </p:nvCxnSpPr>
        <p:spPr>
          <a:xfrm flipH="1">
            <a:off x="1938223" y="4763742"/>
            <a:ext cx="15349" cy="1065082"/>
          </a:xfrm>
          <a:prstGeom prst="straightConnector1">
            <a:avLst/>
          </a:prstGeom>
          <a:ln>
            <a:solidFill>
              <a:schemeClr val="tx1"/>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74F87E3-A891-1076-31D7-CB7F8C7ACC9B}"/>
              </a:ext>
            </a:extLst>
          </p:cNvPr>
          <p:cNvSpPr txBox="1"/>
          <p:nvPr/>
        </p:nvSpPr>
        <p:spPr>
          <a:xfrm>
            <a:off x="1228474" y="5837390"/>
            <a:ext cx="141949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Response</a:t>
            </a:r>
          </a:p>
        </p:txBody>
      </p:sp>
      <p:sp>
        <p:nvSpPr>
          <p:cNvPr id="30" name="TextBox 29">
            <a:extLst>
              <a:ext uri="{FF2B5EF4-FFF2-40B4-BE49-F238E27FC236}">
                <a16:creationId xmlns:a16="http://schemas.microsoft.com/office/drawing/2014/main" id="{F6B710A1-8239-36CD-A149-00789CBDB9CB}"/>
              </a:ext>
            </a:extLst>
          </p:cNvPr>
          <p:cNvSpPr txBox="1"/>
          <p:nvPr/>
        </p:nvSpPr>
        <p:spPr>
          <a:xfrm>
            <a:off x="1243823" y="2589166"/>
            <a:ext cx="141949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Request</a:t>
            </a:r>
          </a:p>
        </p:txBody>
      </p:sp>
      <p:cxnSp>
        <p:nvCxnSpPr>
          <p:cNvPr id="31" name="Straight Arrow Connector 30">
            <a:extLst>
              <a:ext uri="{FF2B5EF4-FFF2-40B4-BE49-F238E27FC236}">
                <a16:creationId xmlns:a16="http://schemas.microsoft.com/office/drawing/2014/main" id="{A5C22929-3BB1-0B6A-36B2-0C7597711252}"/>
              </a:ext>
            </a:extLst>
          </p:cNvPr>
          <p:cNvCxnSpPr>
            <a:cxnSpLocks/>
          </p:cNvCxnSpPr>
          <p:nvPr/>
        </p:nvCxnSpPr>
        <p:spPr>
          <a:xfrm flipH="1">
            <a:off x="1953571" y="3012231"/>
            <a:ext cx="15349" cy="1065082"/>
          </a:xfrm>
          <a:prstGeom prst="straightConnector1">
            <a:avLst/>
          </a:prstGeom>
          <a:ln>
            <a:solidFill>
              <a:schemeClr val="tx1"/>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F70E8408-9AA0-A441-55EA-0695B2BD05DA}"/>
              </a:ext>
            </a:extLst>
          </p:cNvPr>
          <p:cNvGrpSpPr/>
          <p:nvPr/>
        </p:nvGrpSpPr>
        <p:grpSpPr>
          <a:xfrm>
            <a:off x="6227364" y="2589166"/>
            <a:ext cx="5660647" cy="4002155"/>
            <a:chOff x="6227364" y="2589166"/>
            <a:chExt cx="5660647" cy="4002155"/>
          </a:xfrm>
        </p:grpSpPr>
        <p:cxnSp>
          <p:nvCxnSpPr>
            <p:cNvPr id="4" name="Straight Arrow Connector 3">
              <a:extLst>
                <a:ext uri="{FF2B5EF4-FFF2-40B4-BE49-F238E27FC236}">
                  <a16:creationId xmlns:a16="http://schemas.microsoft.com/office/drawing/2014/main" id="{80130D2D-513C-BA52-9B7B-59FD660FFD3A}"/>
                </a:ext>
              </a:extLst>
            </p:cNvPr>
            <p:cNvCxnSpPr>
              <a:cxnSpLocks/>
            </p:cNvCxnSpPr>
            <p:nvPr/>
          </p:nvCxnSpPr>
          <p:spPr>
            <a:xfrm>
              <a:off x="8143725" y="4263538"/>
              <a:ext cx="1525536" cy="0"/>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9F530686-2A45-D1B2-7ABE-E761D8BF0E5A}"/>
                </a:ext>
              </a:extLst>
            </p:cNvPr>
            <p:cNvSpPr/>
            <p:nvPr/>
          </p:nvSpPr>
          <p:spPr bwMode="auto">
            <a:xfrm>
              <a:off x="9669260" y="3997210"/>
              <a:ext cx="2218751" cy="766532"/>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get_weather</a:t>
              </a:r>
            </a:p>
          </p:txBody>
        </p:sp>
        <p:sp>
          <p:nvSpPr>
            <p:cNvPr id="9" name="Rectangle 8">
              <a:extLst>
                <a:ext uri="{FF2B5EF4-FFF2-40B4-BE49-F238E27FC236}">
                  <a16:creationId xmlns:a16="http://schemas.microsoft.com/office/drawing/2014/main" id="{B29F7211-A89E-422C-5DF2-704D89AB1187}"/>
                </a:ext>
              </a:extLst>
            </p:cNvPr>
            <p:cNvSpPr/>
            <p:nvPr/>
          </p:nvSpPr>
          <p:spPr bwMode="auto">
            <a:xfrm>
              <a:off x="6724228" y="4077313"/>
              <a:ext cx="1419497" cy="686429"/>
            </a:xfrm>
            <a:prstGeom prst="rect">
              <a:avLst/>
            </a:prstGeom>
            <a:solidFill>
              <a:schemeClr val="accent3"/>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LLM</a:t>
              </a:r>
            </a:p>
          </p:txBody>
        </p:sp>
        <p:cxnSp>
          <p:nvCxnSpPr>
            <p:cNvPr id="10" name="Straight Arrow Connector 9">
              <a:extLst>
                <a:ext uri="{FF2B5EF4-FFF2-40B4-BE49-F238E27FC236}">
                  <a16:creationId xmlns:a16="http://schemas.microsoft.com/office/drawing/2014/main" id="{27DA7F59-0D10-6776-955E-20A21C07D343}"/>
                </a:ext>
              </a:extLst>
            </p:cNvPr>
            <p:cNvCxnSpPr>
              <a:cxnSpLocks/>
            </p:cNvCxnSpPr>
            <p:nvPr/>
          </p:nvCxnSpPr>
          <p:spPr>
            <a:xfrm>
              <a:off x="8143725" y="4511123"/>
              <a:ext cx="1525536" cy="0"/>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70F0F2A-54B6-CF45-2A50-37B21B6725E5}"/>
                </a:ext>
              </a:extLst>
            </p:cNvPr>
            <p:cNvCxnSpPr>
              <a:cxnSpLocks/>
            </p:cNvCxnSpPr>
            <p:nvPr/>
          </p:nvCxnSpPr>
          <p:spPr>
            <a:xfrm flipH="1">
              <a:off x="6920792" y="4763742"/>
              <a:ext cx="15349" cy="1065082"/>
            </a:xfrm>
            <a:prstGeom prst="straightConnector1">
              <a:avLst/>
            </a:prstGeom>
            <a:ln>
              <a:solidFill>
                <a:schemeClr val="tx1"/>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889FC67-9F0D-0269-6EE1-306AEB77D756}"/>
                </a:ext>
              </a:extLst>
            </p:cNvPr>
            <p:cNvSpPr txBox="1"/>
            <p:nvPr/>
          </p:nvSpPr>
          <p:spPr>
            <a:xfrm>
              <a:off x="6241417" y="5852657"/>
              <a:ext cx="3896706" cy="73866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"It's 60 degrees outside and the sun is shining! 🌞"</a:t>
              </a:r>
            </a:p>
          </p:txBody>
        </p:sp>
        <p:sp>
          <p:nvSpPr>
            <p:cNvPr id="14" name="TextBox 13">
              <a:extLst>
                <a:ext uri="{FF2B5EF4-FFF2-40B4-BE49-F238E27FC236}">
                  <a16:creationId xmlns:a16="http://schemas.microsoft.com/office/drawing/2014/main" id="{85412C10-D5D5-E37D-1877-2048E70509EC}"/>
                </a:ext>
              </a:extLst>
            </p:cNvPr>
            <p:cNvSpPr txBox="1"/>
            <p:nvPr/>
          </p:nvSpPr>
          <p:spPr>
            <a:xfrm>
              <a:off x="6227364" y="2589166"/>
              <a:ext cx="3362774"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"how's weather in SF?"</a:t>
              </a:r>
            </a:p>
          </p:txBody>
        </p:sp>
        <p:cxnSp>
          <p:nvCxnSpPr>
            <p:cNvPr id="15" name="Straight Arrow Connector 14">
              <a:extLst>
                <a:ext uri="{FF2B5EF4-FFF2-40B4-BE49-F238E27FC236}">
                  <a16:creationId xmlns:a16="http://schemas.microsoft.com/office/drawing/2014/main" id="{C1C9FBA7-2B17-2EBF-033D-F3C5BAC902BF}"/>
                </a:ext>
              </a:extLst>
            </p:cNvPr>
            <p:cNvCxnSpPr>
              <a:cxnSpLocks/>
            </p:cNvCxnSpPr>
            <p:nvPr/>
          </p:nvCxnSpPr>
          <p:spPr>
            <a:xfrm flipH="1">
              <a:off x="6936140" y="3012231"/>
              <a:ext cx="15349" cy="1065082"/>
            </a:xfrm>
            <a:prstGeom prst="straightConnector1">
              <a:avLst/>
            </a:prstGeom>
            <a:ln>
              <a:solidFill>
                <a:schemeClr val="tx1"/>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A080167-4810-AF40-B0DC-37B63EF7757C}"/>
                </a:ext>
              </a:extLst>
            </p:cNvPr>
            <p:cNvSpPr txBox="1"/>
            <p:nvPr/>
          </p:nvSpPr>
          <p:spPr>
            <a:xfrm>
              <a:off x="8153426" y="4047413"/>
              <a:ext cx="1479489"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"San Francisco"</a:t>
              </a:r>
            </a:p>
          </p:txBody>
        </p:sp>
        <p:sp>
          <p:nvSpPr>
            <p:cNvPr id="17" name="TextBox 16">
              <a:extLst>
                <a:ext uri="{FF2B5EF4-FFF2-40B4-BE49-F238E27FC236}">
                  <a16:creationId xmlns:a16="http://schemas.microsoft.com/office/drawing/2014/main" id="{110769CE-F13B-78CA-FB2E-FEF0D390181A}"/>
                </a:ext>
              </a:extLst>
            </p:cNvPr>
            <p:cNvSpPr txBox="1"/>
            <p:nvPr/>
          </p:nvSpPr>
          <p:spPr>
            <a:xfrm>
              <a:off x="8189770" y="4574042"/>
              <a:ext cx="1479489"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{"temperature": 60,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"condition": "sunny"}</a:t>
              </a:r>
            </a:p>
          </p:txBody>
        </p:sp>
      </p:grpSp>
    </p:spTree>
    <p:extLst>
      <p:ext uri="{BB962C8B-B14F-4D97-AF65-F5344CB8AC3E}">
        <p14:creationId xmlns:p14="http://schemas.microsoft.com/office/powerpoint/2010/main" val="357912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8394-FF26-2CFF-13EA-F3B6EB112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351CD-F6FB-DCA5-8FE3-6E786A1291DF}"/>
              </a:ext>
            </a:extLst>
          </p:cNvPr>
          <p:cNvSpPr>
            <a:spLocks noGrp="1"/>
          </p:cNvSpPr>
          <p:nvPr>
            <p:ph type="title"/>
          </p:nvPr>
        </p:nvSpPr>
        <p:spPr/>
        <p:txBody>
          <a:bodyPr/>
          <a:lstStyle/>
          <a:p>
            <a:r>
              <a:rPr lang="en-US"/>
              <a:t>Single agent with tool</a:t>
            </a:r>
          </a:p>
        </p:txBody>
      </p:sp>
      <p:sp>
        <p:nvSpPr>
          <p:cNvPr id="8" name="TextBox 7">
            <a:extLst>
              <a:ext uri="{FF2B5EF4-FFF2-40B4-BE49-F238E27FC236}">
                <a16:creationId xmlns:a16="http://schemas.microsoft.com/office/drawing/2014/main" id="{D18D8CAC-CBA2-E2E6-7DC3-3652F20FF5E9}"/>
              </a:ext>
            </a:extLst>
          </p:cNvPr>
          <p:cNvSpPr txBox="1"/>
          <p:nvPr/>
        </p:nvSpPr>
        <p:spPr>
          <a:xfrm>
            <a:off x="1191801" y="2199272"/>
            <a:ext cx="10477685" cy="4057393"/>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@tool</a:t>
            </a: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get_weather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city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Annotated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Field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description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"City name, spelled out fully"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-&gt;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dict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"""Returns weather data, a dict with temperature and description."""</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return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"temperature"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98658"/>
                </a:solidFill>
                <a:effectLst/>
                <a:uLnTx/>
                <a:uFillTx/>
                <a:latin typeface="Consolas" panose="020B0609020204030204" pitchFamily="49" charset="0"/>
                <a:ea typeface="+mn-ea"/>
                <a:cs typeface="Consolas" panose="020B0609020204030204" pitchFamily="49" charset="0"/>
              </a:rPr>
              <a:t>72</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"description"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"Sunny"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b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b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"You're an info agent. Answer questions cheerfully."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tools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get_weather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"Whats weather today in San Francisco?"</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10" name="TextBox 9">
            <a:extLst>
              <a:ext uri="{FF2B5EF4-FFF2-40B4-BE49-F238E27FC236}">
                <a16:creationId xmlns:a16="http://schemas.microsoft.com/office/drawing/2014/main" id="{67AEDA72-E95C-8794-5FED-7A6EE2F3949D}"/>
              </a:ext>
            </a:extLst>
          </p:cNvPr>
          <p:cNvSpPr txBox="1"/>
          <p:nvPr/>
        </p:nvSpPr>
        <p:spPr>
          <a:xfrm>
            <a:off x="1191801" y="1632259"/>
            <a:ext cx="107715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Define tools using Python functions, with typed args, return type, and docstring:</a:t>
            </a:r>
          </a:p>
        </p:txBody>
      </p:sp>
      <p:sp>
        <p:nvSpPr>
          <p:cNvPr id="3" name="TextBox 2">
            <a:extLst>
              <a:ext uri="{FF2B5EF4-FFF2-40B4-BE49-F238E27FC236}">
                <a16:creationId xmlns:a16="http://schemas.microsoft.com/office/drawing/2014/main" id="{A469E06E-C9B2-6365-7B3F-086F8AEC0F3D}"/>
              </a:ext>
            </a:extLst>
          </p:cNvPr>
          <p:cNvSpPr txBox="1"/>
          <p:nvPr/>
        </p:nvSpPr>
        <p:spPr>
          <a:xfrm>
            <a:off x="1191801" y="6336290"/>
            <a:ext cx="3636958"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agent_tool.py</a:t>
            </a:r>
            <a:endPar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6139BDD5-6E89-C303-AA18-8D31B27A02C9}"/>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Tree>
    <p:extLst>
      <p:ext uri="{BB962C8B-B14F-4D97-AF65-F5344CB8AC3E}">
        <p14:creationId xmlns:p14="http://schemas.microsoft.com/office/powerpoint/2010/main" val="2449469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18048-17A8-C333-48C0-121259221B16}"/>
            </a:ext>
          </a:extLst>
        </p:cNvPr>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AC990E70-0A70-EB82-2B01-E4827C6F6259}"/>
              </a:ext>
            </a:extLst>
          </p:cNvPr>
          <p:cNvCxnSpPr>
            <a:cxnSpLocks/>
            <a:endCxn id="21" idx="0"/>
          </p:cNvCxnSpPr>
          <p:nvPr/>
        </p:nvCxnSpPr>
        <p:spPr>
          <a:xfrm flipH="1">
            <a:off x="1662408" y="3714854"/>
            <a:ext cx="1157273" cy="96415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D43693A-E249-2B8E-9A2F-5780D6468423}"/>
              </a:ext>
            </a:extLst>
          </p:cNvPr>
          <p:cNvSpPr txBox="1"/>
          <p:nvPr/>
        </p:nvSpPr>
        <p:spPr>
          <a:xfrm>
            <a:off x="1137935" y="1836276"/>
            <a:ext cx="1108641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The agent must decide which tool to use and what order to call tools in.</a:t>
            </a:r>
          </a:p>
        </p:txBody>
      </p:sp>
      <p:sp>
        <p:nvSpPr>
          <p:cNvPr id="21" name="Oval 20">
            <a:extLst>
              <a:ext uri="{FF2B5EF4-FFF2-40B4-BE49-F238E27FC236}">
                <a16:creationId xmlns:a16="http://schemas.microsoft.com/office/drawing/2014/main" id="{ADC070F8-E8CD-B097-5AA6-176BA9A52EE7}"/>
              </a:ext>
            </a:extLst>
          </p:cNvPr>
          <p:cNvSpPr/>
          <p:nvPr/>
        </p:nvSpPr>
        <p:spPr bwMode="auto">
          <a:xfrm>
            <a:off x="1047412" y="4679007"/>
            <a:ext cx="1229992" cy="68642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Tool A</a:t>
            </a:r>
          </a:p>
        </p:txBody>
      </p:sp>
      <p:sp>
        <p:nvSpPr>
          <p:cNvPr id="22" name="Rectangle 21">
            <a:extLst>
              <a:ext uri="{FF2B5EF4-FFF2-40B4-BE49-F238E27FC236}">
                <a16:creationId xmlns:a16="http://schemas.microsoft.com/office/drawing/2014/main" id="{F02D7A4F-94AB-F885-F0BA-C91A3440C141}"/>
              </a:ext>
            </a:extLst>
          </p:cNvPr>
          <p:cNvSpPr/>
          <p:nvPr/>
        </p:nvSpPr>
        <p:spPr bwMode="auto">
          <a:xfrm>
            <a:off x="2213336" y="3036246"/>
            <a:ext cx="1419497" cy="686429"/>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LLM</a:t>
            </a:r>
          </a:p>
        </p:txBody>
      </p:sp>
      <p:sp>
        <p:nvSpPr>
          <p:cNvPr id="23" name="Oval 22">
            <a:extLst>
              <a:ext uri="{FF2B5EF4-FFF2-40B4-BE49-F238E27FC236}">
                <a16:creationId xmlns:a16="http://schemas.microsoft.com/office/drawing/2014/main" id="{6EBDC540-B10D-AC51-F862-FFA5C6AA7B05}"/>
              </a:ext>
            </a:extLst>
          </p:cNvPr>
          <p:cNvSpPr/>
          <p:nvPr/>
        </p:nvSpPr>
        <p:spPr bwMode="auto">
          <a:xfrm>
            <a:off x="2363966" y="4695336"/>
            <a:ext cx="1229992" cy="68642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Tool B</a:t>
            </a:r>
          </a:p>
        </p:txBody>
      </p:sp>
      <p:sp>
        <p:nvSpPr>
          <p:cNvPr id="24" name="Oval 23">
            <a:extLst>
              <a:ext uri="{FF2B5EF4-FFF2-40B4-BE49-F238E27FC236}">
                <a16:creationId xmlns:a16="http://schemas.microsoft.com/office/drawing/2014/main" id="{5F57A190-11C7-0B99-C0E1-0CFBFC6CC054}"/>
              </a:ext>
            </a:extLst>
          </p:cNvPr>
          <p:cNvSpPr/>
          <p:nvPr/>
        </p:nvSpPr>
        <p:spPr bwMode="auto">
          <a:xfrm>
            <a:off x="3709919" y="4728290"/>
            <a:ext cx="1229992" cy="68642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Tool C</a:t>
            </a:r>
          </a:p>
        </p:txBody>
      </p:sp>
      <p:cxnSp>
        <p:nvCxnSpPr>
          <p:cNvPr id="38" name="Straight Arrow Connector 37">
            <a:extLst>
              <a:ext uri="{FF2B5EF4-FFF2-40B4-BE49-F238E27FC236}">
                <a16:creationId xmlns:a16="http://schemas.microsoft.com/office/drawing/2014/main" id="{8373BE9C-56C5-6162-1B2E-53866C42B597}"/>
              </a:ext>
            </a:extLst>
          </p:cNvPr>
          <p:cNvCxnSpPr>
            <a:cxnSpLocks/>
            <a:stCxn id="22" idx="2"/>
          </p:cNvCxnSpPr>
          <p:nvPr/>
        </p:nvCxnSpPr>
        <p:spPr>
          <a:xfrm flipH="1">
            <a:off x="1861664" y="3722675"/>
            <a:ext cx="1061421" cy="977235"/>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B85BA0-7F8E-47BD-A783-363B9F87CC02}"/>
              </a:ext>
            </a:extLst>
          </p:cNvPr>
          <p:cNvCxnSpPr>
            <a:cxnSpLocks/>
            <a:stCxn id="22" idx="2"/>
          </p:cNvCxnSpPr>
          <p:nvPr/>
        </p:nvCxnSpPr>
        <p:spPr>
          <a:xfrm>
            <a:off x="2923085" y="3722675"/>
            <a:ext cx="18874" cy="98488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9FFB516-A9EE-ADB9-BCE1-3C67B4CD6D1C}"/>
              </a:ext>
            </a:extLst>
          </p:cNvPr>
          <p:cNvCxnSpPr>
            <a:cxnSpLocks/>
          </p:cNvCxnSpPr>
          <p:nvPr/>
        </p:nvCxnSpPr>
        <p:spPr>
          <a:xfrm>
            <a:off x="3038055" y="3703911"/>
            <a:ext cx="0" cy="981636"/>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B156F7C-9ED0-D791-A1DF-BF9D90E06C63}"/>
              </a:ext>
            </a:extLst>
          </p:cNvPr>
          <p:cNvCxnSpPr>
            <a:cxnSpLocks/>
          </p:cNvCxnSpPr>
          <p:nvPr/>
        </p:nvCxnSpPr>
        <p:spPr>
          <a:xfrm>
            <a:off x="3122341" y="3761679"/>
            <a:ext cx="1030736" cy="100121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EF7FB38-F25E-DA59-5552-622833ADA178}"/>
              </a:ext>
            </a:extLst>
          </p:cNvPr>
          <p:cNvCxnSpPr>
            <a:cxnSpLocks/>
            <a:endCxn id="24" idx="0"/>
          </p:cNvCxnSpPr>
          <p:nvPr/>
        </p:nvCxnSpPr>
        <p:spPr>
          <a:xfrm>
            <a:off x="3256430" y="3714854"/>
            <a:ext cx="1068485" cy="1013436"/>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A2C18BD1-89DD-1022-81EE-71D459029BAE}"/>
              </a:ext>
            </a:extLst>
          </p:cNvPr>
          <p:cNvSpPr>
            <a:spLocks noGrp="1"/>
          </p:cNvSpPr>
          <p:nvPr>
            <p:ph type="title"/>
          </p:nvPr>
        </p:nvSpPr>
        <p:spPr>
          <a:xfrm>
            <a:off x="1049415" y="458258"/>
            <a:ext cx="11916571" cy="1325563"/>
          </a:xfrm>
        </p:spPr>
        <p:txBody>
          <a:bodyPr/>
          <a:lstStyle/>
          <a:p>
            <a:r>
              <a:rPr lang="en-US"/>
              <a:t>Single agent with multiple tools</a:t>
            </a:r>
          </a:p>
        </p:txBody>
      </p:sp>
      <p:sp>
        <p:nvSpPr>
          <p:cNvPr id="7" name="TextBox 6">
            <a:extLst>
              <a:ext uri="{FF2B5EF4-FFF2-40B4-BE49-F238E27FC236}">
                <a16:creationId xmlns:a16="http://schemas.microsoft.com/office/drawing/2014/main" id="{F75A750E-C86A-40C2-8FFD-9A324A8074C1}"/>
              </a:ext>
            </a:extLst>
          </p:cNvPr>
          <p:cNvSpPr txBox="1"/>
          <p:nvPr/>
        </p:nvSpPr>
        <p:spPr>
          <a:xfrm>
            <a:off x="1137935" y="416254"/>
            <a:ext cx="65189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Agent architecture: </a:t>
            </a:r>
          </a:p>
        </p:txBody>
      </p:sp>
      <p:grpSp>
        <p:nvGrpSpPr>
          <p:cNvPr id="36" name="Group 35">
            <a:extLst>
              <a:ext uri="{FF2B5EF4-FFF2-40B4-BE49-F238E27FC236}">
                <a16:creationId xmlns:a16="http://schemas.microsoft.com/office/drawing/2014/main" id="{F64E2BB1-B15A-CA12-89D8-415B95DB5895}"/>
              </a:ext>
            </a:extLst>
          </p:cNvPr>
          <p:cNvGrpSpPr/>
          <p:nvPr/>
        </p:nvGrpSpPr>
        <p:grpSpPr>
          <a:xfrm>
            <a:off x="5311692" y="2604196"/>
            <a:ext cx="6828353" cy="2868912"/>
            <a:chOff x="5311692" y="2604196"/>
            <a:chExt cx="6828353" cy="2868912"/>
          </a:xfrm>
        </p:grpSpPr>
        <p:sp>
          <p:nvSpPr>
            <p:cNvPr id="33" name="TextBox 32">
              <a:extLst>
                <a:ext uri="{FF2B5EF4-FFF2-40B4-BE49-F238E27FC236}">
                  <a16:creationId xmlns:a16="http://schemas.microsoft.com/office/drawing/2014/main" id="{D1342820-7255-3E99-63D9-BA0C92A65462}"/>
                </a:ext>
              </a:extLst>
            </p:cNvPr>
            <p:cNvSpPr txBox="1"/>
            <p:nvPr/>
          </p:nvSpPr>
          <p:spPr>
            <a:xfrm>
              <a:off x="6650136" y="2604196"/>
              <a:ext cx="3725778"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Weekend planner agent</a:t>
              </a:r>
            </a:p>
          </p:txBody>
        </p:sp>
        <p:cxnSp>
          <p:nvCxnSpPr>
            <p:cNvPr id="2" name="Straight Arrow Connector 1">
              <a:extLst>
                <a:ext uri="{FF2B5EF4-FFF2-40B4-BE49-F238E27FC236}">
                  <a16:creationId xmlns:a16="http://schemas.microsoft.com/office/drawing/2014/main" id="{7A9F1EE5-6604-A653-7363-74381A59EBAE}"/>
                </a:ext>
              </a:extLst>
            </p:cNvPr>
            <p:cNvCxnSpPr>
              <a:cxnSpLocks/>
              <a:endCxn id="3" idx="0"/>
            </p:cNvCxnSpPr>
            <p:nvPr/>
          </p:nvCxnSpPr>
          <p:spPr>
            <a:xfrm flipH="1">
              <a:off x="6320356" y="3822526"/>
              <a:ext cx="1550940" cy="96415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5FC548EE-993A-5506-553C-B352FE362978}"/>
                </a:ext>
              </a:extLst>
            </p:cNvPr>
            <p:cNvSpPr/>
            <p:nvPr/>
          </p:nvSpPr>
          <p:spPr bwMode="auto">
            <a:xfrm>
              <a:off x="5311692" y="4786679"/>
              <a:ext cx="2017327" cy="68642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get_weather</a:t>
              </a:r>
            </a:p>
          </p:txBody>
        </p:sp>
        <p:sp>
          <p:nvSpPr>
            <p:cNvPr id="4" name="Rectangle 3">
              <a:extLst>
                <a:ext uri="{FF2B5EF4-FFF2-40B4-BE49-F238E27FC236}">
                  <a16:creationId xmlns:a16="http://schemas.microsoft.com/office/drawing/2014/main" id="{23668F7B-5966-7920-E511-FD8BA21C889B}"/>
                </a:ext>
              </a:extLst>
            </p:cNvPr>
            <p:cNvSpPr/>
            <p:nvPr/>
          </p:nvSpPr>
          <p:spPr bwMode="auto">
            <a:xfrm>
              <a:off x="7669658" y="3127589"/>
              <a:ext cx="1664342" cy="686429"/>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LLM</a:t>
              </a:r>
            </a:p>
          </p:txBody>
        </p:sp>
        <p:sp>
          <p:nvSpPr>
            <p:cNvPr id="5" name="Oval 4">
              <a:extLst>
                <a:ext uri="{FF2B5EF4-FFF2-40B4-BE49-F238E27FC236}">
                  <a16:creationId xmlns:a16="http://schemas.microsoft.com/office/drawing/2014/main" id="{B8462441-C411-8214-9E2C-CFE4918E6D75}"/>
                </a:ext>
              </a:extLst>
            </p:cNvPr>
            <p:cNvSpPr/>
            <p:nvPr/>
          </p:nvSpPr>
          <p:spPr bwMode="auto">
            <a:xfrm>
              <a:off x="7427657" y="4786679"/>
              <a:ext cx="2139007" cy="68642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get_activities</a:t>
              </a:r>
            </a:p>
          </p:txBody>
        </p:sp>
        <p:sp>
          <p:nvSpPr>
            <p:cNvPr id="9" name="Oval 8">
              <a:extLst>
                <a:ext uri="{FF2B5EF4-FFF2-40B4-BE49-F238E27FC236}">
                  <a16:creationId xmlns:a16="http://schemas.microsoft.com/office/drawing/2014/main" id="{A288D753-0B78-F036-7EF3-11B568A44799}"/>
                </a:ext>
              </a:extLst>
            </p:cNvPr>
            <p:cNvSpPr/>
            <p:nvPr/>
          </p:nvSpPr>
          <p:spPr bwMode="auto">
            <a:xfrm>
              <a:off x="9675692" y="4786679"/>
              <a:ext cx="2464353" cy="68642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get_current_date</a:t>
              </a:r>
            </a:p>
          </p:txBody>
        </p:sp>
        <p:cxnSp>
          <p:nvCxnSpPr>
            <p:cNvPr id="10" name="Straight Arrow Connector 9">
              <a:extLst>
                <a:ext uri="{FF2B5EF4-FFF2-40B4-BE49-F238E27FC236}">
                  <a16:creationId xmlns:a16="http://schemas.microsoft.com/office/drawing/2014/main" id="{1E50F348-700C-DB5E-F100-0727D6C7B690}"/>
                </a:ext>
              </a:extLst>
            </p:cNvPr>
            <p:cNvCxnSpPr>
              <a:cxnSpLocks/>
            </p:cNvCxnSpPr>
            <p:nvPr/>
          </p:nvCxnSpPr>
          <p:spPr>
            <a:xfrm flipH="1">
              <a:off x="6640848" y="3818655"/>
              <a:ext cx="1433064" cy="968024"/>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76EC272-F890-E046-C344-2C0FE6C95E08}"/>
                </a:ext>
              </a:extLst>
            </p:cNvPr>
            <p:cNvCxnSpPr>
              <a:cxnSpLocks/>
            </p:cNvCxnSpPr>
            <p:nvPr/>
          </p:nvCxnSpPr>
          <p:spPr>
            <a:xfrm>
              <a:off x="8338873" y="3822526"/>
              <a:ext cx="18874" cy="98488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35DF5CD-1BAE-845E-4FBD-746E41D466E2}"/>
                </a:ext>
              </a:extLst>
            </p:cNvPr>
            <p:cNvCxnSpPr>
              <a:cxnSpLocks/>
            </p:cNvCxnSpPr>
            <p:nvPr/>
          </p:nvCxnSpPr>
          <p:spPr>
            <a:xfrm>
              <a:off x="8632679" y="3805043"/>
              <a:ext cx="0" cy="981636"/>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8F57E2B-6B01-0CC9-D4F1-B9E6FCD6335E}"/>
                </a:ext>
              </a:extLst>
            </p:cNvPr>
            <p:cNvCxnSpPr>
              <a:cxnSpLocks/>
            </p:cNvCxnSpPr>
            <p:nvPr/>
          </p:nvCxnSpPr>
          <p:spPr>
            <a:xfrm>
              <a:off x="8887670" y="3822526"/>
              <a:ext cx="1360222" cy="1031709"/>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6189EBE-FFAF-DB45-456F-FA8B760DEEC5}"/>
                </a:ext>
              </a:extLst>
            </p:cNvPr>
            <p:cNvCxnSpPr>
              <a:cxnSpLocks/>
            </p:cNvCxnSpPr>
            <p:nvPr/>
          </p:nvCxnSpPr>
          <p:spPr>
            <a:xfrm>
              <a:off x="9155740" y="3826927"/>
              <a:ext cx="1278673" cy="980482"/>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803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ACB4-B51F-B0A1-0531-95FD38596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E4AF0-119E-DE40-5286-34C6411E3EC7}"/>
              </a:ext>
            </a:extLst>
          </p:cNvPr>
          <p:cNvSpPr>
            <a:spLocks noGrp="1"/>
          </p:cNvSpPr>
          <p:nvPr>
            <p:ph type="title"/>
          </p:nvPr>
        </p:nvSpPr>
        <p:spPr/>
        <p:txBody>
          <a:bodyPr/>
          <a:lstStyle/>
          <a:p>
            <a:r>
              <a:rPr lang="en-US"/>
              <a:t>Single agent with tools</a:t>
            </a:r>
          </a:p>
        </p:txBody>
      </p:sp>
      <p:sp>
        <p:nvSpPr>
          <p:cNvPr id="8" name="TextBox 7">
            <a:extLst>
              <a:ext uri="{FF2B5EF4-FFF2-40B4-BE49-F238E27FC236}">
                <a16:creationId xmlns:a16="http://schemas.microsoft.com/office/drawing/2014/main" id="{50E329E2-CAD5-3508-C016-4679A7B62C08}"/>
              </a:ext>
            </a:extLst>
          </p:cNvPr>
          <p:cNvSpPr txBox="1"/>
          <p:nvPr/>
        </p:nvSpPr>
        <p:spPr>
          <a:xfrm>
            <a:off x="1132794" y="1566368"/>
            <a:ext cx="10676030" cy="4801314"/>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@tool</a:t>
            </a: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get_current_date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return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datetime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now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strftime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"%Y-%m-</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@tool</a:t>
            </a: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get_weather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city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Annotated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Field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description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"The city to get weather for"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dict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@tool</a:t>
            </a: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get_activities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city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Annotated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Field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description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"The city to get activities for"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date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Annotated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Field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description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"Date, in format YYYY-MM-DD."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list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 help users plan their weekends."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tools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get_weather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get_activities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get_current_date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3" name="TextBox 2">
            <a:extLst>
              <a:ext uri="{FF2B5EF4-FFF2-40B4-BE49-F238E27FC236}">
                <a16:creationId xmlns:a16="http://schemas.microsoft.com/office/drawing/2014/main" id="{1E63659D-6F03-0DB1-2587-DA0476AAD269}"/>
              </a:ext>
            </a:extLst>
          </p:cNvPr>
          <p:cNvSpPr txBox="1"/>
          <p:nvPr/>
        </p:nvSpPr>
        <p:spPr>
          <a:xfrm>
            <a:off x="1191801" y="6399742"/>
            <a:ext cx="3781805"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agent_tools.py</a:t>
            </a:r>
            <a:endPar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BFADF84-2EF9-591C-F953-15E5BED1EED8}"/>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Tree>
    <p:extLst>
      <p:ext uri="{BB962C8B-B14F-4D97-AF65-F5344CB8AC3E}">
        <p14:creationId xmlns:p14="http://schemas.microsoft.com/office/powerpoint/2010/main" val="2058840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840FC-6FD8-A0DE-2307-009357F47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FB0AF-CD0A-1778-6EF4-34B12B95DE1D}"/>
              </a:ext>
            </a:extLst>
          </p:cNvPr>
          <p:cNvSpPr>
            <a:spLocks noGrp="1"/>
          </p:cNvSpPr>
          <p:nvPr>
            <p:ph type="title"/>
          </p:nvPr>
        </p:nvSpPr>
        <p:spPr/>
        <p:txBody>
          <a:bodyPr/>
          <a:lstStyle/>
          <a:p>
            <a:r>
              <a:rPr lang="en-US"/>
              <a:t>Local experimentation with DevUI</a:t>
            </a:r>
          </a:p>
        </p:txBody>
      </p:sp>
      <p:sp>
        <p:nvSpPr>
          <p:cNvPr id="8" name="TextBox 7">
            <a:extLst>
              <a:ext uri="{FF2B5EF4-FFF2-40B4-BE49-F238E27FC236}">
                <a16:creationId xmlns:a16="http://schemas.microsoft.com/office/drawing/2014/main" id="{2C61ADEB-D1B7-E251-1145-5DECD41548E3}"/>
              </a:ext>
            </a:extLst>
          </p:cNvPr>
          <p:cNvSpPr txBox="1"/>
          <p:nvPr/>
        </p:nvSpPr>
        <p:spPr>
          <a:xfrm>
            <a:off x="1132793" y="2203814"/>
            <a:ext cx="10298964" cy="861774"/>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agent_framework</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devui</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serve</a:t>
            </a:r>
            <a:b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b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serve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entities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auto_open</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5" name="TextBox 4">
            <a:extLst>
              <a:ext uri="{FF2B5EF4-FFF2-40B4-BE49-F238E27FC236}">
                <a16:creationId xmlns:a16="http://schemas.microsoft.com/office/drawing/2014/main" id="{B827C0D3-8159-31F9-5AF6-578C32BE9110}"/>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pic>
        <p:nvPicPr>
          <p:cNvPr id="7" name="Picture 6" descr="A screenshot of a chat&#10;&#10;AI-generated content may be incorrect.">
            <a:extLst>
              <a:ext uri="{FF2B5EF4-FFF2-40B4-BE49-F238E27FC236}">
                <a16:creationId xmlns:a16="http://schemas.microsoft.com/office/drawing/2014/main" id="{CCA6E8B8-E2A6-15AB-6266-31A5A82473F0}"/>
              </a:ext>
            </a:extLst>
          </p:cNvPr>
          <p:cNvPicPr>
            <a:picLocks noChangeAspect="1"/>
          </p:cNvPicPr>
          <p:nvPr/>
        </p:nvPicPr>
        <p:blipFill>
          <a:blip r:embed="rId2">
            <a:extLst>
              <a:ext uri="{28A0092B-C50C-407E-A947-70E740481C1C}">
                <a14:useLocalDpi xmlns:a14="http://schemas.microsoft.com/office/drawing/2010/main" val="0"/>
              </a:ext>
            </a:extLst>
          </a:blip>
          <a:srcRect b="15816"/>
          <a:stretch>
            <a:fillRect/>
          </a:stretch>
        </p:blipFill>
        <p:spPr>
          <a:xfrm>
            <a:off x="1132793" y="3298545"/>
            <a:ext cx="10298964" cy="3332030"/>
          </a:xfrm>
          <a:prstGeom prst="rect">
            <a:avLst/>
          </a:prstGeom>
          <a:ln>
            <a:solidFill>
              <a:schemeClr val="tx1"/>
            </a:solidFill>
          </a:ln>
        </p:spPr>
      </p:pic>
      <p:sp>
        <p:nvSpPr>
          <p:cNvPr id="9" name="TextBox 8">
            <a:extLst>
              <a:ext uri="{FF2B5EF4-FFF2-40B4-BE49-F238E27FC236}">
                <a16:creationId xmlns:a16="http://schemas.microsoft.com/office/drawing/2014/main" id="{002A2618-AF0F-118B-DCCF-7FC66DBD381F}"/>
              </a:ext>
            </a:extLst>
          </p:cNvPr>
          <p:cNvSpPr txBox="1"/>
          <p:nvPr/>
        </p:nvSpPr>
        <p:spPr>
          <a:xfrm>
            <a:off x="1132793" y="1738842"/>
            <a:ext cx="1108641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DevUI makes it easy to chat with your agents and trace tool calls:</a:t>
            </a:r>
          </a:p>
        </p:txBody>
      </p:sp>
    </p:spTree>
    <p:extLst>
      <p:ext uri="{BB962C8B-B14F-4D97-AF65-F5344CB8AC3E}">
        <p14:creationId xmlns:p14="http://schemas.microsoft.com/office/powerpoint/2010/main" val="1597440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396EC-730B-A71F-E91F-154AAE0D0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D175C-7626-3343-8092-CDC81B275E2A}"/>
              </a:ext>
            </a:extLst>
          </p:cNvPr>
          <p:cNvSpPr>
            <a:spLocks noGrp="1"/>
          </p:cNvSpPr>
          <p:nvPr>
            <p:ph type="title"/>
          </p:nvPr>
        </p:nvSpPr>
        <p:spPr/>
        <p:txBody>
          <a:bodyPr/>
          <a:lstStyle/>
          <a:p>
            <a:r>
              <a:rPr lang="es-MX"/>
              <a:t>Integrating agents</a:t>
            </a:r>
            <a:br>
              <a:rPr lang="es-MX"/>
            </a:br>
            <a:r>
              <a:rPr lang="es-MX"/>
              <a:t>with MCP server tools</a:t>
            </a:r>
          </a:p>
        </p:txBody>
      </p:sp>
    </p:spTree>
    <p:extLst>
      <p:ext uri="{BB962C8B-B14F-4D97-AF65-F5344CB8AC3E}">
        <p14:creationId xmlns:p14="http://schemas.microsoft.com/office/powerpoint/2010/main" val="2109942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71F1-FF2B-0BE1-AE4E-9C4C13A43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30576-BCA0-1404-907D-13F0DD1D43A3}"/>
              </a:ext>
            </a:extLst>
          </p:cNvPr>
          <p:cNvSpPr>
            <a:spLocks noGrp="1"/>
          </p:cNvSpPr>
          <p:nvPr>
            <p:ph type="title"/>
          </p:nvPr>
        </p:nvSpPr>
        <p:spPr/>
        <p:txBody>
          <a:bodyPr/>
          <a:lstStyle/>
          <a:p>
            <a:r>
              <a:rPr lang="en-US"/>
              <a:t>Agent with local MCP server</a:t>
            </a:r>
          </a:p>
        </p:txBody>
      </p:sp>
      <p:sp>
        <p:nvSpPr>
          <p:cNvPr id="3" name="TextBox 2">
            <a:extLst>
              <a:ext uri="{FF2B5EF4-FFF2-40B4-BE49-F238E27FC236}">
                <a16:creationId xmlns:a16="http://schemas.microsoft.com/office/drawing/2014/main" id="{9B5CA215-63A9-E131-5587-C4CFD797D366}"/>
              </a:ext>
            </a:extLst>
          </p:cNvPr>
          <p:cNvSpPr txBox="1"/>
          <p:nvPr/>
        </p:nvSpPr>
        <p:spPr>
          <a:xfrm>
            <a:off x="1132793" y="6261243"/>
            <a:ext cx="451187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agent_mcp_local.py</a:t>
            </a:r>
            <a:endPar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02FEE42E-5E69-043E-009E-44471A552684}"/>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4" name="TextBox 3">
            <a:extLst>
              <a:ext uri="{FF2B5EF4-FFF2-40B4-BE49-F238E27FC236}">
                <a16:creationId xmlns:a16="http://schemas.microsoft.com/office/drawing/2014/main" id="{D1625321-4CCF-292E-D032-C64AA2C8AE23}"/>
              </a:ext>
            </a:extLst>
          </p:cNvPr>
          <p:cNvSpPr txBox="1"/>
          <p:nvPr/>
        </p:nvSpPr>
        <p:spPr>
          <a:xfrm>
            <a:off x="1148338" y="1670539"/>
            <a:ext cx="1108641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First run the server:</a:t>
            </a:r>
          </a:p>
        </p:txBody>
      </p:sp>
      <p:sp>
        <p:nvSpPr>
          <p:cNvPr id="7" name="TextBox 6">
            <a:extLst>
              <a:ext uri="{FF2B5EF4-FFF2-40B4-BE49-F238E27FC236}">
                <a16:creationId xmlns:a16="http://schemas.microsoft.com/office/drawing/2014/main" id="{4C5BFE32-0C7B-34C0-0505-0A4EC29D7DB8}"/>
              </a:ext>
            </a:extLst>
          </p:cNvPr>
          <p:cNvSpPr txBox="1"/>
          <p:nvPr/>
        </p:nvSpPr>
        <p:spPr>
          <a:xfrm>
            <a:off x="1132793" y="2092625"/>
            <a:ext cx="10830603" cy="400110"/>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425"/>
              </a:lnSpc>
              <a:spcBef>
                <a:spcPts val="0"/>
              </a:spcBef>
              <a:spcAft>
                <a:spcPts val="0"/>
              </a:spcAft>
              <a:buClrTx/>
              <a:buSzTx/>
              <a:buFontTx/>
              <a:buNone/>
              <a:tabLst/>
              <a:defRPr/>
            </a:pPr>
            <a:r>
              <a:rPr kumimoji="0" lang="en-US" sz="21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uv run examples/mcp_server.py</a:t>
            </a:r>
            <a:endParaRPr kumimoji="0" lang="en-US" sz="21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p:txBody>
      </p:sp>
      <p:sp>
        <p:nvSpPr>
          <p:cNvPr id="9" name="TextBox 8">
            <a:extLst>
              <a:ext uri="{FF2B5EF4-FFF2-40B4-BE49-F238E27FC236}">
                <a16:creationId xmlns:a16="http://schemas.microsoft.com/office/drawing/2014/main" id="{C17EB10D-600E-278D-4D26-50FA1983990F}"/>
              </a:ext>
            </a:extLst>
          </p:cNvPr>
          <p:cNvSpPr txBox="1"/>
          <p:nvPr/>
        </p:nvSpPr>
        <p:spPr>
          <a:xfrm>
            <a:off x="1132793" y="2692971"/>
            <a:ext cx="1069286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Then run the agent:</a:t>
            </a:r>
          </a:p>
        </p:txBody>
      </p:sp>
      <p:sp>
        <p:nvSpPr>
          <p:cNvPr id="12" name="TextBox 11">
            <a:extLst>
              <a:ext uri="{FF2B5EF4-FFF2-40B4-BE49-F238E27FC236}">
                <a16:creationId xmlns:a16="http://schemas.microsoft.com/office/drawing/2014/main" id="{6A5B579F-3CD0-C871-925F-E70A7E71C162}"/>
              </a:ext>
            </a:extLst>
          </p:cNvPr>
          <p:cNvSpPr txBox="1"/>
          <p:nvPr/>
        </p:nvSpPr>
        <p:spPr>
          <a:xfrm>
            <a:off x="1049416" y="3140680"/>
            <a:ext cx="10913981" cy="3060197"/>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async</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with</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  MCPStreamableHTTPTool</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name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"Local MCP Server"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url</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"http://localhost:8000/mcp"</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mcp_server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  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 help users with tasks using the available tools.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                   Today's date is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datetime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now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strftime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'%Y-%m-</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tools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mcp_server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response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"I bought laptop today for $1200 on my visa."</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Tree>
    <p:extLst>
      <p:ext uri="{BB962C8B-B14F-4D97-AF65-F5344CB8AC3E}">
        <p14:creationId xmlns:p14="http://schemas.microsoft.com/office/powerpoint/2010/main" val="2248795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D89E-5EC2-0A4B-5841-BD3BB12BA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3C601-9843-E039-3F25-CA508F3D4CD9}"/>
              </a:ext>
            </a:extLst>
          </p:cNvPr>
          <p:cNvSpPr>
            <a:spLocks noGrp="1"/>
          </p:cNvSpPr>
          <p:nvPr>
            <p:ph type="title"/>
          </p:nvPr>
        </p:nvSpPr>
        <p:spPr/>
        <p:txBody>
          <a:bodyPr/>
          <a:lstStyle/>
          <a:p>
            <a:r>
              <a:rPr lang="en-US"/>
              <a:t>Agent with remote MCP server</a:t>
            </a:r>
          </a:p>
        </p:txBody>
      </p:sp>
      <p:sp>
        <p:nvSpPr>
          <p:cNvPr id="3" name="TextBox 2">
            <a:extLst>
              <a:ext uri="{FF2B5EF4-FFF2-40B4-BE49-F238E27FC236}">
                <a16:creationId xmlns:a16="http://schemas.microsoft.com/office/drawing/2014/main" id="{8161B49A-366C-C96D-7284-414307E74296}"/>
              </a:ext>
            </a:extLst>
          </p:cNvPr>
          <p:cNvSpPr txBox="1"/>
          <p:nvPr/>
        </p:nvSpPr>
        <p:spPr>
          <a:xfrm>
            <a:off x="1132793" y="5967657"/>
            <a:ext cx="4799391"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agent_mcp_remote.py</a:t>
            </a:r>
            <a:endPar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B6D61212-D074-DE81-687A-37A4B7B73CB3}"/>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10" name="TextBox 9">
            <a:extLst>
              <a:ext uri="{FF2B5EF4-FFF2-40B4-BE49-F238E27FC236}">
                <a16:creationId xmlns:a16="http://schemas.microsoft.com/office/drawing/2014/main" id="{50BADB57-B6FF-99F2-C02F-453503ED77E2}"/>
              </a:ext>
            </a:extLst>
          </p:cNvPr>
          <p:cNvSpPr txBox="1"/>
          <p:nvPr/>
        </p:nvSpPr>
        <p:spPr>
          <a:xfrm>
            <a:off x="1132793" y="2009779"/>
            <a:ext cx="10580236" cy="3731919"/>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async</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with</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  MCPStreamableHTTPTool</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name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"Microsoft Learn MCP"</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url</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"https://learn.microsoft.com/api/mcp"</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mcp_server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instructions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 help with Microsoft documentation questions. Use the available tools to search for relevant docs."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tools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mcp_server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response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"How do I create an Azure Blob storage account using the az cli?"</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Tree>
    <p:extLst>
      <p:ext uri="{BB962C8B-B14F-4D97-AF65-F5344CB8AC3E}">
        <p14:creationId xmlns:p14="http://schemas.microsoft.com/office/powerpoint/2010/main" val="3519936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07E2-BAF9-BA76-A98B-2B7D05570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C58E6-6ABE-CAEB-3445-3529DF680411}"/>
              </a:ext>
            </a:extLst>
          </p:cNvPr>
          <p:cNvSpPr>
            <a:spLocks noGrp="1"/>
          </p:cNvSpPr>
          <p:nvPr>
            <p:ph type="title"/>
          </p:nvPr>
        </p:nvSpPr>
        <p:spPr/>
        <p:txBody>
          <a:bodyPr/>
          <a:lstStyle/>
          <a:p>
            <a:r>
              <a:rPr lang="es-MX"/>
              <a:t>Agent middleware</a:t>
            </a:r>
          </a:p>
        </p:txBody>
      </p:sp>
    </p:spTree>
    <p:extLst>
      <p:ext uri="{BB962C8B-B14F-4D97-AF65-F5344CB8AC3E}">
        <p14:creationId xmlns:p14="http://schemas.microsoft.com/office/powerpoint/2010/main" val="608277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163B0-3CE9-9953-FDBF-80A8AD863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637A3-12F5-A5BA-FEDB-0A8E88930B0E}"/>
              </a:ext>
            </a:extLst>
          </p:cNvPr>
          <p:cNvSpPr>
            <a:spLocks noGrp="1"/>
          </p:cNvSpPr>
          <p:nvPr>
            <p:ph type="title"/>
          </p:nvPr>
        </p:nvSpPr>
        <p:spPr/>
        <p:txBody>
          <a:bodyPr/>
          <a:lstStyle/>
          <a:p>
            <a:r>
              <a:rPr lang="en-US"/>
              <a:t>Agent Middleware example</a:t>
            </a:r>
          </a:p>
        </p:txBody>
      </p:sp>
      <p:sp>
        <p:nvSpPr>
          <p:cNvPr id="3" name="TextBox 2">
            <a:extLst>
              <a:ext uri="{FF2B5EF4-FFF2-40B4-BE49-F238E27FC236}">
                <a16:creationId xmlns:a16="http://schemas.microsoft.com/office/drawing/2014/main" id="{E1A51552-50FA-6607-EEBB-43D131B77CE3}"/>
              </a:ext>
            </a:extLst>
          </p:cNvPr>
          <p:cNvSpPr txBox="1"/>
          <p:nvPr/>
        </p:nvSpPr>
        <p:spPr>
          <a:xfrm>
            <a:off x="1132793" y="6337282"/>
            <a:ext cx="467833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agent_middleware.py</a:t>
            </a:r>
            <a:endPar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EB713BDB-926E-2663-46A2-2E95AF4EF3F1}"/>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9" name="TextBox 8">
            <a:extLst>
              <a:ext uri="{FF2B5EF4-FFF2-40B4-BE49-F238E27FC236}">
                <a16:creationId xmlns:a16="http://schemas.microsoft.com/office/drawing/2014/main" id="{A82E86D4-622E-8BB7-D394-5D6B63BB484A}"/>
              </a:ext>
            </a:extLst>
          </p:cNvPr>
          <p:cNvSpPr txBox="1"/>
          <p:nvPr/>
        </p:nvSpPr>
        <p:spPr>
          <a:xfrm>
            <a:off x="1159976" y="1700674"/>
            <a:ext cx="1091398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A middleware should process, </a:t>
            </a:r>
            <a:r>
              <a:rPr kumimoji="0" lang="en-US" sz="2400" b="0" i="0" u="none" strike="noStrike" kern="1200" cap="none" spc="0" normalizeH="0" baseline="0" noProof="0" err="1">
                <a:ln>
                  <a:noFill/>
                </a:ln>
                <a:solidFill>
                  <a:prstClr val="black"/>
                </a:solidFill>
                <a:effectLst/>
                <a:uLnTx/>
                <a:uFillTx/>
                <a:latin typeface="Consolas" panose="020B0609020204030204" pitchFamily="49" charset="0"/>
                <a:ea typeface="+mn-ea"/>
                <a:cs typeface="Consolas" panose="020B0609020204030204" pitchFamily="49" charset="0"/>
              </a:rPr>
              <a:t>call_</a:t>
            </a:r>
            <a:r>
              <a:rPr kumimoji="0" lang="en-US" sz="2200" b="0" i="0" u="none" strike="noStrike" kern="1200" cap="none" spc="0" normalizeH="0" baseline="0" noProof="0" err="1">
                <a:ln>
                  <a:noFill/>
                </a:ln>
                <a:solidFill>
                  <a:prstClr val="black"/>
                </a:solidFill>
                <a:effectLst/>
                <a:uLnTx/>
                <a:uFillTx/>
                <a:latin typeface="Consolas" panose="020B0609020204030204" pitchFamily="49" charset="0"/>
                <a:ea typeface="Menlo" panose="020B0609030804020204" pitchFamily="49" charset="0"/>
                <a:cs typeface="Consolas" panose="020B0609020204030204" pitchFamily="49" charset="0"/>
              </a:rPr>
              <a:t>next()</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 then optionally post-process:</a:t>
            </a:r>
          </a:p>
        </p:txBody>
      </p:sp>
      <p:sp>
        <p:nvSpPr>
          <p:cNvPr id="10" name="TextBox 9">
            <a:extLst>
              <a:ext uri="{FF2B5EF4-FFF2-40B4-BE49-F238E27FC236}">
                <a16:creationId xmlns:a16="http://schemas.microsoft.com/office/drawing/2014/main" id="{7E7A7969-D90E-9CE3-2C19-9522B3AC68A9}"/>
              </a:ext>
            </a:extLst>
          </p:cNvPr>
          <p:cNvSpPr txBox="1"/>
          <p:nvPr/>
        </p:nvSpPr>
        <p:spPr>
          <a:xfrm>
            <a:off x="1132793" y="2214341"/>
            <a:ext cx="10692861" cy="4061753"/>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async</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timing_agent_middleware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context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AgentContext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call_next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Callable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Awaitable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None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-&gt;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None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start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time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perf_counter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logger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info</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 Timing Agent Middleware] Starting agent execution"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await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call_</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next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b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b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elapsed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time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perf_counter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start</a:t>
            </a: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logger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info</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 Timing Agent Middleware] Execution took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elapsed</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:.2f}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Tree>
    <p:extLst>
      <p:ext uri="{BB962C8B-B14F-4D97-AF65-F5344CB8AC3E}">
        <p14:creationId xmlns:p14="http://schemas.microsoft.com/office/powerpoint/2010/main" val="372562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E0DAA-DCE4-B7B0-CF51-859D1165A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BC633-794E-C1C6-EE93-84BD13E3B6C9}"/>
              </a:ext>
            </a:extLst>
          </p:cNvPr>
          <p:cNvSpPr>
            <a:spLocks noGrp="1"/>
          </p:cNvSpPr>
          <p:nvPr>
            <p:ph type="title"/>
          </p:nvPr>
        </p:nvSpPr>
        <p:spPr/>
        <p:txBody>
          <a:bodyPr/>
          <a:lstStyle/>
          <a:p>
            <a:r>
              <a:rPr lang="en-US"/>
              <a:t>Middleware scenarios</a:t>
            </a:r>
          </a:p>
        </p:txBody>
      </p:sp>
      <p:sp>
        <p:nvSpPr>
          <p:cNvPr id="6" name="TextBox 5">
            <a:extLst>
              <a:ext uri="{FF2B5EF4-FFF2-40B4-BE49-F238E27FC236}">
                <a16:creationId xmlns:a16="http://schemas.microsoft.com/office/drawing/2014/main" id="{1FC7E04E-D065-2A61-5534-B986590D9F19}"/>
              </a:ext>
            </a:extLst>
          </p:cNvPr>
          <p:cNvSpPr txBox="1"/>
          <p:nvPr/>
        </p:nvSpPr>
        <p:spPr>
          <a:xfrm>
            <a:off x="5172891" y="1875427"/>
            <a:ext cx="3248298" cy="2800767"/>
          </a:xfrm>
          <a:prstGeom prst="rect">
            <a:avLst/>
          </a:prstGeom>
          <a:solidFill>
            <a:schemeClr val="tx1">
              <a:lumMod val="50000"/>
              <a:lumOff val="5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prstClr val="white"/>
                </a:solidFill>
                <a:effectLst/>
                <a:uLnTx/>
                <a:uFillTx/>
                <a:latin typeface="Aptos" panose="02110004020202020204"/>
                <a:ea typeface="+mn-ea"/>
                <a:cs typeface="+mn-cs"/>
              </a:rPr>
              <a:t>Chat Middleware: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Token tracking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Latency tracking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Budget enforcement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PII redaction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Response moderation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Model fallback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Model call limits</a:t>
            </a:r>
          </a:p>
        </p:txBody>
      </p:sp>
      <p:sp>
        <p:nvSpPr>
          <p:cNvPr id="10" name="TextBox 9">
            <a:extLst>
              <a:ext uri="{FF2B5EF4-FFF2-40B4-BE49-F238E27FC236}">
                <a16:creationId xmlns:a16="http://schemas.microsoft.com/office/drawing/2014/main" id="{72FB4326-6D0D-B819-C1DA-E18AB78D9BB4}"/>
              </a:ext>
            </a:extLst>
          </p:cNvPr>
          <p:cNvSpPr txBox="1"/>
          <p:nvPr/>
        </p:nvSpPr>
        <p:spPr>
          <a:xfrm>
            <a:off x="1132793" y="1875427"/>
            <a:ext cx="3778841" cy="2800767"/>
          </a:xfrm>
          <a:prstGeom prst="rect">
            <a:avLst/>
          </a:prstGeom>
          <a:solidFill>
            <a:schemeClr val="tx1">
              <a:lumMod val="50000"/>
              <a:lumOff val="5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prstClr val="white"/>
                </a:solidFill>
                <a:effectLst/>
                <a:uLnTx/>
                <a:uFillTx/>
                <a:latin typeface="Aptos" panose="02110004020202020204"/>
                <a:ea typeface="+mn-ea"/>
                <a:cs typeface="+mn-cs"/>
              </a:rPr>
              <a:t>Agent Middleware: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Logging &amp; timing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Content filtering / blocking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Authorization checks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Result caching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Result override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Thread summarization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Dynamic system prompts</a:t>
            </a:r>
          </a:p>
        </p:txBody>
      </p:sp>
      <p:sp>
        <p:nvSpPr>
          <p:cNvPr id="12" name="TextBox 11">
            <a:extLst>
              <a:ext uri="{FF2B5EF4-FFF2-40B4-BE49-F238E27FC236}">
                <a16:creationId xmlns:a16="http://schemas.microsoft.com/office/drawing/2014/main" id="{804D86DA-365E-AB57-07F9-C58039734B61}"/>
              </a:ext>
            </a:extLst>
          </p:cNvPr>
          <p:cNvSpPr txBox="1"/>
          <p:nvPr/>
        </p:nvSpPr>
        <p:spPr>
          <a:xfrm>
            <a:off x="8630194" y="1875427"/>
            <a:ext cx="3161212" cy="2800767"/>
          </a:xfrm>
          <a:prstGeom prst="rect">
            <a:avLst/>
          </a:prstGeom>
          <a:solidFill>
            <a:schemeClr val="tx1">
              <a:lumMod val="50000"/>
              <a:lumOff val="5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prstClr val="white"/>
                </a:solidFill>
                <a:effectLst/>
                <a:uLnTx/>
                <a:uFillTx/>
                <a:latin typeface="Aptos" panose="02110004020202020204"/>
                <a:ea typeface="+mn-ea"/>
                <a:cs typeface="+mn-cs"/>
              </a:rPr>
              <a:t>Function Middleware: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Audit logging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Permission checks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Input validation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Caching results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HITL approval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Tool call limits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white"/>
                </a:solidFill>
                <a:effectLst/>
                <a:uLnTx/>
                <a:uFillTx/>
                <a:latin typeface="Aptos" panose="02110004020202020204"/>
                <a:ea typeface="+mn-ea"/>
                <a:cs typeface="+mn-cs"/>
              </a:rPr>
              <a:t>Tool retry with backoff</a:t>
            </a:r>
          </a:p>
        </p:txBody>
      </p:sp>
      <p:sp>
        <p:nvSpPr>
          <p:cNvPr id="13" name="TextBox 12">
            <a:extLst>
              <a:ext uri="{FF2B5EF4-FFF2-40B4-BE49-F238E27FC236}">
                <a16:creationId xmlns:a16="http://schemas.microsoft.com/office/drawing/2014/main" id="{54A4A20F-6D61-F702-0B2E-36A3BFB6D15B}"/>
              </a:ext>
            </a:extLst>
          </p:cNvPr>
          <p:cNvSpPr txBox="1"/>
          <p:nvPr/>
        </p:nvSpPr>
        <p:spPr>
          <a:xfrm>
            <a:off x="1132793" y="4889514"/>
            <a:ext cx="10913982" cy="73866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Once you build a middleware for one agent, you can reuse across other agents.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You might create a central package of middleware for many agents to use.</a:t>
            </a:r>
          </a:p>
        </p:txBody>
      </p:sp>
    </p:spTree>
    <p:extLst>
      <p:ext uri="{BB962C8B-B14F-4D97-AF65-F5344CB8AC3E}">
        <p14:creationId xmlns:p14="http://schemas.microsoft.com/office/powerpoint/2010/main" val="1365789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68CE9-BCF2-B9FC-AD84-EF55E02BF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4D9DD-1908-1DF6-FD9D-F5437DC3E6A5}"/>
              </a:ext>
            </a:extLst>
          </p:cNvPr>
          <p:cNvSpPr>
            <a:spLocks noGrp="1"/>
          </p:cNvSpPr>
          <p:nvPr>
            <p:ph type="title"/>
          </p:nvPr>
        </p:nvSpPr>
        <p:spPr/>
        <p:txBody>
          <a:bodyPr/>
          <a:lstStyle/>
          <a:p>
            <a:r>
              <a:rPr lang="es-MX"/>
              <a:t>Multi-agent architectures</a:t>
            </a:r>
          </a:p>
        </p:txBody>
      </p:sp>
    </p:spTree>
    <p:extLst>
      <p:ext uri="{BB962C8B-B14F-4D97-AF65-F5344CB8AC3E}">
        <p14:creationId xmlns:p14="http://schemas.microsoft.com/office/powerpoint/2010/main" val="3159606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D7FA3-E063-2FAF-7095-B4E3EDA95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52CF8-5420-F2BE-A62E-5544A3F1E400}"/>
              </a:ext>
            </a:extLst>
          </p:cNvPr>
          <p:cNvSpPr>
            <a:spLocks noGrp="1"/>
          </p:cNvSpPr>
          <p:nvPr>
            <p:ph type="title"/>
          </p:nvPr>
        </p:nvSpPr>
        <p:spPr>
          <a:xfrm>
            <a:off x="1049415" y="458258"/>
            <a:ext cx="11916571" cy="1325563"/>
          </a:xfrm>
        </p:spPr>
        <p:txBody>
          <a:bodyPr/>
          <a:lstStyle/>
          <a:p>
            <a:r>
              <a:rPr lang="en-US"/>
              <a:t>Supervisor agent with sub-agents</a:t>
            </a:r>
          </a:p>
        </p:txBody>
      </p:sp>
      <p:cxnSp>
        <p:nvCxnSpPr>
          <p:cNvPr id="8" name="Straight Arrow Connector 7">
            <a:extLst>
              <a:ext uri="{FF2B5EF4-FFF2-40B4-BE49-F238E27FC236}">
                <a16:creationId xmlns:a16="http://schemas.microsoft.com/office/drawing/2014/main" id="{82EF4788-ECF4-A5FE-6BAD-9673ECAC4440}"/>
              </a:ext>
            </a:extLst>
          </p:cNvPr>
          <p:cNvCxnSpPr>
            <a:cxnSpLocks/>
          </p:cNvCxnSpPr>
          <p:nvPr/>
        </p:nvCxnSpPr>
        <p:spPr>
          <a:xfrm flipH="1">
            <a:off x="1687833" y="3774617"/>
            <a:ext cx="1157273" cy="96415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203D405-4938-5C0D-0343-B4B650069B3E}"/>
              </a:ext>
            </a:extLst>
          </p:cNvPr>
          <p:cNvSpPr txBox="1"/>
          <p:nvPr/>
        </p:nvSpPr>
        <p:spPr>
          <a:xfrm>
            <a:off x="1194372" y="1560583"/>
            <a:ext cx="10170314" cy="73866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The </a:t>
            </a:r>
            <a:r>
              <a:rPr kumimoji="0" lang="en-US" sz="2400" b="1" i="0" u="none" strike="noStrike" kern="1200" cap="none" spc="0" normalizeH="0" baseline="0" noProof="0" err="1">
                <a:ln>
                  <a:noFill/>
                </a:ln>
                <a:solidFill>
                  <a:prstClr val="black"/>
                </a:solidFill>
                <a:effectLst/>
                <a:uLnTx/>
                <a:uFillTx/>
                <a:latin typeface="Aptos" panose="02110004020202020204"/>
                <a:ea typeface="+mn-ea"/>
                <a:cs typeface="+mn-cs"/>
              </a:rPr>
              <a:t>supervisor</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 agent decides which </a:t>
            </a:r>
            <a:r>
              <a:rPr kumimoji="0" lang="en-US" sz="2400" b="1" i="0" u="none" strike="noStrike" kern="1200" cap="none" spc="0" normalizeH="0" baseline="0" noProof="0" err="1">
                <a:ln>
                  <a:noFill/>
                </a:ln>
                <a:solidFill>
                  <a:prstClr val="black"/>
                </a:solidFill>
                <a:effectLst/>
                <a:uLnTx/>
                <a:uFillTx/>
                <a:latin typeface="Aptos" panose="02110004020202020204"/>
                <a:ea typeface="+mn-ea"/>
                <a:cs typeface="+mn-cs"/>
              </a:rPr>
              <a:t>specialist</a:t>
            </a: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 agents should handle a task.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Each agent may still have associated tools to call.</a:t>
            </a:r>
          </a:p>
        </p:txBody>
      </p:sp>
      <p:sp>
        <p:nvSpPr>
          <p:cNvPr id="22" name="Rectangle 21">
            <a:extLst>
              <a:ext uri="{FF2B5EF4-FFF2-40B4-BE49-F238E27FC236}">
                <a16:creationId xmlns:a16="http://schemas.microsoft.com/office/drawing/2014/main" id="{1D939238-0639-6228-1AF9-72203A4924E5}"/>
              </a:ext>
            </a:extLst>
          </p:cNvPr>
          <p:cNvSpPr/>
          <p:nvPr/>
        </p:nvSpPr>
        <p:spPr bwMode="auto">
          <a:xfrm>
            <a:off x="1715407" y="3085560"/>
            <a:ext cx="2634933" cy="686429"/>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Supervisor Agent</a:t>
            </a:r>
          </a:p>
        </p:txBody>
      </p:sp>
      <p:sp>
        <p:nvSpPr>
          <p:cNvPr id="32" name="TextBox 31">
            <a:extLst>
              <a:ext uri="{FF2B5EF4-FFF2-40B4-BE49-F238E27FC236}">
                <a16:creationId xmlns:a16="http://schemas.microsoft.com/office/drawing/2014/main" id="{EFD75992-1586-6E88-A1E4-0FF7D6EADE80}"/>
              </a:ext>
            </a:extLst>
          </p:cNvPr>
          <p:cNvSpPr txBox="1"/>
          <p:nvPr/>
        </p:nvSpPr>
        <p:spPr>
          <a:xfrm>
            <a:off x="1715406" y="2669036"/>
            <a:ext cx="263493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General architecture</a:t>
            </a:r>
          </a:p>
        </p:txBody>
      </p:sp>
      <p:cxnSp>
        <p:nvCxnSpPr>
          <p:cNvPr id="38" name="Straight Arrow Connector 37">
            <a:extLst>
              <a:ext uri="{FF2B5EF4-FFF2-40B4-BE49-F238E27FC236}">
                <a16:creationId xmlns:a16="http://schemas.microsoft.com/office/drawing/2014/main" id="{738E3720-4A84-02AD-B1F3-3512280C774C}"/>
              </a:ext>
            </a:extLst>
          </p:cNvPr>
          <p:cNvCxnSpPr>
            <a:cxnSpLocks/>
            <a:stCxn id="22" idx="2"/>
            <a:endCxn id="5" idx="0"/>
          </p:cNvCxnSpPr>
          <p:nvPr/>
        </p:nvCxnSpPr>
        <p:spPr>
          <a:xfrm flipH="1">
            <a:off x="1887089" y="3771989"/>
            <a:ext cx="1145785" cy="994738"/>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5DD67BF-5485-E3CA-EA62-EE5435F2CE68}"/>
              </a:ext>
            </a:extLst>
          </p:cNvPr>
          <p:cNvCxnSpPr>
            <a:cxnSpLocks/>
          </p:cNvCxnSpPr>
          <p:nvPr/>
        </p:nvCxnSpPr>
        <p:spPr>
          <a:xfrm>
            <a:off x="3190475" y="3793385"/>
            <a:ext cx="988027" cy="1029270"/>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FB3B124-814B-D955-463A-2A280652CF6E}"/>
              </a:ext>
            </a:extLst>
          </p:cNvPr>
          <p:cNvCxnSpPr>
            <a:cxnSpLocks/>
          </p:cNvCxnSpPr>
          <p:nvPr/>
        </p:nvCxnSpPr>
        <p:spPr>
          <a:xfrm>
            <a:off x="3354617" y="3785315"/>
            <a:ext cx="1068485" cy="1013436"/>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7E022AF-EBF7-91CD-4E4E-589F624F6FA8}"/>
              </a:ext>
            </a:extLst>
          </p:cNvPr>
          <p:cNvSpPr/>
          <p:nvPr/>
        </p:nvSpPr>
        <p:spPr bwMode="auto">
          <a:xfrm>
            <a:off x="1177340" y="4766727"/>
            <a:ext cx="1419497" cy="686429"/>
          </a:xfrm>
          <a:prstGeom prst="rect">
            <a:avLst/>
          </a:prstGeom>
          <a:solidFill>
            <a:schemeClr val="accent2"/>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Agent A</a:t>
            </a:r>
          </a:p>
        </p:txBody>
      </p:sp>
      <p:sp>
        <p:nvSpPr>
          <p:cNvPr id="6" name="Rectangle 5">
            <a:extLst>
              <a:ext uri="{FF2B5EF4-FFF2-40B4-BE49-F238E27FC236}">
                <a16:creationId xmlns:a16="http://schemas.microsoft.com/office/drawing/2014/main" id="{C50AA889-4D98-4DE9-08AC-F0FCDF3F8F27}"/>
              </a:ext>
            </a:extLst>
          </p:cNvPr>
          <p:cNvSpPr/>
          <p:nvPr/>
        </p:nvSpPr>
        <p:spPr bwMode="auto">
          <a:xfrm>
            <a:off x="3640591" y="4790681"/>
            <a:ext cx="1419497" cy="686429"/>
          </a:xfrm>
          <a:prstGeom prst="rect">
            <a:avLst/>
          </a:prstGeom>
          <a:solidFill>
            <a:schemeClr val="accent2"/>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Agent B</a:t>
            </a:r>
          </a:p>
        </p:txBody>
      </p:sp>
      <p:sp>
        <p:nvSpPr>
          <p:cNvPr id="7" name="TextBox 6">
            <a:extLst>
              <a:ext uri="{FF2B5EF4-FFF2-40B4-BE49-F238E27FC236}">
                <a16:creationId xmlns:a16="http://schemas.microsoft.com/office/drawing/2014/main" id="{32688152-8BCC-FA8C-0315-73F8CFA4AB1C}"/>
              </a:ext>
            </a:extLst>
          </p:cNvPr>
          <p:cNvSpPr txBox="1"/>
          <p:nvPr/>
        </p:nvSpPr>
        <p:spPr>
          <a:xfrm>
            <a:off x="1137935" y="416254"/>
            <a:ext cx="65189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Agent architecture: </a:t>
            </a:r>
          </a:p>
        </p:txBody>
      </p:sp>
      <p:cxnSp>
        <p:nvCxnSpPr>
          <p:cNvPr id="3" name="Straight Arrow Connector 2">
            <a:extLst>
              <a:ext uri="{FF2B5EF4-FFF2-40B4-BE49-F238E27FC236}">
                <a16:creationId xmlns:a16="http://schemas.microsoft.com/office/drawing/2014/main" id="{EA168C81-0ADC-112F-08E6-32E88054A0B7}"/>
              </a:ext>
            </a:extLst>
          </p:cNvPr>
          <p:cNvCxnSpPr>
            <a:cxnSpLocks/>
          </p:cNvCxnSpPr>
          <p:nvPr/>
        </p:nvCxnSpPr>
        <p:spPr>
          <a:xfrm flipH="1">
            <a:off x="7457186" y="3785713"/>
            <a:ext cx="1157273" cy="964153"/>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70A5B6E-3639-4F0A-EEB9-798099511858}"/>
              </a:ext>
            </a:extLst>
          </p:cNvPr>
          <p:cNvSpPr/>
          <p:nvPr/>
        </p:nvSpPr>
        <p:spPr bwMode="auto">
          <a:xfrm>
            <a:off x="7484760" y="3096656"/>
            <a:ext cx="2634933" cy="686429"/>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Supervisor Agent</a:t>
            </a:r>
          </a:p>
        </p:txBody>
      </p:sp>
      <p:cxnSp>
        <p:nvCxnSpPr>
          <p:cNvPr id="9" name="Straight Arrow Connector 8">
            <a:extLst>
              <a:ext uri="{FF2B5EF4-FFF2-40B4-BE49-F238E27FC236}">
                <a16:creationId xmlns:a16="http://schemas.microsoft.com/office/drawing/2014/main" id="{E5DFAECC-57A4-79C7-7220-B34B025E292F}"/>
              </a:ext>
            </a:extLst>
          </p:cNvPr>
          <p:cNvCxnSpPr>
            <a:cxnSpLocks/>
            <a:stCxn id="4" idx="2"/>
          </p:cNvCxnSpPr>
          <p:nvPr/>
        </p:nvCxnSpPr>
        <p:spPr>
          <a:xfrm flipH="1">
            <a:off x="7656887" y="3783085"/>
            <a:ext cx="1145340" cy="964153"/>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F9AD29-90B0-0AAD-399E-7711FFE9D581}"/>
              </a:ext>
            </a:extLst>
          </p:cNvPr>
          <p:cNvCxnSpPr>
            <a:cxnSpLocks/>
          </p:cNvCxnSpPr>
          <p:nvPr/>
        </p:nvCxnSpPr>
        <p:spPr>
          <a:xfrm>
            <a:off x="8959828" y="3804481"/>
            <a:ext cx="988027" cy="1029270"/>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2A970B9-EB73-F62D-0986-4A5B0C4F98D9}"/>
              </a:ext>
            </a:extLst>
          </p:cNvPr>
          <p:cNvCxnSpPr>
            <a:cxnSpLocks/>
          </p:cNvCxnSpPr>
          <p:nvPr/>
        </p:nvCxnSpPr>
        <p:spPr>
          <a:xfrm>
            <a:off x="9123970" y="3796411"/>
            <a:ext cx="1068485" cy="1013436"/>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DA90C2D-FB6A-781B-3456-5F199C680721}"/>
              </a:ext>
            </a:extLst>
          </p:cNvPr>
          <p:cNvSpPr/>
          <p:nvPr/>
        </p:nvSpPr>
        <p:spPr bwMode="auto">
          <a:xfrm>
            <a:off x="6391564" y="4777823"/>
            <a:ext cx="2323663" cy="868137"/>
          </a:xfrm>
          <a:prstGeom prst="rect">
            <a:avLst/>
          </a:prstGeom>
          <a:solidFill>
            <a:schemeClr val="accent2"/>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Weekend Planning Agent</a:t>
            </a:r>
          </a:p>
        </p:txBody>
      </p:sp>
      <p:sp>
        <p:nvSpPr>
          <p:cNvPr id="13" name="Rectangle 12">
            <a:extLst>
              <a:ext uri="{FF2B5EF4-FFF2-40B4-BE49-F238E27FC236}">
                <a16:creationId xmlns:a16="http://schemas.microsoft.com/office/drawing/2014/main" id="{1354EFDE-DC9A-5DF0-91DC-DBDB91571B32}"/>
              </a:ext>
            </a:extLst>
          </p:cNvPr>
          <p:cNvSpPr/>
          <p:nvPr/>
        </p:nvSpPr>
        <p:spPr bwMode="auto">
          <a:xfrm>
            <a:off x="9409944" y="4801777"/>
            <a:ext cx="2117038" cy="868137"/>
          </a:xfrm>
          <a:prstGeom prst="rect">
            <a:avLst/>
          </a:prstGeom>
          <a:solidFill>
            <a:schemeClr val="accent2"/>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Meal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Planning Agent</a:t>
            </a:r>
          </a:p>
        </p:txBody>
      </p:sp>
      <p:sp>
        <p:nvSpPr>
          <p:cNvPr id="29" name="Oval 28">
            <a:extLst>
              <a:ext uri="{FF2B5EF4-FFF2-40B4-BE49-F238E27FC236}">
                <a16:creationId xmlns:a16="http://schemas.microsoft.com/office/drawing/2014/main" id="{9D597857-B779-6AD0-30DA-1B09A8761E21}"/>
              </a:ext>
            </a:extLst>
          </p:cNvPr>
          <p:cNvSpPr/>
          <p:nvPr/>
        </p:nvSpPr>
        <p:spPr bwMode="auto">
          <a:xfrm>
            <a:off x="10579460" y="5866836"/>
            <a:ext cx="1416864" cy="86813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Check Fridge</a:t>
            </a:r>
          </a:p>
        </p:txBody>
      </p:sp>
      <p:sp>
        <p:nvSpPr>
          <p:cNvPr id="30" name="Oval 29">
            <a:extLst>
              <a:ext uri="{FF2B5EF4-FFF2-40B4-BE49-F238E27FC236}">
                <a16:creationId xmlns:a16="http://schemas.microsoft.com/office/drawing/2014/main" id="{4F7AC033-41FE-9CE7-84DD-45CDD4B97B4F}"/>
              </a:ext>
            </a:extLst>
          </p:cNvPr>
          <p:cNvSpPr/>
          <p:nvPr/>
        </p:nvSpPr>
        <p:spPr bwMode="auto">
          <a:xfrm>
            <a:off x="8907422" y="5866836"/>
            <a:ext cx="1501579" cy="86813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Search Recipes</a:t>
            </a:r>
          </a:p>
        </p:txBody>
      </p:sp>
      <p:cxnSp>
        <p:nvCxnSpPr>
          <p:cNvPr id="36" name="Straight Arrow Connector 35">
            <a:extLst>
              <a:ext uri="{FF2B5EF4-FFF2-40B4-BE49-F238E27FC236}">
                <a16:creationId xmlns:a16="http://schemas.microsoft.com/office/drawing/2014/main" id="{63E05807-17C7-A010-0A5C-1401D532F0A2}"/>
              </a:ext>
            </a:extLst>
          </p:cNvPr>
          <p:cNvCxnSpPr>
            <a:cxnSpLocks/>
          </p:cNvCxnSpPr>
          <p:nvPr/>
        </p:nvCxnSpPr>
        <p:spPr>
          <a:xfrm flipH="1">
            <a:off x="9694695" y="5669914"/>
            <a:ext cx="281376" cy="216847"/>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66814E2-9DBB-346F-3E24-667102F2B6E6}"/>
              </a:ext>
            </a:extLst>
          </p:cNvPr>
          <p:cNvCxnSpPr>
            <a:cxnSpLocks/>
          </p:cNvCxnSpPr>
          <p:nvPr/>
        </p:nvCxnSpPr>
        <p:spPr>
          <a:xfrm flipH="1">
            <a:off x="9892330" y="5673259"/>
            <a:ext cx="222125" cy="193577"/>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91A2A42-F099-1CD0-35FC-72E9DF5C326C}"/>
              </a:ext>
            </a:extLst>
          </p:cNvPr>
          <p:cNvCxnSpPr>
            <a:cxnSpLocks/>
          </p:cNvCxnSpPr>
          <p:nvPr/>
        </p:nvCxnSpPr>
        <p:spPr>
          <a:xfrm>
            <a:off x="10722498" y="5689839"/>
            <a:ext cx="281376" cy="216847"/>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EF92080-D7C4-B2B6-8FA2-749A8EE9F4D6}"/>
              </a:ext>
            </a:extLst>
          </p:cNvPr>
          <p:cNvCxnSpPr>
            <a:cxnSpLocks/>
          </p:cNvCxnSpPr>
          <p:nvPr/>
        </p:nvCxnSpPr>
        <p:spPr>
          <a:xfrm>
            <a:off x="10920133" y="5683948"/>
            <a:ext cx="222125" cy="193577"/>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97CEA4FC-8E62-3860-4EC6-80AF407FA6FE}"/>
              </a:ext>
            </a:extLst>
          </p:cNvPr>
          <p:cNvSpPr/>
          <p:nvPr/>
        </p:nvSpPr>
        <p:spPr bwMode="auto">
          <a:xfrm>
            <a:off x="7300648" y="5860562"/>
            <a:ext cx="1501579" cy="86813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Check Weather</a:t>
            </a:r>
          </a:p>
        </p:txBody>
      </p:sp>
      <p:sp>
        <p:nvSpPr>
          <p:cNvPr id="52" name="Oval 51">
            <a:extLst>
              <a:ext uri="{FF2B5EF4-FFF2-40B4-BE49-F238E27FC236}">
                <a16:creationId xmlns:a16="http://schemas.microsoft.com/office/drawing/2014/main" id="{36F6ABA8-78FC-05CB-3764-3134D80925CB}"/>
              </a:ext>
            </a:extLst>
          </p:cNvPr>
          <p:cNvSpPr/>
          <p:nvPr/>
        </p:nvSpPr>
        <p:spPr bwMode="auto">
          <a:xfrm>
            <a:off x="5595795" y="5860562"/>
            <a:ext cx="1619110" cy="86813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Search Activities</a:t>
            </a:r>
          </a:p>
        </p:txBody>
      </p:sp>
      <p:cxnSp>
        <p:nvCxnSpPr>
          <p:cNvPr id="53" name="Straight Arrow Connector 52">
            <a:extLst>
              <a:ext uri="{FF2B5EF4-FFF2-40B4-BE49-F238E27FC236}">
                <a16:creationId xmlns:a16="http://schemas.microsoft.com/office/drawing/2014/main" id="{F4FC5D92-5D44-DC6B-33F6-16A94BEEF2EA}"/>
              </a:ext>
            </a:extLst>
          </p:cNvPr>
          <p:cNvCxnSpPr>
            <a:cxnSpLocks/>
          </p:cNvCxnSpPr>
          <p:nvPr/>
        </p:nvCxnSpPr>
        <p:spPr>
          <a:xfrm flipH="1">
            <a:off x="6500598" y="5663640"/>
            <a:ext cx="281376" cy="216847"/>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DBC7054-24BD-E798-EF84-10AF61102070}"/>
              </a:ext>
            </a:extLst>
          </p:cNvPr>
          <p:cNvCxnSpPr>
            <a:cxnSpLocks/>
          </p:cNvCxnSpPr>
          <p:nvPr/>
        </p:nvCxnSpPr>
        <p:spPr>
          <a:xfrm flipH="1">
            <a:off x="6698233" y="5666985"/>
            <a:ext cx="222125" cy="193577"/>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C036FCD-C7EC-3605-27DD-4398AC2A5F7A}"/>
              </a:ext>
            </a:extLst>
          </p:cNvPr>
          <p:cNvCxnSpPr>
            <a:cxnSpLocks/>
          </p:cNvCxnSpPr>
          <p:nvPr/>
        </p:nvCxnSpPr>
        <p:spPr>
          <a:xfrm>
            <a:off x="7528401" y="5683565"/>
            <a:ext cx="281376" cy="216847"/>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A6DFD76-0CEE-3FBE-42C0-4907660EEAB2}"/>
              </a:ext>
            </a:extLst>
          </p:cNvPr>
          <p:cNvCxnSpPr>
            <a:cxnSpLocks/>
          </p:cNvCxnSpPr>
          <p:nvPr/>
        </p:nvCxnSpPr>
        <p:spPr>
          <a:xfrm>
            <a:off x="7726036" y="5677674"/>
            <a:ext cx="222125" cy="193577"/>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72F7F57-48F2-A66E-D4E4-DB458C7A0109}"/>
              </a:ext>
            </a:extLst>
          </p:cNvPr>
          <p:cNvSpPr txBox="1"/>
          <p:nvPr/>
        </p:nvSpPr>
        <p:spPr>
          <a:xfrm>
            <a:off x="7479521" y="2702020"/>
            <a:ext cx="263493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Parenting helper agent</a:t>
            </a:r>
          </a:p>
        </p:txBody>
      </p:sp>
    </p:spTree>
    <p:extLst>
      <p:ext uri="{BB962C8B-B14F-4D97-AF65-F5344CB8AC3E}">
        <p14:creationId xmlns:p14="http://schemas.microsoft.com/office/powerpoint/2010/main" val="2339126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34D0C-FCF9-36EB-DFCB-BC699B041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DF54F-0D00-1855-3D53-748B609F8108}"/>
              </a:ext>
            </a:extLst>
          </p:cNvPr>
          <p:cNvSpPr>
            <a:spLocks noGrp="1"/>
          </p:cNvSpPr>
          <p:nvPr>
            <p:ph type="title"/>
          </p:nvPr>
        </p:nvSpPr>
        <p:spPr/>
        <p:txBody>
          <a:bodyPr/>
          <a:lstStyle/>
          <a:p>
            <a:r>
              <a:rPr lang="en-US"/>
              <a:t>Supervisor agent with sub-agents</a:t>
            </a:r>
          </a:p>
        </p:txBody>
      </p:sp>
      <p:sp>
        <p:nvSpPr>
          <p:cNvPr id="8" name="TextBox 7">
            <a:extLst>
              <a:ext uri="{FF2B5EF4-FFF2-40B4-BE49-F238E27FC236}">
                <a16:creationId xmlns:a16="http://schemas.microsoft.com/office/drawing/2014/main" id="{E192EC09-109C-C3E5-8B2E-931F52862546}"/>
              </a:ext>
            </a:extLst>
          </p:cNvPr>
          <p:cNvSpPr txBox="1"/>
          <p:nvPr/>
        </p:nvSpPr>
        <p:spPr>
          <a:xfrm>
            <a:off x="1132793" y="1515350"/>
            <a:ext cx="10706015" cy="4832092"/>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weekend_agent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 help users plan weekend activities based on weather"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tools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get_weather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get_activities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get_current_date</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endPar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meal_agent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 help users plan meals + choose the best recipes"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tools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find_recipes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check_fridge</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@tool</a:t>
            </a:r>
            <a:endPar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async def</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plan_weekend</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query</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6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weekend_agent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query</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return</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endPar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@tool</a:t>
            </a:r>
            <a:endPar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async def</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plan_meal</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query</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6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meal_agent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query</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return</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endPar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supervisor_agent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6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"You're a supervisor managing a weekend planner &amp; meal planner"</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tools</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plan_meal</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6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plan_weekend</a:t>
            </a:r>
            <a:r>
              <a:rPr kumimoji="0" lang="en-US" sz="16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9" name="TextBox 8">
            <a:extLst>
              <a:ext uri="{FF2B5EF4-FFF2-40B4-BE49-F238E27FC236}">
                <a16:creationId xmlns:a16="http://schemas.microsoft.com/office/drawing/2014/main" id="{6280676C-9FB5-7FC8-8C16-86E8074D84AE}"/>
              </a:ext>
            </a:extLst>
          </p:cNvPr>
          <p:cNvSpPr txBox="1"/>
          <p:nvPr/>
        </p:nvSpPr>
        <p:spPr>
          <a:xfrm>
            <a:off x="1167006" y="6399742"/>
            <a:ext cx="3747436"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agent_supervisor.py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F63F7225-14B4-D1AD-0781-6D54EC4A589E}"/>
              </a:ext>
            </a:extLst>
          </p:cNvPr>
          <p:cNvSpPr txBox="1"/>
          <p:nvPr/>
        </p:nvSpPr>
        <p:spPr>
          <a:xfrm>
            <a:off x="1132793" y="227425"/>
            <a:ext cx="3168620" cy="461665"/>
          </a:xfrm>
          <a:prstGeom prst="rect">
            <a:avLst/>
          </a:prstGeom>
          <a:solidFill>
            <a:schemeClr val="accent6">
              <a:lumMod val="75000"/>
            </a:schemeClr>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Tree>
    <p:extLst>
      <p:ext uri="{BB962C8B-B14F-4D97-AF65-F5344CB8AC3E}">
        <p14:creationId xmlns:p14="http://schemas.microsoft.com/office/powerpoint/2010/main" val="3896953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ES_tradnl" noProof="0"/>
              <a:t>Python + Agents</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512550" cy="873780"/>
          </a:xfrm>
        </p:spPr>
        <p:txBody>
          <a:bodyPr>
            <a:normAutofit/>
          </a:bodyPr>
          <a:lstStyle/>
          <a:p>
            <a:r>
              <a:rPr lang="en-US" sz="5400">
                <a:solidFill>
                  <a:srgbClr val="000000"/>
                </a:solidFill>
                <a:latin typeface="Quire Sans" panose="020B0502040400020003" pitchFamily="34" charset="0"/>
                <a:ea typeface="Segoe UI"/>
                <a:cs typeface="Quire Sans" panose="020B0502040400020003" pitchFamily="34" charset="0"/>
              </a:rPr>
              <a:t>🛠️ </a:t>
            </a:r>
            <a:r>
              <a:rPr lang="en-US" sz="5200">
                <a:solidFill>
                  <a:srgbClr val="000000"/>
                </a:solidFill>
                <a:ea typeface="Segoe UI"/>
                <a:cs typeface="Segoe UI"/>
              </a:rPr>
              <a:t>Building your first agent in Python</a:t>
            </a:r>
            <a:endParaRPr lang="es-ES_tradnl" sz="5200" noProof="0"/>
          </a:p>
        </p:txBody>
      </p:sp>
      <p:sp>
        <p:nvSpPr>
          <p:cNvPr id="5" name="TextBox 4">
            <a:extLst>
              <a:ext uri="{FF2B5EF4-FFF2-40B4-BE49-F238E27FC236}">
                <a16:creationId xmlns:a16="http://schemas.microsoft.com/office/drawing/2014/main" id="{DFACB71E-6545-DC1C-8325-BF2AE36EB32D}"/>
              </a:ext>
            </a:extLst>
          </p:cNvPr>
          <p:cNvSpPr txBox="1"/>
          <p:nvPr/>
        </p:nvSpPr>
        <p:spPr>
          <a:xfrm>
            <a:off x="844549" y="3724673"/>
            <a:ext cx="8903457"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aka.ms/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2"/>
              </a:rPr>
              <a:t>pythonagents</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/slides/building</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rPr>
              <a:t> – Find more info here</a:t>
            </a:r>
          </a:p>
        </p:txBody>
      </p:sp>
    </p:spTree>
    <p:extLst>
      <p:ext uri="{BB962C8B-B14F-4D97-AF65-F5344CB8AC3E}">
        <p14:creationId xmlns:p14="http://schemas.microsoft.com/office/powerpoint/2010/main" val="3957049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92565-5ACC-7BF2-2758-B2F26F7F40A9}"/>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FAAEC640-483E-E51C-15EF-EB5C57E7EFA5}"/>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Memory &amp; Conversation State</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F19B4124-210A-B797-5B11-D05AA5DEBE3E}"/>
              </a:ext>
            </a:extLst>
          </p:cNvPr>
          <p:cNvSpPr>
            <a:spLocks noGrp="1"/>
          </p:cNvSpPr>
          <p:nvPr>
            <p:ph type="body" sz="quarter" idx="10"/>
          </p:nvPr>
        </p:nvSpPr>
        <p:spPr>
          <a:xfrm>
            <a:off x="588966" y="2252795"/>
            <a:ext cx="3821670" cy="4462760"/>
          </a:xfrm>
        </p:spPr>
        <p:txBody>
          <a:bodyPr/>
          <a:lstStyle/>
          <a:p>
            <a:r>
              <a:rPr lang="en-US" sz="2000"/>
              <a:t>The </a:t>
            </a:r>
            <a:r>
              <a:rPr lang="en-US" sz="1800" err="1"/>
              <a:t>AgentThread</a:t>
            </a:r>
            <a:r>
              <a:rPr lang="en-US" sz="2000"/>
              <a:t> abstraction retains conversation history across turns and sessions, ensuring agents have relevant context for long-running dialogues.</a:t>
            </a:r>
          </a:p>
          <a:p>
            <a:endParaRPr lang="en-US" sz="2000"/>
          </a:p>
          <a:p>
            <a:r>
              <a:rPr lang="en-US" sz="2000"/>
              <a:t>Agent Framework provides </a:t>
            </a:r>
            <a:r>
              <a:rPr lang="en-US" sz="2000" b="1"/>
              <a:t>short-term memory</a:t>
            </a:r>
            <a:r>
              <a:rPr lang="en-US" sz="2000"/>
              <a:t> (session-scoped, immediate context) and </a:t>
            </a:r>
            <a:r>
              <a:rPr lang="en-US" sz="2000" b="1"/>
              <a:t>long-term memory</a:t>
            </a:r>
            <a:r>
              <a:rPr lang="en-US" sz="2000"/>
              <a:t> (persistent data for user preferences, facts, etc.) through integrations with vector </a:t>
            </a:r>
            <a:r>
              <a:rPr lang="en-US" sz="2000" err="1"/>
              <a:t>DBs.</a:t>
            </a:r>
            <a:endParaRPr lang="en-US" sz="2000"/>
          </a:p>
        </p:txBody>
      </p:sp>
      <p:cxnSp>
        <p:nvCxnSpPr>
          <p:cNvPr id="2" name="Straight Connector 1">
            <a:extLst>
              <a:ext uri="{FF2B5EF4-FFF2-40B4-BE49-F238E27FC236}">
                <a16:creationId xmlns:a16="http://schemas.microsoft.com/office/drawing/2014/main" id="{5666D34F-16B1-C926-19D1-BF63DE9EA819}"/>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51" name="Rectangle: Rounded Corners 50"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5DA46E03-DC0D-86D6-4134-DBAD37502C4A}"/>
              </a:ext>
              <a:ext uri="{C183D7F6-B498-43B3-948B-1728B52AA6E4}">
                <adec:decorative xmlns:adec="http://schemas.microsoft.com/office/drawing/2017/decorative" val="0"/>
              </a:ext>
            </a:extLst>
          </p:cNvPr>
          <p:cNvSpPr/>
          <p:nvPr/>
        </p:nvSpPr>
        <p:spPr bwMode="auto">
          <a:xfrm>
            <a:off x="9871613" y="1041160"/>
            <a:ext cx="1974602" cy="521365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a:solidFill>
                <a:schemeClr val="tx1"/>
              </a:solidFill>
              <a:latin typeface="Segoe Sans Text"/>
              <a:cs typeface="Segoe Sans Text" pitchFamily="2" charset="0"/>
            </a:endParaRPr>
          </a:p>
        </p:txBody>
      </p:sp>
      <p:sp>
        <p:nvSpPr>
          <p:cNvPr id="52" name="Rectangle: Rounded Corners 5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50607A05-75A7-3A5D-9284-5F0069D22FDC}"/>
              </a:ext>
              <a:ext uri="{C183D7F6-B498-43B3-948B-1728B52AA6E4}">
                <adec:decorative xmlns:adec="http://schemas.microsoft.com/office/drawing/2017/decorative" val="0"/>
              </a:ext>
            </a:extLst>
          </p:cNvPr>
          <p:cNvSpPr/>
          <p:nvPr/>
        </p:nvSpPr>
        <p:spPr bwMode="auto">
          <a:xfrm>
            <a:off x="9805461" y="1008504"/>
            <a:ext cx="2255271" cy="935818"/>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400" b="1">
                <a:solidFill>
                  <a:schemeClr val="tx1"/>
                </a:solidFill>
                <a:latin typeface="Segoe Sans Text"/>
                <a:cs typeface="Segoe Sans Text" pitchFamily="2" charset="0"/>
              </a:rPr>
              <a:t>Memory</a:t>
            </a: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a:solidFill>
                <a:schemeClr val="tx1"/>
              </a:solidFill>
              <a:latin typeface="Segoe Sans Text"/>
              <a:cs typeface="Segoe Sans Text" pitchFamily="2" charset="0"/>
            </a:endParaRPr>
          </a:p>
        </p:txBody>
      </p:sp>
      <p:sp>
        <p:nvSpPr>
          <p:cNvPr id="53" name="Rectangle: Rounded Corners 52"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ADAAFB1E-5BDE-0E70-DBE2-BAB7806AD215}"/>
              </a:ext>
              <a:ext uri="{C183D7F6-B498-43B3-948B-1728B52AA6E4}">
                <adec:decorative xmlns:adec="http://schemas.microsoft.com/office/drawing/2017/decorative" val="0"/>
              </a:ext>
            </a:extLst>
          </p:cNvPr>
          <p:cNvSpPr/>
          <p:nvPr/>
        </p:nvSpPr>
        <p:spPr bwMode="auto">
          <a:xfrm>
            <a:off x="5228172" y="1041160"/>
            <a:ext cx="2208967" cy="521365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a:solidFill>
                <a:schemeClr val="tx1"/>
              </a:solidFill>
              <a:latin typeface="Segoe Sans Text"/>
              <a:cs typeface="Segoe Sans Text" pitchFamily="2" charset="0"/>
            </a:endParaRPr>
          </a:p>
        </p:txBody>
      </p:sp>
      <p:sp>
        <p:nvSpPr>
          <p:cNvPr id="54" name="Rectangle: Rounded Corners 5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7487CAFD-C148-22C4-0305-116E4F0A151C}"/>
              </a:ext>
              <a:ext uri="{C183D7F6-B498-43B3-948B-1728B52AA6E4}">
                <adec:decorative xmlns:adec="http://schemas.microsoft.com/office/drawing/2017/decorative" val="0"/>
              </a:ext>
            </a:extLst>
          </p:cNvPr>
          <p:cNvSpPr/>
          <p:nvPr/>
        </p:nvSpPr>
        <p:spPr bwMode="auto">
          <a:xfrm>
            <a:off x="7582019" y="1041160"/>
            <a:ext cx="1963319" cy="2373853"/>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400">
              <a:solidFill>
                <a:schemeClr val="tx1"/>
              </a:solidFill>
              <a:latin typeface="Segoe Sans Text"/>
              <a:cs typeface="Segoe Sans Text" pitchFamily="2" charset="0"/>
            </a:endParaRPr>
          </a:p>
        </p:txBody>
      </p:sp>
      <p:sp>
        <p:nvSpPr>
          <p:cNvPr id="55" name="Rectangle: Rounded Corners 54"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00808B21-019C-D9F3-89A7-369148EE76D5}"/>
              </a:ext>
              <a:ext uri="{C183D7F6-B498-43B3-948B-1728B52AA6E4}">
                <adec:decorative xmlns:adec="http://schemas.microsoft.com/office/drawing/2017/decorative" val="0"/>
              </a:ext>
            </a:extLst>
          </p:cNvPr>
          <p:cNvSpPr/>
          <p:nvPr/>
        </p:nvSpPr>
        <p:spPr bwMode="auto">
          <a:xfrm>
            <a:off x="7582018" y="3916290"/>
            <a:ext cx="1963319" cy="233852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400" b="1">
                <a:solidFill>
                  <a:schemeClr val="tx1"/>
                </a:solidFill>
                <a:latin typeface="Segoe Sans Text"/>
                <a:cs typeface="Segoe Sans Text" pitchFamily="2" charset="0"/>
              </a:rPr>
              <a:t>Run 2</a:t>
            </a:r>
          </a:p>
        </p:txBody>
      </p:sp>
      <p:sp>
        <p:nvSpPr>
          <p:cNvPr id="56" name="Rectangle: Rounded Corners 5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641099DE-BE6B-CE5A-BC99-5B7C19DB883A}"/>
              </a:ext>
              <a:ext uri="{C183D7F6-B498-43B3-948B-1728B52AA6E4}">
                <adec:decorative xmlns:adec="http://schemas.microsoft.com/office/drawing/2017/decorative" val="0"/>
              </a:ext>
            </a:extLst>
          </p:cNvPr>
          <p:cNvSpPr/>
          <p:nvPr/>
        </p:nvSpPr>
        <p:spPr bwMode="auto">
          <a:xfrm>
            <a:off x="5305448" y="1677141"/>
            <a:ext cx="1983993" cy="911806"/>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200" b="1">
                <a:solidFill>
                  <a:schemeClr val="tx1"/>
                </a:solidFill>
                <a:latin typeface="Segoe Sans Text"/>
                <a:cs typeface="Segoe Sans Text" pitchFamily="2" charset="0"/>
              </a:rPr>
              <a:t>User’s message</a:t>
            </a:r>
          </a:p>
          <a:p>
            <a:pPr defTabSz="932472" fontAlgn="base">
              <a:spcBef>
                <a:spcPct val="0"/>
              </a:spcBef>
              <a:spcAft>
                <a:spcPct val="0"/>
              </a:spcAft>
            </a:pPr>
            <a:r>
              <a:rPr lang="en-US" sz="1200">
                <a:solidFill>
                  <a:schemeClr val="tx1"/>
                </a:solidFill>
                <a:latin typeface="Segoe Sans Text"/>
                <a:cs typeface="Segoe Sans Text" pitchFamily="2" charset="0"/>
              </a:rPr>
              <a:t>I need to book a hotel in New York for 2 stays. </a:t>
            </a:r>
          </a:p>
        </p:txBody>
      </p:sp>
      <p:sp>
        <p:nvSpPr>
          <p:cNvPr id="57" name="Rectangle: Rounded Corners 56"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0964CC7B-60DF-D243-5A90-621F7791541F}"/>
              </a:ext>
              <a:ext uri="{C183D7F6-B498-43B3-948B-1728B52AA6E4}">
                <adec:decorative xmlns:adec="http://schemas.microsoft.com/office/drawing/2017/decorative" val="0"/>
              </a:ext>
            </a:extLst>
          </p:cNvPr>
          <p:cNvSpPr/>
          <p:nvPr/>
        </p:nvSpPr>
        <p:spPr bwMode="auto">
          <a:xfrm>
            <a:off x="5317609" y="2745013"/>
            <a:ext cx="1983993" cy="653128"/>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200" b="1">
                <a:solidFill>
                  <a:schemeClr val="tx1"/>
                </a:solidFill>
                <a:latin typeface="Segoe Sans Text"/>
                <a:cs typeface="Segoe Sans Text" pitchFamily="2" charset="0"/>
              </a:rPr>
              <a:t>Agent’s message</a:t>
            </a:r>
          </a:p>
          <a:p>
            <a:pPr defTabSz="932472" fontAlgn="base">
              <a:spcBef>
                <a:spcPct val="0"/>
              </a:spcBef>
              <a:spcAft>
                <a:spcPct val="0"/>
              </a:spcAft>
            </a:pPr>
            <a:r>
              <a:rPr lang="en-US" sz="1200">
                <a:solidFill>
                  <a:schemeClr val="tx1"/>
                </a:solidFill>
                <a:latin typeface="Segoe Sans Text"/>
                <a:cs typeface="Segoe Sans Text" pitchFamily="2" charset="0"/>
              </a:rPr>
              <a:t>Here are some suggestions: </a:t>
            </a:r>
          </a:p>
        </p:txBody>
      </p:sp>
      <p:sp>
        <p:nvSpPr>
          <p:cNvPr id="58" name="Rectangle: Rounded Corners 57"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2AC0A91E-7E6C-ED19-E0A9-453F21C025CC}"/>
              </a:ext>
              <a:ext uri="{C183D7F6-B498-43B3-948B-1728B52AA6E4}">
                <adec:decorative xmlns:adec="http://schemas.microsoft.com/office/drawing/2017/decorative" val="0"/>
              </a:ext>
            </a:extLst>
          </p:cNvPr>
          <p:cNvSpPr/>
          <p:nvPr/>
        </p:nvSpPr>
        <p:spPr bwMode="auto">
          <a:xfrm>
            <a:off x="7594868" y="1154397"/>
            <a:ext cx="2255271" cy="911806"/>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400" b="1">
                <a:solidFill>
                  <a:schemeClr val="tx1"/>
                </a:solidFill>
                <a:latin typeface="Segoe Sans Text"/>
                <a:cs typeface="Segoe Sans Text" pitchFamily="2" charset="0"/>
              </a:rPr>
              <a:t>Run 1</a:t>
            </a: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a:solidFill>
                <a:schemeClr val="tx1"/>
              </a:solidFill>
              <a:latin typeface="Segoe Sans Text"/>
              <a:cs typeface="Segoe Sans Text" pitchFamily="2" charset="0"/>
            </a:endParaRPr>
          </a:p>
        </p:txBody>
      </p:sp>
      <p:sp>
        <p:nvSpPr>
          <p:cNvPr id="59" name="Flowchart: Connector 58">
            <a:extLst>
              <a:ext uri="{FF2B5EF4-FFF2-40B4-BE49-F238E27FC236}">
                <a16:creationId xmlns:a16="http://schemas.microsoft.com/office/drawing/2014/main" id="{ED396B17-B292-35F0-C2C6-1357BDE54370}"/>
              </a:ext>
            </a:extLst>
          </p:cNvPr>
          <p:cNvSpPr>
            <a:spLocks noChangeAspect="1"/>
          </p:cNvSpPr>
          <p:nvPr/>
        </p:nvSpPr>
        <p:spPr bwMode="auto">
          <a:xfrm>
            <a:off x="7754639" y="1977249"/>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sz="1400">
                <a:solidFill>
                  <a:srgbClr val="FFFFFF"/>
                </a:solidFill>
                <a:ea typeface="Segoe UI" pitchFamily="34" charset="0"/>
                <a:cs typeface="Segoe UI" pitchFamily="34" charset="0"/>
              </a:rPr>
              <a:t>1</a:t>
            </a:r>
          </a:p>
        </p:txBody>
      </p:sp>
      <p:sp>
        <p:nvSpPr>
          <p:cNvPr id="60" name="Rectangle: Rounded Corners 5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7D03124-1860-CC96-DB04-6FDE8740D3D4}"/>
              </a:ext>
              <a:ext uri="{C183D7F6-B498-43B3-948B-1728B52AA6E4}">
                <adec:decorative xmlns:adec="http://schemas.microsoft.com/office/drawing/2017/decorative" val="0"/>
              </a:ext>
            </a:extLst>
          </p:cNvPr>
          <p:cNvSpPr/>
          <p:nvPr/>
        </p:nvSpPr>
        <p:spPr bwMode="auto">
          <a:xfrm>
            <a:off x="7927259" y="2051117"/>
            <a:ext cx="1737806"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Use Tripadvisor API to search the nearest hotel </a:t>
            </a:r>
          </a:p>
        </p:txBody>
      </p:sp>
      <p:sp>
        <p:nvSpPr>
          <p:cNvPr id="61" name="Rectangle: Rounded Corners 60"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BAE23FD5-CD47-4975-1C53-89A284505057}"/>
              </a:ext>
              <a:ext uri="{C183D7F6-B498-43B3-948B-1728B52AA6E4}">
                <adec:decorative xmlns:adec="http://schemas.microsoft.com/office/drawing/2017/decorative" val="0"/>
              </a:ext>
            </a:extLst>
          </p:cNvPr>
          <p:cNvSpPr/>
          <p:nvPr/>
        </p:nvSpPr>
        <p:spPr bwMode="auto">
          <a:xfrm>
            <a:off x="7957576" y="2798602"/>
            <a:ext cx="1621285" cy="381827"/>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Create message</a:t>
            </a:r>
          </a:p>
        </p:txBody>
      </p:sp>
      <p:cxnSp>
        <p:nvCxnSpPr>
          <p:cNvPr id="62" name="Straight Arrow Connector 61">
            <a:extLst>
              <a:ext uri="{FF2B5EF4-FFF2-40B4-BE49-F238E27FC236}">
                <a16:creationId xmlns:a16="http://schemas.microsoft.com/office/drawing/2014/main" id="{D08FF707-AF1A-7486-EAFE-A0C4CB9346A3}"/>
              </a:ext>
            </a:extLst>
          </p:cNvPr>
          <p:cNvCxnSpPr>
            <a:cxnSpLocks/>
            <a:stCxn id="56" idx="3"/>
          </p:cNvCxnSpPr>
          <p:nvPr/>
        </p:nvCxnSpPr>
        <p:spPr>
          <a:xfrm flipV="1">
            <a:off x="7289441" y="2132394"/>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3" name="Flowchart: Connector 62">
            <a:extLst>
              <a:ext uri="{FF2B5EF4-FFF2-40B4-BE49-F238E27FC236}">
                <a16:creationId xmlns:a16="http://schemas.microsoft.com/office/drawing/2014/main" id="{A8E92149-CB17-68EC-08FB-925571E7837E}"/>
              </a:ext>
            </a:extLst>
          </p:cNvPr>
          <p:cNvSpPr>
            <a:spLocks noChangeAspect="1"/>
          </p:cNvSpPr>
          <p:nvPr/>
        </p:nvSpPr>
        <p:spPr bwMode="auto">
          <a:xfrm>
            <a:off x="7758036" y="2813106"/>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sz="1400">
                <a:solidFill>
                  <a:srgbClr val="FFFFFF"/>
                </a:solidFill>
                <a:ea typeface="Segoe UI" pitchFamily="34" charset="0"/>
                <a:cs typeface="Segoe UI" pitchFamily="34" charset="0"/>
              </a:rPr>
              <a:t>2</a:t>
            </a:r>
          </a:p>
        </p:txBody>
      </p:sp>
      <p:sp>
        <p:nvSpPr>
          <p:cNvPr id="64" name="Rectangle: Rounded Corners 6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999ABEE-592E-07CF-484C-DE9A4BB8BA95}"/>
              </a:ext>
              <a:ext uri="{C183D7F6-B498-43B3-948B-1728B52AA6E4}">
                <adec:decorative xmlns:adec="http://schemas.microsoft.com/office/drawing/2017/decorative" val="0"/>
              </a:ext>
            </a:extLst>
          </p:cNvPr>
          <p:cNvSpPr/>
          <p:nvPr/>
        </p:nvSpPr>
        <p:spPr bwMode="auto">
          <a:xfrm>
            <a:off x="5317609" y="3878295"/>
            <a:ext cx="1983993" cy="88748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200" b="1">
                <a:solidFill>
                  <a:schemeClr val="tx1"/>
                </a:solidFill>
                <a:latin typeface="Segoe Sans Text"/>
                <a:cs typeface="Segoe Sans Text" pitchFamily="2" charset="0"/>
              </a:rPr>
              <a:t>User’s message</a:t>
            </a:r>
          </a:p>
          <a:p>
            <a:pPr defTabSz="932472" fontAlgn="base">
              <a:spcBef>
                <a:spcPct val="0"/>
              </a:spcBef>
              <a:spcAft>
                <a:spcPct val="0"/>
              </a:spcAft>
            </a:pPr>
            <a:r>
              <a:rPr lang="en-US" sz="1200">
                <a:solidFill>
                  <a:schemeClr val="tx1"/>
                </a:solidFill>
                <a:latin typeface="Segoe Sans Text"/>
                <a:cs typeface="Segoe Sans Text" pitchFamily="2" charset="0"/>
              </a:rPr>
              <a:t>What’s the daily meal allowance for the business trip?</a:t>
            </a:r>
          </a:p>
        </p:txBody>
      </p:sp>
      <p:sp>
        <p:nvSpPr>
          <p:cNvPr id="65" name="Rectangle: Rounded Corners 64"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4CC1BAF-5E52-D403-B625-0613D96CFDCE}"/>
              </a:ext>
              <a:ext uri="{C183D7F6-B498-43B3-948B-1728B52AA6E4}">
                <adec:decorative xmlns:adec="http://schemas.microsoft.com/office/drawing/2017/decorative" val="0"/>
              </a:ext>
            </a:extLst>
          </p:cNvPr>
          <p:cNvSpPr/>
          <p:nvPr/>
        </p:nvSpPr>
        <p:spPr bwMode="auto">
          <a:xfrm>
            <a:off x="5329770" y="4810923"/>
            <a:ext cx="1983993" cy="1375049"/>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200" b="1">
                <a:solidFill>
                  <a:schemeClr val="tx1"/>
                </a:solidFill>
                <a:latin typeface="Segoe Sans Text"/>
                <a:cs typeface="Segoe Sans Text" pitchFamily="2" charset="0"/>
              </a:rPr>
              <a:t>Agent’s message</a:t>
            </a:r>
          </a:p>
          <a:p>
            <a:pPr defTabSz="932472" fontAlgn="base">
              <a:spcBef>
                <a:spcPct val="0"/>
              </a:spcBef>
              <a:spcAft>
                <a:spcPct val="0"/>
              </a:spcAft>
            </a:pPr>
            <a:r>
              <a:rPr lang="en-US" sz="1200">
                <a:solidFill>
                  <a:schemeClr val="tx1"/>
                </a:solidFill>
                <a:latin typeface="Segoe Sans Text"/>
                <a:cs typeface="Segoe Sans Text" pitchFamily="2" charset="0"/>
              </a:rPr>
              <a:t>The daily allowance for your business trip is $75, as per company policy. </a:t>
            </a:r>
          </a:p>
        </p:txBody>
      </p:sp>
      <p:sp>
        <p:nvSpPr>
          <p:cNvPr id="66" name="Rectangle: Rounded Corners 6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1EEB7A17-F0BC-4F61-554B-B2CD28BF3258}"/>
              </a:ext>
              <a:ext uri="{C183D7F6-B498-43B3-948B-1728B52AA6E4}">
                <adec:decorative xmlns:adec="http://schemas.microsoft.com/office/drawing/2017/decorative" val="0"/>
              </a:ext>
            </a:extLst>
          </p:cNvPr>
          <p:cNvSpPr/>
          <p:nvPr/>
        </p:nvSpPr>
        <p:spPr bwMode="auto">
          <a:xfrm>
            <a:off x="7967112" y="4889739"/>
            <a:ext cx="1510781"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Use Microsoft SharePoint to query the company travel policy</a:t>
            </a:r>
          </a:p>
        </p:txBody>
      </p:sp>
      <p:sp>
        <p:nvSpPr>
          <p:cNvPr id="67" name="Rectangle: Rounded Corners 66"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82D07BD4-C219-9FDE-55D3-4AA4C442E011}"/>
              </a:ext>
              <a:ext uri="{C183D7F6-B498-43B3-948B-1728B52AA6E4}">
                <adec:decorative xmlns:adec="http://schemas.microsoft.com/office/drawing/2017/decorative" val="0"/>
              </a:ext>
            </a:extLst>
          </p:cNvPr>
          <p:cNvSpPr/>
          <p:nvPr/>
        </p:nvSpPr>
        <p:spPr bwMode="auto">
          <a:xfrm>
            <a:off x="7957577" y="5503199"/>
            <a:ext cx="1621285" cy="381827"/>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Create message</a:t>
            </a:r>
          </a:p>
        </p:txBody>
      </p:sp>
      <p:sp>
        <p:nvSpPr>
          <p:cNvPr id="68" name="Flowchart: Connector 67">
            <a:extLst>
              <a:ext uri="{FF2B5EF4-FFF2-40B4-BE49-F238E27FC236}">
                <a16:creationId xmlns:a16="http://schemas.microsoft.com/office/drawing/2014/main" id="{D7B51150-E5DB-0FEC-BFE5-44E85F240403}"/>
              </a:ext>
            </a:extLst>
          </p:cNvPr>
          <p:cNvSpPr>
            <a:spLocks noChangeAspect="1"/>
          </p:cNvSpPr>
          <p:nvPr/>
        </p:nvSpPr>
        <p:spPr bwMode="auto">
          <a:xfrm>
            <a:off x="7758037" y="5517703"/>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sz="1400">
                <a:solidFill>
                  <a:srgbClr val="FFFFFF"/>
                </a:solidFill>
                <a:ea typeface="Segoe UI" pitchFamily="34" charset="0"/>
                <a:cs typeface="Segoe UI" pitchFamily="34" charset="0"/>
              </a:rPr>
              <a:t>2</a:t>
            </a:r>
          </a:p>
        </p:txBody>
      </p:sp>
      <p:sp>
        <p:nvSpPr>
          <p:cNvPr id="69" name="Flowchart: Connector 68">
            <a:extLst>
              <a:ext uri="{FF2B5EF4-FFF2-40B4-BE49-F238E27FC236}">
                <a16:creationId xmlns:a16="http://schemas.microsoft.com/office/drawing/2014/main" id="{E70ADA82-CA77-2885-52C8-64C1F4E32E1C}"/>
              </a:ext>
            </a:extLst>
          </p:cNvPr>
          <p:cNvSpPr>
            <a:spLocks noChangeAspect="1"/>
          </p:cNvSpPr>
          <p:nvPr/>
        </p:nvSpPr>
        <p:spPr bwMode="auto">
          <a:xfrm>
            <a:off x="7780742" y="4363121"/>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sz="1400">
                <a:solidFill>
                  <a:srgbClr val="FFFFFF"/>
                </a:solidFill>
                <a:ea typeface="Segoe UI" pitchFamily="34" charset="0"/>
                <a:cs typeface="Segoe UI" pitchFamily="34" charset="0"/>
              </a:rPr>
              <a:t>1</a:t>
            </a:r>
          </a:p>
        </p:txBody>
      </p:sp>
      <p:sp>
        <p:nvSpPr>
          <p:cNvPr id="70" name="Rectangle: Rounded Corners 6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7FE846A4-2760-6F9C-8F8F-C12260615A16}"/>
              </a:ext>
              <a:ext uri="{C183D7F6-B498-43B3-948B-1728B52AA6E4}">
                <adec:decorative xmlns:adec="http://schemas.microsoft.com/office/drawing/2017/decorative" val="0"/>
              </a:ext>
            </a:extLst>
          </p:cNvPr>
          <p:cNvSpPr/>
          <p:nvPr/>
        </p:nvSpPr>
        <p:spPr bwMode="auto">
          <a:xfrm>
            <a:off x="5194130" y="1041160"/>
            <a:ext cx="2255271" cy="935818"/>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r>
              <a:rPr lang="en-US" sz="1400" b="1">
                <a:solidFill>
                  <a:schemeClr val="tx1"/>
                </a:solidFill>
                <a:latin typeface="Segoe Sans Text"/>
                <a:cs typeface="Segoe Sans Text" pitchFamily="2" charset="0"/>
              </a:rPr>
              <a:t>Thread</a:t>
            </a:r>
          </a:p>
          <a:p>
            <a:pPr defTabSz="932472" fontAlgn="base">
              <a:spcBef>
                <a:spcPct val="0"/>
              </a:spcBef>
              <a:spcAft>
                <a:spcPct val="0"/>
              </a:spcAft>
            </a:pPr>
            <a:r>
              <a:rPr lang="en-US" sz="1400">
                <a:solidFill>
                  <a:schemeClr val="tx1"/>
                </a:solidFill>
                <a:latin typeface="Segoe Sans Text"/>
                <a:cs typeface="Segoe Sans Text" pitchFamily="2" charset="0"/>
              </a:rPr>
              <a:t>Travel Planning</a:t>
            </a: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a:solidFill>
                <a:schemeClr val="tx1"/>
              </a:solidFill>
              <a:latin typeface="Segoe Sans Text"/>
              <a:cs typeface="Segoe Sans Text" pitchFamily="2" charset="0"/>
            </a:endParaRPr>
          </a:p>
        </p:txBody>
      </p:sp>
      <p:cxnSp>
        <p:nvCxnSpPr>
          <p:cNvPr id="71" name="Straight Arrow Connector 70">
            <a:extLst>
              <a:ext uri="{FF2B5EF4-FFF2-40B4-BE49-F238E27FC236}">
                <a16:creationId xmlns:a16="http://schemas.microsoft.com/office/drawing/2014/main" id="{B6AEE657-935A-12B6-33AB-279E8B1C360C}"/>
              </a:ext>
            </a:extLst>
          </p:cNvPr>
          <p:cNvCxnSpPr>
            <a:cxnSpLocks/>
          </p:cNvCxnSpPr>
          <p:nvPr/>
        </p:nvCxnSpPr>
        <p:spPr>
          <a:xfrm flipH="1">
            <a:off x="7301602" y="2948441"/>
            <a:ext cx="4405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D2ED41C-CBC1-3E0A-C05C-D7BAC52DD9FF}"/>
              </a:ext>
            </a:extLst>
          </p:cNvPr>
          <p:cNvCxnSpPr>
            <a:endCxn id="63" idx="0"/>
          </p:cNvCxnSpPr>
          <p:nvPr/>
        </p:nvCxnSpPr>
        <p:spPr>
          <a:xfrm>
            <a:off x="7902387" y="2273260"/>
            <a:ext cx="3398" cy="539846"/>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E804EDE-F4D3-38BD-AAFF-D1808A7C2748}"/>
              </a:ext>
            </a:extLst>
          </p:cNvPr>
          <p:cNvCxnSpPr>
            <a:cxnSpLocks/>
          </p:cNvCxnSpPr>
          <p:nvPr/>
        </p:nvCxnSpPr>
        <p:spPr>
          <a:xfrm flipV="1">
            <a:off x="7314800" y="4511127"/>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0F3DB5F-0DBD-812E-D309-66FF2D69A2F8}"/>
              </a:ext>
            </a:extLst>
          </p:cNvPr>
          <p:cNvCxnSpPr>
            <a:cxnSpLocks/>
          </p:cNvCxnSpPr>
          <p:nvPr/>
        </p:nvCxnSpPr>
        <p:spPr>
          <a:xfrm flipH="1">
            <a:off x="7312887" y="5642262"/>
            <a:ext cx="4405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6D1CF07-90CE-B2B5-1AF2-A260F18CB4D2}"/>
              </a:ext>
            </a:extLst>
          </p:cNvPr>
          <p:cNvCxnSpPr>
            <a:cxnSpLocks/>
          </p:cNvCxnSpPr>
          <p:nvPr/>
        </p:nvCxnSpPr>
        <p:spPr>
          <a:xfrm>
            <a:off x="7923861" y="4646185"/>
            <a:ext cx="0" cy="8639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4F56321-8A6C-4BA5-6E2E-BC2B181F0A5C}"/>
              </a:ext>
            </a:extLst>
          </p:cNvPr>
          <p:cNvCxnSpPr>
            <a:cxnSpLocks/>
          </p:cNvCxnSpPr>
          <p:nvPr/>
        </p:nvCxnSpPr>
        <p:spPr>
          <a:xfrm flipV="1">
            <a:off x="9510633" y="2054435"/>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7" name="Rectangle: Rounded Corners 76"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E44ED896-F6A7-453C-28D3-EF08DC2DB2B9}"/>
              </a:ext>
              <a:ext uri="{C183D7F6-B498-43B3-948B-1728B52AA6E4}">
                <adec:decorative xmlns:adec="http://schemas.microsoft.com/office/drawing/2017/decorative" val="0"/>
              </a:ext>
            </a:extLst>
          </p:cNvPr>
          <p:cNvSpPr/>
          <p:nvPr/>
        </p:nvSpPr>
        <p:spPr bwMode="auto">
          <a:xfrm>
            <a:off x="10219015" y="1765305"/>
            <a:ext cx="1737806"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Trip to New York</a:t>
            </a:r>
          </a:p>
        </p:txBody>
      </p:sp>
      <p:cxnSp>
        <p:nvCxnSpPr>
          <p:cNvPr id="78" name="Straight Arrow Connector 77">
            <a:extLst>
              <a:ext uri="{FF2B5EF4-FFF2-40B4-BE49-F238E27FC236}">
                <a16:creationId xmlns:a16="http://schemas.microsoft.com/office/drawing/2014/main" id="{AB72EFB2-952F-4376-A236-DC4D8B846D24}"/>
              </a:ext>
            </a:extLst>
          </p:cNvPr>
          <p:cNvCxnSpPr>
            <a:cxnSpLocks/>
          </p:cNvCxnSpPr>
          <p:nvPr/>
        </p:nvCxnSpPr>
        <p:spPr>
          <a:xfrm flipV="1">
            <a:off x="9477893" y="4467381"/>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9" name="Rectangle: Rounded Corners 78"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C5A0FB69-AF58-502F-066A-3916A8F045DF}"/>
              </a:ext>
              <a:ext uri="{C183D7F6-B498-43B3-948B-1728B52AA6E4}">
                <adec:decorative xmlns:adec="http://schemas.microsoft.com/office/drawing/2017/decorative" val="0"/>
              </a:ext>
            </a:extLst>
          </p:cNvPr>
          <p:cNvSpPr/>
          <p:nvPr/>
        </p:nvSpPr>
        <p:spPr bwMode="auto">
          <a:xfrm>
            <a:off x="10119702" y="4181534"/>
            <a:ext cx="1864771"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Daily meal allowance</a:t>
            </a:r>
          </a:p>
        </p:txBody>
      </p:sp>
      <p:pic>
        <p:nvPicPr>
          <p:cNvPr id="1026" name="Picture 2" descr="Download - Free web icons">
            <a:extLst>
              <a:ext uri="{FF2B5EF4-FFF2-40B4-BE49-F238E27FC236}">
                <a16:creationId xmlns:a16="http://schemas.microsoft.com/office/drawing/2014/main" id="{D9B1C172-B756-BA45-239E-5EB4ED65C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4304" y="1958665"/>
            <a:ext cx="269421" cy="26942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Download - Free web icons">
            <a:extLst>
              <a:ext uri="{FF2B5EF4-FFF2-40B4-BE49-F238E27FC236}">
                <a16:creationId xmlns:a16="http://schemas.microsoft.com/office/drawing/2014/main" id="{DCB70AC1-9B93-C5F8-FD63-D52DB2D03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1559" y="4363121"/>
            <a:ext cx="269421" cy="269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36792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BA3A-93D2-FC5C-552D-953E4DCC4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8C304-8A97-FEAB-59C4-AA152B258D69}"/>
              </a:ext>
            </a:extLst>
          </p:cNvPr>
          <p:cNvSpPr>
            <a:spLocks noGrp="1"/>
          </p:cNvSpPr>
          <p:nvPr>
            <p:ph type="title"/>
          </p:nvPr>
        </p:nvSpPr>
        <p:spPr/>
        <p:txBody>
          <a:bodyPr/>
          <a:lstStyle/>
          <a:p>
            <a:r>
              <a:rPr lang="en-US"/>
              <a:t>Context is everything</a:t>
            </a:r>
          </a:p>
        </p:txBody>
      </p:sp>
      <p:sp>
        <p:nvSpPr>
          <p:cNvPr id="3" name="Content Placeholder 2">
            <a:extLst>
              <a:ext uri="{FF2B5EF4-FFF2-40B4-BE49-F238E27FC236}">
                <a16:creationId xmlns:a16="http://schemas.microsoft.com/office/drawing/2014/main" id="{F84F96FF-92D9-A0A8-9E8A-9343CCB03310}"/>
              </a:ext>
            </a:extLst>
          </p:cNvPr>
          <p:cNvSpPr>
            <a:spLocks noGrp="1"/>
          </p:cNvSpPr>
          <p:nvPr>
            <p:ph idx="1"/>
          </p:nvPr>
        </p:nvSpPr>
        <p:spPr>
          <a:xfrm>
            <a:off x="1153508" y="1849210"/>
            <a:ext cx="9884984" cy="894721"/>
          </a:xfrm>
        </p:spPr>
        <p:txBody>
          <a:bodyPr>
            <a:noAutofit/>
          </a:bodyPr>
          <a:lstStyle/>
          <a:p>
            <a:pPr marL="0" indent="0">
              <a:buNone/>
            </a:pPr>
            <a:r>
              <a:rPr lang="en-US" sz="2400"/>
              <a:t>The context to an agent is all the inputs that help the agent decide what action it will take next and how it will respond.</a:t>
            </a:r>
          </a:p>
        </p:txBody>
      </p:sp>
      <p:sp>
        <p:nvSpPr>
          <p:cNvPr id="5" name="Content Placeholder 2">
            <a:extLst>
              <a:ext uri="{FF2B5EF4-FFF2-40B4-BE49-F238E27FC236}">
                <a16:creationId xmlns:a16="http://schemas.microsoft.com/office/drawing/2014/main" id="{7F8B997C-E8D8-E895-D55B-733FECD16AAA}"/>
              </a:ext>
            </a:extLst>
          </p:cNvPr>
          <p:cNvSpPr txBox="1">
            <a:spLocks/>
          </p:cNvSpPr>
          <p:nvPr/>
        </p:nvSpPr>
        <p:spPr>
          <a:xfrm>
            <a:off x="1246474" y="2940887"/>
            <a:ext cx="5684255" cy="2978187"/>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 Overall instructions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 Environment information</a:t>
            </a:r>
          </a:p>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 Domain-specific knowledge </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 Memories from previous conversations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 Past messages in the session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 Tool descriptions, calls, results</a:t>
            </a:r>
          </a:p>
        </p:txBody>
      </p:sp>
      <p:sp>
        <p:nvSpPr>
          <p:cNvPr id="7" name="TextBox 6">
            <a:extLst>
              <a:ext uri="{FF2B5EF4-FFF2-40B4-BE49-F238E27FC236}">
                <a16:creationId xmlns:a16="http://schemas.microsoft.com/office/drawing/2014/main" id="{D4EF811F-E900-6E70-E01B-AC83935082B1}"/>
              </a:ext>
            </a:extLst>
          </p:cNvPr>
          <p:cNvSpPr txBox="1"/>
          <p:nvPr/>
        </p:nvSpPr>
        <p:spPr>
          <a:xfrm>
            <a:off x="11539881" y="3101952"/>
            <a:ext cx="459377"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616161"/>
                </a:solidFill>
                <a:effectLst/>
                <a:uLnTx/>
                <a:uFillTx/>
                <a:latin typeface="-apple-system"/>
                <a:ea typeface="+mn-ea"/>
                <a:cs typeface="+mn-cs"/>
              </a:rPr>
              <a:t>⚙️</a:t>
            </a:r>
            <a:endParaRPr kumimoji="0" lang="en-US" sz="4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Rounded Rectangular Callout 7">
            <a:extLst>
              <a:ext uri="{FF2B5EF4-FFF2-40B4-BE49-F238E27FC236}">
                <a16:creationId xmlns:a16="http://schemas.microsoft.com/office/drawing/2014/main" id="{1658AC26-B70B-21F7-5FE4-477825B542B6}"/>
              </a:ext>
            </a:extLst>
          </p:cNvPr>
          <p:cNvSpPr/>
          <p:nvPr/>
        </p:nvSpPr>
        <p:spPr>
          <a:xfrm>
            <a:off x="6932076" y="2810241"/>
            <a:ext cx="4249271" cy="2196486"/>
          </a:xfrm>
          <a:prstGeom prst="wedgeRoundRectCallout">
            <a:avLst>
              <a:gd name="adj1" fmla="val 54845"/>
              <a:gd name="adj2" fmla="val -22760"/>
              <a:gd name="adj3" fmla="val 16667"/>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You're a friendly weather assistant.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Today's date is Feb 25, 2026.</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There is an emergency alert today for CA citizens due to wildfire risk.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The current user lives in California.</a:t>
            </a:r>
          </a:p>
        </p:txBody>
      </p:sp>
      <p:sp>
        <p:nvSpPr>
          <p:cNvPr id="16" name="Rounded Rectangular Callout 15">
            <a:extLst>
              <a:ext uri="{FF2B5EF4-FFF2-40B4-BE49-F238E27FC236}">
                <a16:creationId xmlns:a16="http://schemas.microsoft.com/office/drawing/2014/main" id="{6AF96574-09EB-842B-5D90-889B4A6BB548}"/>
              </a:ext>
            </a:extLst>
          </p:cNvPr>
          <p:cNvSpPr/>
          <p:nvPr/>
        </p:nvSpPr>
        <p:spPr>
          <a:xfrm>
            <a:off x="6932075" y="5076148"/>
            <a:ext cx="4249271" cy="339003"/>
          </a:xfrm>
          <a:prstGeom prst="wedgeRoundRectCallout">
            <a:avLst>
              <a:gd name="adj1" fmla="val 52865"/>
              <a:gd name="adj2" fmla="val -26662"/>
              <a:gd name="adj3" fmla="val 16667"/>
            </a:avLst>
          </a:prstGeom>
          <a:solidFill>
            <a:srgbClr val="45698B"/>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110004020202020204"/>
                <a:ea typeface="+mn-ea"/>
                <a:cs typeface="+mn-cs"/>
              </a:rPr>
              <a:t>Weather in Tokyo?</a:t>
            </a:r>
          </a:p>
        </p:txBody>
      </p:sp>
      <p:sp>
        <p:nvSpPr>
          <p:cNvPr id="17" name="TextBox 16">
            <a:extLst>
              <a:ext uri="{FF2B5EF4-FFF2-40B4-BE49-F238E27FC236}">
                <a16:creationId xmlns:a16="http://schemas.microsoft.com/office/drawing/2014/main" id="{1791FF33-89FB-B334-6E25-147107415428}"/>
              </a:ext>
            </a:extLst>
          </p:cNvPr>
          <p:cNvSpPr txBox="1"/>
          <p:nvPr/>
        </p:nvSpPr>
        <p:spPr>
          <a:xfrm>
            <a:off x="11320640" y="4951464"/>
            <a:ext cx="424543"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srgbClr val="616161"/>
                </a:solidFill>
                <a:effectLst/>
                <a:uLnTx/>
                <a:uFillTx/>
                <a:latin typeface="-apple-system"/>
                <a:ea typeface="+mn-ea"/>
                <a:cs typeface="+mn-cs"/>
              </a:rPr>
              <a:t>👤</a:t>
            </a:r>
            <a:endParaRPr kumimoji="0" lang="en-US" sz="3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207D251E-05D2-284A-56D4-FC63B912E0A5}"/>
              </a:ext>
            </a:extLst>
          </p:cNvPr>
          <p:cNvSpPr txBox="1"/>
          <p:nvPr/>
        </p:nvSpPr>
        <p:spPr>
          <a:xfrm>
            <a:off x="11370639" y="5938798"/>
            <a:ext cx="381000"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srgbClr val="616161"/>
                </a:solidFill>
                <a:effectLst/>
                <a:uLnTx/>
                <a:uFillTx/>
                <a:latin typeface="-apple-system"/>
                <a:ea typeface="+mn-ea"/>
                <a:cs typeface="+mn-cs"/>
              </a:rPr>
              <a:t>🔧</a:t>
            </a:r>
            <a:endParaRPr kumimoji="0" lang="en-US" sz="3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Rounded Rectangular Callout 18">
            <a:extLst>
              <a:ext uri="{FF2B5EF4-FFF2-40B4-BE49-F238E27FC236}">
                <a16:creationId xmlns:a16="http://schemas.microsoft.com/office/drawing/2014/main" id="{F4EAF802-77DE-7EBB-D942-FD5761866046}"/>
              </a:ext>
            </a:extLst>
          </p:cNvPr>
          <p:cNvSpPr/>
          <p:nvPr/>
        </p:nvSpPr>
        <p:spPr>
          <a:xfrm>
            <a:off x="6919289" y="5543275"/>
            <a:ext cx="4249270" cy="344032"/>
          </a:xfrm>
          <a:prstGeom prst="wedgeRoundRectCallout">
            <a:avLst>
              <a:gd name="adj1" fmla="val 52443"/>
              <a:gd name="adj2" fmla="val -24802"/>
              <a:gd name="adj3" fmla="val 1666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110004020202020204"/>
                <a:ea typeface="+mn-ea"/>
                <a:cs typeface="+mn-cs"/>
              </a:rPr>
              <a:t>get_weather("Tokyo")</a:t>
            </a:r>
          </a:p>
        </p:txBody>
      </p:sp>
      <p:sp>
        <p:nvSpPr>
          <p:cNvPr id="20" name="Rounded Rectangular Callout 19">
            <a:extLst>
              <a:ext uri="{FF2B5EF4-FFF2-40B4-BE49-F238E27FC236}">
                <a16:creationId xmlns:a16="http://schemas.microsoft.com/office/drawing/2014/main" id="{D80FF8BF-7488-1B4F-798D-5DA952C5CC08}"/>
              </a:ext>
            </a:extLst>
          </p:cNvPr>
          <p:cNvSpPr/>
          <p:nvPr/>
        </p:nvSpPr>
        <p:spPr>
          <a:xfrm>
            <a:off x="6919289" y="5956728"/>
            <a:ext cx="4249270" cy="363021"/>
          </a:xfrm>
          <a:prstGeom prst="wedgeRoundRectCallout">
            <a:avLst>
              <a:gd name="adj1" fmla="val 52865"/>
              <a:gd name="adj2" fmla="val -22942"/>
              <a:gd name="adj3" fmla="val 16667"/>
            </a:avLst>
          </a:prstGeom>
          <a:solidFill>
            <a:srgbClr val="CAEDF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Sunny, 25°C</a:t>
            </a:r>
          </a:p>
        </p:txBody>
      </p:sp>
      <p:sp>
        <p:nvSpPr>
          <p:cNvPr id="21" name="Rounded Rectangular Callout 20">
            <a:extLst>
              <a:ext uri="{FF2B5EF4-FFF2-40B4-BE49-F238E27FC236}">
                <a16:creationId xmlns:a16="http://schemas.microsoft.com/office/drawing/2014/main" id="{051355CD-EBC7-12F6-AA33-DA816CA4AF0B}"/>
              </a:ext>
            </a:extLst>
          </p:cNvPr>
          <p:cNvSpPr/>
          <p:nvPr/>
        </p:nvSpPr>
        <p:spPr>
          <a:xfrm>
            <a:off x="6930729" y="6432223"/>
            <a:ext cx="4249269" cy="363021"/>
          </a:xfrm>
          <a:prstGeom prst="wedgeRoundRectCallout">
            <a:avLst>
              <a:gd name="adj1" fmla="val 51810"/>
              <a:gd name="adj2" fmla="val -24803"/>
              <a:gd name="adj3" fmla="val 1666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110004020202020204"/>
                <a:ea typeface="+mn-ea"/>
                <a:cs typeface="+mn-cs"/>
              </a:rPr>
              <a:t>It's sunny in Tokyo at 25°C </a:t>
            </a:r>
          </a:p>
        </p:txBody>
      </p:sp>
      <p:sp>
        <p:nvSpPr>
          <p:cNvPr id="22" name="Rectangle 21">
            <a:extLst>
              <a:ext uri="{FF2B5EF4-FFF2-40B4-BE49-F238E27FC236}">
                <a16:creationId xmlns:a16="http://schemas.microsoft.com/office/drawing/2014/main" id="{AD53DAEE-809B-5C15-E20C-AD527B8F64BC}"/>
              </a:ext>
            </a:extLst>
          </p:cNvPr>
          <p:cNvSpPr/>
          <p:nvPr/>
        </p:nvSpPr>
        <p:spPr bwMode="auto">
          <a:xfrm>
            <a:off x="11315258" y="5438950"/>
            <a:ext cx="684000" cy="443561"/>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LLM</a:t>
            </a:r>
          </a:p>
        </p:txBody>
      </p:sp>
      <p:sp>
        <p:nvSpPr>
          <p:cNvPr id="23" name="Rectangle 22">
            <a:extLst>
              <a:ext uri="{FF2B5EF4-FFF2-40B4-BE49-F238E27FC236}">
                <a16:creationId xmlns:a16="http://schemas.microsoft.com/office/drawing/2014/main" id="{8E6E8AB4-D438-A433-668B-1AD5AC839054}"/>
              </a:ext>
            </a:extLst>
          </p:cNvPr>
          <p:cNvSpPr/>
          <p:nvPr/>
        </p:nvSpPr>
        <p:spPr bwMode="auto">
          <a:xfrm>
            <a:off x="11315258" y="6362121"/>
            <a:ext cx="684000" cy="443561"/>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LLM</a:t>
            </a:r>
          </a:p>
        </p:txBody>
      </p:sp>
      <p:cxnSp>
        <p:nvCxnSpPr>
          <p:cNvPr id="25" name="Straight Connector 24">
            <a:extLst>
              <a:ext uri="{FF2B5EF4-FFF2-40B4-BE49-F238E27FC236}">
                <a16:creationId xmlns:a16="http://schemas.microsoft.com/office/drawing/2014/main" id="{B86BAA52-C360-34BE-F3AF-323F5F84B948}"/>
              </a:ext>
            </a:extLst>
          </p:cNvPr>
          <p:cNvCxnSpPr>
            <a:cxnSpLocks/>
          </p:cNvCxnSpPr>
          <p:nvPr/>
        </p:nvCxnSpPr>
        <p:spPr>
          <a:xfrm>
            <a:off x="4159624" y="3191435"/>
            <a:ext cx="2671482" cy="0"/>
          </a:xfrm>
          <a:prstGeom prst="line">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ED597D7-9F95-4C61-B52F-9205AF44CAE2}"/>
              </a:ext>
            </a:extLst>
          </p:cNvPr>
          <p:cNvCxnSpPr>
            <a:cxnSpLocks/>
          </p:cNvCxnSpPr>
          <p:nvPr/>
        </p:nvCxnSpPr>
        <p:spPr>
          <a:xfrm>
            <a:off x="4780574" y="3562529"/>
            <a:ext cx="2050532" cy="0"/>
          </a:xfrm>
          <a:prstGeom prst="line">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946C1C1-3E50-0336-5EA5-184EEDDA5E9F}"/>
              </a:ext>
            </a:extLst>
          </p:cNvPr>
          <p:cNvCxnSpPr>
            <a:cxnSpLocks/>
          </p:cNvCxnSpPr>
          <p:nvPr/>
        </p:nvCxnSpPr>
        <p:spPr>
          <a:xfrm>
            <a:off x="5070734" y="4031020"/>
            <a:ext cx="1760372" cy="0"/>
          </a:xfrm>
          <a:prstGeom prst="line">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8B446EA-81CD-21BB-BF8A-90AFCEE14B58}"/>
              </a:ext>
            </a:extLst>
          </p:cNvPr>
          <p:cNvCxnSpPr>
            <a:cxnSpLocks/>
          </p:cNvCxnSpPr>
          <p:nvPr/>
        </p:nvCxnSpPr>
        <p:spPr>
          <a:xfrm>
            <a:off x="6409085" y="4749280"/>
            <a:ext cx="422020" cy="0"/>
          </a:xfrm>
          <a:prstGeom prst="line">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DC0EF22-431C-EEAB-01D5-41B97B039232}"/>
              </a:ext>
            </a:extLst>
          </p:cNvPr>
          <p:cNvCxnSpPr>
            <a:cxnSpLocks/>
          </p:cNvCxnSpPr>
          <p:nvPr/>
        </p:nvCxnSpPr>
        <p:spPr>
          <a:xfrm>
            <a:off x="5278582" y="5266155"/>
            <a:ext cx="1552524" cy="0"/>
          </a:xfrm>
          <a:prstGeom prst="line">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11C1E17-B92F-AAA5-DEAE-28B709AA7F02}"/>
              </a:ext>
            </a:extLst>
          </p:cNvPr>
          <p:cNvCxnSpPr>
            <a:cxnSpLocks/>
          </p:cNvCxnSpPr>
          <p:nvPr/>
        </p:nvCxnSpPr>
        <p:spPr>
          <a:xfrm>
            <a:off x="5495365" y="5715291"/>
            <a:ext cx="1335740" cy="0"/>
          </a:xfrm>
          <a:prstGeom prst="line">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5362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3342E-F689-E83D-4213-B73FBBBEE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9F63F-95D4-1DD6-675C-5323768AA68B}"/>
              </a:ext>
            </a:extLst>
          </p:cNvPr>
          <p:cNvSpPr>
            <a:spLocks noGrp="1"/>
          </p:cNvSpPr>
          <p:nvPr>
            <p:ph type="title"/>
          </p:nvPr>
        </p:nvSpPr>
        <p:spPr/>
        <p:txBody>
          <a:bodyPr/>
          <a:lstStyle/>
          <a:p>
            <a:r>
              <a:rPr lang="en-US"/>
              <a:t>Memory</a:t>
            </a:r>
          </a:p>
        </p:txBody>
      </p:sp>
      <p:sp>
        <p:nvSpPr>
          <p:cNvPr id="3" name="Content Placeholder 2">
            <a:extLst>
              <a:ext uri="{FF2B5EF4-FFF2-40B4-BE49-F238E27FC236}">
                <a16:creationId xmlns:a16="http://schemas.microsoft.com/office/drawing/2014/main" id="{FCB0E02C-41D6-3D19-7CBD-CE29CB58F840}"/>
              </a:ext>
            </a:extLst>
          </p:cNvPr>
          <p:cNvSpPr>
            <a:spLocks noGrp="1"/>
          </p:cNvSpPr>
          <p:nvPr>
            <p:ph idx="1"/>
          </p:nvPr>
        </p:nvSpPr>
        <p:spPr>
          <a:xfrm>
            <a:off x="1049416" y="2751913"/>
            <a:ext cx="3853510" cy="3335373"/>
          </a:xfrm>
        </p:spPr>
        <p:txBody>
          <a:bodyPr>
            <a:normAutofit/>
          </a:bodyPr>
          <a:lstStyle/>
          <a:p>
            <a:pPr marL="0" indent="0">
              <a:buNone/>
            </a:pPr>
            <a:r>
              <a:rPr lang="en-US" b="1"/>
              <a:t>Session</a:t>
            </a:r>
            <a:endParaRPr lang="en-US"/>
          </a:p>
          <a:p>
            <a:r>
              <a:rPr lang="en-US" sz="2200"/>
              <a:t>Within conversation, just messages and tool calls</a:t>
            </a:r>
          </a:p>
          <a:p>
            <a:r>
              <a:rPr lang="en-US" sz="2200"/>
              <a:t>Can be stored in-memory OR persisted to a database to restore conversation later </a:t>
            </a:r>
          </a:p>
          <a:p>
            <a:r>
              <a:rPr lang="en-US" sz="2200"/>
              <a:t>May require truncation or summarization </a:t>
            </a:r>
          </a:p>
        </p:txBody>
      </p:sp>
      <p:sp>
        <p:nvSpPr>
          <p:cNvPr id="6" name="Content Placeholder 2">
            <a:extLst>
              <a:ext uri="{FF2B5EF4-FFF2-40B4-BE49-F238E27FC236}">
                <a16:creationId xmlns:a16="http://schemas.microsoft.com/office/drawing/2014/main" id="{8A01FEA4-2152-C4D5-8F13-ED60A330EAA6}"/>
              </a:ext>
            </a:extLst>
          </p:cNvPr>
          <p:cNvSpPr txBox="1">
            <a:spLocks/>
          </p:cNvSpPr>
          <p:nvPr/>
        </p:nvSpPr>
        <p:spPr>
          <a:xfrm>
            <a:off x="8786949" y="2751913"/>
            <a:ext cx="3283131" cy="30945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prstClr val="black"/>
                </a:solidFill>
                <a:effectLst/>
                <a:uLnTx/>
                <a:uFillTx/>
                <a:latin typeface="Aptos" panose="02110004020202020204"/>
                <a:ea typeface="+mn-ea"/>
                <a:cs typeface="+mn-cs"/>
              </a:rPr>
              <a:t>Dynamic memory</a:t>
            </a:r>
            <a:endParaRPr kumimoji="0" lang="en-US" sz="28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Must be stored in a persistent database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Retrieve memories, optionally using search to find most relevant</a:t>
            </a:r>
          </a:p>
        </p:txBody>
      </p:sp>
      <p:sp>
        <p:nvSpPr>
          <p:cNvPr id="4" name="Content Placeholder 2">
            <a:extLst>
              <a:ext uri="{FF2B5EF4-FFF2-40B4-BE49-F238E27FC236}">
                <a16:creationId xmlns:a16="http://schemas.microsoft.com/office/drawing/2014/main" id="{B8CBFEB6-044B-1143-6187-85333BB3CF6B}"/>
              </a:ext>
            </a:extLst>
          </p:cNvPr>
          <p:cNvSpPr txBox="1">
            <a:spLocks/>
          </p:cNvSpPr>
          <p:nvPr/>
        </p:nvSpPr>
        <p:spPr>
          <a:xfrm>
            <a:off x="5120640" y="2751913"/>
            <a:ext cx="357922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prstClr val="black"/>
                </a:solidFill>
                <a:effectLst/>
                <a:uLnTx/>
                <a:uFillTx/>
                <a:latin typeface="Aptos" panose="02110004020202020204"/>
                <a:ea typeface="+mn-ea"/>
                <a:cs typeface="+mn-cs"/>
              </a:rPr>
              <a:t>Chat history</a:t>
            </a:r>
            <a:endParaRPr kumimoji="0" lang="en-US" sz="22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Must be stored in a persistent database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Across conversations, typically tied to user ID</a:t>
            </a:r>
          </a:p>
        </p:txBody>
      </p:sp>
      <p:cxnSp>
        <p:nvCxnSpPr>
          <p:cNvPr id="7" name="Straight Arrow Connector 6">
            <a:extLst>
              <a:ext uri="{FF2B5EF4-FFF2-40B4-BE49-F238E27FC236}">
                <a16:creationId xmlns:a16="http://schemas.microsoft.com/office/drawing/2014/main" id="{8161F619-2861-3AC6-88D5-DDCA113222FA}"/>
              </a:ext>
            </a:extLst>
          </p:cNvPr>
          <p:cNvCxnSpPr/>
          <p:nvPr/>
        </p:nvCxnSpPr>
        <p:spPr>
          <a:xfrm>
            <a:off x="1181115" y="2412274"/>
            <a:ext cx="10650583"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824C27F-41E6-9A7E-9507-BB5F30008806}"/>
              </a:ext>
            </a:extLst>
          </p:cNvPr>
          <p:cNvSpPr txBox="1"/>
          <p:nvPr/>
        </p:nvSpPr>
        <p:spPr>
          <a:xfrm>
            <a:off x="1181115" y="6245853"/>
            <a:ext cx="1160035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https://learn.microsoft.com/agent-framework/user-guide/agents/agent-memory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A20CF7E7-A0D4-3B52-4493-29DE4292F1BF}"/>
              </a:ext>
            </a:extLst>
          </p:cNvPr>
          <p:cNvSpPr txBox="1"/>
          <p:nvPr/>
        </p:nvSpPr>
        <p:spPr>
          <a:xfrm>
            <a:off x="1181115" y="1661542"/>
            <a:ext cx="2589696" cy="6539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Can LLM remember past messages?</a:t>
            </a:r>
          </a:p>
        </p:txBody>
      </p:sp>
      <p:sp>
        <p:nvSpPr>
          <p:cNvPr id="12" name="TextBox 11">
            <a:extLst>
              <a:ext uri="{FF2B5EF4-FFF2-40B4-BE49-F238E27FC236}">
                <a16:creationId xmlns:a16="http://schemas.microsoft.com/office/drawing/2014/main" id="{FE66D901-E9C8-D4DC-7CAA-476990DBFC66}"/>
              </a:ext>
            </a:extLst>
          </p:cNvPr>
          <p:cNvSpPr txBox="1"/>
          <p:nvPr/>
        </p:nvSpPr>
        <p:spPr>
          <a:xfrm>
            <a:off x="5120640" y="1682194"/>
            <a:ext cx="2589696" cy="6539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Can app remember past conversations?</a:t>
            </a:r>
          </a:p>
        </p:txBody>
      </p:sp>
      <p:sp>
        <p:nvSpPr>
          <p:cNvPr id="13" name="TextBox 12">
            <a:extLst>
              <a:ext uri="{FF2B5EF4-FFF2-40B4-BE49-F238E27FC236}">
                <a16:creationId xmlns:a16="http://schemas.microsoft.com/office/drawing/2014/main" id="{92A72643-1F42-267F-2E93-414FB2EF33B7}"/>
              </a:ext>
            </a:extLst>
          </p:cNvPr>
          <p:cNvSpPr txBox="1"/>
          <p:nvPr/>
        </p:nvSpPr>
        <p:spPr>
          <a:xfrm>
            <a:off x="8865069" y="1706174"/>
            <a:ext cx="309832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Can LLM remember facts from past conversations?</a:t>
            </a:r>
          </a:p>
        </p:txBody>
      </p:sp>
    </p:spTree>
    <p:extLst>
      <p:ext uri="{BB962C8B-B14F-4D97-AF65-F5344CB8AC3E}">
        <p14:creationId xmlns:p14="http://schemas.microsoft.com/office/powerpoint/2010/main" val="1702031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ES_tradnl" noProof="0"/>
              <a:t>Python + Agents</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512550" cy="873780"/>
          </a:xfrm>
        </p:spPr>
        <p:txBody>
          <a:bodyPr>
            <a:normAutofit fontScale="92500"/>
          </a:bodyPr>
          <a:lstStyle/>
          <a:p>
            <a:r>
              <a:rPr lang="en-US" sz="5400">
                <a:latin typeface="Quire Sans" panose="020B0502040400020003" pitchFamily="34" charset="0"/>
                <a:cs typeface="Quire Sans" panose="020B0502040400020003" pitchFamily="34" charset="0"/>
              </a:rPr>
              <a:t>🧠</a:t>
            </a:r>
            <a:r>
              <a:rPr lang="en-US" sz="5400">
                <a:solidFill>
                  <a:srgbClr val="000000"/>
                </a:solidFill>
                <a:latin typeface="Quire Sans" panose="020B0502040400020003" pitchFamily="34" charset="0"/>
                <a:ea typeface="Segoe UI"/>
                <a:cs typeface="Quire Sans" panose="020B0502040400020003" pitchFamily="34" charset="0"/>
              </a:rPr>
              <a:t> </a:t>
            </a:r>
            <a:r>
              <a:rPr lang="en-US" sz="5200">
                <a:solidFill>
                  <a:srgbClr val="000000"/>
                </a:solidFill>
                <a:ea typeface="Segoe UI"/>
                <a:cs typeface="Segoe UI"/>
              </a:rPr>
              <a:t>Adding context and memory to agents</a:t>
            </a:r>
            <a:endParaRPr lang="es-ES_tradnl" sz="5200" noProof="0"/>
          </a:p>
        </p:txBody>
      </p:sp>
      <p:sp>
        <p:nvSpPr>
          <p:cNvPr id="5" name="TextBox 4">
            <a:extLst>
              <a:ext uri="{FF2B5EF4-FFF2-40B4-BE49-F238E27FC236}">
                <a16:creationId xmlns:a16="http://schemas.microsoft.com/office/drawing/2014/main" id="{DFACB71E-6545-DC1C-8325-BF2AE36EB32D}"/>
              </a:ext>
            </a:extLst>
          </p:cNvPr>
          <p:cNvSpPr txBox="1"/>
          <p:nvPr/>
        </p:nvSpPr>
        <p:spPr>
          <a:xfrm>
            <a:off x="844549" y="3724673"/>
            <a:ext cx="8457105" cy="1015663"/>
          </a:xfrm>
          <a:prstGeom prst="rect">
            <a:avLst/>
          </a:prstGeom>
          <a:noFill/>
        </p:spPr>
        <p:txBody>
          <a:bodyPr wrap="square">
            <a:spAutoFit/>
          </a:bodyPr>
          <a:lstStyle/>
          <a:p>
            <a:pPr lvl="0">
              <a:defRPr/>
            </a:pP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3"/>
              </a:rPr>
              <a:t>aka.ms/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3"/>
              </a:rPr>
              <a:t>pythonagents</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3"/>
              </a:rPr>
              <a:t>/slides/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3"/>
              </a:rPr>
              <a:t>contextmemory</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rPr>
              <a:t> </a:t>
            </a:r>
            <a:r>
              <a:rPr lang="en-US" sz="3000" dirty="0"/>
              <a:t>– Find more info here</a:t>
            </a:r>
            <a:endPar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6346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3CBF8-9197-C338-F234-749795F4852D}"/>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01925D56-C6C3-769B-3457-7F2E6F9DA3E0}"/>
              </a:ext>
            </a:extLst>
          </p:cNvPr>
          <p:cNvSpPr/>
          <p:nvPr/>
        </p:nvSpPr>
        <p:spPr>
          <a:xfrm>
            <a:off x="1241821" y="3246354"/>
            <a:ext cx="3066021" cy="1136884"/>
          </a:xfrm>
          <a:prstGeom prst="rect">
            <a:avLst/>
          </a:prstGeom>
          <a:solidFill>
            <a:srgbClr val="5982DB">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BFCC69C-2BDE-8522-52DE-7D9821A1AEC1}"/>
              </a:ext>
            </a:extLst>
          </p:cNvPr>
          <p:cNvSpPr>
            <a:spLocks noGrp="1"/>
          </p:cNvSpPr>
          <p:nvPr>
            <p:ph type="title"/>
          </p:nvPr>
        </p:nvSpPr>
        <p:spPr/>
        <p:txBody>
          <a:bodyPr/>
          <a:lstStyle/>
          <a:p>
            <a:r>
              <a:rPr lang="en-US"/>
              <a:t>Observability with OpenTelemetry (OTel)</a:t>
            </a:r>
          </a:p>
        </p:txBody>
      </p:sp>
      <p:sp>
        <p:nvSpPr>
          <p:cNvPr id="3" name="Content Placeholder 4">
            <a:extLst>
              <a:ext uri="{FF2B5EF4-FFF2-40B4-BE49-F238E27FC236}">
                <a16:creationId xmlns:a16="http://schemas.microsoft.com/office/drawing/2014/main" id="{B1E0DAAE-C0CC-C7C4-7738-01F1FE8A811B}"/>
              </a:ext>
            </a:extLst>
          </p:cNvPr>
          <p:cNvSpPr txBox="1">
            <a:spLocks/>
          </p:cNvSpPr>
          <p:nvPr/>
        </p:nvSpPr>
        <p:spPr>
          <a:xfrm>
            <a:off x="1049416" y="1676453"/>
            <a:ext cx="11234024" cy="7860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t"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OTel standardizes how applications emit traces, metrics, and logs — making debugging and performance analysis consistent across languages and vendors.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Rectangle: Rounded Corners 32">
            <a:extLst>
              <a:ext uri="{FF2B5EF4-FFF2-40B4-BE49-F238E27FC236}">
                <a16:creationId xmlns:a16="http://schemas.microsoft.com/office/drawing/2014/main" id="{EDE95E0E-5F58-F20C-6C29-4B4A72F20809}"/>
              </a:ext>
            </a:extLst>
          </p:cNvPr>
          <p:cNvSpPr/>
          <p:nvPr/>
        </p:nvSpPr>
        <p:spPr>
          <a:xfrm>
            <a:off x="1139581" y="2585456"/>
            <a:ext cx="3300339" cy="3797862"/>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Rounded Corners 32">
            <a:extLst>
              <a:ext uri="{FF2B5EF4-FFF2-40B4-BE49-F238E27FC236}">
                <a16:creationId xmlns:a16="http://schemas.microsoft.com/office/drawing/2014/main" id="{EFE14E2A-1596-25DE-3653-96DAF8D47D70}"/>
              </a:ext>
            </a:extLst>
          </p:cNvPr>
          <p:cNvSpPr/>
          <p:nvPr/>
        </p:nvSpPr>
        <p:spPr>
          <a:xfrm>
            <a:off x="4693920" y="2585456"/>
            <a:ext cx="3300339" cy="3797862"/>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Rounded Corners 32">
            <a:extLst>
              <a:ext uri="{FF2B5EF4-FFF2-40B4-BE49-F238E27FC236}">
                <a16:creationId xmlns:a16="http://schemas.microsoft.com/office/drawing/2014/main" id="{6BC04860-5ECC-4596-874B-BD86A4050CAD}"/>
              </a:ext>
            </a:extLst>
          </p:cNvPr>
          <p:cNvSpPr/>
          <p:nvPr/>
        </p:nvSpPr>
        <p:spPr>
          <a:xfrm>
            <a:off x="8246501" y="2585456"/>
            <a:ext cx="3716897" cy="3797862"/>
          </a:xfrm>
          <a:prstGeom prst="roundRect">
            <a:avLst/>
          </a:prstGeom>
          <a:noFill/>
          <a:ln>
            <a:solidFill>
              <a:srgbClr val="D797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9F95821E-E511-FE55-6414-D6C62C4F09E3}"/>
              </a:ext>
            </a:extLst>
          </p:cNvPr>
          <p:cNvSpPr txBox="1"/>
          <p:nvPr/>
        </p:nvSpPr>
        <p:spPr>
          <a:xfrm>
            <a:off x="1139581" y="2784689"/>
            <a:ext cx="330033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Traces</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A465843B-0902-4A16-9EAF-5CFAAEF0A5C4}"/>
              </a:ext>
            </a:extLst>
          </p:cNvPr>
          <p:cNvSpPr txBox="1"/>
          <p:nvPr/>
        </p:nvSpPr>
        <p:spPr>
          <a:xfrm>
            <a:off x="4693920" y="2784689"/>
            <a:ext cx="330033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Metrics</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C2DEE21E-5C8D-CD5A-AAFA-DEF5BABF31AC}"/>
              </a:ext>
            </a:extLst>
          </p:cNvPr>
          <p:cNvSpPr txBox="1"/>
          <p:nvPr/>
        </p:nvSpPr>
        <p:spPr>
          <a:xfrm>
            <a:off x="8246501" y="2784689"/>
            <a:ext cx="371689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Logs</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580B1FD9-B7AA-8B6E-B95C-DC5703F94FD2}"/>
              </a:ext>
            </a:extLst>
          </p:cNvPr>
          <p:cNvSpPr txBox="1"/>
          <p:nvPr/>
        </p:nvSpPr>
        <p:spPr>
          <a:xfrm>
            <a:off x="1174213" y="4702144"/>
            <a:ext cx="3300339" cy="1477328"/>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Operations composed of </a:t>
            </a:r>
            <a:r>
              <a:rPr kumimoji="0" lang="en-US" sz="1800" b="1" i="0" u="none" strike="noStrike" kern="1200" cap="none" spc="0" normalizeH="0" baseline="0" noProof="0">
                <a:ln>
                  <a:noFill/>
                </a:ln>
                <a:solidFill>
                  <a:prstClr val="black"/>
                </a:solidFill>
                <a:effectLst/>
                <a:uLnTx/>
                <a:uFillTx/>
                <a:latin typeface="Aptos" panose="02110004020202020204"/>
                <a:ea typeface="+mn-ea"/>
                <a:cs typeface="+mn-cs"/>
              </a:rPr>
              <a:t>spans</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that show how a request moves through services, including timing, dependencies, and context propagation.”</a:t>
            </a:r>
          </a:p>
        </p:txBody>
      </p:sp>
      <p:sp>
        <p:nvSpPr>
          <p:cNvPr id="17" name="TextBox 16">
            <a:extLst>
              <a:ext uri="{FF2B5EF4-FFF2-40B4-BE49-F238E27FC236}">
                <a16:creationId xmlns:a16="http://schemas.microsoft.com/office/drawing/2014/main" id="{67AAFC45-1152-1E4B-4EC5-8A42DB08CC77}"/>
              </a:ext>
            </a:extLst>
          </p:cNvPr>
          <p:cNvSpPr txBox="1"/>
          <p:nvPr/>
        </p:nvSpPr>
        <p:spPr>
          <a:xfrm>
            <a:off x="4728552" y="4736579"/>
            <a:ext cx="326570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Numeric measurements such as CPU usage, request counts, latency, error rates, or any custom app metric.</a:t>
            </a:r>
          </a:p>
        </p:txBody>
      </p:sp>
      <p:sp>
        <p:nvSpPr>
          <p:cNvPr id="19" name="TextBox 18">
            <a:extLst>
              <a:ext uri="{FF2B5EF4-FFF2-40B4-BE49-F238E27FC236}">
                <a16:creationId xmlns:a16="http://schemas.microsoft.com/office/drawing/2014/main" id="{ABA9F8CF-0B2A-1340-6045-342DA731E39B}"/>
              </a:ext>
            </a:extLst>
          </p:cNvPr>
          <p:cNvSpPr txBox="1"/>
          <p:nvPr/>
        </p:nvSpPr>
        <p:spPr>
          <a:xfrm>
            <a:off x="8352856" y="4724199"/>
            <a:ext cx="358006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Structured log records with message, severity, time stamp,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and contextual attributes.</a:t>
            </a:r>
          </a:p>
        </p:txBody>
      </p:sp>
      <p:cxnSp>
        <p:nvCxnSpPr>
          <p:cNvPr id="22" name="Straight Arrow Connector 21">
            <a:extLst>
              <a:ext uri="{FF2B5EF4-FFF2-40B4-BE49-F238E27FC236}">
                <a16:creationId xmlns:a16="http://schemas.microsoft.com/office/drawing/2014/main" id="{32C8FD1E-3BC3-D968-652A-044F5B18F0E6}"/>
              </a:ext>
            </a:extLst>
          </p:cNvPr>
          <p:cNvCxnSpPr>
            <a:cxnSpLocks/>
          </p:cNvCxnSpPr>
          <p:nvPr/>
        </p:nvCxnSpPr>
        <p:spPr>
          <a:xfrm>
            <a:off x="1342938" y="3610876"/>
            <a:ext cx="1174816" cy="0"/>
          </a:xfrm>
          <a:prstGeom prst="straightConnector1">
            <a:avLst/>
          </a:prstGeom>
          <a:ln w="28575" cap="rnd">
            <a:solidFill>
              <a:schemeClr val="tx1"/>
            </a:solidFill>
            <a:headEnd type="non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4932963-D04C-70B9-86FD-C670508BFBF3}"/>
              </a:ext>
            </a:extLst>
          </p:cNvPr>
          <p:cNvCxnSpPr>
            <a:cxnSpLocks/>
          </p:cNvCxnSpPr>
          <p:nvPr/>
        </p:nvCxnSpPr>
        <p:spPr>
          <a:xfrm>
            <a:off x="2162154" y="3610876"/>
            <a:ext cx="1174816" cy="0"/>
          </a:xfrm>
          <a:prstGeom prst="straightConnector1">
            <a:avLst/>
          </a:prstGeom>
          <a:ln w="34925">
            <a:solidFill>
              <a:schemeClr val="tx1"/>
            </a:solidFill>
            <a:headEnd type="non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1F1B77D-9BDF-D56A-C0BC-DEF1302B1ECC}"/>
              </a:ext>
            </a:extLst>
          </p:cNvPr>
          <p:cNvCxnSpPr>
            <a:cxnSpLocks/>
          </p:cNvCxnSpPr>
          <p:nvPr/>
        </p:nvCxnSpPr>
        <p:spPr>
          <a:xfrm>
            <a:off x="3035914" y="3610876"/>
            <a:ext cx="1174816" cy="0"/>
          </a:xfrm>
          <a:prstGeom prst="straightConnector1">
            <a:avLst/>
          </a:prstGeom>
          <a:ln w="31750" cap="rnd">
            <a:solidFill>
              <a:schemeClr val="tx1"/>
            </a:solidFill>
            <a:headEnd type="none" w="lg" len="lg"/>
            <a:tailEnd type="none" w="lg" len="lg"/>
          </a:ln>
        </p:spPr>
        <p:style>
          <a:lnRef idx="2">
            <a:schemeClr val="accent1"/>
          </a:lnRef>
          <a:fillRef idx="0">
            <a:schemeClr val="accent1"/>
          </a:fillRef>
          <a:effectRef idx="1">
            <a:schemeClr val="accent1"/>
          </a:effectRef>
          <a:fontRef idx="minor">
            <a:schemeClr val="tx1"/>
          </a:fontRef>
        </p:style>
      </p:cxnSp>
      <p:sp>
        <p:nvSpPr>
          <p:cNvPr id="25" name="Content Placeholder 4">
            <a:extLst>
              <a:ext uri="{FF2B5EF4-FFF2-40B4-BE49-F238E27FC236}">
                <a16:creationId xmlns:a16="http://schemas.microsoft.com/office/drawing/2014/main" id="{0A283EAD-C41C-D494-C883-682D77E6F76F}"/>
              </a:ext>
            </a:extLst>
          </p:cNvPr>
          <p:cNvSpPr txBox="1">
            <a:spLocks/>
          </p:cNvSpPr>
          <p:nvPr/>
        </p:nvSpPr>
        <p:spPr>
          <a:xfrm>
            <a:off x="1728537" y="3759199"/>
            <a:ext cx="1430633" cy="3525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parent-span</a:t>
            </a:r>
          </a:p>
        </p:txBody>
      </p:sp>
      <p:sp>
        <p:nvSpPr>
          <p:cNvPr id="26" name="Content Placeholder 4">
            <a:extLst>
              <a:ext uri="{FF2B5EF4-FFF2-40B4-BE49-F238E27FC236}">
                <a16:creationId xmlns:a16="http://schemas.microsoft.com/office/drawing/2014/main" id="{2504A81C-A467-F980-24AE-12733F4E7CC4}"/>
              </a:ext>
            </a:extLst>
          </p:cNvPr>
          <p:cNvSpPr txBox="1">
            <a:spLocks/>
          </p:cNvSpPr>
          <p:nvPr/>
        </p:nvSpPr>
        <p:spPr>
          <a:xfrm>
            <a:off x="2048105" y="4030694"/>
            <a:ext cx="1430633" cy="3525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child-span</a:t>
            </a:r>
          </a:p>
        </p:txBody>
      </p:sp>
      <p:cxnSp>
        <p:nvCxnSpPr>
          <p:cNvPr id="27" name="Straight Arrow Connector 26">
            <a:extLst>
              <a:ext uri="{FF2B5EF4-FFF2-40B4-BE49-F238E27FC236}">
                <a16:creationId xmlns:a16="http://schemas.microsoft.com/office/drawing/2014/main" id="{C8B26FF7-4322-6B1E-9C05-0BADC89A426F}"/>
              </a:ext>
            </a:extLst>
          </p:cNvPr>
          <p:cNvCxnSpPr>
            <a:cxnSpLocks/>
          </p:cNvCxnSpPr>
          <p:nvPr/>
        </p:nvCxnSpPr>
        <p:spPr>
          <a:xfrm>
            <a:off x="1930346" y="4191726"/>
            <a:ext cx="178719" cy="0"/>
          </a:xfrm>
          <a:prstGeom prst="straightConnector1">
            <a:avLst/>
          </a:prstGeom>
          <a:ln w="15875" cap="rnd">
            <a:solidFill>
              <a:schemeClr val="tx1"/>
            </a:solidFill>
            <a:headEnd type="none" w="lg" len="lg"/>
            <a:tailEnd type="triangle" w="sm" len="sm"/>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2EA2329-D68C-E2BB-81EA-3EA149AE3A23}"/>
              </a:ext>
            </a:extLst>
          </p:cNvPr>
          <p:cNvCxnSpPr>
            <a:cxnSpLocks/>
          </p:cNvCxnSpPr>
          <p:nvPr/>
        </p:nvCxnSpPr>
        <p:spPr>
          <a:xfrm>
            <a:off x="1926185" y="4039326"/>
            <a:ext cx="0" cy="152400"/>
          </a:xfrm>
          <a:prstGeom prst="straightConnector1">
            <a:avLst/>
          </a:prstGeom>
          <a:ln w="15875" cap="rnd">
            <a:solidFill>
              <a:schemeClr val="tx1"/>
            </a:solidFill>
            <a:headEnd type="none" w="lg" len="lg"/>
            <a:tailEnd type="none" w="sm" len="sm"/>
          </a:ln>
        </p:spPr>
        <p:style>
          <a:lnRef idx="2">
            <a:schemeClr val="accent1"/>
          </a:lnRef>
          <a:fillRef idx="0">
            <a:schemeClr val="accent1"/>
          </a:fillRef>
          <a:effectRef idx="1">
            <a:schemeClr val="accent1"/>
          </a:effectRef>
          <a:fontRef idx="minor">
            <a:schemeClr val="tx1"/>
          </a:fontRef>
        </p:style>
      </p:cxnSp>
      <p:sp>
        <p:nvSpPr>
          <p:cNvPr id="33" name="Content Placeholder 4">
            <a:extLst>
              <a:ext uri="{FF2B5EF4-FFF2-40B4-BE49-F238E27FC236}">
                <a16:creationId xmlns:a16="http://schemas.microsoft.com/office/drawing/2014/main" id="{E03B6A95-16BB-8039-78F5-642D9EE01DCF}"/>
              </a:ext>
            </a:extLst>
          </p:cNvPr>
          <p:cNvSpPr txBox="1">
            <a:spLocks/>
          </p:cNvSpPr>
          <p:nvPr/>
        </p:nvSpPr>
        <p:spPr>
          <a:xfrm>
            <a:off x="1191021" y="3291970"/>
            <a:ext cx="1430633" cy="3525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0ms</a:t>
            </a:r>
          </a:p>
        </p:txBody>
      </p:sp>
      <p:sp>
        <p:nvSpPr>
          <p:cNvPr id="34" name="Content Placeholder 4">
            <a:extLst>
              <a:ext uri="{FF2B5EF4-FFF2-40B4-BE49-F238E27FC236}">
                <a16:creationId xmlns:a16="http://schemas.microsoft.com/office/drawing/2014/main" id="{E9AF971D-6593-4666-FD9E-E8EC2E4474BD}"/>
              </a:ext>
            </a:extLst>
          </p:cNvPr>
          <p:cNvSpPr txBox="1">
            <a:spLocks/>
          </p:cNvSpPr>
          <p:nvPr/>
        </p:nvSpPr>
        <p:spPr>
          <a:xfrm>
            <a:off x="3656505" y="3291970"/>
            <a:ext cx="773593" cy="3525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30ms</a:t>
            </a:r>
          </a:p>
        </p:txBody>
      </p:sp>
      <p:sp>
        <p:nvSpPr>
          <p:cNvPr id="35" name="Content Placeholder 4">
            <a:extLst>
              <a:ext uri="{FF2B5EF4-FFF2-40B4-BE49-F238E27FC236}">
                <a16:creationId xmlns:a16="http://schemas.microsoft.com/office/drawing/2014/main" id="{284CE5BC-C8EC-8640-436D-EC7D317BCBE2}"/>
              </a:ext>
            </a:extLst>
          </p:cNvPr>
          <p:cNvSpPr txBox="1">
            <a:spLocks/>
          </p:cNvSpPr>
          <p:nvPr/>
        </p:nvSpPr>
        <p:spPr>
          <a:xfrm>
            <a:off x="8383337" y="3309241"/>
            <a:ext cx="3473383" cy="1073998"/>
          </a:xfrm>
          <a:prstGeom prst="rect">
            <a:avLst/>
          </a:prstGeom>
          <a:solidFill>
            <a:srgbClr val="FFDF73">
              <a:alpha val="29412"/>
            </a:srgb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INFO: 2025-12-05: Server running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{"region": "westus"}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ERROR: 2025-12-05: User not found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{"user_id": 123}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37" name="Content Placeholder 4">
            <a:extLst>
              <a:ext uri="{FF2B5EF4-FFF2-40B4-BE49-F238E27FC236}">
                <a16:creationId xmlns:a16="http://schemas.microsoft.com/office/drawing/2014/main" id="{887829CC-4385-90D3-5DA4-8E67EC24AEF4}"/>
              </a:ext>
            </a:extLst>
          </p:cNvPr>
          <p:cNvSpPr txBox="1">
            <a:spLocks/>
          </p:cNvSpPr>
          <p:nvPr/>
        </p:nvSpPr>
        <p:spPr>
          <a:xfrm>
            <a:off x="4794558" y="3347219"/>
            <a:ext cx="3085642" cy="1036020"/>
          </a:xfrm>
          <a:prstGeom prst="rect">
            <a:avLst/>
          </a:prstGeom>
          <a:solidFill>
            <a:srgbClr val="92D050">
              <a:alpha val="30196"/>
            </a:srgb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__/‾‾‾ </a:t>
            </a: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cpu_usage: 30%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‾‾\__  </a:t>
            </a: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latency_p95: 43ms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_/‾\__ </a:t>
            </a: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errors: 0.2%</a:t>
            </a:r>
          </a:p>
        </p:txBody>
      </p:sp>
    </p:spTree>
    <p:extLst>
      <p:ext uri="{BB962C8B-B14F-4D97-AF65-F5344CB8AC3E}">
        <p14:creationId xmlns:p14="http://schemas.microsoft.com/office/powerpoint/2010/main" val="25607779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E4A15-6415-CC66-E2E8-C3A1F3B8F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674B3-99F0-1D48-9EE7-8B6F7E9901A4}"/>
              </a:ext>
            </a:extLst>
          </p:cNvPr>
          <p:cNvSpPr>
            <a:spLocks noGrp="1"/>
          </p:cNvSpPr>
          <p:nvPr>
            <p:ph type="title"/>
          </p:nvPr>
        </p:nvSpPr>
        <p:spPr>
          <a:xfrm>
            <a:off x="1049415" y="458258"/>
            <a:ext cx="11708641" cy="1325563"/>
          </a:xfrm>
        </p:spPr>
        <p:txBody>
          <a:bodyPr/>
          <a:lstStyle/>
          <a:p>
            <a:r>
              <a:rPr lang="en-US"/>
              <a:t>Using OpenTelemetry with Agent Framework</a:t>
            </a:r>
          </a:p>
        </p:txBody>
      </p:sp>
      <p:sp>
        <p:nvSpPr>
          <p:cNvPr id="7" name="Content Placeholder 4">
            <a:extLst>
              <a:ext uri="{FF2B5EF4-FFF2-40B4-BE49-F238E27FC236}">
                <a16:creationId xmlns:a16="http://schemas.microsoft.com/office/drawing/2014/main" id="{7ED8AE85-B5E9-927B-0CF4-C034550D3E26}"/>
              </a:ext>
            </a:extLst>
          </p:cNvPr>
          <p:cNvSpPr txBox="1">
            <a:spLocks/>
          </p:cNvSpPr>
          <p:nvPr/>
        </p:nvSpPr>
        <p:spPr>
          <a:xfrm>
            <a:off x="1205058" y="1710458"/>
            <a:ext cx="10640578" cy="8657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Agent framework has built-in support for generating OpenTelemetry traces.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Set </a:t>
            </a:r>
            <a:r>
              <a:rPr kumimoji="0" lang="en-US" sz="2400" b="0" i="0" u="none" strike="noStrike" kern="1200" cap="none" spc="0" normalizeH="0" baseline="0" noProof="0">
                <a:ln>
                  <a:noFill/>
                </a:ln>
                <a:solidFill>
                  <a:prstClr val="black"/>
                </a:solidFill>
                <a:effectLst/>
                <a:highlight>
                  <a:srgbClr val="C0C0C0"/>
                </a:highlight>
                <a:uLnTx/>
                <a:uFillTx/>
                <a:latin typeface="Consolas" panose="020B0609020204030204" pitchFamily="49" charset="0"/>
                <a:ea typeface="+mn-ea"/>
                <a:cs typeface="Consolas" panose="020B0609020204030204" pitchFamily="49" charset="0"/>
              </a:rPr>
              <a:t>ENABLE_CONSOLE_EXPORTERS=true</a:t>
            </a:r>
            <a:r>
              <a:rPr kumimoji="0" lang="en-US" sz="2400" b="0" i="0" u="none" strike="noStrike" kern="1200" cap="none" spc="0" normalizeH="0" baseline="0" noProof="0">
                <a:ln>
                  <a:noFill/>
                </a:ln>
                <a:solidFill>
                  <a:srgbClr val="000000"/>
                </a:solidFill>
                <a:effectLst/>
                <a:highlight>
                  <a:srgbClr val="C0C0C0"/>
                </a:highlight>
                <a:uLnTx/>
                <a:uFillTx/>
                <a:latin typeface="Aptos" panose="020B0004020202020204" pitchFamily="34" charset="0"/>
                <a:ea typeface="+mn-ea"/>
                <a:cs typeface="Consolas" panose="020B0609020204030204" pitchFamily="49" charset="0"/>
              </a:rPr>
              <a:t> </a:t>
            </a:r>
            <a:r>
              <a:rPr kumimoji="0" lang="en-US" sz="2400" b="0" i="0" u="none" strike="noStrike" kern="1200" cap="none" spc="0" normalizeH="0" baseline="0" noProof="0">
                <a:ln>
                  <a:noFill/>
                </a:ln>
                <a:solidFill>
                  <a:srgbClr val="000000"/>
                </a:solidFill>
                <a:effectLst/>
                <a:uLnTx/>
                <a:uFillTx/>
                <a:latin typeface="Aptos" panose="020B0004020202020204" pitchFamily="34" charset="0"/>
                <a:ea typeface="+mn-ea"/>
                <a:cs typeface="Consolas" panose="020B0609020204030204" pitchFamily="49" charset="0"/>
              </a:rPr>
              <a:t>in environment for console traces.</a:t>
            </a:r>
          </a:p>
        </p:txBody>
      </p:sp>
      <p:sp>
        <p:nvSpPr>
          <p:cNvPr id="3" name="TextBox 2">
            <a:extLst>
              <a:ext uri="{FF2B5EF4-FFF2-40B4-BE49-F238E27FC236}">
                <a16:creationId xmlns:a16="http://schemas.microsoft.com/office/drawing/2014/main" id="{2F483FD8-C6A5-8736-F94F-2BCC0A13204C}"/>
              </a:ext>
            </a:extLst>
          </p:cNvPr>
          <p:cNvSpPr txBox="1"/>
          <p:nvPr/>
        </p:nvSpPr>
        <p:spPr>
          <a:xfrm>
            <a:off x="1303771" y="2740970"/>
            <a:ext cx="10443151" cy="3477875"/>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agent_framework</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observability</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configure_otel_providers</a:t>
            </a: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configure_otel_providers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enable_sensitive_data</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name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"weather-time-agent"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client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instructions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"You're an assistant that can look up weather and time."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tools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get_weather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get_current_time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"What's the weather in Seattle and what time is it in Tokyo?"</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cxnSp>
        <p:nvCxnSpPr>
          <p:cNvPr id="22" name="Straight Arrow Connector 21">
            <a:extLst>
              <a:ext uri="{FF2B5EF4-FFF2-40B4-BE49-F238E27FC236}">
                <a16:creationId xmlns:a16="http://schemas.microsoft.com/office/drawing/2014/main" id="{09480EC1-1484-222E-E6C8-A0F0009E002B}"/>
              </a:ext>
            </a:extLst>
          </p:cNvPr>
          <p:cNvCxnSpPr>
            <a:cxnSpLocks/>
          </p:cNvCxnSpPr>
          <p:nvPr/>
        </p:nvCxnSpPr>
        <p:spPr>
          <a:xfrm flipH="1">
            <a:off x="8801100" y="3533413"/>
            <a:ext cx="3044536" cy="0"/>
          </a:xfrm>
          <a:prstGeom prst="straightConnector1">
            <a:avLst/>
          </a:prstGeom>
          <a:ln w="34925">
            <a:solidFill>
              <a:schemeClr val="tx1"/>
            </a:solidFill>
            <a:headEnd type="none" w="lg" len="lg"/>
            <a:tailEnd type="triangle" w="lg" len="lg"/>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48FD2BF-DFF8-3E38-8A52-81D5FE3B0D5E}"/>
              </a:ext>
            </a:extLst>
          </p:cNvPr>
          <p:cNvSpPr txBox="1"/>
          <p:nvPr/>
        </p:nvSpPr>
        <p:spPr>
          <a:xfrm>
            <a:off x="1205058" y="6295833"/>
            <a:ext cx="652812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sng" strike="noStrike" kern="1200" cap="none" spc="0" normalizeH="0" baseline="0" noProof="0">
                <a:ln>
                  <a:noFill/>
                </a:ln>
                <a:solidFill>
                  <a:srgbClr val="00008B"/>
                </a:solidFill>
                <a:effectLst/>
                <a:uLnTx/>
                <a:uFillTx/>
                <a:latin typeface="Aptos" panose="020B0004020202020204" pitchFamily="34" charset="0"/>
                <a:ea typeface="+mn-ea"/>
                <a:cs typeface="+mn-cs"/>
                <a:hlinkClick r:id="rId2"/>
              </a:rPr>
              <a:t>Full example: agent_otel_aspire.py</a:t>
            </a: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62484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DBF9-E182-903D-D4EC-3537C369A4FB}"/>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BC3B4063-9E38-D6AA-1798-E56AE2160B3E}"/>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Enterprise-ready Foundations</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E8D7F51C-0B42-8A15-16EF-25FC852C2B11}"/>
              </a:ext>
            </a:extLst>
          </p:cNvPr>
          <p:cNvSpPr>
            <a:spLocks noGrp="1"/>
          </p:cNvSpPr>
          <p:nvPr>
            <p:ph type="body" sz="quarter" idx="10"/>
          </p:nvPr>
        </p:nvSpPr>
        <p:spPr>
          <a:xfrm>
            <a:off x="588966" y="2252795"/>
            <a:ext cx="3821670" cy="3847207"/>
          </a:xfrm>
        </p:spPr>
        <p:txBody>
          <a:bodyPr/>
          <a:lstStyle/>
          <a:p>
            <a:r>
              <a:rPr lang="en-US" sz="2000"/>
              <a:t>Built-in guardrails for enterprise scenarios: user approval flows, hooks for content policy, observability via </a:t>
            </a:r>
            <a:r>
              <a:rPr lang="en-US" sz="2000" err="1"/>
              <a:t>OpenTelemetry</a:t>
            </a:r>
            <a:r>
              <a:rPr lang="en-US" sz="2000"/>
              <a:t>, and support for long-running agent execution.</a:t>
            </a:r>
          </a:p>
          <a:p>
            <a:endParaRPr lang="en-US" sz="2000"/>
          </a:p>
          <a:p>
            <a:r>
              <a:rPr lang="en-US" sz="2000"/>
              <a:t>Integrated directly with Azure identity (Microsoft Entra ID), policy enforcement, and content filters, making it safe to embed in enterprise workflows</a:t>
            </a:r>
          </a:p>
        </p:txBody>
      </p:sp>
      <p:cxnSp>
        <p:nvCxnSpPr>
          <p:cNvPr id="2" name="Straight Connector 1">
            <a:extLst>
              <a:ext uri="{FF2B5EF4-FFF2-40B4-BE49-F238E27FC236}">
                <a16:creationId xmlns:a16="http://schemas.microsoft.com/office/drawing/2014/main" id="{7C2F5AEA-C9DF-7285-E36E-A0A735EA5C15}"/>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4098" name="Picture 2" descr="Complete end-to-end transaction of a request">
            <a:extLst>
              <a:ext uri="{FF2B5EF4-FFF2-40B4-BE49-F238E27FC236}">
                <a16:creationId xmlns:a16="http://schemas.microsoft.com/office/drawing/2014/main" id="{0A61CB5D-4E65-6949-A62B-90CD8B46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8949" y="3965449"/>
            <a:ext cx="6506675" cy="27958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ogs and events">
            <a:extLst>
              <a:ext uri="{FF2B5EF4-FFF2-40B4-BE49-F238E27FC236}">
                <a16:creationId xmlns:a16="http://schemas.microsoft.com/office/drawing/2014/main" id="{E3BE5DA1-D214-BC06-68E8-5EDFB206F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8949" y="443635"/>
            <a:ext cx="5971603" cy="31941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5A49F1E-AA58-E921-F7B9-C9AC318EB0DB}"/>
              </a:ext>
            </a:extLst>
          </p:cNvPr>
          <p:cNvSpPr txBox="1"/>
          <p:nvPr/>
        </p:nvSpPr>
        <p:spPr>
          <a:xfrm>
            <a:off x="5211424" y="149423"/>
            <a:ext cx="1952606" cy="307777"/>
          </a:xfrm>
          <a:prstGeom prst="rect">
            <a:avLst/>
          </a:prstGeom>
          <a:noFill/>
        </p:spPr>
        <p:txBody>
          <a:bodyPr wrap="square" rtlCol="0">
            <a:spAutoFit/>
          </a:bodyPr>
          <a:lstStyle/>
          <a:p>
            <a:pPr algn="l"/>
            <a:r>
              <a:rPr lang="en-US" sz="1400" b="1" i="1">
                <a:solidFill>
                  <a:srgbClr val="0070C0"/>
                </a:solidFill>
              </a:rPr>
              <a:t>Logging</a:t>
            </a:r>
          </a:p>
        </p:txBody>
      </p:sp>
      <p:sp>
        <p:nvSpPr>
          <p:cNvPr id="4" name="TextBox 3">
            <a:extLst>
              <a:ext uri="{FF2B5EF4-FFF2-40B4-BE49-F238E27FC236}">
                <a16:creationId xmlns:a16="http://schemas.microsoft.com/office/drawing/2014/main" id="{E25615DA-0F1B-9C96-0F48-3555F4982ADD}"/>
              </a:ext>
            </a:extLst>
          </p:cNvPr>
          <p:cNvSpPr txBox="1"/>
          <p:nvPr/>
        </p:nvSpPr>
        <p:spPr>
          <a:xfrm>
            <a:off x="5211424" y="3637821"/>
            <a:ext cx="1952606" cy="307777"/>
          </a:xfrm>
          <a:prstGeom prst="rect">
            <a:avLst/>
          </a:prstGeom>
          <a:noFill/>
        </p:spPr>
        <p:txBody>
          <a:bodyPr wrap="square" rtlCol="0">
            <a:spAutoFit/>
          </a:bodyPr>
          <a:lstStyle/>
          <a:p>
            <a:pPr algn="l"/>
            <a:r>
              <a:rPr lang="en-US" sz="1400" b="1" i="1">
                <a:solidFill>
                  <a:srgbClr val="0070C0"/>
                </a:solidFill>
              </a:rPr>
              <a:t>Tracing</a:t>
            </a:r>
          </a:p>
        </p:txBody>
      </p:sp>
    </p:spTree>
    <p:extLst>
      <p:ext uri="{BB962C8B-B14F-4D97-AF65-F5344CB8AC3E}">
        <p14:creationId xmlns:p14="http://schemas.microsoft.com/office/powerpoint/2010/main" val="254722639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47367-7760-800B-B6D9-C2F739066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9879C-4435-B3FE-7BC0-902786057A71}"/>
              </a:ext>
            </a:extLst>
          </p:cNvPr>
          <p:cNvSpPr>
            <a:spLocks noGrp="1"/>
          </p:cNvSpPr>
          <p:nvPr>
            <p:ph type="title"/>
          </p:nvPr>
        </p:nvSpPr>
        <p:spPr/>
        <p:txBody>
          <a:bodyPr/>
          <a:lstStyle/>
          <a:p>
            <a:r>
              <a:rPr lang="en-US"/>
              <a:t>OTel-compliant observability platforms </a:t>
            </a:r>
          </a:p>
        </p:txBody>
      </p:sp>
      <p:graphicFrame>
        <p:nvGraphicFramePr>
          <p:cNvPr id="4" name="Table 3">
            <a:extLst>
              <a:ext uri="{FF2B5EF4-FFF2-40B4-BE49-F238E27FC236}">
                <a16:creationId xmlns:a16="http://schemas.microsoft.com/office/drawing/2014/main" id="{66C73A7F-3962-A141-03BD-CD40401200B6}"/>
              </a:ext>
            </a:extLst>
          </p:cNvPr>
          <p:cNvGraphicFramePr>
            <a:graphicFrameLocks noGrp="1"/>
          </p:cNvGraphicFramePr>
          <p:nvPr/>
        </p:nvGraphicFramePr>
        <p:xfrm>
          <a:off x="1156996" y="1701629"/>
          <a:ext cx="10577804" cy="4471295"/>
        </p:xfrm>
        <a:graphic>
          <a:graphicData uri="http://schemas.openxmlformats.org/drawingml/2006/table">
            <a:tbl>
              <a:tblPr firstRow="1" bandRow="1">
                <a:tableStyleId>{912C8C85-51F0-491E-9774-3900AFEF0FD7}</a:tableStyleId>
              </a:tblPr>
              <a:tblGrid>
                <a:gridCol w="3992292">
                  <a:extLst>
                    <a:ext uri="{9D8B030D-6E8A-4147-A177-3AD203B41FA5}">
                      <a16:colId xmlns:a16="http://schemas.microsoft.com/office/drawing/2014/main" val="882332886"/>
                    </a:ext>
                  </a:extLst>
                </a:gridCol>
                <a:gridCol w="3106594">
                  <a:extLst>
                    <a:ext uri="{9D8B030D-6E8A-4147-A177-3AD203B41FA5}">
                      <a16:colId xmlns:a16="http://schemas.microsoft.com/office/drawing/2014/main" val="1820821298"/>
                    </a:ext>
                  </a:extLst>
                </a:gridCol>
                <a:gridCol w="3478918">
                  <a:extLst>
                    <a:ext uri="{9D8B030D-6E8A-4147-A177-3AD203B41FA5}">
                      <a16:colId xmlns:a16="http://schemas.microsoft.com/office/drawing/2014/main" val="1654825126"/>
                    </a:ext>
                  </a:extLst>
                </a:gridCol>
              </a:tblGrid>
              <a:tr h="324536">
                <a:tc>
                  <a:txBody>
                    <a:bodyPr/>
                    <a:lstStyle/>
                    <a:p>
                      <a:pPr lvl="0">
                        <a:buNone/>
                      </a:pPr>
                      <a:endParaRPr lang="en-US" sz="2000" b="1">
                        <a:latin typeface="Aptos" panose="020B0004020202020204" pitchFamily="34" charset="0"/>
                      </a:endParaRPr>
                    </a:p>
                  </a:txBody>
                  <a:tcPr/>
                </a:tc>
                <a:tc>
                  <a:txBody>
                    <a:bodyPr/>
                    <a:lstStyle/>
                    <a:p>
                      <a:pPr lvl="0">
                        <a:buNone/>
                      </a:pPr>
                      <a:r>
                        <a:rPr lang="en-US" sz="2000" b="1" u="none" strike="noStrike" noProof="0"/>
                        <a:t>Open source?</a:t>
                      </a:r>
                      <a:endParaRPr lang="en-US" sz="2000" b="1">
                        <a:latin typeface="Aptos" panose="020B0004020202020204" pitchFamily="34" charset="0"/>
                      </a:endParaRPr>
                    </a:p>
                  </a:txBody>
                  <a:tcPr/>
                </a:tc>
                <a:tc>
                  <a:txBody>
                    <a:bodyPr/>
                    <a:lstStyle/>
                    <a:p>
                      <a:pPr lvl="0">
                        <a:buNone/>
                      </a:pPr>
                      <a:r>
                        <a:rPr lang="en-US" sz="2000" b="1" u="none" strike="noStrike" noProof="0">
                          <a:latin typeface="Aptos" panose="020B0004020202020204" pitchFamily="34" charset="0"/>
                        </a:rPr>
                        <a:t>Managed version?</a:t>
                      </a:r>
                      <a:endParaRPr lang="en-US" sz="2000" b="1">
                        <a:latin typeface="Aptos" panose="020B0004020202020204" pitchFamily="34" charset="0"/>
                      </a:endParaRPr>
                    </a:p>
                  </a:txBody>
                  <a:tcPr/>
                </a:tc>
                <a:extLst>
                  <a:ext uri="{0D108BD9-81ED-4DB2-BD59-A6C34878D82A}">
                    <a16:rowId xmlns:a16="http://schemas.microsoft.com/office/drawing/2014/main" val="3146724705"/>
                  </a:ext>
                </a:extLst>
              </a:tr>
              <a:tr h="644495">
                <a:tc>
                  <a:txBody>
                    <a:bodyPr/>
                    <a:lstStyle/>
                    <a:p>
                      <a:pPr lvl="0">
                        <a:buNone/>
                      </a:pPr>
                      <a:r>
                        <a:rPr lang="en-US" b="1">
                          <a:latin typeface="Aptos" panose="020B0004020202020204" pitchFamily="34" charset="0"/>
                        </a:rPr>
                        <a:t>Aspire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extLst>
                  <a:ext uri="{0D108BD9-81ED-4DB2-BD59-A6C34878D82A}">
                    <a16:rowId xmlns:a16="http://schemas.microsoft.com/office/drawing/2014/main" val="362896254"/>
                  </a:ext>
                </a:extLst>
              </a:tr>
              <a:tr h="644495">
                <a:tc>
                  <a:txBody>
                    <a:bodyPr/>
                    <a:lstStyle/>
                    <a:p>
                      <a:pPr lvl="0">
                        <a:buNone/>
                      </a:pPr>
                      <a:r>
                        <a:rPr lang="en-US" b="1"/>
                        <a:t>Azure Application Insights</a:t>
                      </a:r>
                      <a:endParaRPr lang="en-US" b="1">
                        <a:latin typeface="Aptos" panose="020B00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p>
                      <a:pPr lvl="0">
                        <a:buNone/>
                      </a:pPr>
                      <a:endParaRPr lang="en-US">
                        <a:latin typeface="Aptos" panose="020B0004020202020204" pitchFamily="34" charset="0"/>
                      </a:endParaRPr>
                    </a:p>
                  </a:txBody>
                  <a:tcPr anchor="ctr"/>
                </a:tc>
                <a:extLst>
                  <a:ext uri="{0D108BD9-81ED-4DB2-BD59-A6C34878D82A}">
                    <a16:rowId xmlns:a16="http://schemas.microsoft.com/office/drawing/2014/main" val="2860709845"/>
                  </a:ext>
                </a:extLst>
              </a:tr>
              <a:tr h="557213">
                <a:tc>
                  <a:txBody>
                    <a:bodyPr/>
                    <a:lstStyle/>
                    <a:p>
                      <a:pPr lvl="0">
                        <a:buNone/>
                      </a:pPr>
                      <a:r>
                        <a:rPr lang="en-US" b="1"/>
                        <a:t>Datadog</a:t>
                      </a:r>
                      <a:endParaRPr lang="en-US" b="1">
                        <a:latin typeface="Aptos" panose="020B00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extLst>
                  <a:ext uri="{0D108BD9-81ED-4DB2-BD59-A6C34878D82A}">
                    <a16:rowId xmlns:a16="http://schemas.microsoft.com/office/drawing/2014/main" val="4214165510"/>
                  </a:ext>
                </a:extLst>
              </a:tr>
              <a:tr h="557213">
                <a:tc>
                  <a:txBody>
                    <a:bodyPr/>
                    <a:lstStyle/>
                    <a:p>
                      <a:pPr lvl="0">
                        <a:buNone/>
                      </a:pPr>
                      <a:r>
                        <a:rPr lang="en-US" b="1"/>
                        <a:t>Grafana</a:t>
                      </a:r>
                      <a:endParaRPr lang="en-US" b="1">
                        <a:latin typeface="Aptos" panose="020B00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extLst>
                  <a:ext uri="{0D108BD9-81ED-4DB2-BD59-A6C34878D82A}">
                    <a16:rowId xmlns:a16="http://schemas.microsoft.com/office/drawing/2014/main" val="88817438"/>
                  </a:ext>
                </a:extLst>
              </a:tr>
              <a:tr h="557213">
                <a:tc>
                  <a:txBody>
                    <a:bodyPr/>
                    <a:lstStyle/>
                    <a:p>
                      <a:pPr lvl="0">
                        <a:buNone/>
                      </a:pPr>
                      <a:r>
                        <a:rPr lang="en-US" b="1">
                          <a:latin typeface="Aptos" panose="020B0004020202020204" pitchFamily="34" charset="0"/>
                        </a:rPr>
                        <a:t>Prometheus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tc>
                  <a:txBody>
                    <a:bodyPr/>
                    <a:lstStyle/>
                    <a:p>
                      <a:pPr lvl="0">
                        <a:buNone/>
                      </a:pPr>
                      <a:r>
                        <a:rPr lang="en-US">
                          <a:latin typeface="Aptos" panose="020B0004020202020204" pitchFamily="34" charset="0"/>
                        </a:rPr>
                        <a:t>(via Grafana)</a:t>
                      </a:r>
                    </a:p>
                  </a:txBody>
                  <a:tcPr anchor="ctr"/>
                </a:tc>
                <a:extLst>
                  <a:ext uri="{0D108BD9-81ED-4DB2-BD59-A6C34878D82A}">
                    <a16:rowId xmlns:a16="http://schemas.microsoft.com/office/drawing/2014/main" val="125816783"/>
                  </a:ext>
                </a:extLst>
              </a:tr>
              <a:tr h="557213">
                <a:tc>
                  <a:txBody>
                    <a:bodyPr/>
                    <a:lstStyle/>
                    <a:p>
                      <a:pPr lvl="0">
                        <a:buNone/>
                      </a:pPr>
                      <a:r>
                        <a:rPr lang="en-US" b="1">
                          <a:latin typeface="Aptos" panose="020B0004020202020204" pitchFamily="34" charset="0"/>
                        </a:rPr>
                        <a:t>Jaeger</a:t>
                      </a:r>
                    </a:p>
                  </a:txBody>
                  <a:tcPr anchor="ctr"/>
                </a:tc>
                <a:tc>
                  <a:txBody>
                    <a:bodyPr/>
                    <a:lstStyle/>
                    <a:p>
                      <a:pPr lvl="0">
                        <a:buNone/>
                      </a:pPr>
                      <a:r>
                        <a:rPr lang="en-US">
                          <a:latin typeface="Aptos" panose="020B0004020202020204" pitchFamily="34" charset="0"/>
                        </a:rPr>
                        <a:t>✅</a:t>
                      </a:r>
                    </a:p>
                  </a:txBody>
                  <a:tcPr anchor="ctr"/>
                </a:tc>
                <a:tc>
                  <a:txBody>
                    <a:bodyPr/>
                    <a:lstStyle/>
                    <a:p>
                      <a:pPr lvl="0">
                        <a:buNone/>
                      </a:pPr>
                      <a:r>
                        <a:rPr lang="en-US">
                          <a:latin typeface="Aptos" panose="020B0004020202020204" pitchFamily="34" charset="0"/>
                        </a:rPr>
                        <a:t>❌</a:t>
                      </a:r>
                    </a:p>
                  </a:txBody>
                  <a:tcPr anchor="ctr"/>
                </a:tc>
                <a:extLst>
                  <a:ext uri="{0D108BD9-81ED-4DB2-BD59-A6C34878D82A}">
                    <a16:rowId xmlns:a16="http://schemas.microsoft.com/office/drawing/2014/main" val="536037707"/>
                  </a:ext>
                </a:extLst>
              </a:tr>
              <a:tr h="557213">
                <a:tc>
                  <a:txBody>
                    <a:bodyPr/>
                    <a:lstStyle/>
                    <a:p>
                      <a:pPr lvl="0">
                        <a:buNone/>
                      </a:pPr>
                      <a:r>
                        <a:rPr lang="en-US" b="1"/>
                        <a:t>Logfire</a:t>
                      </a:r>
                      <a:endParaRPr lang="en-US" b="1">
                        <a:latin typeface="Aptos" panose="020B00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a:t>
                      </a:r>
                    </a:p>
                  </a:txBody>
                  <a:tcPr anchor="ctr"/>
                </a:tc>
                <a:extLst>
                  <a:ext uri="{0D108BD9-81ED-4DB2-BD59-A6C34878D82A}">
                    <a16:rowId xmlns:a16="http://schemas.microsoft.com/office/drawing/2014/main" val="2541828667"/>
                  </a:ext>
                </a:extLst>
              </a:tr>
            </a:tbl>
          </a:graphicData>
        </a:graphic>
      </p:graphicFrame>
      <p:sp>
        <p:nvSpPr>
          <p:cNvPr id="5" name="Content Placeholder 4">
            <a:extLst>
              <a:ext uri="{FF2B5EF4-FFF2-40B4-BE49-F238E27FC236}">
                <a16:creationId xmlns:a16="http://schemas.microsoft.com/office/drawing/2014/main" id="{4E400EA9-E4A7-EF06-6B0F-0599DFE9E13D}"/>
              </a:ext>
            </a:extLst>
          </p:cNvPr>
          <p:cNvSpPr txBox="1">
            <a:spLocks/>
          </p:cNvSpPr>
          <p:nvPr/>
        </p:nvSpPr>
        <p:spPr>
          <a:xfrm>
            <a:off x="1156996" y="6172924"/>
            <a:ext cx="11234024" cy="5129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t>...and many more!</a:t>
            </a:r>
          </a:p>
        </p:txBody>
      </p:sp>
    </p:spTree>
    <p:extLst>
      <p:ext uri="{BB962C8B-B14F-4D97-AF65-F5344CB8AC3E}">
        <p14:creationId xmlns:p14="http://schemas.microsoft.com/office/powerpoint/2010/main" val="2431227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73D19-F64E-289A-1B6A-239219B3D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DF6DE-EBFB-20E2-FFA9-6A3C46DC3186}"/>
              </a:ext>
            </a:extLst>
          </p:cNvPr>
          <p:cNvSpPr>
            <a:spLocks noGrp="1"/>
          </p:cNvSpPr>
          <p:nvPr>
            <p:ph type="title"/>
          </p:nvPr>
        </p:nvSpPr>
        <p:spPr>
          <a:xfrm>
            <a:off x="1049415" y="458258"/>
            <a:ext cx="11708641" cy="1325563"/>
          </a:xfrm>
        </p:spPr>
        <p:txBody>
          <a:bodyPr/>
          <a:lstStyle/>
          <a:p>
            <a:r>
              <a:rPr lang="en-US"/>
              <a:t>Exporting OTel to Azure App Insights</a:t>
            </a:r>
          </a:p>
        </p:txBody>
      </p:sp>
      <p:sp>
        <p:nvSpPr>
          <p:cNvPr id="10" name="TextBox 9">
            <a:extLst>
              <a:ext uri="{FF2B5EF4-FFF2-40B4-BE49-F238E27FC236}">
                <a16:creationId xmlns:a16="http://schemas.microsoft.com/office/drawing/2014/main" id="{FFE52852-1577-EC3F-2C02-E9472368160E}"/>
              </a:ext>
            </a:extLst>
          </p:cNvPr>
          <p:cNvSpPr txBox="1"/>
          <p:nvPr/>
        </p:nvSpPr>
        <p:spPr>
          <a:xfrm>
            <a:off x="1205057" y="3633530"/>
            <a:ext cx="10855397" cy="2628412"/>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azure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monitor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opentelemetry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configure_azure_monitor</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agent_framework</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observability</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create_resource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enable_instrumentation</a:t>
            </a:r>
            <a:endPar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configure_azure_monitor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connection_string</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os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environ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"APPLICATIONINSIGHTS_CONNECTION_STRING"</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resource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create_resource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enable_live_metrics</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enable_instrumentation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enable_sensitive_data</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12" name="Content Placeholder 4">
            <a:extLst>
              <a:ext uri="{FF2B5EF4-FFF2-40B4-BE49-F238E27FC236}">
                <a16:creationId xmlns:a16="http://schemas.microsoft.com/office/drawing/2014/main" id="{73756AD5-A851-10CB-2B27-4CBDF86A1282}"/>
              </a:ext>
            </a:extLst>
          </p:cNvPr>
          <p:cNvSpPr txBox="1">
            <a:spLocks/>
          </p:cNvSpPr>
          <p:nvPr/>
        </p:nvSpPr>
        <p:spPr>
          <a:xfrm>
            <a:off x="1205058" y="2844343"/>
            <a:ext cx="10301143" cy="9205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Use wrapper function </a:t>
            </a:r>
            <a:r>
              <a:rPr kumimoji="0" lang="en-US" sz="2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configure_azure_monitor </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to configure global exporters based off the App Insights connection string:</a:t>
            </a:r>
          </a:p>
        </p:txBody>
      </p:sp>
      <p:sp>
        <p:nvSpPr>
          <p:cNvPr id="20" name="TextBox 19">
            <a:extLst>
              <a:ext uri="{FF2B5EF4-FFF2-40B4-BE49-F238E27FC236}">
                <a16:creationId xmlns:a16="http://schemas.microsoft.com/office/drawing/2014/main" id="{04A6DA36-BA55-A837-806B-94A4414D0134}"/>
              </a:ext>
            </a:extLst>
          </p:cNvPr>
          <p:cNvSpPr txBox="1"/>
          <p:nvPr/>
        </p:nvSpPr>
        <p:spPr>
          <a:xfrm>
            <a:off x="1205058" y="2142121"/>
            <a:ext cx="5914199" cy="430887"/>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azure-monitor-opentelemetry</a:t>
            </a:r>
          </a:p>
        </p:txBody>
      </p:sp>
      <p:sp>
        <p:nvSpPr>
          <p:cNvPr id="23" name="Content Placeholder 4">
            <a:extLst>
              <a:ext uri="{FF2B5EF4-FFF2-40B4-BE49-F238E27FC236}">
                <a16:creationId xmlns:a16="http://schemas.microsoft.com/office/drawing/2014/main" id="{7130BA0A-A681-FC72-7EEB-87E95500E018}"/>
              </a:ext>
            </a:extLst>
          </p:cNvPr>
          <p:cNvSpPr txBox="1">
            <a:spLocks/>
          </p:cNvSpPr>
          <p:nvPr/>
        </p:nvSpPr>
        <p:spPr>
          <a:xfrm>
            <a:off x="1205058" y="1710459"/>
            <a:ext cx="4466399" cy="3419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Install in pyproject.toml:</a:t>
            </a:r>
          </a:p>
        </p:txBody>
      </p:sp>
      <p:sp>
        <p:nvSpPr>
          <p:cNvPr id="3" name="TextBox 2">
            <a:extLst>
              <a:ext uri="{FF2B5EF4-FFF2-40B4-BE49-F238E27FC236}">
                <a16:creationId xmlns:a16="http://schemas.microsoft.com/office/drawing/2014/main" id="{FB14E0CB-1C74-6088-10C9-828DEC833395}"/>
              </a:ext>
            </a:extLst>
          </p:cNvPr>
          <p:cNvSpPr txBox="1"/>
          <p:nvPr/>
        </p:nvSpPr>
        <p:spPr>
          <a:xfrm>
            <a:off x="1205057" y="6380492"/>
            <a:ext cx="652812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sng" strike="noStrike" kern="1200" cap="none" spc="0" normalizeH="0" baseline="0" noProof="0">
                <a:ln>
                  <a:noFill/>
                </a:ln>
                <a:solidFill>
                  <a:srgbClr val="00008B"/>
                </a:solidFill>
                <a:effectLst/>
                <a:uLnTx/>
                <a:uFillTx/>
                <a:latin typeface="Aptos" panose="020B0004020202020204" pitchFamily="34" charset="0"/>
                <a:ea typeface="+mn-ea"/>
                <a:cs typeface="+mn-cs"/>
                <a:hlinkClick r:id="rId2"/>
              </a:rPr>
              <a:t>Full example: agent_otel_appinsights.py</a:t>
            </a: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091162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C49F-E696-9C13-0DB6-9DA59A6E6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535A4-DAF0-3C79-A012-9FF2D51D52E3}"/>
              </a:ext>
            </a:extLst>
          </p:cNvPr>
          <p:cNvSpPr>
            <a:spLocks noGrp="1"/>
          </p:cNvSpPr>
          <p:nvPr>
            <p:ph type="title"/>
          </p:nvPr>
        </p:nvSpPr>
        <p:spPr>
          <a:xfrm>
            <a:off x="1049415" y="458258"/>
            <a:ext cx="11708641" cy="1325563"/>
          </a:xfrm>
        </p:spPr>
        <p:txBody>
          <a:bodyPr/>
          <a:lstStyle/>
          <a:p>
            <a:r>
              <a:rPr lang="en-US"/>
              <a:t>Viewing traces in Azure App Insights</a:t>
            </a:r>
          </a:p>
        </p:txBody>
      </p:sp>
      <p:sp>
        <p:nvSpPr>
          <p:cNvPr id="5" name="Content Placeholder 4">
            <a:extLst>
              <a:ext uri="{FF2B5EF4-FFF2-40B4-BE49-F238E27FC236}">
                <a16:creationId xmlns:a16="http://schemas.microsoft.com/office/drawing/2014/main" id="{E4EB3C13-0716-E3A9-0D6A-84A78DC1EB87}"/>
              </a:ext>
            </a:extLst>
          </p:cNvPr>
          <p:cNvSpPr txBox="1">
            <a:spLocks/>
          </p:cNvSpPr>
          <p:nvPr/>
        </p:nvSpPr>
        <p:spPr>
          <a:xfrm>
            <a:off x="9958800" y="1783821"/>
            <a:ext cx="4466399" cy="3419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A77FDC11-9877-DE29-2E0B-5D108F707C52}"/>
              </a:ext>
            </a:extLst>
          </p:cNvPr>
          <p:cNvSpPr txBox="1"/>
          <p:nvPr/>
        </p:nvSpPr>
        <p:spPr>
          <a:xfrm>
            <a:off x="9296400" y="2018721"/>
            <a:ext cx="2754085" cy="34778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1. Navigate to App Insights in Portal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2. Find traces in Performances, Failures, or Logs tabs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110004020202020204"/>
                <a:ea typeface="+mn-ea"/>
                <a:cs typeface="+mn-cs"/>
              </a:rPr>
              <a:t>3. Create dashboards of what matters to you</a:t>
            </a:r>
          </a:p>
        </p:txBody>
      </p:sp>
      <p:pic>
        <p:nvPicPr>
          <p:cNvPr id="9" name="Picture 8" descr="A screenshot of a computer&#10;&#10;AI-generated content may be incorrect.">
            <a:extLst>
              <a:ext uri="{FF2B5EF4-FFF2-40B4-BE49-F238E27FC236}">
                <a16:creationId xmlns:a16="http://schemas.microsoft.com/office/drawing/2014/main" id="{61DACFB3-A381-5050-59C7-361FF6547D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415" y="1878610"/>
            <a:ext cx="8040865" cy="3758098"/>
          </a:xfrm>
          <a:prstGeom prst="rect">
            <a:avLst/>
          </a:prstGeom>
          <a:ln>
            <a:solidFill>
              <a:schemeClr val="tx1"/>
            </a:solidFill>
          </a:ln>
        </p:spPr>
      </p:pic>
    </p:spTree>
    <p:extLst>
      <p:ext uri="{BB962C8B-B14F-4D97-AF65-F5344CB8AC3E}">
        <p14:creationId xmlns:p14="http://schemas.microsoft.com/office/powerpoint/2010/main" val="4024727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ES_tradnl" noProof="0"/>
              <a:t>Python + Agents</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512550" cy="873780"/>
          </a:xfrm>
        </p:spPr>
        <p:txBody>
          <a:bodyPr>
            <a:normAutofit/>
          </a:bodyPr>
          <a:lstStyle/>
          <a:p>
            <a:r>
              <a:rPr lang="en-US" sz="5400">
                <a:latin typeface="Quire Sans" panose="020B0502040400020003" pitchFamily="34" charset="0"/>
                <a:cs typeface="Quire Sans" panose="020B0502040400020003" pitchFamily="34" charset="0"/>
              </a:rPr>
              <a:t>📊</a:t>
            </a:r>
            <a:r>
              <a:rPr lang="en-US" sz="5400">
                <a:solidFill>
                  <a:srgbClr val="000000"/>
                </a:solidFill>
                <a:latin typeface="Quire Sans" panose="020B0502040400020003" pitchFamily="34" charset="0"/>
                <a:ea typeface="Segoe UI"/>
                <a:cs typeface="Quire Sans" panose="020B0502040400020003" pitchFamily="34" charset="0"/>
              </a:rPr>
              <a:t> </a:t>
            </a:r>
            <a:r>
              <a:rPr lang="en-US" sz="5200">
                <a:solidFill>
                  <a:srgbClr val="000000"/>
                </a:solidFill>
                <a:ea typeface="Segoe UI"/>
                <a:cs typeface="Segoe UI"/>
              </a:rPr>
              <a:t>Monitoring and evaluating agents</a:t>
            </a:r>
            <a:endParaRPr lang="es-ES_tradnl" sz="5200" noProof="0"/>
          </a:p>
        </p:txBody>
      </p:sp>
      <p:sp>
        <p:nvSpPr>
          <p:cNvPr id="5" name="TextBox 4">
            <a:extLst>
              <a:ext uri="{FF2B5EF4-FFF2-40B4-BE49-F238E27FC236}">
                <a16:creationId xmlns:a16="http://schemas.microsoft.com/office/drawing/2014/main" id="{DFACB71E-6545-DC1C-8325-BF2AE36EB32D}"/>
              </a:ext>
            </a:extLst>
          </p:cNvPr>
          <p:cNvSpPr txBox="1"/>
          <p:nvPr/>
        </p:nvSpPr>
        <p:spPr>
          <a:xfrm>
            <a:off x="844550" y="3724673"/>
            <a:ext cx="7935768" cy="1015663"/>
          </a:xfrm>
          <a:prstGeom prst="rect">
            <a:avLst/>
          </a:prstGeom>
          <a:noFill/>
        </p:spPr>
        <p:txBody>
          <a:bodyPr wrap="square">
            <a:spAutoFit/>
          </a:bodyPr>
          <a:lstStyle/>
          <a:p>
            <a:pPr lvl="0">
              <a:defRPr/>
            </a:pP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aka.ms/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2"/>
              </a:rPr>
              <a:t>pythonagents</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/slides/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2"/>
              </a:rPr>
              <a:t>monitoreval</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rPr>
              <a:t> </a:t>
            </a:r>
            <a:r>
              <a:rPr lang="en-US" sz="3000" dirty="0"/>
              <a:t>– Find more info here</a:t>
            </a:r>
            <a:endPar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9637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9C86-0C80-617E-FCB8-94C082712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C6552-BB92-F03C-FDBD-9456B3332363}"/>
              </a:ext>
            </a:extLst>
          </p:cNvPr>
          <p:cNvSpPr>
            <a:spLocks noGrp="1"/>
          </p:cNvSpPr>
          <p:nvPr>
            <p:ph type="title"/>
          </p:nvPr>
        </p:nvSpPr>
        <p:spPr>
          <a:xfrm>
            <a:off x="1049415" y="458258"/>
            <a:ext cx="11916571" cy="1325563"/>
          </a:xfrm>
        </p:spPr>
        <p:txBody>
          <a:bodyPr/>
          <a:lstStyle/>
          <a:p>
            <a:r>
              <a:rPr lang="en-US" dirty="0"/>
              <a:t>What's a workflow?</a:t>
            </a:r>
          </a:p>
        </p:txBody>
      </p:sp>
      <p:sp>
        <p:nvSpPr>
          <p:cNvPr id="18" name="TextBox 17">
            <a:extLst>
              <a:ext uri="{FF2B5EF4-FFF2-40B4-BE49-F238E27FC236}">
                <a16:creationId xmlns:a16="http://schemas.microsoft.com/office/drawing/2014/main" id="{8A1EEBB2-60D7-7613-2400-5F9B10EB010B}"/>
              </a:ext>
            </a:extLst>
          </p:cNvPr>
          <p:cNvSpPr txBox="1"/>
          <p:nvPr/>
        </p:nvSpPr>
        <p:spPr>
          <a:xfrm>
            <a:off x="1194372" y="1560583"/>
            <a:ext cx="10170314" cy="73866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An agentic workflow is any flow that involves an agent at some point,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prstClr val="black"/>
                </a:solidFill>
                <a:effectLst/>
                <a:uLnTx/>
                <a:uFillTx/>
                <a:latin typeface="Aptos" panose="02110004020202020204"/>
                <a:ea typeface="+mn-ea"/>
                <a:cs typeface="+mn-cs"/>
              </a:rPr>
              <a:t>typically to handle decision making or answer synthesis.</a:t>
            </a:r>
          </a:p>
        </p:txBody>
      </p:sp>
      <p:sp>
        <p:nvSpPr>
          <p:cNvPr id="4" name="Rectangle 3">
            <a:extLst>
              <a:ext uri="{FF2B5EF4-FFF2-40B4-BE49-F238E27FC236}">
                <a16:creationId xmlns:a16="http://schemas.microsoft.com/office/drawing/2014/main" id="{6522EAFB-8229-2D99-ED93-A618DC2697C7}"/>
              </a:ext>
            </a:extLst>
          </p:cNvPr>
          <p:cNvSpPr/>
          <p:nvPr/>
        </p:nvSpPr>
        <p:spPr bwMode="auto">
          <a:xfrm>
            <a:off x="5622062" y="3303020"/>
            <a:ext cx="1422583" cy="686429"/>
          </a:xfrm>
          <a:prstGeom prst="rect">
            <a:avLst/>
          </a:prstGeom>
          <a:solidFill>
            <a:schemeClr val="accent4"/>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Agent</a:t>
            </a:r>
          </a:p>
        </p:txBody>
      </p:sp>
      <p:sp>
        <p:nvSpPr>
          <p:cNvPr id="14" name="Rounded Rectangular Callout 13">
            <a:extLst>
              <a:ext uri="{FF2B5EF4-FFF2-40B4-BE49-F238E27FC236}">
                <a16:creationId xmlns:a16="http://schemas.microsoft.com/office/drawing/2014/main" id="{B9C482FE-136E-3FBF-8EAB-69453C7F320A}"/>
              </a:ext>
            </a:extLst>
          </p:cNvPr>
          <p:cNvSpPr/>
          <p:nvPr/>
        </p:nvSpPr>
        <p:spPr>
          <a:xfrm>
            <a:off x="1194373" y="3174373"/>
            <a:ext cx="1151664" cy="943722"/>
          </a:xfrm>
          <a:prstGeom prst="wedgeRoundRectCallou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Input</a:t>
            </a:r>
          </a:p>
        </p:txBody>
      </p:sp>
      <p:cxnSp>
        <p:nvCxnSpPr>
          <p:cNvPr id="16" name="Straight Arrow Connector 15">
            <a:extLst>
              <a:ext uri="{FF2B5EF4-FFF2-40B4-BE49-F238E27FC236}">
                <a16:creationId xmlns:a16="http://schemas.microsoft.com/office/drawing/2014/main" id="{E4288CC7-2013-0F35-B312-ED8274D29356}"/>
              </a:ext>
            </a:extLst>
          </p:cNvPr>
          <p:cNvCxnSpPr>
            <a:cxnSpLocks/>
            <a:stCxn id="14" idx="3"/>
            <a:endCxn id="17" idx="1"/>
          </p:cNvCxnSpPr>
          <p:nvPr/>
        </p:nvCxnSpPr>
        <p:spPr>
          <a:xfrm>
            <a:off x="2346037" y="3646234"/>
            <a:ext cx="637308" cy="1"/>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C2195E8F-FF3A-481E-B54E-DA3C344995E7}"/>
              </a:ext>
            </a:extLst>
          </p:cNvPr>
          <p:cNvSpPr/>
          <p:nvPr/>
        </p:nvSpPr>
        <p:spPr bwMode="auto">
          <a:xfrm>
            <a:off x="2983345" y="2999007"/>
            <a:ext cx="2041419" cy="1294455"/>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Processing</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or</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Data Lookup</a:t>
            </a:r>
          </a:p>
        </p:txBody>
      </p:sp>
      <p:sp>
        <p:nvSpPr>
          <p:cNvPr id="27" name="Rounded Rectangular Callout 26">
            <a:extLst>
              <a:ext uri="{FF2B5EF4-FFF2-40B4-BE49-F238E27FC236}">
                <a16:creationId xmlns:a16="http://schemas.microsoft.com/office/drawing/2014/main" id="{E50C6AC8-825B-4744-341E-C6AAF9E6CCE3}"/>
              </a:ext>
            </a:extLst>
          </p:cNvPr>
          <p:cNvSpPr/>
          <p:nvPr/>
        </p:nvSpPr>
        <p:spPr>
          <a:xfrm>
            <a:off x="10302198" y="3219749"/>
            <a:ext cx="1576537" cy="852970"/>
          </a:xfrm>
          <a:prstGeom prst="wedgeRoundRectCallout">
            <a:avLst>
              <a:gd name="adj1" fmla="val -22005"/>
              <a:gd name="adj2" fmla="val 46429"/>
              <a:gd name="adj3" fmla="val 1666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Output</a:t>
            </a:r>
          </a:p>
        </p:txBody>
      </p:sp>
      <p:cxnSp>
        <p:nvCxnSpPr>
          <p:cNvPr id="28" name="Straight Arrow Connector 27">
            <a:extLst>
              <a:ext uri="{FF2B5EF4-FFF2-40B4-BE49-F238E27FC236}">
                <a16:creationId xmlns:a16="http://schemas.microsoft.com/office/drawing/2014/main" id="{545BD9CB-69A3-C540-6D11-C2C6A9988F11}"/>
              </a:ext>
            </a:extLst>
          </p:cNvPr>
          <p:cNvCxnSpPr>
            <a:cxnSpLocks/>
          </p:cNvCxnSpPr>
          <p:nvPr/>
        </p:nvCxnSpPr>
        <p:spPr>
          <a:xfrm>
            <a:off x="9683362" y="3653341"/>
            <a:ext cx="61883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FFAB8AC-787D-9B75-8162-B99ACD136913}"/>
              </a:ext>
            </a:extLst>
          </p:cNvPr>
          <p:cNvSpPr txBox="1"/>
          <p:nvPr/>
        </p:nvSpPr>
        <p:spPr>
          <a:xfrm>
            <a:off x="1338830" y="5297235"/>
            <a:ext cx="9154973"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Not all calls in our systems </a:t>
            </a:r>
            <a:r>
              <a:rPr kumimoji="0" lang="en-US" sz="2400" b="0" i="1" u="none" strike="noStrike" kern="1200" cap="none" spc="0" normalizeH="0" baseline="0" noProof="0" dirty="0">
                <a:ln>
                  <a:noFill/>
                </a:ln>
                <a:solidFill>
                  <a:prstClr val="black"/>
                </a:solidFill>
                <a:effectLst/>
                <a:uLnTx/>
                <a:uFillTx/>
                <a:latin typeface="Aptos" panose="02110004020202020204"/>
                <a:ea typeface="+mn-ea"/>
                <a:cs typeface="+mn-cs"/>
              </a:rPr>
              <a:t>should</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be 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Every call to an LLM increases the non-determinism of a system and possibility of failure or safety risk. 😬</a:t>
            </a:r>
          </a:p>
        </p:txBody>
      </p:sp>
      <p:cxnSp>
        <p:nvCxnSpPr>
          <p:cNvPr id="33" name="Straight Arrow Connector 32">
            <a:extLst>
              <a:ext uri="{FF2B5EF4-FFF2-40B4-BE49-F238E27FC236}">
                <a16:creationId xmlns:a16="http://schemas.microsoft.com/office/drawing/2014/main" id="{25A4A612-CA82-1825-83B8-9E927CFFFAFF}"/>
              </a:ext>
            </a:extLst>
          </p:cNvPr>
          <p:cNvCxnSpPr>
            <a:cxnSpLocks/>
          </p:cNvCxnSpPr>
          <p:nvPr/>
        </p:nvCxnSpPr>
        <p:spPr>
          <a:xfrm>
            <a:off x="5024764" y="3642494"/>
            <a:ext cx="61883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43CBD152-53CE-B867-F9EC-527EA9523C4A}"/>
              </a:ext>
            </a:extLst>
          </p:cNvPr>
          <p:cNvSpPr/>
          <p:nvPr/>
        </p:nvSpPr>
        <p:spPr bwMode="auto">
          <a:xfrm>
            <a:off x="7641943" y="2999007"/>
            <a:ext cx="2041419" cy="1294455"/>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Processing</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 or</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Data Lookup</a:t>
            </a:r>
          </a:p>
        </p:txBody>
      </p:sp>
      <p:cxnSp>
        <p:nvCxnSpPr>
          <p:cNvPr id="41" name="Straight Arrow Connector 40">
            <a:extLst>
              <a:ext uri="{FF2B5EF4-FFF2-40B4-BE49-F238E27FC236}">
                <a16:creationId xmlns:a16="http://schemas.microsoft.com/office/drawing/2014/main" id="{DF84C56D-4B7D-AEE9-D9AD-354444A7A79C}"/>
              </a:ext>
            </a:extLst>
          </p:cNvPr>
          <p:cNvCxnSpPr>
            <a:cxnSpLocks/>
          </p:cNvCxnSpPr>
          <p:nvPr/>
        </p:nvCxnSpPr>
        <p:spPr>
          <a:xfrm>
            <a:off x="7038051" y="3645860"/>
            <a:ext cx="61883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9" name="Oval 58">
            <a:extLst>
              <a:ext uri="{FF2B5EF4-FFF2-40B4-BE49-F238E27FC236}">
                <a16:creationId xmlns:a16="http://schemas.microsoft.com/office/drawing/2014/main" id="{CBF646AC-F135-D141-F1AE-B31DDBF198A6}"/>
              </a:ext>
            </a:extLst>
          </p:cNvPr>
          <p:cNvSpPr/>
          <p:nvPr/>
        </p:nvSpPr>
        <p:spPr bwMode="auto">
          <a:xfrm>
            <a:off x="5252516" y="4175481"/>
            <a:ext cx="1096731" cy="62205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Tool</a:t>
            </a:r>
          </a:p>
        </p:txBody>
      </p:sp>
      <p:cxnSp>
        <p:nvCxnSpPr>
          <p:cNvPr id="60" name="Straight Arrow Connector 59">
            <a:extLst>
              <a:ext uri="{FF2B5EF4-FFF2-40B4-BE49-F238E27FC236}">
                <a16:creationId xmlns:a16="http://schemas.microsoft.com/office/drawing/2014/main" id="{19CDEC7F-1BAC-D672-4F7D-36570D3BD728}"/>
              </a:ext>
            </a:extLst>
          </p:cNvPr>
          <p:cNvCxnSpPr>
            <a:cxnSpLocks/>
          </p:cNvCxnSpPr>
          <p:nvPr/>
        </p:nvCxnSpPr>
        <p:spPr>
          <a:xfrm flipH="1">
            <a:off x="5634941" y="3978558"/>
            <a:ext cx="281376" cy="216847"/>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5AC9C79-EA41-E1A4-6224-7330F3FE8A1C}"/>
              </a:ext>
            </a:extLst>
          </p:cNvPr>
          <p:cNvCxnSpPr>
            <a:cxnSpLocks/>
          </p:cNvCxnSpPr>
          <p:nvPr/>
        </p:nvCxnSpPr>
        <p:spPr>
          <a:xfrm flipH="1">
            <a:off x="5832576" y="3981903"/>
            <a:ext cx="222125" cy="193577"/>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92C0843-1F12-AF95-ED81-1C2B65223475}"/>
              </a:ext>
            </a:extLst>
          </p:cNvPr>
          <p:cNvCxnSpPr>
            <a:cxnSpLocks/>
          </p:cNvCxnSpPr>
          <p:nvPr/>
        </p:nvCxnSpPr>
        <p:spPr>
          <a:xfrm>
            <a:off x="6662744" y="3998483"/>
            <a:ext cx="281376" cy="216847"/>
          </a:xfrm>
          <a:prstGeom prst="straightConnector1">
            <a:avLst/>
          </a:prstGeom>
          <a:ln>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CF8246C-F0BB-E988-0BFD-2B0AD3A6A247}"/>
              </a:ext>
            </a:extLst>
          </p:cNvPr>
          <p:cNvCxnSpPr>
            <a:cxnSpLocks/>
          </p:cNvCxnSpPr>
          <p:nvPr/>
        </p:nvCxnSpPr>
        <p:spPr>
          <a:xfrm>
            <a:off x="6860379" y="3992592"/>
            <a:ext cx="222125" cy="193577"/>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7D12F76-1A71-F94E-DE2C-59033184E9D1}"/>
              </a:ext>
            </a:extLst>
          </p:cNvPr>
          <p:cNvSpPr/>
          <p:nvPr/>
        </p:nvSpPr>
        <p:spPr bwMode="auto">
          <a:xfrm>
            <a:off x="6489685" y="4202952"/>
            <a:ext cx="1096731" cy="62205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Tool</a:t>
            </a:r>
          </a:p>
        </p:txBody>
      </p:sp>
      <p:sp>
        <p:nvSpPr>
          <p:cNvPr id="3" name="TextBox 2">
            <a:extLst>
              <a:ext uri="{FF2B5EF4-FFF2-40B4-BE49-F238E27FC236}">
                <a16:creationId xmlns:a16="http://schemas.microsoft.com/office/drawing/2014/main" id="{0CD57828-1586-AAE8-270B-0BA2B6F18ACF}"/>
              </a:ext>
            </a:extLst>
          </p:cNvPr>
          <p:cNvSpPr txBox="1"/>
          <p:nvPr/>
        </p:nvSpPr>
        <p:spPr>
          <a:xfrm>
            <a:off x="5947683" y="2891271"/>
            <a:ext cx="803128"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616161"/>
                </a:solidFill>
                <a:effectLst/>
                <a:uLnTx/>
                <a:uFillTx/>
                <a:latin typeface="-apple-system"/>
                <a:ea typeface="+mn-ea"/>
                <a:cs typeface="+mn-cs"/>
              </a:rPr>
              <a:t>🤖</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638521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D8404-5CD6-D917-F664-FCD4388E9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7EE0D-DF90-22E5-011B-17184FE5564D}"/>
              </a:ext>
            </a:extLst>
          </p:cNvPr>
          <p:cNvSpPr>
            <a:spLocks noGrp="1"/>
          </p:cNvSpPr>
          <p:nvPr>
            <p:ph type="title"/>
          </p:nvPr>
        </p:nvSpPr>
        <p:spPr/>
        <p:txBody>
          <a:bodyPr/>
          <a:lstStyle/>
          <a:p>
            <a:r>
              <a:rPr lang="en-US"/>
              <a:t>Anatomy of a workflow</a:t>
            </a:r>
          </a:p>
        </p:txBody>
      </p:sp>
      <p:sp>
        <p:nvSpPr>
          <p:cNvPr id="16" name="TextBox 15">
            <a:extLst>
              <a:ext uri="{FF2B5EF4-FFF2-40B4-BE49-F238E27FC236}">
                <a16:creationId xmlns:a16="http://schemas.microsoft.com/office/drawing/2014/main" id="{377413C7-7F8F-490C-D639-219CE94B9359}"/>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9" name="Rounded Rectangular Callout 8">
            <a:extLst>
              <a:ext uri="{FF2B5EF4-FFF2-40B4-BE49-F238E27FC236}">
                <a16:creationId xmlns:a16="http://schemas.microsoft.com/office/drawing/2014/main" id="{E8F20E44-FEB0-AE5D-37A6-C42CACDDCD49}"/>
              </a:ext>
            </a:extLst>
          </p:cNvPr>
          <p:cNvSpPr/>
          <p:nvPr/>
        </p:nvSpPr>
        <p:spPr>
          <a:xfrm>
            <a:off x="1385620" y="2487708"/>
            <a:ext cx="1151664" cy="632132"/>
          </a:xfrm>
          <a:prstGeom prst="wedgeRoundRectCallout">
            <a:avLst>
              <a:gd name="adj1" fmla="val -77665"/>
              <a:gd name="adj2" fmla="val -23174"/>
              <a:gd name="adj3" fmla="val 1666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Input</a:t>
            </a:r>
          </a:p>
        </p:txBody>
      </p:sp>
      <p:sp>
        <p:nvSpPr>
          <p:cNvPr id="12" name="Rectangle 11">
            <a:extLst>
              <a:ext uri="{FF2B5EF4-FFF2-40B4-BE49-F238E27FC236}">
                <a16:creationId xmlns:a16="http://schemas.microsoft.com/office/drawing/2014/main" id="{8A3E139A-20C6-1204-511A-D403B6F5A60D}"/>
              </a:ext>
            </a:extLst>
          </p:cNvPr>
          <p:cNvSpPr/>
          <p:nvPr/>
        </p:nvSpPr>
        <p:spPr bwMode="auto">
          <a:xfrm>
            <a:off x="2999401" y="2421235"/>
            <a:ext cx="1524469" cy="765078"/>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Executor</a:t>
            </a:r>
          </a:p>
        </p:txBody>
      </p:sp>
      <p:cxnSp>
        <p:nvCxnSpPr>
          <p:cNvPr id="31" name="Straight Arrow Connector 30">
            <a:extLst>
              <a:ext uri="{FF2B5EF4-FFF2-40B4-BE49-F238E27FC236}">
                <a16:creationId xmlns:a16="http://schemas.microsoft.com/office/drawing/2014/main" id="{8A344FF8-12F3-BFF5-B2F7-300B2326E50D}"/>
              </a:ext>
            </a:extLst>
          </p:cNvPr>
          <p:cNvCxnSpPr>
            <a:cxnSpLocks/>
          </p:cNvCxnSpPr>
          <p:nvPr/>
        </p:nvCxnSpPr>
        <p:spPr>
          <a:xfrm>
            <a:off x="2537284" y="2803774"/>
            <a:ext cx="462117" cy="0"/>
          </a:xfrm>
          <a:prstGeom prst="straightConnector1">
            <a:avLst/>
          </a:prstGeom>
          <a:ln w="38100">
            <a:solidFill>
              <a:srgbClr val="46A5ED"/>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ular Callout 31">
            <a:extLst>
              <a:ext uri="{FF2B5EF4-FFF2-40B4-BE49-F238E27FC236}">
                <a16:creationId xmlns:a16="http://schemas.microsoft.com/office/drawing/2014/main" id="{94FF17C9-BFA4-8148-8242-EE5577E8AB01}"/>
              </a:ext>
            </a:extLst>
          </p:cNvPr>
          <p:cNvSpPr/>
          <p:nvPr/>
        </p:nvSpPr>
        <p:spPr>
          <a:xfrm>
            <a:off x="10207120" y="2577517"/>
            <a:ext cx="1576537" cy="530524"/>
          </a:xfrm>
          <a:prstGeom prst="wedgeRoundRectCallout">
            <a:avLst>
              <a:gd name="adj1" fmla="val -22005"/>
              <a:gd name="adj2" fmla="val 46429"/>
              <a:gd name="adj3" fmla="val 1666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Output</a:t>
            </a:r>
          </a:p>
        </p:txBody>
      </p:sp>
      <p:sp>
        <p:nvSpPr>
          <p:cNvPr id="38" name="Rectangle 37">
            <a:extLst>
              <a:ext uri="{FF2B5EF4-FFF2-40B4-BE49-F238E27FC236}">
                <a16:creationId xmlns:a16="http://schemas.microsoft.com/office/drawing/2014/main" id="{B40C8D19-A2EE-6DAA-4621-8EF65AADED6C}"/>
              </a:ext>
            </a:extLst>
          </p:cNvPr>
          <p:cNvSpPr/>
          <p:nvPr/>
        </p:nvSpPr>
        <p:spPr bwMode="auto">
          <a:xfrm>
            <a:off x="5613201" y="2421235"/>
            <a:ext cx="1524469" cy="765078"/>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Executor</a:t>
            </a:r>
          </a:p>
        </p:txBody>
      </p:sp>
      <p:cxnSp>
        <p:nvCxnSpPr>
          <p:cNvPr id="39" name="Straight Arrow Connector 38">
            <a:extLst>
              <a:ext uri="{FF2B5EF4-FFF2-40B4-BE49-F238E27FC236}">
                <a16:creationId xmlns:a16="http://schemas.microsoft.com/office/drawing/2014/main" id="{935DA3AB-8A5D-9AF9-755E-6354A1F483AB}"/>
              </a:ext>
            </a:extLst>
          </p:cNvPr>
          <p:cNvCxnSpPr>
            <a:cxnSpLocks/>
            <a:stCxn id="38" idx="3"/>
            <a:endCxn id="40" idx="1"/>
          </p:cNvCxnSpPr>
          <p:nvPr/>
        </p:nvCxnSpPr>
        <p:spPr>
          <a:xfrm>
            <a:off x="7137670" y="2803774"/>
            <a:ext cx="1089331"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B18039F2-7801-6875-AB71-B6E662A929FE}"/>
              </a:ext>
            </a:extLst>
          </p:cNvPr>
          <p:cNvSpPr/>
          <p:nvPr/>
        </p:nvSpPr>
        <p:spPr bwMode="auto">
          <a:xfrm>
            <a:off x="8227001" y="2421235"/>
            <a:ext cx="1524469" cy="765078"/>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Executor</a:t>
            </a:r>
          </a:p>
        </p:txBody>
      </p:sp>
      <p:cxnSp>
        <p:nvCxnSpPr>
          <p:cNvPr id="41" name="Straight Arrow Connector 40">
            <a:extLst>
              <a:ext uri="{FF2B5EF4-FFF2-40B4-BE49-F238E27FC236}">
                <a16:creationId xmlns:a16="http://schemas.microsoft.com/office/drawing/2014/main" id="{B296FD02-BB1E-5619-E843-C68EDBC02C2F}"/>
              </a:ext>
            </a:extLst>
          </p:cNvPr>
          <p:cNvCxnSpPr>
            <a:cxnSpLocks/>
          </p:cNvCxnSpPr>
          <p:nvPr/>
        </p:nvCxnSpPr>
        <p:spPr>
          <a:xfrm>
            <a:off x="9751470" y="2842779"/>
            <a:ext cx="462117" cy="0"/>
          </a:xfrm>
          <a:prstGeom prst="straightConnector1">
            <a:avLst/>
          </a:prstGeom>
          <a:ln w="38100">
            <a:solidFill>
              <a:srgbClr val="D764D4"/>
            </a:solidFill>
            <a:tailEnd type="triangle"/>
          </a:ln>
        </p:spPr>
        <p:style>
          <a:lnRef idx="2">
            <a:schemeClr val="accent1"/>
          </a:lnRef>
          <a:fillRef idx="0">
            <a:schemeClr val="accent1"/>
          </a:fillRef>
          <a:effectRef idx="1">
            <a:schemeClr val="accent1"/>
          </a:effectRef>
          <a:fontRef idx="minor">
            <a:schemeClr val="tx1"/>
          </a:fontRef>
        </p:style>
      </p:cxnSp>
      <p:sp>
        <p:nvSpPr>
          <p:cNvPr id="42" name="Content Placeholder 2">
            <a:extLst>
              <a:ext uri="{FF2B5EF4-FFF2-40B4-BE49-F238E27FC236}">
                <a16:creationId xmlns:a16="http://schemas.microsoft.com/office/drawing/2014/main" id="{717E98FF-AA93-63FE-5C88-EE4E08D7CB3B}"/>
              </a:ext>
            </a:extLst>
          </p:cNvPr>
          <p:cNvSpPr txBox="1">
            <a:spLocks/>
          </p:cNvSpPr>
          <p:nvPr/>
        </p:nvSpPr>
        <p:spPr>
          <a:xfrm>
            <a:off x="1120536" y="1633752"/>
            <a:ext cx="11059165" cy="4714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 workflow is a graph with </a:t>
            </a:r>
            <a:r>
              <a:rPr kumimoji="0" lang="en-US" sz="2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Executor</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 nodes and edges between them:</a:t>
            </a:r>
          </a:p>
        </p:txBody>
      </p:sp>
      <p:sp>
        <p:nvSpPr>
          <p:cNvPr id="43" name="Content Placeholder 2">
            <a:extLst>
              <a:ext uri="{FF2B5EF4-FFF2-40B4-BE49-F238E27FC236}">
                <a16:creationId xmlns:a16="http://schemas.microsoft.com/office/drawing/2014/main" id="{533F9F92-DE55-6659-BBB6-2C5B947655F0}"/>
              </a:ext>
            </a:extLst>
          </p:cNvPr>
          <p:cNvSpPr txBox="1">
            <a:spLocks/>
          </p:cNvSpPr>
          <p:nvPr/>
        </p:nvSpPr>
        <p:spPr>
          <a:xfrm>
            <a:off x="4523870" y="2460240"/>
            <a:ext cx="1089330" cy="4714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prstClr val="black"/>
                </a:solidFill>
                <a:effectLst/>
                <a:uLnTx/>
                <a:uFillTx/>
                <a:latin typeface="Aptos" panose="02110004020202020204"/>
                <a:ea typeface="+mn-ea"/>
                <a:cs typeface="+mn-cs"/>
              </a:rPr>
              <a:t>edge</a:t>
            </a:r>
          </a:p>
        </p:txBody>
      </p:sp>
      <p:sp>
        <p:nvSpPr>
          <p:cNvPr id="44" name="Content Placeholder 2">
            <a:extLst>
              <a:ext uri="{FF2B5EF4-FFF2-40B4-BE49-F238E27FC236}">
                <a16:creationId xmlns:a16="http://schemas.microsoft.com/office/drawing/2014/main" id="{DAA6E5CA-2963-2331-A5F6-427A647AF1A1}"/>
              </a:ext>
            </a:extLst>
          </p:cNvPr>
          <p:cNvSpPr txBox="1">
            <a:spLocks/>
          </p:cNvSpPr>
          <p:nvPr/>
        </p:nvSpPr>
        <p:spPr>
          <a:xfrm>
            <a:off x="7137669" y="2445380"/>
            <a:ext cx="1089332" cy="4714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prstClr val="black"/>
                </a:solidFill>
                <a:effectLst/>
                <a:uLnTx/>
                <a:uFillTx/>
                <a:latin typeface="Aptos" panose="02110004020202020204"/>
                <a:ea typeface="+mn-ea"/>
                <a:cs typeface="+mn-cs"/>
              </a:rPr>
              <a:t>edge</a:t>
            </a:r>
          </a:p>
        </p:txBody>
      </p:sp>
      <p:cxnSp>
        <p:nvCxnSpPr>
          <p:cNvPr id="49" name="Straight Arrow Connector 48">
            <a:extLst>
              <a:ext uri="{FF2B5EF4-FFF2-40B4-BE49-F238E27FC236}">
                <a16:creationId xmlns:a16="http://schemas.microsoft.com/office/drawing/2014/main" id="{82F1BDFD-2E50-A1FD-F23E-548889F1D436}"/>
              </a:ext>
            </a:extLst>
          </p:cNvPr>
          <p:cNvCxnSpPr>
            <a:cxnSpLocks/>
          </p:cNvCxnSpPr>
          <p:nvPr/>
        </p:nvCxnSpPr>
        <p:spPr>
          <a:xfrm>
            <a:off x="4523870" y="2803774"/>
            <a:ext cx="1089331"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Content Placeholder 2">
            <a:extLst>
              <a:ext uri="{FF2B5EF4-FFF2-40B4-BE49-F238E27FC236}">
                <a16:creationId xmlns:a16="http://schemas.microsoft.com/office/drawing/2014/main" id="{322F9BB7-9194-6DB9-B5B7-82B5948682DA}"/>
              </a:ext>
            </a:extLst>
          </p:cNvPr>
          <p:cNvSpPr txBox="1">
            <a:spLocks/>
          </p:cNvSpPr>
          <p:nvPr/>
        </p:nvSpPr>
        <p:spPr>
          <a:xfrm>
            <a:off x="1068801" y="3568851"/>
            <a:ext cx="10054398" cy="7623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Each executor subclass defines handler methods that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receive messages</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 and may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send messages to next executor</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 and/or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yield outputs:</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4" name="TextBox 53">
            <a:extLst>
              <a:ext uri="{FF2B5EF4-FFF2-40B4-BE49-F238E27FC236}">
                <a16:creationId xmlns:a16="http://schemas.microsoft.com/office/drawing/2014/main" id="{EE505E43-BC09-1694-2C78-0694A9E03E62}"/>
              </a:ext>
            </a:extLst>
          </p:cNvPr>
          <p:cNvSpPr txBox="1"/>
          <p:nvPr/>
        </p:nvSpPr>
        <p:spPr>
          <a:xfrm>
            <a:off x="1091657" y="4355909"/>
            <a:ext cx="10692000" cy="2397323"/>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class</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SampleExecutor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Executor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@handler</a:t>
            </a:r>
            <a:endPar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async</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sample_handler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self</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WorkflowContext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await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send_message</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upper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800"/>
              </a:spcBef>
              <a:spcAft>
                <a:spcPts val="0"/>
              </a:spcAft>
              <a:buClrTx/>
              <a:buSzTx/>
              <a:buFontTx/>
              <a:buNone/>
              <a:tabLst/>
              <a:defRPr/>
            </a:pPr>
            <a:r>
              <a:rPr kumimoji="0" lang="en-US" sz="19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class</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OutputExecutor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Executor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@handler</a:t>
            </a:r>
            <a:endPar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async</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sample_handler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self</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WorkflowContext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Never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 str</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9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await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yield_output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9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9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Tree>
    <p:extLst>
      <p:ext uri="{BB962C8B-B14F-4D97-AF65-F5344CB8AC3E}">
        <p14:creationId xmlns:p14="http://schemas.microsoft.com/office/powerpoint/2010/main" val="1233234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3E88-E963-E7C7-97FA-4FECAB550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17D8C-D840-530C-E007-20633F3BB274}"/>
              </a:ext>
            </a:extLst>
          </p:cNvPr>
          <p:cNvSpPr>
            <a:spLocks noGrp="1"/>
          </p:cNvSpPr>
          <p:nvPr>
            <p:ph type="title"/>
          </p:nvPr>
        </p:nvSpPr>
        <p:spPr/>
        <p:txBody>
          <a:bodyPr/>
          <a:lstStyle/>
          <a:p>
            <a:r>
              <a:rPr lang="en-US"/>
              <a:t>Building a workflow</a:t>
            </a:r>
          </a:p>
        </p:txBody>
      </p:sp>
      <p:sp>
        <p:nvSpPr>
          <p:cNvPr id="3" name="Content Placeholder 2">
            <a:extLst>
              <a:ext uri="{FF2B5EF4-FFF2-40B4-BE49-F238E27FC236}">
                <a16:creationId xmlns:a16="http://schemas.microsoft.com/office/drawing/2014/main" id="{288CED59-3565-6FE5-B30F-000FEA50E64E}"/>
              </a:ext>
            </a:extLst>
          </p:cNvPr>
          <p:cNvSpPr>
            <a:spLocks noGrp="1"/>
          </p:cNvSpPr>
          <p:nvPr>
            <p:ph idx="1"/>
          </p:nvPr>
        </p:nvSpPr>
        <p:spPr>
          <a:xfrm>
            <a:off x="1049416" y="1746749"/>
            <a:ext cx="10985100" cy="531047"/>
          </a:xfrm>
        </p:spPr>
        <p:txBody>
          <a:bodyPr>
            <a:noAutofit/>
          </a:bodyPr>
          <a:lstStyle/>
          <a:p>
            <a:pPr marL="0" indent="0">
              <a:buNone/>
            </a:pPr>
            <a:r>
              <a:rPr lang="en-US" sz="2400"/>
              <a:t>Use </a:t>
            </a:r>
            <a:r>
              <a:rPr lang="en-US" sz="2400">
                <a:latin typeface="Consolas" panose="020B0609020204030204" pitchFamily="49" charset="0"/>
                <a:cs typeface="Consolas" panose="020B0609020204030204" pitchFamily="49" charset="0"/>
              </a:rPr>
              <a:t>WorkflowBuilder() </a:t>
            </a:r>
            <a:r>
              <a:rPr lang="en-US" sz="2400"/>
              <a:t>to connect instances of </a:t>
            </a:r>
            <a:r>
              <a:rPr lang="en-US" sz="2400">
                <a:latin typeface="Consolas" panose="020B0609020204030204" pitchFamily="49" charset="0"/>
                <a:cs typeface="Consolas" panose="020B0609020204030204" pitchFamily="49" charset="0"/>
              </a:rPr>
              <a:t>Executor() </a:t>
            </a:r>
            <a:r>
              <a:rPr lang="en-US" sz="2400">
                <a:latin typeface="Aptos" panose="020B0004020202020204" pitchFamily="34" charset="0"/>
                <a:cs typeface="Consolas" panose="020B0609020204030204" pitchFamily="49" charset="0"/>
              </a:rPr>
              <a:t>subclasses</a:t>
            </a:r>
            <a:r>
              <a:rPr lang="en-US" sz="2400"/>
              <a:t>:</a:t>
            </a:r>
          </a:p>
        </p:txBody>
      </p:sp>
      <p:sp>
        <p:nvSpPr>
          <p:cNvPr id="7" name="TextBox 6">
            <a:extLst>
              <a:ext uri="{FF2B5EF4-FFF2-40B4-BE49-F238E27FC236}">
                <a16:creationId xmlns:a16="http://schemas.microsoft.com/office/drawing/2014/main" id="{9C0F48A3-2C41-0F56-31D3-3981A4B4B238}"/>
              </a:ext>
            </a:extLst>
          </p:cNvPr>
          <p:cNvSpPr txBox="1"/>
          <p:nvPr/>
        </p:nvSpPr>
        <p:spPr>
          <a:xfrm>
            <a:off x="1132793" y="2370065"/>
            <a:ext cx="7996134" cy="3748719"/>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agent_framework</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WorkflowBuilder</a:t>
            </a:r>
            <a:endPar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extract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ExtractExecutor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"extract"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chunk</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ChunkExecutor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"chunk"</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embed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EmbedExecutor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"embed"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WorkflowBuilder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start_executor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extract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extract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chunk</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chunk</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embed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build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events</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pdf_path</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outputs</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events</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get_outputs</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16" name="TextBox 15">
            <a:extLst>
              <a:ext uri="{FF2B5EF4-FFF2-40B4-BE49-F238E27FC236}">
                <a16:creationId xmlns:a16="http://schemas.microsoft.com/office/drawing/2014/main" id="{D4A03BBE-590C-A83D-FA70-D5648D5E7160}"/>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22" name="TextBox 21">
            <a:extLst>
              <a:ext uri="{FF2B5EF4-FFF2-40B4-BE49-F238E27FC236}">
                <a16:creationId xmlns:a16="http://schemas.microsoft.com/office/drawing/2014/main" id="{6845DBD9-C562-9ABC-248D-6A13003371FC}"/>
              </a:ext>
            </a:extLst>
          </p:cNvPr>
          <p:cNvSpPr txBox="1"/>
          <p:nvPr/>
        </p:nvSpPr>
        <p:spPr>
          <a:xfrm>
            <a:off x="1132793" y="6245853"/>
            <a:ext cx="4110612"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2"/>
              </a:rPr>
              <a:t>workflow_rag_ingest.py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D8875668-026C-C4B4-7938-E4EC6D962BC1}"/>
              </a:ext>
            </a:extLst>
          </p:cNvPr>
          <p:cNvSpPr/>
          <p:nvPr/>
        </p:nvSpPr>
        <p:spPr bwMode="auto">
          <a:xfrm>
            <a:off x="9335228" y="3092842"/>
            <a:ext cx="2503041" cy="672316"/>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ExtractExecutor</a:t>
            </a:r>
          </a:p>
        </p:txBody>
      </p:sp>
      <p:sp>
        <p:nvSpPr>
          <p:cNvPr id="24" name="Rectangle 23">
            <a:extLst>
              <a:ext uri="{FF2B5EF4-FFF2-40B4-BE49-F238E27FC236}">
                <a16:creationId xmlns:a16="http://schemas.microsoft.com/office/drawing/2014/main" id="{F006E059-B5F8-734A-E7E8-E7AC1AA65758}"/>
              </a:ext>
            </a:extLst>
          </p:cNvPr>
          <p:cNvSpPr/>
          <p:nvPr/>
        </p:nvSpPr>
        <p:spPr bwMode="auto">
          <a:xfrm>
            <a:off x="9335228" y="4181921"/>
            <a:ext cx="2503041" cy="672316"/>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ChunkExecutor</a:t>
            </a:r>
          </a:p>
        </p:txBody>
      </p:sp>
      <p:sp>
        <p:nvSpPr>
          <p:cNvPr id="25" name="Rectangle 24">
            <a:extLst>
              <a:ext uri="{FF2B5EF4-FFF2-40B4-BE49-F238E27FC236}">
                <a16:creationId xmlns:a16="http://schemas.microsoft.com/office/drawing/2014/main" id="{D8FD2BB8-3031-B6DA-18DD-4212B1A5C3F7}"/>
              </a:ext>
            </a:extLst>
          </p:cNvPr>
          <p:cNvSpPr/>
          <p:nvPr/>
        </p:nvSpPr>
        <p:spPr bwMode="auto">
          <a:xfrm>
            <a:off x="9335228" y="5271000"/>
            <a:ext cx="2503041" cy="672316"/>
          </a:xfrm>
          <a:prstGeom prst="rect">
            <a:avLst/>
          </a:prstGeom>
          <a:solidFill>
            <a:schemeClr val="tx1"/>
          </a:solidFill>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err="1">
                <a:ln>
                  <a:noFill/>
                </a:ln>
                <a:solidFill>
                  <a:prstClr val="white"/>
                </a:solidFill>
                <a:effectLst/>
                <a:uLnTx/>
                <a:uFillTx/>
                <a:latin typeface="Aptos" panose="02110004020202020204"/>
                <a:ea typeface="Segoe UI" pitchFamily="34" charset="0"/>
                <a:cs typeface="Segoe UI" pitchFamily="34" charset="0"/>
              </a:rPr>
              <a:t>EmbedExecutor</a:t>
            </a:r>
          </a:p>
        </p:txBody>
      </p:sp>
      <p:cxnSp>
        <p:nvCxnSpPr>
          <p:cNvPr id="26" name="Straight Arrow Connector 25">
            <a:extLst>
              <a:ext uri="{FF2B5EF4-FFF2-40B4-BE49-F238E27FC236}">
                <a16:creationId xmlns:a16="http://schemas.microsoft.com/office/drawing/2014/main" id="{6494CE02-C71B-6E27-289D-26F00FA7450A}"/>
              </a:ext>
            </a:extLst>
          </p:cNvPr>
          <p:cNvCxnSpPr>
            <a:cxnSpLocks/>
            <a:stCxn id="23" idx="2"/>
            <a:endCxn id="24" idx="0"/>
          </p:cNvCxnSpPr>
          <p:nvPr/>
        </p:nvCxnSpPr>
        <p:spPr>
          <a:xfrm>
            <a:off x="10586749" y="3765158"/>
            <a:ext cx="0" cy="41676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58E9AE0-3225-7BC1-D1D4-9E07258CA355}"/>
              </a:ext>
            </a:extLst>
          </p:cNvPr>
          <p:cNvCxnSpPr>
            <a:cxnSpLocks/>
          </p:cNvCxnSpPr>
          <p:nvPr/>
        </p:nvCxnSpPr>
        <p:spPr>
          <a:xfrm>
            <a:off x="10586748" y="4854237"/>
            <a:ext cx="0" cy="41676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ular Callout 29">
            <a:extLst>
              <a:ext uri="{FF2B5EF4-FFF2-40B4-BE49-F238E27FC236}">
                <a16:creationId xmlns:a16="http://schemas.microsoft.com/office/drawing/2014/main" id="{13B39BA7-5A0D-3211-28DF-27A8498217A0}"/>
              </a:ext>
            </a:extLst>
          </p:cNvPr>
          <p:cNvSpPr/>
          <p:nvPr/>
        </p:nvSpPr>
        <p:spPr>
          <a:xfrm>
            <a:off x="9798479" y="6176995"/>
            <a:ext cx="1576537" cy="530524"/>
          </a:xfrm>
          <a:prstGeom prst="wedgeRoundRectCallout">
            <a:avLst>
              <a:gd name="adj1" fmla="val -22005"/>
              <a:gd name="adj2" fmla="val 46429"/>
              <a:gd name="adj3" fmla="val 1666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Output</a:t>
            </a:r>
          </a:p>
        </p:txBody>
      </p:sp>
      <p:cxnSp>
        <p:nvCxnSpPr>
          <p:cNvPr id="31" name="Straight Arrow Connector 30">
            <a:extLst>
              <a:ext uri="{FF2B5EF4-FFF2-40B4-BE49-F238E27FC236}">
                <a16:creationId xmlns:a16="http://schemas.microsoft.com/office/drawing/2014/main" id="{F940C35A-C863-9410-635B-833AB19124B9}"/>
              </a:ext>
            </a:extLst>
          </p:cNvPr>
          <p:cNvCxnSpPr>
            <a:cxnSpLocks/>
            <a:endCxn id="30" idx="0"/>
          </p:cNvCxnSpPr>
          <p:nvPr/>
        </p:nvCxnSpPr>
        <p:spPr>
          <a:xfrm>
            <a:off x="10586748" y="5943316"/>
            <a:ext cx="0" cy="233679"/>
          </a:xfrm>
          <a:prstGeom prst="straightConnector1">
            <a:avLst/>
          </a:prstGeom>
          <a:ln w="38100">
            <a:solidFill>
              <a:srgbClr val="D764D4"/>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ular Callout 33">
            <a:extLst>
              <a:ext uri="{FF2B5EF4-FFF2-40B4-BE49-F238E27FC236}">
                <a16:creationId xmlns:a16="http://schemas.microsoft.com/office/drawing/2014/main" id="{0312B085-EB53-142D-6025-EDDB6A12B831}"/>
              </a:ext>
            </a:extLst>
          </p:cNvPr>
          <p:cNvSpPr/>
          <p:nvPr/>
        </p:nvSpPr>
        <p:spPr>
          <a:xfrm>
            <a:off x="9990920" y="2318809"/>
            <a:ext cx="1151664" cy="531047"/>
          </a:xfrm>
          <a:prstGeom prst="wedgeRoundRectCallout">
            <a:avLst>
              <a:gd name="adj1" fmla="val -65128"/>
              <a:gd name="adj2" fmla="val -21361"/>
              <a:gd name="adj3" fmla="val 1666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Input</a:t>
            </a:r>
          </a:p>
        </p:txBody>
      </p:sp>
      <p:cxnSp>
        <p:nvCxnSpPr>
          <p:cNvPr id="35" name="Straight Arrow Connector 34">
            <a:extLst>
              <a:ext uri="{FF2B5EF4-FFF2-40B4-BE49-F238E27FC236}">
                <a16:creationId xmlns:a16="http://schemas.microsoft.com/office/drawing/2014/main" id="{FB9BCFBE-528E-8B3C-13EB-DEDFF9C34E9D}"/>
              </a:ext>
            </a:extLst>
          </p:cNvPr>
          <p:cNvCxnSpPr>
            <a:cxnSpLocks/>
            <a:endCxn id="23" idx="0"/>
          </p:cNvCxnSpPr>
          <p:nvPr/>
        </p:nvCxnSpPr>
        <p:spPr>
          <a:xfrm>
            <a:off x="10586748" y="2849856"/>
            <a:ext cx="1" cy="242986"/>
          </a:xfrm>
          <a:prstGeom prst="straightConnector1">
            <a:avLst/>
          </a:prstGeom>
          <a:ln w="38100">
            <a:solidFill>
              <a:srgbClr val="46A5ED"/>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47070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6343-2BFF-6B10-7F96-4C19E91E0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3A1FD-0142-121F-C55E-9DD44D44EC6A}"/>
              </a:ext>
            </a:extLst>
          </p:cNvPr>
          <p:cNvSpPr>
            <a:spLocks noGrp="1"/>
          </p:cNvSpPr>
          <p:nvPr>
            <p:ph type="title"/>
          </p:nvPr>
        </p:nvSpPr>
        <p:spPr/>
        <p:txBody>
          <a:bodyPr/>
          <a:lstStyle/>
          <a:p>
            <a:r>
              <a:rPr lang="en-US"/>
              <a:t>Visualize workflows with DevUI</a:t>
            </a:r>
          </a:p>
        </p:txBody>
      </p:sp>
      <p:sp>
        <p:nvSpPr>
          <p:cNvPr id="5" name="Content Placeholder 4">
            <a:extLst>
              <a:ext uri="{FF2B5EF4-FFF2-40B4-BE49-F238E27FC236}">
                <a16:creationId xmlns:a16="http://schemas.microsoft.com/office/drawing/2014/main" id="{2CA60255-05FE-DC78-0AE3-842170DB50E5}"/>
              </a:ext>
            </a:extLst>
          </p:cNvPr>
          <p:cNvSpPr>
            <a:spLocks noGrp="1"/>
          </p:cNvSpPr>
          <p:nvPr>
            <p:ph idx="1"/>
          </p:nvPr>
        </p:nvSpPr>
        <p:spPr>
          <a:xfrm>
            <a:off x="1049416" y="2215515"/>
            <a:ext cx="3777253" cy="357082"/>
          </a:xfrm>
          <a:solidFill>
            <a:schemeClr val="bg1">
              <a:lumMod val="95000"/>
            </a:schemeClr>
          </a:solidFill>
        </p:spPr>
        <p:txBody>
          <a:bodyPr>
            <a:noAutofit/>
          </a:bodyPr>
          <a:lstStyle/>
          <a:p>
            <a:pPr marL="0" indent="0">
              <a:buNone/>
            </a:pPr>
            <a:r>
              <a:rPr lang="en-US" sz="2000">
                <a:latin typeface="Consolas" panose="020B0609020204030204" pitchFamily="49" charset="0"/>
                <a:cs typeface="Consolas" panose="020B0609020204030204" pitchFamily="49" charset="0"/>
              </a:rPr>
              <a:t>agent-framework-devui</a:t>
            </a:r>
          </a:p>
        </p:txBody>
      </p:sp>
      <p:sp>
        <p:nvSpPr>
          <p:cNvPr id="11" name="TextBox 10">
            <a:extLst>
              <a:ext uri="{FF2B5EF4-FFF2-40B4-BE49-F238E27FC236}">
                <a16:creationId xmlns:a16="http://schemas.microsoft.com/office/drawing/2014/main" id="{C9F3F3B9-3797-2E05-4A32-9E736445EC6F}"/>
              </a:ext>
            </a:extLst>
          </p:cNvPr>
          <p:cNvSpPr txBox="1"/>
          <p:nvPr/>
        </p:nvSpPr>
        <p:spPr>
          <a:xfrm>
            <a:off x="1049416" y="3252551"/>
            <a:ext cx="10627110" cy="759182"/>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1200"/>
              </a:spcAft>
              <a:buClrTx/>
              <a:buSzTx/>
              <a:buFontTx/>
              <a:buNone/>
              <a:tabLst/>
              <a:defRPr/>
            </a:pP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agent_framework</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devui</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serve</a:t>
            </a: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serve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entities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auto_open</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12" name="TextBox 11">
            <a:extLst>
              <a:ext uri="{FF2B5EF4-FFF2-40B4-BE49-F238E27FC236}">
                <a16:creationId xmlns:a16="http://schemas.microsoft.com/office/drawing/2014/main" id="{5238F1B2-E9FD-1F0B-08A8-1584B24CD8FF}"/>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7" name="Content Placeholder 2">
            <a:extLst>
              <a:ext uri="{FF2B5EF4-FFF2-40B4-BE49-F238E27FC236}">
                <a16:creationId xmlns:a16="http://schemas.microsoft.com/office/drawing/2014/main" id="{1CDE2280-0210-EB3E-AFD8-C42F8482D33F}"/>
              </a:ext>
            </a:extLst>
          </p:cNvPr>
          <p:cNvSpPr txBox="1">
            <a:spLocks/>
          </p:cNvSpPr>
          <p:nvPr/>
        </p:nvSpPr>
        <p:spPr>
          <a:xfrm>
            <a:off x="1049416" y="1746749"/>
            <a:ext cx="10985100"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Install the devui package:</a:t>
            </a:r>
          </a:p>
        </p:txBody>
      </p:sp>
      <p:sp>
        <p:nvSpPr>
          <p:cNvPr id="8" name="Content Placeholder 2">
            <a:extLst>
              <a:ext uri="{FF2B5EF4-FFF2-40B4-BE49-F238E27FC236}">
                <a16:creationId xmlns:a16="http://schemas.microsoft.com/office/drawing/2014/main" id="{94460B4B-6B3C-DA96-D4DE-BB40E5524934}"/>
              </a:ext>
            </a:extLst>
          </p:cNvPr>
          <p:cNvSpPr txBox="1">
            <a:spLocks/>
          </p:cNvSpPr>
          <p:nvPr/>
        </p:nvSpPr>
        <p:spPr>
          <a:xfrm>
            <a:off x="1049416" y="2802433"/>
            <a:ext cx="10985100"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Point devui to the workflow:</a:t>
            </a:r>
          </a:p>
        </p:txBody>
      </p:sp>
      <p:pic>
        <p:nvPicPr>
          <p:cNvPr id="27" name="Picture 26" descr="A screenshot of a computer&#10;&#10;AI-generated content may be incorrect.">
            <a:extLst>
              <a:ext uri="{FF2B5EF4-FFF2-40B4-BE49-F238E27FC236}">
                <a16:creationId xmlns:a16="http://schemas.microsoft.com/office/drawing/2014/main" id="{B5474830-4DC4-8389-3F17-51A0383058BF}"/>
              </a:ext>
            </a:extLst>
          </p:cNvPr>
          <p:cNvPicPr>
            <a:picLocks noChangeAspect="1"/>
          </p:cNvPicPr>
          <p:nvPr/>
        </p:nvPicPr>
        <p:blipFill>
          <a:blip r:embed="rId2">
            <a:extLst>
              <a:ext uri="{28A0092B-C50C-407E-A947-70E740481C1C}">
                <a14:useLocalDpi xmlns:a14="http://schemas.microsoft.com/office/drawing/2010/main" val="0"/>
              </a:ext>
            </a:extLst>
          </a:blip>
          <a:srcRect l="3686" t="33686" r="36748" b="28785"/>
          <a:stretch>
            <a:fillRect/>
          </a:stretch>
        </p:blipFill>
        <p:spPr>
          <a:xfrm>
            <a:off x="956634" y="4580205"/>
            <a:ext cx="8264368" cy="2556552"/>
          </a:xfrm>
          <a:prstGeom prst="rect">
            <a:avLst/>
          </a:prstGeom>
        </p:spPr>
      </p:pic>
      <p:sp>
        <p:nvSpPr>
          <p:cNvPr id="28" name="Content Placeholder 2">
            <a:extLst>
              <a:ext uri="{FF2B5EF4-FFF2-40B4-BE49-F238E27FC236}">
                <a16:creationId xmlns:a16="http://schemas.microsoft.com/office/drawing/2014/main" id="{375E90BC-40EE-46A8-70E8-6A65E42EC828}"/>
              </a:ext>
            </a:extLst>
          </p:cNvPr>
          <p:cNvSpPr txBox="1">
            <a:spLocks/>
          </p:cNvSpPr>
          <p:nvPr/>
        </p:nvSpPr>
        <p:spPr>
          <a:xfrm>
            <a:off x="1049416" y="4285404"/>
            <a:ext cx="10985100"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Run the workflow and see the progress through each node:</a:t>
            </a:r>
          </a:p>
        </p:txBody>
      </p:sp>
    </p:spTree>
    <p:extLst>
      <p:ext uri="{BB962C8B-B14F-4D97-AF65-F5344CB8AC3E}">
        <p14:creationId xmlns:p14="http://schemas.microsoft.com/office/powerpoint/2010/main" val="8649476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012DB-0586-FDA0-E4A8-5DEE2AAF9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8DC01-DE55-BAC1-DE95-392B0F0B720D}"/>
              </a:ext>
            </a:extLst>
          </p:cNvPr>
          <p:cNvSpPr>
            <a:spLocks noGrp="1"/>
          </p:cNvSpPr>
          <p:nvPr>
            <p:ph type="title"/>
          </p:nvPr>
        </p:nvSpPr>
        <p:spPr/>
        <p:txBody>
          <a:bodyPr/>
          <a:lstStyle/>
          <a:p>
            <a:r>
              <a:rPr lang="en-US"/>
              <a:t>Workflows with Agent executors</a:t>
            </a:r>
          </a:p>
        </p:txBody>
      </p:sp>
      <p:sp>
        <p:nvSpPr>
          <p:cNvPr id="8" name="TextBox 7">
            <a:extLst>
              <a:ext uri="{FF2B5EF4-FFF2-40B4-BE49-F238E27FC236}">
                <a16:creationId xmlns:a16="http://schemas.microsoft.com/office/drawing/2014/main" id="{45E4EA69-A63D-8634-B1F7-C3DC48969952}"/>
              </a:ext>
            </a:extLst>
          </p:cNvPr>
          <p:cNvSpPr txBox="1"/>
          <p:nvPr/>
        </p:nvSpPr>
        <p:spPr>
          <a:xfrm>
            <a:off x="1049416" y="3586921"/>
            <a:ext cx="10706015" cy="2812821"/>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name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"You are a concise content 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endPar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120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client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name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"Reviewer"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instructions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"Review content based on clarity, accuracy, and structure."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WorkflowBuilder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start_executor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build</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endPar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p:txBody>
      </p:sp>
      <p:sp>
        <p:nvSpPr>
          <p:cNvPr id="9" name="TextBox 8">
            <a:extLst>
              <a:ext uri="{FF2B5EF4-FFF2-40B4-BE49-F238E27FC236}">
                <a16:creationId xmlns:a16="http://schemas.microsoft.com/office/drawing/2014/main" id="{7D20F897-E3A3-50BE-541B-755C4CC02DDE}"/>
              </a:ext>
            </a:extLst>
          </p:cNvPr>
          <p:cNvSpPr txBox="1"/>
          <p:nvPr/>
        </p:nvSpPr>
        <p:spPr>
          <a:xfrm>
            <a:off x="1169523" y="6476686"/>
            <a:ext cx="371896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3"/>
              </a:rPr>
              <a:t>workflow_agents.py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81EF9475-24A1-B5D5-0A7C-88DDEB6A3B03}"/>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pic>
        <p:nvPicPr>
          <p:cNvPr id="5" name="Picture 4" descr="A diagram of a link between two squares&#10;&#10;AI-generated content may be incorrect.">
            <a:extLst>
              <a:ext uri="{FF2B5EF4-FFF2-40B4-BE49-F238E27FC236}">
                <a16:creationId xmlns:a16="http://schemas.microsoft.com/office/drawing/2014/main" id="{A98D1698-6BEF-7404-A541-EAD6209A4E5F}"/>
              </a:ext>
            </a:extLst>
          </p:cNvPr>
          <p:cNvPicPr>
            <a:picLocks noChangeAspect="1"/>
          </p:cNvPicPr>
          <p:nvPr/>
        </p:nvPicPr>
        <p:blipFill>
          <a:blip r:embed="rId4">
            <a:extLst>
              <a:ext uri="{28A0092B-C50C-407E-A947-70E740481C1C}">
                <a14:useLocalDpi xmlns:a14="http://schemas.microsoft.com/office/drawing/2010/main" val="0"/>
              </a:ext>
            </a:extLst>
          </a:blip>
          <a:srcRect t="10934" b="11699"/>
          <a:stretch>
            <a:fillRect/>
          </a:stretch>
        </p:blipFill>
        <p:spPr>
          <a:xfrm>
            <a:off x="1019461" y="2188430"/>
            <a:ext cx="7279687" cy="1325564"/>
          </a:xfrm>
          <a:prstGeom prst="rect">
            <a:avLst/>
          </a:prstGeom>
        </p:spPr>
      </p:pic>
      <p:sp>
        <p:nvSpPr>
          <p:cNvPr id="13" name="Content Placeholder 2">
            <a:extLst>
              <a:ext uri="{FF2B5EF4-FFF2-40B4-BE49-F238E27FC236}">
                <a16:creationId xmlns:a16="http://schemas.microsoft.com/office/drawing/2014/main" id="{49D10DB3-8DB9-0719-410E-DD9EF7D16ECD}"/>
              </a:ext>
            </a:extLst>
          </p:cNvPr>
          <p:cNvSpPr txBox="1">
            <a:spLocks/>
          </p:cNvSpPr>
          <p:nvPr/>
        </p:nvSpPr>
        <p:spPr>
          <a:xfrm>
            <a:off x="1049416" y="1710422"/>
            <a:ext cx="10985100"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Every </a:t>
            </a:r>
            <a:r>
              <a:rPr kumimoji="0" lang="en-US" sz="2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Agent</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 instance can also be used as an </a:t>
            </a:r>
            <a:r>
              <a:rPr kumimoji="0" lang="en-US" sz="2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Executor</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 in a workflow:</a:t>
            </a:r>
          </a:p>
        </p:txBody>
      </p:sp>
    </p:spTree>
    <p:extLst>
      <p:ext uri="{BB962C8B-B14F-4D97-AF65-F5344CB8AC3E}">
        <p14:creationId xmlns:p14="http://schemas.microsoft.com/office/powerpoint/2010/main" val="936400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916CB-0BF0-2867-28EA-7358DCEAA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00224-CAAB-81B2-1466-19449DA54677}"/>
              </a:ext>
            </a:extLst>
          </p:cNvPr>
          <p:cNvSpPr>
            <a:spLocks noGrp="1"/>
          </p:cNvSpPr>
          <p:nvPr>
            <p:ph type="title"/>
          </p:nvPr>
        </p:nvSpPr>
        <p:spPr/>
        <p:txBody>
          <a:bodyPr/>
          <a:lstStyle/>
          <a:p>
            <a:r>
              <a:rPr lang="en-US"/>
              <a:t>Streaming events from workflows</a:t>
            </a:r>
          </a:p>
        </p:txBody>
      </p:sp>
      <p:sp>
        <p:nvSpPr>
          <p:cNvPr id="8" name="TextBox 7">
            <a:extLst>
              <a:ext uri="{FF2B5EF4-FFF2-40B4-BE49-F238E27FC236}">
                <a16:creationId xmlns:a16="http://schemas.microsoft.com/office/drawing/2014/main" id="{4DB1CBBF-54B5-7F22-3978-0DCFF422CD89}"/>
              </a:ext>
            </a:extLst>
          </p:cNvPr>
          <p:cNvSpPr txBox="1"/>
          <p:nvPr/>
        </p:nvSpPr>
        <p:spPr>
          <a:xfrm>
            <a:off x="1132793" y="2014654"/>
            <a:ext cx="10706015" cy="4221669"/>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async</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run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prompt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stream</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120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if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type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"started"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"[started] for workflow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name</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100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elif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type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"executor_invoked"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"[executor_invoked] from executor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executor_id</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100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elif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type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"output"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and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isinstance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data</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AgentResponseUpdate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data</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end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flush</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True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100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elif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type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"executor_completed"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"[executor_completed] from executor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executor_id</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100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elif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type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"executor_failed"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    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"[executor_failed] from executor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executor_id</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data</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100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elif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type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"error"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print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"[error]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event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data</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4" name="TextBox 3">
            <a:extLst>
              <a:ext uri="{FF2B5EF4-FFF2-40B4-BE49-F238E27FC236}">
                <a16:creationId xmlns:a16="http://schemas.microsoft.com/office/drawing/2014/main" id="{7544E6D3-AFDE-15F6-4984-887D4E5C022E}"/>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11" name="Content Placeholder 2">
            <a:extLst>
              <a:ext uri="{FF2B5EF4-FFF2-40B4-BE49-F238E27FC236}">
                <a16:creationId xmlns:a16="http://schemas.microsoft.com/office/drawing/2014/main" id="{9C6B0B7C-15F3-1F77-DC9B-B5D94B9F91F3}"/>
              </a:ext>
            </a:extLst>
          </p:cNvPr>
          <p:cNvSpPr txBox="1">
            <a:spLocks/>
          </p:cNvSpPr>
          <p:nvPr/>
        </p:nvSpPr>
        <p:spPr>
          <a:xfrm>
            <a:off x="1049416" y="1544113"/>
            <a:ext cx="10985100"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Emit events from workflows by specifying </a:t>
            </a:r>
            <a:r>
              <a:rPr kumimoji="0" lang="en-US" sz="2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stream=True</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t>
            </a:r>
          </a:p>
        </p:txBody>
      </p:sp>
      <p:sp>
        <p:nvSpPr>
          <p:cNvPr id="12" name="TextBox 11">
            <a:extLst>
              <a:ext uri="{FF2B5EF4-FFF2-40B4-BE49-F238E27FC236}">
                <a16:creationId xmlns:a16="http://schemas.microsoft.com/office/drawing/2014/main" id="{1D20FC98-3030-DC24-DAFB-8A79BA5E649B}"/>
              </a:ext>
            </a:extLst>
          </p:cNvPr>
          <p:cNvSpPr txBox="1"/>
          <p:nvPr/>
        </p:nvSpPr>
        <p:spPr>
          <a:xfrm>
            <a:off x="1169523" y="6476686"/>
            <a:ext cx="4952061"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3"/>
              </a:rPr>
              <a:t>workflow_agents_streaming.py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785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A2B9C-1B31-4501-6C86-F163C2918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E282B-E4C2-E5FE-1FBC-25736DBEE585}"/>
              </a:ext>
            </a:extLst>
          </p:cNvPr>
          <p:cNvSpPr>
            <a:spLocks noGrp="1"/>
          </p:cNvSpPr>
          <p:nvPr>
            <p:ph type="title"/>
          </p:nvPr>
        </p:nvSpPr>
        <p:spPr/>
        <p:txBody>
          <a:bodyPr/>
          <a:lstStyle/>
          <a:p>
            <a:r>
              <a:rPr lang="en-US"/>
              <a:t>Built-in workflow builder: SequentialBuilder</a:t>
            </a:r>
          </a:p>
        </p:txBody>
      </p:sp>
      <p:sp>
        <p:nvSpPr>
          <p:cNvPr id="8" name="TextBox 7">
            <a:extLst>
              <a:ext uri="{FF2B5EF4-FFF2-40B4-BE49-F238E27FC236}">
                <a16:creationId xmlns:a16="http://schemas.microsoft.com/office/drawing/2014/main" id="{9C7D1CB8-4BC7-C1DE-448E-9B4D33681793}"/>
              </a:ext>
            </a:extLst>
          </p:cNvPr>
          <p:cNvSpPr txBox="1"/>
          <p:nvPr/>
        </p:nvSpPr>
        <p:spPr>
          <a:xfrm>
            <a:off x="1132793" y="2294143"/>
            <a:ext cx="10706015" cy="1446550"/>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from</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agent_framework</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orchestrations</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import</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SequentialBuilder</a:t>
            </a:r>
            <a:endPar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2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SequentialBuilder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participants</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build</a:t>
            </a:r>
            <a:r>
              <a:rPr kumimoji="0" lang="en-US" sz="22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4" name="TextBox 3">
            <a:extLst>
              <a:ext uri="{FF2B5EF4-FFF2-40B4-BE49-F238E27FC236}">
                <a16:creationId xmlns:a16="http://schemas.microsoft.com/office/drawing/2014/main" id="{2C869BA3-1DC0-1A31-6A10-9025ED449849}"/>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11" name="Content Placeholder 2">
            <a:extLst>
              <a:ext uri="{FF2B5EF4-FFF2-40B4-BE49-F238E27FC236}">
                <a16:creationId xmlns:a16="http://schemas.microsoft.com/office/drawing/2014/main" id="{B79CA0D6-6732-D832-FCEA-7415ED56EFA0}"/>
              </a:ext>
            </a:extLst>
          </p:cNvPr>
          <p:cNvSpPr txBox="1">
            <a:spLocks/>
          </p:cNvSpPr>
          <p:nvPr/>
        </p:nvSpPr>
        <p:spPr>
          <a:xfrm>
            <a:off x="1049416" y="1698627"/>
            <a:ext cx="10985100"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If you're building a linear conversation pipeline, you can use </a:t>
            </a:r>
            <a:r>
              <a:rPr kumimoji="0" lang="en-US" sz="24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SequentialBuilder</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t>
            </a:r>
          </a:p>
        </p:txBody>
      </p:sp>
      <p:sp>
        <p:nvSpPr>
          <p:cNvPr id="12" name="TextBox 11">
            <a:extLst>
              <a:ext uri="{FF2B5EF4-FFF2-40B4-BE49-F238E27FC236}">
                <a16:creationId xmlns:a16="http://schemas.microsoft.com/office/drawing/2014/main" id="{891FAB8E-4491-E014-08FB-50E43B11EF50}"/>
              </a:ext>
            </a:extLst>
          </p:cNvPr>
          <p:cNvSpPr txBox="1"/>
          <p:nvPr/>
        </p:nvSpPr>
        <p:spPr>
          <a:xfrm>
            <a:off x="1132793" y="6280130"/>
            <a:ext cx="5016373"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3"/>
              </a:rPr>
              <a:t>workflow_agents_sequential.py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pic>
        <p:nvPicPr>
          <p:cNvPr id="10" name="Picture 9">
            <a:extLst>
              <a:ext uri="{FF2B5EF4-FFF2-40B4-BE49-F238E27FC236}">
                <a16:creationId xmlns:a16="http://schemas.microsoft.com/office/drawing/2014/main" id="{C8F9D2B9-1B4E-72EC-2328-23CC1DCB2FC3}"/>
              </a:ext>
            </a:extLst>
          </p:cNvPr>
          <p:cNvPicPr>
            <a:picLocks noChangeAspect="1"/>
          </p:cNvPicPr>
          <p:nvPr/>
        </p:nvPicPr>
        <p:blipFill>
          <a:blip r:embed="rId4">
            <a:extLst>
              <a:ext uri="{28A0092B-C50C-407E-A947-70E740481C1C}">
                <a14:useLocalDpi xmlns:a14="http://schemas.microsoft.com/office/drawing/2010/main" val="0"/>
              </a:ext>
            </a:extLst>
          </a:blip>
          <a:srcRect t="10821" b="10823"/>
          <a:stretch>
            <a:fillRect/>
          </a:stretch>
        </p:blipFill>
        <p:spPr>
          <a:xfrm>
            <a:off x="1049416" y="3857903"/>
            <a:ext cx="10848706" cy="1084743"/>
          </a:xfrm>
          <a:prstGeom prst="rect">
            <a:avLst/>
          </a:prstGeom>
        </p:spPr>
      </p:pic>
      <p:sp>
        <p:nvSpPr>
          <p:cNvPr id="13" name="Content Placeholder 2">
            <a:extLst>
              <a:ext uri="{FF2B5EF4-FFF2-40B4-BE49-F238E27FC236}">
                <a16:creationId xmlns:a16="http://schemas.microsoft.com/office/drawing/2014/main" id="{940696F1-6239-DDE0-38E8-A221EC9CE48C}"/>
              </a:ext>
            </a:extLst>
          </p:cNvPr>
          <p:cNvSpPr txBox="1">
            <a:spLocks/>
          </p:cNvSpPr>
          <p:nvPr/>
        </p:nvSpPr>
        <p:spPr>
          <a:xfrm>
            <a:off x="1049416" y="5008433"/>
            <a:ext cx="10985100" cy="1359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a:ln>
                  <a:noFill/>
                </a:ln>
                <a:solidFill>
                  <a:prstClr val="black"/>
                </a:solidFill>
                <a:effectLst/>
                <a:uLnTx/>
                <a:uFillTx/>
                <a:latin typeface="Aptos" panose="02110004020202020204"/>
                <a:ea typeface="+mn-ea"/>
                <a:cs typeface="+mn-cs"/>
              </a:rPr>
              <a:t>The workflow assumes that participants accept and emit conversation-shaped data, so executors must be </a:t>
            </a:r>
            <a:r>
              <a:rPr kumimoji="0" lang="en-US" sz="23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Agent</a:t>
            </a:r>
            <a:r>
              <a:rPr kumimoji="0" lang="en-US" sz="2300" b="0" i="0" u="none" strike="noStrike" kern="1200" cap="none" spc="0" normalizeH="0" baseline="0" noProof="0">
                <a:ln>
                  <a:noFill/>
                </a:ln>
                <a:solidFill>
                  <a:prstClr val="black"/>
                </a:solidFill>
                <a:effectLst/>
                <a:uLnTx/>
                <a:uFillTx/>
                <a:latin typeface="Aptos" panose="02110004020202020204"/>
                <a:ea typeface="+mn-ea"/>
                <a:cs typeface="+mn-cs"/>
              </a:rPr>
              <a:t>s or custom </a:t>
            </a:r>
            <a:r>
              <a:rPr kumimoji="0" lang="en-US" sz="2300" b="0" i="0" u="none" strike="noStrike" kern="1200" cap="none" spc="0" normalizeH="0" baseline="0" noProof="0">
                <a:ln>
                  <a:noFill/>
                </a:ln>
                <a:solidFill>
                  <a:srgbClr val="267F99"/>
                </a:solidFill>
                <a:effectLst/>
                <a:uLnTx/>
                <a:uFillTx/>
                <a:latin typeface="Aptos" panose="02110004020202020204"/>
                <a:ea typeface="+mn-ea"/>
                <a:cs typeface="+mn-cs"/>
              </a:rPr>
              <a:t>Executor</a:t>
            </a:r>
            <a:r>
              <a:rPr kumimoji="0" lang="en-US" sz="2300" b="0" i="0" u="none" strike="noStrike" kern="1200" cap="none" spc="0" normalizeH="0" baseline="0" noProof="0">
                <a:ln>
                  <a:noFill/>
                </a:ln>
                <a:solidFill>
                  <a:prstClr val="black"/>
                </a:solidFill>
                <a:effectLst/>
                <a:uLnTx/>
                <a:uFillTx/>
                <a:latin typeface="Aptos" panose="02110004020202020204"/>
                <a:ea typeface="+mn-ea"/>
                <a:cs typeface="+mn-cs"/>
              </a:rPr>
              <a:t>s that process conversations.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a:ln>
                  <a:noFill/>
                </a:ln>
                <a:solidFill>
                  <a:prstClr val="black"/>
                </a:solidFill>
                <a:effectLst/>
                <a:uLnTx/>
                <a:uFillTx/>
                <a:latin typeface="Aptos" panose="02110004020202020204"/>
                <a:ea typeface="+mn-ea"/>
                <a:cs typeface="+mn-cs"/>
              </a:rPr>
              <a:t>The extra start/end nodes normalize input and output to </a:t>
            </a:r>
            <a:r>
              <a:rPr kumimoji="0" lang="en-US" sz="23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list[Message]</a:t>
            </a:r>
            <a:r>
              <a:rPr kumimoji="0" lang="en-US" sz="2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t>
            </a:r>
          </a:p>
        </p:txBody>
      </p:sp>
    </p:spTree>
    <p:extLst>
      <p:ext uri="{BB962C8B-B14F-4D97-AF65-F5344CB8AC3E}">
        <p14:creationId xmlns:p14="http://schemas.microsoft.com/office/powerpoint/2010/main" val="605557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0A7A9-8B2F-6A38-842C-F9C85E6C2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31E74-2A33-53B4-10F9-24A142C3B352}"/>
              </a:ext>
            </a:extLst>
          </p:cNvPr>
          <p:cNvSpPr>
            <a:spLocks noGrp="1"/>
          </p:cNvSpPr>
          <p:nvPr>
            <p:ph type="title"/>
          </p:nvPr>
        </p:nvSpPr>
        <p:spPr/>
        <p:txBody>
          <a:bodyPr/>
          <a:lstStyle/>
          <a:p>
            <a:r>
              <a:rPr lang="en-US"/>
              <a:t>Branching workflows</a:t>
            </a:r>
          </a:p>
        </p:txBody>
      </p:sp>
    </p:spTree>
    <p:extLst>
      <p:ext uri="{BB962C8B-B14F-4D97-AF65-F5344CB8AC3E}">
        <p14:creationId xmlns:p14="http://schemas.microsoft.com/office/powerpoint/2010/main" val="31488348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D3F3-E22B-4ED9-B73C-1733E3C42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246DE-E05B-F041-C01C-77D503F0CA9A}"/>
              </a:ext>
            </a:extLst>
          </p:cNvPr>
          <p:cNvSpPr>
            <a:spLocks noGrp="1"/>
          </p:cNvSpPr>
          <p:nvPr>
            <p:ph type="title"/>
          </p:nvPr>
        </p:nvSpPr>
        <p:spPr/>
        <p:txBody>
          <a:bodyPr/>
          <a:lstStyle/>
          <a:p>
            <a:r>
              <a:rPr lang="en-US"/>
              <a:t>Workflow with conditional branching</a:t>
            </a:r>
          </a:p>
        </p:txBody>
      </p:sp>
      <p:sp>
        <p:nvSpPr>
          <p:cNvPr id="8" name="TextBox 7">
            <a:extLst>
              <a:ext uri="{FF2B5EF4-FFF2-40B4-BE49-F238E27FC236}">
                <a16:creationId xmlns:a16="http://schemas.microsoft.com/office/drawing/2014/main" id="{57F3BAAB-69A4-B20F-DE54-A67032376D02}"/>
              </a:ext>
            </a:extLst>
          </p:cNvPr>
          <p:cNvSpPr txBox="1"/>
          <p:nvPr/>
        </p:nvSpPr>
        <p:spPr>
          <a:xfrm>
            <a:off x="1153399" y="3537962"/>
            <a:ext cx="10706015" cy="2811026"/>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needs_revision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message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bool</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return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message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agent_response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upper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startswith</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"REVISION NEEDED"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endPar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60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is_approved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message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-&gt;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bool</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return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message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agent_response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upper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startswith</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"APPROVED"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endPar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WorkflowBuilder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start_executor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publisher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condition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is_approved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editor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condition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needs_revision</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build</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4" name="TextBox 3">
            <a:extLst>
              <a:ext uri="{FF2B5EF4-FFF2-40B4-BE49-F238E27FC236}">
                <a16:creationId xmlns:a16="http://schemas.microsoft.com/office/drawing/2014/main" id="{14CC14C5-076D-543E-8C64-377D19FED118}"/>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pic>
        <p:nvPicPr>
          <p:cNvPr id="10" name="Picture 9">
            <a:extLst>
              <a:ext uri="{FF2B5EF4-FFF2-40B4-BE49-F238E27FC236}">
                <a16:creationId xmlns:a16="http://schemas.microsoft.com/office/drawing/2014/main" id="{FC7CA45B-DEE9-DF42-32ED-5437CF7F9BD4}"/>
              </a:ext>
            </a:extLst>
          </p:cNvPr>
          <p:cNvPicPr>
            <a:picLocks noChangeAspect="1"/>
          </p:cNvPicPr>
          <p:nvPr/>
        </p:nvPicPr>
        <p:blipFill>
          <a:blip r:embed="rId3">
            <a:extLst>
              <a:ext uri="{28A0092B-C50C-407E-A947-70E740481C1C}">
                <a14:useLocalDpi xmlns:a14="http://schemas.microsoft.com/office/drawing/2010/main" val="0"/>
              </a:ext>
            </a:extLst>
          </a:blip>
          <a:srcRect t="10284" r="2748" b="7346"/>
          <a:stretch>
            <a:fillRect/>
          </a:stretch>
        </p:blipFill>
        <p:spPr>
          <a:xfrm>
            <a:off x="1153399" y="1626441"/>
            <a:ext cx="5998172" cy="1802559"/>
          </a:xfrm>
          <a:prstGeom prst="rect">
            <a:avLst/>
          </a:prstGeom>
        </p:spPr>
      </p:pic>
      <p:sp>
        <p:nvSpPr>
          <p:cNvPr id="13" name="TextBox 12">
            <a:extLst>
              <a:ext uri="{FF2B5EF4-FFF2-40B4-BE49-F238E27FC236}">
                <a16:creationId xmlns:a16="http://schemas.microsoft.com/office/drawing/2014/main" id="{D1A0B513-CCAD-B78C-E4A2-413EF63937A4}"/>
              </a:ext>
            </a:extLst>
          </p:cNvPr>
          <p:cNvSpPr txBox="1"/>
          <p:nvPr/>
        </p:nvSpPr>
        <p:spPr>
          <a:xfrm>
            <a:off x="1132793" y="6398102"/>
            <a:ext cx="4233531"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4"/>
              </a:rPr>
              <a:t>workflow_conditional.py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sp>
        <p:nvSpPr>
          <p:cNvPr id="14" name="Content Placeholder 2">
            <a:extLst>
              <a:ext uri="{FF2B5EF4-FFF2-40B4-BE49-F238E27FC236}">
                <a16:creationId xmlns:a16="http://schemas.microsoft.com/office/drawing/2014/main" id="{448B18E2-5E82-D619-41A7-AA99C0F435F0}"/>
              </a:ext>
            </a:extLst>
          </p:cNvPr>
          <p:cNvSpPr txBox="1">
            <a:spLocks/>
          </p:cNvSpPr>
          <p:nvPr/>
        </p:nvSpPr>
        <p:spPr>
          <a:xfrm>
            <a:off x="7255554" y="1892783"/>
            <a:ext cx="2948268"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Each edge in a graph can have a condition (function that returns True/False).</a:t>
            </a:r>
          </a:p>
        </p:txBody>
      </p:sp>
    </p:spTree>
    <p:extLst>
      <p:ext uri="{BB962C8B-B14F-4D97-AF65-F5344CB8AC3E}">
        <p14:creationId xmlns:p14="http://schemas.microsoft.com/office/powerpoint/2010/main" val="803531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1D50C-080A-562E-446F-FE4BAF33E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4DC21-25E5-AE7D-8CB2-7B9BBD6A6FAE}"/>
              </a:ext>
            </a:extLst>
          </p:cNvPr>
          <p:cNvSpPr>
            <a:spLocks noGrp="1"/>
          </p:cNvSpPr>
          <p:nvPr>
            <p:ph type="title"/>
          </p:nvPr>
        </p:nvSpPr>
        <p:spPr/>
        <p:txBody>
          <a:bodyPr/>
          <a:lstStyle/>
          <a:p>
            <a:r>
              <a:rPr lang="en-US"/>
              <a:t>State management</a:t>
            </a:r>
          </a:p>
        </p:txBody>
      </p:sp>
    </p:spTree>
    <p:extLst>
      <p:ext uri="{BB962C8B-B14F-4D97-AF65-F5344CB8AC3E}">
        <p14:creationId xmlns:p14="http://schemas.microsoft.com/office/powerpoint/2010/main" val="32838703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0052-C21B-C8AE-A6FA-EF46013B9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DCEB1-F30C-98A8-D770-E705743FAC55}"/>
              </a:ext>
            </a:extLst>
          </p:cNvPr>
          <p:cNvSpPr>
            <a:spLocks noGrp="1"/>
          </p:cNvSpPr>
          <p:nvPr>
            <p:ph type="title"/>
          </p:nvPr>
        </p:nvSpPr>
        <p:spPr/>
        <p:txBody>
          <a:bodyPr/>
          <a:lstStyle/>
          <a:p>
            <a:r>
              <a:rPr lang="en-US"/>
              <a:t>When do we need workflow state?</a:t>
            </a:r>
          </a:p>
        </p:txBody>
      </p:sp>
      <p:cxnSp>
        <p:nvCxnSpPr>
          <p:cNvPr id="39" name="Straight Arrow Connector 38">
            <a:extLst>
              <a:ext uri="{FF2B5EF4-FFF2-40B4-BE49-F238E27FC236}">
                <a16:creationId xmlns:a16="http://schemas.microsoft.com/office/drawing/2014/main" id="{E2DF261D-E8DB-1F6B-7B4E-42E213396809}"/>
              </a:ext>
            </a:extLst>
          </p:cNvPr>
          <p:cNvCxnSpPr>
            <a:cxnSpLocks/>
            <a:endCxn id="50" idx="0"/>
          </p:cNvCxnSpPr>
          <p:nvPr/>
        </p:nvCxnSpPr>
        <p:spPr>
          <a:xfrm flipH="1">
            <a:off x="2535847" y="2639624"/>
            <a:ext cx="9625" cy="88395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2BBBB011-7925-4913-036F-4BCA292A5823}"/>
              </a:ext>
            </a:extLst>
          </p:cNvPr>
          <p:cNvCxnSpPr>
            <a:cxnSpLocks/>
          </p:cNvCxnSpPr>
          <p:nvPr/>
        </p:nvCxnSpPr>
        <p:spPr>
          <a:xfrm>
            <a:off x="2535847" y="4004109"/>
            <a:ext cx="1" cy="148300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8E2034DC-D4FF-3F66-51A9-29367EC02D06}"/>
              </a:ext>
            </a:extLst>
          </p:cNvPr>
          <p:cNvSpPr txBox="1"/>
          <p:nvPr/>
        </p:nvSpPr>
        <p:spPr>
          <a:xfrm>
            <a:off x="1087245" y="4421492"/>
            <a:ext cx="2897204" cy="812530"/>
          </a:xfrm>
          <a:prstGeom prst="rect">
            <a:avLst/>
          </a:prstGeom>
          <a:solidFill>
            <a:schemeClr val="bg1">
              <a:lumMod val="95000"/>
            </a:schemeClr>
          </a:solidFill>
        </p:spPr>
        <p:txBody>
          <a:bodyPr wrap="square">
            <a:spAutoFit/>
          </a:bodyPr>
          <a:lstStyle/>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3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"decision"</a:t>
            </a: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3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"APPROVED"</a:t>
            </a: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3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"post_text"</a:t>
            </a: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3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"These are 5.."</a:t>
            </a:r>
          </a:p>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t>
            </a:r>
          </a:p>
        </p:txBody>
      </p:sp>
      <p:sp>
        <p:nvSpPr>
          <p:cNvPr id="46" name="TextBox 45">
            <a:extLst>
              <a:ext uri="{FF2B5EF4-FFF2-40B4-BE49-F238E27FC236}">
                <a16:creationId xmlns:a16="http://schemas.microsoft.com/office/drawing/2014/main" id="{96EC451B-1CE4-6915-7384-EBB232B1E2BE}"/>
              </a:ext>
            </a:extLst>
          </p:cNvPr>
          <p:cNvSpPr txBox="1"/>
          <p:nvPr/>
        </p:nvSpPr>
        <p:spPr>
          <a:xfrm>
            <a:off x="1087245" y="3012209"/>
            <a:ext cx="2944924" cy="307777"/>
          </a:xfrm>
          <a:prstGeom prst="rect">
            <a:avLst/>
          </a:prstGeom>
          <a:solidFill>
            <a:schemeClr val="bg1">
              <a:lumMod val="95000"/>
            </a:schemeClr>
          </a:solidFill>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"These are 5 reasons why..."</a:t>
            </a:r>
          </a:p>
        </p:txBody>
      </p:sp>
      <p:sp>
        <p:nvSpPr>
          <p:cNvPr id="47" name="Content Placeholder 2">
            <a:extLst>
              <a:ext uri="{FF2B5EF4-FFF2-40B4-BE49-F238E27FC236}">
                <a16:creationId xmlns:a16="http://schemas.microsoft.com/office/drawing/2014/main" id="{9063091D-4A78-2016-E012-F1B4C15B4651}"/>
              </a:ext>
            </a:extLst>
          </p:cNvPr>
          <p:cNvSpPr txBox="1">
            <a:spLocks/>
          </p:cNvSpPr>
          <p:nvPr/>
        </p:nvSpPr>
        <p:spPr>
          <a:xfrm>
            <a:off x="1049416" y="6317230"/>
            <a:ext cx="4745127"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Reviewer must carry content that it didn't produce, just to pass it downstream.</a:t>
            </a:r>
          </a:p>
        </p:txBody>
      </p:sp>
      <p:pic>
        <p:nvPicPr>
          <p:cNvPr id="49" name="Picture 48">
            <a:extLst>
              <a:ext uri="{FF2B5EF4-FFF2-40B4-BE49-F238E27FC236}">
                <a16:creationId xmlns:a16="http://schemas.microsoft.com/office/drawing/2014/main" id="{67CDD462-02F7-9979-B959-27A2DE7ECF31}"/>
              </a:ext>
            </a:extLst>
          </p:cNvPr>
          <p:cNvPicPr>
            <a:picLocks noChangeAspect="1"/>
          </p:cNvPicPr>
          <p:nvPr/>
        </p:nvPicPr>
        <p:blipFill>
          <a:blip r:embed="rId3">
            <a:extLst>
              <a:ext uri="{28A0092B-C50C-407E-A947-70E740481C1C}">
                <a14:useLocalDpi xmlns:a14="http://schemas.microsoft.com/office/drawing/2010/main" val="0"/>
              </a:ext>
            </a:extLst>
          </a:blip>
          <a:srcRect l="32087" t="2124" r="30638" b="86404"/>
          <a:stretch>
            <a:fillRect/>
          </a:stretch>
        </p:blipFill>
        <p:spPr>
          <a:xfrm>
            <a:off x="1096870" y="2108137"/>
            <a:ext cx="2897204" cy="779646"/>
          </a:xfrm>
          <a:prstGeom prst="rect">
            <a:avLst/>
          </a:prstGeom>
        </p:spPr>
      </p:pic>
      <p:pic>
        <p:nvPicPr>
          <p:cNvPr id="50" name="Picture 49">
            <a:extLst>
              <a:ext uri="{FF2B5EF4-FFF2-40B4-BE49-F238E27FC236}">
                <a16:creationId xmlns:a16="http://schemas.microsoft.com/office/drawing/2014/main" id="{B5920A84-4C64-53C3-102B-C26B08026997}"/>
              </a:ext>
            </a:extLst>
          </p:cNvPr>
          <p:cNvPicPr>
            <a:picLocks noChangeAspect="1"/>
          </p:cNvPicPr>
          <p:nvPr/>
        </p:nvPicPr>
        <p:blipFill>
          <a:blip r:embed="rId3">
            <a:extLst>
              <a:ext uri="{28A0092B-C50C-407E-A947-70E740481C1C}">
                <a14:useLocalDpi xmlns:a14="http://schemas.microsoft.com/office/drawing/2010/main" val="0"/>
              </a:ext>
            </a:extLst>
          </a:blip>
          <a:srcRect l="32087" t="43950" r="30638" b="44861"/>
          <a:stretch>
            <a:fillRect/>
          </a:stretch>
        </p:blipFill>
        <p:spPr>
          <a:xfrm>
            <a:off x="1087245" y="3523579"/>
            <a:ext cx="2897204" cy="760395"/>
          </a:xfrm>
          <a:prstGeom prst="rect">
            <a:avLst/>
          </a:prstGeom>
        </p:spPr>
      </p:pic>
      <p:pic>
        <p:nvPicPr>
          <p:cNvPr id="51" name="Picture 50">
            <a:extLst>
              <a:ext uri="{FF2B5EF4-FFF2-40B4-BE49-F238E27FC236}">
                <a16:creationId xmlns:a16="http://schemas.microsoft.com/office/drawing/2014/main" id="{A1558A36-1139-615B-D20F-FCB2A55B36A5}"/>
              </a:ext>
            </a:extLst>
          </p:cNvPr>
          <p:cNvPicPr>
            <a:picLocks noChangeAspect="1"/>
          </p:cNvPicPr>
          <p:nvPr/>
        </p:nvPicPr>
        <p:blipFill>
          <a:blip r:embed="rId3">
            <a:extLst>
              <a:ext uri="{28A0092B-C50C-407E-A947-70E740481C1C}">
                <a14:useLocalDpi xmlns:a14="http://schemas.microsoft.com/office/drawing/2010/main" val="0"/>
              </a:ext>
            </a:extLst>
          </a:blip>
          <a:srcRect l="11026" t="85751" r="50726" b="3060"/>
          <a:stretch>
            <a:fillRect/>
          </a:stretch>
        </p:blipFill>
        <p:spPr>
          <a:xfrm>
            <a:off x="1049416" y="5432409"/>
            <a:ext cx="2972863" cy="760395"/>
          </a:xfrm>
          <a:prstGeom prst="rect">
            <a:avLst/>
          </a:prstGeom>
        </p:spPr>
      </p:pic>
      <p:sp>
        <p:nvSpPr>
          <p:cNvPr id="61" name="Content Placeholder 2">
            <a:extLst>
              <a:ext uri="{FF2B5EF4-FFF2-40B4-BE49-F238E27FC236}">
                <a16:creationId xmlns:a16="http://schemas.microsoft.com/office/drawing/2014/main" id="{1912343F-16C3-C7AD-FAF3-C8540AE4230D}"/>
              </a:ext>
            </a:extLst>
          </p:cNvPr>
          <p:cNvSpPr txBox="1">
            <a:spLocks/>
          </p:cNvSpPr>
          <p:nvPr/>
        </p:nvSpPr>
        <p:spPr>
          <a:xfrm>
            <a:off x="1033896" y="1689273"/>
            <a:ext cx="1895141" cy="314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Aptos" panose="02110004020202020204"/>
                <a:ea typeface="+mn-ea"/>
                <a:cs typeface="+mn-cs"/>
              </a:rPr>
              <a:t>Without state:</a:t>
            </a:r>
          </a:p>
        </p:txBody>
      </p:sp>
      <p:cxnSp>
        <p:nvCxnSpPr>
          <p:cNvPr id="62" name="Straight Arrow Connector 61">
            <a:extLst>
              <a:ext uri="{FF2B5EF4-FFF2-40B4-BE49-F238E27FC236}">
                <a16:creationId xmlns:a16="http://schemas.microsoft.com/office/drawing/2014/main" id="{354A6A30-4AD8-F403-1000-5D6F3169427F}"/>
              </a:ext>
            </a:extLst>
          </p:cNvPr>
          <p:cNvCxnSpPr>
            <a:cxnSpLocks/>
          </p:cNvCxnSpPr>
          <p:nvPr/>
        </p:nvCxnSpPr>
        <p:spPr>
          <a:xfrm>
            <a:off x="7547002" y="2639624"/>
            <a:ext cx="0" cy="77734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2C362AD6-8FA3-D1DA-F5A0-DECEEC354B59}"/>
              </a:ext>
            </a:extLst>
          </p:cNvPr>
          <p:cNvCxnSpPr>
            <a:cxnSpLocks/>
          </p:cNvCxnSpPr>
          <p:nvPr/>
        </p:nvCxnSpPr>
        <p:spPr>
          <a:xfrm>
            <a:off x="7537377" y="4004109"/>
            <a:ext cx="1" cy="148300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774E1499-F010-2637-F878-9FD71DE573B2}"/>
              </a:ext>
            </a:extLst>
          </p:cNvPr>
          <p:cNvSpPr txBox="1"/>
          <p:nvPr/>
        </p:nvSpPr>
        <p:spPr>
          <a:xfrm>
            <a:off x="6284810" y="4455183"/>
            <a:ext cx="2524383" cy="674031"/>
          </a:xfrm>
          <a:prstGeom prst="rect">
            <a:avLst/>
          </a:prstGeom>
          <a:solidFill>
            <a:schemeClr val="bg1">
              <a:lumMod val="95000"/>
            </a:schemeClr>
          </a:solidFill>
        </p:spPr>
        <p:txBody>
          <a:bodyPr wrap="square">
            <a:spAutoFit/>
          </a:bodyPr>
          <a:lstStyle/>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4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"decision"</a:t>
            </a: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4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"APPROVED"</a:t>
            </a:r>
          </a:p>
          <a:p>
            <a:pPr marL="0" marR="0" lvl="0" indent="0" algn="l" defTabSz="914400" rtl="0" eaLnBrk="1" fontAlgn="auto" latinLnBrk="1"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a:t>
            </a:r>
          </a:p>
        </p:txBody>
      </p:sp>
      <p:sp>
        <p:nvSpPr>
          <p:cNvPr id="66" name="Content Placeholder 2">
            <a:extLst>
              <a:ext uri="{FF2B5EF4-FFF2-40B4-BE49-F238E27FC236}">
                <a16:creationId xmlns:a16="http://schemas.microsoft.com/office/drawing/2014/main" id="{6BCC5D9B-9E6E-B45A-8495-5CC7F9124C68}"/>
              </a:ext>
            </a:extLst>
          </p:cNvPr>
          <p:cNvSpPr txBox="1">
            <a:spLocks/>
          </p:cNvSpPr>
          <p:nvPr/>
        </p:nvSpPr>
        <p:spPr>
          <a:xfrm>
            <a:off x="6050947" y="6317230"/>
            <a:ext cx="4527218" cy="531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Reviewer only decides. Draft is stored once and read by any step that needs it.</a:t>
            </a:r>
          </a:p>
        </p:txBody>
      </p:sp>
      <p:pic>
        <p:nvPicPr>
          <p:cNvPr id="67" name="Picture 66">
            <a:extLst>
              <a:ext uri="{FF2B5EF4-FFF2-40B4-BE49-F238E27FC236}">
                <a16:creationId xmlns:a16="http://schemas.microsoft.com/office/drawing/2014/main" id="{032B1532-77C6-16A0-5EC5-D4894D67DA5C}"/>
              </a:ext>
            </a:extLst>
          </p:cNvPr>
          <p:cNvPicPr>
            <a:picLocks noChangeAspect="1"/>
          </p:cNvPicPr>
          <p:nvPr/>
        </p:nvPicPr>
        <p:blipFill>
          <a:blip r:embed="rId3">
            <a:extLst>
              <a:ext uri="{28A0092B-C50C-407E-A947-70E740481C1C}">
                <a14:useLocalDpi xmlns:a14="http://schemas.microsoft.com/office/drawing/2010/main" val="0"/>
              </a:ext>
            </a:extLst>
          </a:blip>
          <a:srcRect l="32087" t="2124" r="30638" b="86404"/>
          <a:stretch>
            <a:fillRect/>
          </a:stretch>
        </p:blipFill>
        <p:spPr>
          <a:xfrm>
            <a:off x="6098400" y="2108137"/>
            <a:ext cx="2897204" cy="779646"/>
          </a:xfrm>
          <a:prstGeom prst="rect">
            <a:avLst/>
          </a:prstGeom>
        </p:spPr>
      </p:pic>
      <p:pic>
        <p:nvPicPr>
          <p:cNvPr id="68" name="Picture 67">
            <a:extLst>
              <a:ext uri="{FF2B5EF4-FFF2-40B4-BE49-F238E27FC236}">
                <a16:creationId xmlns:a16="http://schemas.microsoft.com/office/drawing/2014/main" id="{2CB81FF6-3264-DB92-2327-03BEBEBA7743}"/>
              </a:ext>
            </a:extLst>
          </p:cNvPr>
          <p:cNvPicPr>
            <a:picLocks noChangeAspect="1"/>
          </p:cNvPicPr>
          <p:nvPr/>
        </p:nvPicPr>
        <p:blipFill>
          <a:blip r:embed="rId3">
            <a:extLst>
              <a:ext uri="{28A0092B-C50C-407E-A947-70E740481C1C}">
                <a14:useLocalDpi xmlns:a14="http://schemas.microsoft.com/office/drawing/2010/main" val="0"/>
              </a:ext>
            </a:extLst>
          </a:blip>
          <a:srcRect l="32087" t="43950" r="30638" b="44861"/>
          <a:stretch>
            <a:fillRect/>
          </a:stretch>
        </p:blipFill>
        <p:spPr>
          <a:xfrm>
            <a:off x="6088775" y="3397720"/>
            <a:ext cx="2897204" cy="760395"/>
          </a:xfrm>
          <a:prstGeom prst="rect">
            <a:avLst/>
          </a:prstGeom>
        </p:spPr>
      </p:pic>
      <p:pic>
        <p:nvPicPr>
          <p:cNvPr id="69" name="Picture 68">
            <a:extLst>
              <a:ext uri="{FF2B5EF4-FFF2-40B4-BE49-F238E27FC236}">
                <a16:creationId xmlns:a16="http://schemas.microsoft.com/office/drawing/2014/main" id="{443115AF-170C-DA61-D73B-101BA5E3F20F}"/>
              </a:ext>
            </a:extLst>
          </p:cNvPr>
          <p:cNvPicPr>
            <a:picLocks noChangeAspect="1"/>
          </p:cNvPicPr>
          <p:nvPr/>
        </p:nvPicPr>
        <p:blipFill>
          <a:blip r:embed="rId3">
            <a:extLst>
              <a:ext uri="{28A0092B-C50C-407E-A947-70E740481C1C}">
                <a14:useLocalDpi xmlns:a14="http://schemas.microsoft.com/office/drawing/2010/main" val="0"/>
              </a:ext>
            </a:extLst>
          </a:blip>
          <a:srcRect l="11026" t="85751" r="50726" b="3060"/>
          <a:stretch>
            <a:fillRect/>
          </a:stretch>
        </p:blipFill>
        <p:spPr>
          <a:xfrm>
            <a:off x="6050946" y="5432409"/>
            <a:ext cx="2972863" cy="760395"/>
          </a:xfrm>
          <a:prstGeom prst="rect">
            <a:avLst/>
          </a:prstGeom>
        </p:spPr>
      </p:pic>
      <p:sp>
        <p:nvSpPr>
          <p:cNvPr id="70" name="Content Placeholder 2">
            <a:extLst>
              <a:ext uri="{FF2B5EF4-FFF2-40B4-BE49-F238E27FC236}">
                <a16:creationId xmlns:a16="http://schemas.microsoft.com/office/drawing/2014/main" id="{1E99C518-62C4-6CDD-43AA-F56FC30BB60F}"/>
              </a:ext>
            </a:extLst>
          </p:cNvPr>
          <p:cNvSpPr txBox="1">
            <a:spLocks/>
          </p:cNvSpPr>
          <p:nvPr/>
        </p:nvSpPr>
        <p:spPr>
          <a:xfrm>
            <a:off x="6035426" y="1689273"/>
            <a:ext cx="1895141" cy="314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Aptos" panose="02110004020202020204"/>
                <a:ea typeface="+mn-ea"/>
                <a:cs typeface="+mn-cs"/>
              </a:rPr>
              <a:t>With state:</a:t>
            </a:r>
          </a:p>
        </p:txBody>
      </p:sp>
      <p:graphicFrame>
        <p:nvGraphicFramePr>
          <p:cNvPr id="72" name="Table 71">
            <a:extLst>
              <a:ext uri="{FF2B5EF4-FFF2-40B4-BE49-F238E27FC236}">
                <a16:creationId xmlns:a16="http://schemas.microsoft.com/office/drawing/2014/main" id="{BF52249A-9598-D8E0-810C-281E484A2A8F}"/>
              </a:ext>
            </a:extLst>
          </p:cNvPr>
          <p:cNvGraphicFramePr>
            <a:graphicFrameLocks noGrp="1"/>
          </p:cNvGraphicFramePr>
          <p:nvPr/>
        </p:nvGraphicFramePr>
        <p:xfrm>
          <a:off x="9604359" y="3742834"/>
          <a:ext cx="2383428" cy="934275"/>
        </p:xfrm>
        <a:graphic>
          <a:graphicData uri="http://schemas.openxmlformats.org/drawingml/2006/table">
            <a:tbl>
              <a:tblPr firstRow="1" bandRow="1">
                <a:tableStyleId>{93296810-A885-4BE3-A3E7-6D5BEEA58F35}</a:tableStyleId>
              </a:tblPr>
              <a:tblGrid>
                <a:gridCol w="918383">
                  <a:extLst>
                    <a:ext uri="{9D8B030D-6E8A-4147-A177-3AD203B41FA5}">
                      <a16:colId xmlns:a16="http://schemas.microsoft.com/office/drawing/2014/main" val="2763703968"/>
                    </a:ext>
                  </a:extLst>
                </a:gridCol>
                <a:gridCol w="1465045">
                  <a:extLst>
                    <a:ext uri="{9D8B030D-6E8A-4147-A177-3AD203B41FA5}">
                      <a16:colId xmlns:a16="http://schemas.microsoft.com/office/drawing/2014/main" val="3932149899"/>
                    </a:ext>
                  </a:extLst>
                </a:gridCol>
              </a:tblGrid>
              <a:tr h="416115">
                <a:tc>
                  <a:txBody>
                    <a:bodyPr/>
                    <a:lstStyle/>
                    <a:p>
                      <a:r>
                        <a:rPr lang="en-US" sz="1400">
                          <a:latin typeface="Aptos" panose="020B0004020202020204" pitchFamily="34" charset="0"/>
                        </a:rPr>
                        <a:t>key</a:t>
                      </a:r>
                    </a:p>
                  </a:txBody>
                  <a:tcPr/>
                </a:tc>
                <a:tc>
                  <a:txBody>
                    <a:bodyPr/>
                    <a:lstStyle/>
                    <a:p>
                      <a:r>
                        <a:rPr lang="en-US" sz="1400">
                          <a:latin typeface="Aptos" panose="020B0004020202020204" pitchFamily="34" charset="0"/>
                        </a:rPr>
                        <a:t>value</a:t>
                      </a:r>
                    </a:p>
                  </a:txBody>
                  <a:tcPr/>
                </a:tc>
                <a:extLst>
                  <a:ext uri="{0D108BD9-81ED-4DB2-BD59-A6C34878D82A}">
                    <a16:rowId xmlns:a16="http://schemas.microsoft.com/office/drawing/2014/main" val="1153682281"/>
                  </a:ext>
                </a:extLst>
              </a:tr>
              <a:tr h="370840">
                <a:tc>
                  <a:txBody>
                    <a:bodyPr/>
                    <a:lstStyle/>
                    <a:p>
                      <a:r>
                        <a:rPr lang="en-US" sz="1400">
                          <a:latin typeface="Aptos" panose="020B0004020202020204" pitchFamily="34" charset="0"/>
                        </a:rPr>
                        <a:t>post_text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effectLst/>
                          <a:latin typeface="Aptos" panose="020B0004020202020204" pitchFamily="34" charset="0"/>
                          <a:cs typeface="Consolas" panose="020B0609020204030204" pitchFamily="49" charset="0"/>
                        </a:rPr>
                        <a:t>"These are 5 reasons why..."</a:t>
                      </a:r>
                    </a:p>
                  </a:txBody>
                  <a:tcPr/>
                </a:tc>
                <a:extLst>
                  <a:ext uri="{0D108BD9-81ED-4DB2-BD59-A6C34878D82A}">
                    <a16:rowId xmlns:a16="http://schemas.microsoft.com/office/drawing/2014/main" val="2067143786"/>
                  </a:ext>
                </a:extLst>
              </a:tr>
            </a:tbl>
          </a:graphicData>
        </a:graphic>
      </p:graphicFrame>
      <p:sp>
        <p:nvSpPr>
          <p:cNvPr id="73" name="Content Placeholder 2">
            <a:extLst>
              <a:ext uri="{FF2B5EF4-FFF2-40B4-BE49-F238E27FC236}">
                <a16:creationId xmlns:a16="http://schemas.microsoft.com/office/drawing/2014/main" id="{03DA99FC-960B-7F16-FFE1-E104C099F748}"/>
              </a:ext>
            </a:extLst>
          </p:cNvPr>
          <p:cNvSpPr txBox="1">
            <a:spLocks/>
          </p:cNvSpPr>
          <p:nvPr/>
        </p:nvSpPr>
        <p:spPr>
          <a:xfrm>
            <a:off x="9604359" y="3397720"/>
            <a:ext cx="832459" cy="2992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state:</a:t>
            </a:r>
          </a:p>
        </p:txBody>
      </p:sp>
      <p:cxnSp>
        <p:nvCxnSpPr>
          <p:cNvPr id="75" name="Straight Arrow Connector 74">
            <a:extLst>
              <a:ext uri="{FF2B5EF4-FFF2-40B4-BE49-F238E27FC236}">
                <a16:creationId xmlns:a16="http://schemas.microsoft.com/office/drawing/2014/main" id="{D110AC33-D50D-BD01-705E-E63F6BC53122}"/>
              </a:ext>
            </a:extLst>
          </p:cNvPr>
          <p:cNvCxnSpPr>
            <a:cxnSpLocks/>
            <a:stCxn id="67" idx="3"/>
            <a:endCxn id="73" idx="1"/>
          </p:cNvCxnSpPr>
          <p:nvPr/>
        </p:nvCxnSpPr>
        <p:spPr>
          <a:xfrm>
            <a:off x="8995604" y="2497960"/>
            <a:ext cx="608755" cy="1049406"/>
          </a:xfrm>
          <a:prstGeom prst="straightConnector1">
            <a:avLst/>
          </a:prstGeom>
          <a:ln w="38100"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A1DD6951-35DE-CDF6-A71C-1AF09580A4D3}"/>
              </a:ext>
            </a:extLst>
          </p:cNvPr>
          <p:cNvCxnSpPr>
            <a:cxnSpLocks/>
          </p:cNvCxnSpPr>
          <p:nvPr/>
        </p:nvCxnSpPr>
        <p:spPr>
          <a:xfrm flipV="1">
            <a:off x="9023809" y="4760322"/>
            <a:ext cx="649580" cy="1079265"/>
          </a:xfrm>
          <a:prstGeom prst="straightConnector1">
            <a:avLst/>
          </a:prstGeom>
          <a:ln w="38100"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1" name="Content Placeholder 2">
            <a:extLst>
              <a:ext uri="{FF2B5EF4-FFF2-40B4-BE49-F238E27FC236}">
                <a16:creationId xmlns:a16="http://schemas.microsoft.com/office/drawing/2014/main" id="{550AECE5-3CBE-E761-2EF3-4A6C7C3069AA}"/>
              </a:ext>
            </a:extLst>
          </p:cNvPr>
          <p:cNvSpPr txBox="1">
            <a:spLocks/>
          </p:cNvSpPr>
          <p:nvPr/>
        </p:nvSpPr>
        <p:spPr>
          <a:xfrm rot="3545326">
            <a:off x="8956124" y="2738465"/>
            <a:ext cx="874507" cy="314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stores</a:t>
            </a:r>
          </a:p>
        </p:txBody>
      </p:sp>
      <p:sp>
        <p:nvSpPr>
          <p:cNvPr id="82" name="Content Placeholder 2">
            <a:extLst>
              <a:ext uri="{FF2B5EF4-FFF2-40B4-BE49-F238E27FC236}">
                <a16:creationId xmlns:a16="http://schemas.microsoft.com/office/drawing/2014/main" id="{E63FB325-16AF-536E-8F86-A39ED2409812}"/>
              </a:ext>
            </a:extLst>
          </p:cNvPr>
          <p:cNvSpPr txBox="1">
            <a:spLocks/>
          </p:cNvSpPr>
          <p:nvPr/>
        </p:nvSpPr>
        <p:spPr>
          <a:xfrm rot="18036274">
            <a:off x="8946049" y="5243075"/>
            <a:ext cx="1068797" cy="314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reads</a:t>
            </a:r>
          </a:p>
        </p:txBody>
      </p:sp>
      <p:cxnSp>
        <p:nvCxnSpPr>
          <p:cNvPr id="87" name="Connector 2">
            <a:extLst>
              <a:ext uri="{FF2B5EF4-FFF2-40B4-BE49-F238E27FC236}">
                <a16:creationId xmlns:a16="http://schemas.microsoft.com/office/drawing/2014/main" id="{4A62ACA1-DBE5-5071-0E7A-0158B28E6FEF}"/>
              </a:ext>
            </a:extLst>
          </p:cNvPr>
          <p:cNvCxnSpPr>
            <a:cxnSpLocks/>
          </p:cNvCxnSpPr>
          <p:nvPr/>
        </p:nvCxnSpPr>
        <p:spPr>
          <a:xfrm>
            <a:off x="5794543" y="1624203"/>
            <a:ext cx="0" cy="5120602"/>
          </a:xfrm>
          <a:prstGeom prst="line">
            <a:avLst/>
          </a:prstGeom>
          <a:ln w="12700">
            <a:solidFill>
              <a:srgbClr val="44446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5858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0160-821B-EF60-833D-B55B01990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DBB9F-F81F-01E6-E0C5-09CA4ED302CF}"/>
              </a:ext>
            </a:extLst>
          </p:cNvPr>
          <p:cNvSpPr>
            <a:spLocks noGrp="1"/>
          </p:cNvSpPr>
          <p:nvPr>
            <p:ph type="title"/>
          </p:nvPr>
        </p:nvSpPr>
        <p:spPr/>
        <p:txBody>
          <a:bodyPr>
            <a:normAutofit/>
          </a:bodyPr>
          <a:lstStyle/>
          <a:p>
            <a:r>
              <a:rPr lang="en-US" sz="4000"/>
              <a:t>Storing and accessing state in workflows</a:t>
            </a:r>
          </a:p>
        </p:txBody>
      </p:sp>
      <p:sp>
        <p:nvSpPr>
          <p:cNvPr id="8" name="TextBox 7">
            <a:extLst>
              <a:ext uri="{FF2B5EF4-FFF2-40B4-BE49-F238E27FC236}">
                <a16:creationId xmlns:a16="http://schemas.microsoft.com/office/drawing/2014/main" id="{E0C1F553-E7C1-9D36-FE0C-CC32333F5504}"/>
              </a:ext>
            </a:extLst>
          </p:cNvPr>
          <p:cNvSpPr txBox="1"/>
          <p:nvPr/>
        </p:nvSpPr>
        <p:spPr>
          <a:xfrm>
            <a:off x="1173478" y="1783821"/>
            <a:ext cx="10789920" cy="4452501"/>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@executor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id</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"store_post_text"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async</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store_post_text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set_state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agent_response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strip</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await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send_message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@executor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id</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"publisher"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async</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def</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publisher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response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content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str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get_state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strip</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await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ctx</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yield_output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f</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 Published:</a:t>
            </a:r>
            <a:r>
              <a:rPr kumimoji="0" lang="en-US" sz="2000" b="0" i="0" u="none" strike="noStrike" kern="1200" cap="none" spc="0" normalizeH="0" baseline="0" noProof="0">
                <a:ln>
                  <a:noFill/>
                </a:ln>
                <a:solidFill>
                  <a:srgbClr val="EE0000"/>
                </a:solidFill>
                <a:effectLst/>
                <a:uLnTx/>
                <a:uFillTx/>
                <a:latin typeface="Consolas" panose="020B0609020204030204" pitchFamily="49" charset="0"/>
                <a:ea typeface="+mn-ea"/>
                <a:cs typeface="Consolas" panose="020B0609020204030204" pitchFamily="49" charset="0"/>
              </a:rPr>
              <a:t>\n\n</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content</a:t>
            </a:r>
            <a:r>
              <a:rPr kumimoji="0" lang="en-US" sz="20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A31515"/>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0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WorkflowBuilder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start_executor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max_iterations</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98658"/>
                </a:solidFill>
                <a:effectLst/>
                <a:uLnTx/>
                <a:uFillTx/>
                <a:latin typeface="Consolas" panose="020B0609020204030204" pitchFamily="49" charset="0"/>
                <a:ea typeface="+mn-ea"/>
                <a:cs typeface="Consolas" panose="020B0609020204030204" pitchFamily="49" charset="0"/>
              </a:rPr>
              <a:t>8</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457200" marR="0" lvl="1"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writer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store_post_text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457200" marR="0" lvl="1"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store_post_text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457200" marR="0" lvl="1"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publisher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condition</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is_approved</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457200" marR="0" lvl="1"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reviewer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editor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condition</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needs_revision</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457200" marR="0" lvl="1"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add_edge</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editor</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store_post_text</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457200" marR="0" lvl="1" indent="0" algn="l" defTabSz="914400" rtl="0" eaLnBrk="1" fontAlgn="auto" latinLnBrk="0" hangingPunct="1">
              <a:lnSpc>
                <a:spcPts val="2025"/>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0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build</a:t>
            </a: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sp>
        <p:nvSpPr>
          <p:cNvPr id="4" name="TextBox 3">
            <a:extLst>
              <a:ext uri="{FF2B5EF4-FFF2-40B4-BE49-F238E27FC236}">
                <a16:creationId xmlns:a16="http://schemas.microsoft.com/office/drawing/2014/main" id="{44B3ED50-2553-A961-91EF-6440F5D42638}"/>
              </a:ext>
            </a:extLst>
          </p:cNvPr>
          <p:cNvSpPr txBox="1"/>
          <p:nvPr/>
        </p:nvSpPr>
        <p:spPr>
          <a:xfrm>
            <a:off x="1132793" y="227425"/>
            <a:ext cx="3168620" cy="461665"/>
          </a:xfrm>
          <a:prstGeom prst="rect">
            <a:avLst/>
          </a:prstGeom>
          <a:solidFill>
            <a:schemeClr val="accent3"/>
          </a:solidFill>
          <a:effectLst>
            <a:softEdge rad="31750"/>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agent-framework</a:t>
            </a:r>
          </a:p>
        </p:txBody>
      </p:sp>
      <p:sp>
        <p:nvSpPr>
          <p:cNvPr id="13" name="TextBox 12">
            <a:extLst>
              <a:ext uri="{FF2B5EF4-FFF2-40B4-BE49-F238E27FC236}">
                <a16:creationId xmlns:a16="http://schemas.microsoft.com/office/drawing/2014/main" id="{BDC6DD08-5F40-76E2-AEF9-5677C23FFA3C}"/>
              </a:ext>
            </a:extLst>
          </p:cNvPr>
          <p:cNvSpPr txBox="1"/>
          <p:nvPr/>
        </p:nvSpPr>
        <p:spPr>
          <a:xfrm>
            <a:off x="1132793" y="6322798"/>
            <a:ext cx="490448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rPr>
              <a:t>Full example: </a:t>
            </a:r>
            <a:r>
              <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hlinkClick r:id="rId3"/>
              </a:rPr>
              <a:t>workflow_conditional_state.py</a:t>
            </a:r>
            <a:endParaRPr kumimoji="0" lang="en-US" sz="2000" b="0" i="0" u="none" strike="noStrike" kern="1200" cap="none" spc="0" normalizeH="0" baseline="0" noProof="0" err="1">
              <a:ln>
                <a:noFill/>
              </a:ln>
              <a:solidFill>
                <a:prstClr val="black"/>
              </a:solidFill>
              <a:effectLst/>
              <a:uLnTx/>
              <a:uFillTx/>
              <a:latin typeface="Aptos" panose="02110004020202020204"/>
              <a:ea typeface="+mn-ea"/>
              <a:cs typeface="+mn-cs"/>
            </a:endParaRPr>
          </a:p>
        </p:txBody>
      </p:sp>
      <p:cxnSp>
        <p:nvCxnSpPr>
          <p:cNvPr id="11" name="Straight Arrow Connector 10">
            <a:extLst>
              <a:ext uri="{FF2B5EF4-FFF2-40B4-BE49-F238E27FC236}">
                <a16:creationId xmlns:a16="http://schemas.microsoft.com/office/drawing/2014/main" id="{F044B6B0-C2E8-253A-BE1B-DA0019C07B1D}"/>
              </a:ext>
            </a:extLst>
          </p:cNvPr>
          <p:cNvCxnSpPr>
            <a:cxnSpLocks/>
          </p:cNvCxnSpPr>
          <p:nvPr/>
        </p:nvCxnSpPr>
        <p:spPr>
          <a:xfrm flipH="1">
            <a:off x="10646338" y="2454444"/>
            <a:ext cx="1410909"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C758DA5-821D-8F37-8B66-E802512427A4}"/>
              </a:ext>
            </a:extLst>
          </p:cNvPr>
          <p:cNvCxnSpPr>
            <a:cxnSpLocks/>
          </p:cNvCxnSpPr>
          <p:nvPr/>
        </p:nvCxnSpPr>
        <p:spPr>
          <a:xfrm flipH="1">
            <a:off x="10646338" y="3723376"/>
            <a:ext cx="1410909"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Content Placeholder 2">
            <a:extLst>
              <a:ext uri="{FF2B5EF4-FFF2-40B4-BE49-F238E27FC236}">
                <a16:creationId xmlns:a16="http://schemas.microsoft.com/office/drawing/2014/main" id="{536EA9ED-A3A6-7499-903F-68F015A1A04D}"/>
              </a:ext>
            </a:extLst>
          </p:cNvPr>
          <p:cNvSpPr txBox="1">
            <a:spLocks/>
          </p:cNvSpPr>
          <p:nvPr/>
        </p:nvSpPr>
        <p:spPr>
          <a:xfrm>
            <a:off x="10792273" y="2139609"/>
            <a:ext cx="1295049" cy="314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store state</a:t>
            </a:r>
          </a:p>
        </p:txBody>
      </p:sp>
      <p:sp>
        <p:nvSpPr>
          <p:cNvPr id="17" name="Content Placeholder 2">
            <a:extLst>
              <a:ext uri="{FF2B5EF4-FFF2-40B4-BE49-F238E27FC236}">
                <a16:creationId xmlns:a16="http://schemas.microsoft.com/office/drawing/2014/main" id="{E5B13107-FCBC-0B66-D3AF-5BAD419C296F}"/>
              </a:ext>
            </a:extLst>
          </p:cNvPr>
          <p:cNvSpPr txBox="1">
            <a:spLocks/>
          </p:cNvSpPr>
          <p:nvPr/>
        </p:nvSpPr>
        <p:spPr>
          <a:xfrm>
            <a:off x="10792273" y="3408540"/>
            <a:ext cx="1295049" cy="314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access state</a:t>
            </a:r>
          </a:p>
        </p:txBody>
      </p:sp>
    </p:spTree>
    <p:extLst>
      <p:ext uri="{BB962C8B-B14F-4D97-AF65-F5344CB8AC3E}">
        <p14:creationId xmlns:p14="http://schemas.microsoft.com/office/powerpoint/2010/main" val="29496385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ES_tradnl" noProof="0"/>
              <a:t>Python + Agents</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512550" cy="873780"/>
          </a:xfrm>
        </p:spPr>
        <p:txBody>
          <a:bodyPr>
            <a:normAutofit fontScale="92500"/>
          </a:bodyPr>
          <a:lstStyle/>
          <a:p>
            <a:r>
              <a:rPr lang="en-US" sz="5400">
                <a:latin typeface="Quire Sans" panose="020B0502040400020003" pitchFamily="34" charset="0"/>
                <a:cs typeface="Quire Sans" panose="020B0502040400020003" pitchFamily="34" charset="0"/>
              </a:rPr>
              <a:t>🔀</a:t>
            </a:r>
            <a:r>
              <a:rPr lang="en-US" sz="5400">
                <a:solidFill>
                  <a:srgbClr val="000000"/>
                </a:solidFill>
                <a:latin typeface="Quire Sans" panose="020B0502040400020003" pitchFamily="34" charset="0"/>
                <a:ea typeface="Segoe UI"/>
                <a:cs typeface="Quire Sans" panose="020B0502040400020003" pitchFamily="34" charset="0"/>
              </a:rPr>
              <a:t> </a:t>
            </a:r>
            <a:r>
              <a:rPr lang="en-US" sz="5200">
                <a:solidFill>
                  <a:srgbClr val="000000"/>
                </a:solidFill>
                <a:ea typeface="Segoe UI"/>
                <a:cs typeface="Segoe UI"/>
              </a:rPr>
              <a:t>Building your first AI-driven workflows</a:t>
            </a:r>
            <a:endParaRPr lang="es-ES_tradnl" sz="5200" noProof="0"/>
          </a:p>
        </p:txBody>
      </p:sp>
      <p:sp>
        <p:nvSpPr>
          <p:cNvPr id="5" name="TextBox 4">
            <a:extLst>
              <a:ext uri="{FF2B5EF4-FFF2-40B4-BE49-F238E27FC236}">
                <a16:creationId xmlns:a16="http://schemas.microsoft.com/office/drawing/2014/main" id="{DFACB71E-6545-DC1C-8325-BF2AE36EB32D}"/>
              </a:ext>
            </a:extLst>
          </p:cNvPr>
          <p:cNvSpPr txBox="1"/>
          <p:nvPr/>
        </p:nvSpPr>
        <p:spPr>
          <a:xfrm>
            <a:off x="844550" y="3724673"/>
            <a:ext cx="7935768" cy="1015663"/>
          </a:xfrm>
          <a:prstGeom prst="rect">
            <a:avLst/>
          </a:prstGeom>
          <a:noFill/>
        </p:spPr>
        <p:txBody>
          <a:bodyPr wrap="square">
            <a:spAutoFit/>
          </a:bodyPr>
          <a:lstStyle/>
          <a:p>
            <a:r>
              <a:rPr lang="en-US" sz="3000" dirty="0">
                <a:hlinkClick r:id="rId2"/>
              </a:rPr>
              <a:t>aka.ms/</a:t>
            </a:r>
            <a:r>
              <a:rPr lang="en-US" sz="3000" dirty="0" err="1">
                <a:hlinkClick r:id="rId2"/>
              </a:rPr>
              <a:t>pythonagents</a:t>
            </a:r>
            <a:r>
              <a:rPr lang="en-US" sz="3000" dirty="0">
                <a:hlinkClick r:id="rId2"/>
              </a:rPr>
              <a:t>/slides/workflows</a:t>
            </a:r>
            <a:r>
              <a:rPr lang="en-US" sz="3000" dirty="0"/>
              <a:t> – Find more info here</a:t>
            </a:r>
          </a:p>
        </p:txBody>
      </p:sp>
    </p:spTree>
    <p:extLst>
      <p:ext uri="{BB962C8B-B14F-4D97-AF65-F5344CB8AC3E}">
        <p14:creationId xmlns:p14="http://schemas.microsoft.com/office/powerpoint/2010/main" val="3249730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BA07F-344E-FE97-117B-0FFB4B5F4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4C247-35A8-496F-649C-D87960404B7C}"/>
              </a:ext>
            </a:extLst>
          </p:cNvPr>
          <p:cNvSpPr>
            <a:spLocks noGrp="1"/>
          </p:cNvSpPr>
          <p:nvPr>
            <p:ph type="title"/>
          </p:nvPr>
        </p:nvSpPr>
        <p:spPr>
          <a:xfrm>
            <a:off x="838200" y="1232343"/>
            <a:ext cx="11462886" cy="2852737"/>
          </a:xfrm>
        </p:spPr>
        <p:txBody>
          <a:bodyPr>
            <a:normAutofit/>
          </a:bodyPr>
          <a:lstStyle/>
          <a:p>
            <a:r>
              <a:rPr lang="en-US" sz="5500"/>
              <a:t>Built-in workflow orchestrations</a:t>
            </a:r>
          </a:p>
        </p:txBody>
      </p:sp>
      <p:sp>
        <p:nvSpPr>
          <p:cNvPr id="4" name="TextBox 3">
            <a:hlinkClick r:id="rId3"/>
            <a:extLst>
              <a:ext uri="{FF2B5EF4-FFF2-40B4-BE49-F238E27FC236}">
                <a16:creationId xmlns:a16="http://schemas.microsoft.com/office/drawing/2014/main" id="{84224ABF-79CA-4070-0942-BA1277686911}"/>
              </a:ext>
            </a:extLst>
          </p:cNvPr>
          <p:cNvSpPr txBox="1"/>
          <p:nvPr/>
        </p:nvSpPr>
        <p:spPr>
          <a:xfrm>
            <a:off x="838199" y="3105834"/>
            <a:ext cx="1027897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panose="02110004020202020204"/>
                <a:ea typeface="+mn-ea"/>
                <a:cs typeface="+mn-cs"/>
                <a:hlinkClick r:id="rId4"/>
              </a:rPr>
              <a:t>https://learn.microsoft.com/agent-framework/workflows/orchestrations/</a:t>
            </a:r>
            <a:endParaRPr kumimoji="0" lang="en-US" sz="20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93279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4671-DCE7-32B9-8A92-8E8882CE219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1C72027-E5F3-5A39-5E37-EC73B6AA2636}"/>
              </a:ext>
            </a:extLst>
          </p:cNvPr>
          <p:cNvSpPr>
            <a:spLocks noGrp="1"/>
          </p:cNvSpPr>
          <p:nvPr>
            <p:ph type="body" idx="1"/>
          </p:nvPr>
        </p:nvSpPr>
        <p:spPr>
          <a:xfrm>
            <a:off x="5695951" y="2457794"/>
            <a:ext cx="4800600" cy="430887"/>
          </a:xfrm>
        </p:spPr>
        <p:txBody>
          <a:bodyPr/>
          <a:lstStyle/>
          <a:p>
            <a:r>
              <a:rPr lang="en-US" sz="2800"/>
              <a:t>Showcasing</a:t>
            </a:r>
          </a:p>
        </p:txBody>
      </p:sp>
      <p:sp>
        <p:nvSpPr>
          <p:cNvPr id="3" name="Title 2">
            <a:extLst>
              <a:ext uri="{FF2B5EF4-FFF2-40B4-BE49-F238E27FC236}">
                <a16:creationId xmlns:a16="http://schemas.microsoft.com/office/drawing/2014/main" id="{9A805974-2719-EC28-6774-3A68EAF5A586}"/>
              </a:ext>
            </a:extLst>
          </p:cNvPr>
          <p:cNvSpPr>
            <a:spLocks noGrp="1"/>
          </p:cNvSpPr>
          <p:nvPr>
            <p:ph type="title"/>
          </p:nvPr>
        </p:nvSpPr>
        <p:spPr>
          <a:xfrm>
            <a:off x="5695951" y="4206308"/>
            <a:ext cx="4800600" cy="677108"/>
          </a:xfrm>
        </p:spPr>
        <p:txBody>
          <a:bodyPr/>
          <a:lstStyle/>
          <a:p>
            <a:r>
              <a:rPr lang="en-US" sz="4400">
                <a:solidFill>
                  <a:schemeClr val="tx1"/>
                </a:solidFill>
              </a:rPr>
              <a:t>Demos and Videos</a:t>
            </a:r>
          </a:p>
        </p:txBody>
      </p:sp>
    </p:spTree>
    <p:extLst>
      <p:ext uri="{BB962C8B-B14F-4D97-AF65-F5344CB8AC3E}">
        <p14:creationId xmlns:p14="http://schemas.microsoft.com/office/powerpoint/2010/main" val="1670392378"/>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C80D4-06AA-01E5-3AAA-777D708B75C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DA10476-6699-D17A-3CB9-6A90C7C98766}"/>
              </a:ext>
            </a:extLst>
          </p:cNvPr>
          <p:cNvSpPr>
            <a:spLocks noGrp="1"/>
          </p:cNvSpPr>
          <p:nvPr>
            <p:ph type="body" idx="1"/>
          </p:nvPr>
        </p:nvSpPr>
        <p:spPr>
          <a:xfrm>
            <a:off x="5695951" y="2457794"/>
            <a:ext cx="4800600" cy="430887"/>
          </a:xfrm>
        </p:spPr>
        <p:txBody>
          <a:bodyPr/>
          <a:lstStyle/>
          <a:p>
            <a:r>
              <a:rPr lang="en-US" sz="2800"/>
              <a:t>Showcasing</a:t>
            </a:r>
          </a:p>
        </p:txBody>
      </p:sp>
      <p:sp>
        <p:nvSpPr>
          <p:cNvPr id="3" name="Title 2">
            <a:extLst>
              <a:ext uri="{FF2B5EF4-FFF2-40B4-BE49-F238E27FC236}">
                <a16:creationId xmlns:a16="http://schemas.microsoft.com/office/drawing/2014/main" id="{99C69470-9D98-8445-5CD8-F3AD5AC8A5FB}"/>
              </a:ext>
            </a:extLst>
          </p:cNvPr>
          <p:cNvSpPr>
            <a:spLocks noGrp="1"/>
          </p:cNvSpPr>
          <p:nvPr>
            <p:ph type="title"/>
          </p:nvPr>
        </p:nvSpPr>
        <p:spPr>
          <a:xfrm>
            <a:off x="5695951" y="4206308"/>
            <a:ext cx="4800600" cy="677108"/>
          </a:xfrm>
        </p:spPr>
        <p:txBody>
          <a:bodyPr/>
          <a:lstStyle/>
          <a:p>
            <a:r>
              <a:rPr lang="en-US" sz="4400">
                <a:solidFill>
                  <a:schemeClr val="tx1"/>
                </a:solidFill>
              </a:rPr>
              <a:t>Demos and Videos</a:t>
            </a:r>
          </a:p>
        </p:txBody>
      </p:sp>
      <p:pic>
        <p:nvPicPr>
          <p:cNvPr id="5" name="demo-20250918_185622-Meeting Recording">
            <a:hlinkClick r:id="" action="ppaction://media"/>
            <a:extLst>
              <a:ext uri="{FF2B5EF4-FFF2-40B4-BE49-F238E27FC236}">
                <a16:creationId xmlns:a16="http://schemas.microsoft.com/office/drawing/2014/main" id="{A3B7F085-B28A-6C1A-AB3F-F83C5A12351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82109038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391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3F77CD-1C08-8155-2465-E6AAB04F8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04709-6F55-7AA5-E4CF-4F62871CC7D9}"/>
              </a:ext>
            </a:extLst>
          </p:cNvPr>
          <p:cNvSpPr>
            <a:spLocks noGrp="1"/>
          </p:cNvSpPr>
          <p:nvPr>
            <p:ph type="title"/>
          </p:nvPr>
        </p:nvSpPr>
        <p:spPr/>
        <p:txBody>
          <a:bodyPr/>
          <a:lstStyle/>
          <a:p>
            <a:r>
              <a:rPr lang="es-MX"/>
              <a:t>End-to-end application</a:t>
            </a:r>
          </a:p>
        </p:txBody>
      </p:sp>
    </p:spTree>
    <p:extLst>
      <p:ext uri="{BB962C8B-B14F-4D97-AF65-F5344CB8AC3E}">
        <p14:creationId xmlns:p14="http://schemas.microsoft.com/office/powerpoint/2010/main" val="32199054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C8D27D-7BFB-8FF5-712F-5C6DAEF8A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77FBD-26C1-CA3B-7B1F-9F27041EC463}"/>
              </a:ext>
            </a:extLst>
          </p:cNvPr>
          <p:cNvSpPr>
            <a:spLocks noGrp="1"/>
          </p:cNvSpPr>
          <p:nvPr>
            <p:ph type="title"/>
          </p:nvPr>
        </p:nvSpPr>
        <p:spPr/>
        <p:txBody>
          <a:bodyPr/>
          <a:lstStyle/>
          <a:p>
            <a:r>
              <a:rPr lang="en-US">
                <a:ea typeface="+mj-lt"/>
                <a:cs typeface="+mj-lt"/>
              </a:rPr>
              <a:t>Agentic AI investment analysis </a:t>
            </a:r>
            <a:endParaRPr lang="en-US"/>
          </a:p>
        </p:txBody>
      </p:sp>
      <p:sp>
        <p:nvSpPr>
          <p:cNvPr id="79" name="TextBox 78">
            <a:extLst>
              <a:ext uri="{FF2B5EF4-FFF2-40B4-BE49-F238E27FC236}">
                <a16:creationId xmlns:a16="http://schemas.microsoft.com/office/drawing/2014/main" id="{6F3D083B-155B-674E-C389-EEA6762EE4D1}"/>
              </a:ext>
            </a:extLst>
          </p:cNvPr>
          <p:cNvSpPr txBox="1"/>
          <p:nvPr/>
        </p:nvSpPr>
        <p:spPr>
          <a:xfrm>
            <a:off x="9097780" y="1519996"/>
            <a:ext cx="3413326" cy="24622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Agent Framework*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FastAPI</a:t>
            </a:r>
            <a:b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b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Azure OpenAI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Azure Cosmos DB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Azure Blob Storage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endParaRPr>
          </a:p>
        </p:txBody>
      </p:sp>
      <p:pic>
        <p:nvPicPr>
          <p:cNvPr id="3" name="Picture 2" descr="InvestAI - Agentic AI Sample">
            <a:extLst>
              <a:ext uri="{FF2B5EF4-FFF2-40B4-BE49-F238E27FC236}">
                <a16:creationId xmlns:a16="http://schemas.microsoft.com/office/drawing/2014/main" id="{05D50A41-7557-FF42-39C2-7686F8D936F1}"/>
              </a:ext>
            </a:extLst>
          </p:cNvPr>
          <p:cNvPicPr>
            <a:picLocks noChangeAspect="1"/>
          </p:cNvPicPr>
          <p:nvPr/>
        </p:nvPicPr>
        <p:blipFill>
          <a:blip r:embed="rId3"/>
          <a:srcRect r="33848" b="41611"/>
          <a:stretch>
            <a:fillRect/>
          </a:stretch>
        </p:blipFill>
        <p:spPr>
          <a:xfrm>
            <a:off x="1154191" y="1663956"/>
            <a:ext cx="7838814" cy="4366454"/>
          </a:xfrm>
          <a:prstGeom prst="rect">
            <a:avLst/>
          </a:prstGeom>
          <a:ln>
            <a:solidFill>
              <a:schemeClr val="tx1"/>
            </a:solidFill>
          </a:ln>
        </p:spPr>
      </p:pic>
      <p:sp>
        <p:nvSpPr>
          <p:cNvPr id="5" name="TextBox 4">
            <a:extLst>
              <a:ext uri="{FF2B5EF4-FFF2-40B4-BE49-F238E27FC236}">
                <a16:creationId xmlns:a16="http://schemas.microsoft.com/office/drawing/2014/main" id="{B785AE2D-403A-1DDA-0BE7-89CC2CFB9DD4}"/>
              </a:ext>
            </a:extLst>
          </p:cNvPr>
          <p:cNvSpPr txBox="1"/>
          <p:nvPr/>
        </p:nvSpPr>
        <p:spPr>
          <a:xfrm>
            <a:off x="1154191" y="6138876"/>
            <a:ext cx="77135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hlinkClick r:id="rId4"/>
              </a:rPr>
              <a:t>https://github.com/Azure-Samples/Agentic-AI-Investment-Analysis-Sample</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32CED95D-5CF8-C7CA-09BA-7DD075DDA7BC}"/>
              </a:ext>
            </a:extLst>
          </p:cNvPr>
          <p:cNvSpPr txBox="1"/>
          <p:nvPr/>
        </p:nvSpPr>
        <p:spPr>
          <a:xfrm>
            <a:off x="9097780" y="5240119"/>
            <a:ext cx="3100652"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Aptos"/>
                <a:ea typeface="Roboto"/>
                <a:cs typeface="Roboto"/>
              </a:rPr>
              <a:t>*Uses an older MAF version,</a:t>
            </a:r>
            <a:br>
              <a:rPr kumimoji="0" lang="en-US" sz="1800" b="0" i="1" u="none" strike="noStrike" kern="1200" cap="none" spc="0" normalizeH="0" baseline="0" noProof="0">
                <a:ln>
                  <a:noFill/>
                </a:ln>
                <a:solidFill>
                  <a:prstClr val="black"/>
                </a:solidFill>
                <a:effectLst/>
                <a:uLnTx/>
                <a:uFillTx/>
                <a:latin typeface="Aptos"/>
                <a:ea typeface="Roboto"/>
                <a:cs typeface="Roboto"/>
              </a:rPr>
            </a:br>
            <a:r>
              <a:rPr kumimoji="0" lang="en-US" sz="1800" b="0" i="1" u="none" strike="noStrike" kern="1200" cap="none" spc="0" normalizeH="0" baseline="0" noProof="0">
                <a:ln>
                  <a:noFill/>
                </a:ln>
                <a:solidFill>
                  <a:prstClr val="black"/>
                </a:solidFill>
                <a:effectLst/>
                <a:uLnTx/>
                <a:uFillTx/>
                <a:latin typeface="Aptos"/>
                <a:ea typeface="Roboto"/>
                <a:cs typeface="Roboto"/>
              </a:rPr>
              <a:t>upgrades are pending. </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550557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D3B1AB-6E5A-3ACC-91AB-975939E90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7E44A-0FDA-B70C-B215-C7A9AB0452DF}"/>
              </a:ext>
            </a:extLst>
          </p:cNvPr>
          <p:cNvSpPr>
            <a:spLocks noGrp="1"/>
          </p:cNvSpPr>
          <p:nvPr>
            <p:ph type="title"/>
          </p:nvPr>
        </p:nvSpPr>
        <p:spPr/>
        <p:txBody>
          <a:bodyPr/>
          <a:lstStyle/>
          <a:p>
            <a:r>
              <a:rPr lang="en-US">
                <a:ea typeface="+mj-lt"/>
                <a:cs typeface="+mj-lt"/>
              </a:rPr>
              <a:t>Investment workflow with fan-out/fan-in </a:t>
            </a:r>
            <a:endParaRPr lang="en-US"/>
          </a:p>
        </p:txBody>
      </p:sp>
      <p:sp>
        <p:nvSpPr>
          <p:cNvPr id="5" name="TextBox 4">
            <a:extLst>
              <a:ext uri="{FF2B5EF4-FFF2-40B4-BE49-F238E27FC236}">
                <a16:creationId xmlns:a16="http://schemas.microsoft.com/office/drawing/2014/main" id="{A35CA7FD-AE2D-4DBE-C5E8-F37CC3635025}"/>
              </a:ext>
            </a:extLst>
          </p:cNvPr>
          <p:cNvSpPr txBox="1"/>
          <p:nvPr/>
        </p:nvSpPr>
        <p:spPr>
          <a:xfrm>
            <a:off x="1212174" y="4884764"/>
            <a:ext cx="68840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hlinkClick r:id="rId3"/>
              </a:rPr>
              <a:t>Full file: investment_workflow.py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9" name="Picture 8">
            <a:extLst>
              <a:ext uri="{FF2B5EF4-FFF2-40B4-BE49-F238E27FC236}">
                <a16:creationId xmlns:a16="http://schemas.microsoft.com/office/drawing/2014/main" id="{62125153-D8A9-9626-3E52-52D1083E08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5106" y="1698095"/>
            <a:ext cx="3598292" cy="4805363"/>
          </a:xfrm>
          <a:prstGeom prst="rect">
            <a:avLst/>
          </a:prstGeom>
          <a:ln>
            <a:solidFill>
              <a:schemeClr val="tx1"/>
            </a:solidFill>
          </a:ln>
        </p:spPr>
      </p:pic>
      <p:sp>
        <p:nvSpPr>
          <p:cNvPr id="11" name="TextBox 10">
            <a:extLst>
              <a:ext uri="{FF2B5EF4-FFF2-40B4-BE49-F238E27FC236}">
                <a16:creationId xmlns:a16="http://schemas.microsoft.com/office/drawing/2014/main" id="{E6C82CBB-6FEE-B550-3BBE-A12D0D727244}"/>
              </a:ext>
            </a:extLst>
          </p:cNvPr>
          <p:cNvSpPr txBox="1"/>
          <p:nvPr/>
        </p:nvSpPr>
        <p:spPr>
          <a:xfrm>
            <a:off x="1212174" y="1698095"/>
            <a:ext cx="6992312" cy="3170099"/>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632E62">
                    <a:lumMod val="75000"/>
                  </a:srgbClr>
                </a:solidFill>
                <a:effectLst/>
                <a:uLnTx/>
                <a:uFillTx/>
                <a:latin typeface="Consolas" panose="020B0609020204030204" pitchFamily="49" charset="0"/>
                <a:ea typeface="+mn-ea"/>
                <a:cs typeface="Consolas" panose="020B0609020204030204" pitchFamily="49" charset="0"/>
              </a:rPr>
              <a:t>WorkflowBuilder</a:t>
            </a:r>
            <a:r>
              <a:rPr kumimoji="0" lang="en-US" sz="1800" b="0" i="0" u="none" strike="noStrike" kern="1200" cap="none" spc="0" normalizeH="0" baseline="0" noProof="0">
                <a:ln>
                  <a:noFill/>
                </a:ln>
                <a:solidFill>
                  <a:srgbClr val="32C337"/>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.set_start_executor</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data_prep_executor</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.add_fan_out_edges</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data_prep_executor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financial_analyst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risk_analyst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market_analyst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compliance_analyst</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.add_fan_in_edges</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financial_analyst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risk_analyst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market_analyst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compliance_analyst</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analysis_aggregator</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.add_edge</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analysis_aggregator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debate_executor</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.add_edge</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debate_executor</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summary_report_generator</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.build</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p:txBody>
      </p:sp>
      <p:pic>
        <p:nvPicPr>
          <p:cNvPr id="13" name="Picture 12">
            <a:extLst>
              <a:ext uri="{FF2B5EF4-FFF2-40B4-BE49-F238E27FC236}">
                <a16:creationId xmlns:a16="http://schemas.microsoft.com/office/drawing/2014/main" id="{24BCCEA4-1DF6-6D7E-79EA-8CD76277014E}"/>
              </a:ext>
            </a:extLst>
          </p:cNvPr>
          <p:cNvPicPr>
            <a:picLocks noChangeAspect="1"/>
          </p:cNvPicPr>
          <p:nvPr/>
        </p:nvPicPr>
        <p:blipFill>
          <a:blip r:embed="rId5">
            <a:extLst>
              <a:ext uri="{28A0092B-C50C-407E-A947-70E740481C1C}">
                <a14:useLocalDpi xmlns:a14="http://schemas.microsoft.com/office/drawing/2010/main" val="0"/>
              </a:ext>
            </a:extLst>
          </a:blip>
          <a:srcRect b="39460"/>
          <a:stretch>
            <a:fillRect/>
          </a:stretch>
        </p:blipFill>
        <p:spPr>
          <a:xfrm>
            <a:off x="1291779" y="5365916"/>
            <a:ext cx="6083976" cy="1239837"/>
          </a:xfrm>
          <a:prstGeom prst="rect">
            <a:avLst/>
          </a:prstGeom>
          <a:ln>
            <a:solidFill>
              <a:schemeClr val="tx1"/>
            </a:solidFill>
          </a:ln>
        </p:spPr>
      </p:pic>
      <p:cxnSp>
        <p:nvCxnSpPr>
          <p:cNvPr id="14" name="Straight Connector 13">
            <a:extLst>
              <a:ext uri="{FF2B5EF4-FFF2-40B4-BE49-F238E27FC236}">
                <a16:creationId xmlns:a16="http://schemas.microsoft.com/office/drawing/2014/main" id="{8560B071-11D8-CEF5-43B3-C24F23BEAE25}"/>
              </a:ext>
            </a:extLst>
          </p:cNvPr>
          <p:cNvCxnSpPr>
            <a:cxnSpLocks/>
          </p:cNvCxnSpPr>
          <p:nvPr/>
        </p:nvCxnSpPr>
        <p:spPr>
          <a:xfrm flipH="1">
            <a:off x="7456320" y="6277649"/>
            <a:ext cx="1496332" cy="0"/>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655545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171B04-181C-1ABD-EE74-ED23EFDDC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E5BB7-ABE9-0F27-3114-0FB899389740}"/>
              </a:ext>
            </a:extLst>
          </p:cNvPr>
          <p:cNvSpPr>
            <a:spLocks noGrp="1"/>
          </p:cNvSpPr>
          <p:nvPr>
            <p:ph type="title"/>
          </p:nvPr>
        </p:nvSpPr>
        <p:spPr/>
        <p:txBody>
          <a:bodyPr/>
          <a:lstStyle/>
          <a:p>
            <a:r>
              <a:rPr lang="en-US">
                <a:ea typeface="+mj-lt"/>
                <a:cs typeface="+mj-lt"/>
              </a:rPr>
              <a:t>What-if workflow with fan-in/fan-out </a:t>
            </a:r>
            <a:endParaRPr lang="en-US"/>
          </a:p>
        </p:txBody>
      </p:sp>
      <p:sp>
        <p:nvSpPr>
          <p:cNvPr id="5" name="TextBox 4">
            <a:extLst>
              <a:ext uri="{FF2B5EF4-FFF2-40B4-BE49-F238E27FC236}">
                <a16:creationId xmlns:a16="http://schemas.microsoft.com/office/drawing/2014/main" id="{8BA79942-3934-E5FB-0D02-CDE24CB0E440}"/>
              </a:ext>
            </a:extLst>
          </p:cNvPr>
          <p:cNvSpPr txBox="1"/>
          <p:nvPr/>
        </p:nvSpPr>
        <p:spPr>
          <a:xfrm>
            <a:off x="1049416" y="6527996"/>
            <a:ext cx="68840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hlinkClick r:id="rId3"/>
              </a:rPr>
              <a:t>Full file: what_if_workflow.py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D4441281-06B0-D4DB-948B-8A69EA84B782}"/>
              </a:ext>
            </a:extLst>
          </p:cNvPr>
          <p:cNvSpPr txBox="1"/>
          <p:nvPr/>
        </p:nvSpPr>
        <p:spPr>
          <a:xfrm>
            <a:off x="1049416" y="3892666"/>
            <a:ext cx="10042294" cy="2657138"/>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a:ln>
                  <a:noFill/>
                </a:ln>
                <a:solidFill>
                  <a:srgbClr val="632E62">
                    <a:lumMod val="75000"/>
                  </a:srgbClr>
                </a:solidFill>
                <a:effectLst/>
                <a:uLnTx/>
                <a:uFillTx/>
                <a:latin typeface="Consolas" panose="020B0609020204030204" pitchFamily="49" charset="0"/>
                <a:ea typeface="+mn-ea"/>
                <a:cs typeface="Consolas" panose="020B0609020204030204" pitchFamily="49" charset="0"/>
              </a:rPr>
              <a:t>WorkflowBuilder</a:t>
            </a:r>
            <a:r>
              <a:rPr kumimoji="0" lang="en-US" sz="1800" b="0" i="0" u="none" strike="noStrike" kern="1200" cap="none" spc="0" normalizeH="0" baseline="0" noProof="0">
                <a:ln>
                  <a:noFill/>
                </a:ln>
                <a:solidFill>
                  <a:srgbClr val="32C337"/>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.set_start_executor</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planner_agent</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.add_fan_out_edges</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planner_agent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financial_analyst_agent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risk_analyst_agent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market_analyst_agent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compliance_analyst_agent</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.add_fan_in_edges</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financial_analyst_agent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risk_analyst_agent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market_analyst_agent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compliance_analyst_agent</a:t>
            </a:r>
            <a:r>
              <a:rPr kumimoji="0" lang="en-US" sz="1800" b="0" i="0" u="none" strike="noStrike" kern="1200" cap="none" spc="0" normalizeH="0" baseline="0" noProof="0">
                <a:ln>
                  <a:noFill/>
                </a:ln>
                <a:solidFill>
                  <a:srgbClr val="C00000"/>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a:ln>
                  <a:noFill/>
                </a:ln>
                <a:solidFill>
                  <a:srgbClr val="002060"/>
                </a:solidFill>
                <a:effectLst/>
                <a:uLnTx/>
                <a:uFillTx/>
                <a:latin typeface="Consolas" panose="020B0609020204030204" pitchFamily="49" charset="0"/>
                <a:ea typeface="+mn-ea"/>
                <a:cs typeface="Consolas" panose="020B0609020204030204" pitchFamily="49" charset="0"/>
              </a:rPr>
              <a:t>summarizer_agent</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ts val="2025"/>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.build</a:t>
            </a:r>
            <a:r>
              <a:rPr kumimoji="0" lang="en-US" sz="1800" b="0" i="0" u="none" strike="noStrike" kern="1200" cap="none" spc="0" normalizeH="0" baseline="0" noProof="0">
                <a:ln>
                  <a:noFill/>
                </a:ln>
                <a:solidFill>
                  <a:srgbClr val="37D142"/>
                </a:solidFill>
                <a:effectLst/>
                <a:uLnTx/>
                <a:uFillTx/>
                <a:latin typeface="Consolas" panose="020B0609020204030204" pitchFamily="49" charset="0"/>
                <a:ea typeface="+mn-ea"/>
                <a:cs typeface="Consolas" panose="020B0609020204030204" pitchFamily="49" charset="0"/>
              </a:rPr>
              <a:t>()</a:t>
            </a:r>
          </a:p>
        </p:txBody>
      </p:sp>
      <p:pic>
        <p:nvPicPr>
          <p:cNvPr id="4" name="Picture 3">
            <a:extLst>
              <a:ext uri="{FF2B5EF4-FFF2-40B4-BE49-F238E27FC236}">
                <a16:creationId xmlns:a16="http://schemas.microsoft.com/office/drawing/2014/main" id="{FC568CD2-3C15-7A86-8534-09D75EE27225}"/>
              </a:ext>
            </a:extLst>
          </p:cNvPr>
          <p:cNvPicPr>
            <a:picLocks noChangeAspect="1"/>
          </p:cNvPicPr>
          <p:nvPr/>
        </p:nvPicPr>
        <p:blipFill>
          <a:blip r:embed="rId4">
            <a:extLst>
              <a:ext uri="{28A0092B-C50C-407E-A947-70E740481C1C}">
                <a14:useLocalDpi xmlns:a14="http://schemas.microsoft.com/office/drawing/2010/main" val="0"/>
              </a:ext>
            </a:extLst>
          </a:blip>
          <a:srcRect l="66317" b="80018"/>
          <a:stretch>
            <a:fillRect/>
          </a:stretch>
        </p:blipFill>
        <p:spPr>
          <a:xfrm>
            <a:off x="2131808" y="1484701"/>
            <a:ext cx="2757853" cy="483014"/>
          </a:xfrm>
          <a:prstGeom prst="rect">
            <a:avLst/>
          </a:prstGeom>
        </p:spPr>
      </p:pic>
      <p:pic>
        <p:nvPicPr>
          <p:cNvPr id="7" name="Picture 6">
            <a:extLst>
              <a:ext uri="{FF2B5EF4-FFF2-40B4-BE49-F238E27FC236}">
                <a16:creationId xmlns:a16="http://schemas.microsoft.com/office/drawing/2014/main" id="{5F3E73C2-8EFB-3A66-FF65-9C7D5C0F2D08}"/>
              </a:ext>
            </a:extLst>
          </p:cNvPr>
          <p:cNvPicPr>
            <a:picLocks noChangeAspect="1"/>
          </p:cNvPicPr>
          <p:nvPr/>
        </p:nvPicPr>
        <p:blipFill>
          <a:blip r:embed="rId4">
            <a:extLst>
              <a:ext uri="{28A0092B-C50C-407E-A947-70E740481C1C}">
                <a14:useLocalDpi xmlns:a14="http://schemas.microsoft.com/office/drawing/2010/main" val="0"/>
              </a:ext>
            </a:extLst>
          </a:blip>
          <a:srcRect l="4807" t="20325" r="25309"/>
          <a:stretch>
            <a:fillRect/>
          </a:stretch>
        </p:blipFill>
        <p:spPr>
          <a:xfrm>
            <a:off x="1049416" y="2117299"/>
            <a:ext cx="4947883" cy="1665474"/>
          </a:xfrm>
          <a:prstGeom prst="rect">
            <a:avLst/>
          </a:prstGeom>
          <a:ln>
            <a:solidFill>
              <a:schemeClr val="accent4"/>
            </a:solidFill>
          </a:ln>
        </p:spPr>
      </p:pic>
      <p:pic>
        <p:nvPicPr>
          <p:cNvPr id="15" name="Picture 14">
            <a:extLst>
              <a:ext uri="{FF2B5EF4-FFF2-40B4-BE49-F238E27FC236}">
                <a16:creationId xmlns:a16="http://schemas.microsoft.com/office/drawing/2014/main" id="{89E7F19F-9F08-D713-1B95-8CF85B3708BE}"/>
              </a:ext>
            </a:extLst>
          </p:cNvPr>
          <p:cNvPicPr>
            <a:picLocks noChangeAspect="1"/>
          </p:cNvPicPr>
          <p:nvPr/>
        </p:nvPicPr>
        <p:blipFill>
          <a:blip r:embed="rId5">
            <a:extLst>
              <a:ext uri="{28A0092B-C50C-407E-A947-70E740481C1C}">
                <a14:useLocalDpi xmlns:a14="http://schemas.microsoft.com/office/drawing/2010/main" val="0"/>
              </a:ext>
            </a:extLst>
          </a:blip>
          <a:srcRect l="1" r="9637" b="88472"/>
          <a:stretch>
            <a:fillRect/>
          </a:stretch>
        </p:blipFill>
        <p:spPr>
          <a:xfrm>
            <a:off x="6539876" y="2056206"/>
            <a:ext cx="2719489" cy="365745"/>
          </a:xfrm>
          <a:prstGeom prst="rect">
            <a:avLst/>
          </a:prstGeom>
        </p:spPr>
      </p:pic>
      <p:pic>
        <p:nvPicPr>
          <p:cNvPr id="16" name="Picture 15">
            <a:extLst>
              <a:ext uri="{FF2B5EF4-FFF2-40B4-BE49-F238E27FC236}">
                <a16:creationId xmlns:a16="http://schemas.microsoft.com/office/drawing/2014/main" id="{2B0D31ED-3C03-8058-51E1-D3DD19773EB4}"/>
              </a:ext>
            </a:extLst>
          </p:cNvPr>
          <p:cNvPicPr>
            <a:picLocks noChangeAspect="1"/>
          </p:cNvPicPr>
          <p:nvPr/>
        </p:nvPicPr>
        <p:blipFill>
          <a:blip r:embed="rId5">
            <a:extLst>
              <a:ext uri="{28A0092B-C50C-407E-A947-70E740481C1C}">
                <a14:useLocalDpi xmlns:a14="http://schemas.microsoft.com/office/drawing/2010/main" val="0"/>
              </a:ext>
            </a:extLst>
          </a:blip>
          <a:srcRect l="-993" t="46534" r="10631" b="41938"/>
          <a:stretch>
            <a:fillRect/>
          </a:stretch>
        </p:blipFill>
        <p:spPr>
          <a:xfrm>
            <a:off x="6539876" y="2525735"/>
            <a:ext cx="2719490" cy="365745"/>
          </a:xfrm>
          <a:prstGeom prst="rect">
            <a:avLst/>
          </a:prstGeom>
        </p:spPr>
      </p:pic>
      <p:pic>
        <p:nvPicPr>
          <p:cNvPr id="17" name="Picture 16">
            <a:extLst>
              <a:ext uri="{FF2B5EF4-FFF2-40B4-BE49-F238E27FC236}">
                <a16:creationId xmlns:a16="http://schemas.microsoft.com/office/drawing/2014/main" id="{EB694D71-4E8B-D59C-0B98-DCA7EEF3D1A8}"/>
              </a:ext>
            </a:extLst>
          </p:cNvPr>
          <p:cNvPicPr>
            <a:picLocks noChangeAspect="1"/>
          </p:cNvPicPr>
          <p:nvPr/>
        </p:nvPicPr>
        <p:blipFill>
          <a:blip r:embed="rId5">
            <a:extLst>
              <a:ext uri="{28A0092B-C50C-407E-A947-70E740481C1C}">
                <a14:useLocalDpi xmlns:a14="http://schemas.microsoft.com/office/drawing/2010/main" val="0"/>
              </a:ext>
            </a:extLst>
          </a:blip>
          <a:srcRect l="-993" t="79598" r="10631" b="8874"/>
          <a:stretch>
            <a:fillRect/>
          </a:stretch>
        </p:blipFill>
        <p:spPr>
          <a:xfrm>
            <a:off x="6525587" y="2958962"/>
            <a:ext cx="2719490" cy="365745"/>
          </a:xfrm>
          <a:prstGeom prst="rect">
            <a:avLst/>
          </a:prstGeom>
        </p:spPr>
      </p:pic>
      <p:pic>
        <p:nvPicPr>
          <p:cNvPr id="19" name="Picture 18">
            <a:extLst>
              <a:ext uri="{FF2B5EF4-FFF2-40B4-BE49-F238E27FC236}">
                <a16:creationId xmlns:a16="http://schemas.microsoft.com/office/drawing/2014/main" id="{9591F0E1-CE3C-0F2C-1381-D746013D2108}"/>
              </a:ext>
            </a:extLst>
          </p:cNvPr>
          <p:cNvPicPr>
            <a:picLocks noChangeAspect="1"/>
          </p:cNvPicPr>
          <p:nvPr/>
        </p:nvPicPr>
        <p:blipFill>
          <a:blip r:embed="rId6">
            <a:extLst>
              <a:ext uri="{28A0092B-C50C-407E-A947-70E740481C1C}">
                <a14:useLocalDpi xmlns:a14="http://schemas.microsoft.com/office/drawing/2010/main" val="0"/>
              </a:ext>
            </a:extLst>
          </a:blip>
          <a:srcRect b="37864"/>
          <a:stretch>
            <a:fillRect/>
          </a:stretch>
        </p:blipFill>
        <p:spPr>
          <a:xfrm>
            <a:off x="6511300" y="3392190"/>
            <a:ext cx="2748065" cy="381256"/>
          </a:xfrm>
          <a:prstGeom prst="rect">
            <a:avLst/>
          </a:prstGeom>
        </p:spPr>
      </p:pic>
      <p:cxnSp>
        <p:nvCxnSpPr>
          <p:cNvPr id="20" name="Straight Connector 19">
            <a:extLst>
              <a:ext uri="{FF2B5EF4-FFF2-40B4-BE49-F238E27FC236}">
                <a16:creationId xmlns:a16="http://schemas.microsoft.com/office/drawing/2014/main" id="{E2742148-F88F-AAE3-30BA-6E6E9116A0B9}"/>
              </a:ext>
            </a:extLst>
          </p:cNvPr>
          <p:cNvCxnSpPr>
            <a:cxnSpLocks/>
            <a:stCxn id="7" idx="3"/>
          </p:cNvCxnSpPr>
          <p:nvPr/>
        </p:nvCxnSpPr>
        <p:spPr>
          <a:xfrm flipV="1">
            <a:off x="5997299" y="2309397"/>
            <a:ext cx="542577" cy="640639"/>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4A25847D-C19B-C7AC-1D73-BB6FC2E401E1}"/>
              </a:ext>
            </a:extLst>
          </p:cNvPr>
          <p:cNvCxnSpPr>
            <a:cxnSpLocks/>
            <a:stCxn id="7" idx="3"/>
            <a:endCxn id="16" idx="1"/>
          </p:cNvCxnSpPr>
          <p:nvPr/>
        </p:nvCxnSpPr>
        <p:spPr>
          <a:xfrm flipV="1">
            <a:off x="5997299" y="2708608"/>
            <a:ext cx="542577" cy="241428"/>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8BFFC32F-E80F-2821-A719-8E8C2A9820C4}"/>
              </a:ext>
            </a:extLst>
          </p:cNvPr>
          <p:cNvCxnSpPr>
            <a:cxnSpLocks/>
            <a:stCxn id="7" idx="3"/>
          </p:cNvCxnSpPr>
          <p:nvPr/>
        </p:nvCxnSpPr>
        <p:spPr>
          <a:xfrm>
            <a:off x="5997299" y="2950036"/>
            <a:ext cx="542577" cy="222961"/>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984D049E-40A1-12BC-30FD-F3995468C16E}"/>
              </a:ext>
            </a:extLst>
          </p:cNvPr>
          <p:cNvCxnSpPr>
            <a:cxnSpLocks/>
            <a:stCxn id="7" idx="3"/>
          </p:cNvCxnSpPr>
          <p:nvPr/>
        </p:nvCxnSpPr>
        <p:spPr>
          <a:xfrm>
            <a:off x="5997299" y="2950036"/>
            <a:ext cx="615841" cy="656659"/>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CEC7ABF3-4D02-945F-57B3-E5049274E8F7}"/>
              </a:ext>
            </a:extLst>
          </p:cNvPr>
          <p:cNvCxnSpPr>
            <a:cxnSpLocks/>
          </p:cNvCxnSpPr>
          <p:nvPr/>
        </p:nvCxnSpPr>
        <p:spPr>
          <a:xfrm flipH="1" flipV="1">
            <a:off x="9245077" y="2318323"/>
            <a:ext cx="542577" cy="640639"/>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BD8484A3-2B17-7F8E-D6A5-43FF619881E2}"/>
              </a:ext>
            </a:extLst>
          </p:cNvPr>
          <p:cNvCxnSpPr>
            <a:cxnSpLocks/>
          </p:cNvCxnSpPr>
          <p:nvPr/>
        </p:nvCxnSpPr>
        <p:spPr>
          <a:xfrm flipH="1" flipV="1">
            <a:off x="9245077" y="2717534"/>
            <a:ext cx="542577" cy="241428"/>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4914105E-D4EB-EA38-3D50-9A413F195B9A}"/>
              </a:ext>
            </a:extLst>
          </p:cNvPr>
          <p:cNvCxnSpPr>
            <a:cxnSpLocks/>
          </p:cNvCxnSpPr>
          <p:nvPr/>
        </p:nvCxnSpPr>
        <p:spPr>
          <a:xfrm flipH="1">
            <a:off x="9245077" y="2958962"/>
            <a:ext cx="542577" cy="222961"/>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2CCE1500-8177-F018-CC20-240C707B211F}"/>
              </a:ext>
            </a:extLst>
          </p:cNvPr>
          <p:cNvCxnSpPr>
            <a:cxnSpLocks/>
            <a:stCxn id="10" idx="1"/>
          </p:cNvCxnSpPr>
          <p:nvPr/>
        </p:nvCxnSpPr>
        <p:spPr>
          <a:xfrm flipH="1">
            <a:off x="9230563" y="2925221"/>
            <a:ext cx="556866" cy="690400"/>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pic>
        <p:nvPicPr>
          <p:cNvPr id="10" name="Picture 9">
            <a:extLst>
              <a:ext uri="{FF2B5EF4-FFF2-40B4-BE49-F238E27FC236}">
                <a16:creationId xmlns:a16="http://schemas.microsoft.com/office/drawing/2014/main" id="{4317A904-1137-725C-ACE3-0514DB8AC937}"/>
              </a:ext>
            </a:extLst>
          </p:cNvPr>
          <p:cNvPicPr>
            <a:picLocks noChangeAspect="1"/>
          </p:cNvPicPr>
          <p:nvPr/>
        </p:nvPicPr>
        <p:blipFill>
          <a:blip r:embed="rId7">
            <a:extLst>
              <a:ext uri="{28A0092B-C50C-407E-A947-70E740481C1C}">
                <a14:useLocalDpi xmlns:a14="http://schemas.microsoft.com/office/drawing/2010/main" val="0"/>
              </a:ext>
            </a:extLst>
          </a:blip>
          <a:srcRect l="123" t="5407" r="71421" b="49536"/>
          <a:stretch>
            <a:fillRect/>
          </a:stretch>
        </p:blipFill>
        <p:spPr>
          <a:xfrm>
            <a:off x="9787429" y="2658373"/>
            <a:ext cx="2211785" cy="533696"/>
          </a:xfrm>
          <a:prstGeom prst="rect">
            <a:avLst/>
          </a:prstGeom>
        </p:spPr>
      </p:pic>
      <p:cxnSp>
        <p:nvCxnSpPr>
          <p:cNvPr id="37" name="Straight Connector 36">
            <a:extLst>
              <a:ext uri="{FF2B5EF4-FFF2-40B4-BE49-F238E27FC236}">
                <a16:creationId xmlns:a16="http://schemas.microsoft.com/office/drawing/2014/main" id="{16BF20A2-E497-7163-C761-55FF1A8C38C5}"/>
              </a:ext>
            </a:extLst>
          </p:cNvPr>
          <p:cNvCxnSpPr>
            <a:cxnSpLocks/>
          </p:cNvCxnSpPr>
          <p:nvPr/>
        </p:nvCxnSpPr>
        <p:spPr>
          <a:xfrm>
            <a:off x="3428131" y="1862205"/>
            <a:ext cx="0" cy="255094"/>
          </a:xfrm>
          <a:prstGeom prst="line">
            <a:avLst/>
          </a:prstGeom>
          <a:ln w="34925" cap="rnd">
            <a:headEnd type="non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077234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ES_tradnl" noProof="0"/>
              <a:t>Python + Agents</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512550" cy="873780"/>
          </a:xfrm>
        </p:spPr>
        <p:txBody>
          <a:bodyPr>
            <a:noAutofit/>
          </a:bodyPr>
          <a:lstStyle/>
          <a:p>
            <a:r>
              <a:rPr lang="en-US" sz="4100">
                <a:latin typeface="Quire Sans" panose="020B0502040400020003" pitchFamily="34" charset="0"/>
                <a:cs typeface="Quire Sans" panose="020B0502040400020003" pitchFamily="34" charset="0"/>
              </a:rPr>
              <a:t>🕸️</a:t>
            </a:r>
            <a:r>
              <a:rPr lang="en-US" sz="4100">
                <a:solidFill>
                  <a:srgbClr val="000000"/>
                </a:solidFill>
                <a:latin typeface="Quire Sans" panose="020B0502040400020003" pitchFamily="34" charset="0"/>
                <a:ea typeface="Segoe UI"/>
                <a:cs typeface="Quire Sans" panose="020B0502040400020003" pitchFamily="34" charset="0"/>
              </a:rPr>
              <a:t> </a:t>
            </a:r>
            <a:r>
              <a:rPr lang="en-US" sz="4100">
                <a:solidFill>
                  <a:srgbClr val="000000"/>
                </a:solidFill>
                <a:ea typeface="Segoe UI"/>
                <a:cs typeface="Segoe UI"/>
              </a:rPr>
              <a:t>Orchestrating advanced multi-agent workflows</a:t>
            </a:r>
            <a:endParaRPr lang="es-ES_tradnl" sz="4100" noProof="0"/>
          </a:p>
        </p:txBody>
      </p:sp>
      <p:sp>
        <p:nvSpPr>
          <p:cNvPr id="5" name="TextBox 4">
            <a:extLst>
              <a:ext uri="{FF2B5EF4-FFF2-40B4-BE49-F238E27FC236}">
                <a16:creationId xmlns:a16="http://schemas.microsoft.com/office/drawing/2014/main" id="{DFACB71E-6545-DC1C-8325-BF2AE36EB32D}"/>
              </a:ext>
            </a:extLst>
          </p:cNvPr>
          <p:cNvSpPr txBox="1"/>
          <p:nvPr/>
        </p:nvSpPr>
        <p:spPr>
          <a:xfrm>
            <a:off x="844550" y="3724673"/>
            <a:ext cx="9136848" cy="1015663"/>
          </a:xfrm>
          <a:prstGeom prst="rect">
            <a:avLst/>
          </a:prstGeom>
          <a:noFill/>
        </p:spPr>
        <p:txBody>
          <a:bodyPr wrap="square">
            <a:spAutoFit/>
          </a:bodyPr>
          <a:lstStyle/>
          <a:p>
            <a:pPr lvl="0">
              <a:defRPr/>
            </a:pP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aka.ms/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2"/>
              </a:rPr>
              <a:t>pythonagents</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/slides/</a:t>
            </a:r>
            <a:r>
              <a:rPr kumimoji="0" lang="en-US" sz="3000" b="0" i="0" u="none" strike="noStrike" kern="1200" cap="none" spc="0" normalizeH="0" baseline="0" noProof="0" dirty="0" err="1">
                <a:ln>
                  <a:noFill/>
                </a:ln>
                <a:solidFill>
                  <a:prstClr val="black"/>
                </a:solidFill>
                <a:effectLst/>
                <a:uLnTx/>
                <a:uFillTx/>
                <a:latin typeface="Aptos" panose="02110004020202020204"/>
                <a:ea typeface="+mn-ea"/>
                <a:cs typeface="+mn-cs"/>
                <a:hlinkClick r:id="rId2"/>
              </a:rPr>
              <a:t>advancedworkflows</a:t>
            </a:r>
            <a:r>
              <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rPr>
              <a:t> </a:t>
            </a:r>
            <a:r>
              <a:rPr lang="en-US" sz="3000" dirty="0"/>
              <a:t>– Find more info here</a:t>
            </a:r>
            <a:endParaRPr kumimoji="0" lang="en-US" sz="3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84633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add a human in the loop?</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8988" y="1277627"/>
            <a:ext cx="10913980" cy="1510242"/>
          </a:xfrm>
        </p:spPr>
        <p:txBody>
          <a:bodyPr>
            <a:normAutofit/>
          </a:bodyPr>
          <a:lstStyle/>
          <a:p>
            <a:pPr marL="0" indent="0">
              <a:buNone/>
            </a:pPr>
            <a:r>
              <a:t>LLMs can produce uncertain, inconsistent, or incorrect outputs.</a:t>
            </a:r>
          </a:p>
          <a:p>
            <a:pPr marL="0" indent="0">
              <a:buNone/>
            </a:pPr>
            <a:endParaRPr/>
          </a:p>
          <a:p>
            <a:pPr marL="0" indent="0">
              <a:buNone/>
            </a:pPr>
            <a:r>
              <a:t>Human checkpoints provide:</a:t>
            </a:r>
            <a:endParaRPr lang="en-US"/>
          </a:p>
        </p:txBody>
      </p:sp>
      <p:graphicFrame>
        <p:nvGraphicFramePr>
          <p:cNvPr id="4" name="Table 3">
            <a:extLst>
              <a:ext uri="{FF2B5EF4-FFF2-40B4-BE49-F238E27FC236}">
                <a16:creationId xmlns:a16="http://schemas.microsoft.com/office/drawing/2014/main" id="{E1B82E46-F1D4-6A53-C824-32ADCDFA4F22}"/>
              </a:ext>
            </a:extLst>
          </p:cNvPr>
          <p:cNvGraphicFramePr>
            <a:graphicFrameLocks noGrp="1"/>
          </p:cNvGraphicFramePr>
          <p:nvPr/>
        </p:nvGraphicFramePr>
        <p:xfrm>
          <a:off x="1180427" y="2933316"/>
          <a:ext cx="10651959" cy="2981240"/>
        </p:xfrm>
        <a:graphic>
          <a:graphicData uri="http://schemas.openxmlformats.org/drawingml/2006/table">
            <a:tbl>
              <a:tblPr bandRow="1">
                <a:tableStyleId>{7DF18680-E054-41AD-8BC1-D1AEF772440D}</a:tableStyleId>
              </a:tblPr>
              <a:tblGrid>
                <a:gridCol w="2245567">
                  <a:extLst>
                    <a:ext uri="{9D8B030D-6E8A-4147-A177-3AD203B41FA5}">
                      <a16:colId xmlns:a16="http://schemas.microsoft.com/office/drawing/2014/main" val="1974847046"/>
                    </a:ext>
                  </a:extLst>
                </a:gridCol>
                <a:gridCol w="8406392">
                  <a:extLst>
                    <a:ext uri="{9D8B030D-6E8A-4147-A177-3AD203B41FA5}">
                      <a16:colId xmlns:a16="http://schemas.microsoft.com/office/drawing/2014/main" val="3523757817"/>
                    </a:ext>
                  </a:extLst>
                </a:gridCol>
              </a:tblGrid>
              <a:tr h="596248">
                <a:tc>
                  <a:txBody>
                    <a:bodyPr/>
                    <a:lstStyle/>
                    <a:p>
                      <a:r>
                        <a:rPr lang="en-US" sz="1800" b="0" kern="1200">
                          <a:solidFill>
                            <a:schemeClr val="dk1"/>
                          </a:solidFill>
                          <a:effectLst/>
                        </a:rPr>
                        <a:t>🎯 </a:t>
                      </a:r>
                      <a:r>
                        <a:rPr lang="en-US" sz="2400" b="1"/>
                        <a:t>Accuracy</a:t>
                      </a:r>
                    </a:p>
                  </a:txBody>
                  <a:tcPr/>
                </a:tc>
                <a:tc>
                  <a:txBody>
                    <a:bodyPr/>
                    <a:lstStyle/>
                    <a:p>
                      <a:r>
                        <a:rPr lang="en-US" sz="2400"/>
                        <a:t>Verify factual correctness before acting</a:t>
                      </a:r>
                    </a:p>
                  </a:txBody>
                  <a:tcPr/>
                </a:tc>
                <a:extLst>
                  <a:ext uri="{0D108BD9-81ED-4DB2-BD59-A6C34878D82A}">
                    <a16:rowId xmlns:a16="http://schemas.microsoft.com/office/drawing/2014/main" val="794112649"/>
                  </a:ext>
                </a:extLst>
              </a:tr>
              <a:tr h="596248">
                <a:tc>
                  <a:txBody>
                    <a:bodyPr/>
                    <a:lstStyle/>
                    <a:p>
                      <a:r>
                        <a:rPr lang="en-US" sz="1800" b="0" kern="1200">
                          <a:solidFill>
                            <a:schemeClr val="dk1"/>
                          </a:solidFill>
                          <a:effectLst/>
                        </a:rPr>
                        <a:t>🛡️ </a:t>
                      </a:r>
                      <a:r>
                        <a:rPr lang="en-US" sz="2400" b="1"/>
                        <a:t>Safety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t>Gate sensitive operations (refunds, emails, deployments)</a:t>
                      </a:r>
                    </a:p>
                  </a:txBody>
                  <a:tcPr/>
                </a:tc>
                <a:extLst>
                  <a:ext uri="{0D108BD9-81ED-4DB2-BD59-A6C34878D82A}">
                    <a16:rowId xmlns:a16="http://schemas.microsoft.com/office/drawing/2014/main" val="151664514"/>
                  </a:ext>
                </a:extLst>
              </a:tr>
              <a:tr h="596248">
                <a:tc>
                  <a:txBody>
                    <a:bodyPr/>
                    <a:lstStyle/>
                    <a:p>
                      <a:r>
                        <a:rPr lang="en-US" sz="1800" b="0" kern="1200">
                          <a:solidFill>
                            <a:schemeClr val="dk1"/>
                          </a:solidFill>
                          <a:effectLst/>
                        </a:rPr>
                        <a:t>🤝 </a:t>
                      </a:r>
                      <a:r>
                        <a:rPr lang="en-US" sz="2400" b="1"/>
                        <a:t>Trust</a:t>
                      </a:r>
                    </a:p>
                  </a:txBody>
                  <a:tcPr/>
                </a:tc>
                <a:tc>
                  <a:txBody>
                    <a:bodyPr/>
                    <a:lstStyle/>
                    <a:p>
                      <a:r>
                        <a:rPr lang="en-US" sz="2400"/>
                        <a:t>Users see what the system will do before it acts</a:t>
                      </a:r>
                    </a:p>
                  </a:txBody>
                  <a:tcPr/>
                </a:tc>
                <a:extLst>
                  <a:ext uri="{0D108BD9-81ED-4DB2-BD59-A6C34878D82A}">
                    <a16:rowId xmlns:a16="http://schemas.microsoft.com/office/drawing/2014/main" val="2473970186"/>
                  </a:ext>
                </a:extLst>
              </a:tr>
              <a:tr h="596248">
                <a:tc>
                  <a:txBody>
                    <a:bodyPr/>
                    <a:lstStyle/>
                    <a:p>
                      <a:r>
                        <a:rPr lang="en-US" sz="1800" b="0" kern="1200">
                          <a:solidFill>
                            <a:schemeClr val="dk1"/>
                          </a:solidFill>
                          <a:effectLst/>
                        </a:rPr>
                        <a:t>📋 </a:t>
                      </a:r>
                      <a:r>
                        <a:rPr lang="en-US" sz="2400" b="1"/>
                        <a:t>Compliance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t>Audit trail of human approvals for regulated workflows</a:t>
                      </a:r>
                    </a:p>
                  </a:txBody>
                  <a:tcPr/>
                </a:tc>
                <a:extLst>
                  <a:ext uri="{0D108BD9-81ED-4DB2-BD59-A6C34878D82A}">
                    <a16:rowId xmlns:a16="http://schemas.microsoft.com/office/drawing/2014/main" val="35401877"/>
                  </a:ext>
                </a:extLst>
              </a:tr>
              <a:tr h="596248">
                <a:tc>
                  <a:txBody>
                    <a:bodyPr/>
                    <a:lstStyle/>
                    <a:p>
                      <a:r>
                        <a:rPr lang="en-US" sz="2400" b="1"/>
                        <a:t>🚦Control</a:t>
                      </a:r>
                    </a:p>
                  </a:txBody>
                  <a:tcPr/>
                </a:tc>
                <a:tc>
                  <a:txBody>
                    <a:bodyPr/>
                    <a:lstStyle/>
                    <a:p>
                      <a:r>
                        <a:rPr lang="en-US" sz="2400"/>
                        <a:t>Humans can redirect, refine, or halt a workflow at any point</a:t>
                      </a:r>
                    </a:p>
                  </a:txBody>
                  <a:tcPr/>
                </a:tc>
                <a:extLst>
                  <a:ext uri="{0D108BD9-81ED-4DB2-BD59-A6C34878D82A}">
                    <a16:rowId xmlns:a16="http://schemas.microsoft.com/office/drawing/2014/main" val="4165770727"/>
                  </a:ext>
                </a:extLst>
              </a:tr>
            </a:tbl>
          </a:graphicData>
        </a:graphic>
      </p:graphicFrame>
      <p:sp>
        <p:nvSpPr>
          <p:cNvPr id="5" name="Title 1">
            <a:extLst>
              <a:ext uri="{FF2B5EF4-FFF2-40B4-BE49-F238E27FC236}">
                <a16:creationId xmlns:a16="http://schemas.microsoft.com/office/drawing/2014/main" id="{F9A05FFA-F5AF-3276-EBB4-E9E1F8FB95D5}"/>
              </a:ext>
            </a:extLst>
          </p:cNvPr>
          <p:cNvSpPr txBox="1">
            <a:spLocks/>
          </p:cNvSpPr>
          <p:nvPr/>
        </p:nvSpPr>
        <p:spPr>
          <a:xfrm>
            <a:off x="1049416" y="0"/>
            <a:ext cx="10913982" cy="729205"/>
          </a:xfrm>
          <a:prstGeom prst="rect">
            <a:avLst/>
          </a:prstGeom>
        </p:spPr>
        <p:txBody>
          <a:bodyPr vert="horz" lIns="91440" tIns="18288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Aptos Display" panose="02110004020202020204"/>
                <a:ea typeface="+mj-ea"/>
                <a:cs typeface="+mj-cs"/>
              </a:rPr>
              <a:t>Why add a human in the loop?</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9C76004-BEF3-2B91-F406-6AF081CDCF0C}"/>
              </a:ext>
            </a:extLst>
          </p:cNvPr>
          <p:cNvGraphicFramePr>
            <a:graphicFrameLocks noGrp="1"/>
          </p:cNvGraphicFramePr>
          <p:nvPr/>
        </p:nvGraphicFramePr>
        <p:xfrm>
          <a:off x="1174142" y="1094735"/>
          <a:ext cx="10664529" cy="5337596"/>
        </p:xfrm>
        <a:graphic>
          <a:graphicData uri="http://schemas.openxmlformats.org/drawingml/2006/table">
            <a:tbl>
              <a:tblPr bandRow="1">
                <a:tableStyleId>{7DF18680-E054-41AD-8BC1-D1AEF772440D}</a:tableStyleId>
              </a:tblPr>
              <a:tblGrid>
                <a:gridCol w="4049499">
                  <a:extLst>
                    <a:ext uri="{9D8B030D-6E8A-4147-A177-3AD203B41FA5}">
                      <a16:colId xmlns:a16="http://schemas.microsoft.com/office/drawing/2014/main" val="1974847046"/>
                    </a:ext>
                  </a:extLst>
                </a:gridCol>
                <a:gridCol w="6615030">
                  <a:extLst>
                    <a:ext uri="{9D8B030D-6E8A-4147-A177-3AD203B41FA5}">
                      <a16:colId xmlns:a16="http://schemas.microsoft.com/office/drawing/2014/main" val="3523757817"/>
                    </a:ext>
                  </a:extLst>
                </a:gridCol>
              </a:tblGrid>
              <a:tr h="1165204">
                <a:tc>
                  <a:txBody>
                    <a:bodyPr/>
                    <a:lstStyle/>
                    <a:p>
                      <a:r>
                        <a:rPr lang="en-US" sz="2400" b="1"/>
                        <a:t>Tool approval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t>Sensitive tool calls must be approved before execution</a:t>
                      </a:r>
                    </a:p>
                  </a:txBody>
                  <a:tcPr/>
                </a:tc>
                <a:extLst>
                  <a:ext uri="{0D108BD9-81ED-4DB2-BD59-A6C34878D82A}">
                    <a16:rowId xmlns:a16="http://schemas.microsoft.com/office/drawing/2014/main" val="1815931865"/>
                  </a:ext>
                </a:extLst>
              </a:tr>
              <a:tr h="1528742">
                <a:tc>
                  <a:txBody>
                    <a:bodyPr/>
                    <a:lstStyle/>
                    <a:p>
                      <a:r>
                        <a:rPr lang="en-US" sz="2400" b="1" kern="1200">
                          <a:solidFill>
                            <a:schemeClr val="dk1"/>
                          </a:solidFill>
                          <a:effectLst/>
                        </a:rPr>
                        <a:t>Requests and responses</a:t>
                      </a:r>
                      <a:endParaRPr lang="en-US" sz="2400" b="1"/>
                    </a:p>
                  </a:txBody>
                  <a:tcPr/>
                </a:tc>
                <a:tc>
                  <a:txBody>
                    <a:bodyPr/>
                    <a:lstStyle/>
                    <a:p>
                      <a:r>
                        <a:rPr lang="en-US" sz="2400"/>
                        <a:t>Workflow needs human input to continue (answers, choices, feedback)</a:t>
                      </a:r>
                    </a:p>
                  </a:txBody>
                  <a:tcPr/>
                </a:tc>
                <a:extLst>
                  <a:ext uri="{0D108BD9-81ED-4DB2-BD59-A6C34878D82A}">
                    <a16:rowId xmlns:a16="http://schemas.microsoft.com/office/drawing/2014/main" val="794112649"/>
                  </a:ext>
                </a:extLst>
              </a:tr>
              <a:tr h="1528742">
                <a:tc>
                  <a:txBody>
                    <a:bodyPr/>
                    <a:lstStyle/>
                    <a:p>
                      <a:r>
                        <a:rPr lang="en-US" sz="2400" b="1" kern="1200">
                          <a:solidFill>
                            <a:schemeClr val="dk1"/>
                          </a:solidFill>
                          <a:effectLst/>
                        </a:rPr>
                        <a:t>Checkpoints &amp; resuming</a:t>
                      </a:r>
                      <a:endParaRPr lang="en-US" sz="2400" b="1"/>
                    </a:p>
                  </a:txBody>
                  <a:tcPr/>
                </a:tc>
                <a:tc>
                  <a:txBody>
                    <a:bodyPr/>
                    <a:lstStyle/>
                    <a:p>
                      <a:r>
                        <a:rPr lang="en-US" sz="2400"/>
                        <a:t>Long-running tasks where human may not be immediately available</a:t>
                      </a:r>
                    </a:p>
                  </a:txBody>
                  <a:tcPr/>
                </a:tc>
                <a:extLst>
                  <a:ext uri="{0D108BD9-81ED-4DB2-BD59-A6C34878D82A}">
                    <a16:rowId xmlns:a16="http://schemas.microsoft.com/office/drawing/2014/main" val="2473970186"/>
                  </a:ext>
                </a:extLst>
              </a:tr>
              <a:tr h="1114908">
                <a:tc>
                  <a:txBody>
                    <a:bodyPr/>
                    <a:lstStyle/>
                    <a:p>
                      <a:r>
                        <a:rPr lang="en-US" sz="2400" b="1" kern="1200">
                          <a:solidFill>
                            <a:schemeClr val="dk1"/>
                          </a:solidFill>
                          <a:effectLst/>
                        </a:rPr>
                        <a:t>Handoff with HITL</a:t>
                      </a:r>
                      <a:endParaRPr lang="en-US" sz="2400" b="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t>Dynamic multi-agent routing with interactive user input between handoffs</a:t>
                      </a:r>
                    </a:p>
                  </a:txBody>
                  <a:tcPr/>
                </a:tc>
                <a:extLst>
                  <a:ext uri="{0D108BD9-81ED-4DB2-BD59-A6C34878D82A}">
                    <a16:rowId xmlns:a16="http://schemas.microsoft.com/office/drawing/2014/main" val="35401877"/>
                  </a:ext>
                </a:extLst>
              </a:tr>
            </a:tbl>
          </a:graphicData>
        </a:graphic>
      </p:graphicFrame>
      <p:sp>
        <p:nvSpPr>
          <p:cNvPr id="6" name="Title 1">
            <a:extLst>
              <a:ext uri="{FF2B5EF4-FFF2-40B4-BE49-F238E27FC236}">
                <a16:creationId xmlns:a16="http://schemas.microsoft.com/office/drawing/2014/main" id="{58CB7AE1-2B22-2906-87C0-4D0A736FFB13}"/>
              </a:ext>
            </a:extLst>
          </p:cNvPr>
          <p:cNvSpPr txBox="1">
            <a:spLocks/>
          </p:cNvSpPr>
          <p:nvPr/>
        </p:nvSpPr>
        <p:spPr>
          <a:xfrm>
            <a:off x="1049416" y="0"/>
            <a:ext cx="10913982" cy="729205"/>
          </a:xfrm>
          <a:prstGeom prst="rect">
            <a:avLst/>
          </a:prstGeom>
        </p:spPr>
        <p:txBody>
          <a:bodyPr vert="horz" lIns="91440" tIns="18288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HITL patterns in agent-framework</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797D2-1F45-E3D3-392B-2D458B23D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6AA62-47F5-9F88-2283-86B289BD4B1B}"/>
              </a:ext>
            </a:extLst>
          </p:cNvPr>
          <p:cNvSpPr>
            <a:spLocks noGrp="1"/>
          </p:cNvSpPr>
          <p:nvPr>
            <p:ph type="title"/>
          </p:nvPr>
        </p:nvSpPr>
        <p:spPr/>
        <p:txBody>
          <a:bodyPr/>
          <a:lstStyle/>
          <a:p>
            <a:r>
              <a:rPr lang="en-US"/>
              <a:t>Tool approval</a:t>
            </a:r>
            <a:endParaRPr/>
          </a:p>
        </p:txBody>
      </p:sp>
      <p:sp>
        <p:nvSpPr>
          <p:cNvPr id="4" name="TextBox 3">
            <a:extLst>
              <a:ext uri="{FF2B5EF4-FFF2-40B4-BE49-F238E27FC236}">
                <a16:creationId xmlns:a16="http://schemas.microsoft.com/office/drawing/2014/main" id="{B1B4BDE5-1054-AEC3-82CC-F0CBA4BAE607}"/>
              </a:ext>
            </a:extLst>
          </p:cNvPr>
          <p:cNvSpPr txBox="1"/>
          <p:nvPr/>
        </p:nvSpPr>
        <p:spPr>
          <a:xfrm>
            <a:off x="838199" y="3257433"/>
            <a:ext cx="96244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hlinkClick r:id="rId2"/>
              </a:rPr>
              <a:t>https://learn.microsoft.com/agent-framework/agents/tools/tool-approval</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56212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789D7-FD46-B5B7-4BC0-A350407AF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9AD42-553B-C629-99FA-C9B14FC351E4}"/>
              </a:ext>
            </a:extLst>
          </p:cNvPr>
          <p:cNvSpPr>
            <a:spLocks noGrp="1"/>
          </p:cNvSpPr>
          <p:nvPr>
            <p:ph type="title"/>
          </p:nvPr>
        </p:nvSpPr>
        <p:spPr/>
        <p:txBody>
          <a:bodyPr/>
          <a:lstStyle/>
          <a:p>
            <a:r>
              <a:rPr lang="en-US"/>
              <a:t>Requests and responses</a:t>
            </a:r>
            <a:endParaRPr/>
          </a:p>
        </p:txBody>
      </p:sp>
      <p:sp>
        <p:nvSpPr>
          <p:cNvPr id="4" name="TextBox 3">
            <a:extLst>
              <a:ext uri="{FF2B5EF4-FFF2-40B4-BE49-F238E27FC236}">
                <a16:creationId xmlns:a16="http://schemas.microsoft.com/office/drawing/2014/main" id="{C68CD8BD-0C02-BE81-B7B8-DA6B44699D3D}"/>
              </a:ext>
            </a:extLst>
          </p:cNvPr>
          <p:cNvSpPr txBox="1"/>
          <p:nvPr/>
        </p:nvSpPr>
        <p:spPr>
          <a:xfrm>
            <a:off x="838199" y="3257433"/>
            <a:ext cx="9624461" cy="369332"/>
          </a:xfrm>
          <a:prstGeom prst="rect">
            <a:avLst/>
          </a:prstGeom>
          <a:noFill/>
        </p:spPr>
        <p:txBody>
          <a:bodyPr wrap="square">
            <a:spAutoFit/>
          </a:bodyPr>
          <a:lstStyle/>
          <a:p>
            <a:r>
              <a:rPr lang="en-US">
                <a:hlinkClick r:id="rId2"/>
              </a:rPr>
              <a:t>https://learn.microsoft.com/agent-framework/workflows/requests-and-responses</a:t>
            </a:r>
            <a:endParaRPr lang="en-US"/>
          </a:p>
        </p:txBody>
      </p:sp>
    </p:spTree>
    <p:extLst>
      <p:ext uri="{BB962C8B-B14F-4D97-AF65-F5344CB8AC3E}">
        <p14:creationId xmlns:p14="http://schemas.microsoft.com/office/powerpoint/2010/main" val="225652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97DA-A67A-F734-B25B-A80286E6B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8323C-71ED-E35B-ED14-803EA8F418C2}"/>
              </a:ext>
            </a:extLst>
          </p:cNvPr>
          <p:cNvSpPr>
            <a:spLocks noGrp="1"/>
          </p:cNvSpPr>
          <p:nvPr>
            <p:ph type="title"/>
          </p:nvPr>
        </p:nvSpPr>
        <p:spPr/>
        <p:txBody>
          <a:bodyPr/>
          <a:lstStyle/>
          <a:p>
            <a:r>
              <a:rPr lang="en-US"/>
              <a:t>Checkpoints and resuming</a:t>
            </a:r>
            <a:endParaRPr/>
          </a:p>
        </p:txBody>
      </p:sp>
      <p:sp>
        <p:nvSpPr>
          <p:cNvPr id="4" name="TextBox 3">
            <a:extLst>
              <a:ext uri="{FF2B5EF4-FFF2-40B4-BE49-F238E27FC236}">
                <a16:creationId xmlns:a16="http://schemas.microsoft.com/office/drawing/2014/main" id="{0CCC34CF-513B-42FF-B185-AF396A4DCA19}"/>
              </a:ext>
            </a:extLst>
          </p:cNvPr>
          <p:cNvSpPr txBox="1"/>
          <p:nvPr/>
        </p:nvSpPr>
        <p:spPr>
          <a:xfrm>
            <a:off x="838199" y="3257433"/>
            <a:ext cx="9624461" cy="369332"/>
          </a:xfrm>
          <a:prstGeom prst="rect">
            <a:avLst/>
          </a:prstGeom>
          <a:noFill/>
        </p:spPr>
        <p:txBody>
          <a:bodyPr wrap="square">
            <a:spAutoFit/>
          </a:bodyPr>
          <a:lstStyle/>
          <a:p>
            <a:r>
              <a:rPr lang="en-US">
                <a:hlinkClick r:id="rId2"/>
              </a:rPr>
              <a:t>https://learn.microsoft.com/agent-framework/workflows/checkpoints</a:t>
            </a:r>
            <a:endParaRPr lang="en-US"/>
          </a:p>
        </p:txBody>
      </p:sp>
    </p:spTree>
    <p:extLst>
      <p:ext uri="{BB962C8B-B14F-4D97-AF65-F5344CB8AC3E}">
        <p14:creationId xmlns:p14="http://schemas.microsoft.com/office/powerpoint/2010/main" val="42214003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C742D-CB7C-0BC7-10D7-6AAC859A6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7127D-70AC-1C85-6DB6-3DCA99E009CF}"/>
              </a:ext>
            </a:extLst>
          </p:cNvPr>
          <p:cNvSpPr>
            <a:spLocks noGrp="1"/>
          </p:cNvSpPr>
          <p:nvPr>
            <p:ph type="title"/>
          </p:nvPr>
        </p:nvSpPr>
        <p:spPr/>
        <p:txBody>
          <a:bodyPr/>
          <a:lstStyle/>
          <a:p>
            <a:r>
              <a:rPr lang="es-MX"/>
              <a:t>Handoff orchestration with HITL</a:t>
            </a:r>
          </a:p>
        </p:txBody>
      </p:sp>
      <p:sp>
        <p:nvSpPr>
          <p:cNvPr id="4" name="TextBox 3">
            <a:extLst>
              <a:ext uri="{FF2B5EF4-FFF2-40B4-BE49-F238E27FC236}">
                <a16:creationId xmlns:a16="http://schemas.microsoft.com/office/drawing/2014/main" id="{0ECB1574-F4F9-E87E-52B5-6C1108AC6194}"/>
              </a:ext>
            </a:extLst>
          </p:cNvPr>
          <p:cNvSpPr txBox="1"/>
          <p:nvPr/>
        </p:nvSpPr>
        <p:spPr>
          <a:xfrm>
            <a:off x="838200" y="3172073"/>
            <a:ext cx="10784840" cy="348813"/>
          </a:xfrm>
          <a:prstGeom prst="rect">
            <a:avLst/>
          </a:prstGeom>
          <a:noFill/>
        </p:spPr>
        <p:txBody>
          <a:bodyPr wrap="square">
            <a:spAutoFit/>
          </a:bodyPr>
          <a:lstStyle/>
          <a:p>
            <a:pPr>
              <a:lnSpc>
                <a:spcPts val="2025"/>
              </a:lnSpc>
              <a:buNone/>
            </a:pPr>
            <a:r>
              <a:rPr lang="en-US" b="0">
                <a:solidFill>
                  <a:srgbClr val="000000"/>
                </a:solidFill>
                <a:effectLst/>
                <a:cs typeface="Consolas" panose="020B0609020204030204" pitchFamily="49" charset="0"/>
                <a:hlinkClick r:id="rId2"/>
              </a:rPr>
              <a:t>https://learn.microsoft.com/agent-framework/workflows/orchestrations/handoff</a:t>
            </a:r>
            <a:endParaRPr lang="en-US" b="0">
              <a:solidFill>
                <a:srgbClr val="000000"/>
              </a:solidFill>
              <a:effectLst/>
              <a:cs typeface="Consolas" panose="020B0609020204030204" pitchFamily="49" charset="0"/>
            </a:endParaRPr>
          </a:p>
        </p:txBody>
      </p:sp>
    </p:spTree>
    <p:extLst>
      <p:ext uri="{BB962C8B-B14F-4D97-AF65-F5344CB8AC3E}">
        <p14:creationId xmlns:p14="http://schemas.microsoft.com/office/powerpoint/2010/main" val="42749979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77CD-1C08-8155-2465-E6AAB04F8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04709-6F55-7AA5-E4CF-4F62871CC7D9}"/>
              </a:ext>
            </a:extLst>
          </p:cNvPr>
          <p:cNvSpPr>
            <a:spLocks noGrp="1"/>
          </p:cNvSpPr>
          <p:nvPr>
            <p:ph type="title"/>
          </p:nvPr>
        </p:nvSpPr>
        <p:spPr/>
        <p:txBody>
          <a:bodyPr/>
          <a:lstStyle/>
          <a:p>
            <a:r>
              <a:rPr lang="es-MX"/>
              <a:t>End-to-end application</a:t>
            </a:r>
          </a:p>
        </p:txBody>
      </p:sp>
    </p:spTree>
    <p:extLst>
      <p:ext uri="{BB962C8B-B14F-4D97-AF65-F5344CB8AC3E}">
        <p14:creationId xmlns:p14="http://schemas.microsoft.com/office/powerpoint/2010/main" val="27464897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8D27D-7BFB-8FF5-712F-5C6DAEF8AC85}"/>
            </a:ext>
          </a:extLst>
        </p:cNvPr>
        <p:cNvGrpSpPr/>
        <p:nvPr/>
      </p:nvGrpSpPr>
      <p:grpSpPr>
        <a:xfrm>
          <a:off x="0" y="0"/>
          <a:ext cx="0" cy="0"/>
          <a:chOff x="0" y="0"/>
          <a:chExt cx="0" cy="0"/>
        </a:xfrm>
      </p:grpSpPr>
      <p:sp>
        <p:nvSpPr>
          <p:cNvPr id="79" name="TextBox 78">
            <a:extLst>
              <a:ext uri="{FF2B5EF4-FFF2-40B4-BE49-F238E27FC236}">
                <a16:creationId xmlns:a16="http://schemas.microsoft.com/office/drawing/2014/main" id="{6F3D083B-155B-674E-C389-EEA6762EE4D1}"/>
              </a:ext>
            </a:extLst>
          </p:cNvPr>
          <p:cNvSpPr txBox="1"/>
          <p:nvPr/>
        </p:nvSpPr>
        <p:spPr>
          <a:xfrm>
            <a:off x="8748903" y="1674248"/>
            <a:ext cx="3443098" cy="34778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1"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Python frameworks: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Agent Framework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FastMCP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1"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Azure services:</a:t>
            </a:r>
            <a:b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b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OpenAI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Document Intelligence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rPr>
              <a:t>Container Apps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prstClr val="black"/>
              </a:solidFill>
              <a:effectLst/>
              <a:uLnTx/>
              <a:uFillTx/>
              <a:latin typeface="Aptos" panose="020B0004020202020204" pitchFamily="34" charset="0"/>
              <a:ea typeface="+mn-ea"/>
              <a:cs typeface="Consolas" panose="020B0609020204030204" pitchFamily="49" charset="0"/>
            </a:endParaRPr>
          </a:p>
        </p:txBody>
      </p:sp>
      <p:sp>
        <p:nvSpPr>
          <p:cNvPr id="5" name="TextBox 4">
            <a:extLst>
              <a:ext uri="{FF2B5EF4-FFF2-40B4-BE49-F238E27FC236}">
                <a16:creationId xmlns:a16="http://schemas.microsoft.com/office/drawing/2014/main" id="{B785AE2D-403A-1DDA-0BE7-89CC2CFB9DD4}"/>
              </a:ext>
            </a:extLst>
          </p:cNvPr>
          <p:cNvSpPr txBox="1"/>
          <p:nvPr/>
        </p:nvSpPr>
        <p:spPr>
          <a:xfrm>
            <a:off x="1049416" y="6218676"/>
            <a:ext cx="77135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hlinkClick r:id="rId3"/>
              </a:rPr>
              <a:t>https://github.com/Azure-Samples/agent-openai-python-banking-assistant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 name="Immagine 8" descr="Immagine che contiene testo, schermata, software, Pagina Web&#10;&#10;Il contenuto generato dall'IA potrebbe non essere corretto.">
            <a:extLst>
              <a:ext uri="{FF2B5EF4-FFF2-40B4-BE49-F238E27FC236}">
                <a16:creationId xmlns:a16="http://schemas.microsoft.com/office/drawing/2014/main" id="{824516A4-5362-D240-9E33-0A1A29FB3833}"/>
              </a:ext>
            </a:extLst>
          </p:cNvPr>
          <p:cNvPicPr>
            <a:picLocks noChangeAspect="1"/>
          </p:cNvPicPr>
          <p:nvPr/>
        </p:nvPicPr>
        <p:blipFill>
          <a:blip r:embed="rId4"/>
          <a:srcRect b="1375"/>
          <a:stretch>
            <a:fillRect/>
          </a:stretch>
        </p:blipFill>
        <p:spPr>
          <a:xfrm>
            <a:off x="1099717" y="1241034"/>
            <a:ext cx="7612982" cy="4847250"/>
          </a:xfrm>
          <a:prstGeom prst="rect">
            <a:avLst/>
          </a:prstGeom>
          <a:ln>
            <a:solidFill>
              <a:schemeClr val="tx1"/>
            </a:solidFill>
          </a:ln>
        </p:spPr>
      </p:pic>
      <p:sp>
        <p:nvSpPr>
          <p:cNvPr id="10" name="Title 1">
            <a:extLst>
              <a:ext uri="{FF2B5EF4-FFF2-40B4-BE49-F238E27FC236}">
                <a16:creationId xmlns:a16="http://schemas.microsoft.com/office/drawing/2014/main" id="{45E28EA9-5AA3-C8FB-4737-06CA40EEB771}"/>
              </a:ext>
            </a:extLst>
          </p:cNvPr>
          <p:cNvSpPr txBox="1">
            <a:spLocks/>
          </p:cNvSpPr>
          <p:nvPr/>
        </p:nvSpPr>
        <p:spPr>
          <a:xfrm>
            <a:off x="1060990" y="1"/>
            <a:ext cx="10913982" cy="844952"/>
          </a:xfrm>
          <a:prstGeom prst="rect">
            <a:avLst/>
          </a:prstGeom>
        </p:spPr>
        <p:txBody>
          <a:bodyPr vert="horz" lIns="91440" tIns="182880" rIns="91440" bIns="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Aptos Display" panose="02110004020202020204"/>
                <a:ea typeface="+mj-ea"/>
                <a:cs typeface="+mj-cs"/>
              </a:rPr>
              <a:t>Agentic banking assistant</a:t>
            </a:r>
          </a:p>
        </p:txBody>
      </p:sp>
    </p:spTree>
    <p:extLst>
      <p:ext uri="{BB962C8B-B14F-4D97-AF65-F5344CB8AC3E}">
        <p14:creationId xmlns:p14="http://schemas.microsoft.com/office/powerpoint/2010/main" val="27639565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DABD-0F3B-6C45-D7AC-98B0C1C5994C}"/>
            </a:ext>
          </a:extLst>
        </p:cNvPr>
        <p:cNvGrpSpPr/>
        <p:nvPr/>
      </p:nvGrpSpPr>
      <p:grpSpPr>
        <a:xfrm>
          <a:off x="0" y="0"/>
          <a:ext cx="0" cy="0"/>
          <a:chOff x="0" y="0"/>
          <a:chExt cx="0" cy="0"/>
        </a:xfrm>
      </p:grpSpPr>
      <p:grpSp>
        <p:nvGrpSpPr>
          <p:cNvPr id="6" name="Group 214">
            <a:extLst>
              <a:ext uri="{FF2B5EF4-FFF2-40B4-BE49-F238E27FC236}">
                <a16:creationId xmlns:a16="http://schemas.microsoft.com/office/drawing/2014/main" id="{AEF56B88-3115-34E9-1DAA-DAC2F323D4E7}"/>
              </a:ext>
            </a:extLst>
          </p:cNvPr>
          <p:cNvGrpSpPr/>
          <p:nvPr/>
        </p:nvGrpSpPr>
        <p:grpSpPr>
          <a:xfrm>
            <a:off x="1322639" y="1436285"/>
            <a:ext cx="1056279" cy="469787"/>
            <a:chOff x="2700759" y="325549"/>
            <a:chExt cx="1056279" cy="469787"/>
          </a:xfrm>
        </p:grpSpPr>
        <p:sp>
          <p:nvSpPr>
            <p:cNvPr id="8" name="Graphic 2">
              <a:extLst>
                <a:ext uri="{FF2B5EF4-FFF2-40B4-BE49-F238E27FC236}">
                  <a16:creationId xmlns:a16="http://schemas.microsoft.com/office/drawing/2014/main" id="{DDA60189-07B4-3D72-3293-2EBF6D241730}"/>
                </a:ext>
                <a:ext uri="{C183D7F6-B498-43B3-948B-1728B52AA6E4}">
                  <adec:decorative xmlns:adec="http://schemas.microsoft.com/office/drawing/2017/decorative" val="1"/>
                </a:ext>
              </a:extLst>
            </p:cNvPr>
            <p:cNvSpPr/>
            <p:nvPr/>
          </p:nvSpPr>
          <p:spPr>
            <a:xfrm>
              <a:off x="2700759" y="325549"/>
              <a:ext cx="339843" cy="469787"/>
            </a:xfrm>
            <a:custGeom>
              <a:avLst/>
              <a:gdLst>
                <a:gd name="connsiteX0" fmla="*/ 1134128 w 1319699"/>
                <a:gd name="connsiteY0" fmla="*/ 989383 h 1649190"/>
                <a:gd name="connsiteX1" fmla="*/ 1319699 w 1319699"/>
                <a:gd name="connsiteY1" fmla="*/ 1174789 h 1649190"/>
                <a:gd name="connsiteX2" fmla="*/ 1319699 w 1319699"/>
                <a:gd name="connsiteY2" fmla="*/ 1174871 h 1649190"/>
                <a:gd name="connsiteX3" fmla="*/ 1319699 w 1319699"/>
                <a:gd name="connsiteY3" fmla="*/ 1250584 h 1649190"/>
                <a:gd name="connsiteX4" fmla="*/ 1277389 w 1319699"/>
                <a:gd name="connsiteY4" fmla="*/ 1382464 h 1649190"/>
                <a:gd name="connsiteX5" fmla="*/ 659561 w 1319699"/>
                <a:gd name="connsiteY5" fmla="*/ 1649191 h 1649190"/>
                <a:gd name="connsiteX6" fmla="*/ 42063 w 1319699"/>
                <a:gd name="connsiteY6" fmla="*/ 1382216 h 1649190"/>
                <a:gd name="connsiteX7" fmla="*/ 0 w 1319699"/>
                <a:gd name="connsiteY7" fmla="*/ 1250667 h 1649190"/>
                <a:gd name="connsiteX8" fmla="*/ 0 w 1319699"/>
                <a:gd name="connsiteY8" fmla="*/ 1174789 h 1649190"/>
                <a:gd name="connsiteX9" fmla="*/ 185406 w 1319699"/>
                <a:gd name="connsiteY9" fmla="*/ 989218 h 1649190"/>
                <a:gd name="connsiteX10" fmla="*/ 185489 w 1319699"/>
                <a:gd name="connsiteY10" fmla="*/ 989218 h 1649190"/>
                <a:gd name="connsiteX11" fmla="*/ 1134046 w 1319699"/>
                <a:gd name="connsiteY11" fmla="*/ 989218 h 1649190"/>
                <a:gd name="connsiteX12" fmla="*/ 659561 w 1319699"/>
                <a:gd name="connsiteY12" fmla="*/ 0 h 1649190"/>
                <a:gd name="connsiteX13" fmla="*/ 1071941 w 1319699"/>
                <a:gd name="connsiteY13" fmla="*/ 412380 h 1649190"/>
                <a:gd name="connsiteX14" fmla="*/ 659561 w 1319699"/>
                <a:gd name="connsiteY14" fmla="*/ 824760 h 1649190"/>
                <a:gd name="connsiteX15" fmla="*/ 247181 w 1319699"/>
                <a:gd name="connsiteY15" fmla="*/ 412380 h 1649190"/>
                <a:gd name="connsiteX16" fmla="*/ 659561 w 1319699"/>
                <a:gd name="connsiteY16" fmla="*/ 0 h 164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19699" h="1649190">
                  <a:moveTo>
                    <a:pt x="1134128" y="989383"/>
                  </a:moveTo>
                  <a:cubicBezTo>
                    <a:pt x="1236572" y="989333"/>
                    <a:pt x="1319650" y="1072345"/>
                    <a:pt x="1319699" y="1174789"/>
                  </a:cubicBezTo>
                  <a:cubicBezTo>
                    <a:pt x="1319699" y="1174814"/>
                    <a:pt x="1319699" y="1174846"/>
                    <a:pt x="1319699" y="1174871"/>
                  </a:cubicBezTo>
                  <a:lnTo>
                    <a:pt x="1319699" y="1250584"/>
                  </a:lnTo>
                  <a:cubicBezTo>
                    <a:pt x="1319691" y="1297876"/>
                    <a:pt x="1304895" y="1343988"/>
                    <a:pt x="1277389" y="1382464"/>
                  </a:cubicBezTo>
                  <a:cubicBezTo>
                    <a:pt x="1149881" y="1560859"/>
                    <a:pt x="941629" y="1649191"/>
                    <a:pt x="659561" y="1649191"/>
                  </a:cubicBezTo>
                  <a:cubicBezTo>
                    <a:pt x="377328" y="1649191"/>
                    <a:pt x="169241" y="1560777"/>
                    <a:pt x="42063" y="1382216"/>
                  </a:cubicBezTo>
                  <a:cubicBezTo>
                    <a:pt x="14707" y="1343807"/>
                    <a:pt x="5" y="1297827"/>
                    <a:pt x="0" y="1250667"/>
                  </a:cubicBezTo>
                  <a:lnTo>
                    <a:pt x="0" y="1174789"/>
                  </a:lnTo>
                  <a:cubicBezTo>
                    <a:pt x="-45" y="1072345"/>
                    <a:pt x="82964" y="989267"/>
                    <a:pt x="185406" y="989218"/>
                  </a:cubicBezTo>
                  <a:cubicBezTo>
                    <a:pt x="185433" y="989218"/>
                    <a:pt x="185461" y="989218"/>
                    <a:pt x="185489" y="989218"/>
                  </a:cubicBezTo>
                  <a:lnTo>
                    <a:pt x="1134046" y="989218"/>
                  </a:lnTo>
                  <a:close/>
                  <a:moveTo>
                    <a:pt x="659561" y="0"/>
                  </a:moveTo>
                  <a:cubicBezTo>
                    <a:pt x="887310" y="0"/>
                    <a:pt x="1071941" y="184629"/>
                    <a:pt x="1071941" y="412380"/>
                  </a:cubicBezTo>
                  <a:cubicBezTo>
                    <a:pt x="1071941" y="640131"/>
                    <a:pt x="887310" y="824760"/>
                    <a:pt x="659561" y="824760"/>
                  </a:cubicBezTo>
                  <a:cubicBezTo>
                    <a:pt x="431810" y="824760"/>
                    <a:pt x="247181" y="640131"/>
                    <a:pt x="247181" y="412380"/>
                  </a:cubicBezTo>
                  <a:cubicBezTo>
                    <a:pt x="247181" y="184629"/>
                    <a:pt x="431810" y="0"/>
                    <a:pt x="659561" y="0"/>
                  </a:cubicBezTo>
                  <a:close/>
                </a:path>
              </a:pathLst>
            </a:custGeom>
            <a:solidFill>
              <a:sysClr val="window" lastClr="FFFFFF"/>
            </a:solidFill>
            <a:ln w="821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9" name="TextBox 155">
              <a:extLst>
                <a:ext uri="{FF2B5EF4-FFF2-40B4-BE49-F238E27FC236}">
                  <a16:creationId xmlns:a16="http://schemas.microsoft.com/office/drawing/2014/main" id="{761C36F5-3780-9699-ECA0-6BEE3CC38B3B}"/>
                </a:ext>
                <a:ext uri="{C183D7F6-B498-43B3-948B-1728B52AA6E4}">
                  <adec:decorative xmlns:adec="http://schemas.microsoft.com/office/drawing/2017/decorative" val="1"/>
                </a:ext>
              </a:extLst>
            </p:cNvPr>
            <p:cNvSpPr txBox="1"/>
            <p:nvPr/>
          </p:nvSpPr>
          <p:spPr>
            <a:xfrm>
              <a:off x="3122248" y="448103"/>
              <a:ext cx="634790"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Users</a:t>
              </a:r>
            </a:p>
          </p:txBody>
        </p:sp>
      </p:grpSp>
      <p:sp>
        <p:nvSpPr>
          <p:cNvPr id="11" name="Rectangle 1">
            <a:extLst>
              <a:ext uri="{FF2B5EF4-FFF2-40B4-BE49-F238E27FC236}">
                <a16:creationId xmlns:a16="http://schemas.microsoft.com/office/drawing/2014/main" id="{8739270B-C015-5C0D-6158-F02236A205F4}"/>
              </a:ext>
            </a:extLst>
          </p:cNvPr>
          <p:cNvSpPr/>
          <p:nvPr/>
        </p:nvSpPr>
        <p:spPr bwMode="auto">
          <a:xfrm>
            <a:off x="1030148" y="1146485"/>
            <a:ext cx="6299474" cy="5367260"/>
          </a:xfrm>
          <a:prstGeom prst="rect">
            <a:avLst/>
          </a:prstGeom>
          <a:noFill/>
          <a:ln>
            <a:solidFill>
              <a:srgbClr val="D9D9D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sp>
        <p:nvSpPr>
          <p:cNvPr id="13" name="TextBox 9">
            <a:extLst>
              <a:ext uri="{FF2B5EF4-FFF2-40B4-BE49-F238E27FC236}">
                <a16:creationId xmlns:a16="http://schemas.microsoft.com/office/drawing/2014/main" id="{FD5CA5D0-FCDA-43F8-CA44-ADC4617E87DC}"/>
              </a:ext>
              <a:ext uri="{C183D7F6-B498-43B3-948B-1728B52AA6E4}">
                <adec:decorative xmlns:adec="http://schemas.microsoft.com/office/drawing/2017/decorative" val="1"/>
              </a:ext>
            </a:extLst>
          </p:cNvPr>
          <p:cNvSpPr txBox="1"/>
          <p:nvPr/>
        </p:nvSpPr>
        <p:spPr>
          <a:xfrm>
            <a:off x="5517153" y="1218446"/>
            <a:ext cx="130721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prstClr val="black"/>
                </a:solidFill>
                <a:effectLst/>
                <a:uLnTx/>
                <a:uFillTx/>
                <a:latin typeface="Aptos" panose="02110004020202020204"/>
                <a:ea typeface="+mn-ea"/>
                <a:cs typeface="+mn-cs"/>
              </a:rPr>
              <a:t>Multi-Agent App</a:t>
            </a:r>
            <a:endParaRPr kumimoji="0" lang="en-US" sz="14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nvGrpSpPr>
          <p:cNvPr id="14" name="Group 17">
            <a:extLst>
              <a:ext uri="{FF2B5EF4-FFF2-40B4-BE49-F238E27FC236}">
                <a16:creationId xmlns:a16="http://schemas.microsoft.com/office/drawing/2014/main" id="{2D70AAF6-EEAA-7C41-9F8E-055F76D549A3}"/>
              </a:ext>
            </a:extLst>
          </p:cNvPr>
          <p:cNvGrpSpPr/>
          <p:nvPr/>
        </p:nvGrpSpPr>
        <p:grpSpPr>
          <a:xfrm>
            <a:off x="1092338" y="3493605"/>
            <a:ext cx="2086985" cy="1112825"/>
            <a:chOff x="4173965" y="2721684"/>
            <a:chExt cx="2086985" cy="1112825"/>
          </a:xfrm>
        </p:grpSpPr>
        <p:sp>
          <p:nvSpPr>
            <p:cNvPr id="16" name="Rectangle: Rounded Corners 8">
              <a:extLst>
                <a:ext uri="{FF2B5EF4-FFF2-40B4-BE49-F238E27FC236}">
                  <a16:creationId xmlns:a16="http://schemas.microsoft.com/office/drawing/2014/main" id="{BBA20616-84C6-AA47-432D-967CCDB309D7}"/>
                </a:ext>
              </a:extLst>
            </p:cNvPr>
            <p:cNvSpPr/>
            <p:nvPr/>
          </p:nvSpPr>
          <p:spPr bwMode="auto">
            <a:xfrm>
              <a:off x="4173965" y="2721684"/>
              <a:ext cx="2086985" cy="1112825"/>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mn-ea"/>
                <a:cs typeface="Segoe UI" pitchFamily="34" charset="0"/>
              </a:endParaRPr>
            </a:p>
          </p:txBody>
        </p:sp>
        <p:sp>
          <p:nvSpPr>
            <p:cNvPr id="17" name="TextBox 13">
              <a:extLst>
                <a:ext uri="{FF2B5EF4-FFF2-40B4-BE49-F238E27FC236}">
                  <a16:creationId xmlns:a16="http://schemas.microsoft.com/office/drawing/2014/main" id="{8BA7FFBC-3D82-ECDA-5812-6ED6AF62881F}"/>
                </a:ext>
              </a:extLst>
            </p:cNvPr>
            <p:cNvSpPr txBox="1"/>
            <p:nvPr/>
          </p:nvSpPr>
          <p:spPr>
            <a:xfrm>
              <a:off x="4309417" y="3116320"/>
              <a:ext cx="18735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Act as triage agent understanding the user intent based on chat and route the request to the specific domain agent</a:t>
              </a:r>
            </a:p>
          </p:txBody>
        </p:sp>
      </p:grpSp>
      <p:sp>
        <p:nvSpPr>
          <p:cNvPr id="19" name="Rectangle 14">
            <a:extLst>
              <a:ext uri="{FF2B5EF4-FFF2-40B4-BE49-F238E27FC236}">
                <a16:creationId xmlns:a16="http://schemas.microsoft.com/office/drawing/2014/main" id="{1D737298-BCAD-5C1A-9C9F-A62A2AE05B7C}"/>
              </a:ext>
            </a:extLst>
          </p:cNvPr>
          <p:cNvSpPr/>
          <p:nvPr/>
        </p:nvSpPr>
        <p:spPr bwMode="auto">
          <a:xfrm>
            <a:off x="8360227" y="1147097"/>
            <a:ext cx="3437206" cy="3546954"/>
          </a:xfrm>
          <a:prstGeom prst="rect">
            <a:avLst/>
          </a:prstGeom>
          <a:noFill/>
          <a:ln>
            <a:solidFill>
              <a:srgbClr val="D9D9D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cxnSp>
        <p:nvCxnSpPr>
          <p:cNvPr id="21" name="Straight Arrow Connector 227">
            <a:extLst>
              <a:ext uri="{FF2B5EF4-FFF2-40B4-BE49-F238E27FC236}">
                <a16:creationId xmlns:a16="http://schemas.microsoft.com/office/drawing/2014/main" id="{3453FB36-7526-C263-1E62-AF802ED86527}"/>
              </a:ext>
            </a:extLst>
          </p:cNvPr>
          <p:cNvCxnSpPr>
            <a:cxnSpLocks/>
          </p:cNvCxnSpPr>
          <p:nvPr/>
        </p:nvCxnSpPr>
        <p:spPr>
          <a:xfrm>
            <a:off x="2211852" y="2871436"/>
            <a:ext cx="0" cy="600189"/>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2" name="TextBox 228">
            <a:extLst>
              <a:ext uri="{FF2B5EF4-FFF2-40B4-BE49-F238E27FC236}">
                <a16:creationId xmlns:a16="http://schemas.microsoft.com/office/drawing/2014/main" id="{31A82221-5C85-314E-687D-97860226138E}"/>
              </a:ext>
            </a:extLst>
          </p:cNvPr>
          <p:cNvSpPr txBox="1"/>
          <p:nvPr/>
        </p:nvSpPr>
        <p:spPr>
          <a:xfrm>
            <a:off x="1299078" y="2141575"/>
            <a:ext cx="2453821" cy="6463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Question or task about personal banking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transactions, invoice payment</a:t>
            </a:r>
          </a:p>
        </p:txBody>
      </p:sp>
      <p:pic>
        <p:nvPicPr>
          <p:cNvPr id="23" name="Graphic 20">
            <a:extLst>
              <a:ext uri="{FF2B5EF4-FFF2-40B4-BE49-F238E27FC236}">
                <a16:creationId xmlns:a16="http://schemas.microsoft.com/office/drawing/2014/main" id="{BB806C66-0490-6456-2634-E570A5A60A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81196" y="1175053"/>
            <a:ext cx="329902" cy="329902"/>
          </a:xfrm>
          <a:prstGeom prst="rect">
            <a:avLst/>
          </a:prstGeom>
        </p:spPr>
      </p:pic>
      <p:grpSp>
        <p:nvGrpSpPr>
          <p:cNvPr id="24" name="Group 17">
            <a:extLst>
              <a:ext uri="{FF2B5EF4-FFF2-40B4-BE49-F238E27FC236}">
                <a16:creationId xmlns:a16="http://schemas.microsoft.com/office/drawing/2014/main" id="{3076C094-0388-EECD-2C5C-389E0ADDC20F}"/>
              </a:ext>
            </a:extLst>
          </p:cNvPr>
          <p:cNvGrpSpPr/>
          <p:nvPr/>
        </p:nvGrpSpPr>
        <p:grpSpPr>
          <a:xfrm>
            <a:off x="4719446" y="2033418"/>
            <a:ext cx="2086985" cy="1112825"/>
            <a:chOff x="4173965" y="2721684"/>
            <a:chExt cx="2086985" cy="1112825"/>
          </a:xfrm>
        </p:grpSpPr>
        <p:sp>
          <p:nvSpPr>
            <p:cNvPr id="25" name="Rectangle: Rounded Corners 8">
              <a:extLst>
                <a:ext uri="{FF2B5EF4-FFF2-40B4-BE49-F238E27FC236}">
                  <a16:creationId xmlns:a16="http://schemas.microsoft.com/office/drawing/2014/main" id="{EA571568-22F0-4A2C-12C3-5161E2ABDFAA}"/>
                </a:ext>
              </a:extLst>
            </p:cNvPr>
            <p:cNvSpPr/>
            <p:nvPr/>
          </p:nvSpPr>
          <p:spPr bwMode="auto">
            <a:xfrm>
              <a:off x="4173965" y="2721684"/>
              <a:ext cx="2086985" cy="1112825"/>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mn-ea"/>
                <a:cs typeface="Segoe UI" pitchFamily="34" charset="0"/>
              </a:endParaRPr>
            </a:p>
          </p:txBody>
        </p:sp>
        <p:sp>
          <p:nvSpPr>
            <p:cNvPr id="26" name="TextBox 13">
              <a:extLst>
                <a:ext uri="{FF2B5EF4-FFF2-40B4-BE49-F238E27FC236}">
                  <a16:creationId xmlns:a16="http://schemas.microsoft.com/office/drawing/2014/main" id="{D83E7DC2-F335-FD39-8596-CFF324A00AEA}"/>
                </a:ext>
              </a:extLst>
            </p:cNvPr>
            <p:cNvSpPr txBox="1"/>
            <p:nvPr/>
          </p:nvSpPr>
          <p:spPr>
            <a:xfrm>
              <a:off x="4309417" y="3116320"/>
              <a:ext cx="18735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Responsible for all tasks related to banking account info, credit balance, registered payment methods.</a:t>
              </a:r>
            </a:p>
          </p:txBody>
        </p:sp>
      </p:grpSp>
      <p:sp>
        <p:nvSpPr>
          <p:cNvPr id="27" name="TextBox 12">
            <a:extLst>
              <a:ext uri="{FF2B5EF4-FFF2-40B4-BE49-F238E27FC236}">
                <a16:creationId xmlns:a16="http://schemas.microsoft.com/office/drawing/2014/main" id="{475B8443-C92C-974A-74EC-74E6C410260F}"/>
              </a:ext>
            </a:extLst>
          </p:cNvPr>
          <p:cNvSpPr txBox="1"/>
          <p:nvPr/>
        </p:nvSpPr>
        <p:spPr>
          <a:xfrm>
            <a:off x="4407102" y="2896673"/>
            <a:ext cx="1221513"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Tools</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28" name="TextBox 22">
            <a:extLst>
              <a:ext uri="{FF2B5EF4-FFF2-40B4-BE49-F238E27FC236}">
                <a16:creationId xmlns:a16="http://schemas.microsoft.com/office/drawing/2014/main" id="{D1EF2F0F-FA21-64C1-5A9F-2ADC73514284}"/>
              </a:ext>
            </a:extLst>
          </p:cNvPr>
          <p:cNvSpPr txBox="1"/>
          <p:nvPr/>
        </p:nvSpPr>
        <p:spPr>
          <a:xfrm>
            <a:off x="5216823" y="2907884"/>
            <a:ext cx="35745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prstClr val="black"/>
                </a:solidFill>
                <a:effectLst/>
                <a:uLnTx/>
                <a:uFillTx/>
                <a:latin typeface="Aptos" panose="02110004020202020204"/>
                <a:ea typeface="+mn-ea"/>
                <a:cs typeface="+mn-cs"/>
              </a:rPr>
              <a:t>MCP1</a:t>
            </a: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nvGrpSpPr>
          <p:cNvPr id="29" name="Group 17">
            <a:extLst>
              <a:ext uri="{FF2B5EF4-FFF2-40B4-BE49-F238E27FC236}">
                <a16:creationId xmlns:a16="http://schemas.microsoft.com/office/drawing/2014/main" id="{54C5F88A-3DE2-735A-67F5-D52E693EE8DD}"/>
              </a:ext>
            </a:extLst>
          </p:cNvPr>
          <p:cNvGrpSpPr/>
          <p:nvPr/>
        </p:nvGrpSpPr>
        <p:grpSpPr>
          <a:xfrm>
            <a:off x="4719446" y="3517780"/>
            <a:ext cx="2086985" cy="1112825"/>
            <a:chOff x="4173965" y="2721684"/>
            <a:chExt cx="2086985" cy="1112825"/>
          </a:xfrm>
        </p:grpSpPr>
        <p:sp>
          <p:nvSpPr>
            <p:cNvPr id="30" name="Rectangle: Rounded Corners 8">
              <a:extLst>
                <a:ext uri="{FF2B5EF4-FFF2-40B4-BE49-F238E27FC236}">
                  <a16:creationId xmlns:a16="http://schemas.microsoft.com/office/drawing/2014/main" id="{B70B88E9-903F-4BBC-51E0-51DCD6A5F78E}"/>
                </a:ext>
              </a:extLst>
            </p:cNvPr>
            <p:cNvSpPr/>
            <p:nvPr/>
          </p:nvSpPr>
          <p:spPr bwMode="auto">
            <a:xfrm>
              <a:off x="4173965" y="2721684"/>
              <a:ext cx="2086985" cy="1112825"/>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mn-ea"/>
                <a:cs typeface="Segoe UI" pitchFamily="34" charset="0"/>
              </a:endParaRPr>
            </a:p>
          </p:txBody>
        </p:sp>
        <p:sp>
          <p:nvSpPr>
            <p:cNvPr id="31" name="TextBox 13">
              <a:extLst>
                <a:ext uri="{FF2B5EF4-FFF2-40B4-BE49-F238E27FC236}">
                  <a16:creationId xmlns:a16="http://schemas.microsoft.com/office/drawing/2014/main" id="{62FD9A8E-BEA8-1273-1AFE-D806E9BE8157}"/>
                </a:ext>
              </a:extLst>
            </p:cNvPr>
            <p:cNvSpPr txBox="1"/>
            <p:nvPr/>
          </p:nvSpPr>
          <p:spPr>
            <a:xfrm>
              <a:off x="4309417" y="3116320"/>
              <a:ext cx="18735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Responsible for all tasks related to querying user bank movements like income and outcome payments.</a:t>
              </a:r>
            </a:p>
          </p:txBody>
        </p:sp>
      </p:grpSp>
      <p:sp>
        <p:nvSpPr>
          <p:cNvPr id="32" name="TextBox 12">
            <a:extLst>
              <a:ext uri="{FF2B5EF4-FFF2-40B4-BE49-F238E27FC236}">
                <a16:creationId xmlns:a16="http://schemas.microsoft.com/office/drawing/2014/main" id="{2C5DFDD1-7F2F-B762-1C96-FFBF3FA18D60}"/>
              </a:ext>
            </a:extLst>
          </p:cNvPr>
          <p:cNvSpPr txBox="1"/>
          <p:nvPr/>
        </p:nvSpPr>
        <p:spPr>
          <a:xfrm>
            <a:off x="4467220" y="4421467"/>
            <a:ext cx="1221513"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Tools</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33" name="TextBox 22">
            <a:extLst>
              <a:ext uri="{FF2B5EF4-FFF2-40B4-BE49-F238E27FC236}">
                <a16:creationId xmlns:a16="http://schemas.microsoft.com/office/drawing/2014/main" id="{088A63CC-645B-0241-1198-9C0A424374FE}"/>
              </a:ext>
            </a:extLst>
          </p:cNvPr>
          <p:cNvSpPr txBox="1"/>
          <p:nvPr/>
        </p:nvSpPr>
        <p:spPr>
          <a:xfrm>
            <a:off x="5265537" y="4434274"/>
            <a:ext cx="726155"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prstClr val="black"/>
                </a:solidFill>
                <a:effectLst/>
                <a:uLnTx/>
                <a:uFillTx/>
                <a:latin typeface="Aptos" panose="02110004020202020204"/>
                <a:ea typeface="+mn-ea"/>
                <a:cs typeface="+mn-cs"/>
              </a:rPr>
              <a:t>MCP1, MCP3</a:t>
            </a: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nvGrpSpPr>
          <p:cNvPr id="34" name="Group 17">
            <a:extLst>
              <a:ext uri="{FF2B5EF4-FFF2-40B4-BE49-F238E27FC236}">
                <a16:creationId xmlns:a16="http://schemas.microsoft.com/office/drawing/2014/main" id="{0C105E0D-04C3-4DD7-DCC7-83FFC154D3A2}"/>
              </a:ext>
            </a:extLst>
          </p:cNvPr>
          <p:cNvGrpSpPr/>
          <p:nvPr/>
        </p:nvGrpSpPr>
        <p:grpSpPr>
          <a:xfrm>
            <a:off x="4719446" y="5127287"/>
            <a:ext cx="2086985" cy="1123587"/>
            <a:chOff x="4173965" y="2721684"/>
            <a:chExt cx="2086985" cy="1060780"/>
          </a:xfrm>
        </p:grpSpPr>
        <p:sp>
          <p:nvSpPr>
            <p:cNvPr id="35" name="Rectangle: Rounded Corners 8">
              <a:extLst>
                <a:ext uri="{FF2B5EF4-FFF2-40B4-BE49-F238E27FC236}">
                  <a16:creationId xmlns:a16="http://schemas.microsoft.com/office/drawing/2014/main" id="{5A4E0932-1106-615E-73AF-633AE3004F4A}"/>
                </a:ext>
              </a:extLst>
            </p:cNvPr>
            <p:cNvSpPr/>
            <p:nvPr/>
          </p:nvSpPr>
          <p:spPr bwMode="auto">
            <a:xfrm>
              <a:off x="4173965" y="2721684"/>
              <a:ext cx="2086985" cy="1060780"/>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mn-ea"/>
                <a:cs typeface="Segoe UI" pitchFamily="34" charset="0"/>
              </a:endParaRPr>
            </a:p>
          </p:txBody>
        </p:sp>
        <p:sp>
          <p:nvSpPr>
            <p:cNvPr id="36" name="TextBox 13">
              <a:extLst>
                <a:ext uri="{FF2B5EF4-FFF2-40B4-BE49-F238E27FC236}">
                  <a16:creationId xmlns:a16="http://schemas.microsoft.com/office/drawing/2014/main" id="{C194A24D-308A-5384-A85D-382121193DFF}"/>
                </a:ext>
              </a:extLst>
            </p:cNvPr>
            <p:cNvSpPr txBox="1"/>
            <p:nvPr/>
          </p:nvSpPr>
          <p:spPr>
            <a:xfrm>
              <a:off x="4309417" y="3088323"/>
              <a:ext cx="1873597" cy="23245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Responsible for all tasks related to submit a payment.</a:t>
              </a:r>
            </a:p>
          </p:txBody>
        </p:sp>
      </p:grpSp>
      <p:sp>
        <p:nvSpPr>
          <p:cNvPr id="37" name="TextBox 12">
            <a:extLst>
              <a:ext uri="{FF2B5EF4-FFF2-40B4-BE49-F238E27FC236}">
                <a16:creationId xmlns:a16="http://schemas.microsoft.com/office/drawing/2014/main" id="{6BCC5455-36E6-7F36-1F8A-7E039309DE7D}"/>
              </a:ext>
            </a:extLst>
          </p:cNvPr>
          <p:cNvSpPr txBox="1"/>
          <p:nvPr/>
        </p:nvSpPr>
        <p:spPr>
          <a:xfrm>
            <a:off x="4455993" y="5899564"/>
            <a:ext cx="1221513"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Tools</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38" name="TextBox 22">
            <a:extLst>
              <a:ext uri="{FF2B5EF4-FFF2-40B4-BE49-F238E27FC236}">
                <a16:creationId xmlns:a16="http://schemas.microsoft.com/office/drawing/2014/main" id="{EB61D078-24AC-41BD-A41F-C5D97C86AEB4}"/>
              </a:ext>
            </a:extLst>
          </p:cNvPr>
          <p:cNvSpPr txBox="1"/>
          <p:nvPr/>
        </p:nvSpPr>
        <p:spPr>
          <a:xfrm>
            <a:off x="5301668" y="5904813"/>
            <a:ext cx="936799"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prstClr val="black"/>
                </a:solidFill>
                <a:effectLst/>
                <a:uLnTx/>
                <a:uFillTx/>
                <a:latin typeface="Aptos" panose="02110004020202020204"/>
                <a:ea typeface="+mn-ea"/>
                <a:cs typeface="+mn-cs"/>
              </a:rPr>
              <a:t>MCP1, MCP2,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MCP3, ScanInvoice</a:t>
            </a:r>
          </a:p>
        </p:txBody>
      </p:sp>
      <p:grpSp>
        <p:nvGrpSpPr>
          <p:cNvPr id="39" name="Gruppo 31">
            <a:extLst>
              <a:ext uri="{FF2B5EF4-FFF2-40B4-BE49-F238E27FC236}">
                <a16:creationId xmlns:a16="http://schemas.microsoft.com/office/drawing/2014/main" id="{6ED620F6-ECC6-ABFC-1D43-6E5478D14CE6}"/>
              </a:ext>
            </a:extLst>
          </p:cNvPr>
          <p:cNvGrpSpPr/>
          <p:nvPr/>
        </p:nvGrpSpPr>
        <p:grpSpPr>
          <a:xfrm>
            <a:off x="8940679" y="1661087"/>
            <a:ext cx="1262936" cy="804100"/>
            <a:chOff x="9713967" y="1709273"/>
            <a:chExt cx="1262936" cy="804100"/>
          </a:xfrm>
        </p:grpSpPr>
        <p:sp>
          <p:nvSpPr>
            <p:cNvPr id="40" name="Esagono 32">
              <a:extLst>
                <a:ext uri="{FF2B5EF4-FFF2-40B4-BE49-F238E27FC236}">
                  <a16:creationId xmlns:a16="http://schemas.microsoft.com/office/drawing/2014/main" id="{C137CD07-4539-F84A-CA33-25CA55D671D7}"/>
                </a:ext>
              </a:extLst>
            </p:cNvPr>
            <p:cNvSpPr/>
            <p:nvPr/>
          </p:nvSpPr>
          <p:spPr bwMode="auto">
            <a:xfrm>
              <a:off x="9860907" y="1709273"/>
              <a:ext cx="919827" cy="804100"/>
            </a:xfrm>
            <a:prstGeom prst="hexagon">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grpSp>
          <p:nvGrpSpPr>
            <p:cNvPr id="41" name="Gruppo 33">
              <a:extLst>
                <a:ext uri="{FF2B5EF4-FFF2-40B4-BE49-F238E27FC236}">
                  <a16:creationId xmlns:a16="http://schemas.microsoft.com/office/drawing/2014/main" id="{CF4E2DCE-A7AC-B7C1-120E-CF95925C8037}"/>
                </a:ext>
              </a:extLst>
            </p:cNvPr>
            <p:cNvGrpSpPr/>
            <p:nvPr/>
          </p:nvGrpSpPr>
          <p:grpSpPr>
            <a:xfrm>
              <a:off x="9713967" y="1916379"/>
              <a:ext cx="1262936" cy="427264"/>
              <a:chOff x="1187326" y="4052722"/>
              <a:chExt cx="1262936" cy="427264"/>
            </a:xfrm>
          </p:grpSpPr>
          <p:sp>
            <p:nvSpPr>
              <p:cNvPr id="43" name="TextBox 12">
                <a:extLst>
                  <a:ext uri="{FF2B5EF4-FFF2-40B4-BE49-F238E27FC236}">
                    <a16:creationId xmlns:a16="http://schemas.microsoft.com/office/drawing/2014/main" id="{4A8A65D9-4165-6B60-C63E-D1EDF1EF52F0}"/>
                  </a:ext>
                </a:extLst>
              </p:cNvPr>
              <p:cNvSpPr txBox="1"/>
              <p:nvPr/>
            </p:nvSpPr>
            <p:spPr>
              <a:xfrm>
                <a:off x="1228749" y="4052722"/>
                <a:ext cx="122151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44" name="TextBox 12">
                <a:extLst>
                  <a:ext uri="{FF2B5EF4-FFF2-40B4-BE49-F238E27FC236}">
                    <a16:creationId xmlns:a16="http://schemas.microsoft.com/office/drawing/2014/main" id="{B2C5360A-A389-A0AD-BA32-61961D24853B}"/>
                  </a:ext>
                </a:extLst>
              </p:cNvPr>
              <p:cNvSpPr txBox="1"/>
              <p:nvPr/>
            </p:nvSpPr>
            <p:spPr>
              <a:xfrm>
                <a:off x="1187326" y="4172209"/>
                <a:ext cx="1221513"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Account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Service</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pic>
          <p:nvPicPr>
            <p:cNvPr id="42" name="Graphic 20">
              <a:extLst>
                <a:ext uri="{FF2B5EF4-FFF2-40B4-BE49-F238E27FC236}">
                  <a16:creationId xmlns:a16="http://schemas.microsoft.com/office/drawing/2014/main" id="{6D4E3125-642E-07E9-08F6-5FFAF05375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11369" y="1770747"/>
              <a:ext cx="218901" cy="218901"/>
            </a:xfrm>
            <a:prstGeom prst="rect">
              <a:avLst/>
            </a:prstGeom>
          </p:spPr>
        </p:pic>
      </p:grpSp>
      <p:grpSp>
        <p:nvGrpSpPr>
          <p:cNvPr id="45" name="Gruppo 37">
            <a:extLst>
              <a:ext uri="{FF2B5EF4-FFF2-40B4-BE49-F238E27FC236}">
                <a16:creationId xmlns:a16="http://schemas.microsoft.com/office/drawing/2014/main" id="{56BA865B-C247-A8DD-4880-01BBD87A54FB}"/>
              </a:ext>
            </a:extLst>
          </p:cNvPr>
          <p:cNvGrpSpPr/>
          <p:nvPr/>
        </p:nvGrpSpPr>
        <p:grpSpPr>
          <a:xfrm>
            <a:off x="8948096" y="2694309"/>
            <a:ext cx="1262936" cy="804100"/>
            <a:chOff x="9713967" y="1709273"/>
            <a:chExt cx="1262936" cy="804100"/>
          </a:xfrm>
        </p:grpSpPr>
        <p:sp>
          <p:nvSpPr>
            <p:cNvPr id="46" name="Esagono 38">
              <a:extLst>
                <a:ext uri="{FF2B5EF4-FFF2-40B4-BE49-F238E27FC236}">
                  <a16:creationId xmlns:a16="http://schemas.microsoft.com/office/drawing/2014/main" id="{ED91F7ED-2750-8E58-CFF2-A2C99362014E}"/>
                </a:ext>
              </a:extLst>
            </p:cNvPr>
            <p:cNvSpPr/>
            <p:nvPr/>
          </p:nvSpPr>
          <p:spPr bwMode="auto">
            <a:xfrm>
              <a:off x="9860907" y="1709273"/>
              <a:ext cx="919827" cy="804100"/>
            </a:xfrm>
            <a:prstGeom prst="hexagon">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grpSp>
          <p:nvGrpSpPr>
            <p:cNvPr id="47" name="Gruppo 39">
              <a:extLst>
                <a:ext uri="{FF2B5EF4-FFF2-40B4-BE49-F238E27FC236}">
                  <a16:creationId xmlns:a16="http://schemas.microsoft.com/office/drawing/2014/main" id="{25BCCAA7-26D5-1E52-64A6-231A9792706B}"/>
                </a:ext>
              </a:extLst>
            </p:cNvPr>
            <p:cNvGrpSpPr/>
            <p:nvPr/>
          </p:nvGrpSpPr>
          <p:grpSpPr>
            <a:xfrm>
              <a:off x="9713967" y="1916379"/>
              <a:ext cx="1262936" cy="427264"/>
              <a:chOff x="1187326" y="4052722"/>
              <a:chExt cx="1262936" cy="427264"/>
            </a:xfrm>
          </p:grpSpPr>
          <p:sp>
            <p:nvSpPr>
              <p:cNvPr id="49" name="TextBox 12">
                <a:extLst>
                  <a:ext uri="{FF2B5EF4-FFF2-40B4-BE49-F238E27FC236}">
                    <a16:creationId xmlns:a16="http://schemas.microsoft.com/office/drawing/2014/main" id="{4981C2B8-6EEC-5376-4F81-3921FDB5C090}"/>
                  </a:ext>
                </a:extLst>
              </p:cNvPr>
              <p:cNvSpPr txBox="1"/>
              <p:nvPr/>
            </p:nvSpPr>
            <p:spPr>
              <a:xfrm>
                <a:off x="1228749" y="4052722"/>
                <a:ext cx="122151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50" name="TextBox 12">
                <a:extLst>
                  <a:ext uri="{FF2B5EF4-FFF2-40B4-BE49-F238E27FC236}">
                    <a16:creationId xmlns:a16="http://schemas.microsoft.com/office/drawing/2014/main" id="{EF68DCB7-1120-B3C2-D3D4-50DF6510EE82}"/>
                  </a:ext>
                </a:extLst>
              </p:cNvPr>
              <p:cNvSpPr txBox="1"/>
              <p:nvPr/>
            </p:nvSpPr>
            <p:spPr>
              <a:xfrm>
                <a:off x="1187326" y="4172209"/>
                <a:ext cx="1221513"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Payments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Service</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pic>
          <p:nvPicPr>
            <p:cNvPr id="48" name="Graphic 20">
              <a:extLst>
                <a:ext uri="{FF2B5EF4-FFF2-40B4-BE49-F238E27FC236}">
                  <a16:creationId xmlns:a16="http://schemas.microsoft.com/office/drawing/2014/main" id="{243940AB-ABC6-5555-6297-D689FB80D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11369" y="1770747"/>
              <a:ext cx="218901" cy="218901"/>
            </a:xfrm>
            <a:prstGeom prst="rect">
              <a:avLst/>
            </a:prstGeom>
          </p:spPr>
        </p:pic>
      </p:grpSp>
      <p:grpSp>
        <p:nvGrpSpPr>
          <p:cNvPr id="51" name="Gruppo 43">
            <a:extLst>
              <a:ext uri="{FF2B5EF4-FFF2-40B4-BE49-F238E27FC236}">
                <a16:creationId xmlns:a16="http://schemas.microsoft.com/office/drawing/2014/main" id="{8CD5DD3E-2C67-ABEC-94F6-CECCEC00E6C9}"/>
              </a:ext>
            </a:extLst>
          </p:cNvPr>
          <p:cNvGrpSpPr/>
          <p:nvPr/>
        </p:nvGrpSpPr>
        <p:grpSpPr>
          <a:xfrm>
            <a:off x="8940679" y="3708145"/>
            <a:ext cx="1262936" cy="804100"/>
            <a:chOff x="9713967" y="1709273"/>
            <a:chExt cx="1262936" cy="804100"/>
          </a:xfrm>
        </p:grpSpPr>
        <p:sp>
          <p:nvSpPr>
            <p:cNvPr id="52" name="Esagono 44">
              <a:extLst>
                <a:ext uri="{FF2B5EF4-FFF2-40B4-BE49-F238E27FC236}">
                  <a16:creationId xmlns:a16="http://schemas.microsoft.com/office/drawing/2014/main" id="{0BDF7BE2-7A8B-ABCA-633A-5D901979E6DD}"/>
                </a:ext>
              </a:extLst>
            </p:cNvPr>
            <p:cNvSpPr/>
            <p:nvPr/>
          </p:nvSpPr>
          <p:spPr bwMode="auto">
            <a:xfrm>
              <a:off x="9860907" y="1709273"/>
              <a:ext cx="919827" cy="804100"/>
            </a:xfrm>
            <a:prstGeom prst="hexagon">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grpSp>
          <p:nvGrpSpPr>
            <p:cNvPr id="53" name="Gruppo 45">
              <a:extLst>
                <a:ext uri="{FF2B5EF4-FFF2-40B4-BE49-F238E27FC236}">
                  <a16:creationId xmlns:a16="http://schemas.microsoft.com/office/drawing/2014/main" id="{54733A8B-2859-505E-7FEB-FDBE7DBE97C4}"/>
                </a:ext>
              </a:extLst>
            </p:cNvPr>
            <p:cNvGrpSpPr/>
            <p:nvPr/>
          </p:nvGrpSpPr>
          <p:grpSpPr>
            <a:xfrm>
              <a:off x="9713967" y="1916379"/>
              <a:ext cx="1262936" cy="427264"/>
              <a:chOff x="1187326" y="4052722"/>
              <a:chExt cx="1262936" cy="427264"/>
            </a:xfrm>
          </p:grpSpPr>
          <p:sp>
            <p:nvSpPr>
              <p:cNvPr id="55" name="TextBox 12">
                <a:extLst>
                  <a:ext uri="{FF2B5EF4-FFF2-40B4-BE49-F238E27FC236}">
                    <a16:creationId xmlns:a16="http://schemas.microsoft.com/office/drawing/2014/main" id="{EDC87D1C-D090-9F82-5C37-746B1E7385B0}"/>
                  </a:ext>
                </a:extLst>
              </p:cNvPr>
              <p:cNvSpPr txBox="1"/>
              <p:nvPr/>
            </p:nvSpPr>
            <p:spPr>
              <a:xfrm>
                <a:off x="1228749" y="4052722"/>
                <a:ext cx="122151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56" name="TextBox 12">
                <a:extLst>
                  <a:ext uri="{FF2B5EF4-FFF2-40B4-BE49-F238E27FC236}">
                    <a16:creationId xmlns:a16="http://schemas.microsoft.com/office/drawing/2014/main" id="{3C409907-9877-FC38-32A0-01870C1E7AFE}"/>
                  </a:ext>
                </a:extLst>
              </p:cNvPr>
              <p:cNvSpPr txBox="1"/>
              <p:nvPr/>
            </p:nvSpPr>
            <p:spPr>
              <a:xfrm>
                <a:off x="1187326" y="4172209"/>
                <a:ext cx="1221513"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Reporting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Service</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pic>
          <p:nvPicPr>
            <p:cNvPr id="54" name="Graphic 20">
              <a:extLst>
                <a:ext uri="{FF2B5EF4-FFF2-40B4-BE49-F238E27FC236}">
                  <a16:creationId xmlns:a16="http://schemas.microsoft.com/office/drawing/2014/main" id="{C15821E9-72B1-EB1E-59BE-CCFDE6F50D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11369" y="1770747"/>
              <a:ext cx="218901" cy="218901"/>
            </a:xfrm>
            <a:prstGeom prst="rect">
              <a:avLst/>
            </a:prstGeom>
          </p:spPr>
        </p:pic>
      </p:grpSp>
      <p:sp>
        <p:nvSpPr>
          <p:cNvPr id="57" name="CasellaDiTesto 49">
            <a:extLst>
              <a:ext uri="{FF2B5EF4-FFF2-40B4-BE49-F238E27FC236}">
                <a16:creationId xmlns:a16="http://schemas.microsoft.com/office/drawing/2014/main" id="{38A37ADC-6EFA-F87A-ECE5-03924B1C374A}"/>
              </a:ext>
            </a:extLst>
          </p:cNvPr>
          <p:cNvSpPr txBox="1"/>
          <p:nvPr/>
        </p:nvSpPr>
        <p:spPr>
          <a:xfrm>
            <a:off x="10130311" y="1776385"/>
            <a:ext cx="1855496" cy="615553"/>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getAccountByUsername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getAccountDetails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getPaymentMethods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err="1">
                <a:ln>
                  <a:noFill/>
                </a:ln>
                <a:solidFill>
                  <a:prstClr val="black"/>
                </a:solidFill>
                <a:effectLst/>
                <a:uLnTx/>
                <a:uFillTx/>
                <a:latin typeface="Aptos" panose="02110004020202020204"/>
                <a:ea typeface="+mn-ea"/>
                <a:cs typeface="+mn-cs"/>
              </a:rPr>
              <a:t>getCreditCards</a:t>
            </a:r>
            <a:endPar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8" name="CasellaDiTesto 50">
            <a:extLst>
              <a:ext uri="{FF2B5EF4-FFF2-40B4-BE49-F238E27FC236}">
                <a16:creationId xmlns:a16="http://schemas.microsoft.com/office/drawing/2014/main" id="{EEAC7D2B-C817-D891-533D-3EFDE0DAECF0}"/>
              </a:ext>
            </a:extLst>
          </p:cNvPr>
          <p:cNvSpPr txBox="1"/>
          <p:nvPr/>
        </p:nvSpPr>
        <p:spPr>
          <a:xfrm>
            <a:off x="10078830" y="3964242"/>
            <a:ext cx="1855496" cy="461665"/>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notifyTransaction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searchTransactions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getTransactionByRecipient</a:t>
            </a:r>
          </a:p>
        </p:txBody>
      </p:sp>
      <p:sp>
        <p:nvSpPr>
          <p:cNvPr id="59" name="CasellaDiTesto 51">
            <a:extLst>
              <a:ext uri="{FF2B5EF4-FFF2-40B4-BE49-F238E27FC236}">
                <a16:creationId xmlns:a16="http://schemas.microsoft.com/office/drawing/2014/main" id="{C2A772E9-3E73-2BBD-8834-5BD63AC4AA81}"/>
              </a:ext>
            </a:extLst>
          </p:cNvPr>
          <p:cNvSpPr txBox="1"/>
          <p:nvPr/>
        </p:nvSpPr>
        <p:spPr>
          <a:xfrm>
            <a:off x="10130311" y="2896673"/>
            <a:ext cx="1855496" cy="15388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rPr>
              <a:t>submitPayment</a:t>
            </a:r>
          </a:p>
        </p:txBody>
      </p:sp>
      <p:grpSp>
        <p:nvGrpSpPr>
          <p:cNvPr id="60" name="Gruppo 52">
            <a:extLst>
              <a:ext uri="{FF2B5EF4-FFF2-40B4-BE49-F238E27FC236}">
                <a16:creationId xmlns:a16="http://schemas.microsoft.com/office/drawing/2014/main" id="{3C7E9D05-EB2C-E547-CD81-A4219EC2F0F3}"/>
              </a:ext>
            </a:extLst>
          </p:cNvPr>
          <p:cNvGrpSpPr/>
          <p:nvPr/>
        </p:nvGrpSpPr>
        <p:grpSpPr>
          <a:xfrm>
            <a:off x="8565825" y="1953836"/>
            <a:ext cx="528470" cy="184604"/>
            <a:chOff x="8707408" y="2128216"/>
            <a:chExt cx="528470" cy="184604"/>
          </a:xfrm>
        </p:grpSpPr>
        <p:grpSp>
          <p:nvGrpSpPr>
            <p:cNvPr id="61" name="Gruppo 53">
              <a:extLst>
                <a:ext uri="{FF2B5EF4-FFF2-40B4-BE49-F238E27FC236}">
                  <a16:creationId xmlns:a16="http://schemas.microsoft.com/office/drawing/2014/main" id="{B638D5B5-E512-3F0B-EFCF-C49494299569}"/>
                </a:ext>
              </a:extLst>
            </p:cNvPr>
            <p:cNvGrpSpPr/>
            <p:nvPr/>
          </p:nvGrpSpPr>
          <p:grpSpPr>
            <a:xfrm>
              <a:off x="8707408" y="2128216"/>
              <a:ext cx="528470" cy="184604"/>
              <a:chOff x="8842096" y="2074215"/>
              <a:chExt cx="528470" cy="184604"/>
            </a:xfrm>
          </p:grpSpPr>
          <p:cxnSp>
            <p:nvCxnSpPr>
              <p:cNvPr id="63" name="Connettore diritto 55">
                <a:extLst>
                  <a:ext uri="{FF2B5EF4-FFF2-40B4-BE49-F238E27FC236}">
                    <a16:creationId xmlns:a16="http://schemas.microsoft.com/office/drawing/2014/main" id="{2AE8F5D2-3D4A-DBA7-2C56-DD78DF3108E8}"/>
                  </a:ext>
                </a:extLst>
              </p:cNvPr>
              <p:cNvCxnSpPr/>
              <p:nvPr/>
            </p:nvCxnSpPr>
            <p:spPr>
              <a:xfrm flipH="1">
                <a:off x="9026700" y="2180311"/>
                <a:ext cx="343866" cy="0"/>
              </a:xfrm>
              <a:prstGeom prst="line">
                <a:avLst/>
              </a:prstGeom>
              <a:ln>
                <a:solidFill>
                  <a:schemeClr val="accent3">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4" name="Connettore 56">
                <a:extLst>
                  <a:ext uri="{FF2B5EF4-FFF2-40B4-BE49-F238E27FC236}">
                    <a16:creationId xmlns:a16="http://schemas.microsoft.com/office/drawing/2014/main" id="{E984A32C-AED0-BBD0-7261-C30951513414}"/>
                  </a:ext>
                </a:extLst>
              </p:cNvPr>
              <p:cNvSpPr/>
              <p:nvPr/>
            </p:nvSpPr>
            <p:spPr bwMode="auto">
              <a:xfrm>
                <a:off x="8842096" y="2074215"/>
                <a:ext cx="184604" cy="184604"/>
              </a:xfrm>
              <a:prstGeom prst="flowChartConnector">
                <a:avLst/>
              </a:prstGeom>
              <a:solidFill>
                <a:srgbClr val="0C283A"/>
              </a:solidFill>
              <a:ln>
                <a:solidFill>
                  <a:schemeClr val="accent3">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it-IT" sz="2000" b="0" i="0" u="none" strike="noStrike" kern="1200" cap="none" spc="0" normalizeH="0" baseline="0" noProof="0" dirty="0">
                    <a:ln>
                      <a:noFill/>
                    </a:ln>
                    <a:solidFill>
                      <a:prstClr val="white"/>
                    </a:solidFill>
                    <a:effectLst/>
                    <a:uLnTx/>
                    <a:uFillTx/>
                    <a:latin typeface="Aptos" panose="02110004020202020204"/>
                    <a:ea typeface="Segoe UI" pitchFamily="34" charset="0"/>
                    <a:cs typeface="Segoe UI" pitchFamily="34" charset="0"/>
                  </a:rPr>
                  <a:t>1</a:t>
                </a: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grpSp>
        <p:sp>
          <p:nvSpPr>
            <p:cNvPr id="62" name="CasellaDiTesto 54">
              <a:extLst>
                <a:ext uri="{FF2B5EF4-FFF2-40B4-BE49-F238E27FC236}">
                  <a16:creationId xmlns:a16="http://schemas.microsoft.com/office/drawing/2014/main" id="{89602B52-6972-F14F-DC90-E5B826893140}"/>
                </a:ext>
              </a:extLst>
            </p:cNvPr>
            <p:cNvSpPr txBox="1"/>
            <p:nvPr/>
          </p:nvSpPr>
          <p:spPr>
            <a:xfrm>
              <a:off x="8758342" y="2139643"/>
              <a:ext cx="89989"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US" sz="1100" b="0" i="0" u="none" strike="noStrike" kern="1200" cap="none" spc="0" normalizeH="0" baseline="0" noProof="0" dirty="0" err="1">
                <a:ln>
                  <a:noFill/>
                </a:ln>
                <a:solidFill>
                  <a:prstClr val="white"/>
                </a:solidFill>
                <a:effectLst/>
                <a:uLnTx/>
                <a:uFillTx/>
                <a:latin typeface="Aptos" panose="02110004020202020204"/>
                <a:ea typeface="+mn-ea"/>
                <a:cs typeface="+mn-cs"/>
              </a:endParaRPr>
            </a:p>
          </p:txBody>
        </p:sp>
      </p:grpSp>
      <p:grpSp>
        <p:nvGrpSpPr>
          <p:cNvPr id="65" name="Gruppo 57">
            <a:extLst>
              <a:ext uri="{FF2B5EF4-FFF2-40B4-BE49-F238E27FC236}">
                <a16:creationId xmlns:a16="http://schemas.microsoft.com/office/drawing/2014/main" id="{9DE291B4-D17B-AD42-933B-43387C2A8292}"/>
              </a:ext>
            </a:extLst>
          </p:cNvPr>
          <p:cNvGrpSpPr/>
          <p:nvPr/>
        </p:nvGrpSpPr>
        <p:grpSpPr>
          <a:xfrm>
            <a:off x="8566566" y="2986253"/>
            <a:ext cx="528470" cy="184604"/>
            <a:chOff x="8707408" y="2128216"/>
            <a:chExt cx="528470" cy="184604"/>
          </a:xfrm>
        </p:grpSpPr>
        <p:grpSp>
          <p:nvGrpSpPr>
            <p:cNvPr id="66" name="Gruppo 58">
              <a:extLst>
                <a:ext uri="{FF2B5EF4-FFF2-40B4-BE49-F238E27FC236}">
                  <a16:creationId xmlns:a16="http://schemas.microsoft.com/office/drawing/2014/main" id="{9B1DD17D-A0D6-098D-E7EA-FF86C17E6F14}"/>
                </a:ext>
              </a:extLst>
            </p:cNvPr>
            <p:cNvGrpSpPr/>
            <p:nvPr/>
          </p:nvGrpSpPr>
          <p:grpSpPr>
            <a:xfrm>
              <a:off x="8707408" y="2128216"/>
              <a:ext cx="528470" cy="184604"/>
              <a:chOff x="8842096" y="2074215"/>
              <a:chExt cx="528470" cy="184604"/>
            </a:xfrm>
          </p:grpSpPr>
          <p:cxnSp>
            <p:nvCxnSpPr>
              <p:cNvPr id="68" name="Connettore diritto 60">
                <a:extLst>
                  <a:ext uri="{FF2B5EF4-FFF2-40B4-BE49-F238E27FC236}">
                    <a16:creationId xmlns:a16="http://schemas.microsoft.com/office/drawing/2014/main" id="{21F2301E-90B9-DCCE-4816-1979C95DE1F6}"/>
                  </a:ext>
                </a:extLst>
              </p:cNvPr>
              <p:cNvCxnSpPr/>
              <p:nvPr/>
            </p:nvCxnSpPr>
            <p:spPr>
              <a:xfrm flipH="1">
                <a:off x="9026700" y="2180311"/>
                <a:ext cx="343866" cy="0"/>
              </a:xfrm>
              <a:prstGeom prst="line">
                <a:avLst/>
              </a:prstGeom>
              <a:ln>
                <a:solidFill>
                  <a:schemeClr val="accent3">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9" name="Connettore 61">
                <a:extLst>
                  <a:ext uri="{FF2B5EF4-FFF2-40B4-BE49-F238E27FC236}">
                    <a16:creationId xmlns:a16="http://schemas.microsoft.com/office/drawing/2014/main" id="{87482E17-78A4-7A20-FCD6-8BB7BCCF1AD0}"/>
                  </a:ext>
                </a:extLst>
              </p:cNvPr>
              <p:cNvSpPr/>
              <p:nvPr/>
            </p:nvSpPr>
            <p:spPr bwMode="auto">
              <a:xfrm>
                <a:off x="8842096" y="2074215"/>
                <a:ext cx="184604" cy="184604"/>
              </a:xfrm>
              <a:prstGeom prst="flowChartConnector">
                <a:avLst/>
              </a:prstGeom>
              <a:solidFill>
                <a:srgbClr val="0C283A"/>
              </a:solidFill>
              <a:ln>
                <a:solidFill>
                  <a:schemeClr val="accent3">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it-IT" sz="2000" b="0" i="0" u="none" strike="noStrike" kern="1200" cap="none" spc="0" normalizeH="0" baseline="0" noProof="0" dirty="0">
                    <a:ln>
                      <a:noFill/>
                    </a:ln>
                    <a:solidFill>
                      <a:prstClr val="white"/>
                    </a:solidFill>
                    <a:effectLst/>
                    <a:uLnTx/>
                    <a:uFillTx/>
                    <a:latin typeface="Aptos" panose="02110004020202020204"/>
                    <a:ea typeface="Segoe UI" pitchFamily="34" charset="0"/>
                    <a:cs typeface="Segoe UI" pitchFamily="34" charset="0"/>
                  </a:rPr>
                  <a:t>1</a:t>
                </a: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grpSp>
        <p:sp>
          <p:nvSpPr>
            <p:cNvPr id="67" name="CasellaDiTesto 59">
              <a:extLst>
                <a:ext uri="{FF2B5EF4-FFF2-40B4-BE49-F238E27FC236}">
                  <a16:creationId xmlns:a16="http://schemas.microsoft.com/office/drawing/2014/main" id="{814B2A3A-D296-3160-48A7-B82FE0E99EDA}"/>
                </a:ext>
              </a:extLst>
            </p:cNvPr>
            <p:cNvSpPr txBox="1"/>
            <p:nvPr/>
          </p:nvSpPr>
          <p:spPr>
            <a:xfrm>
              <a:off x="8766584" y="2135764"/>
              <a:ext cx="89989"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0" i="0" u="none" strike="noStrike" kern="1200" cap="none" spc="0" normalizeH="0" baseline="0" noProof="0" dirty="0">
                  <a:ln>
                    <a:noFill/>
                  </a:ln>
                  <a:solidFill>
                    <a:prstClr val="white"/>
                  </a:solidFill>
                  <a:effectLst/>
                  <a:uLnTx/>
                  <a:uFillTx/>
                  <a:latin typeface="Aptos" panose="02110004020202020204"/>
                  <a:ea typeface="+mn-ea"/>
                  <a:cs typeface="+mn-cs"/>
                </a:rPr>
                <a:t>2</a:t>
              </a:r>
            </a:p>
          </p:txBody>
        </p:sp>
      </p:grpSp>
      <p:grpSp>
        <p:nvGrpSpPr>
          <p:cNvPr id="70" name="Gruppo 62">
            <a:extLst>
              <a:ext uri="{FF2B5EF4-FFF2-40B4-BE49-F238E27FC236}">
                <a16:creationId xmlns:a16="http://schemas.microsoft.com/office/drawing/2014/main" id="{DE75A010-8FD7-E493-CA70-7D1682E879CD}"/>
              </a:ext>
            </a:extLst>
          </p:cNvPr>
          <p:cNvGrpSpPr/>
          <p:nvPr/>
        </p:nvGrpSpPr>
        <p:grpSpPr>
          <a:xfrm>
            <a:off x="8567391" y="4005834"/>
            <a:ext cx="528470" cy="184604"/>
            <a:chOff x="8707408" y="2128216"/>
            <a:chExt cx="528470" cy="184604"/>
          </a:xfrm>
        </p:grpSpPr>
        <p:grpSp>
          <p:nvGrpSpPr>
            <p:cNvPr id="71" name="Gruppo 63">
              <a:extLst>
                <a:ext uri="{FF2B5EF4-FFF2-40B4-BE49-F238E27FC236}">
                  <a16:creationId xmlns:a16="http://schemas.microsoft.com/office/drawing/2014/main" id="{A4638D3B-8D94-F5CC-EB4B-4128317A0DBE}"/>
                </a:ext>
              </a:extLst>
            </p:cNvPr>
            <p:cNvGrpSpPr/>
            <p:nvPr/>
          </p:nvGrpSpPr>
          <p:grpSpPr>
            <a:xfrm>
              <a:off x="8707408" y="2128216"/>
              <a:ext cx="528470" cy="184604"/>
              <a:chOff x="8842096" y="2074215"/>
              <a:chExt cx="528470" cy="184604"/>
            </a:xfrm>
          </p:grpSpPr>
          <p:cxnSp>
            <p:nvCxnSpPr>
              <p:cNvPr id="73" name="Connettore diritto 65">
                <a:extLst>
                  <a:ext uri="{FF2B5EF4-FFF2-40B4-BE49-F238E27FC236}">
                    <a16:creationId xmlns:a16="http://schemas.microsoft.com/office/drawing/2014/main" id="{D966CB11-9D8D-5E5A-886C-E432617755A3}"/>
                  </a:ext>
                </a:extLst>
              </p:cNvPr>
              <p:cNvCxnSpPr/>
              <p:nvPr/>
            </p:nvCxnSpPr>
            <p:spPr>
              <a:xfrm flipH="1">
                <a:off x="9026700" y="2180311"/>
                <a:ext cx="343866" cy="0"/>
              </a:xfrm>
              <a:prstGeom prst="line">
                <a:avLst/>
              </a:prstGeom>
              <a:ln>
                <a:solidFill>
                  <a:schemeClr val="accent3">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4" name="Connettore 66">
                <a:extLst>
                  <a:ext uri="{FF2B5EF4-FFF2-40B4-BE49-F238E27FC236}">
                    <a16:creationId xmlns:a16="http://schemas.microsoft.com/office/drawing/2014/main" id="{87FC4053-C46B-AB8D-CD8D-CEF811773B1F}"/>
                  </a:ext>
                </a:extLst>
              </p:cNvPr>
              <p:cNvSpPr/>
              <p:nvPr/>
            </p:nvSpPr>
            <p:spPr bwMode="auto">
              <a:xfrm>
                <a:off x="8842096" y="2074215"/>
                <a:ext cx="184604" cy="184604"/>
              </a:xfrm>
              <a:prstGeom prst="flowChartConnector">
                <a:avLst/>
              </a:prstGeom>
              <a:solidFill>
                <a:srgbClr val="0C283A"/>
              </a:solidFill>
              <a:ln>
                <a:solidFill>
                  <a:schemeClr val="accent3">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it-IT" sz="2000" b="0" i="0" u="none" strike="noStrike" kern="1200" cap="none" spc="0" normalizeH="0" baseline="0" noProof="0" dirty="0">
                    <a:ln>
                      <a:noFill/>
                    </a:ln>
                    <a:solidFill>
                      <a:prstClr val="white"/>
                    </a:solidFill>
                    <a:effectLst/>
                    <a:uLnTx/>
                    <a:uFillTx/>
                    <a:latin typeface="Aptos" panose="02110004020202020204"/>
                    <a:ea typeface="Segoe UI" pitchFamily="34" charset="0"/>
                    <a:cs typeface="Segoe UI" pitchFamily="34" charset="0"/>
                  </a:rPr>
                  <a:t>1</a:t>
                </a: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grpSp>
        <p:sp>
          <p:nvSpPr>
            <p:cNvPr id="72" name="CasellaDiTesto 64">
              <a:extLst>
                <a:ext uri="{FF2B5EF4-FFF2-40B4-BE49-F238E27FC236}">
                  <a16:creationId xmlns:a16="http://schemas.microsoft.com/office/drawing/2014/main" id="{F24588E0-5223-A30C-E129-0D77B0F39515}"/>
                </a:ext>
              </a:extLst>
            </p:cNvPr>
            <p:cNvSpPr txBox="1"/>
            <p:nvPr/>
          </p:nvSpPr>
          <p:spPr>
            <a:xfrm>
              <a:off x="8758342" y="2128216"/>
              <a:ext cx="89989"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US" sz="1100" b="0" i="0" u="none" strike="noStrike" kern="1200" cap="none" spc="0" normalizeH="0" baseline="0" noProof="0" dirty="0" err="1">
                <a:ln>
                  <a:noFill/>
                </a:ln>
                <a:solidFill>
                  <a:prstClr val="white"/>
                </a:solidFill>
                <a:effectLst/>
                <a:uLnTx/>
                <a:uFillTx/>
                <a:latin typeface="Aptos" panose="02110004020202020204"/>
                <a:ea typeface="+mn-ea"/>
                <a:cs typeface="+mn-cs"/>
              </a:endParaRPr>
            </a:p>
          </p:txBody>
        </p:sp>
      </p:grpSp>
      <p:cxnSp>
        <p:nvCxnSpPr>
          <p:cNvPr id="75" name="Connettore 2 67">
            <a:extLst>
              <a:ext uri="{FF2B5EF4-FFF2-40B4-BE49-F238E27FC236}">
                <a16:creationId xmlns:a16="http://schemas.microsoft.com/office/drawing/2014/main" id="{F3FA9F9E-4FE0-6EE4-6614-BC98C4018A38}"/>
              </a:ext>
            </a:extLst>
          </p:cNvPr>
          <p:cNvCxnSpPr>
            <a:cxnSpLocks/>
            <a:stCxn id="16" idx="3"/>
            <a:endCxn id="25" idx="1"/>
          </p:cNvCxnSpPr>
          <p:nvPr/>
        </p:nvCxnSpPr>
        <p:spPr>
          <a:xfrm flipV="1">
            <a:off x="3179323" y="2589831"/>
            <a:ext cx="1540123" cy="1460187"/>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6" name="CasellaDiTesto 68">
            <a:extLst>
              <a:ext uri="{FF2B5EF4-FFF2-40B4-BE49-F238E27FC236}">
                <a16:creationId xmlns:a16="http://schemas.microsoft.com/office/drawing/2014/main" id="{6F9BAA7E-2E6D-DB85-8DDA-A9BBE4380C62}"/>
              </a:ext>
            </a:extLst>
          </p:cNvPr>
          <p:cNvSpPr txBox="1"/>
          <p:nvPr/>
        </p:nvSpPr>
        <p:spPr>
          <a:xfrm rot="18922439">
            <a:off x="3513002" y="3232668"/>
            <a:ext cx="125796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dirty="0">
                <a:ln>
                  <a:noFill/>
                </a:ln>
                <a:solidFill>
                  <a:prstClr val="black"/>
                </a:solidFill>
                <a:effectLst/>
                <a:uLnTx/>
                <a:uFillTx/>
                <a:latin typeface="Aptos" panose="02110004020202020204"/>
                <a:ea typeface="+mn-ea"/>
                <a:cs typeface="+mn-cs"/>
              </a:rPr>
              <a:t>Hand-off to Account</a:t>
            </a:r>
            <a:endParaRPr kumimoji="0" lang="en-US" sz="10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cxnSp>
        <p:nvCxnSpPr>
          <p:cNvPr id="77" name="Connettore 2 69">
            <a:extLst>
              <a:ext uri="{FF2B5EF4-FFF2-40B4-BE49-F238E27FC236}">
                <a16:creationId xmlns:a16="http://schemas.microsoft.com/office/drawing/2014/main" id="{2C68840E-AF16-6D63-BCA0-EFAA46A22CDB}"/>
              </a:ext>
            </a:extLst>
          </p:cNvPr>
          <p:cNvCxnSpPr>
            <a:cxnSpLocks/>
            <a:stCxn id="16" idx="3"/>
          </p:cNvCxnSpPr>
          <p:nvPr/>
        </p:nvCxnSpPr>
        <p:spPr>
          <a:xfrm flipV="1">
            <a:off x="3179323" y="4029393"/>
            <a:ext cx="1461837" cy="20625"/>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8" name="CasellaDiTesto 70">
            <a:extLst>
              <a:ext uri="{FF2B5EF4-FFF2-40B4-BE49-F238E27FC236}">
                <a16:creationId xmlns:a16="http://schemas.microsoft.com/office/drawing/2014/main" id="{AA13C49C-0004-734C-3916-7C356746CF4F}"/>
              </a:ext>
            </a:extLst>
          </p:cNvPr>
          <p:cNvSpPr txBox="1"/>
          <p:nvPr/>
        </p:nvSpPr>
        <p:spPr>
          <a:xfrm>
            <a:off x="3441613" y="4096037"/>
            <a:ext cx="134628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dirty="0">
                <a:ln>
                  <a:noFill/>
                </a:ln>
                <a:solidFill>
                  <a:prstClr val="black"/>
                </a:solidFill>
                <a:effectLst/>
                <a:uLnTx/>
                <a:uFillTx/>
                <a:latin typeface="Aptos" panose="02110004020202020204"/>
                <a:ea typeface="+mn-ea"/>
                <a:cs typeface="+mn-cs"/>
              </a:rPr>
              <a:t>Hand-off to </a:t>
            </a: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Transaction</a:t>
            </a:r>
            <a:endParaRPr kumimoji="0" lang="en-US" sz="10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cxnSp>
        <p:nvCxnSpPr>
          <p:cNvPr id="79" name="Connettore 2 71">
            <a:extLst>
              <a:ext uri="{FF2B5EF4-FFF2-40B4-BE49-F238E27FC236}">
                <a16:creationId xmlns:a16="http://schemas.microsoft.com/office/drawing/2014/main" id="{46329089-67DA-73CF-29CA-503BA8BBD117}"/>
              </a:ext>
            </a:extLst>
          </p:cNvPr>
          <p:cNvCxnSpPr>
            <a:cxnSpLocks/>
            <a:stCxn id="16" idx="3"/>
            <a:endCxn id="35" idx="1"/>
          </p:cNvCxnSpPr>
          <p:nvPr/>
        </p:nvCxnSpPr>
        <p:spPr>
          <a:xfrm>
            <a:off x="3179323" y="4050018"/>
            <a:ext cx="1540123" cy="1639063"/>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0" name="CasellaDiTesto 72">
            <a:extLst>
              <a:ext uri="{FF2B5EF4-FFF2-40B4-BE49-F238E27FC236}">
                <a16:creationId xmlns:a16="http://schemas.microsoft.com/office/drawing/2014/main" id="{A585A364-428A-3FF9-51F4-7EBCA31547EF}"/>
              </a:ext>
            </a:extLst>
          </p:cNvPr>
          <p:cNvSpPr txBox="1"/>
          <p:nvPr/>
        </p:nvSpPr>
        <p:spPr>
          <a:xfrm rot="2884117">
            <a:off x="3127985" y="5114610"/>
            <a:ext cx="1794546"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dirty="0">
                <a:ln>
                  <a:noFill/>
                </a:ln>
                <a:solidFill>
                  <a:prstClr val="black"/>
                </a:solidFill>
                <a:effectLst/>
                <a:uLnTx/>
                <a:uFillTx/>
                <a:latin typeface="Aptos" panose="02110004020202020204"/>
                <a:ea typeface="+mn-ea"/>
                <a:cs typeface="+mn-cs"/>
              </a:rPr>
              <a:t>Hand-off to Payment</a:t>
            </a:r>
            <a:endParaRPr kumimoji="0" lang="en-US" sz="10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92" name="Rectangle 14">
            <a:extLst>
              <a:ext uri="{FF2B5EF4-FFF2-40B4-BE49-F238E27FC236}">
                <a16:creationId xmlns:a16="http://schemas.microsoft.com/office/drawing/2014/main" id="{897E1210-ED90-4386-8212-7857E57BB543}"/>
              </a:ext>
            </a:extLst>
          </p:cNvPr>
          <p:cNvSpPr/>
          <p:nvPr/>
        </p:nvSpPr>
        <p:spPr bwMode="auto">
          <a:xfrm>
            <a:off x="8370684" y="4919468"/>
            <a:ext cx="3437206" cy="1594277"/>
          </a:xfrm>
          <a:prstGeom prst="rect">
            <a:avLst/>
          </a:prstGeom>
          <a:noFill/>
          <a:ln>
            <a:solidFill>
              <a:srgbClr val="D9D9D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Segoe UI" pitchFamily="34" charset="0"/>
              <a:cs typeface="Segoe UI" pitchFamily="34" charset="0"/>
            </a:endParaRPr>
          </a:p>
        </p:txBody>
      </p:sp>
      <p:sp>
        <p:nvSpPr>
          <p:cNvPr id="93" name="TextBox 15">
            <a:extLst>
              <a:ext uri="{FF2B5EF4-FFF2-40B4-BE49-F238E27FC236}">
                <a16:creationId xmlns:a16="http://schemas.microsoft.com/office/drawing/2014/main" id="{3CEA8F63-45EB-A02F-43C6-9B68FBFAE98A}"/>
              </a:ext>
            </a:extLst>
          </p:cNvPr>
          <p:cNvSpPr txBox="1"/>
          <p:nvPr/>
        </p:nvSpPr>
        <p:spPr>
          <a:xfrm>
            <a:off x="9425452" y="4972893"/>
            <a:ext cx="1571160" cy="21544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F807D"/>
                </a:solidFill>
                <a:effectLst/>
                <a:uLnTx/>
                <a:uFillTx/>
                <a:latin typeface="Aptos" panose="02110004020202020204"/>
                <a:ea typeface="+mn-ea"/>
                <a:cs typeface="+mn-cs"/>
              </a:rPr>
              <a:t>Microsoft Foundry</a:t>
            </a:r>
            <a:endParaRPr kumimoji="0" lang="en-US" sz="1400" b="1" i="0" u="none" strike="noStrike" kern="1200" cap="none" spc="0" normalizeH="0" baseline="0" noProof="0" dirty="0" err="1">
              <a:ln>
                <a:noFill/>
              </a:ln>
              <a:solidFill>
                <a:srgbClr val="FFFFFF"/>
              </a:solidFill>
              <a:effectLst/>
              <a:uLnTx/>
              <a:uFillTx/>
              <a:latin typeface="Segoe UI"/>
              <a:ea typeface="+mn-ea"/>
              <a:cs typeface="+mn-cs"/>
            </a:endParaRPr>
          </a:p>
        </p:txBody>
      </p:sp>
      <p:sp>
        <p:nvSpPr>
          <p:cNvPr id="94" name="TextBox 1026">
            <a:extLst>
              <a:ext uri="{FF2B5EF4-FFF2-40B4-BE49-F238E27FC236}">
                <a16:creationId xmlns:a16="http://schemas.microsoft.com/office/drawing/2014/main" id="{EE6D34C1-46D7-B91F-7F75-6235BFC934FE}"/>
              </a:ext>
            </a:extLst>
          </p:cNvPr>
          <p:cNvSpPr txBox="1"/>
          <p:nvPr/>
        </p:nvSpPr>
        <p:spPr>
          <a:xfrm>
            <a:off x="8601916" y="5818781"/>
            <a:ext cx="109167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prstClr val="black"/>
                </a:solidFill>
                <a:effectLst/>
                <a:uLnTx/>
                <a:uFillTx/>
                <a:latin typeface="Aptos" panose="02110004020202020204"/>
                <a:ea typeface="+mn-ea"/>
                <a:cs typeface="+mn-cs"/>
              </a:rPr>
              <a:t>GPT and embeddings models</a:t>
            </a: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95" name="Rectangle: Rounded Corners 40">
            <a:extLst>
              <a:ext uri="{FF2B5EF4-FFF2-40B4-BE49-F238E27FC236}">
                <a16:creationId xmlns:a16="http://schemas.microsoft.com/office/drawing/2014/main" id="{3CC0AD25-87AA-32FA-0D1E-8436B170A17A}"/>
              </a:ext>
            </a:extLst>
          </p:cNvPr>
          <p:cNvSpPr/>
          <p:nvPr/>
        </p:nvSpPr>
        <p:spPr bwMode="auto">
          <a:xfrm>
            <a:off x="8543210" y="5253081"/>
            <a:ext cx="1245426" cy="1092041"/>
          </a:xfrm>
          <a:prstGeom prst="roundRect">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mn-ea"/>
              <a:cs typeface="Segoe UI" pitchFamily="34" charset="0"/>
            </a:endParaRPr>
          </a:p>
        </p:txBody>
      </p:sp>
      <p:sp>
        <p:nvSpPr>
          <p:cNvPr id="96" name="TextBox 42">
            <a:extLst>
              <a:ext uri="{FF2B5EF4-FFF2-40B4-BE49-F238E27FC236}">
                <a16:creationId xmlns:a16="http://schemas.microsoft.com/office/drawing/2014/main" id="{53FCE08F-BD4D-B9E0-CB6A-0EF3CC08653E}"/>
              </a:ext>
            </a:extLst>
          </p:cNvPr>
          <p:cNvSpPr txBox="1"/>
          <p:nvPr/>
        </p:nvSpPr>
        <p:spPr>
          <a:xfrm>
            <a:off x="8252423" y="5624238"/>
            <a:ext cx="1858541"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Azure Open AI</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pic>
        <p:nvPicPr>
          <p:cNvPr id="97" name="Graphic 1082">
            <a:extLst>
              <a:ext uri="{FF2B5EF4-FFF2-40B4-BE49-F238E27FC236}">
                <a16:creationId xmlns:a16="http://schemas.microsoft.com/office/drawing/2014/main" id="{89D81BF1-B51A-A77E-9E48-6DED98D650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1516" y="5263903"/>
            <a:ext cx="354838" cy="354838"/>
          </a:xfrm>
          <a:prstGeom prst="rect">
            <a:avLst/>
          </a:prstGeom>
        </p:spPr>
      </p:pic>
      <p:sp>
        <p:nvSpPr>
          <p:cNvPr id="98" name="TextBox 43">
            <a:extLst>
              <a:ext uri="{FF2B5EF4-FFF2-40B4-BE49-F238E27FC236}">
                <a16:creationId xmlns:a16="http://schemas.microsoft.com/office/drawing/2014/main" id="{61C5B3DF-582C-8C94-402E-80CF2BD4635B}"/>
              </a:ext>
            </a:extLst>
          </p:cNvPr>
          <p:cNvSpPr txBox="1"/>
          <p:nvPr/>
        </p:nvSpPr>
        <p:spPr>
          <a:xfrm>
            <a:off x="8653889" y="5807151"/>
            <a:ext cx="988609"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prstClr val="black"/>
                </a:solidFill>
                <a:effectLst/>
                <a:uLnTx/>
                <a:uFillTx/>
                <a:latin typeface="Aptos" panose="02110004020202020204"/>
                <a:ea typeface="+mn-ea"/>
                <a:cs typeface="+mn-cs"/>
              </a:rPr>
              <a:t>GPT models</a:t>
            </a:r>
            <a:endPar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grpSp>
        <p:nvGrpSpPr>
          <p:cNvPr id="99" name="Group 83">
            <a:extLst>
              <a:ext uri="{FF2B5EF4-FFF2-40B4-BE49-F238E27FC236}">
                <a16:creationId xmlns:a16="http://schemas.microsoft.com/office/drawing/2014/main" id="{74793B5A-642E-3136-085D-7F826CBF6DDC}"/>
              </a:ext>
            </a:extLst>
          </p:cNvPr>
          <p:cNvGrpSpPr/>
          <p:nvPr/>
        </p:nvGrpSpPr>
        <p:grpSpPr>
          <a:xfrm>
            <a:off x="10236942" y="5232298"/>
            <a:ext cx="1317883" cy="1112825"/>
            <a:chOff x="6653313" y="5596174"/>
            <a:chExt cx="1858541" cy="1112825"/>
          </a:xfrm>
        </p:grpSpPr>
        <p:grpSp>
          <p:nvGrpSpPr>
            <p:cNvPr id="100" name="Group 77">
              <a:extLst>
                <a:ext uri="{FF2B5EF4-FFF2-40B4-BE49-F238E27FC236}">
                  <a16:creationId xmlns:a16="http://schemas.microsoft.com/office/drawing/2014/main" id="{152EC540-D495-BA8F-F93D-870234983024}"/>
                </a:ext>
              </a:extLst>
            </p:cNvPr>
            <p:cNvGrpSpPr/>
            <p:nvPr/>
          </p:nvGrpSpPr>
          <p:grpSpPr>
            <a:xfrm>
              <a:off x="6653313" y="5596174"/>
              <a:ext cx="1858541" cy="1112825"/>
              <a:chOff x="4313659" y="2721684"/>
              <a:chExt cx="1858541" cy="1112825"/>
            </a:xfrm>
          </p:grpSpPr>
          <p:sp>
            <p:nvSpPr>
              <p:cNvPr id="102" name="Rectangle: Rounded Corners 79">
                <a:extLst>
                  <a:ext uri="{FF2B5EF4-FFF2-40B4-BE49-F238E27FC236}">
                    <a16:creationId xmlns:a16="http://schemas.microsoft.com/office/drawing/2014/main" id="{E7DA1598-F9CC-2D26-ED6A-71D221E03C0E}"/>
                  </a:ext>
                </a:extLst>
              </p:cNvPr>
              <p:cNvSpPr/>
              <p:nvPr/>
            </p:nvSpPr>
            <p:spPr bwMode="auto">
              <a:xfrm>
                <a:off x="4343090" y="2721684"/>
                <a:ext cx="1768401" cy="1112825"/>
              </a:xfrm>
              <a:prstGeom prst="roundRect">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prstClr val="white"/>
                  </a:solidFill>
                  <a:effectLst/>
                  <a:uLnTx/>
                  <a:uFillTx/>
                  <a:latin typeface="Aptos" panose="02110004020202020204"/>
                  <a:ea typeface="+mn-ea"/>
                  <a:cs typeface="Segoe UI" pitchFamily="34" charset="0"/>
                </a:endParaRPr>
              </a:p>
            </p:txBody>
          </p:sp>
          <p:sp>
            <p:nvSpPr>
              <p:cNvPr id="103" name="TextBox 81">
                <a:extLst>
                  <a:ext uri="{FF2B5EF4-FFF2-40B4-BE49-F238E27FC236}">
                    <a16:creationId xmlns:a16="http://schemas.microsoft.com/office/drawing/2014/main" id="{88342A9F-78E9-BE14-767C-32302FBE213B}"/>
                  </a:ext>
                </a:extLst>
              </p:cNvPr>
              <p:cNvSpPr txBox="1"/>
              <p:nvPr/>
            </p:nvSpPr>
            <p:spPr>
              <a:xfrm>
                <a:off x="4313659" y="3092841"/>
                <a:ext cx="1858541"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Azure Document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dirty="0">
                    <a:ln>
                      <a:noFill/>
                    </a:ln>
                    <a:solidFill>
                      <a:prstClr val="black"/>
                    </a:solidFill>
                    <a:effectLst/>
                    <a:uLnTx/>
                    <a:uFillTx/>
                    <a:latin typeface="Aptos" panose="02110004020202020204"/>
                    <a:ea typeface="+mn-ea"/>
                    <a:cs typeface="+mn-cs"/>
                  </a:rPr>
                  <a:t>Intelligence</a:t>
                </a:r>
                <a:endParaRPr kumimoji="0" lang="en-US" sz="10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104" name="TextBox 82">
                <a:extLst>
                  <a:ext uri="{FF2B5EF4-FFF2-40B4-BE49-F238E27FC236}">
                    <a16:creationId xmlns:a16="http://schemas.microsoft.com/office/drawing/2014/main" id="{E0C72689-AE00-DA6C-CFD4-9F35F81B2928}"/>
                  </a:ext>
                </a:extLst>
              </p:cNvPr>
              <p:cNvSpPr txBox="1"/>
              <p:nvPr/>
            </p:nvSpPr>
            <p:spPr>
              <a:xfrm>
                <a:off x="4370940" y="3423980"/>
                <a:ext cx="1743975"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Extract entities from Invoices</a:t>
                </a:r>
              </a:p>
            </p:txBody>
          </p:sp>
        </p:grpSp>
        <p:pic>
          <p:nvPicPr>
            <p:cNvPr id="101" name="Graphic 64">
              <a:extLst>
                <a:ext uri="{FF2B5EF4-FFF2-40B4-BE49-F238E27FC236}">
                  <a16:creationId xmlns:a16="http://schemas.microsoft.com/office/drawing/2014/main" id="{327BA757-DCB6-5789-24B3-37253CBFA2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84551" y="5667509"/>
              <a:ext cx="396542" cy="270314"/>
            </a:xfrm>
            <a:prstGeom prst="rect">
              <a:avLst/>
            </a:prstGeom>
          </p:spPr>
        </p:pic>
      </p:grpSp>
      <p:sp>
        <p:nvSpPr>
          <p:cNvPr id="105" name="CasellaDiTesto 97">
            <a:extLst>
              <a:ext uri="{FF2B5EF4-FFF2-40B4-BE49-F238E27FC236}">
                <a16:creationId xmlns:a16="http://schemas.microsoft.com/office/drawing/2014/main" id="{A8F7D03B-5FC8-CCE4-9447-A04CAF85C1FA}"/>
              </a:ext>
            </a:extLst>
          </p:cNvPr>
          <p:cNvSpPr txBox="1"/>
          <p:nvPr/>
        </p:nvSpPr>
        <p:spPr>
          <a:xfrm>
            <a:off x="10130311" y="1504955"/>
            <a:ext cx="96879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3175">
                  <a:noFill/>
                </a:ln>
                <a:solidFill>
                  <a:prstClr val="black"/>
                </a:solidFill>
                <a:effectLst/>
                <a:uLnTx/>
                <a:uFillTx/>
                <a:latin typeface="Aptos" panose="020B0004020202020204" pitchFamily="34" charset="0"/>
                <a:ea typeface="+mn-ea"/>
                <a:cs typeface="Segoe UI" panose="020B0502040204020203" pitchFamily="34" charset="0"/>
              </a:rPr>
              <a:t>MCP tools:</a:t>
            </a:r>
            <a:endParaRPr kumimoji="0" lang="en-US" sz="16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endParaRPr>
          </a:p>
        </p:txBody>
      </p:sp>
      <p:sp>
        <p:nvSpPr>
          <p:cNvPr id="106" name="CasellaDiTesto 98">
            <a:extLst>
              <a:ext uri="{FF2B5EF4-FFF2-40B4-BE49-F238E27FC236}">
                <a16:creationId xmlns:a16="http://schemas.microsoft.com/office/drawing/2014/main" id="{079A102F-9A1E-96A9-B53F-A8198563E3E0}"/>
              </a:ext>
            </a:extLst>
          </p:cNvPr>
          <p:cNvSpPr txBox="1"/>
          <p:nvPr/>
        </p:nvSpPr>
        <p:spPr>
          <a:xfrm>
            <a:off x="10110964" y="2632282"/>
            <a:ext cx="96879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3175">
                  <a:noFill/>
                </a:ln>
                <a:solidFill>
                  <a:prstClr val="black"/>
                </a:solidFill>
                <a:effectLst/>
                <a:uLnTx/>
                <a:uFillTx/>
                <a:latin typeface="Aptos" panose="020B0004020202020204" pitchFamily="34" charset="0"/>
                <a:ea typeface="+mn-ea"/>
                <a:cs typeface="Segoe UI" panose="020B0502040204020203" pitchFamily="34" charset="0"/>
              </a:rPr>
              <a:t>MCP tools:</a:t>
            </a:r>
            <a:endParaRPr kumimoji="0" lang="en-US" sz="16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endParaRPr>
          </a:p>
        </p:txBody>
      </p:sp>
      <p:sp>
        <p:nvSpPr>
          <p:cNvPr id="107" name="CasellaDiTesto 99">
            <a:extLst>
              <a:ext uri="{FF2B5EF4-FFF2-40B4-BE49-F238E27FC236}">
                <a16:creationId xmlns:a16="http://schemas.microsoft.com/office/drawing/2014/main" id="{1DA64676-A8CC-A55E-5C14-3EB3DD4623AE}"/>
              </a:ext>
            </a:extLst>
          </p:cNvPr>
          <p:cNvSpPr txBox="1"/>
          <p:nvPr/>
        </p:nvSpPr>
        <p:spPr>
          <a:xfrm>
            <a:off x="10070374" y="3685579"/>
            <a:ext cx="96879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3175">
                  <a:noFill/>
                </a:ln>
                <a:solidFill>
                  <a:prstClr val="black"/>
                </a:solidFill>
                <a:effectLst/>
                <a:uLnTx/>
                <a:uFillTx/>
                <a:latin typeface="Aptos" panose="020B0004020202020204" pitchFamily="34" charset="0"/>
                <a:ea typeface="+mn-ea"/>
                <a:cs typeface="Segoe UI" panose="020B0502040204020203" pitchFamily="34" charset="0"/>
              </a:rPr>
              <a:t>MCP tools:</a:t>
            </a:r>
            <a:endParaRPr kumimoji="0" lang="en-US" sz="16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endParaRPr>
          </a:p>
        </p:txBody>
      </p:sp>
      <p:cxnSp>
        <p:nvCxnSpPr>
          <p:cNvPr id="108" name="Connettore 2 44">
            <a:extLst>
              <a:ext uri="{FF2B5EF4-FFF2-40B4-BE49-F238E27FC236}">
                <a16:creationId xmlns:a16="http://schemas.microsoft.com/office/drawing/2014/main" id="{69E0F400-DDF9-4169-71A4-9853D38628BE}"/>
              </a:ext>
              <a:ext uri="{C183D7F6-B498-43B3-948B-1728B52AA6E4}">
                <adec:decorative xmlns:adec="http://schemas.microsoft.com/office/drawing/2017/decorative" val="1"/>
              </a:ext>
            </a:extLst>
          </p:cNvPr>
          <p:cNvCxnSpPr>
            <a:cxnSpLocks/>
          </p:cNvCxnSpPr>
          <p:nvPr/>
        </p:nvCxnSpPr>
        <p:spPr>
          <a:xfrm>
            <a:off x="7329622" y="2974684"/>
            <a:ext cx="1010608" cy="0"/>
          </a:xfrm>
          <a:prstGeom prst="straightConnector1">
            <a:avLst/>
          </a:prstGeom>
          <a:ln w="12700" cap="rnd">
            <a:gradFill flip="none" rotWithShape="1">
              <a:gsLst>
                <a:gs pos="0">
                  <a:srgbClr val="F65567"/>
                </a:gs>
                <a:gs pos="32000">
                  <a:srgbClr val="AC35AF"/>
                </a:gs>
                <a:gs pos="68000">
                  <a:srgbClr val="0A6BBA"/>
                </a:gs>
                <a:gs pos="100000">
                  <a:srgbClr val="318581"/>
                </a:gs>
              </a:gsLst>
              <a:path path="circle">
                <a:fillToRect l="100000" t="100000"/>
              </a:path>
              <a:tileRect r="-100000" b="-100000"/>
            </a:gradFill>
            <a:prstDash val="solid"/>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09" name="CasellaDiTesto 101">
            <a:extLst>
              <a:ext uri="{FF2B5EF4-FFF2-40B4-BE49-F238E27FC236}">
                <a16:creationId xmlns:a16="http://schemas.microsoft.com/office/drawing/2014/main" id="{854659F3-923A-4D31-AB83-08CCB156F604}"/>
              </a:ext>
            </a:extLst>
          </p:cNvPr>
          <p:cNvSpPr txBox="1"/>
          <p:nvPr/>
        </p:nvSpPr>
        <p:spPr>
          <a:xfrm>
            <a:off x="7458199" y="2790018"/>
            <a:ext cx="712375"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3175">
                  <a:noFill/>
                </a:ln>
                <a:solidFill>
                  <a:prstClr val="black"/>
                </a:solidFill>
                <a:effectLst/>
                <a:uLnTx/>
                <a:uFillTx/>
                <a:latin typeface="Segoe UI Semibold"/>
                <a:ea typeface="+mn-ea"/>
                <a:cs typeface="Segoe UI" panose="020B0502040204020203" pitchFamily="34" charset="0"/>
              </a:rPr>
              <a:t>HTTP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3175">
                  <a:noFill/>
                </a:ln>
                <a:solidFill>
                  <a:prstClr val="black"/>
                </a:solidFill>
                <a:effectLst/>
                <a:uLnTx/>
                <a:uFillTx/>
                <a:latin typeface="Segoe UI Semibold"/>
                <a:ea typeface="+mn-ea"/>
                <a:cs typeface="Segoe UI" panose="020B0502040204020203" pitchFamily="34" charset="0"/>
              </a:rPr>
              <a:t>Streaming</a:t>
            </a:r>
            <a:endParaRPr kumimoji="0" lang="en-US" sz="1200" b="0"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112" name="TextBox 12">
            <a:extLst>
              <a:ext uri="{FF2B5EF4-FFF2-40B4-BE49-F238E27FC236}">
                <a16:creationId xmlns:a16="http://schemas.microsoft.com/office/drawing/2014/main" id="{34B74A35-577F-0A17-2F46-5BEF5723F1EC}"/>
              </a:ext>
            </a:extLst>
          </p:cNvPr>
          <p:cNvSpPr txBox="1"/>
          <p:nvPr/>
        </p:nvSpPr>
        <p:spPr>
          <a:xfrm>
            <a:off x="4719446" y="2073521"/>
            <a:ext cx="2056391"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prstClr val="black"/>
                </a:solidFill>
                <a:effectLst/>
                <a:uLnTx/>
                <a:uFillTx/>
                <a:latin typeface="Aptos" panose="02110004020202020204"/>
                <a:ea typeface="+mn-ea"/>
                <a:cs typeface="+mn-cs"/>
              </a:rPr>
              <a:t>Account Agent</a:t>
            </a:r>
            <a:endParaRPr kumimoji="0" lang="en-US" sz="14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117" name="TextBox 12">
            <a:extLst>
              <a:ext uri="{FF2B5EF4-FFF2-40B4-BE49-F238E27FC236}">
                <a16:creationId xmlns:a16="http://schemas.microsoft.com/office/drawing/2014/main" id="{FBC2FC71-FC78-D015-E433-804008139861}"/>
              </a:ext>
            </a:extLst>
          </p:cNvPr>
          <p:cNvSpPr txBox="1"/>
          <p:nvPr/>
        </p:nvSpPr>
        <p:spPr>
          <a:xfrm>
            <a:off x="4715070" y="3566739"/>
            <a:ext cx="2086985"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ptos" panose="02110004020202020204"/>
                <a:ea typeface="+mn-ea"/>
                <a:cs typeface="+mn-cs"/>
              </a:rPr>
              <a:t>Transaction Agent</a:t>
            </a:r>
          </a:p>
        </p:txBody>
      </p:sp>
      <p:sp>
        <p:nvSpPr>
          <p:cNvPr id="122" name="TextBox 12">
            <a:extLst>
              <a:ext uri="{FF2B5EF4-FFF2-40B4-BE49-F238E27FC236}">
                <a16:creationId xmlns:a16="http://schemas.microsoft.com/office/drawing/2014/main" id="{B84E7011-4A6C-5E80-28B1-14F82C9F48D3}"/>
              </a:ext>
            </a:extLst>
          </p:cNvPr>
          <p:cNvSpPr txBox="1"/>
          <p:nvPr/>
        </p:nvSpPr>
        <p:spPr>
          <a:xfrm>
            <a:off x="4715070" y="5145103"/>
            <a:ext cx="206076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prstClr val="black"/>
                </a:solidFill>
                <a:effectLst/>
                <a:uLnTx/>
                <a:uFillTx/>
                <a:latin typeface="Aptos" panose="02110004020202020204"/>
                <a:ea typeface="+mn-ea"/>
                <a:cs typeface="+mn-cs"/>
              </a:rPr>
              <a:t>Payment Agent</a:t>
            </a:r>
            <a:endParaRPr kumimoji="0" lang="en-US" sz="14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125" name="TextBox 15">
            <a:extLst>
              <a:ext uri="{FF2B5EF4-FFF2-40B4-BE49-F238E27FC236}">
                <a16:creationId xmlns:a16="http://schemas.microsoft.com/office/drawing/2014/main" id="{AAEBB3D0-CED2-9D9D-4364-C67F8FC2383C}"/>
              </a:ext>
            </a:extLst>
          </p:cNvPr>
          <p:cNvSpPr txBox="1"/>
          <p:nvPr/>
        </p:nvSpPr>
        <p:spPr>
          <a:xfrm>
            <a:off x="10944455" y="1218446"/>
            <a:ext cx="733840" cy="21544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F807D"/>
                </a:solidFill>
                <a:effectLst/>
                <a:uLnTx/>
                <a:uFillTx/>
                <a:latin typeface="Aptos" panose="02110004020202020204"/>
                <a:ea typeface="+mn-ea"/>
                <a:cs typeface="+mn-cs"/>
              </a:rPr>
              <a:t>FastMCP</a:t>
            </a:r>
            <a:endParaRPr kumimoji="0" lang="en-US" sz="1400" b="1" i="0" u="none" strike="noStrike" kern="1200" cap="none" spc="0" normalizeH="0" baseline="0" noProof="0" dirty="0" err="1">
              <a:ln>
                <a:noFill/>
              </a:ln>
              <a:solidFill>
                <a:srgbClr val="FFFFFF"/>
              </a:solidFill>
              <a:effectLst/>
              <a:uLnTx/>
              <a:uFillTx/>
              <a:latin typeface="Segoe UI"/>
              <a:ea typeface="+mn-ea"/>
              <a:cs typeface="+mn-cs"/>
            </a:endParaRPr>
          </a:p>
        </p:txBody>
      </p:sp>
      <p:sp>
        <p:nvSpPr>
          <p:cNvPr id="131" name="TextBox 12">
            <a:extLst>
              <a:ext uri="{FF2B5EF4-FFF2-40B4-BE49-F238E27FC236}">
                <a16:creationId xmlns:a16="http://schemas.microsoft.com/office/drawing/2014/main" id="{42C5CCF9-EF32-645C-F527-E973F3D4CC18}"/>
              </a:ext>
            </a:extLst>
          </p:cNvPr>
          <p:cNvSpPr txBox="1"/>
          <p:nvPr/>
        </p:nvSpPr>
        <p:spPr>
          <a:xfrm>
            <a:off x="1342339" y="3581604"/>
            <a:ext cx="1540121"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prstClr val="black"/>
                </a:solidFill>
                <a:effectLst/>
                <a:uLnTx/>
                <a:uFillTx/>
                <a:latin typeface="Aptos" panose="02110004020202020204"/>
                <a:ea typeface="+mn-ea"/>
                <a:cs typeface="+mn-cs"/>
              </a:rPr>
              <a:t>Supervisor Agent</a:t>
            </a:r>
            <a:endParaRPr kumimoji="0" lang="en-US" sz="14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sp>
        <p:nvSpPr>
          <p:cNvPr id="136" name="Title 1">
            <a:extLst>
              <a:ext uri="{FF2B5EF4-FFF2-40B4-BE49-F238E27FC236}">
                <a16:creationId xmlns:a16="http://schemas.microsoft.com/office/drawing/2014/main" id="{21324C35-1597-B47B-598D-8ADAB18691A1}"/>
              </a:ext>
            </a:extLst>
          </p:cNvPr>
          <p:cNvSpPr txBox="1">
            <a:spLocks/>
          </p:cNvSpPr>
          <p:nvPr/>
        </p:nvSpPr>
        <p:spPr>
          <a:xfrm>
            <a:off x="1060990" y="1"/>
            <a:ext cx="10913982" cy="844952"/>
          </a:xfrm>
          <a:prstGeom prst="rect">
            <a:avLst/>
          </a:prstGeom>
        </p:spPr>
        <p:txBody>
          <a:bodyPr vert="horz" lIns="91440" tIns="182880" rIns="91440" bIns="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Aptos Display" panose="02110004020202020204"/>
                <a:ea typeface="+mj-ea"/>
                <a:cs typeface="+mj-cs"/>
              </a:rPr>
              <a:t>Agents and MCP servers architecture</a:t>
            </a:r>
          </a:p>
        </p:txBody>
      </p:sp>
      <p:sp>
        <p:nvSpPr>
          <p:cNvPr id="139" name="TextBox 12">
            <a:extLst>
              <a:ext uri="{FF2B5EF4-FFF2-40B4-BE49-F238E27FC236}">
                <a16:creationId xmlns:a16="http://schemas.microsoft.com/office/drawing/2014/main" id="{93F9B4C8-916B-7804-55AA-952A4E72A03F}"/>
              </a:ext>
            </a:extLst>
          </p:cNvPr>
          <p:cNvSpPr txBox="1"/>
          <p:nvPr/>
        </p:nvSpPr>
        <p:spPr>
          <a:xfrm>
            <a:off x="5216823" y="1599778"/>
            <a:ext cx="1789988"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prstClr val="black"/>
                </a:solidFill>
                <a:effectLst/>
                <a:uLnTx/>
                <a:uFillTx/>
                <a:latin typeface="Aptos" panose="02110004020202020204"/>
                <a:ea typeface="+mn-ea"/>
                <a:cs typeface="+mn-cs"/>
              </a:rPr>
              <a:t>Agent Framework</a:t>
            </a:r>
            <a:endParaRPr kumimoji="0" lang="en-US" sz="1400" b="1" i="0" u="none" strike="noStrike" kern="1200" cap="none" spc="0" normalizeH="0" baseline="0" noProof="0" dirty="0" err="1">
              <a:ln>
                <a:noFill/>
              </a:ln>
              <a:solidFill>
                <a:prstClr val="black"/>
              </a:solidFill>
              <a:effectLst/>
              <a:uLnTx/>
              <a:uFillTx/>
              <a:latin typeface="Aptos" panose="02110004020202020204"/>
              <a:ea typeface="+mn-ea"/>
              <a:cs typeface="+mn-cs"/>
            </a:endParaRPr>
          </a:p>
        </p:txBody>
      </p:sp>
      <p:pic>
        <p:nvPicPr>
          <p:cNvPr id="140" name="Picture 9" descr="A purple molecule structure on a black background&#10;&#10;AI-generated content may be incorrect.">
            <a:extLst>
              <a:ext uri="{FF2B5EF4-FFF2-40B4-BE49-F238E27FC236}">
                <a16:creationId xmlns:a16="http://schemas.microsoft.com/office/drawing/2014/main" id="{5D17CC7B-36D5-3A0A-8E68-28666B91CB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36221" y="1531138"/>
            <a:ext cx="383830" cy="383830"/>
          </a:xfrm>
          <a:prstGeom prst="rect">
            <a:avLst/>
          </a:prstGeom>
        </p:spPr>
      </p:pic>
    </p:spTree>
    <p:extLst>
      <p:ext uri="{BB962C8B-B14F-4D97-AF65-F5344CB8AC3E}">
        <p14:creationId xmlns:p14="http://schemas.microsoft.com/office/powerpoint/2010/main" val="89492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par>
                                <p:cTn id="8" presetID="42" presetClass="path" presetSubtype="0" decel="100000" fill="hold" nodeType="withEffect">
                                  <p:stCondLst>
                                    <p:cond delay="100"/>
                                  </p:stCondLst>
                                  <p:childTnLst>
                                    <p:animMotion origin="layout" path="M -1.66667E-6 3.7037E-6 L -1.66667E-6 0.03541 " pathEditMode="relative" rAng="0" ptsTypes="AA">
                                      <p:cBhvr>
                                        <p:cTn id="9" dur="700" spd="-100000" fill="hold"/>
                                        <p:tgtEl>
                                          <p:spTgt spid="108"/>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3B1AB-6E5A-3ACC-91AB-975939E908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5CA7FD-AE2D-4DBE-C5E8-F37CC3635025}"/>
              </a:ext>
            </a:extLst>
          </p:cNvPr>
          <p:cNvSpPr txBox="1"/>
          <p:nvPr/>
        </p:nvSpPr>
        <p:spPr>
          <a:xfrm>
            <a:off x="1218561" y="6223902"/>
            <a:ext cx="68840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hlinkClick r:id="rId3"/>
              </a:rPr>
              <a:t>Full file: handoff_orchestrator.py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8FC248B-EA30-2474-2346-539FB8ED2D5B}"/>
              </a:ext>
            </a:extLst>
          </p:cNvPr>
          <p:cNvSpPr txBox="1"/>
          <p:nvPr/>
        </p:nvSpPr>
        <p:spPr>
          <a:xfrm>
            <a:off x="1183851" y="3453309"/>
            <a:ext cx="8475155" cy="2751522"/>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workflow</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 (</a:t>
            </a:r>
            <a:r>
              <a:rPr kumimoji="0" lang="en-US" sz="2400" b="0" i="0" u="none" strike="noStrike" kern="1200" cap="none" spc="0" normalizeH="0" baseline="0" noProof="0">
                <a:ln>
                  <a:noFill/>
                </a:ln>
                <a:solidFill>
                  <a:srgbClr val="267F99"/>
                </a:solidFill>
                <a:effectLst/>
                <a:uLnTx/>
                <a:uFillTx/>
                <a:latin typeface="Consolas" panose="020B0609020204030204" pitchFamily="49" charset="0"/>
                <a:ea typeface="+mn-ea"/>
                <a:cs typeface="Consolas" panose="020B0609020204030204" pitchFamily="49" charset="0"/>
              </a:rPr>
              <a:t>HandoffBuilder</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   participants</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4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triage_agent</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self</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.account_agent.build_af_agent(),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   await</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self</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.transaction_agent.build_af_agent(),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AF00DB"/>
                </a:solidFill>
                <a:effectLst/>
                <a:uLnTx/>
                <a:uFillTx/>
                <a:latin typeface="Consolas" panose="020B0609020204030204" pitchFamily="49" charset="0"/>
                <a:ea typeface="+mn-ea"/>
                <a:cs typeface="Consolas" panose="020B0609020204030204" pitchFamily="49" charset="0"/>
              </a:rPr>
              <a:t>await</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self</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.payment_agent.build_af_agent()])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with_start_agent</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r>
              <a:rPr kumimoji="0" lang="en-US" sz="2400" b="0" i="0" u="none" strike="noStrike" kern="1200" cap="none" spc="0" normalizeH="0" baseline="0" noProof="0">
                <a:ln>
                  <a:noFill/>
                </a:ln>
                <a:solidFill>
                  <a:srgbClr val="001080"/>
                </a:solidFill>
                <a:effectLst/>
                <a:uLnTx/>
                <a:uFillTx/>
                <a:latin typeface="Consolas" panose="020B0609020204030204" pitchFamily="49" charset="0"/>
                <a:ea typeface="+mn-ea"/>
                <a:cs typeface="Consolas" panose="020B0609020204030204" pitchFamily="49" charset="0"/>
              </a:rPr>
              <a:t>triage_agent</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with_checkpointing</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(checkpoint_storage)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a:ln>
                  <a:noFill/>
                </a:ln>
                <a:solidFill>
                  <a:srgbClr val="795E26"/>
                </a:solidFill>
                <a:effectLst/>
                <a:uLnTx/>
                <a:uFillTx/>
                <a:latin typeface="Consolas" panose="020B0609020204030204" pitchFamily="49" charset="0"/>
                <a:ea typeface="+mn-ea"/>
                <a:cs typeface="Consolas" panose="020B0609020204030204" pitchFamily="49" charset="0"/>
              </a:rPr>
              <a:t>build</a:t>
            </a:r>
            <a:r>
              <a:rPr kumimoji="0" lang="en-US" sz="2400" b="0" i="0" u="none" strike="noStrike" kern="1200" cap="none" spc="0" normalizeH="0" baseline="0" noProof="0">
                <a:ln>
                  <a:noFill/>
                </a:ln>
                <a:solidFill>
                  <a:srgbClr val="000000"/>
                </a:solidFill>
                <a:effectLst/>
                <a:uLnTx/>
                <a:uFillTx/>
                <a:latin typeface="Consolas" panose="020B0609020204030204" pitchFamily="49" charset="0"/>
                <a:ea typeface="+mn-ea"/>
                <a:cs typeface="Consolas" panose="020B0609020204030204" pitchFamily="49" charset="0"/>
              </a:rPr>
              <a:t>())</a:t>
            </a:r>
          </a:p>
        </p:txBody>
      </p:sp>
      <p:pic>
        <p:nvPicPr>
          <p:cNvPr id="7" name="Picture 6">
            <a:extLst>
              <a:ext uri="{FF2B5EF4-FFF2-40B4-BE49-F238E27FC236}">
                <a16:creationId xmlns:a16="http://schemas.microsoft.com/office/drawing/2014/main" id="{3AA5B176-FE9F-AD01-779E-40E6B9F34407}"/>
              </a:ext>
            </a:extLst>
          </p:cNvPr>
          <p:cNvPicPr>
            <a:picLocks noChangeAspect="1"/>
          </p:cNvPicPr>
          <p:nvPr/>
        </p:nvPicPr>
        <p:blipFill>
          <a:blip r:embed="rId4">
            <a:extLst>
              <a:ext uri="{28A0092B-C50C-407E-A947-70E740481C1C}">
                <a14:useLocalDpi xmlns:a14="http://schemas.microsoft.com/office/drawing/2010/main" val="0"/>
              </a:ext>
            </a:extLst>
          </a:blip>
          <a:srcRect t="15132" b="60209"/>
          <a:stretch>
            <a:fillRect/>
          </a:stretch>
        </p:blipFill>
        <p:spPr>
          <a:xfrm>
            <a:off x="1223749" y="2028931"/>
            <a:ext cx="3097973" cy="1061369"/>
          </a:xfrm>
          <a:prstGeom prst="rect">
            <a:avLst/>
          </a:prstGeom>
          <a:ln>
            <a:solidFill>
              <a:schemeClr val="tx1"/>
            </a:solidFill>
          </a:ln>
        </p:spPr>
      </p:pic>
      <p:pic>
        <p:nvPicPr>
          <p:cNvPr id="10" name="Picture 9">
            <a:extLst>
              <a:ext uri="{FF2B5EF4-FFF2-40B4-BE49-F238E27FC236}">
                <a16:creationId xmlns:a16="http://schemas.microsoft.com/office/drawing/2014/main" id="{B72D72E3-6F08-3FC9-BAB3-A1089D1293B6}"/>
              </a:ext>
            </a:extLst>
          </p:cNvPr>
          <p:cNvPicPr>
            <a:picLocks noChangeAspect="1"/>
          </p:cNvPicPr>
          <p:nvPr/>
        </p:nvPicPr>
        <p:blipFill>
          <a:blip r:embed="rId5">
            <a:extLst>
              <a:ext uri="{28A0092B-C50C-407E-A947-70E740481C1C}">
                <a14:useLocalDpi xmlns:a14="http://schemas.microsoft.com/office/drawing/2010/main" val="0"/>
              </a:ext>
            </a:extLst>
          </a:blip>
          <a:srcRect b="26415"/>
          <a:stretch>
            <a:fillRect/>
          </a:stretch>
        </p:blipFill>
        <p:spPr>
          <a:xfrm>
            <a:off x="4820652" y="2028931"/>
            <a:ext cx="3068920" cy="1036572"/>
          </a:xfrm>
          <a:prstGeom prst="rect">
            <a:avLst/>
          </a:prstGeom>
          <a:ln>
            <a:solidFill>
              <a:schemeClr val="tx1"/>
            </a:solidFill>
          </a:ln>
        </p:spPr>
      </p:pic>
      <p:pic>
        <p:nvPicPr>
          <p:cNvPr id="12" name="Picture 11">
            <a:extLst>
              <a:ext uri="{FF2B5EF4-FFF2-40B4-BE49-F238E27FC236}">
                <a16:creationId xmlns:a16="http://schemas.microsoft.com/office/drawing/2014/main" id="{151A4B74-ACAC-BCDD-265A-2065BDD6B015}"/>
              </a:ext>
            </a:extLst>
          </p:cNvPr>
          <p:cNvPicPr>
            <a:picLocks noChangeAspect="1"/>
          </p:cNvPicPr>
          <p:nvPr/>
        </p:nvPicPr>
        <p:blipFill>
          <a:blip r:embed="rId4">
            <a:extLst>
              <a:ext uri="{28A0092B-C50C-407E-A947-70E740481C1C}">
                <a14:useLocalDpi xmlns:a14="http://schemas.microsoft.com/office/drawing/2010/main" val="0"/>
              </a:ext>
            </a:extLst>
          </a:blip>
          <a:srcRect l="938" t="704" r="43255" b="88264"/>
          <a:stretch>
            <a:fillRect/>
          </a:stretch>
        </p:blipFill>
        <p:spPr>
          <a:xfrm>
            <a:off x="3704096" y="1205949"/>
            <a:ext cx="1728908" cy="474864"/>
          </a:xfrm>
          <a:prstGeom prst="rect">
            <a:avLst/>
          </a:prstGeom>
          <a:ln>
            <a:solidFill>
              <a:schemeClr val="tx1"/>
            </a:solidFill>
          </a:ln>
        </p:spPr>
      </p:pic>
      <p:cxnSp>
        <p:nvCxnSpPr>
          <p:cNvPr id="15" name="Straight Arrow Connector 14">
            <a:extLst>
              <a:ext uri="{FF2B5EF4-FFF2-40B4-BE49-F238E27FC236}">
                <a16:creationId xmlns:a16="http://schemas.microsoft.com/office/drawing/2014/main" id="{1174C801-9BD4-768D-3D65-0F827FA591EE}"/>
              </a:ext>
            </a:extLst>
          </p:cNvPr>
          <p:cNvCxnSpPr>
            <a:cxnSpLocks/>
            <a:stCxn id="12" idx="2"/>
            <a:endCxn id="10" idx="0"/>
          </p:cNvCxnSpPr>
          <p:nvPr/>
        </p:nvCxnSpPr>
        <p:spPr>
          <a:xfrm>
            <a:off x="4568550" y="1680813"/>
            <a:ext cx="1786562" cy="348118"/>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6047B0B-FC97-3580-8A99-3225A0CC54E1}"/>
              </a:ext>
            </a:extLst>
          </p:cNvPr>
          <p:cNvCxnSpPr>
            <a:cxnSpLocks/>
            <a:endCxn id="7" idx="0"/>
          </p:cNvCxnSpPr>
          <p:nvPr/>
        </p:nvCxnSpPr>
        <p:spPr>
          <a:xfrm flipH="1">
            <a:off x="2772736" y="1680813"/>
            <a:ext cx="1795814" cy="348118"/>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itle 1">
            <a:extLst>
              <a:ext uri="{FF2B5EF4-FFF2-40B4-BE49-F238E27FC236}">
                <a16:creationId xmlns:a16="http://schemas.microsoft.com/office/drawing/2014/main" id="{4D6C2870-C616-5FE0-DBB1-776CBE29B5BE}"/>
              </a:ext>
            </a:extLst>
          </p:cNvPr>
          <p:cNvSpPr txBox="1">
            <a:spLocks/>
          </p:cNvSpPr>
          <p:nvPr/>
        </p:nvSpPr>
        <p:spPr>
          <a:xfrm>
            <a:off x="1060990" y="1"/>
            <a:ext cx="10913982" cy="844952"/>
          </a:xfrm>
          <a:prstGeom prst="rect">
            <a:avLst/>
          </a:prstGeom>
        </p:spPr>
        <p:txBody>
          <a:bodyPr vert="horz" lIns="91440" tIns="182880" rIns="91440" bIns="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Aptos Display" panose="02110004020202020204"/>
                <a:ea typeface="+mj-ea"/>
                <a:cs typeface="+mj-cs"/>
              </a:rPr>
              <a:t>Handoff workflow with checkpointing</a:t>
            </a:r>
          </a:p>
        </p:txBody>
      </p:sp>
    </p:spTree>
    <p:extLst>
      <p:ext uri="{BB962C8B-B14F-4D97-AF65-F5344CB8AC3E}">
        <p14:creationId xmlns:p14="http://schemas.microsoft.com/office/powerpoint/2010/main" val="2881134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ES_tradnl" noProof="0"/>
              <a:t>Python + Agents</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512550" cy="873780"/>
          </a:xfrm>
        </p:spPr>
        <p:txBody>
          <a:bodyPr>
            <a:noAutofit/>
          </a:bodyPr>
          <a:lstStyle/>
          <a:p>
            <a:r>
              <a:rPr lang="en-US">
                <a:latin typeface="Quire Sans" panose="020B0502040400020003" pitchFamily="34" charset="0"/>
                <a:cs typeface="Quire Sans" panose="020B0502040400020003" pitchFamily="34" charset="0"/>
              </a:rPr>
              <a:t>🙋🏽</a:t>
            </a:r>
            <a:r>
              <a:rPr lang="en-US" sz="4100">
                <a:solidFill>
                  <a:srgbClr val="000000"/>
                </a:solidFill>
                <a:latin typeface="Quire Sans" panose="020B0502040400020003" pitchFamily="34" charset="0"/>
                <a:ea typeface="Segoe UI"/>
                <a:cs typeface="Quire Sans" panose="020B0502040400020003" pitchFamily="34" charset="0"/>
              </a:rPr>
              <a:t> </a:t>
            </a:r>
            <a:r>
              <a:rPr lang="en-US" sz="4100">
                <a:solidFill>
                  <a:srgbClr val="000000"/>
                </a:solidFill>
                <a:ea typeface="Segoe UI"/>
                <a:cs typeface="Segoe UI"/>
              </a:rPr>
              <a:t>Adding a human-in-the loop to workflows</a:t>
            </a:r>
            <a:endParaRPr lang="es-ES_tradnl" sz="4100" noProof="0"/>
          </a:p>
        </p:txBody>
      </p:sp>
      <p:sp>
        <p:nvSpPr>
          <p:cNvPr id="5" name="TextBox 4">
            <a:extLst>
              <a:ext uri="{FF2B5EF4-FFF2-40B4-BE49-F238E27FC236}">
                <a16:creationId xmlns:a16="http://schemas.microsoft.com/office/drawing/2014/main" id="{DFACB71E-6545-DC1C-8325-BF2AE36EB32D}"/>
              </a:ext>
            </a:extLst>
          </p:cNvPr>
          <p:cNvSpPr txBox="1"/>
          <p:nvPr/>
        </p:nvSpPr>
        <p:spPr>
          <a:xfrm>
            <a:off x="844550" y="3724673"/>
            <a:ext cx="9136848" cy="553998"/>
          </a:xfrm>
          <a:prstGeom prst="rect">
            <a:avLst/>
          </a:prstGeom>
          <a:noFill/>
        </p:spPr>
        <p:txBody>
          <a:bodyPr wrap="square">
            <a:spAutoFit/>
          </a:bodyPr>
          <a:lstStyle/>
          <a:p>
            <a:r>
              <a:rPr lang="en-US" sz="3000" dirty="0">
                <a:hlinkClick r:id="rId2"/>
              </a:rPr>
              <a:t>aka.ms/</a:t>
            </a:r>
            <a:r>
              <a:rPr lang="en-US" sz="3000" dirty="0" err="1">
                <a:hlinkClick r:id="rId2"/>
              </a:rPr>
              <a:t>pythonagents</a:t>
            </a:r>
            <a:r>
              <a:rPr lang="en-US" sz="3000" dirty="0">
                <a:hlinkClick r:id="rId2"/>
              </a:rPr>
              <a:t>/slides/</a:t>
            </a:r>
            <a:r>
              <a:rPr lang="en-US" sz="3000" dirty="0" err="1">
                <a:hlinkClick r:id="rId3"/>
              </a:rPr>
              <a:t>hitl</a:t>
            </a:r>
            <a:r>
              <a:rPr lang="en-US" sz="3000" dirty="0"/>
              <a:t> – Find more info here</a:t>
            </a:r>
          </a:p>
        </p:txBody>
      </p:sp>
    </p:spTree>
    <p:extLst>
      <p:ext uri="{BB962C8B-B14F-4D97-AF65-F5344CB8AC3E}">
        <p14:creationId xmlns:p14="http://schemas.microsoft.com/office/powerpoint/2010/main" val="4527093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BC327-3525-6C2C-AFEE-6109BCAB7394}"/>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D3EF007C-D757-32EC-EC0A-A7124143616D}"/>
              </a:ext>
            </a:extLst>
          </p:cNvPr>
          <p:cNvSpPr/>
          <p:nvPr/>
        </p:nvSpPr>
        <p:spPr bwMode="auto">
          <a:xfrm>
            <a:off x="3486812" y="1570305"/>
            <a:ext cx="5830808" cy="2485192"/>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pic>
        <p:nvPicPr>
          <p:cNvPr id="1030" name="Picture 6" descr="Azure AI Studio - Pricing | Microsoft Azure">
            <a:extLst>
              <a:ext uri="{FF2B5EF4-FFF2-40B4-BE49-F238E27FC236}">
                <a16:creationId xmlns:a16="http://schemas.microsoft.com/office/drawing/2014/main" id="{AB7E595E-DF3A-0455-0AF6-04251FFA2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6009" y="1442100"/>
            <a:ext cx="1707800" cy="89659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icing - Azure AI Search | Microsoft Azure">
            <a:extLst>
              <a:ext uri="{FF2B5EF4-FFF2-40B4-BE49-F238E27FC236}">
                <a16:creationId xmlns:a16="http://schemas.microsoft.com/office/drawing/2014/main" id="{BC2C098C-40F2-4380-72F7-39BE78F236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900" y="4656129"/>
            <a:ext cx="815386" cy="4280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ing logo transparent PNG - StickPNG">
            <a:extLst>
              <a:ext uri="{FF2B5EF4-FFF2-40B4-BE49-F238E27FC236}">
                <a16:creationId xmlns:a16="http://schemas.microsoft.com/office/drawing/2014/main" id="{C733E54D-9DB2-1B9A-7A21-CB0F32205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1301" y="4623393"/>
            <a:ext cx="474742" cy="4747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Logic App Service | Microsoft Azure">
            <a:extLst>
              <a:ext uri="{FF2B5EF4-FFF2-40B4-BE49-F238E27FC236}">
                <a16:creationId xmlns:a16="http://schemas.microsoft.com/office/drawing/2014/main" id="{E3FF4E26-ED69-D379-6E48-E074E3302D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511" y="5165328"/>
            <a:ext cx="690165" cy="3623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zure Functions logo">
            <a:extLst>
              <a:ext uri="{FF2B5EF4-FFF2-40B4-BE49-F238E27FC236}">
                <a16:creationId xmlns:a16="http://schemas.microsoft.com/office/drawing/2014/main" id="{944F5665-7B02-695E-EF33-7125168F60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3801" y="5043294"/>
            <a:ext cx="633401" cy="633399"/>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C5A2E3BA-06F2-583C-6A99-CDD9D0F3E88D}"/>
              </a:ext>
            </a:extLst>
          </p:cNvPr>
          <p:cNvSpPr txBox="1">
            <a:spLocks/>
          </p:cNvSpPr>
          <p:nvPr/>
        </p:nvSpPr>
        <p:spPr>
          <a:xfrm>
            <a:off x="394117" y="57998"/>
            <a:ext cx="6184799" cy="430887"/>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000000"/>
                </a:solidFill>
                <a:effectLst/>
                <a:uLnTx/>
                <a:uFillTx/>
                <a:latin typeface="Segoe Sans Text Semibold"/>
                <a:ea typeface="+mn-ea"/>
                <a:cs typeface="Segoe Sans Text" pitchFamily="2" charset="0"/>
              </a:rPr>
              <a:t>Recommended “Golden Path” Architecture</a:t>
            </a:r>
          </a:p>
        </p:txBody>
      </p:sp>
      <p:sp>
        <p:nvSpPr>
          <p:cNvPr id="12" name="TextBox 11">
            <a:extLst>
              <a:ext uri="{FF2B5EF4-FFF2-40B4-BE49-F238E27FC236}">
                <a16:creationId xmlns:a16="http://schemas.microsoft.com/office/drawing/2014/main" id="{3158B221-6B41-899F-CDC2-8C466B70A4DF}"/>
              </a:ext>
            </a:extLst>
          </p:cNvPr>
          <p:cNvSpPr txBox="1"/>
          <p:nvPr/>
        </p:nvSpPr>
        <p:spPr>
          <a:xfrm>
            <a:off x="1360081" y="1913566"/>
            <a:ext cx="997004" cy="34624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Cosmos DB</a:t>
            </a:r>
            <a:br>
              <a:rPr kumimoji="0" lang="en-US" sz="1050" b="0" i="0" u="none" strike="noStrike" kern="1200" cap="none" spc="0" normalizeH="0" baseline="0" noProof="0">
                <a:ln>
                  <a:noFill/>
                </a:ln>
                <a:solidFill>
                  <a:srgbClr val="000000"/>
                </a:solidFill>
                <a:effectLst/>
                <a:uLnTx/>
                <a:uFillTx/>
                <a:latin typeface="Segoe Sans Text"/>
                <a:ea typeface="+mn-ea"/>
                <a:cs typeface="+mn-cs"/>
              </a:rPr>
            </a:b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Thread storage</a:t>
            </a:r>
            <a:endPar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4" name="TextBox 13">
            <a:extLst>
              <a:ext uri="{FF2B5EF4-FFF2-40B4-BE49-F238E27FC236}">
                <a16:creationId xmlns:a16="http://schemas.microsoft.com/office/drawing/2014/main" id="{3AC335A3-BED5-B161-23C4-C6C6192F9F01}"/>
              </a:ext>
            </a:extLst>
          </p:cNvPr>
          <p:cNvSpPr txBox="1"/>
          <p:nvPr/>
        </p:nvSpPr>
        <p:spPr>
          <a:xfrm>
            <a:off x="1350075" y="2497542"/>
            <a:ext cx="820738" cy="34624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Key vault</a:t>
            </a:r>
            <a:b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Connections</a:t>
            </a:r>
            <a:endPar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5" name="TextBox 14">
            <a:extLst>
              <a:ext uri="{FF2B5EF4-FFF2-40B4-BE49-F238E27FC236}">
                <a16:creationId xmlns:a16="http://schemas.microsoft.com/office/drawing/2014/main" id="{DBE3902A-217A-4CAF-A928-950AB131065B}"/>
              </a:ext>
            </a:extLst>
          </p:cNvPr>
          <p:cNvSpPr txBox="1"/>
          <p:nvPr/>
        </p:nvSpPr>
        <p:spPr>
          <a:xfrm>
            <a:off x="1360081" y="3081518"/>
            <a:ext cx="865622" cy="34624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Azure Storage</a:t>
            </a:r>
            <a:b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File storage</a:t>
            </a:r>
            <a:endPar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6" name="TextBox 15">
            <a:extLst>
              <a:ext uri="{FF2B5EF4-FFF2-40B4-BE49-F238E27FC236}">
                <a16:creationId xmlns:a16="http://schemas.microsoft.com/office/drawing/2014/main" id="{7B6D69FF-9D7D-3C64-9E6F-57CB485FF052}"/>
              </a:ext>
            </a:extLst>
          </p:cNvPr>
          <p:cNvSpPr txBox="1"/>
          <p:nvPr/>
        </p:nvSpPr>
        <p:spPr>
          <a:xfrm>
            <a:off x="4008466" y="1675167"/>
            <a:ext cx="1620636"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Azure AI Foundry</a:t>
            </a:r>
            <a:br>
              <a:rPr kumimoji="0" lang="en-US" sz="16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Standard setup</a:t>
            </a:r>
            <a:endParaRPr kumimoji="0" lang="en-US"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cxnSp>
        <p:nvCxnSpPr>
          <p:cNvPr id="29" name="Elbow Connector 28">
            <a:extLst>
              <a:ext uri="{FF2B5EF4-FFF2-40B4-BE49-F238E27FC236}">
                <a16:creationId xmlns:a16="http://schemas.microsoft.com/office/drawing/2014/main" id="{B36A0F8B-1F38-7659-F4EC-8254E924D4DF}"/>
              </a:ext>
            </a:extLst>
          </p:cNvPr>
          <p:cNvCxnSpPr>
            <a:cxnSpLocks/>
            <a:stCxn id="1086" idx="1"/>
          </p:cNvCxnSpPr>
          <p:nvPr/>
        </p:nvCxnSpPr>
        <p:spPr>
          <a:xfrm rot="10800000" flipH="1">
            <a:off x="2797515" y="2201408"/>
            <a:ext cx="260467" cy="916890"/>
          </a:xfrm>
          <a:prstGeom prst="bentConnector5">
            <a:avLst>
              <a:gd name="adj1" fmla="val 24112"/>
              <a:gd name="adj2" fmla="val 100105"/>
              <a:gd name="adj3" fmla="val 104238"/>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0E224CD-7359-4D6F-9DC9-B10C14D38D0F}"/>
              </a:ext>
            </a:extLst>
          </p:cNvPr>
          <p:cNvSpPr txBox="1"/>
          <p:nvPr/>
        </p:nvSpPr>
        <p:spPr>
          <a:xfrm>
            <a:off x="10035668" y="3363868"/>
            <a:ext cx="714939" cy="3847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Bot Service</a:t>
            </a:r>
            <a:br>
              <a:rPr kumimoji="0" lang="en-US" sz="1100" b="0" i="0" u="none" strike="noStrike" kern="1200" cap="none" spc="0" normalizeH="0" baseline="0" noProof="0">
                <a:ln>
                  <a:noFill/>
                </a:ln>
                <a:solidFill>
                  <a:srgbClr val="000000"/>
                </a:solidFill>
                <a:effectLst/>
                <a:uLnTx/>
                <a:uFillTx/>
                <a:latin typeface="Segoe Sans Text"/>
                <a:ea typeface="+mn-ea"/>
                <a:cs typeface="+mn-cs"/>
              </a:rPr>
            </a:br>
            <a:r>
              <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Channels</a:t>
            </a:r>
            <a:endPar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37" name="TextBox 36">
            <a:extLst>
              <a:ext uri="{FF2B5EF4-FFF2-40B4-BE49-F238E27FC236}">
                <a16:creationId xmlns:a16="http://schemas.microsoft.com/office/drawing/2014/main" id="{46267FF5-4C3E-B8F1-ADB9-D9EB18DCAA03}"/>
              </a:ext>
            </a:extLst>
          </p:cNvPr>
          <p:cNvSpPr txBox="1"/>
          <p:nvPr/>
        </p:nvSpPr>
        <p:spPr>
          <a:xfrm>
            <a:off x="697449" y="1485388"/>
            <a:ext cx="116076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BYO resources</a:t>
            </a:r>
          </a:p>
        </p:txBody>
      </p:sp>
      <p:sp>
        <p:nvSpPr>
          <p:cNvPr id="38" name="TextBox 37">
            <a:extLst>
              <a:ext uri="{FF2B5EF4-FFF2-40B4-BE49-F238E27FC236}">
                <a16:creationId xmlns:a16="http://schemas.microsoft.com/office/drawing/2014/main" id="{23735D87-8643-933E-C7C2-47B1043B7CFF}"/>
              </a:ext>
            </a:extLst>
          </p:cNvPr>
          <p:cNvSpPr txBox="1"/>
          <p:nvPr/>
        </p:nvSpPr>
        <p:spPr>
          <a:xfrm>
            <a:off x="672496" y="4299578"/>
            <a:ext cx="1367939"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AI tool resources</a:t>
            </a:r>
          </a:p>
        </p:txBody>
      </p:sp>
      <p:sp>
        <p:nvSpPr>
          <p:cNvPr id="40" name="TextBox 39">
            <a:extLst>
              <a:ext uri="{FF2B5EF4-FFF2-40B4-BE49-F238E27FC236}">
                <a16:creationId xmlns:a16="http://schemas.microsoft.com/office/drawing/2014/main" id="{BEE7BA2B-C49F-B1B9-B31D-ECB561701C7F}"/>
              </a:ext>
            </a:extLst>
          </p:cNvPr>
          <p:cNvSpPr txBox="1"/>
          <p:nvPr/>
        </p:nvSpPr>
        <p:spPr>
          <a:xfrm>
            <a:off x="3010293" y="4777097"/>
            <a:ext cx="192510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Grounding with Bing Search</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41" name="TextBox 40">
            <a:extLst>
              <a:ext uri="{FF2B5EF4-FFF2-40B4-BE49-F238E27FC236}">
                <a16:creationId xmlns:a16="http://schemas.microsoft.com/office/drawing/2014/main" id="{30C516C9-8DC2-E6EF-D67A-10F8B107CC46}"/>
              </a:ext>
            </a:extLst>
          </p:cNvPr>
          <p:cNvSpPr txBox="1"/>
          <p:nvPr/>
        </p:nvSpPr>
        <p:spPr>
          <a:xfrm>
            <a:off x="1252849" y="4777097"/>
            <a:ext cx="111487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Azure AI Search</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42" name="TextBox 41">
            <a:extLst>
              <a:ext uri="{FF2B5EF4-FFF2-40B4-BE49-F238E27FC236}">
                <a16:creationId xmlns:a16="http://schemas.microsoft.com/office/drawing/2014/main" id="{2C1B79E0-3BBB-CD6B-A2CA-8C9D505961CE}"/>
              </a:ext>
            </a:extLst>
          </p:cNvPr>
          <p:cNvSpPr txBox="1"/>
          <p:nvPr/>
        </p:nvSpPr>
        <p:spPr>
          <a:xfrm>
            <a:off x="1264424" y="5235655"/>
            <a:ext cx="825507"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Logic Apps</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43" name="TextBox 42">
            <a:extLst>
              <a:ext uri="{FF2B5EF4-FFF2-40B4-BE49-F238E27FC236}">
                <a16:creationId xmlns:a16="http://schemas.microsoft.com/office/drawing/2014/main" id="{2F19EFB8-8C27-F3FC-3461-785F4B5BFBFA}"/>
              </a:ext>
            </a:extLst>
          </p:cNvPr>
          <p:cNvSpPr txBox="1"/>
          <p:nvPr/>
        </p:nvSpPr>
        <p:spPr>
          <a:xfrm>
            <a:off x="2748757" y="5235250"/>
            <a:ext cx="114959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Azure Functions</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44" name="Rounded Rectangle 43">
            <a:extLst>
              <a:ext uri="{FF2B5EF4-FFF2-40B4-BE49-F238E27FC236}">
                <a16:creationId xmlns:a16="http://schemas.microsoft.com/office/drawing/2014/main" id="{063D3A46-BC12-2715-B78B-5FC02DFE9760}"/>
              </a:ext>
            </a:extLst>
          </p:cNvPr>
          <p:cNvSpPr/>
          <p:nvPr/>
        </p:nvSpPr>
        <p:spPr bwMode="auto">
          <a:xfrm>
            <a:off x="7494834" y="2372524"/>
            <a:ext cx="1620636" cy="1500643"/>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45" name="TextBox 44">
            <a:extLst>
              <a:ext uri="{FF2B5EF4-FFF2-40B4-BE49-F238E27FC236}">
                <a16:creationId xmlns:a16="http://schemas.microsoft.com/office/drawing/2014/main" id="{404083FB-3ECF-7EC2-061D-28F6960BC199}"/>
              </a:ext>
            </a:extLst>
          </p:cNvPr>
          <p:cNvSpPr txBox="1"/>
          <p:nvPr/>
        </p:nvSpPr>
        <p:spPr>
          <a:xfrm>
            <a:off x="8021879" y="2477059"/>
            <a:ext cx="60112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Models</a:t>
            </a:r>
          </a:p>
        </p:txBody>
      </p:sp>
      <p:sp>
        <p:nvSpPr>
          <p:cNvPr id="46" name="Rounded Rectangle 45">
            <a:extLst>
              <a:ext uri="{FF2B5EF4-FFF2-40B4-BE49-F238E27FC236}">
                <a16:creationId xmlns:a16="http://schemas.microsoft.com/office/drawing/2014/main" id="{4FE66A55-CAE1-1226-F823-A7CCA22799C5}"/>
              </a:ext>
            </a:extLst>
          </p:cNvPr>
          <p:cNvSpPr/>
          <p:nvPr/>
        </p:nvSpPr>
        <p:spPr bwMode="auto">
          <a:xfrm>
            <a:off x="5608337" y="2372524"/>
            <a:ext cx="1620636" cy="1500643"/>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47" name="TextBox 46">
            <a:extLst>
              <a:ext uri="{FF2B5EF4-FFF2-40B4-BE49-F238E27FC236}">
                <a16:creationId xmlns:a16="http://schemas.microsoft.com/office/drawing/2014/main" id="{88DFC8BE-9122-4590-8FA9-AE464565E12C}"/>
              </a:ext>
            </a:extLst>
          </p:cNvPr>
          <p:cNvSpPr txBox="1"/>
          <p:nvPr/>
        </p:nvSpPr>
        <p:spPr>
          <a:xfrm>
            <a:off x="6134122" y="2480769"/>
            <a:ext cx="56906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Agents</a:t>
            </a:r>
          </a:p>
        </p:txBody>
      </p:sp>
      <p:pic>
        <p:nvPicPr>
          <p:cNvPr id="48" name="Picture 47" descr="A blue square with a black star&#10;&#10;">
            <a:extLst>
              <a:ext uri="{FF2B5EF4-FFF2-40B4-BE49-F238E27FC236}">
                <a16:creationId xmlns:a16="http://schemas.microsoft.com/office/drawing/2014/main" id="{DC807A3C-D373-E557-41A6-C385C797760E}"/>
              </a:ext>
            </a:extLst>
          </p:cNvPr>
          <p:cNvPicPr>
            <a:picLocks noChangeAspect="1"/>
          </p:cNvPicPr>
          <p:nvPr/>
        </p:nvPicPr>
        <p:blipFill>
          <a:blip r:embed="rId8"/>
          <a:stretch>
            <a:fillRect/>
          </a:stretch>
        </p:blipFill>
        <p:spPr>
          <a:xfrm>
            <a:off x="7697424" y="2901568"/>
            <a:ext cx="409027" cy="409027"/>
          </a:xfrm>
          <a:prstGeom prst="rect">
            <a:avLst/>
          </a:prstGeom>
        </p:spPr>
      </p:pic>
      <p:pic>
        <p:nvPicPr>
          <p:cNvPr id="49" name="Picture 2" descr="Meta logo">
            <a:extLst>
              <a:ext uri="{FF2B5EF4-FFF2-40B4-BE49-F238E27FC236}">
                <a16:creationId xmlns:a16="http://schemas.microsoft.com/office/drawing/2014/main" id="{4FF4D21A-2001-D1CE-6E49-B92EB1B50C56}"/>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33514" y="2901732"/>
            <a:ext cx="436017" cy="43601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Mistral AI logo">
            <a:extLst>
              <a:ext uri="{FF2B5EF4-FFF2-40B4-BE49-F238E27FC236}">
                <a16:creationId xmlns:a16="http://schemas.microsoft.com/office/drawing/2014/main" id="{C1837462-1D06-2250-3C8E-762E70122882}"/>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2458" y="2959653"/>
            <a:ext cx="283561" cy="28356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A black and green logo&#10;&#10;">
            <a:extLst>
              <a:ext uri="{FF2B5EF4-FFF2-40B4-BE49-F238E27FC236}">
                <a16:creationId xmlns:a16="http://schemas.microsoft.com/office/drawing/2014/main" id="{E48F0D4B-8C01-18D5-6FC8-3C6298ADD75C}"/>
              </a:ext>
            </a:extLst>
          </p:cNvPr>
          <p:cNvPicPr>
            <a:picLocks noChangeAspect="1"/>
          </p:cNvPicPr>
          <p:nvPr/>
        </p:nvPicPr>
        <p:blipFill rotWithShape="1">
          <a:blip r:embed="rId11">
            <a:extLst>
              <a:ext uri="{28A0092B-C50C-407E-A947-70E740481C1C}">
                <a14:useLocalDpi xmlns:a14="http://schemas.microsoft.com/office/drawing/2010/main" val="0"/>
              </a:ext>
            </a:extLst>
          </a:blip>
          <a:srcRect t="-7491" r="80121"/>
          <a:stretch/>
        </p:blipFill>
        <p:spPr>
          <a:xfrm>
            <a:off x="7952917" y="3372903"/>
            <a:ext cx="307068" cy="270725"/>
          </a:xfrm>
          <a:prstGeom prst="rect">
            <a:avLst/>
          </a:prstGeom>
        </p:spPr>
      </p:pic>
      <p:pic>
        <p:nvPicPr>
          <p:cNvPr id="52" name="Picture 51" descr="A colorful hexagon with stars&#10;&#10;Description automatically generated">
            <a:extLst>
              <a:ext uri="{FF2B5EF4-FFF2-40B4-BE49-F238E27FC236}">
                <a16:creationId xmlns:a16="http://schemas.microsoft.com/office/drawing/2014/main" id="{85899565-C3FE-905F-4399-2C71CD9F0DF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50164" y="2776851"/>
            <a:ext cx="939308" cy="939308"/>
          </a:xfrm>
          <a:prstGeom prst="rect">
            <a:avLst/>
          </a:prstGeom>
        </p:spPr>
      </p:pic>
      <p:cxnSp>
        <p:nvCxnSpPr>
          <p:cNvPr id="58" name="Straight Connector 57">
            <a:extLst>
              <a:ext uri="{FF2B5EF4-FFF2-40B4-BE49-F238E27FC236}">
                <a16:creationId xmlns:a16="http://schemas.microsoft.com/office/drawing/2014/main" id="{28F82CE1-E936-CD2F-CE02-68610E21FDCE}"/>
              </a:ext>
            </a:extLst>
          </p:cNvPr>
          <p:cNvCxnSpPr>
            <a:cxnSpLocks/>
            <a:stCxn id="44" idx="1"/>
            <a:endCxn id="46" idx="3"/>
          </p:cNvCxnSpPr>
          <p:nvPr/>
        </p:nvCxnSpPr>
        <p:spPr>
          <a:xfrm flipH="1">
            <a:off x="7228973" y="3122846"/>
            <a:ext cx="265861" cy="0"/>
          </a:xfrm>
          <a:prstGeom prst="line">
            <a:avLst/>
          </a:prstGeom>
          <a:ln w="12700">
            <a:solidFill>
              <a:schemeClr val="tx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044" name="Rounded Rectangle 1043">
            <a:extLst>
              <a:ext uri="{FF2B5EF4-FFF2-40B4-BE49-F238E27FC236}">
                <a16:creationId xmlns:a16="http://schemas.microsoft.com/office/drawing/2014/main" id="{60DB7B03-7ECB-7827-347B-1EFD6E9F2CAF}"/>
              </a:ext>
            </a:extLst>
          </p:cNvPr>
          <p:cNvSpPr/>
          <p:nvPr/>
        </p:nvSpPr>
        <p:spPr bwMode="auto">
          <a:xfrm>
            <a:off x="7928624" y="4291503"/>
            <a:ext cx="3735067" cy="2103168"/>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pic>
        <p:nvPicPr>
          <p:cNvPr id="1026" name="Picture 2" descr="Azure Container Apps - Visual Studio Marketplace">
            <a:extLst>
              <a:ext uri="{FF2B5EF4-FFF2-40B4-BE49-F238E27FC236}">
                <a16:creationId xmlns:a16="http://schemas.microsoft.com/office/drawing/2014/main" id="{35E86B18-22E7-B041-307B-7581902A73A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81063" y="5873635"/>
            <a:ext cx="699606" cy="699606"/>
          </a:xfrm>
          <a:prstGeom prst="rect">
            <a:avLst/>
          </a:prstGeom>
          <a:noFill/>
          <a:extLst>
            <a:ext uri="{909E8E84-426E-40DD-AFC4-6F175D3DCCD1}">
              <a14:hiddenFill xmlns:a14="http://schemas.microsoft.com/office/drawing/2010/main">
                <a:solidFill>
                  <a:srgbClr val="FFFFFF"/>
                </a:solidFill>
              </a14:hiddenFill>
            </a:ext>
          </a:extLst>
        </p:spPr>
      </p:pic>
      <p:sp>
        <p:nvSpPr>
          <p:cNvPr id="1045" name="TextBox 1044">
            <a:extLst>
              <a:ext uri="{FF2B5EF4-FFF2-40B4-BE49-F238E27FC236}">
                <a16:creationId xmlns:a16="http://schemas.microsoft.com/office/drawing/2014/main" id="{34FAC953-FBB1-BC53-C41E-E2456C8EE8EF}"/>
              </a:ext>
            </a:extLst>
          </p:cNvPr>
          <p:cNvSpPr txBox="1"/>
          <p:nvPr/>
        </p:nvSpPr>
        <p:spPr>
          <a:xfrm>
            <a:off x="8926019" y="5903292"/>
            <a:ext cx="2228174" cy="461665"/>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UI Semibold"/>
                <a:cs typeface="Segoe UI Semibold"/>
              </a:rPr>
              <a:t>Containers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000000"/>
                </a:solidFill>
                <a:latin typeface="Segoe UI Semibold"/>
                <a:cs typeface="Segoe UI Semibold"/>
              </a:rPr>
              <a:t>(Azure Container Apps, </a:t>
            </a:r>
            <a:r>
              <a:rPr lang="en-US" sz="1400" b="1" err="1">
                <a:solidFill>
                  <a:srgbClr val="000000"/>
                </a:solidFill>
                <a:latin typeface="Segoe UI Semibold"/>
                <a:cs typeface="Segoe UI Semibold"/>
              </a:rPr>
              <a:t>etc</a:t>
            </a:r>
            <a:r>
              <a:rPr kumimoji="0" lang="en-US" sz="1400" b="1" i="0" u="none" strike="noStrike" kern="1200" cap="none" spc="0" normalizeH="0" baseline="0" noProof="0">
                <a:ln>
                  <a:noFill/>
                </a:ln>
                <a:solidFill>
                  <a:srgbClr val="000000"/>
                </a:solidFill>
                <a:effectLst/>
                <a:uLnTx/>
                <a:uFillTx/>
                <a:latin typeface="Segoe UI Semibold"/>
                <a:cs typeface="Segoe UI Semibold"/>
              </a:rPr>
              <a:t>)</a:t>
            </a:r>
            <a:endParaRPr kumimoji="0" lang="en-US" sz="1400" b="0" i="0" u="none" strike="noStrike" kern="1200" cap="none" spc="0" normalizeH="0" baseline="0" noProof="0">
              <a:ln>
                <a:noFill/>
              </a:ln>
              <a:solidFill>
                <a:srgbClr val="000000"/>
              </a:solidFill>
              <a:effectLst/>
              <a:uLnTx/>
              <a:uFillTx/>
              <a:latin typeface="Segoe UI Semibold"/>
              <a:cs typeface="Segoe UI Semibold"/>
            </a:endParaRPr>
          </a:p>
        </p:txBody>
      </p:sp>
      <p:sp>
        <p:nvSpPr>
          <p:cNvPr id="1046" name="Rounded Rectangle 1045">
            <a:extLst>
              <a:ext uri="{FF2B5EF4-FFF2-40B4-BE49-F238E27FC236}">
                <a16:creationId xmlns:a16="http://schemas.microsoft.com/office/drawing/2014/main" id="{899A5D49-7296-F998-0591-FE8F36A7109E}"/>
              </a:ext>
            </a:extLst>
          </p:cNvPr>
          <p:cNvSpPr/>
          <p:nvPr/>
        </p:nvSpPr>
        <p:spPr bwMode="auto">
          <a:xfrm>
            <a:off x="8146632" y="4489174"/>
            <a:ext cx="3266005" cy="1205890"/>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1057" name="Rounded Rectangle 1056">
            <a:extLst>
              <a:ext uri="{FF2B5EF4-FFF2-40B4-BE49-F238E27FC236}">
                <a16:creationId xmlns:a16="http://schemas.microsoft.com/office/drawing/2014/main" id="{D5E45620-AF75-AD19-8924-16CB89CE6086}"/>
              </a:ext>
            </a:extLst>
          </p:cNvPr>
          <p:cNvSpPr/>
          <p:nvPr/>
        </p:nvSpPr>
        <p:spPr bwMode="auto">
          <a:xfrm>
            <a:off x="3682225" y="2372524"/>
            <a:ext cx="1620636" cy="1500643"/>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1058" name="TextBox 1057">
            <a:extLst>
              <a:ext uri="{FF2B5EF4-FFF2-40B4-BE49-F238E27FC236}">
                <a16:creationId xmlns:a16="http://schemas.microsoft.com/office/drawing/2014/main" id="{224141AD-05F7-DAD2-480B-6FC0B6CDD0E7}"/>
              </a:ext>
            </a:extLst>
          </p:cNvPr>
          <p:cNvSpPr txBox="1"/>
          <p:nvPr/>
        </p:nvSpPr>
        <p:spPr>
          <a:xfrm>
            <a:off x="3860678" y="2467908"/>
            <a:ext cx="1257845"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Built-in AI tools</a:t>
            </a:r>
          </a:p>
        </p:txBody>
      </p:sp>
      <p:cxnSp>
        <p:nvCxnSpPr>
          <p:cNvPr id="1067" name="Straight Connector 1066">
            <a:extLst>
              <a:ext uri="{FF2B5EF4-FFF2-40B4-BE49-F238E27FC236}">
                <a16:creationId xmlns:a16="http://schemas.microsoft.com/office/drawing/2014/main" id="{046D047E-4436-1A24-1868-6C4230169A0F}"/>
              </a:ext>
            </a:extLst>
          </p:cNvPr>
          <p:cNvCxnSpPr>
            <a:cxnSpLocks/>
            <a:stCxn id="46" idx="1"/>
            <a:endCxn id="1057" idx="3"/>
          </p:cNvCxnSpPr>
          <p:nvPr/>
        </p:nvCxnSpPr>
        <p:spPr>
          <a:xfrm flipH="1">
            <a:off x="5302861" y="3122846"/>
            <a:ext cx="305476" cy="0"/>
          </a:xfrm>
          <a:prstGeom prst="line">
            <a:avLst/>
          </a:prstGeom>
          <a:ln w="12700">
            <a:solidFill>
              <a:schemeClr val="tx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071" name="TextBox 1070">
            <a:extLst>
              <a:ext uri="{FF2B5EF4-FFF2-40B4-BE49-F238E27FC236}">
                <a16:creationId xmlns:a16="http://schemas.microsoft.com/office/drawing/2014/main" id="{C03825DE-B670-9553-DE2F-65052D273FA3}"/>
              </a:ext>
            </a:extLst>
          </p:cNvPr>
          <p:cNvSpPr txBox="1"/>
          <p:nvPr/>
        </p:nvSpPr>
        <p:spPr>
          <a:xfrm>
            <a:off x="1350075" y="3665493"/>
            <a:ext cx="1078372" cy="34624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Azure AI Search</a:t>
            </a:r>
            <a:br>
              <a:rPr kumimoji="0" lang="en-US" sz="105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File search index</a:t>
            </a:r>
            <a:endPar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grpSp>
        <p:nvGrpSpPr>
          <p:cNvPr id="1098" name="Group 1097">
            <a:extLst>
              <a:ext uri="{FF2B5EF4-FFF2-40B4-BE49-F238E27FC236}">
                <a16:creationId xmlns:a16="http://schemas.microsoft.com/office/drawing/2014/main" id="{8111498A-2F29-6DBB-839A-1E8124678559}"/>
              </a:ext>
            </a:extLst>
          </p:cNvPr>
          <p:cNvGrpSpPr/>
          <p:nvPr/>
        </p:nvGrpSpPr>
        <p:grpSpPr>
          <a:xfrm>
            <a:off x="427422" y="1852109"/>
            <a:ext cx="997069" cy="2245162"/>
            <a:chOff x="416133" y="1728527"/>
            <a:chExt cx="1023318" cy="2304269"/>
          </a:xfrm>
        </p:grpSpPr>
        <p:pic>
          <p:nvPicPr>
            <p:cNvPr id="1036" name="Picture 12" descr="Azure Cosmos DB – グローバル分散データベース サービス | Microsoft Azure">
              <a:extLst>
                <a:ext uri="{FF2B5EF4-FFF2-40B4-BE49-F238E27FC236}">
                  <a16:creationId xmlns:a16="http://schemas.microsoft.com/office/drawing/2014/main" id="{AA4798A7-A5A2-05A2-AA68-A04EB340DD5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2824" y="1728527"/>
              <a:ext cx="1009937" cy="53021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zure Key Vault | New Relic">
              <a:extLst>
                <a:ext uri="{FF2B5EF4-FFF2-40B4-BE49-F238E27FC236}">
                  <a16:creationId xmlns:a16="http://schemas.microsoft.com/office/drawing/2014/main" id="{E4F8FD22-79C4-9694-3D1E-148047C986A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9494" y="2369211"/>
              <a:ext cx="896596" cy="47071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quot;azure blob storage color&quot; Icon - Download for free – Iconduck">
              <a:extLst>
                <a:ext uri="{FF2B5EF4-FFF2-40B4-BE49-F238E27FC236}">
                  <a16:creationId xmlns:a16="http://schemas.microsoft.com/office/drawing/2014/main" id="{66E9D2CC-CA47-8D7F-B355-C723417DDA5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4794" y="2997747"/>
              <a:ext cx="505996" cy="430887"/>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8" descr="Pricing - Azure AI Search | Microsoft Azure">
              <a:extLst>
                <a:ext uri="{FF2B5EF4-FFF2-40B4-BE49-F238E27FC236}">
                  <a16:creationId xmlns:a16="http://schemas.microsoft.com/office/drawing/2014/main" id="{2B85FFC3-8D98-A2A0-2330-63610B5037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133" y="3495554"/>
              <a:ext cx="1023318" cy="53724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79" name="Straight Connector 1078">
            <a:extLst>
              <a:ext uri="{FF2B5EF4-FFF2-40B4-BE49-F238E27FC236}">
                <a16:creationId xmlns:a16="http://schemas.microsoft.com/office/drawing/2014/main" id="{DDFC38A4-9C45-ABA7-BFFE-E78518FE6F29}"/>
              </a:ext>
            </a:extLst>
          </p:cNvPr>
          <p:cNvCxnSpPr/>
          <p:nvPr/>
        </p:nvCxnSpPr>
        <p:spPr>
          <a:xfrm>
            <a:off x="549422" y="5811005"/>
            <a:ext cx="6994272" cy="0"/>
          </a:xfrm>
          <a:prstGeom prst="line">
            <a:avLst/>
          </a:prstGeom>
          <a:ln w="12700">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86" name="Right Brace 1085">
            <a:extLst>
              <a:ext uri="{FF2B5EF4-FFF2-40B4-BE49-F238E27FC236}">
                <a16:creationId xmlns:a16="http://schemas.microsoft.com/office/drawing/2014/main" id="{F3B538B6-5A56-6B7B-6328-B61F6D906C00}"/>
              </a:ext>
            </a:extLst>
          </p:cNvPr>
          <p:cNvSpPr/>
          <p:nvPr/>
        </p:nvSpPr>
        <p:spPr>
          <a:xfrm>
            <a:off x="2575857" y="1858878"/>
            <a:ext cx="221659" cy="2172335"/>
          </a:xfrm>
          <a:prstGeom prst="righ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1099" name="Elbow Connector 1098">
            <a:extLst>
              <a:ext uri="{FF2B5EF4-FFF2-40B4-BE49-F238E27FC236}">
                <a16:creationId xmlns:a16="http://schemas.microsoft.com/office/drawing/2014/main" id="{93B3E67A-4D8D-154E-69D4-4616D7925A23}"/>
              </a:ext>
            </a:extLst>
          </p:cNvPr>
          <p:cNvCxnSpPr>
            <a:cxnSpLocks/>
            <a:stCxn id="1100" idx="1"/>
          </p:cNvCxnSpPr>
          <p:nvPr/>
        </p:nvCxnSpPr>
        <p:spPr>
          <a:xfrm rot="10800000" flipH="1">
            <a:off x="5204327" y="4046419"/>
            <a:ext cx="988699" cy="1243626"/>
          </a:xfrm>
          <a:prstGeom prst="bentConnector4">
            <a:avLst>
              <a:gd name="adj1" fmla="val 100193"/>
              <a:gd name="adj2" fmla="val 64212"/>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00" name="Right Brace 1099">
            <a:extLst>
              <a:ext uri="{FF2B5EF4-FFF2-40B4-BE49-F238E27FC236}">
                <a16:creationId xmlns:a16="http://schemas.microsoft.com/office/drawing/2014/main" id="{1885A28B-0ACD-E867-942E-C8C72FC6595B}"/>
              </a:ext>
            </a:extLst>
          </p:cNvPr>
          <p:cNvSpPr/>
          <p:nvPr/>
        </p:nvSpPr>
        <p:spPr>
          <a:xfrm>
            <a:off x="5032643" y="4763313"/>
            <a:ext cx="171685" cy="706959"/>
          </a:xfrm>
          <a:prstGeom prst="righ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1110" name="Straight Connector 1109">
            <a:extLst>
              <a:ext uri="{FF2B5EF4-FFF2-40B4-BE49-F238E27FC236}">
                <a16:creationId xmlns:a16="http://schemas.microsoft.com/office/drawing/2014/main" id="{28CF4A3A-C32F-1436-AB59-B54E0B2343D8}"/>
              </a:ext>
            </a:extLst>
          </p:cNvPr>
          <p:cNvCxnSpPr>
            <a:cxnSpLocks/>
          </p:cNvCxnSpPr>
          <p:nvPr/>
        </p:nvCxnSpPr>
        <p:spPr>
          <a:xfrm>
            <a:off x="6703189" y="1319540"/>
            <a:ext cx="5379126" cy="0"/>
          </a:xfrm>
          <a:prstGeom prst="line">
            <a:avLst/>
          </a:prstGeom>
          <a:ln w="12700">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D2A573D2-44F4-936A-FB3E-95B3C80A7030}"/>
              </a:ext>
            </a:extLst>
          </p:cNvPr>
          <p:cNvCxnSpPr>
            <a:stCxn id="1028" idx="2"/>
          </p:cNvCxnSpPr>
          <p:nvPr/>
        </p:nvCxnSpPr>
        <p:spPr>
          <a:xfrm flipH="1">
            <a:off x="9636026" y="4032217"/>
            <a:ext cx="4332" cy="440613"/>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0" name="TextBox 1119">
            <a:extLst>
              <a:ext uri="{FF2B5EF4-FFF2-40B4-BE49-F238E27FC236}">
                <a16:creationId xmlns:a16="http://schemas.microsoft.com/office/drawing/2014/main" id="{0FD1CDB7-59DB-31FF-E5BE-60926B6E2F58}"/>
              </a:ext>
            </a:extLst>
          </p:cNvPr>
          <p:cNvSpPr txBox="1"/>
          <p:nvPr/>
        </p:nvSpPr>
        <p:spPr>
          <a:xfrm>
            <a:off x="9124869" y="4872224"/>
            <a:ext cx="1890283" cy="6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00000"/>
                </a:solidFill>
                <a:latin typeface="Segoe UI Semibold" panose="020B0502040204020203" pitchFamily="34" charset="0"/>
                <a:cs typeface="Segoe UI Semibold" panose="020B0502040204020203" pitchFamily="34" charset="0"/>
              </a:rPr>
              <a:t>Microsoft Agent Framework</a:t>
            </a:r>
            <a:br>
              <a:rPr kumimoji="0" lang="en-US" sz="16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Multi-agent orchestrator</a:t>
            </a:r>
            <a:endParaRPr kumimoji="0" lang="en-US"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cxnSp>
        <p:nvCxnSpPr>
          <p:cNvPr id="1121" name="Elbow Connector 1120">
            <a:extLst>
              <a:ext uri="{FF2B5EF4-FFF2-40B4-BE49-F238E27FC236}">
                <a16:creationId xmlns:a16="http://schemas.microsoft.com/office/drawing/2014/main" id="{A08D0979-BC51-CAFF-7AD1-1B30A63596E7}"/>
              </a:ext>
            </a:extLst>
          </p:cNvPr>
          <p:cNvCxnSpPr>
            <a:cxnSpLocks/>
            <a:stCxn id="1128" idx="1"/>
          </p:cNvCxnSpPr>
          <p:nvPr/>
        </p:nvCxnSpPr>
        <p:spPr>
          <a:xfrm rot="5400000" flipH="1" flipV="1">
            <a:off x="7161934" y="5325438"/>
            <a:ext cx="669058" cy="1300328"/>
          </a:xfrm>
          <a:prstGeom prst="bentConnector4">
            <a:avLst>
              <a:gd name="adj1" fmla="val 99858"/>
              <a:gd name="adj2" fmla="val 3200"/>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8" name="Right Brace 1127">
            <a:extLst>
              <a:ext uri="{FF2B5EF4-FFF2-40B4-BE49-F238E27FC236}">
                <a16:creationId xmlns:a16="http://schemas.microsoft.com/office/drawing/2014/main" id="{0FA29D63-ED4A-8A3C-4226-1800714DEF72}"/>
              </a:ext>
            </a:extLst>
          </p:cNvPr>
          <p:cNvSpPr/>
          <p:nvPr/>
        </p:nvSpPr>
        <p:spPr>
          <a:xfrm rot="16200000">
            <a:off x="5302651" y="4141450"/>
            <a:ext cx="196753" cy="4187612"/>
          </a:xfrm>
          <a:prstGeom prst="rightBrace">
            <a:avLst>
              <a:gd name="adj1" fmla="val 8333"/>
              <a:gd name="adj2" fmla="val 8451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pic>
        <p:nvPicPr>
          <p:cNvPr id="1134" name="Picture 4" descr="Model Context Protocol · GitHub">
            <a:extLst>
              <a:ext uri="{FF2B5EF4-FFF2-40B4-BE49-F238E27FC236}">
                <a16:creationId xmlns:a16="http://schemas.microsoft.com/office/drawing/2014/main" id="{8A4828E8-6641-CA47-A4C8-00A54AA9A27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12304" y="6404748"/>
            <a:ext cx="316276" cy="316276"/>
          </a:xfrm>
          <a:prstGeom prst="ellipse">
            <a:avLst/>
          </a:prstGeom>
          <a:noFill/>
          <a:extLst>
            <a:ext uri="{909E8E84-426E-40DD-AFC4-6F175D3DCCD1}">
              <a14:hiddenFill xmlns:a14="http://schemas.microsoft.com/office/drawing/2010/main">
                <a:solidFill>
                  <a:srgbClr val="FFFFFF"/>
                </a:solidFill>
              </a14:hiddenFill>
            </a:ext>
          </a:extLst>
        </p:spPr>
      </p:pic>
      <p:sp>
        <p:nvSpPr>
          <p:cNvPr id="1136" name="TextBox 1135">
            <a:extLst>
              <a:ext uri="{FF2B5EF4-FFF2-40B4-BE49-F238E27FC236}">
                <a16:creationId xmlns:a16="http://schemas.microsoft.com/office/drawing/2014/main" id="{F9658E19-EA3B-5884-DF29-EDB7CEBB9A9E}"/>
              </a:ext>
            </a:extLst>
          </p:cNvPr>
          <p:cNvSpPr txBox="1"/>
          <p:nvPr/>
        </p:nvSpPr>
        <p:spPr>
          <a:xfrm>
            <a:off x="5347896" y="6471166"/>
            <a:ext cx="958869" cy="18344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MCP servers</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pic>
        <p:nvPicPr>
          <p:cNvPr id="1137" name="Picture 1136">
            <a:extLst>
              <a:ext uri="{FF2B5EF4-FFF2-40B4-BE49-F238E27FC236}">
                <a16:creationId xmlns:a16="http://schemas.microsoft.com/office/drawing/2014/main" id="{7984065E-D3E8-DEE0-4152-2DC496C9D886}"/>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10000" b="90000" l="10000" r="90000"/>
                    </a14:imgEffect>
                  </a14:imgLayer>
                </a14:imgProps>
              </a:ext>
            </a:extLst>
          </a:blip>
          <a:stretch>
            <a:fillRect/>
          </a:stretch>
        </p:blipFill>
        <p:spPr>
          <a:xfrm>
            <a:off x="6367620" y="6400218"/>
            <a:ext cx="310549" cy="325336"/>
          </a:xfrm>
          <a:prstGeom prst="rect">
            <a:avLst/>
          </a:prstGeom>
        </p:spPr>
      </p:pic>
      <p:sp>
        <p:nvSpPr>
          <p:cNvPr id="1138" name="TextBox 1137">
            <a:extLst>
              <a:ext uri="{FF2B5EF4-FFF2-40B4-BE49-F238E27FC236}">
                <a16:creationId xmlns:a16="http://schemas.microsoft.com/office/drawing/2014/main" id="{0B128EC6-6A80-81E6-4E82-6FF42007F38A}"/>
              </a:ext>
            </a:extLst>
          </p:cNvPr>
          <p:cNvSpPr txBox="1"/>
          <p:nvPr/>
        </p:nvSpPr>
        <p:spPr>
          <a:xfrm>
            <a:off x="6627498" y="6437829"/>
            <a:ext cx="1012442" cy="27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81933"/>
                </a:solidFill>
                <a:effectLst/>
                <a:uLnTx/>
                <a:uFillTx/>
                <a:latin typeface="Segoe Pro Display" panose="020B0502040504020203" pitchFamily="34" charset="0"/>
                <a:ea typeface="+mn-ea"/>
                <a:cs typeface="+mn-cs"/>
              </a:rPr>
              <a:t>A2A Servers</a:t>
            </a:r>
          </a:p>
        </p:txBody>
      </p:sp>
      <p:cxnSp>
        <p:nvCxnSpPr>
          <p:cNvPr id="1142" name="Elbow Connector 1141">
            <a:extLst>
              <a:ext uri="{FF2B5EF4-FFF2-40B4-BE49-F238E27FC236}">
                <a16:creationId xmlns:a16="http://schemas.microsoft.com/office/drawing/2014/main" id="{692C6804-DC40-98D4-EB22-D3C548A53EBD}"/>
              </a:ext>
            </a:extLst>
          </p:cNvPr>
          <p:cNvCxnSpPr>
            <a:cxnSpLocks/>
            <a:stCxn id="46" idx="2"/>
          </p:cNvCxnSpPr>
          <p:nvPr/>
        </p:nvCxnSpPr>
        <p:spPr>
          <a:xfrm rot="16200000" flipH="1">
            <a:off x="6738344" y="3553478"/>
            <a:ext cx="1088598" cy="1727976"/>
          </a:xfrm>
          <a:prstGeom prst="bentConnector2">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28" name="Picture 4" descr="How to Create an Azure QnA Chat Bot">
            <a:extLst>
              <a:ext uri="{FF2B5EF4-FFF2-40B4-BE49-F238E27FC236}">
                <a16:creationId xmlns:a16="http://schemas.microsoft.com/office/drawing/2014/main" id="{BA7A6E89-F4DD-74A5-1B31-40D290349C4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102522" y="3294238"/>
            <a:ext cx="1075671" cy="564727"/>
          </a:xfrm>
          <a:prstGeom prst="rect">
            <a:avLst/>
          </a:prstGeom>
          <a:noFill/>
          <a:extLst>
            <a:ext uri="{909E8E84-426E-40DD-AFC4-6F175D3DCCD1}">
              <a14:hiddenFill xmlns:a14="http://schemas.microsoft.com/office/drawing/2010/main">
                <a:solidFill>
                  <a:srgbClr val="FFFFFF"/>
                </a:solidFill>
              </a14:hiddenFill>
            </a:ext>
          </a:extLst>
        </p:spPr>
      </p:pic>
      <p:cxnSp>
        <p:nvCxnSpPr>
          <p:cNvPr id="1147" name="Straight Connector 1146">
            <a:extLst>
              <a:ext uri="{FF2B5EF4-FFF2-40B4-BE49-F238E27FC236}">
                <a16:creationId xmlns:a16="http://schemas.microsoft.com/office/drawing/2014/main" id="{DB3371CF-EFFD-AAEC-CCCA-32FDE82C6375}"/>
              </a:ext>
            </a:extLst>
          </p:cNvPr>
          <p:cNvCxnSpPr>
            <a:cxnSpLocks/>
            <a:endCxn id="1028" idx="0"/>
          </p:cNvCxnSpPr>
          <p:nvPr/>
        </p:nvCxnSpPr>
        <p:spPr>
          <a:xfrm>
            <a:off x="9623096" y="1042200"/>
            <a:ext cx="17262" cy="2252038"/>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54" name="TextBox 1153">
            <a:extLst>
              <a:ext uri="{FF2B5EF4-FFF2-40B4-BE49-F238E27FC236}">
                <a16:creationId xmlns:a16="http://schemas.microsoft.com/office/drawing/2014/main" id="{3156F628-2C37-3B4C-431D-2635DBD743B8}"/>
              </a:ext>
            </a:extLst>
          </p:cNvPr>
          <p:cNvSpPr txBox="1"/>
          <p:nvPr/>
        </p:nvSpPr>
        <p:spPr>
          <a:xfrm>
            <a:off x="3738973" y="6470553"/>
            <a:ext cx="950189" cy="323165"/>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a:cs typeface="Segoe UI Semilight"/>
              </a:rPr>
              <a:t>External APIs</a:t>
            </a:r>
            <a:br>
              <a:rPr lang="en-US" sz="1200" b="0" i="0" u="none" strike="noStrike" kern="1200" cap="none" spc="0" normalizeH="0" baseline="0" noProof="0">
                <a:ln>
                  <a:noFill/>
                </a:ln>
                <a:effectLst/>
                <a:uLnTx/>
                <a:uFillTx/>
                <a:latin typeface="Segoe UI Semilight" panose="020B0402040204020203" pitchFamily="34" charset="0"/>
                <a:cs typeface="Segoe UI Semilight" panose="020B0402040204020203" pitchFamily="34" charset="0"/>
              </a:rPr>
            </a:br>
            <a:r>
              <a:rPr kumimoji="0" lang="en-US" sz="900" b="0" i="0" u="none" strike="noStrike" kern="1200" cap="none" spc="0" normalizeH="0" baseline="0" noProof="0">
                <a:ln>
                  <a:noFill/>
                </a:ln>
                <a:solidFill>
                  <a:srgbClr val="000000"/>
                </a:solidFill>
                <a:effectLst/>
                <a:uLnTx/>
                <a:uFillTx/>
                <a:latin typeface="Segoe UI Semilight"/>
                <a:cs typeface="Segoe UI Semilight"/>
              </a:rPr>
              <a:t>OpenAPI specs</a:t>
            </a:r>
            <a:endParaRPr kumimoji="0" lang="en-US" sz="1400" b="0" i="0" u="none" strike="noStrike" kern="1200" cap="none" spc="0" normalizeH="0" baseline="0" noProof="0">
              <a:ln>
                <a:noFill/>
              </a:ln>
              <a:solidFill>
                <a:srgbClr val="000000"/>
              </a:solidFill>
              <a:effectLst/>
              <a:uLnTx/>
              <a:uFillTx/>
              <a:latin typeface="Segoe UI Semilight"/>
              <a:cs typeface="Segoe UI Semilight"/>
            </a:endParaRPr>
          </a:p>
        </p:txBody>
      </p:sp>
      <p:pic>
        <p:nvPicPr>
          <p:cNvPr id="1155" name="Picture 2" descr="Microsoft Fabric logo">
            <a:extLst>
              <a:ext uri="{FF2B5EF4-FFF2-40B4-BE49-F238E27FC236}">
                <a16:creationId xmlns:a16="http://schemas.microsoft.com/office/drawing/2014/main" id="{D5B4DD05-3481-BE35-BBC1-C659458D304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9319" y="6130294"/>
            <a:ext cx="335339" cy="335338"/>
          </a:xfrm>
          <a:prstGeom prst="rect">
            <a:avLst/>
          </a:prstGeom>
          <a:noFill/>
          <a:extLst>
            <a:ext uri="{909E8E84-426E-40DD-AFC4-6F175D3DCCD1}">
              <a14:hiddenFill xmlns:a14="http://schemas.microsoft.com/office/drawing/2010/main">
                <a:solidFill>
                  <a:srgbClr val="FFFFFF"/>
                </a:solidFill>
              </a14:hiddenFill>
            </a:ext>
          </a:extLst>
        </p:spPr>
      </p:pic>
      <p:pic>
        <p:nvPicPr>
          <p:cNvPr id="1156" name="Picture 6" descr="SharePoint logo">
            <a:extLst>
              <a:ext uri="{FF2B5EF4-FFF2-40B4-BE49-F238E27FC236}">
                <a16:creationId xmlns:a16="http://schemas.microsoft.com/office/drawing/2014/main" id="{9752D051-EFF0-F746-627F-EAAD5BE80E6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87671" y="6058437"/>
            <a:ext cx="718581" cy="47905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5322B7F-BA7D-95F3-7F47-A3FF2B4D7BA3}"/>
              </a:ext>
            </a:extLst>
          </p:cNvPr>
          <p:cNvSpPr txBox="1"/>
          <p:nvPr/>
        </p:nvSpPr>
        <p:spPr>
          <a:xfrm>
            <a:off x="2208749" y="6205630"/>
            <a:ext cx="114959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SharePoint</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7" name="TextBox 16">
            <a:extLst>
              <a:ext uri="{FF2B5EF4-FFF2-40B4-BE49-F238E27FC236}">
                <a16:creationId xmlns:a16="http://schemas.microsoft.com/office/drawing/2014/main" id="{F34F08AC-BD93-396B-CE91-3370ACFE719E}"/>
              </a:ext>
            </a:extLst>
          </p:cNvPr>
          <p:cNvSpPr txBox="1"/>
          <p:nvPr/>
        </p:nvSpPr>
        <p:spPr>
          <a:xfrm>
            <a:off x="965203" y="6205630"/>
            <a:ext cx="114959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Fabric</a:t>
            </a: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cxnSp>
        <p:nvCxnSpPr>
          <p:cNvPr id="18" name="Elbow Connector 17">
            <a:extLst>
              <a:ext uri="{FF2B5EF4-FFF2-40B4-BE49-F238E27FC236}">
                <a16:creationId xmlns:a16="http://schemas.microsoft.com/office/drawing/2014/main" id="{2A83603A-0CC6-CAB4-B079-863265C6AC8F}"/>
              </a:ext>
            </a:extLst>
          </p:cNvPr>
          <p:cNvCxnSpPr>
            <a:cxnSpLocks/>
            <a:endCxn id="20" idx="1"/>
          </p:cNvCxnSpPr>
          <p:nvPr/>
        </p:nvCxnSpPr>
        <p:spPr>
          <a:xfrm rot="5400000">
            <a:off x="4133408" y="3894833"/>
            <a:ext cx="2031110" cy="2334283"/>
          </a:xfrm>
          <a:prstGeom prst="bentConnector3">
            <a:avLst>
              <a:gd name="adj1" fmla="val 78440"/>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BD8C59F7-FCBC-0637-0268-01F7B14028EF}"/>
              </a:ext>
            </a:extLst>
          </p:cNvPr>
          <p:cNvSpPr/>
          <p:nvPr/>
        </p:nvSpPr>
        <p:spPr>
          <a:xfrm rot="16200000">
            <a:off x="2432552" y="3873378"/>
            <a:ext cx="174435" cy="4236234"/>
          </a:xfrm>
          <a:prstGeom prst="rightBrace">
            <a:avLst>
              <a:gd name="adj1" fmla="val 8333"/>
              <a:gd name="adj2" fmla="val 8451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pic>
        <p:nvPicPr>
          <p:cNvPr id="26" name="Picture 4" descr="OpenAPI ">
            <a:extLst>
              <a:ext uri="{FF2B5EF4-FFF2-40B4-BE49-F238E27FC236}">
                <a16:creationId xmlns:a16="http://schemas.microsoft.com/office/drawing/2014/main" id="{23AA7F5B-CA02-6834-59F0-7B18D29ADB4B}"/>
              </a:ext>
            </a:extLst>
          </p:cNvPr>
          <p:cNvPicPr>
            <a:picLocks noChangeAspect="1" noChangeArrowheads="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28956" y="6327330"/>
            <a:ext cx="432893" cy="43289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75F2BCBE-66ED-8C02-9F10-41CFBD1BBABE}"/>
              </a:ext>
            </a:extLst>
          </p:cNvPr>
          <p:cNvSpPr txBox="1"/>
          <p:nvPr/>
        </p:nvSpPr>
        <p:spPr>
          <a:xfrm>
            <a:off x="4119594" y="2959653"/>
            <a:ext cx="705258"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a:ea typeface="+mn-ea"/>
                <a:cs typeface="+mn-cs"/>
              </a:rPr>
              <a:t>File search</a:t>
            </a:r>
          </a:p>
        </p:txBody>
      </p:sp>
      <p:sp>
        <p:nvSpPr>
          <p:cNvPr id="30" name="TextBox 29">
            <a:extLst>
              <a:ext uri="{FF2B5EF4-FFF2-40B4-BE49-F238E27FC236}">
                <a16:creationId xmlns:a16="http://schemas.microsoft.com/office/drawing/2014/main" id="{B5758F70-8FA0-E3B3-E6D9-A096F0D92AA0}"/>
              </a:ext>
            </a:extLst>
          </p:cNvPr>
          <p:cNvSpPr txBox="1"/>
          <p:nvPr/>
        </p:nvSpPr>
        <p:spPr>
          <a:xfrm>
            <a:off x="3957659" y="3404533"/>
            <a:ext cx="1029128"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Text"/>
                <a:ea typeface="+mn-ea"/>
                <a:cs typeface="+mn-cs"/>
              </a:rPr>
              <a:t>Code interpreter</a:t>
            </a:r>
          </a:p>
        </p:txBody>
      </p:sp>
      <p:grpSp>
        <p:nvGrpSpPr>
          <p:cNvPr id="2" name="Group 1">
            <a:extLst>
              <a:ext uri="{FF2B5EF4-FFF2-40B4-BE49-F238E27FC236}">
                <a16:creationId xmlns:a16="http://schemas.microsoft.com/office/drawing/2014/main" id="{1F7C8687-86D1-71B2-CADD-C7517AF5AC74}"/>
              </a:ext>
            </a:extLst>
          </p:cNvPr>
          <p:cNvGrpSpPr/>
          <p:nvPr/>
        </p:nvGrpSpPr>
        <p:grpSpPr>
          <a:xfrm>
            <a:off x="5417617" y="435024"/>
            <a:ext cx="4534647" cy="654978"/>
            <a:chOff x="6732064" y="435023"/>
            <a:chExt cx="5138138" cy="734503"/>
          </a:xfrm>
        </p:grpSpPr>
        <p:pic>
          <p:nvPicPr>
            <p:cNvPr id="7" name="Picture 2" descr="Microsoft Teams Logo, symbol, meaning, history, PNG, brand">
              <a:extLst>
                <a:ext uri="{FF2B5EF4-FFF2-40B4-BE49-F238E27FC236}">
                  <a16:creationId xmlns:a16="http://schemas.microsoft.com/office/drawing/2014/main" id="{E097B8B9-9EFD-746B-DD59-EEA1301A0A7B}"/>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765923" y="509509"/>
              <a:ext cx="608446" cy="3422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oost Productivity with Microsoft Copilot - CallTower">
              <a:extLst>
                <a:ext uri="{FF2B5EF4-FFF2-40B4-BE49-F238E27FC236}">
                  <a16:creationId xmlns:a16="http://schemas.microsoft.com/office/drawing/2014/main" id="{D7B13E22-74BA-E7E1-1080-4C54D8AF1E7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677475" y="522860"/>
              <a:ext cx="355445" cy="3554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Facebook Messenger Logo, symbol, meaning, history, PNG, brand">
              <a:extLst>
                <a:ext uri="{FF2B5EF4-FFF2-40B4-BE49-F238E27FC236}">
                  <a16:creationId xmlns:a16="http://schemas.microsoft.com/office/drawing/2014/main" id="{D5C04516-051D-D66A-5127-6C18387F955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1261756" y="509008"/>
              <a:ext cx="608446" cy="342251"/>
            </a:xfrm>
            <a:prstGeom prst="rect">
              <a:avLst/>
            </a:prstGeom>
            <a:noFill/>
            <a:extLst>
              <a:ext uri="{909E8E84-426E-40DD-AFC4-6F175D3DCCD1}">
                <a14:hiddenFill xmlns:a14="http://schemas.microsoft.com/office/drawing/2010/main">
                  <a:solidFill>
                    <a:srgbClr val="FFFFFF"/>
                  </a:solidFill>
                </a14:hiddenFill>
              </a:ext>
            </a:extLst>
          </p:spPr>
        </p:pic>
        <p:sp>
          <p:nvSpPr>
            <p:cNvPr id="1105" name="Right Brace 1104">
              <a:extLst>
                <a:ext uri="{FF2B5EF4-FFF2-40B4-BE49-F238E27FC236}">
                  <a16:creationId xmlns:a16="http://schemas.microsoft.com/office/drawing/2014/main" id="{DA757487-3A36-1616-6A9B-896241A9A140}"/>
                </a:ext>
              </a:extLst>
            </p:cNvPr>
            <p:cNvSpPr/>
            <p:nvPr/>
          </p:nvSpPr>
          <p:spPr>
            <a:xfrm rot="5400000">
              <a:off x="9187827" y="-1434936"/>
              <a:ext cx="148699" cy="5060225"/>
            </a:xfrm>
            <a:prstGeom prst="rightBrace">
              <a:avLst>
                <a:gd name="adj1" fmla="val 8333"/>
                <a:gd name="adj2" fmla="val 32532"/>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pic>
          <p:nvPicPr>
            <p:cNvPr id="31" name="Picture 2" descr="Twilio Logo, symbol, meaning, history, PNG, brand">
              <a:extLst>
                <a:ext uri="{FF2B5EF4-FFF2-40B4-BE49-F238E27FC236}">
                  <a16:creationId xmlns:a16="http://schemas.microsoft.com/office/drawing/2014/main" id="{DD6F4F38-B36A-B13D-1A34-17882D3A562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029500" y="503130"/>
              <a:ext cx="697449" cy="39231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Slack Logo: valor, história, PNG">
              <a:extLst>
                <a:ext uri="{FF2B5EF4-FFF2-40B4-BE49-F238E27FC236}">
                  <a16:creationId xmlns:a16="http://schemas.microsoft.com/office/drawing/2014/main" id="{20012F07-C930-055B-83F4-B8A45C1ACF4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342762" y="503129"/>
              <a:ext cx="697449" cy="39231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2A665BE6-8373-2C79-4B76-1159614AF732}"/>
                </a:ext>
              </a:extLst>
            </p:cNvPr>
            <p:cNvPicPr>
              <a:picLocks noChangeAspect="1"/>
            </p:cNvPicPr>
            <p:nvPr/>
          </p:nvPicPr>
          <p:blipFill>
            <a:blip r:embed="rId29"/>
            <a:stretch>
              <a:fillRect/>
            </a:stretch>
          </p:blipFill>
          <p:spPr>
            <a:xfrm>
              <a:off x="7629782" y="435023"/>
              <a:ext cx="538574" cy="538574"/>
            </a:xfrm>
            <a:prstGeom prst="rect">
              <a:avLst/>
            </a:prstGeom>
          </p:spPr>
        </p:pic>
        <p:pic>
          <p:nvPicPr>
            <p:cNvPr id="34" name="Picture 6" descr="Microsoft Bot Framework Emulator 4.14.1 • AppDeployNews">
              <a:extLst>
                <a:ext uri="{FF2B5EF4-FFF2-40B4-BE49-F238E27FC236}">
                  <a16:creationId xmlns:a16="http://schemas.microsoft.com/office/drawing/2014/main" id="{D778337E-7467-C5EC-7F62-F598C06D9FBA}"/>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868844" y="478702"/>
              <a:ext cx="471010" cy="471010"/>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Rounded Rectangle 43">
            <a:extLst>
              <a:ext uri="{FF2B5EF4-FFF2-40B4-BE49-F238E27FC236}">
                <a16:creationId xmlns:a16="http://schemas.microsoft.com/office/drawing/2014/main" id="{E84E42D4-32A8-00C5-51B5-E1DD42CC7FEA}"/>
              </a:ext>
            </a:extLst>
          </p:cNvPr>
          <p:cNvSpPr/>
          <p:nvPr/>
        </p:nvSpPr>
        <p:spPr bwMode="auto">
          <a:xfrm>
            <a:off x="5773503" y="1708168"/>
            <a:ext cx="3304805" cy="501165"/>
          </a:xfrm>
          <a:prstGeom prst="roundRect">
            <a:avLst>
              <a:gd name="adj" fmla="val 6089"/>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31639E99-B644-730E-9B90-9B16572B782A}"/>
              </a:ext>
            </a:extLst>
          </p:cNvPr>
          <p:cNvSpPr txBox="1"/>
          <p:nvPr/>
        </p:nvSpPr>
        <p:spPr>
          <a:xfrm>
            <a:off x="6877580" y="1853591"/>
            <a:ext cx="1073435"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Observability</a:t>
            </a:r>
          </a:p>
        </p:txBody>
      </p:sp>
      <p:grpSp>
        <p:nvGrpSpPr>
          <p:cNvPr id="57" name="Group 56">
            <a:extLst>
              <a:ext uri="{FF2B5EF4-FFF2-40B4-BE49-F238E27FC236}">
                <a16:creationId xmlns:a16="http://schemas.microsoft.com/office/drawing/2014/main" id="{18FEAA8C-7CA1-0F4E-8315-0FC181703170}"/>
              </a:ext>
            </a:extLst>
          </p:cNvPr>
          <p:cNvGrpSpPr/>
          <p:nvPr/>
        </p:nvGrpSpPr>
        <p:grpSpPr>
          <a:xfrm>
            <a:off x="10708456" y="57999"/>
            <a:ext cx="1236043" cy="1191138"/>
            <a:chOff x="10708456" y="319553"/>
            <a:chExt cx="1400128" cy="1320201"/>
          </a:xfrm>
        </p:grpSpPr>
        <p:sp>
          <p:nvSpPr>
            <p:cNvPr id="39" name="Rounded Rectangle 43">
              <a:extLst>
                <a:ext uri="{FF2B5EF4-FFF2-40B4-BE49-F238E27FC236}">
                  <a16:creationId xmlns:a16="http://schemas.microsoft.com/office/drawing/2014/main" id="{A3AC26F9-1153-DB42-0A60-C3BDCACB3C8B}"/>
                </a:ext>
              </a:extLst>
            </p:cNvPr>
            <p:cNvSpPr/>
            <p:nvPr/>
          </p:nvSpPr>
          <p:spPr bwMode="auto">
            <a:xfrm>
              <a:off x="10708456" y="319553"/>
              <a:ext cx="1400128" cy="1320201"/>
            </a:xfrm>
            <a:prstGeom prst="roundRect">
              <a:avLst>
                <a:gd name="adj" fmla="val 6089"/>
              </a:avLst>
            </a:prstGeom>
            <a:noFill/>
            <a:ln w="12700" cap="flat" cmpd="sng" algn="ctr">
              <a:solidFill>
                <a:sysClr val="window" lastClr="FFFFFF">
                  <a:lumMod val="50000"/>
                </a:sys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ptos" panose="020B0004020202020204"/>
                <a:ea typeface="Segoe UI" pitchFamily="34" charset="0"/>
                <a:cs typeface="Segoe UI" pitchFamily="34" charset="0"/>
              </a:endParaRPr>
            </a:p>
          </p:txBody>
        </p:sp>
        <p:pic>
          <p:nvPicPr>
            <p:cNvPr id="53" name="Picture 52" descr="A blue and purple brain with lines and dots&#10;&#10;AI-generated content may be incorrect.">
              <a:extLst>
                <a:ext uri="{FF2B5EF4-FFF2-40B4-BE49-F238E27FC236}">
                  <a16:creationId xmlns:a16="http://schemas.microsoft.com/office/drawing/2014/main" id="{99BB1594-AA04-4ADC-B4DA-0CE2F573089B}"/>
                </a:ext>
              </a:extLst>
            </p:cNvPr>
            <p:cNvPicPr>
              <a:picLocks noChangeAspect="1"/>
            </p:cNvPicPr>
            <p:nvPr/>
          </p:nvPicPr>
          <p:blipFill>
            <a:blip r:embed="rId31">
              <a:extLst>
                <a:ext uri="{BEBA8EAE-BF5A-486C-A8C5-ECC9F3942E4B}">
                  <a14:imgProps xmlns:a14="http://schemas.microsoft.com/office/drawing/2010/main">
                    <a14:imgLayer r:embed="rId32">
                      <a14:imgEffect>
                        <a14:backgroundRemoval t="10000" b="90000" l="10000" r="90000">
                          <a14:foregroundMark x1="46396" y1="89474" x2="46396" y2="89474"/>
                          <a14:backgroundMark x1="71171" y1="25359" x2="71171" y2="25359"/>
                          <a14:backgroundMark x1="66216" y1="81818" x2="66216" y2="81818"/>
                          <a14:backgroundMark x1="43694" y1="74641" x2="43694" y2="74641"/>
                        </a14:backgroundRemoval>
                      </a14:imgEffect>
                    </a14:imgLayer>
                  </a14:imgProps>
                </a:ext>
              </a:extLst>
            </a:blip>
            <a:stretch>
              <a:fillRect/>
            </a:stretch>
          </p:blipFill>
          <p:spPr>
            <a:xfrm>
              <a:off x="11544134" y="748039"/>
              <a:ext cx="336623" cy="316911"/>
            </a:xfrm>
            <a:prstGeom prst="rect">
              <a:avLst/>
            </a:prstGeom>
          </p:spPr>
        </p:pic>
        <p:pic>
          <p:nvPicPr>
            <p:cNvPr id="54" name="Picture 53" descr="A white letter on a black background&#10;&#10;AI-generated content may be incorrect.">
              <a:extLst>
                <a:ext uri="{FF2B5EF4-FFF2-40B4-BE49-F238E27FC236}">
                  <a16:creationId xmlns:a16="http://schemas.microsoft.com/office/drawing/2014/main" id="{A02C09FA-ADDD-AFF4-1322-854EFA8BC168}"/>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11507741" y="1128369"/>
              <a:ext cx="399053" cy="384594"/>
            </a:xfrm>
            <a:prstGeom prst="rect">
              <a:avLst/>
            </a:prstGeom>
          </p:spPr>
        </p:pic>
        <p:pic>
          <p:nvPicPr>
            <p:cNvPr id="55" name="Picture 54" descr="LangChain Logo Free Download SVG, PN... · LobeHub">
              <a:extLst>
                <a:ext uri="{FF2B5EF4-FFF2-40B4-BE49-F238E27FC236}">
                  <a16:creationId xmlns:a16="http://schemas.microsoft.com/office/drawing/2014/main" id="{60ED2718-2447-50D6-8274-6362D9C15571}"/>
                </a:ext>
              </a:extLst>
            </p:cNvPr>
            <p:cNvPicPr>
              <a:picLocks noChangeAspect="1"/>
            </p:cNvPicPr>
            <p:nvPr/>
          </p:nvPicPr>
          <p:blipFill>
            <a:blip r:embed="rId34"/>
            <a:stretch>
              <a:fillRect/>
            </a:stretch>
          </p:blipFill>
          <p:spPr>
            <a:xfrm>
              <a:off x="10887075" y="1090613"/>
              <a:ext cx="519113" cy="500062"/>
            </a:xfrm>
            <a:prstGeom prst="rect">
              <a:avLst/>
            </a:prstGeom>
          </p:spPr>
        </p:pic>
        <p:pic>
          <p:nvPicPr>
            <p:cNvPr id="56" name="Picture 55" descr="OpenAI Logo Download in SVG Vector or PNG File Format">
              <a:extLst>
                <a:ext uri="{FF2B5EF4-FFF2-40B4-BE49-F238E27FC236}">
                  <a16:creationId xmlns:a16="http://schemas.microsoft.com/office/drawing/2014/main" id="{E75B1365-B803-287B-C233-D27EB465CD57}"/>
                </a:ext>
              </a:extLst>
            </p:cNvPr>
            <p:cNvPicPr>
              <a:picLocks noChangeAspect="1"/>
            </p:cNvPicPr>
            <p:nvPr/>
          </p:nvPicPr>
          <p:blipFill>
            <a:blip r:embed="rId35"/>
            <a:stretch>
              <a:fillRect/>
            </a:stretch>
          </p:blipFill>
          <p:spPr>
            <a:xfrm>
              <a:off x="10968038" y="762000"/>
              <a:ext cx="352425" cy="328613"/>
            </a:xfrm>
            <a:prstGeom prst="rect">
              <a:avLst/>
            </a:prstGeom>
          </p:spPr>
        </p:pic>
      </p:grpSp>
      <p:sp>
        <p:nvSpPr>
          <p:cNvPr id="59" name="TextBox 58">
            <a:extLst>
              <a:ext uri="{FF2B5EF4-FFF2-40B4-BE49-F238E27FC236}">
                <a16:creationId xmlns:a16="http://schemas.microsoft.com/office/drawing/2014/main" id="{528D62C9-7204-DB75-BF75-FE9893C6DFE8}"/>
              </a:ext>
            </a:extLst>
          </p:cNvPr>
          <p:cNvSpPr txBox="1"/>
          <p:nvPr/>
        </p:nvSpPr>
        <p:spPr>
          <a:xfrm>
            <a:off x="10965586" y="165719"/>
            <a:ext cx="795089"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3P agents</a:t>
            </a:r>
          </a:p>
        </p:txBody>
      </p:sp>
      <p:cxnSp>
        <p:nvCxnSpPr>
          <p:cNvPr id="60" name="Straight Connector 59">
            <a:extLst>
              <a:ext uri="{FF2B5EF4-FFF2-40B4-BE49-F238E27FC236}">
                <a16:creationId xmlns:a16="http://schemas.microsoft.com/office/drawing/2014/main" id="{D48423C9-DA8F-651F-FDB5-0BC73CB3488D}"/>
              </a:ext>
            </a:extLst>
          </p:cNvPr>
          <p:cNvCxnSpPr>
            <a:cxnSpLocks/>
            <a:stCxn id="39" idx="2"/>
          </p:cNvCxnSpPr>
          <p:nvPr/>
        </p:nvCxnSpPr>
        <p:spPr>
          <a:xfrm>
            <a:off x="11326478" y="1249137"/>
            <a:ext cx="0" cy="3003386"/>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3" name="Picture 22" descr="A purple molecule structure on a black background&#10;&#10;AI-generated content may be incorrect.">
            <a:extLst>
              <a:ext uri="{FF2B5EF4-FFF2-40B4-BE49-F238E27FC236}">
                <a16:creationId xmlns:a16="http://schemas.microsoft.com/office/drawing/2014/main" id="{28BD2D0A-75CF-B5D3-374C-F633DA3261CC}"/>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8171754" y="4639529"/>
            <a:ext cx="1010136" cy="1010136"/>
          </a:xfrm>
          <a:prstGeom prst="rect">
            <a:avLst/>
          </a:prstGeom>
        </p:spPr>
      </p:pic>
    </p:spTree>
    <p:extLst>
      <p:ext uri="{BB962C8B-B14F-4D97-AF65-F5344CB8AC3E}">
        <p14:creationId xmlns:p14="http://schemas.microsoft.com/office/powerpoint/2010/main" val="141872454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CF447-C861-FE96-070F-AB8172B921E7}"/>
            </a:ext>
          </a:extLst>
        </p:cNvPr>
        <p:cNvGrpSpPr/>
        <p:nvPr/>
      </p:nvGrpSpPr>
      <p:grpSpPr>
        <a:xfrm>
          <a:off x="0" y="0"/>
          <a:ext cx="0" cy="0"/>
          <a:chOff x="0" y="0"/>
          <a:chExt cx="0" cy="0"/>
        </a:xfrm>
      </p:grpSpPr>
      <p:sp>
        <p:nvSpPr>
          <p:cNvPr id="4" name="Rectangle: Rounded Corners 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61ABED2E-136D-3623-A031-F1C7B2ECB1FC}"/>
              </a:ext>
              <a:ext uri="{C183D7F6-B498-43B3-948B-1728B52AA6E4}">
                <adec:decorative xmlns:adec="http://schemas.microsoft.com/office/drawing/2017/decorative" val="0"/>
              </a:ext>
            </a:extLst>
          </p:cNvPr>
          <p:cNvSpPr/>
          <p:nvPr/>
        </p:nvSpPr>
        <p:spPr bwMode="auto">
          <a:xfrm>
            <a:off x="588262" y="1622814"/>
            <a:ext cx="11323219" cy="4603173"/>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2" name="Title 1">
            <a:extLst>
              <a:ext uri="{FF2B5EF4-FFF2-40B4-BE49-F238E27FC236}">
                <a16:creationId xmlns:a16="http://schemas.microsoft.com/office/drawing/2014/main" id="{56CE8856-BA65-90E9-CB32-A88787FCA1C3}"/>
              </a:ext>
            </a:extLst>
          </p:cNvPr>
          <p:cNvSpPr>
            <a:spLocks noGrp="1"/>
          </p:cNvSpPr>
          <p:nvPr>
            <p:ph type="title"/>
          </p:nvPr>
        </p:nvSpPr>
        <p:spPr>
          <a:xfrm>
            <a:off x="588262" y="457200"/>
            <a:ext cx="11505193" cy="1107996"/>
          </a:xfrm>
        </p:spPr>
        <p:txBody>
          <a:bodyPr/>
          <a:lstStyle/>
          <a:p>
            <a:r>
              <a:rPr lang="en-US" altLang="ja-JP">
                <a:solidFill>
                  <a:schemeClr val="tx1"/>
                </a:solidFill>
              </a:rPr>
              <a:t>C</a:t>
            </a:r>
            <a:r>
              <a:rPr lang="en-US">
                <a:solidFill>
                  <a:schemeClr val="tx1"/>
                </a:solidFill>
              </a:rPr>
              <a:t>ustomers are already using Microsoft Agent Framework</a:t>
            </a:r>
          </a:p>
        </p:txBody>
      </p:sp>
      <p:pic>
        <p:nvPicPr>
          <p:cNvPr id="5" name="Picture 4" descr="A red text on a black background&#10;&#10;Description automatically generated">
            <a:extLst>
              <a:ext uri="{FF2B5EF4-FFF2-40B4-BE49-F238E27FC236}">
                <a16:creationId xmlns:a16="http://schemas.microsoft.com/office/drawing/2014/main" id="{FF40A54F-AFE0-F9EF-14E0-D5DE7A1157D6}"/>
              </a:ext>
            </a:extLst>
          </p:cNvPr>
          <p:cNvPicPr>
            <a:picLocks noChangeAspect="1"/>
          </p:cNvPicPr>
          <p:nvPr/>
        </p:nvPicPr>
        <p:blipFill>
          <a:blip r:embed="rId2">
            <a:clrChange>
              <a:clrFrom>
                <a:srgbClr val="FAFAFA"/>
              </a:clrFrom>
              <a:clrTo>
                <a:srgbClr val="FAFAFA">
                  <a:alpha val="0"/>
                </a:srgbClr>
              </a:clrTo>
            </a:clrChange>
            <a:extLst>
              <a:ext uri="{28A0092B-C50C-407E-A947-70E740481C1C}">
                <a14:useLocalDpi xmlns:a14="http://schemas.microsoft.com/office/drawing/2010/main" val="0"/>
              </a:ext>
            </a:extLst>
          </a:blip>
          <a:stretch>
            <a:fillRect/>
          </a:stretch>
        </p:blipFill>
        <p:spPr>
          <a:xfrm>
            <a:off x="3224732" y="1747559"/>
            <a:ext cx="2464132" cy="1500657"/>
          </a:xfrm>
          <a:prstGeom prst="rect">
            <a:avLst/>
          </a:prstGeom>
        </p:spPr>
      </p:pic>
      <p:pic>
        <p:nvPicPr>
          <p:cNvPr id="3078" name="Picture 6" descr="Commerzbank to launch digital credit cards for businesses with Pliant -  FinTech Futures: Fintech news">
            <a:extLst>
              <a:ext uri="{FF2B5EF4-FFF2-40B4-BE49-F238E27FC236}">
                <a16:creationId xmlns:a16="http://schemas.microsoft.com/office/drawing/2014/main" id="{62AE440F-BB9F-B583-08C2-9B7806F98EF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78502" y="1565196"/>
            <a:ext cx="1924712" cy="192471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NTT DATA - Nashville Area Chamber of Commerce">
            <a:extLst>
              <a:ext uri="{FF2B5EF4-FFF2-40B4-BE49-F238E27FC236}">
                <a16:creationId xmlns:a16="http://schemas.microsoft.com/office/drawing/2014/main" id="{31FBB6A2-21AE-D97C-C65A-7E3562269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5491" y="2232819"/>
            <a:ext cx="2373291" cy="5878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itrix Workspace pushed upgrades coming soon | Information Technologies &amp;  Services">
            <a:extLst>
              <a:ext uri="{FF2B5EF4-FFF2-40B4-BE49-F238E27FC236}">
                <a16:creationId xmlns:a16="http://schemas.microsoft.com/office/drawing/2014/main" id="{886B5331-63C6-1117-51D7-36A95177EC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8927" y="2175109"/>
            <a:ext cx="1713865" cy="6455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KPMG - Wikipedia">
            <a:extLst>
              <a:ext uri="{FF2B5EF4-FFF2-40B4-BE49-F238E27FC236}">
                <a16:creationId xmlns:a16="http://schemas.microsoft.com/office/drawing/2014/main" id="{D0CADA60-5032-6D52-6390-E54D62492EC3}"/>
              </a:ext>
            </a:extLst>
          </p:cNvPr>
          <p:cNvPicPr>
            <a:picLocks noChangeAspect="1"/>
          </p:cNvPicPr>
          <p:nvPr/>
        </p:nvPicPr>
        <p:blipFill>
          <a:blip r:embed="rId6"/>
          <a:stretch>
            <a:fillRect/>
          </a:stretch>
        </p:blipFill>
        <p:spPr>
          <a:xfrm>
            <a:off x="852890" y="2035082"/>
            <a:ext cx="2323715" cy="925613"/>
          </a:xfrm>
          <a:prstGeom prst="rect">
            <a:avLst/>
          </a:prstGeom>
        </p:spPr>
      </p:pic>
      <p:pic>
        <p:nvPicPr>
          <p:cNvPr id="11" name="Picture 10" descr="File:FractalAnalytics-new-logo.png - Wikimedia Commons">
            <a:extLst>
              <a:ext uri="{FF2B5EF4-FFF2-40B4-BE49-F238E27FC236}">
                <a16:creationId xmlns:a16="http://schemas.microsoft.com/office/drawing/2014/main" id="{4C5587C2-6194-0136-5F4C-41BF596EB26E}"/>
              </a:ext>
            </a:extLst>
          </p:cNvPr>
          <p:cNvPicPr>
            <a:picLocks noChangeAspect="1"/>
          </p:cNvPicPr>
          <p:nvPr/>
        </p:nvPicPr>
        <p:blipFill>
          <a:blip r:embed="rId7"/>
          <a:stretch>
            <a:fillRect/>
          </a:stretch>
        </p:blipFill>
        <p:spPr>
          <a:xfrm>
            <a:off x="852890" y="3330935"/>
            <a:ext cx="2585031" cy="659097"/>
          </a:xfrm>
          <a:prstGeom prst="rect">
            <a:avLst/>
          </a:prstGeom>
        </p:spPr>
      </p:pic>
      <p:pic>
        <p:nvPicPr>
          <p:cNvPr id="13" name="Picture 12" descr="Picturepark Connector for Sitecore">
            <a:extLst>
              <a:ext uri="{FF2B5EF4-FFF2-40B4-BE49-F238E27FC236}">
                <a16:creationId xmlns:a16="http://schemas.microsoft.com/office/drawing/2014/main" id="{A203003A-78F8-C524-27CC-AEF3B64D5EE4}"/>
              </a:ext>
            </a:extLst>
          </p:cNvPr>
          <p:cNvPicPr>
            <a:picLocks noChangeAspect="1"/>
          </p:cNvPicPr>
          <p:nvPr/>
        </p:nvPicPr>
        <p:blipFill>
          <a:blip r:embed="rId8"/>
          <a:stretch>
            <a:fillRect/>
          </a:stretch>
        </p:blipFill>
        <p:spPr>
          <a:xfrm>
            <a:off x="3601204" y="3287021"/>
            <a:ext cx="2648667" cy="746924"/>
          </a:xfrm>
          <a:prstGeom prst="rect">
            <a:avLst/>
          </a:prstGeom>
        </p:spPr>
      </p:pic>
      <p:pic>
        <p:nvPicPr>
          <p:cNvPr id="14" name="Picture 13" descr="File:TeamViewer logo new.svg - Wikipedia">
            <a:extLst>
              <a:ext uri="{FF2B5EF4-FFF2-40B4-BE49-F238E27FC236}">
                <a16:creationId xmlns:a16="http://schemas.microsoft.com/office/drawing/2014/main" id="{3DBB4D38-98EC-5FED-8C57-9BD97E777D2D}"/>
              </a:ext>
            </a:extLst>
          </p:cNvPr>
          <p:cNvPicPr>
            <a:picLocks noChangeAspect="1"/>
          </p:cNvPicPr>
          <p:nvPr/>
        </p:nvPicPr>
        <p:blipFill>
          <a:blip r:embed="rId9"/>
          <a:stretch>
            <a:fillRect/>
          </a:stretch>
        </p:blipFill>
        <p:spPr>
          <a:xfrm>
            <a:off x="6472310" y="3429000"/>
            <a:ext cx="2790503" cy="374974"/>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C7C72EE5-B5ED-9A2A-7636-A56EA09C249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36129" y="3320544"/>
            <a:ext cx="2172653" cy="679939"/>
          </a:xfrm>
          <a:prstGeom prst="rect">
            <a:avLst/>
          </a:prstGeom>
        </p:spPr>
      </p:pic>
      <p:pic>
        <p:nvPicPr>
          <p:cNvPr id="10" name="Picture 9" descr="BMW AG">
            <a:extLst>
              <a:ext uri="{FF2B5EF4-FFF2-40B4-BE49-F238E27FC236}">
                <a16:creationId xmlns:a16="http://schemas.microsoft.com/office/drawing/2014/main" id="{BCEC915D-2153-BAEE-7834-3D6429B083AA}"/>
              </a:ext>
            </a:extLst>
          </p:cNvPr>
          <p:cNvPicPr>
            <a:picLocks noChangeAspect="1"/>
          </p:cNvPicPr>
          <p:nvPr/>
        </p:nvPicPr>
        <p:blipFill>
          <a:blip r:embed="rId11"/>
          <a:stretch>
            <a:fillRect/>
          </a:stretch>
        </p:blipFill>
        <p:spPr>
          <a:xfrm>
            <a:off x="1244023" y="4470011"/>
            <a:ext cx="1530350" cy="765175"/>
          </a:xfrm>
          <a:prstGeom prst="rect">
            <a:avLst/>
          </a:prstGeom>
        </p:spPr>
      </p:pic>
      <p:pic>
        <p:nvPicPr>
          <p:cNvPr id="15" name="Graphic 14">
            <a:extLst>
              <a:ext uri="{FF2B5EF4-FFF2-40B4-BE49-F238E27FC236}">
                <a16:creationId xmlns:a16="http://schemas.microsoft.com/office/drawing/2014/main" id="{97F68827-9678-43A2-BFCC-1ED488E2C90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176605" y="4621623"/>
            <a:ext cx="2648667" cy="592559"/>
          </a:xfrm>
          <a:prstGeom prst="rect">
            <a:avLst/>
          </a:prstGeom>
        </p:spPr>
      </p:pic>
      <p:pic>
        <p:nvPicPr>
          <p:cNvPr id="16" name="Picture 15" descr="Using Weights &amp; Biases with Tune — Ray 2.49.2">
            <a:extLst>
              <a:ext uri="{FF2B5EF4-FFF2-40B4-BE49-F238E27FC236}">
                <a16:creationId xmlns:a16="http://schemas.microsoft.com/office/drawing/2014/main" id="{36A8D2E2-B677-4BEF-2B87-831168846FE4}"/>
              </a:ext>
            </a:extLst>
          </p:cNvPr>
          <p:cNvPicPr>
            <a:picLocks noChangeAspect="1"/>
          </p:cNvPicPr>
          <p:nvPr/>
        </p:nvPicPr>
        <p:blipFill>
          <a:blip r:embed="rId13"/>
          <a:stretch>
            <a:fillRect/>
          </a:stretch>
        </p:blipFill>
        <p:spPr>
          <a:xfrm>
            <a:off x="6108032" y="4607712"/>
            <a:ext cx="2790503" cy="433476"/>
          </a:xfrm>
          <a:prstGeom prst="rect">
            <a:avLst/>
          </a:prstGeom>
        </p:spPr>
      </p:pic>
      <p:pic>
        <p:nvPicPr>
          <p:cNvPr id="17" name="Picture 16" descr="File:Elasticsearch logo.svg - Wikimedia Commons">
            <a:extLst>
              <a:ext uri="{FF2B5EF4-FFF2-40B4-BE49-F238E27FC236}">
                <a16:creationId xmlns:a16="http://schemas.microsoft.com/office/drawing/2014/main" id="{639368AE-8B5D-206C-E23F-68506FA8CEE0}"/>
              </a:ext>
            </a:extLst>
          </p:cNvPr>
          <p:cNvPicPr>
            <a:picLocks noChangeAspect="1"/>
          </p:cNvPicPr>
          <p:nvPr/>
        </p:nvPicPr>
        <p:blipFill>
          <a:blip r:embed="rId14"/>
          <a:stretch>
            <a:fillRect/>
          </a:stretch>
        </p:blipFill>
        <p:spPr>
          <a:xfrm>
            <a:off x="9181295" y="4604639"/>
            <a:ext cx="2256974" cy="495917"/>
          </a:xfrm>
          <a:prstGeom prst="rect">
            <a:avLst/>
          </a:prstGeom>
        </p:spPr>
      </p:pic>
    </p:spTree>
    <p:extLst>
      <p:ext uri="{BB962C8B-B14F-4D97-AF65-F5344CB8AC3E}">
        <p14:creationId xmlns:p14="http://schemas.microsoft.com/office/powerpoint/2010/main" val="115132341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2D49179B-72B3-7F7B-625B-C2DD1C74E756}"/>
              </a:ext>
              <a:ext uri="{C183D7F6-B498-43B3-948B-1728B52AA6E4}">
                <adec:decorative xmlns:adec="http://schemas.microsoft.com/office/drawing/2017/decorative" val="1"/>
              </a:ext>
            </a:extLst>
          </p:cNvPr>
          <p:cNvSpPr/>
          <p:nvPr/>
        </p:nvSpPr>
        <p:spPr bwMode="auto">
          <a:xfrm rot="1429251">
            <a:off x="-2870496" y="-889031"/>
            <a:ext cx="6475603" cy="3841080"/>
          </a:xfrm>
          <a:prstGeom prst="ellipse">
            <a:avLst/>
          </a:prstGeom>
          <a:gradFill flip="none" rotWithShape="1">
            <a:gsLst>
              <a:gs pos="90000">
                <a:srgbClr val="399A91"/>
              </a:gs>
              <a:gs pos="65000">
                <a:srgbClr val="0078D4">
                  <a:lumMod val="100000"/>
                </a:srgbClr>
              </a:gs>
              <a:gs pos="10000">
                <a:srgbClr val="F4364C">
                  <a:lumMod val="100000"/>
                </a:srgbClr>
              </a:gs>
              <a:gs pos="35000">
                <a:srgbClr val="C03BC4">
                  <a:lumMod val="100000"/>
                </a:srgbClr>
              </a:gs>
            </a:gsLst>
            <a:lin ang="10800000" scaled="1"/>
            <a:tileRect/>
          </a:gradFill>
          <a:ln>
            <a:noFill/>
            <a:headEnd type="none" w="med" len="med"/>
            <a:tailEnd type="none" w="med" len="med"/>
          </a:ln>
          <a:effectLst>
            <a:softEdge rad="5334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27432"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76923">
                    <a:srgbClr val="FFFFFF"/>
                  </a:gs>
                  <a:gs pos="74000">
                    <a:srgbClr val="FFFFFF"/>
                  </a:gs>
                </a:gsLst>
                <a:path path="circle">
                  <a:fillToRect l="100000" t="100000"/>
                </a:path>
              </a:gradFill>
              <a:effectLst/>
              <a:uLnTx/>
              <a:uFillTx/>
              <a:latin typeface="Segoe UI Variable Small Semibol" pitchFamily="2" charset="0"/>
              <a:ea typeface="+mn-ea"/>
              <a:cs typeface="Segoe UI" pitchFamily="34" charset="0"/>
            </a:endParaRPr>
          </a:p>
        </p:txBody>
      </p:sp>
      <p:sp>
        <p:nvSpPr>
          <p:cNvPr id="16" name="Rectangle: Rounded Corners 15">
            <a:extLst>
              <a:ext uri="{FF2B5EF4-FFF2-40B4-BE49-F238E27FC236}">
                <a16:creationId xmlns:a16="http://schemas.microsoft.com/office/drawing/2014/main" id="{3C6B0364-CE69-4C18-88A1-6A814E584435}"/>
              </a:ext>
              <a:ext uri="{C183D7F6-B498-43B3-948B-1728B52AA6E4}">
                <adec:decorative xmlns:adec="http://schemas.microsoft.com/office/drawing/2017/decorative" val="1"/>
              </a:ext>
            </a:extLst>
          </p:cNvPr>
          <p:cNvSpPr/>
          <p:nvPr/>
        </p:nvSpPr>
        <p:spPr bwMode="auto">
          <a:xfrm>
            <a:off x="138684" y="137160"/>
            <a:ext cx="11914632" cy="6583680"/>
          </a:xfrm>
          <a:prstGeom prst="roundRect">
            <a:avLst>
              <a:gd name="adj" fmla="val 269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UI Light"/>
              <a:ea typeface="Segoe UI" pitchFamily="34" charset="0"/>
              <a:cs typeface="Segoe UI Light"/>
            </a:endParaRPr>
          </a:p>
        </p:txBody>
      </p:sp>
      <p:sp>
        <p:nvSpPr>
          <p:cNvPr id="4" name="Text Placeholder 11">
            <a:extLst>
              <a:ext uri="{FF2B5EF4-FFF2-40B4-BE49-F238E27FC236}">
                <a16:creationId xmlns:a16="http://schemas.microsoft.com/office/drawing/2014/main" id="{40B95EAD-0229-C429-BEE9-7B19E3E7E464}"/>
              </a:ext>
            </a:extLst>
          </p:cNvPr>
          <p:cNvSpPr txBox="1">
            <a:spLocks/>
          </p:cNvSpPr>
          <p:nvPr/>
        </p:nvSpPr>
        <p:spPr>
          <a:xfrm>
            <a:off x="968360" y="2199293"/>
            <a:ext cx="4348024" cy="1554272"/>
          </a:xfrm>
          <a:prstGeom prst="rect">
            <a:avLst/>
          </a:prstGeom>
        </p:spPr>
        <p:txBody>
          <a:bodyPr wrap="square" lIns="0" tIns="45720" rIns="0" bIns="4572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800"/>
              </a:spcAft>
              <a:buClrTx/>
              <a:buSzPct val="90000"/>
              <a:buFont typeface="Wingdings" panose="05000000000000000000" pitchFamily="2" charset="2"/>
              <a:buNone/>
              <a:tabLst/>
              <a:defRPr/>
            </a:pPr>
            <a:r>
              <a:rPr kumimoji="0" lang="en-US" sz="1600" b="0" i="0" u="none" strike="noStrike" kern="1200" cap="none" spc="0" normalizeH="0" baseline="0" noProof="0" dirty="0">
                <a:ln>
                  <a:noFill/>
                </a:ln>
                <a:solidFill>
                  <a:srgbClr val="000000"/>
                </a:solidFill>
                <a:effectLst/>
                <a:uLnTx/>
                <a:uFillTx/>
                <a:latin typeface="Segoe Sans Text"/>
                <a:cs typeface="Segoe UI"/>
              </a:rPr>
              <a:t>Get started with the Agent Framework: </a:t>
            </a:r>
            <a:r>
              <a:rPr lang="en-US" sz="1600" b="1" u="sng" dirty="0">
                <a:solidFill>
                  <a:srgbClr val="0070C0"/>
                </a:solidFill>
                <a:latin typeface="Segoe Sans Text"/>
                <a:cs typeface="Segoe UI"/>
              </a:rPr>
              <a:t>aka.ms/</a:t>
            </a:r>
            <a:r>
              <a:rPr lang="en-US" sz="1600" b="1" u="sng" dirty="0" err="1">
                <a:solidFill>
                  <a:srgbClr val="0070C0"/>
                </a:solidFill>
                <a:latin typeface="Segoe Sans Text"/>
                <a:cs typeface="Segoe UI"/>
              </a:rPr>
              <a:t>AgentFramework</a:t>
            </a:r>
            <a:endParaRPr lang="en-US" sz="1600" dirty="0">
              <a:solidFill>
                <a:srgbClr val="000000"/>
              </a:solidFill>
              <a:latin typeface="Segoe Sans Text"/>
              <a:cs typeface="Segoe UI"/>
            </a:endParaRPr>
          </a:p>
          <a:p>
            <a:pPr marL="0" lvl="0" indent="0">
              <a:spcBef>
                <a:spcPts val="0"/>
              </a:spcBef>
              <a:spcAft>
                <a:spcPts val="1800"/>
              </a:spcAft>
              <a:buNone/>
              <a:defRPr/>
            </a:pPr>
            <a:r>
              <a:rPr kumimoji="0" lang="en-US" sz="1600" b="0" i="0" u="none" strike="noStrike" kern="1200" cap="none" spc="0" normalizeH="0" baseline="0" noProof="0" dirty="0">
                <a:ln>
                  <a:noFill/>
                </a:ln>
                <a:solidFill>
                  <a:srgbClr val="000000"/>
                </a:solidFill>
                <a:effectLst/>
                <a:uLnTx/>
                <a:uFillTx/>
                <a:latin typeface="Segoe Sans Text"/>
                <a:cs typeface="Segoe UI"/>
              </a:rPr>
              <a:t>Learn more about Agent Framework on Microsoft Learn:    </a:t>
            </a:r>
            <a:r>
              <a:rPr lang="en-US" sz="1600" b="1" u="sng" dirty="0">
                <a:solidFill>
                  <a:srgbClr val="0070C0"/>
                </a:solidFill>
                <a:cs typeface="Segoe UI"/>
              </a:rPr>
              <a:t>aka.ms/</a:t>
            </a:r>
            <a:r>
              <a:rPr lang="en-US" sz="1600" b="1" u="sng" dirty="0" err="1">
                <a:solidFill>
                  <a:srgbClr val="0070C0"/>
                </a:solidFill>
                <a:cs typeface="Segoe UI"/>
              </a:rPr>
              <a:t>AgentFramework</a:t>
            </a:r>
            <a:r>
              <a:rPr lang="en-US" sz="1600" b="1" u="sng" dirty="0">
                <a:solidFill>
                  <a:srgbClr val="0070C0"/>
                </a:solidFill>
                <a:cs typeface="Segoe UI"/>
              </a:rPr>
              <a:t>/Docs</a:t>
            </a:r>
            <a:endParaRPr kumimoji="0" lang="en-US" sz="1600" b="0" i="0" u="none" strike="noStrike" kern="1200" cap="none" spc="0" normalizeH="0" baseline="0" noProof="0" dirty="0">
              <a:ln>
                <a:noFill/>
              </a:ln>
              <a:solidFill>
                <a:srgbClr val="000000"/>
              </a:solidFill>
              <a:effectLst/>
              <a:uLnTx/>
              <a:uFillTx/>
              <a:latin typeface="Segoe Sans Text"/>
              <a:cs typeface="Segoe UI"/>
            </a:endParaRPr>
          </a:p>
        </p:txBody>
      </p:sp>
      <p:sp>
        <p:nvSpPr>
          <p:cNvPr id="2" name="Title 4">
            <a:extLst>
              <a:ext uri="{FF2B5EF4-FFF2-40B4-BE49-F238E27FC236}">
                <a16:creationId xmlns:a16="http://schemas.microsoft.com/office/drawing/2014/main" id="{D32B2226-9A5C-8E4A-4B87-6E294DCF743E}"/>
              </a:ext>
            </a:extLst>
          </p:cNvPr>
          <p:cNvSpPr txBox="1">
            <a:spLocks/>
          </p:cNvSpPr>
          <p:nvPr/>
        </p:nvSpPr>
        <p:spPr>
          <a:xfrm>
            <a:off x="588262" y="986179"/>
            <a:ext cx="10925900" cy="64633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1200"/>
              </a:spcAft>
              <a:buClrTx/>
              <a:buSzTx/>
              <a:buFontTx/>
              <a:buNone/>
              <a:tabLst/>
              <a:defRPr/>
            </a:pPr>
            <a:r>
              <a:rPr kumimoji="0" lang="en-US" sz="4200" b="0" i="0" u="none" strike="noStrike" kern="1200" cap="none" spc="-50" normalizeH="0" baseline="0" noProof="0">
                <a:ln>
                  <a:noFill/>
                </a:ln>
                <a:gradFill>
                  <a:gsLst>
                    <a:gs pos="100000">
                      <a:srgbClr val="0078D4"/>
                    </a:gs>
                    <a:gs pos="0">
                      <a:srgbClr val="C03BC4"/>
                    </a:gs>
                  </a:gsLst>
                  <a:path path="circle">
                    <a:fillToRect l="100000" t="100000"/>
                  </a:path>
                </a:gradFill>
                <a:effectLst/>
                <a:uLnTx/>
                <a:uFillTx/>
                <a:latin typeface="Segoe UI Semibold"/>
                <a:ea typeface="+mn-ea"/>
                <a:cs typeface="Segoe UI Semibold"/>
              </a:rPr>
              <a:t>Get started with Agent Framework</a:t>
            </a:r>
            <a:r>
              <a:rPr lang="en-US" sz="4200">
                <a:ln>
                  <a:noFill/>
                </a:ln>
                <a:gradFill>
                  <a:gsLst>
                    <a:gs pos="100000">
                      <a:srgbClr val="0078D4"/>
                    </a:gs>
                    <a:gs pos="0">
                      <a:srgbClr val="C03BC4"/>
                    </a:gs>
                  </a:gsLst>
                  <a:path path="circle">
                    <a:fillToRect l="100000" t="100000"/>
                  </a:path>
                </a:gradFill>
                <a:latin typeface="Segoe UI Semibold"/>
                <a:cs typeface="Segoe UI Semibold"/>
              </a:rPr>
              <a:t> today</a:t>
            </a:r>
            <a:endParaRPr kumimoji="0" lang="en-US" sz="4200" b="0" i="0" u="none" strike="noStrike" kern="1200" cap="none" spc="-50" normalizeH="0" baseline="0" noProof="0">
              <a:ln>
                <a:noFill/>
              </a:ln>
              <a:gradFill>
                <a:gsLst>
                  <a:gs pos="100000">
                    <a:srgbClr val="0078D4"/>
                  </a:gs>
                  <a:gs pos="0">
                    <a:srgbClr val="C03BC4"/>
                  </a:gs>
                </a:gsLst>
                <a:path path="circle">
                  <a:fillToRect l="100000" t="100000"/>
                </a:path>
              </a:gradFill>
              <a:effectLst/>
              <a:uLnTx/>
              <a:uFillTx/>
              <a:latin typeface="Segoe UI Semibold"/>
              <a:ea typeface="+mn-ea"/>
              <a:cs typeface="Segoe UI Semibold"/>
            </a:endParaRPr>
          </a:p>
        </p:txBody>
      </p:sp>
      <p:sp>
        <p:nvSpPr>
          <p:cNvPr id="5" name="Text Placeholder 11">
            <a:extLst>
              <a:ext uri="{FF2B5EF4-FFF2-40B4-BE49-F238E27FC236}">
                <a16:creationId xmlns:a16="http://schemas.microsoft.com/office/drawing/2014/main" id="{92B12782-7070-6EF2-4199-9F4D3EEE5358}"/>
              </a:ext>
            </a:extLst>
          </p:cNvPr>
          <p:cNvSpPr txBox="1">
            <a:spLocks/>
          </p:cNvSpPr>
          <p:nvPr/>
        </p:nvSpPr>
        <p:spPr>
          <a:xfrm>
            <a:off x="6527814" y="1860392"/>
            <a:ext cx="4348025" cy="2246769"/>
          </a:xfrm>
          <a:prstGeom prst="rect">
            <a:avLst/>
          </a:prstGeom>
        </p:spPr>
        <p:txBody>
          <a:bodyPr wrap="square" lIns="0" tIns="45720" rIns="0" bIns="4572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800"/>
              </a:spcAft>
              <a:buClrTx/>
              <a:buSzPct val="90000"/>
              <a:buFont typeface="Wingdings" panose="05000000000000000000" pitchFamily="2" charset="2"/>
              <a:buNone/>
              <a:tabLst/>
              <a:defRPr/>
            </a:pPr>
            <a:r>
              <a:rPr kumimoji="0" lang="en-US" sz="1600" b="0" i="0" u="none" strike="noStrike" kern="1200" cap="none" spc="0" normalizeH="0" baseline="0" noProof="0" dirty="0">
                <a:ln>
                  <a:noFill/>
                </a:ln>
                <a:solidFill>
                  <a:srgbClr val="000000"/>
                </a:solidFill>
                <a:effectLst/>
                <a:uLnTx/>
                <a:uFillTx/>
                <a:latin typeface="Segoe Sans Text"/>
                <a:cs typeface="Segoe UI"/>
              </a:rPr>
              <a:t>Watch the sessions on-demand</a:t>
            </a:r>
          </a:p>
          <a:p>
            <a:pPr lvl="0">
              <a:spcBef>
                <a:spcPts val="0"/>
              </a:spcBef>
              <a:spcAft>
                <a:spcPts val="1800"/>
              </a:spcAft>
              <a:defRPr/>
            </a:pPr>
            <a:r>
              <a:rPr lang="en-US" sz="1600" dirty="0">
                <a:solidFill>
                  <a:srgbClr val="000000"/>
                </a:solidFill>
                <a:cs typeface="Segoe UI"/>
                <a:hlinkClick r:id="rId3"/>
              </a:rPr>
              <a:t>aka.ms/</a:t>
            </a:r>
            <a:r>
              <a:rPr lang="en-US" sz="1600" dirty="0" err="1">
                <a:solidFill>
                  <a:srgbClr val="000000"/>
                </a:solidFill>
                <a:cs typeface="Segoe UI"/>
                <a:hlinkClick r:id="rId3"/>
              </a:rPr>
              <a:t>AgentFramework</a:t>
            </a:r>
            <a:r>
              <a:rPr lang="en-US" sz="1600" dirty="0">
                <a:solidFill>
                  <a:srgbClr val="000000"/>
                </a:solidFill>
                <a:cs typeface="Segoe UI"/>
                <a:hlinkClick r:id="rId3"/>
              </a:rPr>
              <a:t>/</a:t>
            </a:r>
            <a:r>
              <a:rPr lang="en-US" sz="1600" dirty="0" err="1">
                <a:solidFill>
                  <a:srgbClr val="000000"/>
                </a:solidFill>
                <a:cs typeface="Segoe UI"/>
                <a:hlinkClick r:id="rId3"/>
              </a:rPr>
              <a:t>AIShow</a:t>
            </a:r>
            <a:endParaRPr lang="en-US" sz="1600" dirty="0">
              <a:solidFill>
                <a:srgbClr val="000000"/>
              </a:solidFill>
              <a:cs typeface="Segoe UI"/>
            </a:endParaRPr>
          </a:p>
          <a:p>
            <a:pPr lvl="0">
              <a:spcBef>
                <a:spcPts val="0"/>
              </a:spcBef>
              <a:spcAft>
                <a:spcPts val="1800"/>
              </a:spcAft>
              <a:defRPr/>
            </a:pPr>
            <a:r>
              <a:rPr lang="en-US" sz="1600" u="sng" dirty="0">
                <a:solidFill>
                  <a:srgbClr val="000000"/>
                </a:solidFill>
                <a:cs typeface="Segoe UI"/>
              </a:rPr>
              <a:t>aka.ms/</a:t>
            </a:r>
            <a:r>
              <a:rPr lang="en-US" sz="1600" u="sng" dirty="0" err="1">
                <a:solidFill>
                  <a:srgbClr val="000000"/>
                </a:solidFill>
                <a:cs typeface="Segoe UI"/>
              </a:rPr>
              <a:t>AgentFramework</a:t>
            </a:r>
            <a:r>
              <a:rPr lang="en-US" sz="1600" u="sng" dirty="0">
                <a:solidFill>
                  <a:srgbClr val="000000"/>
                </a:solidFill>
                <a:cs typeface="Segoe UI"/>
              </a:rPr>
              <a:t>/</a:t>
            </a:r>
            <a:r>
              <a:rPr lang="en-US" sz="1600" u="sng" dirty="0" err="1">
                <a:solidFill>
                  <a:srgbClr val="000000"/>
                </a:solidFill>
                <a:cs typeface="Segoe UI"/>
              </a:rPr>
              <a:t>OpenAtMicrosoft</a:t>
            </a:r>
            <a:endParaRPr lang="en-US" sz="1600" u="sng" dirty="0">
              <a:solidFill>
                <a:srgbClr val="000000"/>
              </a:solidFill>
              <a:cs typeface="Segoe UI"/>
            </a:endParaRPr>
          </a:p>
          <a:p>
            <a:pPr marL="0" marR="0" lvl="0" indent="0" algn="l" defTabSz="932742" rtl="0" eaLnBrk="1" fontAlgn="auto" latinLnBrk="0" hangingPunct="1">
              <a:lnSpc>
                <a:spcPct val="100000"/>
              </a:lnSpc>
              <a:spcBef>
                <a:spcPts val="0"/>
              </a:spcBef>
              <a:spcAft>
                <a:spcPts val="1800"/>
              </a:spcAft>
              <a:buClrTx/>
              <a:buSzPct val="90000"/>
              <a:buFont typeface="Wingdings" panose="05000000000000000000" pitchFamily="2" charset="2"/>
              <a:buNone/>
              <a:tabLst/>
              <a:defRPr/>
            </a:pPr>
            <a:r>
              <a:rPr kumimoji="0" lang="en-US" sz="1600" b="0" i="0" u="none" strike="noStrike" kern="1200" cap="none" spc="0" normalizeH="0" baseline="0" noProof="0" dirty="0">
                <a:ln>
                  <a:noFill/>
                </a:ln>
                <a:solidFill>
                  <a:srgbClr val="000000"/>
                </a:solidFill>
                <a:effectLst/>
                <a:uLnTx/>
                <a:uFillTx/>
                <a:latin typeface="Segoe Sans Text"/>
                <a:cs typeface="Segoe UI"/>
              </a:rPr>
              <a:t>Read the GA announcement blog: </a:t>
            </a:r>
          </a:p>
          <a:p>
            <a:pPr marL="0" lvl="0" indent="0">
              <a:spcBef>
                <a:spcPts val="0"/>
              </a:spcBef>
              <a:spcAft>
                <a:spcPts val="1800"/>
              </a:spcAft>
              <a:buNone/>
              <a:defRPr/>
            </a:pPr>
            <a:r>
              <a:rPr lang="en-US" sz="1600" b="1" u="sng" dirty="0">
                <a:solidFill>
                  <a:srgbClr val="0078D4"/>
                </a:solidFill>
                <a:cs typeface="Segoe UI"/>
              </a:rPr>
              <a:t>aka.ms/</a:t>
            </a:r>
            <a:r>
              <a:rPr lang="en-US" sz="1600" b="1" u="sng" dirty="0" err="1">
                <a:solidFill>
                  <a:srgbClr val="0078D4"/>
                </a:solidFill>
                <a:cs typeface="Segoe UI"/>
              </a:rPr>
              <a:t>AgentFramework</a:t>
            </a:r>
            <a:r>
              <a:rPr lang="en-US" sz="1600" b="1" u="sng" dirty="0">
                <a:solidFill>
                  <a:srgbClr val="0078D4"/>
                </a:solidFill>
                <a:cs typeface="Segoe UI"/>
              </a:rPr>
              <a:t>/</a:t>
            </a:r>
            <a:r>
              <a:rPr lang="en-US" sz="1600" b="1" u="sng" dirty="0" err="1">
                <a:solidFill>
                  <a:srgbClr val="0078D4"/>
                </a:solidFill>
                <a:cs typeface="Segoe UI"/>
              </a:rPr>
              <a:t>PuPr</a:t>
            </a:r>
            <a:endParaRPr lang="en-US" sz="1600" b="1" u="sng" dirty="0">
              <a:solidFill>
                <a:srgbClr val="0078D4"/>
              </a:solidFill>
              <a:cs typeface="Segoe UI"/>
            </a:endParaRPr>
          </a:p>
        </p:txBody>
      </p:sp>
      <p:sp>
        <p:nvSpPr>
          <p:cNvPr id="3" name="TextBox 2">
            <a:extLst>
              <a:ext uri="{FF2B5EF4-FFF2-40B4-BE49-F238E27FC236}">
                <a16:creationId xmlns:a16="http://schemas.microsoft.com/office/drawing/2014/main" id="{8AB8DB2F-348D-9CCF-5C10-FDA64AA7A579}"/>
              </a:ext>
            </a:extLst>
          </p:cNvPr>
          <p:cNvSpPr txBox="1"/>
          <p:nvPr/>
        </p:nvSpPr>
        <p:spPr>
          <a:xfrm>
            <a:off x="744132" y="4156716"/>
            <a:ext cx="10178218" cy="2092881"/>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600" dirty="0">
                <a:hlinkClick r:id="rId4"/>
              </a:rPr>
              <a:t>https://github.com/orgs/microsoft-foundry/discussions/331</a:t>
            </a:r>
            <a:endParaRPr lang="en-US" sz="1600" dirty="0"/>
          </a:p>
          <a:p>
            <a:pPr marL="285750" indent="-285750">
              <a:lnSpc>
                <a:spcPct val="150000"/>
              </a:lnSpc>
              <a:buFont typeface="Arial" panose="020B0604020202020204" pitchFamily="34" charset="0"/>
              <a:buChar char="•"/>
            </a:pPr>
            <a:r>
              <a:rPr lang="en-US" sz="1600" dirty="0">
                <a:hlinkClick r:id="rId5"/>
              </a:rPr>
              <a:t>https://devblogs.microsoft.com/agent-framework/microsoft-agent-framework-version-1-0/</a:t>
            </a:r>
            <a:endParaRPr lang="en-US" sz="1600" dirty="0"/>
          </a:p>
          <a:p>
            <a:pPr marL="285750" indent="-285750">
              <a:lnSpc>
                <a:spcPct val="150000"/>
              </a:lnSpc>
              <a:buFont typeface="Arial" panose="020B0604020202020204" pitchFamily="34" charset="0"/>
              <a:buChar char="•"/>
            </a:pPr>
            <a:r>
              <a:rPr lang="en-US" sz="1600" dirty="0">
                <a:hlinkClick r:id="rId6"/>
              </a:rPr>
              <a:t>https://devblogs.microsoft.com/foundry/introducing-microsoft-agent-framework-the-open-source-engine-for-agentic-ai-apps/</a:t>
            </a:r>
            <a:endParaRPr lang="en-US" sz="1600" dirty="0"/>
          </a:p>
          <a:p>
            <a:pPr marL="285750" indent="-285750">
              <a:lnSpc>
                <a:spcPct val="150000"/>
              </a:lnSpc>
              <a:buFont typeface="Arial" panose="020B0604020202020204" pitchFamily="34" charset="0"/>
              <a:buChar char="•"/>
            </a:pPr>
            <a:r>
              <a:rPr lang="en-US" sz="1600" dirty="0">
                <a:hlinkClick r:id="rId7"/>
              </a:rPr>
              <a:t>https://learn.microsoft.com/agent-framework/user-guide/workflows/visualization</a:t>
            </a:r>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2148210442"/>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path" presetSubtype="0" decel="100000" fill="hold" grpId="1" nodeType="withEffect">
                                  <p:stCondLst>
                                    <p:cond delay="0"/>
                                  </p:stCondLst>
                                  <p:childTnLst>
                                    <p:animMotion origin="layout" path="M -2.29167E-6 -4.07407E-6 L -2.29167E-6 0.03542 " pathEditMode="relative" rAng="0" ptsTypes="AA">
                                      <p:cBhvr>
                                        <p:cTn id="9" dur="700" spd="-100000" fill="hold"/>
                                        <p:tgtEl>
                                          <p:spTgt spid="4"/>
                                        </p:tgtEl>
                                        <p:attrNameLst>
                                          <p:attrName>ppt_x</p:attrName>
                                          <p:attrName>ppt_y</p:attrName>
                                        </p:attrNameLst>
                                      </p:cBhvr>
                                      <p:rCtr x="0" y="1759"/>
                                    </p:animMotion>
                                  </p:childTnLst>
                                </p:cTn>
                              </p:par>
                              <p:par>
                                <p:cTn id="10" presetID="22" presetClass="entr" presetSubtype="4" fill="hold" grpId="2"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250"/>
                                        <p:tgtEl>
                                          <p:spTgt spid="15"/>
                                        </p:tgtEl>
                                      </p:cBhvr>
                                    </p:animEffect>
                                  </p:childTnLst>
                                </p:cTn>
                              </p:par>
                              <p:par>
                                <p:cTn id="13" presetID="8" presetClass="emph" presetSubtype="0" repeatCount="indefinite" fill="hold" grpId="0" nodeType="withEffect">
                                  <p:stCondLst>
                                    <p:cond delay="0"/>
                                  </p:stCondLst>
                                  <p:childTnLst>
                                    <p:animRot by="-21600000">
                                      <p:cBhvr>
                                        <p:cTn id="14" dur="25000" fill="hold"/>
                                        <p:tgtEl>
                                          <p:spTgt spid="15"/>
                                        </p:tgtEl>
                                        <p:attrNameLst>
                                          <p:attrName>r</p:attrName>
                                        </p:attrNameLst>
                                      </p:cBhvr>
                                    </p:animRot>
                                  </p:childTnLst>
                                </p:cTn>
                              </p:par>
                              <p:par>
                                <p:cTn id="15" presetID="1" presetClass="path" presetSubtype="0" repeatCount="indefinite" fill="hold" grpId="1" nodeType="withEffect">
                                  <p:stCondLst>
                                    <p:cond delay="0"/>
                                  </p:stCondLst>
                                  <p:childTnLst>
                                    <p:animMotion origin="layout" path="M 2.08333E-7 -1.11111E-6 C 0.06406 -0.20833 0.76497 -0.22315 0.92292 -0.08819 C 1.08112 0.04676 1.00846 0.74537 0.94792 0.80995 C 0.8875 0.87454 0.075 0.86505 0.02018 0.81667 C -0.03268 0.76736 -0.0418 0.17245 2.08333E-7 -1.11111E-6 Z " pathEditMode="relative" rAng="0" ptsTypes="AAAAA">
                                      <p:cBhvr>
                                        <p:cTn id="16" dur="45000" fill="hold"/>
                                        <p:tgtEl>
                                          <p:spTgt spid="15"/>
                                        </p:tgtEl>
                                        <p:attrNameLst>
                                          <p:attrName>ppt_x</p:attrName>
                                          <p:attrName>ppt_y</p:attrName>
                                        </p:attrNameLst>
                                      </p:cBhvr>
                                      <p:rCtr x="49596" y="33981"/>
                                    </p:animMotion>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42" presetClass="path" presetSubtype="0" decel="100000" fill="hold" grpId="1" nodeType="withEffect">
                                  <p:stCondLst>
                                    <p:cond delay="0"/>
                                  </p:stCondLst>
                                  <p:childTnLst>
                                    <p:animMotion origin="layout" path="M -2.91667E-6 -2.22222E-6 L -2.91667E-6 0.03542 " pathEditMode="relative" rAng="0" ptsTypes="AA">
                                      <p:cBhvr>
                                        <p:cTn id="21" dur="700" spd="-100000" fill="hold"/>
                                        <p:tgtEl>
                                          <p:spTgt spid="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5" grpId="2" animBg="1"/>
      <p:bldP spid="4" grpId="0"/>
      <p:bldP spid="4" grpId="1"/>
      <p:bldP spid="5" grpId="0"/>
      <p:bldP spid="5"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AF86E8-6A7C-5E1F-3721-9A68F1D93F90}"/>
              </a:ext>
            </a:extLst>
          </p:cNvPr>
          <p:cNvSpPr>
            <a:spLocks noGrp="1"/>
          </p:cNvSpPr>
          <p:nvPr>
            <p:ph type="body" sz="quarter" idx="48"/>
          </p:nvPr>
        </p:nvSpPr>
        <p:spPr/>
        <p:txBody>
          <a:bodyPr/>
          <a:lstStyle/>
          <a:p>
            <a:r>
              <a:rPr lang="en-US"/>
              <a:t> </a:t>
            </a:r>
          </a:p>
        </p:txBody>
      </p:sp>
      <p:sp>
        <p:nvSpPr>
          <p:cNvPr id="3" name="Title 2">
            <a:extLst>
              <a:ext uri="{FF2B5EF4-FFF2-40B4-BE49-F238E27FC236}">
                <a16:creationId xmlns:a16="http://schemas.microsoft.com/office/drawing/2014/main" id="{9E2B4A23-A022-1F44-BBF0-48A6365270FE}"/>
              </a:ext>
            </a:extLst>
          </p:cNvPr>
          <p:cNvSpPr>
            <a:spLocks noGrp="1"/>
          </p:cNvSpPr>
          <p:nvPr>
            <p:ph type="title"/>
          </p:nvPr>
        </p:nvSpPr>
        <p:spPr>
          <a:xfrm>
            <a:off x="723901" y="919673"/>
            <a:ext cx="10515600" cy="886397"/>
          </a:xfrm>
        </p:spPr>
        <p:txBody>
          <a:bodyPr/>
          <a:lstStyle/>
          <a:p>
            <a:r>
              <a:rPr lang="en-US"/>
              <a:t>But most downstream processes are still </a:t>
            </a:r>
            <a:r>
              <a:rPr lang="en-US">
                <a:gradFill>
                  <a:gsLst>
                    <a:gs pos="0">
                      <a:schemeClr val="accent6"/>
                    </a:gs>
                    <a:gs pos="47000">
                      <a:schemeClr val="accent6">
                        <a:lumMod val="75000"/>
                      </a:schemeClr>
                    </a:gs>
                  </a:gsLst>
                  <a:lin ang="8400000" scaled="0"/>
                </a:gradFill>
              </a:rPr>
              <a:t>brittle</a:t>
            </a:r>
            <a:r>
              <a:rPr lang="en-US"/>
              <a:t> and require meaningful human involvement</a:t>
            </a:r>
          </a:p>
        </p:txBody>
      </p:sp>
      <p:sp>
        <p:nvSpPr>
          <p:cNvPr id="4" name="Text Placeholder 3">
            <a:extLst>
              <a:ext uri="{FF2B5EF4-FFF2-40B4-BE49-F238E27FC236}">
                <a16:creationId xmlns:a16="http://schemas.microsoft.com/office/drawing/2014/main" id="{01300C8E-ED61-B8B1-C600-3686D1464B20}"/>
              </a:ext>
            </a:extLst>
          </p:cNvPr>
          <p:cNvSpPr>
            <a:spLocks noGrp="1"/>
          </p:cNvSpPr>
          <p:nvPr>
            <p:ph type="body" sz="quarter" idx="13"/>
          </p:nvPr>
        </p:nvSpPr>
        <p:spPr>
          <a:xfrm>
            <a:off x="723899" y="523101"/>
            <a:ext cx="10520259" cy="276999"/>
          </a:xfrm>
        </p:spPr>
        <p:txBody>
          <a:bodyPr/>
          <a:lstStyle/>
          <a:p>
            <a:r>
              <a:rPr lang="en-US"/>
              <a:t>Before AI Agents</a:t>
            </a:r>
          </a:p>
        </p:txBody>
      </p:sp>
      <p:sp>
        <p:nvSpPr>
          <p:cNvPr id="6" name="Slide Number Placeholder 5">
            <a:extLst>
              <a:ext uri="{FF2B5EF4-FFF2-40B4-BE49-F238E27FC236}">
                <a16:creationId xmlns:a16="http://schemas.microsoft.com/office/drawing/2014/main" id="{1BCFE2B4-1B96-7054-2A34-5F3E568E160E}"/>
              </a:ext>
            </a:extLst>
          </p:cNvPr>
          <p:cNvSpPr>
            <a:spLocks noGrp="1"/>
          </p:cNvSpPr>
          <p:nvPr>
            <p:ph type="sldNum" sz="quarter" idx="3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6BE13-FF2C-3A41-A53B-D6BC2DDA0AE5}" type="slidenum">
              <a:rPr kumimoji="0" lang="en-US" sz="900" b="0" i="0" u="none" strike="noStrike" kern="1200" cap="none" spc="0" normalizeH="0" baseline="0" noProof="0" smtClean="0">
                <a:ln>
                  <a:noFill/>
                </a:ln>
                <a:solidFill>
                  <a:srgbClr val="FFFFFF">
                    <a:lumMod val="65000"/>
                  </a:srgbClr>
                </a:solidFill>
                <a:effectLst/>
                <a:uLnTx/>
                <a:uFillTx/>
                <a:latin typeface="Segoe UI Light" panose="020B0502040204020203" pitchFamily="34" charset="0"/>
                <a:ea typeface="+mn-ea"/>
                <a:cs typeface="Segoe UI Light" panose="020B0502040204020203"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900" b="0" i="0" u="none" strike="noStrike" kern="1200" cap="none" spc="0" normalizeH="0" baseline="0" noProof="0">
              <a:ln>
                <a:noFill/>
              </a:ln>
              <a:solidFill>
                <a:srgbClr val="FFFFFF">
                  <a:lumMod val="65000"/>
                </a:srgbClr>
              </a:solidFill>
              <a:effectLst/>
              <a:uLnTx/>
              <a:uFillTx/>
              <a:latin typeface="Segoe UI Light" panose="020B0502040204020203" pitchFamily="34" charset="0"/>
              <a:ea typeface="+mn-ea"/>
              <a:cs typeface="Segoe UI Light" panose="020B0502040204020203" pitchFamily="34" charset="0"/>
            </a:endParaRPr>
          </a:p>
        </p:txBody>
      </p:sp>
      <p:sp>
        <p:nvSpPr>
          <p:cNvPr id="7" name="Text Placeholder 6">
            <a:extLst>
              <a:ext uri="{FF2B5EF4-FFF2-40B4-BE49-F238E27FC236}">
                <a16:creationId xmlns:a16="http://schemas.microsoft.com/office/drawing/2014/main" id="{7CCDF7D0-1AB6-F336-DE7B-DAF63EDE0E75}"/>
              </a:ext>
            </a:extLst>
          </p:cNvPr>
          <p:cNvSpPr>
            <a:spLocks noGrp="1"/>
          </p:cNvSpPr>
          <p:nvPr>
            <p:ph type="body" sz="quarter" idx="45"/>
          </p:nvPr>
        </p:nvSpPr>
        <p:spPr>
          <a:gradFill>
            <a:gsLst>
              <a:gs pos="0">
                <a:srgbClr val="F56A22"/>
              </a:gs>
              <a:gs pos="99000">
                <a:schemeClr val="accent6"/>
              </a:gs>
            </a:gsLst>
            <a:lin ang="4200000" scaled="0"/>
          </a:gradFill>
        </p:spPr>
        <p:txBody>
          <a:bodyPr/>
          <a:lstStyle/>
          <a:p>
            <a:r>
              <a:rPr lang="en-US" sz="1800"/>
              <a:t>Automation </a:t>
            </a:r>
            <a:r>
              <a:rPr lang="en-US" sz="1800" u="sng"/>
              <a:t>cannot</a:t>
            </a:r>
            <a:r>
              <a:rPr lang="en-US" sz="1800"/>
              <a:t> self-heal or handle novel cases</a:t>
            </a:r>
          </a:p>
        </p:txBody>
      </p:sp>
      <p:sp>
        <p:nvSpPr>
          <p:cNvPr id="9" name="Text Placeholder 8">
            <a:extLst>
              <a:ext uri="{FF2B5EF4-FFF2-40B4-BE49-F238E27FC236}">
                <a16:creationId xmlns:a16="http://schemas.microsoft.com/office/drawing/2014/main" id="{4817C0F6-7845-F4E0-3CD4-9783425B597C}"/>
              </a:ext>
            </a:extLst>
          </p:cNvPr>
          <p:cNvSpPr>
            <a:spLocks noGrp="1"/>
          </p:cNvSpPr>
          <p:nvPr>
            <p:ph type="body" sz="quarter" idx="50"/>
          </p:nvPr>
        </p:nvSpPr>
        <p:spPr/>
        <p:txBody>
          <a:bodyPr/>
          <a:lstStyle/>
          <a:p>
            <a:r>
              <a:rPr lang="en-US"/>
              <a:t> </a:t>
            </a:r>
          </a:p>
        </p:txBody>
      </p:sp>
      <p:sp>
        <p:nvSpPr>
          <p:cNvPr id="10" name="Text Placeholder 9">
            <a:extLst>
              <a:ext uri="{FF2B5EF4-FFF2-40B4-BE49-F238E27FC236}">
                <a16:creationId xmlns:a16="http://schemas.microsoft.com/office/drawing/2014/main" id="{962F9D9A-2093-3C17-E11F-0CCDB416ABE5}"/>
              </a:ext>
            </a:extLst>
          </p:cNvPr>
          <p:cNvSpPr>
            <a:spLocks noGrp="1"/>
          </p:cNvSpPr>
          <p:nvPr>
            <p:ph type="body" sz="quarter" idx="51"/>
          </p:nvPr>
        </p:nvSpPr>
        <p:spPr>
          <a:gradFill>
            <a:gsLst>
              <a:gs pos="100000">
                <a:srgbClr val="F66C24"/>
              </a:gs>
              <a:gs pos="0">
                <a:srgbClr val="EB5B11"/>
              </a:gs>
            </a:gsLst>
            <a:lin ang="4200000" scaled="0"/>
          </a:gradFill>
        </p:spPr>
        <p:txBody>
          <a:bodyPr/>
          <a:lstStyle/>
          <a:p>
            <a:r>
              <a:rPr lang="en-US" sz="1800"/>
              <a:t>RPA </a:t>
            </a:r>
            <a:r>
              <a:rPr lang="en-US" sz="1800" u="sng"/>
              <a:t>breaks</a:t>
            </a:r>
            <a:r>
              <a:rPr lang="en-US" sz="1800"/>
              <a:t> whenever UI is updated or changed</a:t>
            </a:r>
          </a:p>
        </p:txBody>
      </p:sp>
      <p:sp>
        <p:nvSpPr>
          <p:cNvPr id="12" name="Text Placeholder 11">
            <a:extLst>
              <a:ext uri="{FF2B5EF4-FFF2-40B4-BE49-F238E27FC236}">
                <a16:creationId xmlns:a16="http://schemas.microsoft.com/office/drawing/2014/main" id="{819A6FD3-35A5-5BAB-F87E-9839625B687B}"/>
              </a:ext>
            </a:extLst>
          </p:cNvPr>
          <p:cNvSpPr>
            <a:spLocks noGrp="1"/>
          </p:cNvSpPr>
          <p:nvPr>
            <p:ph type="body" sz="quarter" idx="54"/>
          </p:nvPr>
        </p:nvSpPr>
        <p:spPr/>
        <p:txBody>
          <a:bodyPr/>
          <a:lstStyle/>
          <a:p>
            <a:r>
              <a:rPr lang="en-US"/>
              <a:t> </a:t>
            </a:r>
          </a:p>
        </p:txBody>
      </p:sp>
      <p:sp>
        <p:nvSpPr>
          <p:cNvPr id="13" name="Text Placeholder 12">
            <a:extLst>
              <a:ext uri="{FF2B5EF4-FFF2-40B4-BE49-F238E27FC236}">
                <a16:creationId xmlns:a16="http://schemas.microsoft.com/office/drawing/2014/main" id="{375B3446-2302-22B0-4A36-6E4D95CBBBBF}"/>
              </a:ext>
            </a:extLst>
          </p:cNvPr>
          <p:cNvSpPr>
            <a:spLocks noGrp="1"/>
          </p:cNvSpPr>
          <p:nvPr>
            <p:ph type="body" sz="quarter" idx="55"/>
          </p:nvPr>
        </p:nvSpPr>
        <p:spPr>
          <a:gradFill>
            <a:gsLst>
              <a:gs pos="0">
                <a:schemeClr val="accent6">
                  <a:lumMod val="75000"/>
                </a:schemeClr>
              </a:gs>
              <a:gs pos="100000">
                <a:srgbClr val="EB5B11"/>
              </a:gs>
            </a:gsLst>
            <a:lin ang="4200000" scaled="0"/>
          </a:gradFill>
        </p:spPr>
        <p:txBody>
          <a:bodyPr/>
          <a:lstStyle/>
          <a:p>
            <a:r>
              <a:rPr lang="en-US" sz="1800"/>
              <a:t>Employees </a:t>
            </a:r>
            <a:r>
              <a:rPr lang="en-US" sz="1800" u="sng"/>
              <a:t>waste time </a:t>
            </a:r>
            <a:r>
              <a:rPr lang="en-US" sz="1800"/>
              <a:t>structuring data</a:t>
            </a:r>
          </a:p>
        </p:txBody>
      </p:sp>
      <p:sp>
        <p:nvSpPr>
          <p:cNvPr id="15" name="Text Placeholder 14">
            <a:extLst>
              <a:ext uri="{FF2B5EF4-FFF2-40B4-BE49-F238E27FC236}">
                <a16:creationId xmlns:a16="http://schemas.microsoft.com/office/drawing/2014/main" id="{A675B09A-D381-9192-8035-2BFAB892C427}"/>
              </a:ext>
            </a:extLst>
          </p:cNvPr>
          <p:cNvSpPr>
            <a:spLocks noGrp="1"/>
          </p:cNvSpPr>
          <p:nvPr>
            <p:ph type="body" sz="quarter" idx="59"/>
          </p:nvPr>
        </p:nvSpPr>
        <p:spPr/>
        <p:txBody>
          <a:bodyPr/>
          <a:lstStyle/>
          <a:p>
            <a:r>
              <a:rPr lang="en-US"/>
              <a:t>Teams must constantly monitor existing RPA scripts to ensure they do not break.</a:t>
            </a:r>
          </a:p>
        </p:txBody>
      </p:sp>
      <p:sp>
        <p:nvSpPr>
          <p:cNvPr id="16" name="Text Placeholder 15">
            <a:extLst>
              <a:ext uri="{FF2B5EF4-FFF2-40B4-BE49-F238E27FC236}">
                <a16:creationId xmlns:a16="http://schemas.microsoft.com/office/drawing/2014/main" id="{6873F6C2-8BDB-5C22-5F78-1F0DAB273DCB}"/>
              </a:ext>
            </a:extLst>
          </p:cNvPr>
          <p:cNvSpPr>
            <a:spLocks noGrp="1"/>
          </p:cNvSpPr>
          <p:nvPr>
            <p:ph type="body" sz="quarter" idx="60"/>
          </p:nvPr>
        </p:nvSpPr>
        <p:spPr/>
        <p:txBody>
          <a:bodyPr/>
          <a:lstStyle/>
          <a:p>
            <a:r>
              <a:rPr lang="en-US"/>
              <a:t>Nearly all automation today starts with form over data which is slow and error prone.</a:t>
            </a:r>
          </a:p>
        </p:txBody>
      </p:sp>
      <p:sp>
        <p:nvSpPr>
          <p:cNvPr id="17" name="Text Placeholder 16">
            <a:extLst>
              <a:ext uri="{FF2B5EF4-FFF2-40B4-BE49-F238E27FC236}">
                <a16:creationId xmlns:a16="http://schemas.microsoft.com/office/drawing/2014/main" id="{539406A8-0922-9215-4A54-9D7171EE300D}"/>
              </a:ext>
            </a:extLst>
          </p:cNvPr>
          <p:cNvSpPr>
            <a:spLocks noGrp="1"/>
          </p:cNvSpPr>
          <p:nvPr>
            <p:ph type="body" sz="quarter" idx="61"/>
          </p:nvPr>
        </p:nvSpPr>
        <p:spPr/>
        <p:txBody>
          <a:bodyPr/>
          <a:lstStyle/>
          <a:p>
            <a:r>
              <a:rPr lang="en-US"/>
              <a:t>Complex logic is needed to handle unexpected edge cases within automation systems.</a:t>
            </a:r>
          </a:p>
        </p:txBody>
      </p:sp>
      <p:grpSp>
        <p:nvGrpSpPr>
          <p:cNvPr id="18" name="Group 17">
            <a:extLst>
              <a:ext uri="{FF2B5EF4-FFF2-40B4-BE49-F238E27FC236}">
                <a16:creationId xmlns:a16="http://schemas.microsoft.com/office/drawing/2014/main" id="{2953AE98-C47D-39ED-2777-545BA7F8E2F1}"/>
              </a:ext>
            </a:extLst>
          </p:cNvPr>
          <p:cNvGrpSpPr/>
          <p:nvPr/>
        </p:nvGrpSpPr>
        <p:grpSpPr>
          <a:xfrm>
            <a:off x="1877330" y="3293183"/>
            <a:ext cx="1458400" cy="1639614"/>
            <a:chOff x="4908910" y="2250858"/>
            <a:chExt cx="1458400" cy="1639614"/>
          </a:xfrm>
        </p:grpSpPr>
        <p:sp>
          <p:nvSpPr>
            <p:cNvPr id="19" name="Rounded Rectangle 18">
              <a:extLst>
                <a:ext uri="{FF2B5EF4-FFF2-40B4-BE49-F238E27FC236}">
                  <a16:creationId xmlns:a16="http://schemas.microsoft.com/office/drawing/2014/main" id="{45842CD4-C58F-FA86-D49F-268C991E4215}"/>
                </a:ext>
              </a:extLst>
            </p:cNvPr>
            <p:cNvSpPr/>
            <p:nvPr/>
          </p:nvSpPr>
          <p:spPr>
            <a:xfrm>
              <a:off x="4908910" y="2250858"/>
              <a:ext cx="1458400" cy="1639614"/>
            </a:xfrm>
            <a:prstGeom prst="roundRect">
              <a:avLst>
                <a:gd name="adj" fmla="val 8537"/>
              </a:avLst>
            </a:prstGeom>
            <a:solidFill>
              <a:schemeClr val="bg1">
                <a:lumMod val="95000"/>
              </a:schemeClr>
            </a:solidFill>
            <a:ln>
              <a:solidFill>
                <a:schemeClr val="bg1">
                  <a:lumMod val="85000"/>
                </a:schemeClr>
              </a:solidFill>
            </a:ln>
            <a:effectLst>
              <a:outerShdw blurRad="127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cxnSp>
          <p:nvCxnSpPr>
            <p:cNvPr id="20" name="Straight Connector 19">
              <a:extLst>
                <a:ext uri="{FF2B5EF4-FFF2-40B4-BE49-F238E27FC236}">
                  <a16:creationId xmlns:a16="http://schemas.microsoft.com/office/drawing/2014/main" id="{7E77553A-98A3-75A4-A939-DD27AD656EDC}"/>
                </a:ext>
              </a:extLst>
            </p:cNvPr>
            <p:cNvCxnSpPr/>
            <p:nvPr/>
          </p:nvCxnSpPr>
          <p:spPr>
            <a:xfrm>
              <a:off x="5086521" y="2484289"/>
              <a:ext cx="459013"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F4715394-7EB5-AE23-4A9F-DB57C106D7F4}"/>
                </a:ext>
              </a:extLst>
            </p:cNvPr>
            <p:cNvSpPr/>
            <p:nvPr/>
          </p:nvSpPr>
          <p:spPr>
            <a:xfrm>
              <a:off x="5095786" y="2603023"/>
              <a:ext cx="1090947" cy="169044"/>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Segoe UI Semilight"/>
                <a:ea typeface="+mn-ea"/>
                <a:cs typeface="+mn-cs"/>
              </a:endParaRPr>
            </a:p>
          </p:txBody>
        </p:sp>
        <p:cxnSp>
          <p:nvCxnSpPr>
            <p:cNvPr id="22" name="Straight Connector 21">
              <a:extLst>
                <a:ext uri="{FF2B5EF4-FFF2-40B4-BE49-F238E27FC236}">
                  <a16:creationId xmlns:a16="http://schemas.microsoft.com/office/drawing/2014/main" id="{506AB97F-51D3-78D9-80E2-6FF0ED1613F4}"/>
                </a:ext>
              </a:extLst>
            </p:cNvPr>
            <p:cNvCxnSpPr>
              <a:cxnSpLocks/>
            </p:cNvCxnSpPr>
            <p:nvPr/>
          </p:nvCxnSpPr>
          <p:spPr>
            <a:xfrm>
              <a:off x="5082552" y="3008220"/>
              <a:ext cx="563361"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266B2AB-4266-5B29-B741-29EDC658DC0C}"/>
                </a:ext>
              </a:extLst>
            </p:cNvPr>
            <p:cNvSpPr/>
            <p:nvPr/>
          </p:nvSpPr>
          <p:spPr>
            <a:xfrm>
              <a:off x="5091817" y="3126954"/>
              <a:ext cx="1090947" cy="169044"/>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Segoe UI Semilight"/>
                <a:ea typeface="+mn-ea"/>
                <a:cs typeface="+mn-cs"/>
              </a:endParaRPr>
            </a:p>
          </p:txBody>
        </p:sp>
        <p:sp>
          <p:nvSpPr>
            <p:cNvPr id="24" name="Rounded Rectangle 23">
              <a:extLst>
                <a:ext uri="{FF2B5EF4-FFF2-40B4-BE49-F238E27FC236}">
                  <a16:creationId xmlns:a16="http://schemas.microsoft.com/office/drawing/2014/main" id="{9B3852F2-DF9E-C3D8-EC68-2B9557C24344}"/>
                </a:ext>
              </a:extLst>
            </p:cNvPr>
            <p:cNvSpPr/>
            <p:nvPr/>
          </p:nvSpPr>
          <p:spPr>
            <a:xfrm>
              <a:off x="5553772" y="3514727"/>
              <a:ext cx="628992" cy="215443"/>
            </a:xfrm>
            <a:prstGeom prst="roundRect">
              <a:avLst>
                <a:gd name="adj" fmla="val 27739"/>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cxnSp>
          <p:nvCxnSpPr>
            <p:cNvPr id="25" name="Straight Connector 24">
              <a:extLst>
                <a:ext uri="{FF2B5EF4-FFF2-40B4-BE49-F238E27FC236}">
                  <a16:creationId xmlns:a16="http://schemas.microsoft.com/office/drawing/2014/main" id="{8D3EED98-4DBC-D0CE-F4A1-9FBB118716EB}"/>
                </a:ext>
              </a:extLst>
            </p:cNvPr>
            <p:cNvCxnSpPr/>
            <p:nvPr/>
          </p:nvCxnSpPr>
          <p:spPr>
            <a:xfrm>
              <a:off x="5630298" y="3613028"/>
              <a:ext cx="459013" cy="0"/>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26" name="Straight Arrow Connector 25">
            <a:extLst>
              <a:ext uri="{FF2B5EF4-FFF2-40B4-BE49-F238E27FC236}">
                <a16:creationId xmlns:a16="http://schemas.microsoft.com/office/drawing/2014/main" id="{A7111AC3-8D5B-9502-B290-1764DB183C38}"/>
              </a:ext>
            </a:extLst>
          </p:cNvPr>
          <p:cNvCxnSpPr>
            <a:cxnSpLocks/>
          </p:cNvCxnSpPr>
          <p:nvPr/>
        </p:nvCxnSpPr>
        <p:spPr>
          <a:xfrm>
            <a:off x="1002680" y="4169279"/>
            <a:ext cx="653488" cy="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95E88C09-5246-BB02-26C3-1E45A8BCFDC3}"/>
              </a:ext>
            </a:extLst>
          </p:cNvPr>
          <p:cNvPicPr>
            <a:picLocks noChangeAspect="1"/>
          </p:cNvPicPr>
          <p:nvPr/>
        </p:nvPicPr>
        <p:blipFill>
          <a:blip r:embed="rId2"/>
          <a:stretch>
            <a:fillRect/>
          </a:stretch>
        </p:blipFill>
        <p:spPr>
          <a:xfrm>
            <a:off x="5336440" y="3475540"/>
            <a:ext cx="1260036" cy="1260036"/>
          </a:xfrm>
          <a:prstGeom prst="rect">
            <a:avLst/>
          </a:prstGeom>
        </p:spPr>
      </p:pic>
      <p:cxnSp>
        <p:nvCxnSpPr>
          <p:cNvPr id="28" name="Straight Arrow Connector 27">
            <a:extLst>
              <a:ext uri="{FF2B5EF4-FFF2-40B4-BE49-F238E27FC236}">
                <a16:creationId xmlns:a16="http://schemas.microsoft.com/office/drawing/2014/main" id="{BAB0FC16-3A56-39A7-4421-2375C4B8F7EE}"/>
              </a:ext>
            </a:extLst>
          </p:cNvPr>
          <p:cNvCxnSpPr>
            <a:cxnSpLocks/>
          </p:cNvCxnSpPr>
          <p:nvPr/>
        </p:nvCxnSpPr>
        <p:spPr>
          <a:xfrm>
            <a:off x="4580092" y="4176448"/>
            <a:ext cx="596597" cy="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A277E2E-E449-D31F-F229-02C728795B8B}"/>
              </a:ext>
            </a:extLst>
          </p:cNvPr>
          <p:cNvCxnSpPr>
            <a:cxnSpLocks/>
          </p:cNvCxnSpPr>
          <p:nvPr/>
        </p:nvCxnSpPr>
        <p:spPr>
          <a:xfrm>
            <a:off x="6704547" y="4176300"/>
            <a:ext cx="670937" cy="0"/>
          </a:xfrm>
          <a:prstGeom prst="straightConnector1">
            <a:avLst/>
          </a:prstGeom>
          <a:ln w="44450">
            <a:solidFill>
              <a:schemeClr val="accent6">
                <a:lumMod val="75000"/>
              </a:schemeClr>
            </a:solidFill>
            <a:headEnd type="none" w="lg" len="med"/>
            <a:tailEnd type="none" w="med" len="sm"/>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6DEC19E9-586B-78B5-87CB-DC865E5D74D6}"/>
              </a:ext>
            </a:extLst>
          </p:cNvPr>
          <p:cNvPicPr>
            <a:picLocks noChangeAspect="1"/>
          </p:cNvPicPr>
          <p:nvPr/>
        </p:nvPicPr>
        <p:blipFill>
          <a:blip r:embed="rId3"/>
          <a:stretch>
            <a:fillRect/>
          </a:stretch>
        </p:blipFill>
        <p:spPr>
          <a:xfrm>
            <a:off x="8959545" y="3683143"/>
            <a:ext cx="1141316" cy="1141316"/>
          </a:xfrm>
          <a:prstGeom prst="rect">
            <a:avLst/>
          </a:prstGeom>
        </p:spPr>
      </p:pic>
      <p:grpSp>
        <p:nvGrpSpPr>
          <p:cNvPr id="31" name="Group 30">
            <a:extLst>
              <a:ext uri="{FF2B5EF4-FFF2-40B4-BE49-F238E27FC236}">
                <a16:creationId xmlns:a16="http://schemas.microsoft.com/office/drawing/2014/main" id="{292194FE-E0EC-03E6-D117-AA36628EB900}"/>
              </a:ext>
            </a:extLst>
          </p:cNvPr>
          <p:cNvGrpSpPr/>
          <p:nvPr/>
        </p:nvGrpSpPr>
        <p:grpSpPr>
          <a:xfrm>
            <a:off x="9366157" y="3184295"/>
            <a:ext cx="255833" cy="554053"/>
            <a:chOff x="10370278" y="4140963"/>
            <a:chExt cx="132941" cy="333190"/>
          </a:xfrm>
        </p:grpSpPr>
        <p:cxnSp>
          <p:nvCxnSpPr>
            <p:cNvPr id="32" name="Straight Arrow Connector 31">
              <a:extLst>
                <a:ext uri="{FF2B5EF4-FFF2-40B4-BE49-F238E27FC236}">
                  <a16:creationId xmlns:a16="http://schemas.microsoft.com/office/drawing/2014/main" id="{262689DC-1E1E-533E-AFA1-E431A60D1B26}"/>
                </a:ext>
              </a:extLst>
            </p:cNvPr>
            <p:cNvCxnSpPr>
              <a:cxnSpLocks/>
            </p:cNvCxnSpPr>
            <p:nvPr/>
          </p:nvCxnSpPr>
          <p:spPr>
            <a:xfrm flipV="1">
              <a:off x="10370278" y="4140963"/>
              <a:ext cx="4850" cy="32008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F9C785F-4616-C606-7335-DFBACEE81A88}"/>
                </a:ext>
              </a:extLst>
            </p:cNvPr>
            <p:cNvCxnSpPr>
              <a:cxnSpLocks/>
            </p:cNvCxnSpPr>
            <p:nvPr/>
          </p:nvCxnSpPr>
          <p:spPr>
            <a:xfrm>
              <a:off x="10503219" y="4141712"/>
              <a:ext cx="0" cy="332441"/>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680656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 Placeholder 9">
            <a:extLst>
              <a:ext uri="{FF2B5EF4-FFF2-40B4-BE49-F238E27FC236}">
                <a16:creationId xmlns:a16="http://schemas.microsoft.com/office/drawing/2014/main" id="{F81D6411-A234-F379-2D88-7551CAF34ED7}"/>
              </a:ext>
            </a:extLst>
          </p:cNvPr>
          <p:cNvSpPr txBox="1">
            <a:spLocks/>
          </p:cNvSpPr>
          <p:nvPr/>
        </p:nvSpPr>
        <p:spPr>
          <a:xfrm>
            <a:off x="4526280" y="2143336"/>
            <a:ext cx="291693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alpha val="0"/>
                  </a:srgbClr>
                </a:solidFill>
                <a:effectLst/>
                <a:uLnTx/>
                <a:uFillTx/>
                <a:latin typeface="Segoe UI Semibold"/>
                <a:ea typeface="+mn-ea"/>
                <a:cs typeface="+mn-cs"/>
              </a:rPr>
              <a:t>RPA breaks as soon as the UI updates or changes</a:t>
            </a:r>
          </a:p>
        </p:txBody>
      </p:sp>
      <p:sp>
        <p:nvSpPr>
          <p:cNvPr id="71" name="Text Placeholder 8">
            <a:extLst>
              <a:ext uri="{FF2B5EF4-FFF2-40B4-BE49-F238E27FC236}">
                <a16:creationId xmlns:a16="http://schemas.microsoft.com/office/drawing/2014/main" id="{A08AAD20-4A8F-4302-32CE-4C1173AA8FB4}"/>
              </a:ext>
            </a:extLst>
          </p:cNvPr>
          <p:cNvSpPr txBox="1">
            <a:spLocks/>
          </p:cNvSpPr>
          <p:nvPr/>
        </p:nvSpPr>
        <p:spPr>
          <a:xfrm>
            <a:off x="4524378" y="2153246"/>
            <a:ext cx="2914646" cy="498598"/>
          </a:xfrm>
          <a:prstGeom prst="rect">
            <a:avLst/>
          </a:prstGeom>
        </p:spPr>
        <p:txBody>
          <a:bodyPr vert="horz" wrap="square"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LLMs update RPAs if the</a:t>
            </a:r>
            <a:br>
              <a:rPr kumimoji="0" lang="en-US" sz="1800" b="0" i="0" u="none" strike="noStrike" kern="1200" cap="none" spc="0" normalizeH="0" baseline="0" noProof="0">
                <a:ln>
                  <a:noFill/>
                </a:ln>
                <a:solidFill>
                  <a:srgbClr val="281933"/>
                </a:solidFill>
                <a:effectLst/>
                <a:uLnTx/>
                <a:uFillTx/>
                <a:latin typeface="Segoe UI Semibold"/>
                <a:ea typeface="+mn-ea"/>
                <a:cs typeface="+mn-cs"/>
              </a:rPr>
            </a:br>
            <a:r>
              <a:rPr kumimoji="0" lang="en-US" sz="1800" b="0" i="0" u="none" strike="noStrike" kern="1200" cap="none" spc="0" normalizeH="0" baseline="0" noProof="0">
                <a:ln>
                  <a:noFill/>
                </a:ln>
                <a:solidFill>
                  <a:srgbClr val="281933"/>
                </a:solidFill>
                <a:effectLst/>
                <a:uLnTx/>
                <a:uFillTx/>
                <a:latin typeface="Segoe UI Semibold"/>
                <a:ea typeface="+mn-ea"/>
                <a:cs typeface="+mn-cs"/>
              </a:rPr>
              <a:t>UI updates or changes</a:t>
            </a:r>
          </a:p>
        </p:txBody>
      </p:sp>
      <p:sp>
        <p:nvSpPr>
          <p:cNvPr id="69" name="Text Placeholder 10">
            <a:extLst>
              <a:ext uri="{FF2B5EF4-FFF2-40B4-BE49-F238E27FC236}">
                <a16:creationId xmlns:a16="http://schemas.microsoft.com/office/drawing/2014/main" id="{7582E672-9A1E-A7E5-7C8A-C5CB0F5DB3E2}"/>
              </a:ext>
            </a:extLst>
          </p:cNvPr>
          <p:cNvSpPr txBox="1">
            <a:spLocks/>
          </p:cNvSpPr>
          <p:nvPr/>
        </p:nvSpPr>
        <p:spPr>
          <a:xfrm>
            <a:off x="8324850" y="2143336"/>
            <a:ext cx="2914650"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alpha val="0"/>
                  </a:srgbClr>
                </a:solidFill>
                <a:effectLst/>
                <a:uLnTx/>
                <a:uFillTx/>
                <a:latin typeface="Segoe UI Semibold"/>
                <a:ea typeface="+mn-ea"/>
                <a:cs typeface="+mn-cs"/>
              </a:rPr>
              <a:t>Automation cannot self-heal or handle novel cases</a:t>
            </a:r>
          </a:p>
        </p:txBody>
      </p:sp>
      <p:sp>
        <p:nvSpPr>
          <p:cNvPr id="72" name="Text Placeholder 8">
            <a:extLst>
              <a:ext uri="{FF2B5EF4-FFF2-40B4-BE49-F238E27FC236}">
                <a16:creationId xmlns:a16="http://schemas.microsoft.com/office/drawing/2014/main" id="{8158F2A0-37A3-BD38-7B41-C4A064A9403E}"/>
              </a:ext>
            </a:extLst>
          </p:cNvPr>
          <p:cNvSpPr txBox="1">
            <a:spLocks/>
          </p:cNvSpPr>
          <p:nvPr/>
        </p:nvSpPr>
        <p:spPr>
          <a:xfrm>
            <a:off x="8322253" y="216051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Tool calling LLMs can self-heal or handle novel cases</a:t>
            </a:r>
          </a:p>
        </p:txBody>
      </p:sp>
      <p:sp>
        <p:nvSpPr>
          <p:cNvPr id="15" name="Rounded Rectangle 14">
            <a:extLst>
              <a:ext uri="{FF2B5EF4-FFF2-40B4-BE49-F238E27FC236}">
                <a16:creationId xmlns:a16="http://schemas.microsoft.com/office/drawing/2014/main" id="{8FCB1BE1-1E61-7BA8-8CBA-EEED199376B3}"/>
              </a:ext>
            </a:extLst>
          </p:cNvPr>
          <p:cNvSpPr/>
          <p:nvPr/>
        </p:nvSpPr>
        <p:spPr>
          <a:xfrm>
            <a:off x="1199950" y="4255896"/>
            <a:ext cx="1986012" cy="1606821"/>
          </a:xfrm>
          <a:prstGeom prst="roundRect">
            <a:avLst>
              <a:gd name="adj" fmla="val 766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Here you go!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Would you like me to submit the JSON to the API?</a:t>
            </a:r>
          </a:p>
        </p:txBody>
      </p:sp>
      <p:sp>
        <p:nvSpPr>
          <p:cNvPr id="2" name="Title 1">
            <a:extLst>
              <a:ext uri="{FF2B5EF4-FFF2-40B4-BE49-F238E27FC236}">
                <a16:creationId xmlns:a16="http://schemas.microsoft.com/office/drawing/2014/main" id="{087A65F4-ED0E-1E51-060F-D8BC150053A7}"/>
              </a:ext>
            </a:extLst>
          </p:cNvPr>
          <p:cNvSpPr>
            <a:spLocks noGrp="1"/>
          </p:cNvSpPr>
          <p:nvPr>
            <p:ph type="title"/>
          </p:nvPr>
        </p:nvSpPr>
        <p:spPr>
          <a:xfrm>
            <a:off x="723901" y="919673"/>
            <a:ext cx="10515600" cy="886397"/>
          </a:xfrm>
        </p:spPr>
        <p:txBody>
          <a:bodyPr/>
          <a:lstStyle/>
          <a:p>
            <a:r>
              <a:rPr lang="en-US"/>
              <a:t>With AI Agents, you can make your automation more </a:t>
            </a:r>
            <a:r>
              <a:rPr lang="en-US">
                <a:gradFill>
                  <a:gsLst>
                    <a:gs pos="0">
                      <a:schemeClr val="accent4">
                        <a:lumMod val="75000"/>
                      </a:schemeClr>
                    </a:gs>
                    <a:gs pos="99000">
                      <a:schemeClr val="accent4"/>
                    </a:gs>
                  </a:gsLst>
                  <a:lin ang="4200000" scaled="0"/>
                </a:gradFill>
              </a:rPr>
              <a:t>resilient</a:t>
            </a:r>
            <a:r>
              <a:rPr lang="en-US"/>
              <a:t> while removing the drudgery from work</a:t>
            </a:r>
          </a:p>
        </p:txBody>
      </p:sp>
      <p:sp>
        <p:nvSpPr>
          <p:cNvPr id="7" name="Text Placeholder 6">
            <a:extLst>
              <a:ext uri="{FF2B5EF4-FFF2-40B4-BE49-F238E27FC236}">
                <a16:creationId xmlns:a16="http://schemas.microsoft.com/office/drawing/2014/main" id="{594B76AD-949F-E630-3CB6-3049B94EEAD4}"/>
              </a:ext>
            </a:extLst>
          </p:cNvPr>
          <p:cNvSpPr>
            <a:spLocks noGrp="1"/>
          </p:cNvSpPr>
          <p:nvPr>
            <p:ph type="body" sz="quarter" idx="13"/>
          </p:nvPr>
        </p:nvSpPr>
        <p:spPr>
          <a:xfrm>
            <a:off x="723899" y="523101"/>
            <a:ext cx="10520259" cy="276999"/>
          </a:xfrm>
        </p:spPr>
        <p:txBody>
          <a:bodyPr/>
          <a:lstStyle/>
          <a:p>
            <a:r>
              <a:rPr lang="en-US"/>
              <a:t>After AI Agents</a:t>
            </a:r>
          </a:p>
        </p:txBody>
      </p:sp>
      <p:sp>
        <p:nvSpPr>
          <p:cNvPr id="6" name="Slide Number Placeholder 5">
            <a:extLst>
              <a:ext uri="{FF2B5EF4-FFF2-40B4-BE49-F238E27FC236}">
                <a16:creationId xmlns:a16="http://schemas.microsoft.com/office/drawing/2014/main" id="{7B007E39-8AA3-8387-AE9A-25D43C573EF2}"/>
              </a:ext>
            </a:extLst>
          </p:cNvPr>
          <p:cNvSpPr>
            <a:spLocks noGrp="1"/>
          </p:cNvSpPr>
          <p:nvPr>
            <p:ph type="sldNum" sz="quarter" idx="2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6BE13-FF2C-3A41-A53B-D6BC2DDA0AE5}" type="slidenum">
              <a:rPr kumimoji="0" lang="en-US" sz="900" b="0" i="0" u="none" strike="noStrike" kern="1200" cap="none" spc="0" normalizeH="0" baseline="0" noProof="0" smtClean="0">
                <a:ln>
                  <a:noFill/>
                </a:ln>
                <a:solidFill>
                  <a:srgbClr val="FFFFFF">
                    <a:lumMod val="65000"/>
                  </a:srgbClr>
                </a:solidFill>
                <a:effectLst/>
                <a:uLnTx/>
                <a:uFillTx/>
                <a:latin typeface="Segoe UI Light" panose="020B0502040204020203" pitchFamily="34" charset="0"/>
                <a:ea typeface="+mn-ea"/>
                <a:cs typeface="Segoe UI Light" panose="020B0502040204020203"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900" b="0" i="0" u="none" strike="noStrike" kern="1200" cap="none" spc="0" normalizeH="0" baseline="0" noProof="0">
              <a:ln>
                <a:noFill/>
              </a:ln>
              <a:solidFill>
                <a:srgbClr val="FFFFFF">
                  <a:lumMod val="85000"/>
                </a:srgbClr>
              </a:solidFill>
              <a:effectLst/>
              <a:uLnTx/>
              <a:uFillTx/>
              <a:latin typeface="Segoe UI Light" panose="020B0502040204020203" pitchFamily="34" charset="0"/>
              <a:ea typeface="+mn-ea"/>
              <a:cs typeface="Segoe UI Light" panose="020B0502040204020203" pitchFamily="34" charset="0"/>
            </a:endParaRPr>
          </a:p>
        </p:txBody>
      </p:sp>
      <p:pic>
        <p:nvPicPr>
          <p:cNvPr id="3" name="Picture 2" descr="A colorful hexagon with stars&#10;&#10;Description automatically generated">
            <a:extLst>
              <a:ext uri="{FF2B5EF4-FFF2-40B4-BE49-F238E27FC236}">
                <a16:creationId xmlns:a16="http://schemas.microsoft.com/office/drawing/2014/main" id="{92052026-06A3-6FAA-4A5A-A71DE5594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899" y="4150541"/>
            <a:ext cx="443198" cy="443198"/>
          </a:xfrm>
          <a:prstGeom prst="rect">
            <a:avLst/>
          </a:prstGeom>
        </p:spPr>
      </p:pic>
      <p:sp>
        <p:nvSpPr>
          <p:cNvPr id="16" name="Rounded Rectangle 15">
            <a:extLst>
              <a:ext uri="{FF2B5EF4-FFF2-40B4-BE49-F238E27FC236}">
                <a16:creationId xmlns:a16="http://schemas.microsoft.com/office/drawing/2014/main" id="{804F8067-8512-3467-7B93-37AB4AC3D5FF}"/>
              </a:ext>
            </a:extLst>
          </p:cNvPr>
          <p:cNvSpPr/>
          <p:nvPr/>
        </p:nvSpPr>
        <p:spPr>
          <a:xfrm>
            <a:off x="1321627" y="4556216"/>
            <a:ext cx="1728894" cy="811650"/>
          </a:xfrm>
          <a:prstGeom prst="roundRect">
            <a:avLst>
              <a:gd name="adj" fmla="val 544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enlo" panose="020B0609030804020204" pitchFamily="49" charset="0"/>
                <a:ea typeface="Menlo" panose="020B0609030804020204" pitchFamily="49" charset="0"/>
                <a:cs typeface="Menlo" panose="020B0609030804020204" pitchFamily="49" charset="0"/>
              </a:rPr>
              <a:t>{</a:t>
            </a:r>
            <a:br>
              <a:rPr kumimoji="0" lang="en-US" sz="1000" b="0" i="0" u="none" strike="noStrike" kern="1200" cap="none" spc="0" normalizeH="0" baseline="0" noProof="0">
                <a:ln>
                  <a:noFill/>
                </a:ln>
                <a:solidFill>
                  <a:srgbClr val="FFFFFF"/>
                </a:solidFill>
                <a:effectLst/>
                <a:uLnTx/>
                <a:uFillTx/>
                <a:latin typeface="Menlo" panose="020B0609030804020204" pitchFamily="49" charset="0"/>
                <a:ea typeface="Menlo" panose="020B0609030804020204" pitchFamily="49" charset="0"/>
                <a:cs typeface="Menlo" panose="020B0609030804020204" pitchFamily="49" charset="0"/>
              </a:rPr>
            </a:br>
            <a:r>
              <a:rPr kumimoji="0" lang="en-US" sz="1000" b="0" i="0" u="none" strike="noStrike" kern="1200" cap="none" spc="0" normalizeH="0" baseline="0" noProof="0">
                <a:ln>
                  <a:noFill/>
                </a:ln>
                <a:solidFill>
                  <a:srgbClr val="FFFFFF"/>
                </a:solidFill>
                <a:effectLst/>
                <a:uLnTx/>
                <a:uFillTx/>
                <a:latin typeface="Menlo" panose="020B0609030804020204" pitchFamily="49" charset="0"/>
                <a:ea typeface="Menlo" panose="020B0609030804020204" pitchFamily="49" charset="0"/>
                <a:cs typeface="Menlo" panose="020B0609030804020204" pitchFamily="49" charset="0"/>
              </a:rPr>
              <a:t>  "name" : "John Clar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enlo" panose="020B0609030804020204" pitchFamily="49" charset="0"/>
                <a:ea typeface="Menlo" panose="020B0609030804020204" pitchFamily="49" charset="0"/>
                <a:cs typeface="Menlo" panose="020B0609030804020204" pitchFamily="49" charset="0"/>
              </a:rPr>
              <a:t>  "issue": ”Washing m</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enlo" panose="020B0609030804020204" pitchFamily="49" charset="0"/>
                <a:ea typeface="Menlo" panose="020B0609030804020204" pitchFamily="49" charset="0"/>
                <a:cs typeface="Menlo" panose="020B0609030804020204" pitchFamily="49" charset="0"/>
              </a:rPr>
              <a:t>}</a:t>
            </a:r>
          </a:p>
        </p:txBody>
      </p:sp>
      <p:sp>
        <p:nvSpPr>
          <p:cNvPr id="14" name="Rounded Rectangle 13">
            <a:extLst>
              <a:ext uri="{FF2B5EF4-FFF2-40B4-BE49-F238E27FC236}">
                <a16:creationId xmlns:a16="http://schemas.microsoft.com/office/drawing/2014/main" id="{5BF26989-4652-A1C6-E518-659300D6004C}"/>
              </a:ext>
            </a:extLst>
          </p:cNvPr>
          <p:cNvSpPr/>
          <p:nvPr/>
        </p:nvSpPr>
        <p:spPr>
          <a:xfrm>
            <a:off x="1796143" y="2909736"/>
            <a:ext cx="1842407" cy="646180"/>
          </a:xfrm>
          <a:prstGeom prst="roundRect">
            <a:avLst>
              <a:gd name="adj" fmla="val 16762"/>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Convert the customer  conversation into a JSON that looks like this…</a:t>
            </a:r>
          </a:p>
        </p:txBody>
      </p:sp>
      <p:sp>
        <p:nvSpPr>
          <p:cNvPr id="17" name="Rounded Rectangle 16">
            <a:extLst>
              <a:ext uri="{FF2B5EF4-FFF2-40B4-BE49-F238E27FC236}">
                <a16:creationId xmlns:a16="http://schemas.microsoft.com/office/drawing/2014/main" id="{5DC5BB76-B928-35DC-2A1C-52E9EA9544A8}"/>
              </a:ext>
            </a:extLst>
          </p:cNvPr>
          <p:cNvSpPr/>
          <p:nvPr/>
        </p:nvSpPr>
        <p:spPr>
          <a:xfrm>
            <a:off x="2425566" y="3601259"/>
            <a:ext cx="1212980" cy="417840"/>
          </a:xfrm>
          <a:prstGeom prst="roundRect">
            <a:avLst>
              <a:gd name="adj" fmla="val 20687"/>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Segoe UI Semilight"/>
                <a:ea typeface="+mn-ea"/>
                <a:cs typeface="Segoe UI" panose="020B0502040204020203" pitchFamily="34" charset="0"/>
              </a:rPr>
              <a:t>Transcript</a:t>
            </a:r>
          </a:p>
        </p:txBody>
      </p:sp>
      <p:pic>
        <p:nvPicPr>
          <p:cNvPr id="18" name="Picture 17">
            <a:extLst>
              <a:ext uri="{FF2B5EF4-FFF2-40B4-BE49-F238E27FC236}">
                <a16:creationId xmlns:a16="http://schemas.microsoft.com/office/drawing/2014/main" id="{4AB1A100-3597-FA75-57A5-2EC899CA544D}"/>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7200"/>
                    </a14:imgEffect>
                    <a14:imgEffect>
                      <a14:saturation sat="0"/>
                    </a14:imgEffect>
                  </a14:imgLayer>
                </a14:imgProps>
              </a:ext>
            </a:extLst>
          </a:blip>
          <a:stretch>
            <a:fillRect/>
          </a:stretch>
        </p:blipFill>
        <p:spPr>
          <a:xfrm>
            <a:off x="2560356" y="3693528"/>
            <a:ext cx="241299" cy="241299"/>
          </a:xfrm>
          <a:prstGeom prst="rect">
            <a:avLst/>
          </a:prstGeom>
        </p:spPr>
      </p:pic>
      <p:sp>
        <p:nvSpPr>
          <p:cNvPr id="19" name="Rounded Rectangle 18">
            <a:extLst>
              <a:ext uri="{FF2B5EF4-FFF2-40B4-BE49-F238E27FC236}">
                <a16:creationId xmlns:a16="http://schemas.microsoft.com/office/drawing/2014/main" id="{640C7F74-55D3-8418-C91F-0F358C4A462B}"/>
              </a:ext>
            </a:extLst>
          </p:cNvPr>
          <p:cNvSpPr/>
          <p:nvPr/>
        </p:nvSpPr>
        <p:spPr>
          <a:xfrm>
            <a:off x="5596019" y="2909736"/>
            <a:ext cx="1842407" cy="460079"/>
          </a:xfrm>
          <a:prstGeom prst="roundRect">
            <a:avLst>
              <a:gd name="adj" fmla="val 16762"/>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Click on the submit button for the scheduling form</a:t>
            </a:r>
          </a:p>
        </p:txBody>
      </p:sp>
      <p:sp>
        <p:nvSpPr>
          <p:cNvPr id="22" name="Rounded Rectangle 21">
            <a:extLst>
              <a:ext uri="{FF2B5EF4-FFF2-40B4-BE49-F238E27FC236}">
                <a16:creationId xmlns:a16="http://schemas.microsoft.com/office/drawing/2014/main" id="{09B4628A-28C6-6064-D850-A7F9219F3410}"/>
              </a:ext>
            </a:extLst>
          </p:cNvPr>
          <p:cNvSpPr/>
          <p:nvPr/>
        </p:nvSpPr>
        <p:spPr>
          <a:xfrm>
            <a:off x="5002331" y="3683643"/>
            <a:ext cx="1986012" cy="665108"/>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Looks like the ID of the order form is </a:t>
            </a:r>
            <a:r>
              <a:rPr kumimoji="0" lang="en-US" sz="1000" b="0" i="0" u="none" strike="noStrike" kern="1200" cap="none" spc="0" normalizeH="0" baseline="0" noProof="0">
                <a:ln>
                  <a:noFill/>
                </a:ln>
                <a:solidFill>
                  <a:srgbClr val="281933"/>
                </a:solidFill>
                <a:effectLst/>
                <a:uLnTx/>
                <a:uFillTx/>
                <a:latin typeface="Menlo" panose="020B0609030804020204" pitchFamily="49" charset="0"/>
                <a:ea typeface="Menlo" panose="020B0609030804020204" pitchFamily="49" charset="0"/>
                <a:cs typeface="Menlo" panose="020B0609030804020204" pitchFamily="49" charset="0"/>
              </a:rPr>
              <a:t>submit-order</a:t>
            </a:r>
            <a:r>
              <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 I’ll go ahead and click it now.</a:t>
            </a:r>
          </a:p>
        </p:txBody>
      </p:sp>
      <p:pic>
        <p:nvPicPr>
          <p:cNvPr id="23" name="Picture 22" descr="A colorful hexagon with stars&#10;&#10;Description automatically generated">
            <a:extLst>
              <a:ext uri="{FF2B5EF4-FFF2-40B4-BE49-F238E27FC236}">
                <a16:creationId xmlns:a16="http://schemas.microsoft.com/office/drawing/2014/main" id="{6BB127AD-E6DF-A58B-1641-FA8516CE8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6280" y="3578288"/>
            <a:ext cx="443198" cy="443198"/>
          </a:xfrm>
          <a:prstGeom prst="rect">
            <a:avLst/>
          </a:prstGeom>
        </p:spPr>
      </p:pic>
      <p:sp>
        <p:nvSpPr>
          <p:cNvPr id="24" name="Rounded Rectangle 23">
            <a:extLst>
              <a:ext uri="{FF2B5EF4-FFF2-40B4-BE49-F238E27FC236}">
                <a16:creationId xmlns:a16="http://schemas.microsoft.com/office/drawing/2014/main" id="{35DDC85D-F41F-E431-FB83-32369C25318C}"/>
              </a:ext>
            </a:extLst>
          </p:cNvPr>
          <p:cNvSpPr/>
          <p:nvPr/>
        </p:nvSpPr>
        <p:spPr>
          <a:xfrm>
            <a:off x="5002330" y="4411286"/>
            <a:ext cx="1619851"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p:txBody>
      </p:sp>
      <p:sp>
        <p:nvSpPr>
          <p:cNvPr id="25" name="Rounded Rectangle 24">
            <a:extLst>
              <a:ext uri="{FF2B5EF4-FFF2-40B4-BE49-F238E27FC236}">
                <a16:creationId xmlns:a16="http://schemas.microsoft.com/office/drawing/2014/main" id="{82970B1F-D72A-F92C-6F12-1162821C6EA3}"/>
              </a:ext>
            </a:extLst>
          </p:cNvPr>
          <p:cNvSpPr/>
          <p:nvPr/>
        </p:nvSpPr>
        <p:spPr>
          <a:xfrm>
            <a:off x="5111015" y="4504659"/>
            <a:ext cx="139566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6" name="TextBox 25">
            <a:extLst>
              <a:ext uri="{FF2B5EF4-FFF2-40B4-BE49-F238E27FC236}">
                <a16:creationId xmlns:a16="http://schemas.microsoft.com/office/drawing/2014/main" id="{A6E97157-B0D6-21BC-681B-414C660834B5}"/>
              </a:ext>
            </a:extLst>
          </p:cNvPr>
          <p:cNvSpPr txBox="1"/>
          <p:nvPr/>
        </p:nvSpPr>
        <p:spPr>
          <a:xfrm>
            <a:off x="5540725" y="4646170"/>
            <a:ext cx="90441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Semilight"/>
                <a:ea typeface="+mn-ea"/>
                <a:cs typeface="+mn-cs"/>
              </a:rPr>
              <a:t>Submit form</a:t>
            </a:r>
          </a:p>
        </p:txBody>
      </p:sp>
      <p:pic>
        <p:nvPicPr>
          <p:cNvPr id="27" name="Picture 26">
            <a:extLst>
              <a:ext uri="{FF2B5EF4-FFF2-40B4-BE49-F238E27FC236}">
                <a16:creationId xmlns:a16="http://schemas.microsoft.com/office/drawing/2014/main" id="{FB498D14-7B6A-30E8-5D84-60E5A4A8DFDD}"/>
              </a:ext>
            </a:extLst>
          </p:cNvPr>
          <p:cNvPicPr>
            <a:picLocks noChangeAspect="1"/>
          </p:cNvPicPr>
          <p:nvPr/>
        </p:nvPicPr>
        <p:blipFill>
          <a:blip r:embed="rId6"/>
          <a:stretch>
            <a:fillRect/>
          </a:stretch>
        </p:blipFill>
        <p:spPr>
          <a:xfrm>
            <a:off x="5224648" y="4629102"/>
            <a:ext cx="259347" cy="259347"/>
          </a:xfrm>
          <a:prstGeom prst="rect">
            <a:avLst/>
          </a:prstGeom>
        </p:spPr>
      </p:pic>
      <p:sp>
        <p:nvSpPr>
          <p:cNvPr id="28" name="Rounded Rectangle 27">
            <a:extLst>
              <a:ext uri="{FF2B5EF4-FFF2-40B4-BE49-F238E27FC236}">
                <a16:creationId xmlns:a16="http://schemas.microsoft.com/office/drawing/2014/main" id="{C845E7FD-EFD1-802D-865D-095BB9BAE7C4}"/>
              </a:ext>
            </a:extLst>
          </p:cNvPr>
          <p:cNvSpPr/>
          <p:nvPr/>
        </p:nvSpPr>
        <p:spPr>
          <a:xfrm>
            <a:off x="4988695" y="5190931"/>
            <a:ext cx="2153250" cy="665108"/>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The form has been successfully submitted, is there anything else you need?</a:t>
            </a:r>
          </a:p>
        </p:txBody>
      </p:sp>
      <p:sp>
        <p:nvSpPr>
          <p:cNvPr id="53" name="Rounded Rectangle 52">
            <a:extLst>
              <a:ext uri="{FF2B5EF4-FFF2-40B4-BE49-F238E27FC236}">
                <a16:creationId xmlns:a16="http://schemas.microsoft.com/office/drawing/2014/main" id="{AAD58BC6-6C7E-65C5-75A9-B2358993CF16}"/>
              </a:ext>
            </a:extLst>
          </p:cNvPr>
          <p:cNvSpPr/>
          <p:nvPr/>
        </p:nvSpPr>
        <p:spPr>
          <a:xfrm>
            <a:off x="9892145" y="2909736"/>
            <a:ext cx="1347355" cy="327150"/>
          </a:xfrm>
          <a:prstGeom prst="roundRect">
            <a:avLst>
              <a:gd name="adj" fmla="val 32755"/>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Assign technician</a:t>
            </a:r>
          </a:p>
        </p:txBody>
      </p:sp>
      <p:sp>
        <p:nvSpPr>
          <p:cNvPr id="67" name="Text Placeholder 8">
            <a:extLst>
              <a:ext uri="{FF2B5EF4-FFF2-40B4-BE49-F238E27FC236}">
                <a16:creationId xmlns:a16="http://schemas.microsoft.com/office/drawing/2014/main" id="{3B2C7870-C0E3-5A98-7EEC-213BB8D145FB}"/>
              </a:ext>
            </a:extLst>
          </p:cNvPr>
          <p:cNvSpPr txBox="1">
            <a:spLocks/>
          </p:cNvSpPr>
          <p:nvPr/>
        </p:nvSpPr>
        <p:spPr>
          <a:xfrm>
            <a:off x="723900" y="214333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alpha val="0"/>
                  </a:srgbClr>
                </a:solidFill>
                <a:effectLst/>
                <a:uLnTx/>
                <a:uFillTx/>
                <a:latin typeface="Segoe UI Semibold"/>
                <a:ea typeface="+mn-ea"/>
                <a:cs typeface="+mn-cs"/>
              </a:rPr>
              <a:t>Employees waste time structuring data</a:t>
            </a:r>
          </a:p>
        </p:txBody>
      </p:sp>
      <p:sp>
        <p:nvSpPr>
          <p:cNvPr id="70" name="Text Placeholder 8">
            <a:extLst>
              <a:ext uri="{FF2B5EF4-FFF2-40B4-BE49-F238E27FC236}">
                <a16:creationId xmlns:a16="http://schemas.microsoft.com/office/drawing/2014/main" id="{8EE3BE36-C4AA-8F2A-ABD7-D9947375122C}"/>
              </a:ext>
            </a:extLst>
          </p:cNvPr>
          <p:cNvSpPr txBox="1">
            <a:spLocks/>
          </p:cNvSpPr>
          <p:nvPr/>
        </p:nvSpPr>
        <p:spPr>
          <a:xfrm>
            <a:off x="723899" y="215324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LLMs spend little time structuring data</a:t>
            </a:r>
          </a:p>
        </p:txBody>
      </p:sp>
      <p:pic>
        <p:nvPicPr>
          <p:cNvPr id="4" name="Picture 3" descr="A colorful hexagon with stars&#10;&#10;Description automatically generated">
            <a:extLst>
              <a:ext uri="{FF2B5EF4-FFF2-40B4-BE49-F238E27FC236}">
                <a16:creationId xmlns:a16="http://schemas.microsoft.com/office/drawing/2014/main" id="{3CB72F26-77CE-6251-1ADC-02D9DDAD9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753" y="3372180"/>
            <a:ext cx="443198" cy="443198"/>
          </a:xfrm>
          <a:prstGeom prst="rect">
            <a:avLst/>
          </a:prstGeom>
        </p:spPr>
      </p:pic>
      <p:sp>
        <p:nvSpPr>
          <p:cNvPr id="8" name="Rounded Rectangle 7">
            <a:extLst>
              <a:ext uri="{FF2B5EF4-FFF2-40B4-BE49-F238E27FC236}">
                <a16:creationId xmlns:a16="http://schemas.microsoft.com/office/drawing/2014/main" id="{B41A5432-6E8C-2013-628A-2D49DBAF42A8}"/>
              </a:ext>
            </a:extLst>
          </p:cNvPr>
          <p:cNvSpPr/>
          <p:nvPr/>
        </p:nvSpPr>
        <p:spPr>
          <a:xfrm>
            <a:off x="8765615" y="3426486"/>
            <a:ext cx="2009758"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p:txBody>
      </p:sp>
      <p:sp>
        <p:nvSpPr>
          <p:cNvPr id="9" name="Rounded Rectangle 8">
            <a:extLst>
              <a:ext uri="{FF2B5EF4-FFF2-40B4-BE49-F238E27FC236}">
                <a16:creationId xmlns:a16="http://schemas.microsoft.com/office/drawing/2014/main" id="{6D651D87-C0B2-C8D9-4D01-09262F04278D}"/>
              </a:ext>
            </a:extLst>
          </p:cNvPr>
          <p:cNvSpPr/>
          <p:nvPr/>
        </p:nvSpPr>
        <p:spPr>
          <a:xfrm>
            <a:off x="8874300" y="3519859"/>
            <a:ext cx="178677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0" name="TextBox 9">
            <a:extLst>
              <a:ext uri="{FF2B5EF4-FFF2-40B4-BE49-F238E27FC236}">
                <a16:creationId xmlns:a16="http://schemas.microsoft.com/office/drawing/2014/main" id="{28C4BA57-4CD4-2EC9-E979-E168A06344DE}"/>
              </a:ext>
            </a:extLst>
          </p:cNvPr>
          <p:cNvSpPr txBox="1"/>
          <p:nvPr/>
        </p:nvSpPr>
        <p:spPr>
          <a:xfrm>
            <a:off x="9304010" y="3661370"/>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Semilight"/>
                <a:ea typeface="+mn-ea"/>
                <a:cs typeface="+mn-cs"/>
              </a:rPr>
              <a:t>Update work order</a:t>
            </a:r>
          </a:p>
        </p:txBody>
      </p:sp>
      <p:pic>
        <p:nvPicPr>
          <p:cNvPr id="11" name="Picture 10">
            <a:extLst>
              <a:ext uri="{FF2B5EF4-FFF2-40B4-BE49-F238E27FC236}">
                <a16:creationId xmlns:a16="http://schemas.microsoft.com/office/drawing/2014/main" id="{2E65A56D-1D37-64E8-E601-C1B5B53E897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016808" y="3644302"/>
            <a:ext cx="259347" cy="259347"/>
          </a:xfrm>
          <a:prstGeom prst="rect">
            <a:avLst/>
          </a:prstGeom>
        </p:spPr>
      </p:pic>
      <p:sp>
        <p:nvSpPr>
          <p:cNvPr id="12" name="Rounded Rectangle 11">
            <a:extLst>
              <a:ext uri="{FF2B5EF4-FFF2-40B4-BE49-F238E27FC236}">
                <a16:creationId xmlns:a16="http://schemas.microsoft.com/office/drawing/2014/main" id="{DC93DEFE-ACE8-586F-4FF8-29648C7A5A78}"/>
              </a:ext>
            </a:extLst>
          </p:cNvPr>
          <p:cNvSpPr/>
          <p:nvPr/>
        </p:nvSpPr>
        <p:spPr>
          <a:xfrm>
            <a:off x="8761804" y="4431397"/>
            <a:ext cx="1767638" cy="497216"/>
          </a:xfrm>
          <a:prstGeom prst="roundRect">
            <a:avLst>
              <a:gd name="adj" fmla="val 2208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rPr>
              <a:t>Let me try again with an available technician.</a:t>
            </a:r>
          </a:p>
        </p:txBody>
      </p:sp>
      <p:pic>
        <p:nvPicPr>
          <p:cNvPr id="13" name="Picture 12" descr="A colorful hexagon with stars&#10;&#10;Description automatically generated">
            <a:extLst>
              <a:ext uri="{FF2B5EF4-FFF2-40B4-BE49-F238E27FC236}">
                <a16:creationId xmlns:a16="http://schemas.microsoft.com/office/drawing/2014/main" id="{13A215BB-4E52-E987-739B-CC219084E1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753" y="4326041"/>
            <a:ext cx="443198" cy="443198"/>
          </a:xfrm>
          <a:prstGeom prst="rect">
            <a:avLst/>
          </a:prstGeom>
        </p:spPr>
      </p:pic>
      <p:sp>
        <p:nvSpPr>
          <p:cNvPr id="21" name="Rounded Rectangle 20">
            <a:extLst>
              <a:ext uri="{FF2B5EF4-FFF2-40B4-BE49-F238E27FC236}">
                <a16:creationId xmlns:a16="http://schemas.microsoft.com/office/drawing/2014/main" id="{E8FDCD8E-95F9-2D0A-09CB-36D629179273}"/>
              </a:ext>
            </a:extLst>
          </p:cNvPr>
          <p:cNvSpPr/>
          <p:nvPr/>
        </p:nvSpPr>
        <p:spPr>
          <a:xfrm>
            <a:off x="8738450" y="4969261"/>
            <a:ext cx="1995359"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281933"/>
              </a:solidFill>
              <a:effectLst/>
              <a:uLnTx/>
              <a:uFillTx/>
              <a:latin typeface="Segoe UI" panose="020B0502040204020203" pitchFamily="34" charset="0"/>
              <a:ea typeface="+mn-ea"/>
              <a:cs typeface="Segoe UI" panose="020B0502040204020203" pitchFamily="34" charset="0"/>
            </a:endParaRPr>
          </a:p>
        </p:txBody>
      </p:sp>
      <p:sp>
        <p:nvSpPr>
          <p:cNvPr id="29" name="Rounded Rectangle 28">
            <a:extLst>
              <a:ext uri="{FF2B5EF4-FFF2-40B4-BE49-F238E27FC236}">
                <a16:creationId xmlns:a16="http://schemas.microsoft.com/office/drawing/2014/main" id="{299010DD-9970-66BB-4283-50AC52095E00}"/>
              </a:ext>
            </a:extLst>
          </p:cNvPr>
          <p:cNvSpPr/>
          <p:nvPr/>
        </p:nvSpPr>
        <p:spPr>
          <a:xfrm>
            <a:off x="8847135" y="5062634"/>
            <a:ext cx="1782765"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3" name="TextBox 42">
            <a:extLst>
              <a:ext uri="{FF2B5EF4-FFF2-40B4-BE49-F238E27FC236}">
                <a16:creationId xmlns:a16="http://schemas.microsoft.com/office/drawing/2014/main" id="{4CC71096-0698-95DE-D040-7CCDFF7F8439}"/>
              </a:ext>
            </a:extLst>
          </p:cNvPr>
          <p:cNvSpPr txBox="1"/>
          <p:nvPr/>
        </p:nvSpPr>
        <p:spPr>
          <a:xfrm>
            <a:off x="9276845" y="5204145"/>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81933"/>
                </a:solidFill>
                <a:effectLst/>
                <a:uLnTx/>
                <a:uFillTx/>
                <a:latin typeface="Segoe UI Semilight"/>
                <a:ea typeface="+mn-ea"/>
                <a:cs typeface="+mn-cs"/>
              </a:rPr>
              <a:t>Update work order</a:t>
            </a:r>
          </a:p>
        </p:txBody>
      </p:sp>
      <p:pic>
        <p:nvPicPr>
          <p:cNvPr id="45" name="Picture 44">
            <a:extLst>
              <a:ext uri="{FF2B5EF4-FFF2-40B4-BE49-F238E27FC236}">
                <a16:creationId xmlns:a16="http://schemas.microsoft.com/office/drawing/2014/main" id="{87C4379D-2022-1B95-6074-CD5B3D8903E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989643" y="5187077"/>
            <a:ext cx="259347" cy="259347"/>
          </a:xfrm>
          <a:prstGeom prst="rect">
            <a:avLst/>
          </a:prstGeom>
        </p:spPr>
      </p:pic>
      <p:sp>
        <p:nvSpPr>
          <p:cNvPr id="47" name="TextBox 46">
            <a:extLst>
              <a:ext uri="{FF2B5EF4-FFF2-40B4-BE49-F238E27FC236}">
                <a16:creationId xmlns:a16="http://schemas.microsoft.com/office/drawing/2014/main" id="{4B247590-526E-C905-BFD1-96B753CD0A84}"/>
              </a:ext>
            </a:extLst>
          </p:cNvPr>
          <p:cNvSpPr txBox="1"/>
          <p:nvPr/>
        </p:nvSpPr>
        <p:spPr>
          <a:xfrm>
            <a:off x="8905119" y="4142248"/>
            <a:ext cx="196239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E7731">
                    <a:lumMod val="75000"/>
                  </a:srgbClr>
                </a:solidFill>
                <a:effectLst/>
                <a:uLnTx/>
                <a:uFillTx/>
                <a:latin typeface="Segoe UI" panose="020B0502040204020203" pitchFamily="34" charset="0"/>
                <a:ea typeface="Menlo" panose="020B0609030804020204" pitchFamily="49" charset="0"/>
                <a:cs typeface="Segoe UI" panose="020B0502040204020203" pitchFamily="34" charset="0"/>
              </a:rPr>
              <a:t>Alex declined because they're on leave </a:t>
            </a:r>
            <a:endParaRPr kumimoji="0" lang="en-US" sz="800" b="0" i="0" u="none" strike="noStrike" kern="1200" cap="none" spc="0" normalizeH="0" baseline="0" noProof="0">
              <a:ln>
                <a:noFill/>
              </a:ln>
              <a:solidFill>
                <a:srgbClr val="FE7731">
                  <a:lumMod val="75000"/>
                </a:srgbClr>
              </a:solidFill>
              <a:effectLst/>
              <a:uLnTx/>
              <a:uFillTx/>
              <a:latin typeface="Menlo" panose="020B0609030804020204" pitchFamily="49" charset="0"/>
              <a:ea typeface="Menlo" panose="020B0609030804020204" pitchFamily="49" charset="0"/>
              <a:cs typeface="Menlo" panose="020B0609030804020204" pitchFamily="49" charset="0"/>
            </a:endParaRPr>
          </a:p>
        </p:txBody>
      </p:sp>
      <p:sp>
        <p:nvSpPr>
          <p:cNvPr id="48" name="TextBox 47">
            <a:extLst>
              <a:ext uri="{FF2B5EF4-FFF2-40B4-BE49-F238E27FC236}">
                <a16:creationId xmlns:a16="http://schemas.microsoft.com/office/drawing/2014/main" id="{61BB27AE-335D-3142-BCF9-961A9C945BC5}"/>
              </a:ext>
            </a:extLst>
          </p:cNvPr>
          <p:cNvSpPr txBox="1"/>
          <p:nvPr/>
        </p:nvSpPr>
        <p:spPr>
          <a:xfrm>
            <a:off x="8935539" y="5699332"/>
            <a:ext cx="151676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78D84A">
                    <a:lumMod val="75000"/>
                  </a:srgbClr>
                </a:solidFill>
                <a:effectLst/>
                <a:uLnTx/>
                <a:uFillTx/>
                <a:latin typeface="Segoe UI" panose="020B0502040204020203" pitchFamily="34" charset="0"/>
                <a:ea typeface="+mn-ea"/>
                <a:cs typeface="Segoe UI" panose="020B0502040204020203" pitchFamily="34" charset="0"/>
              </a:rPr>
              <a:t>Successfully assigned Lindsay</a:t>
            </a:r>
          </a:p>
        </p:txBody>
      </p:sp>
      <p:pic>
        <p:nvPicPr>
          <p:cNvPr id="49" name="Graphic 48" descr="Close with solid fill">
            <a:extLst>
              <a:ext uri="{FF2B5EF4-FFF2-40B4-BE49-F238E27FC236}">
                <a16:creationId xmlns:a16="http://schemas.microsoft.com/office/drawing/2014/main" id="{E679F944-82C2-E638-38BA-E07598522EF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60858" y="4183777"/>
            <a:ext cx="107666" cy="107666"/>
          </a:xfrm>
          <a:prstGeom prst="rect">
            <a:avLst/>
          </a:prstGeom>
        </p:spPr>
      </p:pic>
      <p:pic>
        <p:nvPicPr>
          <p:cNvPr id="50" name="Graphic 49" descr="Checkmark with solid fill">
            <a:extLst>
              <a:ext uri="{FF2B5EF4-FFF2-40B4-BE49-F238E27FC236}">
                <a16:creationId xmlns:a16="http://schemas.microsoft.com/office/drawing/2014/main" id="{6E0481C1-0EBC-DA48-F5BE-41AA29644B3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74300" y="5753221"/>
            <a:ext cx="107666" cy="107666"/>
          </a:xfrm>
          <a:prstGeom prst="rect">
            <a:avLst/>
          </a:prstGeom>
        </p:spPr>
      </p:pic>
    </p:spTree>
    <p:extLst>
      <p:ext uri="{BB962C8B-B14F-4D97-AF65-F5344CB8AC3E}">
        <p14:creationId xmlns:p14="http://schemas.microsoft.com/office/powerpoint/2010/main" val="758452815"/>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998BC-009A-BC24-8F01-ECBBA786B2AA}"/>
            </a:ext>
          </a:extLst>
        </p:cNvPr>
        <p:cNvGrpSpPr/>
        <p:nvPr/>
      </p:nvGrpSpPr>
      <p:grpSpPr>
        <a:xfrm>
          <a:off x="0" y="0"/>
          <a:ext cx="0" cy="0"/>
          <a:chOff x="0" y="0"/>
          <a:chExt cx="0" cy="0"/>
        </a:xfrm>
      </p:grpSpPr>
      <p:sp>
        <p:nvSpPr>
          <p:cNvPr id="141" name="TextBox 140">
            <a:extLst>
              <a:ext uri="{FF2B5EF4-FFF2-40B4-BE49-F238E27FC236}">
                <a16:creationId xmlns:a16="http://schemas.microsoft.com/office/drawing/2014/main" id="{0137D526-AB34-817A-5778-9CA93C5A64E6}"/>
              </a:ext>
            </a:extLst>
          </p:cNvPr>
          <p:cNvSpPr txBox="1"/>
          <p:nvPr/>
        </p:nvSpPr>
        <p:spPr>
          <a:xfrm>
            <a:off x="3302875" y="2108892"/>
            <a:ext cx="946093" cy="230832"/>
          </a:xfrm>
          <a:prstGeom prst="rect">
            <a:avLst/>
          </a:prstGeom>
          <a:noFill/>
          <a:effectLst/>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history of work</a:t>
            </a:r>
            <a:endParaRPr kumimoji="0" lang="en-US" sz="900" b="0" i="0" u="none" strike="noStrike" kern="1200" cap="none" spc="0" normalizeH="0" baseline="0" noProof="0">
              <a:ln>
                <a:noFill/>
              </a:ln>
              <a:solidFill>
                <a:srgbClr val="000000"/>
              </a:solidFill>
              <a:effectLst/>
              <a:uLnTx/>
              <a:uFillTx/>
              <a:latin typeface="Segoe Sans Text"/>
              <a:ea typeface="+mn-ea"/>
              <a:cs typeface="Segoe Sans Text"/>
            </a:endParaRPr>
          </a:p>
        </p:txBody>
      </p:sp>
      <p:sp>
        <p:nvSpPr>
          <p:cNvPr id="122" name="TextBox 121">
            <a:extLst>
              <a:ext uri="{FF2B5EF4-FFF2-40B4-BE49-F238E27FC236}">
                <a16:creationId xmlns:a16="http://schemas.microsoft.com/office/drawing/2014/main" id="{6FD9DC16-BEE9-4933-9B51-218CB00A2AA1}"/>
              </a:ext>
            </a:extLst>
          </p:cNvPr>
          <p:cNvSpPr txBox="1"/>
          <p:nvPr/>
        </p:nvSpPr>
        <p:spPr>
          <a:xfrm>
            <a:off x="2117115" y="3498838"/>
            <a:ext cx="407484"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data</a:t>
            </a:r>
          </a:p>
        </p:txBody>
      </p:sp>
      <p:sp>
        <p:nvSpPr>
          <p:cNvPr id="123" name="TextBox 122">
            <a:extLst>
              <a:ext uri="{FF2B5EF4-FFF2-40B4-BE49-F238E27FC236}">
                <a16:creationId xmlns:a16="http://schemas.microsoft.com/office/drawing/2014/main" id="{5C0621D1-831F-992A-5685-791C4D1128AA}"/>
              </a:ext>
            </a:extLst>
          </p:cNvPr>
          <p:cNvSpPr txBox="1"/>
          <p:nvPr/>
        </p:nvSpPr>
        <p:spPr>
          <a:xfrm>
            <a:off x="1622753" y="3489997"/>
            <a:ext cx="474810"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query</a:t>
            </a:r>
          </a:p>
        </p:txBody>
      </p:sp>
      <p:sp>
        <p:nvSpPr>
          <p:cNvPr id="130" name="TextBox 129">
            <a:extLst>
              <a:ext uri="{FF2B5EF4-FFF2-40B4-BE49-F238E27FC236}">
                <a16:creationId xmlns:a16="http://schemas.microsoft.com/office/drawing/2014/main" id="{BD0195C3-0ED6-6A57-F323-41BDA59A615D}"/>
              </a:ext>
            </a:extLst>
          </p:cNvPr>
          <p:cNvSpPr txBox="1"/>
          <p:nvPr/>
        </p:nvSpPr>
        <p:spPr>
          <a:xfrm>
            <a:off x="3143662" y="3477332"/>
            <a:ext cx="407484" cy="230832"/>
          </a:xfrm>
          <a:prstGeom prst="rect">
            <a:avLst/>
          </a:prstGeom>
          <a:noFill/>
          <a:ln>
            <a:noFill/>
          </a:ln>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data</a:t>
            </a:r>
          </a:p>
        </p:txBody>
      </p:sp>
      <p:sp>
        <p:nvSpPr>
          <p:cNvPr id="150" name="TextBox 149">
            <a:extLst>
              <a:ext uri="{FF2B5EF4-FFF2-40B4-BE49-F238E27FC236}">
                <a16:creationId xmlns:a16="http://schemas.microsoft.com/office/drawing/2014/main" id="{CAA6E893-3E5E-B633-644B-6D365778DD2B}"/>
              </a:ext>
            </a:extLst>
          </p:cNvPr>
          <p:cNvSpPr txBox="1"/>
          <p:nvPr/>
        </p:nvSpPr>
        <p:spPr>
          <a:xfrm>
            <a:off x="980380" y="3492626"/>
            <a:ext cx="527709" cy="230832"/>
          </a:xfrm>
          <a:prstGeom prst="rect">
            <a:avLst/>
          </a:prstGeom>
          <a:noFill/>
          <a:ln>
            <a:noFill/>
          </a:ln>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output</a:t>
            </a:r>
          </a:p>
        </p:txBody>
      </p:sp>
      <p:sp>
        <p:nvSpPr>
          <p:cNvPr id="151" name="TextBox 150">
            <a:extLst>
              <a:ext uri="{FF2B5EF4-FFF2-40B4-BE49-F238E27FC236}">
                <a16:creationId xmlns:a16="http://schemas.microsoft.com/office/drawing/2014/main" id="{5AECFAE0-C38C-D670-6566-5634192C39A8}"/>
              </a:ext>
            </a:extLst>
          </p:cNvPr>
          <p:cNvSpPr txBox="1"/>
          <p:nvPr/>
        </p:nvSpPr>
        <p:spPr>
          <a:xfrm>
            <a:off x="528579" y="3477332"/>
            <a:ext cx="449162"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input</a:t>
            </a:r>
          </a:p>
        </p:txBody>
      </p:sp>
      <p:sp>
        <p:nvSpPr>
          <p:cNvPr id="37" name="Title 1">
            <a:extLst>
              <a:ext uri="{FF2B5EF4-FFF2-40B4-BE49-F238E27FC236}">
                <a16:creationId xmlns:a16="http://schemas.microsoft.com/office/drawing/2014/main" id="{486C9070-59A5-E296-64B2-2AC4DEDA2F8C}"/>
              </a:ext>
            </a:extLst>
          </p:cNvPr>
          <p:cNvSpPr>
            <a:spLocks noGrp="1"/>
          </p:cNvSpPr>
          <p:nvPr>
            <p:ph type="title"/>
          </p:nvPr>
        </p:nvSpPr>
        <p:spPr>
          <a:xfrm>
            <a:off x="588263" y="457200"/>
            <a:ext cx="11018520" cy="553998"/>
          </a:xfrm>
        </p:spPr>
        <p:txBody>
          <a:bodyPr>
            <a:normAutofit/>
          </a:bodyPr>
          <a:lstStyle/>
          <a:p>
            <a:r>
              <a:rPr lang="en-US"/>
              <a:t>Agent systems with Agent Framework</a:t>
            </a:r>
          </a:p>
        </p:txBody>
      </p:sp>
      <p:pic>
        <p:nvPicPr>
          <p:cNvPr id="114" name="Graphic 113" descr="Questions outline">
            <a:extLst>
              <a:ext uri="{FF2B5EF4-FFF2-40B4-BE49-F238E27FC236}">
                <a16:creationId xmlns:a16="http://schemas.microsoft.com/office/drawing/2014/main" id="{AAF49EBB-F89C-49C6-0328-FE76BC3910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8534" y="2044553"/>
            <a:ext cx="705394" cy="705394"/>
          </a:xfrm>
          <a:prstGeom prst="rect">
            <a:avLst/>
          </a:prstGeom>
          <a:effectLst/>
        </p:spPr>
      </p:pic>
      <p:cxnSp>
        <p:nvCxnSpPr>
          <p:cNvPr id="115" name="Straight Arrow Connector 114">
            <a:extLst>
              <a:ext uri="{FF2B5EF4-FFF2-40B4-BE49-F238E27FC236}">
                <a16:creationId xmlns:a16="http://schemas.microsoft.com/office/drawing/2014/main" id="{BA10E5A7-880D-11AD-D746-3B68DDDF592C}"/>
              </a:ext>
            </a:extLst>
          </p:cNvPr>
          <p:cNvCxnSpPr>
            <a:cxnSpLocks/>
          </p:cNvCxnSpPr>
          <p:nvPr/>
        </p:nvCxnSpPr>
        <p:spPr>
          <a:xfrm>
            <a:off x="2560159" y="2547837"/>
            <a:ext cx="279340" cy="0"/>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7BDF4E9C-7274-C818-2854-D8F9873F02D8}"/>
              </a:ext>
            </a:extLst>
          </p:cNvPr>
          <p:cNvCxnSpPr>
            <a:cxnSpLocks/>
          </p:cNvCxnSpPr>
          <p:nvPr/>
        </p:nvCxnSpPr>
        <p:spPr>
          <a:xfrm flipV="1">
            <a:off x="2176803" y="3426761"/>
            <a:ext cx="0" cy="340969"/>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E9E56212-70C3-A1DB-3C63-D0E13C0EA0D9}"/>
              </a:ext>
            </a:extLst>
          </p:cNvPr>
          <p:cNvSpPr txBox="1"/>
          <p:nvPr/>
        </p:nvSpPr>
        <p:spPr>
          <a:xfrm>
            <a:off x="676799" y="2691771"/>
            <a:ext cx="835485"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conversation</a:t>
            </a:r>
          </a:p>
        </p:txBody>
      </p:sp>
      <p:pic>
        <p:nvPicPr>
          <p:cNvPr id="118" name="Graphic 117" descr="Folder Search outline">
            <a:extLst>
              <a:ext uri="{FF2B5EF4-FFF2-40B4-BE49-F238E27FC236}">
                <a16:creationId xmlns:a16="http://schemas.microsoft.com/office/drawing/2014/main" id="{ECFA845F-2261-98F1-925E-7E00FF0DAF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42681" y="4108800"/>
            <a:ext cx="395465" cy="395465"/>
          </a:xfrm>
          <a:prstGeom prst="rect">
            <a:avLst/>
          </a:prstGeom>
          <a:effectLst/>
        </p:spPr>
      </p:pic>
      <p:sp>
        <p:nvSpPr>
          <p:cNvPr id="119" name="Rectangle: Rounded Corners 118">
            <a:extLst>
              <a:ext uri="{FF2B5EF4-FFF2-40B4-BE49-F238E27FC236}">
                <a16:creationId xmlns:a16="http://schemas.microsoft.com/office/drawing/2014/main" id="{0DBAC6A4-B572-785A-6420-277C7D8DCD68}"/>
              </a:ext>
            </a:extLst>
          </p:cNvPr>
          <p:cNvSpPr/>
          <p:nvPr/>
        </p:nvSpPr>
        <p:spPr>
          <a:xfrm>
            <a:off x="1659390" y="3787481"/>
            <a:ext cx="811080" cy="31522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Search</a:t>
            </a:r>
          </a:p>
        </p:txBody>
      </p:sp>
      <p:cxnSp>
        <p:nvCxnSpPr>
          <p:cNvPr id="120" name="Straight Arrow Connector 119">
            <a:extLst>
              <a:ext uri="{FF2B5EF4-FFF2-40B4-BE49-F238E27FC236}">
                <a16:creationId xmlns:a16="http://schemas.microsoft.com/office/drawing/2014/main" id="{81333992-2CF7-E141-D87F-7F8CFC2DA438}"/>
              </a:ext>
            </a:extLst>
          </p:cNvPr>
          <p:cNvCxnSpPr>
            <a:cxnSpLocks/>
          </p:cNvCxnSpPr>
          <p:nvPr/>
        </p:nvCxnSpPr>
        <p:spPr>
          <a:xfrm>
            <a:off x="2040692" y="3429821"/>
            <a:ext cx="0" cy="351185"/>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21" name="Rectangle: Rounded Corners 120">
            <a:extLst>
              <a:ext uri="{FF2B5EF4-FFF2-40B4-BE49-F238E27FC236}">
                <a16:creationId xmlns:a16="http://schemas.microsoft.com/office/drawing/2014/main" id="{3CC8D5EA-B12A-F216-07AB-CE8336455C25}"/>
              </a:ext>
            </a:extLst>
          </p:cNvPr>
          <p:cNvSpPr/>
          <p:nvPr/>
        </p:nvSpPr>
        <p:spPr>
          <a:xfrm>
            <a:off x="1650156" y="3059025"/>
            <a:ext cx="842691"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Retrieval</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sp>
        <p:nvSpPr>
          <p:cNvPr id="124" name="Rectangle: Rounded Corners 123">
            <a:extLst>
              <a:ext uri="{FF2B5EF4-FFF2-40B4-BE49-F238E27FC236}">
                <a16:creationId xmlns:a16="http://schemas.microsoft.com/office/drawing/2014/main" id="{8F0691C5-2CC2-0B00-BDD7-13DC14214D23}"/>
              </a:ext>
            </a:extLst>
          </p:cNvPr>
          <p:cNvSpPr/>
          <p:nvPr/>
        </p:nvSpPr>
        <p:spPr>
          <a:xfrm>
            <a:off x="1583344" y="2361846"/>
            <a:ext cx="976816"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User Proxy Agent</a:t>
            </a:r>
          </a:p>
        </p:txBody>
      </p:sp>
      <p:sp>
        <p:nvSpPr>
          <p:cNvPr id="125" name="Rectangle: Rounded Corners 124">
            <a:extLst>
              <a:ext uri="{FF2B5EF4-FFF2-40B4-BE49-F238E27FC236}">
                <a16:creationId xmlns:a16="http://schemas.microsoft.com/office/drawing/2014/main" id="{002894E9-5FFF-458E-D0FF-616919555D6C}"/>
              </a:ext>
            </a:extLst>
          </p:cNvPr>
          <p:cNvSpPr/>
          <p:nvPr/>
        </p:nvSpPr>
        <p:spPr>
          <a:xfrm>
            <a:off x="2839499" y="2361846"/>
            <a:ext cx="1030077"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Coordinator</a:t>
            </a:r>
            <a:b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b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126" name="Straight Arrow Connector 125">
            <a:extLst>
              <a:ext uri="{FF2B5EF4-FFF2-40B4-BE49-F238E27FC236}">
                <a16:creationId xmlns:a16="http://schemas.microsoft.com/office/drawing/2014/main" id="{CF6D5BA0-8D45-2EB5-C461-7D5054320B17}"/>
              </a:ext>
            </a:extLst>
          </p:cNvPr>
          <p:cNvCxnSpPr>
            <a:cxnSpLocks/>
          </p:cNvCxnSpPr>
          <p:nvPr/>
        </p:nvCxnSpPr>
        <p:spPr>
          <a:xfrm>
            <a:off x="1291457" y="2547837"/>
            <a:ext cx="279340" cy="0"/>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pic>
        <p:nvPicPr>
          <p:cNvPr id="127" name="Graphic 126" descr="Database outline">
            <a:extLst>
              <a:ext uri="{FF2B5EF4-FFF2-40B4-BE49-F238E27FC236}">
                <a16:creationId xmlns:a16="http://schemas.microsoft.com/office/drawing/2014/main" id="{5FB12E10-0C1A-CF65-7782-D20F5CC37A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23221" y="3673426"/>
            <a:ext cx="347204" cy="347204"/>
          </a:xfrm>
          <a:prstGeom prst="rect">
            <a:avLst/>
          </a:prstGeom>
          <a:effectLst/>
        </p:spPr>
      </p:pic>
      <p:sp>
        <p:nvSpPr>
          <p:cNvPr id="128" name="Rectangle: Rounded Corners 127">
            <a:extLst>
              <a:ext uri="{FF2B5EF4-FFF2-40B4-BE49-F238E27FC236}">
                <a16:creationId xmlns:a16="http://schemas.microsoft.com/office/drawing/2014/main" id="{2178E4A7-8983-132D-CD99-E32DC801C9AA}"/>
              </a:ext>
            </a:extLst>
          </p:cNvPr>
          <p:cNvSpPr/>
          <p:nvPr/>
        </p:nvSpPr>
        <p:spPr>
          <a:xfrm>
            <a:off x="2768149" y="3067069"/>
            <a:ext cx="861483"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Analytics</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129" name="Straight Arrow Connector 128">
            <a:extLst>
              <a:ext uri="{FF2B5EF4-FFF2-40B4-BE49-F238E27FC236}">
                <a16:creationId xmlns:a16="http://schemas.microsoft.com/office/drawing/2014/main" id="{C136673D-1455-A4A7-2E1D-A6A333417DF1}"/>
              </a:ext>
            </a:extLst>
          </p:cNvPr>
          <p:cNvCxnSpPr>
            <a:cxnSpLocks/>
            <a:stCxn id="127" idx="0"/>
            <a:endCxn id="128" idx="2"/>
          </p:cNvCxnSpPr>
          <p:nvPr/>
        </p:nvCxnSpPr>
        <p:spPr>
          <a:xfrm flipV="1">
            <a:off x="3196823" y="3441536"/>
            <a:ext cx="2068" cy="231890"/>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31" name="Rectangle: Rounded Corners 130">
            <a:extLst>
              <a:ext uri="{FF2B5EF4-FFF2-40B4-BE49-F238E27FC236}">
                <a16:creationId xmlns:a16="http://schemas.microsoft.com/office/drawing/2014/main" id="{0EDD562B-E8C5-E790-31FC-D9759F1C3585}"/>
              </a:ext>
            </a:extLst>
          </p:cNvPr>
          <p:cNvSpPr/>
          <p:nvPr/>
        </p:nvSpPr>
        <p:spPr>
          <a:xfrm>
            <a:off x="3920011" y="3066849"/>
            <a:ext cx="757640"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Coding</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grpSp>
        <p:nvGrpSpPr>
          <p:cNvPr id="132" name="Group 131">
            <a:extLst>
              <a:ext uri="{FF2B5EF4-FFF2-40B4-BE49-F238E27FC236}">
                <a16:creationId xmlns:a16="http://schemas.microsoft.com/office/drawing/2014/main" id="{F8FD8752-74F4-AE4C-7C51-3A6D83801207}"/>
              </a:ext>
            </a:extLst>
          </p:cNvPr>
          <p:cNvGrpSpPr/>
          <p:nvPr/>
        </p:nvGrpSpPr>
        <p:grpSpPr>
          <a:xfrm>
            <a:off x="3939224" y="3644729"/>
            <a:ext cx="757639" cy="694386"/>
            <a:chOff x="6030007" y="5666150"/>
            <a:chExt cx="757639" cy="694386"/>
          </a:xfrm>
          <a:effectLst/>
        </p:grpSpPr>
        <p:pic>
          <p:nvPicPr>
            <p:cNvPr id="156" name="Graphic 155" descr="Box outline">
              <a:extLst>
                <a:ext uri="{FF2B5EF4-FFF2-40B4-BE49-F238E27FC236}">
                  <a16:creationId xmlns:a16="http://schemas.microsoft.com/office/drawing/2014/main" id="{0BAEED58-ECCC-E3FE-9D35-26D730453A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10712" y="5666150"/>
              <a:ext cx="548787" cy="548787"/>
            </a:xfrm>
            <a:prstGeom prst="rect">
              <a:avLst/>
            </a:prstGeom>
          </p:spPr>
        </p:pic>
        <p:sp>
          <p:nvSpPr>
            <p:cNvPr id="157" name="TextBox 156">
              <a:extLst>
                <a:ext uri="{FF2B5EF4-FFF2-40B4-BE49-F238E27FC236}">
                  <a16:creationId xmlns:a16="http://schemas.microsoft.com/office/drawing/2014/main" id="{406BEA94-951F-88E3-D431-7E93E1889789}"/>
                </a:ext>
              </a:extLst>
            </p:cNvPr>
            <p:cNvSpPr txBox="1"/>
            <p:nvPr/>
          </p:nvSpPr>
          <p:spPr>
            <a:xfrm>
              <a:off x="6030007" y="6129704"/>
              <a:ext cx="757639"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docker</a:t>
              </a:r>
            </a:p>
          </p:txBody>
        </p:sp>
      </p:grpSp>
      <p:cxnSp>
        <p:nvCxnSpPr>
          <p:cNvPr id="133" name="Straight Arrow Connector 132">
            <a:extLst>
              <a:ext uri="{FF2B5EF4-FFF2-40B4-BE49-F238E27FC236}">
                <a16:creationId xmlns:a16="http://schemas.microsoft.com/office/drawing/2014/main" id="{53AA0D1D-37DE-9033-97F4-057E4346A52C}"/>
              </a:ext>
            </a:extLst>
          </p:cNvPr>
          <p:cNvCxnSpPr>
            <a:cxnSpLocks/>
            <a:stCxn id="131" idx="2"/>
            <a:endCxn id="156" idx="0"/>
          </p:cNvCxnSpPr>
          <p:nvPr/>
        </p:nvCxnSpPr>
        <p:spPr>
          <a:xfrm flipH="1">
            <a:off x="4294323" y="3441316"/>
            <a:ext cx="4508" cy="203413"/>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EFC4835A-9937-D1B4-4072-2017C5611FD4}"/>
              </a:ext>
            </a:extLst>
          </p:cNvPr>
          <p:cNvCxnSpPr>
            <a:cxnSpLocks/>
            <a:stCxn id="121" idx="0"/>
            <a:endCxn id="125" idx="2"/>
          </p:cNvCxnSpPr>
          <p:nvPr/>
        </p:nvCxnSpPr>
        <p:spPr>
          <a:xfrm flipV="1">
            <a:off x="2071502" y="2736313"/>
            <a:ext cx="1283036" cy="322712"/>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BA253AC2-B258-B0CF-29DD-4815F2F00904}"/>
              </a:ext>
            </a:extLst>
          </p:cNvPr>
          <p:cNvCxnSpPr>
            <a:cxnSpLocks/>
            <a:stCxn id="128" idx="0"/>
          </p:cNvCxnSpPr>
          <p:nvPr/>
        </p:nvCxnSpPr>
        <p:spPr>
          <a:xfrm flipV="1">
            <a:off x="3198891" y="2736313"/>
            <a:ext cx="365236" cy="330756"/>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D166F11-49A5-5E90-02FE-BC5C67F30243}"/>
              </a:ext>
            </a:extLst>
          </p:cNvPr>
          <p:cNvCxnSpPr>
            <a:cxnSpLocks/>
            <a:stCxn id="131" idx="0"/>
          </p:cNvCxnSpPr>
          <p:nvPr/>
        </p:nvCxnSpPr>
        <p:spPr>
          <a:xfrm flipH="1" flipV="1">
            <a:off x="3729856" y="2763479"/>
            <a:ext cx="568975" cy="303370"/>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21F6E459-25F3-309F-FD6B-E6772F51D155}"/>
              </a:ext>
            </a:extLst>
          </p:cNvPr>
          <p:cNvSpPr txBox="1"/>
          <p:nvPr/>
        </p:nvSpPr>
        <p:spPr>
          <a:xfrm>
            <a:off x="2849587" y="3982746"/>
            <a:ext cx="705642"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databases</a:t>
            </a:r>
          </a:p>
        </p:txBody>
      </p:sp>
      <p:sp>
        <p:nvSpPr>
          <p:cNvPr id="138" name="TextBox 137">
            <a:extLst>
              <a:ext uri="{FF2B5EF4-FFF2-40B4-BE49-F238E27FC236}">
                <a16:creationId xmlns:a16="http://schemas.microsoft.com/office/drawing/2014/main" id="{DE83A733-614F-27A8-018D-E2A75B8AA066}"/>
              </a:ext>
            </a:extLst>
          </p:cNvPr>
          <p:cNvSpPr txBox="1"/>
          <p:nvPr/>
        </p:nvSpPr>
        <p:spPr>
          <a:xfrm>
            <a:off x="2071590" y="4184403"/>
            <a:ext cx="429926"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docs</a:t>
            </a:r>
          </a:p>
        </p:txBody>
      </p:sp>
      <p:sp>
        <p:nvSpPr>
          <p:cNvPr id="154" name="Rectangle: Rounded Corners 153">
            <a:extLst>
              <a:ext uri="{FF2B5EF4-FFF2-40B4-BE49-F238E27FC236}">
                <a16:creationId xmlns:a16="http://schemas.microsoft.com/office/drawing/2014/main" id="{4554E69E-029D-8824-9A67-F9D319061078}"/>
              </a:ext>
            </a:extLst>
          </p:cNvPr>
          <p:cNvSpPr/>
          <p:nvPr/>
        </p:nvSpPr>
        <p:spPr>
          <a:xfrm>
            <a:off x="2896454" y="1751605"/>
            <a:ext cx="913231"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   Memory</a:t>
            </a:r>
          </a:p>
        </p:txBody>
      </p:sp>
      <p:pic>
        <p:nvPicPr>
          <p:cNvPr id="155" name="Picture 8" descr="Memory, chip, processor icon - Download on Iconfinder">
            <a:extLst>
              <a:ext uri="{FF2B5EF4-FFF2-40B4-BE49-F238E27FC236}">
                <a16:creationId xmlns:a16="http://schemas.microsoft.com/office/drawing/2014/main" id="{D7906638-37A4-7C4A-0F79-63F60265EC64}"/>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aturation sat="97000"/>
                    </a14:imgEffect>
                    <a14:imgEffect>
                      <a14:brightnessContrast bright="-100000" contrast="-7000"/>
                    </a14:imgEffect>
                  </a14:imgLayer>
                </a14:imgProps>
              </a:ext>
              <a:ext uri="{28A0092B-C50C-407E-A947-70E740481C1C}">
                <a14:useLocalDpi xmlns:a14="http://schemas.microsoft.com/office/drawing/2010/main" val="0"/>
              </a:ext>
            </a:extLst>
          </a:blip>
          <a:srcRect/>
          <a:stretch>
            <a:fillRect/>
          </a:stretch>
        </p:blipFill>
        <p:spPr bwMode="auto">
          <a:xfrm>
            <a:off x="3548224" y="1798621"/>
            <a:ext cx="276336" cy="276336"/>
          </a:xfrm>
          <a:prstGeom prst="rect">
            <a:avLst/>
          </a:prstGeom>
          <a:noFill/>
          <a:extLst>
            <a:ext uri="{909E8E84-426E-40DD-AFC4-6F175D3DCCD1}">
              <a14:hiddenFill xmlns:a14="http://schemas.microsoft.com/office/drawing/2010/main">
                <a:solidFill>
                  <a:srgbClr val="FFFFFF"/>
                </a:solidFill>
              </a14:hiddenFill>
            </a:ext>
          </a:extLst>
        </p:spPr>
      </p:pic>
      <p:cxnSp>
        <p:nvCxnSpPr>
          <p:cNvPr id="140" name="Straight Arrow Connector 139">
            <a:extLst>
              <a:ext uri="{FF2B5EF4-FFF2-40B4-BE49-F238E27FC236}">
                <a16:creationId xmlns:a16="http://schemas.microsoft.com/office/drawing/2014/main" id="{B7981D30-FDAF-5FC3-BF07-B6AE3EE137D6}"/>
              </a:ext>
            </a:extLst>
          </p:cNvPr>
          <p:cNvCxnSpPr>
            <a:cxnSpLocks/>
            <a:stCxn id="125" idx="0"/>
            <a:endCxn id="154" idx="2"/>
          </p:cNvCxnSpPr>
          <p:nvPr/>
        </p:nvCxnSpPr>
        <p:spPr>
          <a:xfrm flipH="1" flipV="1">
            <a:off x="3353070" y="2126072"/>
            <a:ext cx="1468" cy="235774"/>
          </a:xfrm>
          <a:prstGeom prst="straightConnector1">
            <a:avLst/>
          </a:prstGeom>
          <a:ln>
            <a:solidFill>
              <a:schemeClr val="tx1"/>
            </a:solidFill>
            <a:headEnd type="triangle"/>
            <a:tailEnd type="none"/>
          </a:ln>
          <a:effectLst/>
        </p:spPr>
        <p:style>
          <a:lnRef idx="1">
            <a:schemeClr val="accent1"/>
          </a:lnRef>
          <a:fillRef idx="0">
            <a:schemeClr val="accent1"/>
          </a:fillRef>
          <a:effectRef idx="0">
            <a:schemeClr val="accent1"/>
          </a:effectRef>
          <a:fontRef idx="minor">
            <a:schemeClr val="tx1"/>
          </a:fontRef>
        </p:style>
      </p:cxnSp>
      <p:sp>
        <p:nvSpPr>
          <p:cNvPr id="142" name="Rectangle: Rounded Corners 141">
            <a:extLst>
              <a:ext uri="{FF2B5EF4-FFF2-40B4-BE49-F238E27FC236}">
                <a16:creationId xmlns:a16="http://schemas.microsoft.com/office/drawing/2014/main" id="{5DF87596-63A3-965E-6899-E174A2F283C9}"/>
              </a:ext>
            </a:extLst>
          </p:cNvPr>
          <p:cNvSpPr/>
          <p:nvPr/>
        </p:nvSpPr>
        <p:spPr>
          <a:xfrm>
            <a:off x="4696863" y="3064104"/>
            <a:ext cx="154945" cy="382511"/>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SLM</a:t>
            </a:r>
          </a:p>
        </p:txBody>
      </p:sp>
      <p:sp>
        <p:nvSpPr>
          <p:cNvPr id="143" name="Rectangle: Rounded Corners 142">
            <a:extLst>
              <a:ext uri="{FF2B5EF4-FFF2-40B4-BE49-F238E27FC236}">
                <a16:creationId xmlns:a16="http://schemas.microsoft.com/office/drawing/2014/main" id="{99D38298-DA46-50E3-F83C-ED6FC48A3AD8}"/>
              </a:ext>
            </a:extLst>
          </p:cNvPr>
          <p:cNvSpPr/>
          <p:nvPr/>
        </p:nvSpPr>
        <p:spPr>
          <a:xfrm>
            <a:off x="3642105" y="3067069"/>
            <a:ext cx="156085" cy="37787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SLM</a:t>
            </a:r>
          </a:p>
        </p:txBody>
      </p:sp>
      <p:sp>
        <p:nvSpPr>
          <p:cNvPr id="144" name="Rectangle: Rounded Corners 143">
            <a:extLst>
              <a:ext uri="{FF2B5EF4-FFF2-40B4-BE49-F238E27FC236}">
                <a16:creationId xmlns:a16="http://schemas.microsoft.com/office/drawing/2014/main" id="{EDD5866E-3D1D-E857-E72D-36A01168F24A}"/>
              </a:ext>
            </a:extLst>
          </p:cNvPr>
          <p:cNvSpPr/>
          <p:nvPr/>
        </p:nvSpPr>
        <p:spPr>
          <a:xfrm>
            <a:off x="2505246" y="3058361"/>
            <a:ext cx="156085" cy="37787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LLM</a:t>
            </a:r>
          </a:p>
        </p:txBody>
      </p:sp>
      <p:sp>
        <p:nvSpPr>
          <p:cNvPr id="145" name="Rectangle: Rounded Corners 144">
            <a:extLst>
              <a:ext uri="{FF2B5EF4-FFF2-40B4-BE49-F238E27FC236}">
                <a16:creationId xmlns:a16="http://schemas.microsoft.com/office/drawing/2014/main" id="{BD1C1EE6-DB37-E781-EFD7-73461F461015}"/>
              </a:ext>
            </a:extLst>
          </p:cNvPr>
          <p:cNvSpPr/>
          <p:nvPr/>
        </p:nvSpPr>
        <p:spPr>
          <a:xfrm>
            <a:off x="3889450" y="2362108"/>
            <a:ext cx="153503" cy="37420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LLM</a:t>
            </a:r>
          </a:p>
        </p:txBody>
      </p:sp>
      <p:sp>
        <p:nvSpPr>
          <p:cNvPr id="146" name="Rectangle: Rounded Corners 145">
            <a:extLst>
              <a:ext uri="{FF2B5EF4-FFF2-40B4-BE49-F238E27FC236}">
                <a16:creationId xmlns:a16="http://schemas.microsoft.com/office/drawing/2014/main" id="{8A45D600-B87B-ADBB-8D6C-6DE004BD900D}"/>
              </a:ext>
            </a:extLst>
          </p:cNvPr>
          <p:cNvSpPr/>
          <p:nvPr/>
        </p:nvSpPr>
        <p:spPr>
          <a:xfrm>
            <a:off x="521759" y="3780590"/>
            <a:ext cx="852181" cy="322449"/>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Web Service</a:t>
            </a:r>
          </a:p>
        </p:txBody>
      </p:sp>
      <p:sp>
        <p:nvSpPr>
          <p:cNvPr id="147" name="Rectangle: Rounded Corners 146">
            <a:extLst>
              <a:ext uri="{FF2B5EF4-FFF2-40B4-BE49-F238E27FC236}">
                <a16:creationId xmlns:a16="http://schemas.microsoft.com/office/drawing/2014/main" id="{9673B909-6BC7-9008-78BC-36DF33D61F0E}"/>
              </a:ext>
            </a:extLst>
          </p:cNvPr>
          <p:cNvSpPr/>
          <p:nvPr/>
        </p:nvSpPr>
        <p:spPr>
          <a:xfrm>
            <a:off x="507823" y="3052294"/>
            <a:ext cx="861483"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Service</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148" name="Straight Arrow Connector 147">
            <a:extLst>
              <a:ext uri="{FF2B5EF4-FFF2-40B4-BE49-F238E27FC236}">
                <a16:creationId xmlns:a16="http://schemas.microsoft.com/office/drawing/2014/main" id="{906E069C-196D-2136-0E04-DD6B1FEF3EB4}"/>
              </a:ext>
            </a:extLst>
          </p:cNvPr>
          <p:cNvCxnSpPr>
            <a:cxnSpLocks/>
          </p:cNvCxnSpPr>
          <p:nvPr/>
        </p:nvCxnSpPr>
        <p:spPr>
          <a:xfrm flipV="1">
            <a:off x="1033644" y="3426345"/>
            <a:ext cx="0" cy="340969"/>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692A825B-CE49-75E6-6A48-37E40C14B711}"/>
              </a:ext>
            </a:extLst>
          </p:cNvPr>
          <p:cNvCxnSpPr>
            <a:cxnSpLocks/>
          </p:cNvCxnSpPr>
          <p:nvPr/>
        </p:nvCxnSpPr>
        <p:spPr>
          <a:xfrm>
            <a:off x="928013" y="3429405"/>
            <a:ext cx="0" cy="351185"/>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7B438F80-BE9E-DED2-5368-CD6C070F0699}"/>
              </a:ext>
            </a:extLst>
          </p:cNvPr>
          <p:cNvCxnSpPr>
            <a:cxnSpLocks/>
            <a:stCxn id="147" idx="0"/>
          </p:cNvCxnSpPr>
          <p:nvPr/>
        </p:nvCxnSpPr>
        <p:spPr>
          <a:xfrm flipV="1">
            <a:off x="938565" y="2749749"/>
            <a:ext cx="1951183" cy="302545"/>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53" name="Rectangle: Rounded Corners 152">
            <a:extLst>
              <a:ext uri="{FF2B5EF4-FFF2-40B4-BE49-F238E27FC236}">
                <a16:creationId xmlns:a16="http://schemas.microsoft.com/office/drawing/2014/main" id="{47D981F3-39E7-6E46-3374-88889B38D2C4}"/>
              </a:ext>
            </a:extLst>
          </p:cNvPr>
          <p:cNvSpPr/>
          <p:nvPr/>
        </p:nvSpPr>
        <p:spPr>
          <a:xfrm>
            <a:off x="1388029" y="3047733"/>
            <a:ext cx="156085" cy="37787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LLM</a:t>
            </a:r>
          </a:p>
        </p:txBody>
      </p:sp>
      <p:sp>
        <p:nvSpPr>
          <p:cNvPr id="164" name="TextBox 163">
            <a:extLst>
              <a:ext uri="{FF2B5EF4-FFF2-40B4-BE49-F238E27FC236}">
                <a16:creationId xmlns:a16="http://schemas.microsoft.com/office/drawing/2014/main" id="{8587ADDD-CBF1-583E-7B70-55BB14543E9C}"/>
              </a:ext>
            </a:extLst>
          </p:cNvPr>
          <p:cNvSpPr txBox="1"/>
          <p:nvPr/>
        </p:nvSpPr>
        <p:spPr>
          <a:xfrm>
            <a:off x="588263" y="4831140"/>
            <a:ext cx="4848762" cy="190821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gradFill flip="none">
                  <a:gsLst>
                    <a:gs pos="0">
                      <a:srgbClr val="73262F"/>
                    </a:gs>
                    <a:gs pos="80000">
                      <a:srgbClr val="2A446F"/>
                    </a:gs>
                  </a:gsLst>
                  <a:path path="circle">
                    <a:fillToRect l="100000" t="100000"/>
                  </a:path>
                  <a:tileRect r="-100000" b="-100000"/>
                </a:gradFill>
                <a:effectLst/>
                <a:uLnTx/>
                <a:uFillTx/>
                <a:latin typeface="Segoe UI Variable Display Semib"/>
                <a:cs typeface="Segoe UI"/>
              </a:rPr>
              <a:t>Agent </a:t>
            </a:r>
            <a:r>
              <a:rPr lang="en-US">
                <a:ln w="3175">
                  <a:noFill/>
                </a:ln>
                <a:gradFill flip="none">
                  <a:gsLst>
                    <a:gs pos="0">
                      <a:srgbClr val="73262F"/>
                    </a:gs>
                    <a:gs pos="80000">
                      <a:srgbClr val="2A446F"/>
                    </a:gs>
                  </a:gsLst>
                  <a:path path="circle">
                    <a:fillToRect l="100000" t="100000"/>
                  </a:path>
                  <a:tileRect r="-100000" b="-100000"/>
                </a:gradFill>
                <a:latin typeface="Segoe UI Variable Display Semib"/>
                <a:cs typeface="Segoe UI"/>
              </a:rPr>
              <a:t>Orchestration</a:t>
            </a:r>
            <a:endParaRPr kumimoji="0" lang="en-US" sz="1800" b="0" i="0" u="none" strike="noStrike" kern="1200" cap="none" spc="0" normalizeH="0" baseline="0" noProof="0">
              <a:ln w="3175">
                <a:noFill/>
              </a:ln>
              <a:gradFill flip="none" rotWithShape="1">
                <a:gsLst>
                  <a:gs pos="0">
                    <a:srgbClr val="73262F"/>
                  </a:gs>
                  <a:gs pos="80000">
                    <a:srgbClr val="2A446F"/>
                  </a:gs>
                </a:gsLst>
                <a:path path="circle">
                  <a:fillToRect l="100000" t="100000"/>
                </a:path>
                <a:tileRect r="-100000" b="-100000"/>
              </a:gradFill>
              <a:effectLst/>
              <a:uLnTx/>
              <a:uFillTx/>
              <a:latin typeface="Segoe UI Variable Display Semib" pitchFamily="2"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UI Semilight"/>
                <a:cs typeface="Segoe UI Semilight"/>
              </a:rPr>
              <a:t>LLM-driven orchestration</a:t>
            </a:r>
            <a:endParaRPr lang="en-US" sz="1600" b="1" i="0" u="none" strike="noStrike" kern="1200" cap="none" spc="0" normalizeH="0" baseline="0" noProof="0">
              <a:ln>
                <a:noFill/>
              </a:ln>
              <a:solidFill>
                <a:srgbClr val="000000"/>
              </a:solidFill>
              <a:effectLst/>
              <a:uLnTx/>
              <a:uFillTx/>
              <a:latin typeface="Segoe UI Semilight"/>
              <a:cs typeface="Segoe UI Semi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light"/>
                <a:cs typeface="Segoe UI Semilight"/>
              </a:rPr>
              <a:t>Creative reasoning and decision-making</a:t>
            </a:r>
            <a:endParaRPr lang="en-US" sz="1400" b="0" i="1" u="none" strike="noStrike" kern="1200" cap="none" spc="0" normalizeH="0" baseline="0" noProof="0">
              <a:ln>
                <a:noFill/>
              </a:ln>
              <a:solidFill>
                <a:srgbClr val="000000"/>
              </a:solidFill>
              <a:effectLst/>
              <a:uLnTx/>
              <a:uFillTx/>
              <a:latin typeface="Segoe UI Semilight"/>
              <a:cs typeface="Segoe UI Semi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light"/>
                <a:cs typeface="Segoe UI Semilight"/>
              </a:rPr>
              <a:t>Ex: Propose 2 Instagram marketing campaigns including assets that would leverage the top 2 recent trends in our past quarter US Sales to boost our mailing list user base and predict the impact of each campaign</a:t>
            </a:r>
            <a:endParaRPr lang="en-US" sz="1400" b="0" i="1" u="none" strike="noStrike" kern="1200" cap="none" spc="0" normalizeH="0" baseline="0" noProof="0">
              <a:ln>
                <a:noFill/>
              </a:ln>
              <a:solidFill>
                <a:srgbClr val="000000"/>
              </a:solidFill>
              <a:effectLst/>
              <a:uLnTx/>
              <a:uFillTx/>
              <a:latin typeface="Segoe UI Semilight"/>
              <a:cs typeface="Segoe UI Semilight"/>
            </a:endParaRPr>
          </a:p>
        </p:txBody>
      </p:sp>
      <p:sp>
        <p:nvSpPr>
          <p:cNvPr id="50" name="TextBox 49">
            <a:extLst>
              <a:ext uri="{FF2B5EF4-FFF2-40B4-BE49-F238E27FC236}">
                <a16:creationId xmlns:a16="http://schemas.microsoft.com/office/drawing/2014/main" id="{AEA6879B-8990-66B6-BBB3-3571008711A5}"/>
              </a:ext>
            </a:extLst>
          </p:cNvPr>
          <p:cNvSpPr txBox="1"/>
          <p:nvPr/>
        </p:nvSpPr>
        <p:spPr>
          <a:xfrm>
            <a:off x="6139728" y="4816631"/>
            <a:ext cx="4848762" cy="1692771"/>
          </a:xfrm>
          <a:prstGeom prst="rect">
            <a:avLst/>
          </a:prstGeom>
          <a:noFill/>
        </p:spPr>
        <p:txBody>
          <a:bodyPr wrap="square" lIns="91440" tIns="45720" rIns="91440" bIns="45720" anchor="t">
            <a:spAutoFit/>
          </a:bodyPr>
          <a:lstStyle/>
          <a:p>
            <a:pPr>
              <a:defRPr/>
            </a:pPr>
            <a:r>
              <a:rPr lang="en-US">
                <a:ln w="3175">
                  <a:noFill/>
                </a:ln>
                <a:gradFill flip="none">
                  <a:gsLst>
                    <a:gs pos="0">
                      <a:srgbClr val="73262F"/>
                    </a:gs>
                    <a:gs pos="80000">
                      <a:srgbClr val="2A446F"/>
                    </a:gs>
                  </a:gsLst>
                  <a:path path="circle">
                    <a:fillToRect l="100000" t="100000"/>
                  </a:path>
                  <a:tileRect r="-100000" b="-100000"/>
                </a:gradFill>
                <a:latin typeface="Segoe UI Variable Display Semib"/>
                <a:cs typeface="Segoe UI"/>
              </a:rPr>
              <a:t>Workflow Orchestration</a:t>
            </a:r>
            <a:endParaRPr lang="en-US" sz="1800" b="0" i="0" u="none" strike="noStrike" kern="1200" cap="none" spc="0" normalizeH="0" baseline="0" noProof="0">
              <a:ln w="3175">
                <a:noFill/>
              </a:ln>
              <a:gradFill flip="none" rotWithShape="1">
                <a:gsLst>
                  <a:gs pos="0">
                    <a:srgbClr val="73262F"/>
                  </a:gs>
                  <a:gs pos="80000">
                    <a:srgbClr val="2A446F"/>
                  </a:gs>
                </a:gsLst>
                <a:path path="circle">
                  <a:fillToRect l="100000" t="100000"/>
                </a:path>
                <a:tileRect r="-100000" b="-100000"/>
              </a:gradFill>
              <a:effectLst/>
              <a:uLnTx/>
              <a:uFillTx/>
              <a:latin typeface="Segoe UI Variable Display Semib" pitchFamily="2" charset="0"/>
              <a:cs typeface="Segoe UI" panose="020B0502040204020203" pitchFamily="34" charset="0"/>
            </a:endParaRPr>
          </a:p>
          <a:p>
            <a:pPr>
              <a:defRPr/>
            </a:pPr>
            <a:r>
              <a:rPr lang="en-US" sz="1600" b="1">
                <a:solidFill>
                  <a:srgbClr val="000000"/>
                </a:solidFill>
                <a:latin typeface="Segoe UI Semilight"/>
                <a:ea typeface="+mn-lt"/>
                <a:cs typeface="Segoe UI Semilight"/>
              </a:rPr>
              <a:t>Business logic-driven orchestration</a:t>
            </a:r>
            <a:endParaRPr lang="en-US" b="1">
              <a:latin typeface="Segoe UI Semilight"/>
              <a:cs typeface="Segoe UI Semilight"/>
            </a:endParaRPr>
          </a:p>
          <a:p>
            <a:pPr>
              <a:defRPr/>
            </a:pPr>
            <a:r>
              <a:rPr lang="en-US" sz="1400" i="1">
                <a:solidFill>
                  <a:srgbClr val="000000"/>
                </a:solidFill>
                <a:latin typeface="Segoe UI Semilight"/>
                <a:ea typeface="+mn-lt"/>
                <a:cs typeface="Segoe UI Semilight"/>
              </a:rPr>
              <a:t>Mix of business processes and agents</a:t>
            </a:r>
            <a:endParaRPr lang="en-US"/>
          </a:p>
          <a:p>
            <a:pPr>
              <a:defRPr/>
            </a:pPr>
            <a:endParaRPr lang="en-US" sz="1400" i="1">
              <a:latin typeface="Segoe UI Semilight"/>
              <a:cs typeface="Segoe UI Semilight"/>
            </a:endParaRPr>
          </a:p>
          <a:p>
            <a:pPr>
              <a:defRPr/>
            </a:pPr>
            <a:r>
              <a:rPr lang="en-US" sz="1400" i="1">
                <a:solidFill>
                  <a:srgbClr val="000000"/>
                </a:solidFill>
                <a:latin typeface="Segoe UI Semilight"/>
                <a:ea typeface="+mn-lt"/>
                <a:cs typeface="Segoe UI Semilight"/>
              </a:rPr>
              <a:t>Ex</a:t>
            </a:r>
            <a:r>
              <a:rPr kumimoji="0" lang="en-US" sz="1400" b="0" i="1" u="none" strike="noStrike" kern="1200" cap="none" spc="0" normalizeH="0" baseline="0" noProof="0">
                <a:ln>
                  <a:noFill/>
                </a:ln>
                <a:solidFill>
                  <a:srgbClr val="000000"/>
                </a:solidFill>
                <a:effectLst/>
                <a:uLnTx/>
                <a:uFillTx/>
                <a:latin typeface="Segoe UI Semilight"/>
                <a:ea typeface="+mn-lt"/>
                <a:cs typeface="Segoe UI Semilight"/>
              </a:rPr>
              <a:t>: </a:t>
            </a:r>
            <a:r>
              <a:rPr lang="en-US" sz="1400" i="1">
                <a:solidFill>
                  <a:srgbClr val="000000"/>
                </a:solidFill>
                <a:latin typeface="Segoe UI Semilight"/>
                <a:ea typeface="+mn-lt"/>
                <a:cs typeface="Segoe UI Semilight"/>
              </a:rPr>
              <a:t>Execution the Deep Research process to generate a document outline</a:t>
            </a:r>
            <a:r>
              <a:rPr kumimoji="0" lang="en-US" sz="1400" b="0" i="1" u="none" strike="noStrike" kern="1200" cap="none" spc="0" normalizeH="0" baseline="0" noProof="0">
                <a:ln>
                  <a:noFill/>
                </a:ln>
                <a:solidFill>
                  <a:srgbClr val="000000"/>
                </a:solidFill>
                <a:effectLst/>
                <a:uLnTx/>
                <a:uFillTx/>
                <a:latin typeface="Segoe UI Semilight"/>
                <a:ea typeface="+mn-lt"/>
                <a:cs typeface="Segoe UI Semilight"/>
              </a:rPr>
              <a:t>, </a:t>
            </a:r>
            <a:r>
              <a:rPr lang="en-US" sz="1400" i="1">
                <a:solidFill>
                  <a:srgbClr val="000000"/>
                </a:solidFill>
                <a:latin typeface="Segoe UI Semilight"/>
                <a:ea typeface="+mn-lt"/>
                <a:cs typeface="Segoe UI Semilight"/>
              </a:rPr>
              <a:t>write and refine section </a:t>
            </a:r>
            <a:r>
              <a:rPr kumimoji="0" lang="en-US" sz="1400" b="0" i="1" u="none" strike="noStrike" kern="1200" cap="none" spc="0" normalizeH="0" baseline="0" noProof="0">
                <a:ln>
                  <a:noFill/>
                </a:ln>
                <a:solidFill>
                  <a:srgbClr val="000000"/>
                </a:solidFill>
                <a:effectLst/>
                <a:uLnTx/>
                <a:uFillTx/>
                <a:latin typeface="Segoe UI Semilight"/>
                <a:ea typeface="+mn-lt"/>
                <a:cs typeface="Segoe UI Semilight"/>
              </a:rPr>
              <a:t>and </a:t>
            </a:r>
            <a:r>
              <a:rPr lang="en-US" sz="1400" i="1">
                <a:solidFill>
                  <a:srgbClr val="000000"/>
                </a:solidFill>
                <a:latin typeface="Segoe UI Semilight"/>
                <a:ea typeface="+mn-lt"/>
                <a:cs typeface="Segoe UI Semilight"/>
              </a:rPr>
              <a:t>synthesize into final document</a:t>
            </a:r>
            <a:endParaRPr lang="en-US">
              <a:latin typeface="Aptos" panose="020B0004020202020204"/>
              <a:cs typeface="Segoe UI Semilight"/>
            </a:endParaRPr>
          </a:p>
        </p:txBody>
      </p:sp>
      <p:pic>
        <p:nvPicPr>
          <p:cNvPr id="51" name="Graphic 50" descr="Questions outline">
            <a:extLst>
              <a:ext uri="{FF2B5EF4-FFF2-40B4-BE49-F238E27FC236}">
                <a16:creationId xmlns:a16="http://schemas.microsoft.com/office/drawing/2014/main" id="{92EF1B03-72D2-E19B-4125-63094CF408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84374" y="2366206"/>
            <a:ext cx="531803" cy="531497"/>
          </a:xfrm>
          <a:prstGeom prst="rect">
            <a:avLst/>
          </a:prstGeom>
        </p:spPr>
      </p:pic>
      <p:sp>
        <p:nvSpPr>
          <p:cNvPr id="52" name="Rectangle: Rounded Corners 51">
            <a:extLst>
              <a:ext uri="{FF2B5EF4-FFF2-40B4-BE49-F238E27FC236}">
                <a16:creationId xmlns:a16="http://schemas.microsoft.com/office/drawing/2014/main" id="{9A836995-907D-1931-94BD-D6A12A07AD42}"/>
              </a:ext>
            </a:extLst>
          </p:cNvPr>
          <p:cNvSpPr/>
          <p:nvPr/>
        </p:nvSpPr>
        <p:spPr>
          <a:xfrm>
            <a:off x="9159370" y="2421852"/>
            <a:ext cx="151785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53" name="TextBox 52">
            <a:extLst>
              <a:ext uri="{FF2B5EF4-FFF2-40B4-BE49-F238E27FC236}">
                <a16:creationId xmlns:a16="http://schemas.microsoft.com/office/drawing/2014/main" id="{8781FC2A-62DE-0F57-5DA6-33A2338FD099}"/>
              </a:ext>
            </a:extLst>
          </p:cNvPr>
          <p:cNvSpPr txBox="1"/>
          <p:nvPr/>
        </p:nvSpPr>
        <p:spPr>
          <a:xfrm>
            <a:off x="5942338" y="2863067"/>
            <a:ext cx="61587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Sans Text"/>
                <a:ea typeface="+mn-ea"/>
                <a:cs typeface="+mn-cs"/>
              </a:rPr>
              <a:t>conversation</a:t>
            </a:r>
          </a:p>
        </p:txBody>
      </p:sp>
      <p:sp>
        <p:nvSpPr>
          <p:cNvPr id="54" name="Rectangle: Rounded Corners 53">
            <a:extLst>
              <a:ext uri="{FF2B5EF4-FFF2-40B4-BE49-F238E27FC236}">
                <a16:creationId xmlns:a16="http://schemas.microsoft.com/office/drawing/2014/main" id="{4683AC24-82F6-D987-D0EF-5CA592A12872}"/>
              </a:ext>
            </a:extLst>
          </p:cNvPr>
          <p:cNvSpPr/>
          <p:nvPr/>
        </p:nvSpPr>
        <p:spPr>
          <a:xfrm>
            <a:off x="6804099" y="2442974"/>
            <a:ext cx="736431" cy="377962"/>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User Proxy Agent</a:t>
            </a:r>
          </a:p>
        </p:txBody>
      </p:sp>
      <p:sp>
        <p:nvSpPr>
          <p:cNvPr id="57" name="Rectangle: Rounded Corners 56">
            <a:extLst>
              <a:ext uri="{FF2B5EF4-FFF2-40B4-BE49-F238E27FC236}">
                <a16:creationId xmlns:a16="http://schemas.microsoft.com/office/drawing/2014/main" id="{5245ABDB-B289-F197-9D83-31304F7FDE6B}"/>
              </a:ext>
            </a:extLst>
          </p:cNvPr>
          <p:cNvSpPr/>
          <p:nvPr/>
        </p:nvSpPr>
        <p:spPr>
          <a:xfrm>
            <a:off x="6760060" y="3125801"/>
            <a:ext cx="824511" cy="24442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Outline</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58" name="Straight Arrow Connector 57">
            <a:extLst>
              <a:ext uri="{FF2B5EF4-FFF2-40B4-BE49-F238E27FC236}">
                <a16:creationId xmlns:a16="http://schemas.microsoft.com/office/drawing/2014/main" id="{707DB122-3A9D-FDFE-A7AC-AB654E800B1D}"/>
              </a:ext>
            </a:extLst>
          </p:cNvPr>
          <p:cNvCxnSpPr>
            <a:cxnSpLocks/>
            <a:stCxn id="51" idx="3"/>
            <a:endCxn id="54" idx="1"/>
          </p:cNvCxnSpPr>
          <p:nvPr/>
        </p:nvCxnSpPr>
        <p:spPr>
          <a:xfrm>
            <a:off x="6516177" y="2631955"/>
            <a:ext cx="287922"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F9E3383-A6E4-FAB6-BE37-B2AFBAB96D90}"/>
              </a:ext>
            </a:extLst>
          </p:cNvPr>
          <p:cNvCxnSpPr>
            <a:cxnSpLocks/>
            <a:stCxn id="54" idx="2"/>
            <a:endCxn id="57" idx="0"/>
          </p:cNvCxnSpPr>
          <p:nvPr/>
        </p:nvCxnSpPr>
        <p:spPr>
          <a:xfrm>
            <a:off x="7172315" y="2820936"/>
            <a:ext cx="1" cy="30486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6B0A346-603F-871B-6041-0B99E0CFEC84}"/>
              </a:ext>
            </a:extLst>
          </p:cNvPr>
          <p:cNvCxnSpPr>
            <a:cxnSpLocks/>
            <a:stCxn id="57" idx="3"/>
          </p:cNvCxnSpPr>
          <p:nvPr/>
        </p:nvCxnSpPr>
        <p:spPr>
          <a:xfrm flipV="1">
            <a:off x="7584571" y="2442974"/>
            <a:ext cx="284257" cy="80504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F3838B5-C01E-60E2-8642-CA248BDD6F78}"/>
              </a:ext>
            </a:extLst>
          </p:cNvPr>
          <p:cNvCxnSpPr>
            <a:cxnSpLocks/>
            <a:stCxn id="57" idx="3"/>
          </p:cNvCxnSpPr>
          <p:nvPr/>
        </p:nvCxnSpPr>
        <p:spPr>
          <a:xfrm>
            <a:off x="7584571" y="3248014"/>
            <a:ext cx="295475" cy="342937"/>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C9F95D57-4E6C-6DE4-67EA-08A70F42DEF4}"/>
              </a:ext>
            </a:extLst>
          </p:cNvPr>
          <p:cNvSpPr/>
          <p:nvPr/>
        </p:nvSpPr>
        <p:spPr>
          <a:xfrm>
            <a:off x="7973251" y="2243718"/>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 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(Introduction)</a:t>
            </a:r>
          </a:p>
        </p:txBody>
      </p:sp>
      <p:sp>
        <p:nvSpPr>
          <p:cNvPr id="64" name="Rectangle: Rounded Corners 63">
            <a:extLst>
              <a:ext uri="{FF2B5EF4-FFF2-40B4-BE49-F238E27FC236}">
                <a16:creationId xmlns:a16="http://schemas.microsoft.com/office/drawing/2014/main" id="{9E32ED74-EE94-CBD1-3D3F-24116C448A68}"/>
              </a:ext>
            </a:extLst>
          </p:cNvPr>
          <p:cNvSpPr/>
          <p:nvPr/>
        </p:nvSpPr>
        <p:spPr>
          <a:xfrm>
            <a:off x="7973250" y="2684359"/>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 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1)</a:t>
            </a:r>
          </a:p>
        </p:txBody>
      </p:sp>
      <p:sp>
        <p:nvSpPr>
          <p:cNvPr id="65" name="Rectangle: Rounded Corners 64">
            <a:extLst>
              <a:ext uri="{FF2B5EF4-FFF2-40B4-BE49-F238E27FC236}">
                <a16:creationId xmlns:a16="http://schemas.microsoft.com/office/drawing/2014/main" id="{DEECBA79-39FA-7AA9-B231-722A04B4E762}"/>
              </a:ext>
            </a:extLst>
          </p:cNvPr>
          <p:cNvSpPr/>
          <p:nvPr/>
        </p:nvSpPr>
        <p:spPr>
          <a:xfrm>
            <a:off x="7973250" y="3125000"/>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 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2)</a:t>
            </a:r>
          </a:p>
        </p:txBody>
      </p:sp>
      <p:sp>
        <p:nvSpPr>
          <p:cNvPr id="67" name="Rectangle: Rounded Corners 66">
            <a:extLst>
              <a:ext uri="{FF2B5EF4-FFF2-40B4-BE49-F238E27FC236}">
                <a16:creationId xmlns:a16="http://schemas.microsoft.com/office/drawing/2014/main" id="{0C224E3C-B9DF-6DCE-AECA-54A4606EBA40}"/>
              </a:ext>
            </a:extLst>
          </p:cNvPr>
          <p:cNvSpPr/>
          <p:nvPr/>
        </p:nvSpPr>
        <p:spPr>
          <a:xfrm>
            <a:off x="7973249" y="3568063"/>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a:t>
            </a:r>
            <a:b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b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(Conclusion)</a:t>
            </a:r>
          </a:p>
        </p:txBody>
      </p:sp>
      <p:sp>
        <p:nvSpPr>
          <p:cNvPr id="68" name="Left Brace 67">
            <a:extLst>
              <a:ext uri="{FF2B5EF4-FFF2-40B4-BE49-F238E27FC236}">
                <a16:creationId xmlns:a16="http://schemas.microsoft.com/office/drawing/2014/main" id="{068CFDE7-8132-6BFA-36C9-38D4F80A53E3}"/>
              </a:ext>
            </a:extLst>
          </p:cNvPr>
          <p:cNvSpPr/>
          <p:nvPr/>
        </p:nvSpPr>
        <p:spPr>
          <a:xfrm>
            <a:off x="8933498" y="2366332"/>
            <a:ext cx="153809" cy="1582699"/>
          </a:xfrm>
          <a:prstGeom prst="leftBrace">
            <a:avLst>
              <a:gd name="adj1" fmla="val 8333"/>
              <a:gd name="adj2" fmla="val 39854"/>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72" name="Rectangle: Rounded Corners 71">
            <a:extLst>
              <a:ext uri="{FF2B5EF4-FFF2-40B4-BE49-F238E27FC236}">
                <a16:creationId xmlns:a16="http://schemas.microsoft.com/office/drawing/2014/main" id="{84A089BF-99AB-3C10-0CDC-DDD75282D6DC}"/>
              </a:ext>
            </a:extLst>
          </p:cNvPr>
          <p:cNvSpPr/>
          <p:nvPr/>
        </p:nvSpPr>
        <p:spPr>
          <a:xfrm>
            <a:off x="9466469" y="2637482"/>
            <a:ext cx="879534" cy="29929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Writer</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sp>
        <p:nvSpPr>
          <p:cNvPr id="73" name="Rectangle: Rounded Corners 72">
            <a:extLst>
              <a:ext uri="{FF2B5EF4-FFF2-40B4-BE49-F238E27FC236}">
                <a16:creationId xmlns:a16="http://schemas.microsoft.com/office/drawing/2014/main" id="{960D0A02-D24E-8BB6-B9AB-C0051B2F6267}"/>
              </a:ext>
            </a:extLst>
          </p:cNvPr>
          <p:cNvSpPr/>
          <p:nvPr/>
        </p:nvSpPr>
        <p:spPr>
          <a:xfrm>
            <a:off x="9465311" y="3322067"/>
            <a:ext cx="879534" cy="32808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Critic</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75" name="Straight Arrow Connector 74">
            <a:extLst>
              <a:ext uri="{FF2B5EF4-FFF2-40B4-BE49-F238E27FC236}">
                <a16:creationId xmlns:a16="http://schemas.microsoft.com/office/drawing/2014/main" id="{4FBF89EB-77FC-B490-A9D9-52C65F40D8A4}"/>
              </a:ext>
            </a:extLst>
          </p:cNvPr>
          <p:cNvCxnSpPr>
            <a:cxnSpLocks/>
            <a:stCxn id="72" idx="2"/>
            <a:endCxn id="73" idx="0"/>
          </p:cNvCxnSpPr>
          <p:nvPr/>
        </p:nvCxnSpPr>
        <p:spPr>
          <a:xfrm flipH="1">
            <a:off x="9905078" y="2936777"/>
            <a:ext cx="1158" cy="38529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Rectangle: Rounded Corners 75">
            <a:extLst>
              <a:ext uri="{FF2B5EF4-FFF2-40B4-BE49-F238E27FC236}">
                <a16:creationId xmlns:a16="http://schemas.microsoft.com/office/drawing/2014/main" id="{ACD7B17E-5A58-301D-F5BD-9649FE2D572D}"/>
              </a:ext>
            </a:extLst>
          </p:cNvPr>
          <p:cNvSpPr/>
          <p:nvPr/>
        </p:nvSpPr>
        <p:spPr>
          <a:xfrm>
            <a:off x="11005066" y="2926237"/>
            <a:ext cx="879534" cy="32899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Editor </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sp>
        <p:nvSpPr>
          <p:cNvPr id="80" name="Left Brace 79">
            <a:extLst>
              <a:ext uri="{FF2B5EF4-FFF2-40B4-BE49-F238E27FC236}">
                <a16:creationId xmlns:a16="http://schemas.microsoft.com/office/drawing/2014/main" id="{B1EB8A08-95A2-5165-81C6-14D52393BF9D}"/>
              </a:ext>
            </a:extLst>
          </p:cNvPr>
          <p:cNvSpPr/>
          <p:nvPr/>
        </p:nvSpPr>
        <p:spPr>
          <a:xfrm rot="10800000">
            <a:off x="10764242" y="2366332"/>
            <a:ext cx="153809" cy="1582699"/>
          </a:xfrm>
          <a:prstGeom prst="leftBrace">
            <a:avLst>
              <a:gd name="adj1" fmla="val 8333"/>
              <a:gd name="adj2" fmla="val 5062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Text"/>
              <a:ea typeface="+mn-ea"/>
              <a:cs typeface="+mn-cs"/>
            </a:endParaRPr>
          </a:p>
        </p:txBody>
      </p:sp>
      <p:pic>
        <p:nvPicPr>
          <p:cNvPr id="81" name="Graphic 80" descr="Document outline">
            <a:extLst>
              <a:ext uri="{FF2B5EF4-FFF2-40B4-BE49-F238E27FC236}">
                <a16:creationId xmlns:a16="http://schemas.microsoft.com/office/drawing/2014/main" id="{53AA4389-D346-CB88-3190-91175916B8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31314" y="3507839"/>
            <a:ext cx="427037" cy="427038"/>
          </a:xfrm>
          <a:prstGeom prst="rect">
            <a:avLst/>
          </a:prstGeom>
          <a:effectLst/>
        </p:spPr>
      </p:pic>
      <p:cxnSp>
        <p:nvCxnSpPr>
          <p:cNvPr id="82" name="Straight Arrow Connector 81">
            <a:extLst>
              <a:ext uri="{FF2B5EF4-FFF2-40B4-BE49-F238E27FC236}">
                <a16:creationId xmlns:a16="http://schemas.microsoft.com/office/drawing/2014/main" id="{F3F46045-F1D5-F368-519C-52342298308C}"/>
              </a:ext>
            </a:extLst>
          </p:cNvPr>
          <p:cNvCxnSpPr>
            <a:cxnSpLocks/>
          </p:cNvCxnSpPr>
          <p:nvPr/>
        </p:nvCxnSpPr>
        <p:spPr>
          <a:xfrm>
            <a:off x="11444833" y="3303511"/>
            <a:ext cx="0" cy="17283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D7555BF2-5AF9-020D-39B5-3CD80A59D867}"/>
              </a:ext>
            </a:extLst>
          </p:cNvPr>
          <p:cNvSpPr/>
          <p:nvPr/>
        </p:nvSpPr>
        <p:spPr>
          <a:xfrm>
            <a:off x="5984374" y="1769559"/>
            <a:ext cx="1666744" cy="248579"/>
          </a:xfrm>
          <a:prstGeom prst="roundRect">
            <a:avLst>
              <a:gd name="adj" fmla="val 50000"/>
            </a:avLst>
          </a:prstGeom>
          <a:gradFill flip="none" rotWithShape="1">
            <a:gsLst>
              <a:gs pos="80000">
                <a:srgbClr val="A9D5ED"/>
              </a:gs>
              <a:gs pos="0">
                <a:srgbClr val="FFC6CC"/>
              </a:gs>
            </a:gsLst>
            <a:path path="circle">
              <a:fillToRect l="100000" t="100000"/>
            </a:path>
            <a:tileRect r="-100000" b="-100000"/>
          </a:gradFill>
        </p:spPr>
        <p:txBody>
          <a:bodyPr wrap="square" lIns="91440" tIns="18288" rIns="91440" bIns="36576" rtlCol="0" anchor="ctr" anchorCtr="0">
            <a:sp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1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itchFamily="34" charset="0"/>
              </a:rPr>
              <a:t>Generate Outline</a:t>
            </a:r>
          </a:p>
        </p:txBody>
      </p:sp>
      <p:sp>
        <p:nvSpPr>
          <p:cNvPr id="86" name="Rectangle: Rounded Corners 85">
            <a:extLst>
              <a:ext uri="{FF2B5EF4-FFF2-40B4-BE49-F238E27FC236}">
                <a16:creationId xmlns:a16="http://schemas.microsoft.com/office/drawing/2014/main" id="{67D966CF-8C51-3A87-00D0-A568491412A2}"/>
              </a:ext>
            </a:extLst>
          </p:cNvPr>
          <p:cNvSpPr/>
          <p:nvPr/>
        </p:nvSpPr>
        <p:spPr>
          <a:xfrm>
            <a:off x="7714023" y="1769559"/>
            <a:ext cx="2567916" cy="248579"/>
          </a:xfrm>
          <a:prstGeom prst="roundRect">
            <a:avLst>
              <a:gd name="adj" fmla="val 50000"/>
            </a:avLst>
          </a:prstGeom>
          <a:gradFill flip="none" rotWithShape="1">
            <a:gsLst>
              <a:gs pos="80000">
                <a:srgbClr val="A9D5ED"/>
              </a:gs>
              <a:gs pos="0">
                <a:srgbClr val="FFC6CC"/>
              </a:gs>
            </a:gsLst>
            <a:path path="circle">
              <a:fillToRect l="100000" t="100000"/>
            </a:path>
            <a:tileRect r="-100000" b="-100000"/>
          </a:gradFill>
        </p:spPr>
        <p:txBody>
          <a:bodyPr wrap="square" lIns="91440" tIns="18288" rIns="91440" bIns="36576" rtlCol="0" anchor="ctr" anchorCtr="0">
            <a:sp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1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itchFamily="34" charset="0"/>
              </a:rPr>
              <a:t>Research and Generate Sections</a:t>
            </a:r>
          </a:p>
        </p:txBody>
      </p:sp>
      <p:sp>
        <p:nvSpPr>
          <p:cNvPr id="87" name="Rectangle: Rounded Corners 86">
            <a:extLst>
              <a:ext uri="{FF2B5EF4-FFF2-40B4-BE49-F238E27FC236}">
                <a16:creationId xmlns:a16="http://schemas.microsoft.com/office/drawing/2014/main" id="{1B4A43AB-B917-F30E-CFAE-D36F002DE6FC}"/>
              </a:ext>
            </a:extLst>
          </p:cNvPr>
          <p:cNvSpPr/>
          <p:nvPr/>
        </p:nvSpPr>
        <p:spPr>
          <a:xfrm>
            <a:off x="10344845" y="1769559"/>
            <a:ext cx="1674759" cy="248579"/>
          </a:xfrm>
          <a:prstGeom prst="roundRect">
            <a:avLst>
              <a:gd name="adj" fmla="val 50000"/>
            </a:avLst>
          </a:prstGeom>
          <a:gradFill flip="none" rotWithShape="1">
            <a:gsLst>
              <a:gs pos="80000">
                <a:srgbClr val="A9D5ED"/>
              </a:gs>
              <a:gs pos="0">
                <a:srgbClr val="FFC6CC"/>
              </a:gs>
            </a:gsLst>
            <a:path path="circle">
              <a:fillToRect l="100000" t="100000"/>
            </a:path>
            <a:tileRect r="-100000" b="-100000"/>
          </a:gradFill>
        </p:spPr>
        <p:txBody>
          <a:bodyPr wrap="square" lIns="91440" tIns="18288" rIns="91440" bIns="36576" rtlCol="0" anchor="ctr" anchorCtr="0">
            <a:sp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1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itchFamily="34" charset="0"/>
              </a:rPr>
              <a:t>Compile and Generate</a:t>
            </a:r>
          </a:p>
        </p:txBody>
      </p:sp>
      <p:grpSp>
        <p:nvGrpSpPr>
          <p:cNvPr id="165" name="Group 164">
            <a:extLst>
              <a:ext uri="{FF2B5EF4-FFF2-40B4-BE49-F238E27FC236}">
                <a16:creationId xmlns:a16="http://schemas.microsoft.com/office/drawing/2014/main" id="{15652A87-03F8-8213-C75C-C7A0A7B91AD5}"/>
              </a:ext>
            </a:extLst>
          </p:cNvPr>
          <p:cNvGrpSpPr/>
          <p:nvPr/>
        </p:nvGrpSpPr>
        <p:grpSpPr>
          <a:xfrm>
            <a:off x="9565797" y="3964246"/>
            <a:ext cx="780206" cy="200055"/>
            <a:chOff x="1329790" y="4698757"/>
            <a:chExt cx="1327155" cy="340300"/>
          </a:xfrm>
        </p:grpSpPr>
        <p:sp>
          <p:nvSpPr>
            <p:cNvPr id="166" name="Graphic 9">
              <a:extLst>
                <a:ext uri="{FF2B5EF4-FFF2-40B4-BE49-F238E27FC236}">
                  <a16:creationId xmlns:a16="http://schemas.microsoft.com/office/drawing/2014/main" id="{036723D3-E049-C52C-AD36-862DB7AC9F57}"/>
                </a:ext>
                <a:ext uri="{C183D7F6-B498-43B3-948B-1728B52AA6E4}">
                  <adec:decorative xmlns:adec="http://schemas.microsoft.com/office/drawing/2017/decorative" val="1"/>
                </a:ext>
              </a:extLst>
            </p:cNvPr>
            <p:cNvSpPr>
              <a:spLocks noChangeAspect="1"/>
            </p:cNvSpPr>
            <p:nvPr/>
          </p:nvSpPr>
          <p:spPr>
            <a:xfrm>
              <a:off x="1329790" y="4730235"/>
              <a:ext cx="183263" cy="183263"/>
            </a:xfrm>
            <a:custGeom>
              <a:avLst/>
              <a:gdLst>
                <a:gd name="connsiteX0" fmla="*/ 185655 w 371310"/>
                <a:gd name="connsiteY0" fmla="*/ 0 h 371310"/>
                <a:gd name="connsiteX1" fmla="*/ 371310 w 371310"/>
                <a:gd name="connsiteY1" fmla="*/ 185655 h 371310"/>
                <a:gd name="connsiteX2" fmla="*/ 185655 w 371310"/>
                <a:gd name="connsiteY2" fmla="*/ 371310 h 371310"/>
                <a:gd name="connsiteX3" fmla="*/ 0 w 371310"/>
                <a:gd name="connsiteY3" fmla="*/ 185655 h 371310"/>
                <a:gd name="connsiteX4" fmla="*/ 185655 w 371310"/>
                <a:gd name="connsiteY4" fmla="*/ 0 h 371310"/>
                <a:gd name="connsiteX5" fmla="*/ 245430 w 371310"/>
                <a:gd name="connsiteY5" fmla="*/ 129395 h 371310"/>
                <a:gd name="connsiteX6" fmla="*/ 162448 w 371310"/>
                <a:gd name="connsiteY6" fmla="*/ 212376 h 371310"/>
                <a:gd name="connsiteX7" fmla="*/ 125880 w 371310"/>
                <a:gd name="connsiteY7" fmla="*/ 175810 h 371310"/>
                <a:gd name="connsiteX8" fmla="*/ 106189 w 371310"/>
                <a:gd name="connsiteY8" fmla="*/ 175810 h 371310"/>
                <a:gd name="connsiteX9" fmla="*/ 106189 w 371310"/>
                <a:gd name="connsiteY9" fmla="*/ 195500 h 371310"/>
                <a:gd name="connsiteX10" fmla="*/ 152603 w 371310"/>
                <a:gd name="connsiteY10" fmla="*/ 241914 h 371310"/>
                <a:gd name="connsiteX11" fmla="*/ 172293 w 371310"/>
                <a:gd name="connsiteY11" fmla="*/ 241914 h 371310"/>
                <a:gd name="connsiteX12" fmla="*/ 265121 w 371310"/>
                <a:gd name="connsiteY12" fmla="*/ 149087 h 371310"/>
                <a:gd name="connsiteX13" fmla="*/ 265121 w 371310"/>
                <a:gd name="connsiteY13" fmla="*/ 129395 h 371310"/>
                <a:gd name="connsiteX14" fmla="*/ 245430 w 371310"/>
                <a:gd name="connsiteY14" fmla="*/ 129395 h 37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1310" h="371310">
                  <a:moveTo>
                    <a:pt x="185655" y="0"/>
                  </a:moveTo>
                  <a:cubicBezTo>
                    <a:pt x="288189" y="0"/>
                    <a:pt x="371310" y="83121"/>
                    <a:pt x="371310" y="185655"/>
                  </a:cubicBezTo>
                  <a:cubicBezTo>
                    <a:pt x="371310" y="288189"/>
                    <a:pt x="288189" y="371310"/>
                    <a:pt x="185655" y="371310"/>
                  </a:cubicBezTo>
                  <a:cubicBezTo>
                    <a:pt x="83121" y="371310"/>
                    <a:pt x="0" y="288189"/>
                    <a:pt x="0" y="185655"/>
                  </a:cubicBezTo>
                  <a:cubicBezTo>
                    <a:pt x="0" y="83121"/>
                    <a:pt x="83121" y="0"/>
                    <a:pt x="185655" y="0"/>
                  </a:cubicBezTo>
                  <a:close/>
                  <a:moveTo>
                    <a:pt x="245430" y="129395"/>
                  </a:moveTo>
                  <a:lnTo>
                    <a:pt x="162448" y="212376"/>
                  </a:lnTo>
                  <a:lnTo>
                    <a:pt x="125880" y="175810"/>
                  </a:lnTo>
                  <a:cubicBezTo>
                    <a:pt x="120443" y="170372"/>
                    <a:pt x="111626" y="170372"/>
                    <a:pt x="106189" y="175810"/>
                  </a:cubicBezTo>
                  <a:cubicBezTo>
                    <a:pt x="100751" y="181248"/>
                    <a:pt x="100751" y="190062"/>
                    <a:pt x="106189" y="195500"/>
                  </a:cubicBezTo>
                  <a:lnTo>
                    <a:pt x="152603" y="241914"/>
                  </a:lnTo>
                  <a:cubicBezTo>
                    <a:pt x="158041" y="247352"/>
                    <a:pt x="166856" y="247352"/>
                    <a:pt x="172293" y="241914"/>
                  </a:cubicBezTo>
                  <a:lnTo>
                    <a:pt x="265121" y="149087"/>
                  </a:lnTo>
                  <a:cubicBezTo>
                    <a:pt x="270559" y="143649"/>
                    <a:pt x="270559" y="134833"/>
                    <a:pt x="265121" y="129395"/>
                  </a:cubicBezTo>
                  <a:cubicBezTo>
                    <a:pt x="259683" y="123958"/>
                    <a:pt x="250868" y="123958"/>
                    <a:pt x="245430" y="129395"/>
                  </a:cubicBezTo>
                  <a:close/>
                </a:path>
              </a:pathLst>
            </a:custGeom>
            <a:solidFill>
              <a:schemeClr val="tx1"/>
            </a:solidFill>
            <a:ln w="26988" cap="flat">
              <a:noFill/>
              <a:prstDash val="solid"/>
              <a:miter/>
            </a:ln>
            <a:effectLst>
              <a:outerShdw blurRad="508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167" name="TextBox 166">
              <a:extLst>
                <a:ext uri="{FF2B5EF4-FFF2-40B4-BE49-F238E27FC236}">
                  <a16:creationId xmlns:a16="http://schemas.microsoft.com/office/drawing/2014/main" id="{6C68A170-B5EE-695F-D1BA-3AA3A00B23C2}"/>
                </a:ext>
              </a:extLst>
            </p:cNvPr>
            <p:cNvSpPr txBox="1"/>
            <p:nvPr/>
          </p:nvSpPr>
          <p:spPr>
            <a:xfrm flipH="1">
              <a:off x="1486918" y="4698757"/>
              <a:ext cx="1170027" cy="340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Subprocess</a:t>
              </a:r>
            </a:p>
          </p:txBody>
        </p:sp>
      </p:grpSp>
    </p:spTree>
    <p:extLst>
      <p:ext uri="{BB962C8B-B14F-4D97-AF65-F5344CB8AC3E}">
        <p14:creationId xmlns:p14="http://schemas.microsoft.com/office/powerpoint/2010/main" val="2391466384"/>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51F3-4690-253A-7F1C-802E893695D1}"/>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75D7B4FD-2285-43AB-3B81-51C490BE9273}"/>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Multi-Agent Orchestration Patterns</a:t>
            </a:r>
          </a:p>
        </p:txBody>
      </p:sp>
      <p:cxnSp>
        <p:nvCxnSpPr>
          <p:cNvPr id="44" name="Connettore diritto 13">
            <a:extLst>
              <a:ext uri="{FF2B5EF4-FFF2-40B4-BE49-F238E27FC236}">
                <a16:creationId xmlns:a16="http://schemas.microsoft.com/office/drawing/2014/main" id="{C209F661-3B27-C258-882D-4F2A242C9F8A}"/>
              </a:ext>
              <a:ext uri="{C183D7F6-B498-43B3-948B-1728B52AA6E4}">
                <adec:decorative xmlns:adec="http://schemas.microsoft.com/office/drawing/2017/decorative" val="1"/>
              </a:ext>
            </a:extLst>
          </p:cNvPr>
          <p:cNvCxnSpPr>
            <a:cxnSpLocks/>
          </p:cNvCxnSpPr>
          <p:nvPr/>
        </p:nvCxnSpPr>
        <p:spPr>
          <a:xfrm flipH="1">
            <a:off x="809822" y="3802790"/>
            <a:ext cx="10578005" cy="0"/>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46" name="Connettore diritto 15">
            <a:extLst>
              <a:ext uri="{FF2B5EF4-FFF2-40B4-BE49-F238E27FC236}">
                <a16:creationId xmlns:a16="http://schemas.microsoft.com/office/drawing/2014/main" id="{4DD438E6-70FF-9DB5-A811-07879CED5FBF}"/>
              </a:ext>
              <a:ext uri="{C183D7F6-B498-43B3-948B-1728B52AA6E4}">
                <adec:decorative xmlns:adec="http://schemas.microsoft.com/office/drawing/2017/decorative" val="1"/>
              </a:ext>
            </a:extLst>
          </p:cNvPr>
          <p:cNvCxnSpPr>
            <a:cxnSpLocks/>
          </p:cNvCxnSpPr>
          <p:nvPr/>
        </p:nvCxnSpPr>
        <p:spPr>
          <a:xfrm flipV="1">
            <a:off x="4212224" y="1542924"/>
            <a:ext cx="0" cy="4653085"/>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48" name="Connettore diritto 19">
            <a:extLst>
              <a:ext uri="{FF2B5EF4-FFF2-40B4-BE49-F238E27FC236}">
                <a16:creationId xmlns:a16="http://schemas.microsoft.com/office/drawing/2014/main" id="{B94CC64E-28D3-0DCA-4CD6-65CBC33E5B49}"/>
              </a:ext>
              <a:ext uri="{C183D7F6-B498-43B3-948B-1728B52AA6E4}">
                <adec:decorative xmlns:adec="http://schemas.microsoft.com/office/drawing/2017/decorative" val="1"/>
              </a:ext>
            </a:extLst>
          </p:cNvPr>
          <p:cNvCxnSpPr>
            <a:cxnSpLocks/>
          </p:cNvCxnSpPr>
          <p:nvPr/>
        </p:nvCxnSpPr>
        <p:spPr>
          <a:xfrm flipV="1">
            <a:off x="7982821" y="1542924"/>
            <a:ext cx="0" cy="4653085"/>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9" name="TextBox 13">
            <a:extLst>
              <a:ext uri="{FF2B5EF4-FFF2-40B4-BE49-F238E27FC236}">
                <a16:creationId xmlns:a16="http://schemas.microsoft.com/office/drawing/2014/main" id="{2AB5D916-7088-1FF3-2CA6-02DF5C6F6CFC}"/>
              </a:ext>
            </a:extLst>
          </p:cNvPr>
          <p:cNvSpPr txBox="1">
            <a:spLocks/>
          </p:cNvSpPr>
          <p:nvPr/>
        </p:nvSpPr>
        <p:spPr>
          <a:xfrm>
            <a:off x="4293196" y="3994332"/>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Magentic</a:t>
            </a:r>
          </a:p>
        </p:txBody>
      </p:sp>
      <p:sp>
        <p:nvSpPr>
          <p:cNvPr id="65" name="TextBox 13">
            <a:extLst>
              <a:ext uri="{FF2B5EF4-FFF2-40B4-BE49-F238E27FC236}">
                <a16:creationId xmlns:a16="http://schemas.microsoft.com/office/drawing/2014/main" id="{CDAB9216-8F63-4747-AE4C-77524D87B506}"/>
              </a:ext>
            </a:extLst>
          </p:cNvPr>
          <p:cNvSpPr txBox="1">
            <a:spLocks/>
          </p:cNvSpPr>
          <p:nvPr/>
        </p:nvSpPr>
        <p:spPr>
          <a:xfrm>
            <a:off x="522599" y="3994332"/>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Group Chat</a:t>
            </a:r>
          </a:p>
        </p:txBody>
      </p:sp>
      <p:grpSp>
        <p:nvGrpSpPr>
          <p:cNvPr id="9" name="Group 8" descr="Visual representing the case of network where 2 or more agents have a worker or reviewer role">
            <a:extLst>
              <a:ext uri="{FF2B5EF4-FFF2-40B4-BE49-F238E27FC236}">
                <a16:creationId xmlns:a16="http://schemas.microsoft.com/office/drawing/2014/main" id="{FAF949E5-611A-8C79-F1A7-EE713F68126C}"/>
              </a:ext>
            </a:extLst>
          </p:cNvPr>
          <p:cNvGrpSpPr/>
          <p:nvPr/>
        </p:nvGrpSpPr>
        <p:grpSpPr>
          <a:xfrm>
            <a:off x="1768165" y="4454885"/>
            <a:ext cx="1010534" cy="1656327"/>
            <a:chOff x="9362853" y="1924459"/>
            <a:chExt cx="1010534" cy="1656327"/>
          </a:xfrm>
        </p:grpSpPr>
        <p:sp>
          <p:nvSpPr>
            <p:cNvPr id="85" name="Rectangle: Rounded Corners 8">
              <a:extLst>
                <a:ext uri="{FF2B5EF4-FFF2-40B4-BE49-F238E27FC236}">
                  <a16:creationId xmlns:a16="http://schemas.microsoft.com/office/drawing/2014/main" id="{1492DD37-4ACD-05F7-D4D5-EA784A90BB69}"/>
                </a:ext>
                <a:ext uri="{C183D7F6-B498-43B3-948B-1728B52AA6E4}">
                  <adec:decorative xmlns:adec="http://schemas.microsoft.com/office/drawing/2017/decorative" val="1"/>
                </a:ext>
              </a:extLst>
            </p:cNvPr>
            <p:cNvSpPr/>
            <p:nvPr/>
          </p:nvSpPr>
          <p:spPr bwMode="auto">
            <a:xfrm>
              <a:off x="9387177" y="1924459"/>
              <a:ext cx="961887" cy="336552"/>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worker</a:t>
              </a:r>
            </a:p>
          </p:txBody>
        </p:sp>
        <p:sp>
          <p:nvSpPr>
            <p:cNvPr id="88" name="Rectangle: Rounded Corners 8">
              <a:extLst>
                <a:ext uri="{FF2B5EF4-FFF2-40B4-BE49-F238E27FC236}">
                  <a16:creationId xmlns:a16="http://schemas.microsoft.com/office/drawing/2014/main" id="{D65DCBE4-EC45-D4FB-E1A8-060A80F5452F}"/>
                </a:ext>
                <a:ext uri="{C183D7F6-B498-43B3-948B-1728B52AA6E4}">
                  <adec:decorative xmlns:adec="http://schemas.microsoft.com/office/drawing/2017/decorative" val="1"/>
                </a:ext>
              </a:extLst>
            </p:cNvPr>
            <p:cNvSpPr/>
            <p:nvPr/>
          </p:nvSpPr>
          <p:spPr bwMode="auto">
            <a:xfrm>
              <a:off x="9362853" y="3244234"/>
              <a:ext cx="1010534" cy="336552"/>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reviewer</a:t>
              </a:r>
            </a:p>
          </p:txBody>
        </p:sp>
        <p:sp>
          <p:nvSpPr>
            <p:cNvPr id="89" name="Arco 65">
              <a:extLst>
                <a:ext uri="{FF2B5EF4-FFF2-40B4-BE49-F238E27FC236}">
                  <a16:creationId xmlns:a16="http://schemas.microsoft.com/office/drawing/2014/main" id="{3ED8B85D-00E3-CA7B-B808-DBFDD6C282BB}"/>
                </a:ext>
                <a:ext uri="{C183D7F6-B498-43B3-948B-1728B52AA6E4}">
                  <adec:decorative xmlns:adec="http://schemas.microsoft.com/office/drawing/2017/decorative" val="1"/>
                </a:ext>
              </a:extLst>
            </p:cNvPr>
            <p:cNvSpPr/>
            <p:nvPr/>
          </p:nvSpPr>
          <p:spPr>
            <a:xfrm>
              <a:off x="9537162" y="2418752"/>
              <a:ext cx="661916" cy="667742"/>
            </a:xfrm>
            <a:prstGeom prst="arc">
              <a:avLst>
                <a:gd name="adj1" fmla="val 17306097"/>
                <a:gd name="adj2" fmla="val 1569422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grpSp>
      <p:sp>
        <p:nvSpPr>
          <p:cNvPr id="91" name="TextBox 13">
            <a:extLst>
              <a:ext uri="{FF2B5EF4-FFF2-40B4-BE49-F238E27FC236}">
                <a16:creationId xmlns:a16="http://schemas.microsoft.com/office/drawing/2014/main" id="{FF1818AE-3288-5261-7BF3-41C264B2C640}"/>
              </a:ext>
            </a:extLst>
          </p:cNvPr>
          <p:cNvSpPr txBox="1">
            <a:spLocks/>
          </p:cNvSpPr>
          <p:nvPr/>
        </p:nvSpPr>
        <p:spPr>
          <a:xfrm>
            <a:off x="4305974" y="1661335"/>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Concurrent</a:t>
            </a:r>
          </a:p>
        </p:txBody>
      </p:sp>
      <p:sp>
        <p:nvSpPr>
          <p:cNvPr id="105" name="Rectangle: Rounded Corners 8">
            <a:extLst>
              <a:ext uri="{FF2B5EF4-FFF2-40B4-BE49-F238E27FC236}">
                <a16:creationId xmlns:a16="http://schemas.microsoft.com/office/drawing/2014/main" id="{D1E8552E-B10E-7E2A-BF92-293522A7DFC2}"/>
              </a:ext>
              <a:ext uri="{C183D7F6-B498-43B3-948B-1728B52AA6E4}">
                <adec:decorative xmlns:adec="http://schemas.microsoft.com/office/drawing/2017/decorative" val="1"/>
              </a:ext>
            </a:extLst>
          </p:cNvPr>
          <p:cNvSpPr/>
          <p:nvPr/>
        </p:nvSpPr>
        <p:spPr bwMode="auto">
          <a:xfrm>
            <a:off x="9559829" y="5293551"/>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06" name="Connettore 2 130">
            <a:extLst>
              <a:ext uri="{FF2B5EF4-FFF2-40B4-BE49-F238E27FC236}">
                <a16:creationId xmlns:a16="http://schemas.microsoft.com/office/drawing/2014/main" id="{CD013116-3D4F-C1CF-934E-CEF8BEDEF070}"/>
              </a:ext>
              <a:ext uri="{C183D7F6-B498-43B3-948B-1728B52AA6E4}">
                <adec:decorative xmlns:adec="http://schemas.microsoft.com/office/drawing/2017/decorative" val="1"/>
              </a:ext>
            </a:extLst>
          </p:cNvPr>
          <p:cNvCxnSpPr>
            <a:cxnSpLocks/>
            <a:stCxn id="108" idx="2"/>
            <a:endCxn id="112" idx="0"/>
          </p:cNvCxnSpPr>
          <p:nvPr/>
        </p:nvCxnSpPr>
        <p:spPr>
          <a:xfrm>
            <a:off x="8942531" y="4971750"/>
            <a:ext cx="2915" cy="320338"/>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08" name="Rectangle: Rounded Corners 8">
            <a:extLst>
              <a:ext uri="{FF2B5EF4-FFF2-40B4-BE49-F238E27FC236}">
                <a16:creationId xmlns:a16="http://schemas.microsoft.com/office/drawing/2014/main" id="{5D09E1A4-BCE4-D4A8-C6E6-7A22B6B2ED97}"/>
              </a:ext>
              <a:ext uri="{C183D7F6-B498-43B3-948B-1728B52AA6E4}">
                <adec:decorative xmlns:adec="http://schemas.microsoft.com/office/drawing/2017/decorative" val="1"/>
              </a:ext>
            </a:extLst>
          </p:cNvPr>
          <p:cNvSpPr/>
          <p:nvPr/>
        </p:nvSpPr>
        <p:spPr bwMode="auto">
          <a:xfrm>
            <a:off x="8704627" y="4734000"/>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1" name="Rectangle: Rounded Corners 8">
            <a:extLst>
              <a:ext uri="{FF2B5EF4-FFF2-40B4-BE49-F238E27FC236}">
                <a16:creationId xmlns:a16="http://schemas.microsoft.com/office/drawing/2014/main" id="{0A66A4CA-3DAE-5F83-7B41-287B7292656B}"/>
              </a:ext>
              <a:ext uri="{C183D7F6-B498-43B3-948B-1728B52AA6E4}">
                <adec:decorative xmlns:adec="http://schemas.microsoft.com/office/drawing/2017/decorative" val="1"/>
              </a:ext>
            </a:extLst>
          </p:cNvPr>
          <p:cNvSpPr/>
          <p:nvPr/>
        </p:nvSpPr>
        <p:spPr bwMode="auto">
          <a:xfrm>
            <a:off x="9559830" y="4736934"/>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2" name="Rectangle: Rounded Corners 8">
            <a:extLst>
              <a:ext uri="{FF2B5EF4-FFF2-40B4-BE49-F238E27FC236}">
                <a16:creationId xmlns:a16="http://schemas.microsoft.com/office/drawing/2014/main" id="{769DE7FF-6126-CB5B-B6B1-AA1959B88F78}"/>
              </a:ext>
              <a:ext uri="{C183D7F6-B498-43B3-948B-1728B52AA6E4}">
                <adec:decorative xmlns:adec="http://schemas.microsoft.com/office/drawing/2017/decorative" val="1"/>
              </a:ext>
            </a:extLst>
          </p:cNvPr>
          <p:cNvSpPr/>
          <p:nvPr/>
        </p:nvSpPr>
        <p:spPr bwMode="auto">
          <a:xfrm>
            <a:off x="8707542" y="5292088"/>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6" name="Rectangle: Rounded Corners 8">
            <a:extLst>
              <a:ext uri="{FF2B5EF4-FFF2-40B4-BE49-F238E27FC236}">
                <a16:creationId xmlns:a16="http://schemas.microsoft.com/office/drawing/2014/main" id="{102205A7-8EA2-4446-BFB3-AB980A4E9F77}"/>
              </a:ext>
              <a:ext uri="{C183D7F6-B498-43B3-948B-1728B52AA6E4}">
                <adec:decorative xmlns:adec="http://schemas.microsoft.com/office/drawing/2017/decorative" val="1"/>
              </a:ext>
            </a:extLst>
          </p:cNvPr>
          <p:cNvSpPr/>
          <p:nvPr/>
        </p:nvSpPr>
        <p:spPr bwMode="auto">
          <a:xfrm>
            <a:off x="10485243" y="4734000"/>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7" name="Rectangle: Rounded Corners 8">
            <a:extLst>
              <a:ext uri="{FF2B5EF4-FFF2-40B4-BE49-F238E27FC236}">
                <a16:creationId xmlns:a16="http://schemas.microsoft.com/office/drawing/2014/main" id="{C6AFAAA6-6496-10C3-2B67-5951BE5B42FE}"/>
              </a:ext>
              <a:ext uri="{C183D7F6-B498-43B3-948B-1728B52AA6E4}">
                <adec:decorative xmlns:adec="http://schemas.microsoft.com/office/drawing/2017/decorative" val="1"/>
              </a:ext>
            </a:extLst>
          </p:cNvPr>
          <p:cNvSpPr/>
          <p:nvPr/>
        </p:nvSpPr>
        <p:spPr bwMode="auto">
          <a:xfrm>
            <a:off x="10479731" y="5303842"/>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18" name="Connettore 2 127">
            <a:extLst>
              <a:ext uri="{FF2B5EF4-FFF2-40B4-BE49-F238E27FC236}">
                <a16:creationId xmlns:a16="http://schemas.microsoft.com/office/drawing/2014/main" id="{0198A277-C387-CC39-55A6-CE3B8F7302BD}"/>
              </a:ext>
              <a:ext uri="{C183D7F6-B498-43B3-948B-1728B52AA6E4}">
                <adec:decorative xmlns:adec="http://schemas.microsoft.com/office/drawing/2017/decorative" val="1"/>
              </a:ext>
            </a:extLst>
          </p:cNvPr>
          <p:cNvCxnSpPr>
            <a:cxnSpLocks/>
            <a:stCxn id="108" idx="3"/>
            <a:endCxn id="111" idx="1"/>
          </p:cNvCxnSpPr>
          <p:nvPr/>
        </p:nvCxnSpPr>
        <p:spPr>
          <a:xfrm>
            <a:off x="9180436" y="4852876"/>
            <a:ext cx="379394" cy="2934"/>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19" name="Connettore 2 133">
            <a:extLst>
              <a:ext uri="{FF2B5EF4-FFF2-40B4-BE49-F238E27FC236}">
                <a16:creationId xmlns:a16="http://schemas.microsoft.com/office/drawing/2014/main" id="{1C7E1A05-E9BE-2FE5-4BB0-BBBDE3341F7C}"/>
              </a:ext>
              <a:ext uri="{C183D7F6-B498-43B3-948B-1728B52AA6E4}">
                <adec:decorative xmlns:adec="http://schemas.microsoft.com/office/drawing/2017/decorative" val="1"/>
              </a:ext>
            </a:extLst>
          </p:cNvPr>
          <p:cNvCxnSpPr>
            <a:cxnSpLocks/>
            <a:stCxn id="112" idx="3"/>
            <a:endCxn id="105" idx="1"/>
          </p:cNvCxnSpPr>
          <p:nvPr/>
        </p:nvCxnSpPr>
        <p:spPr>
          <a:xfrm>
            <a:off x="9183351" y="5410964"/>
            <a:ext cx="376478" cy="1463"/>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32" name="Connettore 2 143">
            <a:extLst>
              <a:ext uri="{FF2B5EF4-FFF2-40B4-BE49-F238E27FC236}">
                <a16:creationId xmlns:a16="http://schemas.microsoft.com/office/drawing/2014/main" id="{1227BA84-1C71-EB93-1D4B-161C30E2FA65}"/>
              </a:ext>
              <a:ext uri="{C183D7F6-B498-43B3-948B-1728B52AA6E4}">
                <adec:decorative xmlns:adec="http://schemas.microsoft.com/office/drawing/2017/decorative" val="1"/>
              </a:ext>
            </a:extLst>
          </p:cNvPr>
          <p:cNvCxnSpPr>
            <a:cxnSpLocks/>
            <a:stCxn id="105" idx="0"/>
            <a:endCxn id="111" idx="2"/>
          </p:cNvCxnSpPr>
          <p:nvPr/>
        </p:nvCxnSpPr>
        <p:spPr>
          <a:xfrm flipV="1">
            <a:off x="9797734" y="4974685"/>
            <a:ext cx="1" cy="318866"/>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33" name="Connettore 2 145">
            <a:extLst>
              <a:ext uri="{FF2B5EF4-FFF2-40B4-BE49-F238E27FC236}">
                <a16:creationId xmlns:a16="http://schemas.microsoft.com/office/drawing/2014/main" id="{5D9D2341-087B-2626-9BC7-8B7813586C8B}"/>
              </a:ext>
              <a:ext uri="{C183D7F6-B498-43B3-948B-1728B52AA6E4}">
                <adec:decorative xmlns:adec="http://schemas.microsoft.com/office/drawing/2017/decorative" val="1"/>
              </a:ext>
            </a:extLst>
          </p:cNvPr>
          <p:cNvCxnSpPr>
            <a:cxnSpLocks/>
            <a:stCxn id="111" idx="3"/>
            <a:endCxn id="116" idx="1"/>
          </p:cNvCxnSpPr>
          <p:nvPr/>
        </p:nvCxnSpPr>
        <p:spPr>
          <a:xfrm flipV="1">
            <a:off x="10035639" y="4852876"/>
            <a:ext cx="449604" cy="2934"/>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36" name="Connettore 2 149">
            <a:extLst>
              <a:ext uri="{FF2B5EF4-FFF2-40B4-BE49-F238E27FC236}">
                <a16:creationId xmlns:a16="http://schemas.microsoft.com/office/drawing/2014/main" id="{EB6D7ABB-B78E-61C3-8A37-06860603C369}"/>
              </a:ext>
              <a:ext uri="{C183D7F6-B498-43B3-948B-1728B52AA6E4}">
                <adec:decorative xmlns:adec="http://schemas.microsoft.com/office/drawing/2017/decorative" val="1"/>
              </a:ext>
            </a:extLst>
          </p:cNvPr>
          <p:cNvCxnSpPr>
            <a:cxnSpLocks/>
            <a:stCxn id="116" idx="2"/>
            <a:endCxn id="117" idx="0"/>
          </p:cNvCxnSpPr>
          <p:nvPr/>
        </p:nvCxnSpPr>
        <p:spPr>
          <a:xfrm flipH="1">
            <a:off x="10717636" y="4971751"/>
            <a:ext cx="5512" cy="332091"/>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38" name="TextBox 13">
            <a:extLst>
              <a:ext uri="{FF2B5EF4-FFF2-40B4-BE49-F238E27FC236}">
                <a16:creationId xmlns:a16="http://schemas.microsoft.com/office/drawing/2014/main" id="{6663169D-79A6-7790-A292-64E7B57EE6D8}"/>
              </a:ext>
            </a:extLst>
          </p:cNvPr>
          <p:cNvSpPr txBox="1">
            <a:spLocks/>
          </p:cNvSpPr>
          <p:nvPr/>
        </p:nvSpPr>
        <p:spPr>
          <a:xfrm>
            <a:off x="8135809" y="3994332"/>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Workflow Process</a:t>
            </a:r>
          </a:p>
        </p:txBody>
      </p:sp>
      <p:grpSp>
        <p:nvGrpSpPr>
          <p:cNvPr id="10" name="Group 9" descr="Visual representing how each agent communicates with a single supervisor agent">
            <a:extLst>
              <a:ext uri="{FF2B5EF4-FFF2-40B4-BE49-F238E27FC236}">
                <a16:creationId xmlns:a16="http://schemas.microsoft.com/office/drawing/2014/main" id="{E2EAEA31-FFE2-22AB-F3F3-673EBF10BE91}"/>
              </a:ext>
            </a:extLst>
          </p:cNvPr>
          <p:cNvGrpSpPr/>
          <p:nvPr/>
        </p:nvGrpSpPr>
        <p:grpSpPr>
          <a:xfrm>
            <a:off x="4930753" y="2289000"/>
            <a:ext cx="2220691" cy="873176"/>
            <a:chOff x="1216580" y="4733925"/>
            <a:chExt cx="2220691" cy="873176"/>
          </a:xfrm>
        </p:grpSpPr>
        <p:sp>
          <p:nvSpPr>
            <p:cNvPr id="97" name="Rectangle: Rounded Corners 8">
              <a:extLst>
                <a:ext uri="{FF2B5EF4-FFF2-40B4-BE49-F238E27FC236}">
                  <a16:creationId xmlns:a16="http://schemas.microsoft.com/office/drawing/2014/main" id="{22DAF262-3180-E6CC-D026-C14BF5BCC011}"/>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98" name="Rectangle: Rounded Corners 8">
              <a:extLst>
                <a:ext uri="{FF2B5EF4-FFF2-40B4-BE49-F238E27FC236}">
                  <a16:creationId xmlns:a16="http://schemas.microsoft.com/office/drawing/2014/main" id="{389C7568-5BB9-3504-76C9-BF524E6DD888}"/>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99" name="Rectangle: Rounded Corners 8">
              <a:extLst>
                <a:ext uri="{FF2B5EF4-FFF2-40B4-BE49-F238E27FC236}">
                  <a16:creationId xmlns:a16="http://schemas.microsoft.com/office/drawing/2014/main" id="{23F6F1F2-6732-900C-C5BF-5789B98AA497}"/>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00" name="Rectangle: Rounded Corners 8">
              <a:extLst>
                <a:ext uri="{FF2B5EF4-FFF2-40B4-BE49-F238E27FC236}">
                  <a16:creationId xmlns:a16="http://schemas.microsoft.com/office/drawing/2014/main" id="{02FDD62B-EEA1-1690-4937-3BF909897F91}"/>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01" name="Connettore 2 74">
              <a:extLst>
                <a:ext uri="{FF2B5EF4-FFF2-40B4-BE49-F238E27FC236}">
                  <a16:creationId xmlns:a16="http://schemas.microsoft.com/office/drawing/2014/main" id="{1D58ECC4-E27D-93AA-1930-64409446B6B0}"/>
                </a:ext>
                <a:ext uri="{C183D7F6-B498-43B3-948B-1728B52AA6E4}">
                  <adec:decorative xmlns:adec="http://schemas.microsoft.com/office/drawing/2017/decorative" val="1"/>
                </a:ext>
              </a:extLst>
            </p:cNvPr>
            <p:cNvCxnSpPr>
              <a:cxnSpLocks/>
              <a:stCxn id="98"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02" name="Connettore 2 75">
              <a:extLst>
                <a:ext uri="{FF2B5EF4-FFF2-40B4-BE49-F238E27FC236}">
                  <a16:creationId xmlns:a16="http://schemas.microsoft.com/office/drawing/2014/main" id="{84167EDD-482C-ED2F-98CF-5C542C08B2C0}"/>
                </a:ext>
                <a:ext uri="{C183D7F6-B498-43B3-948B-1728B52AA6E4}">
                  <adec:decorative xmlns:adec="http://schemas.microsoft.com/office/drawing/2017/decorative" val="1"/>
                </a:ext>
              </a:extLst>
            </p:cNvPr>
            <p:cNvCxnSpPr>
              <a:cxnSpLocks/>
              <a:stCxn id="99" idx="0"/>
              <a:endCxn id="97"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96" name="Connettore 2 78">
              <a:extLst>
                <a:ext uri="{FF2B5EF4-FFF2-40B4-BE49-F238E27FC236}">
                  <a16:creationId xmlns:a16="http://schemas.microsoft.com/office/drawing/2014/main" id="{9E14FF1F-DA6C-77A3-E1EE-F03D951546A0}"/>
                </a:ext>
                <a:ext uri="{C183D7F6-B498-43B3-948B-1728B52AA6E4}">
                  <adec:decorative xmlns:adec="http://schemas.microsoft.com/office/drawing/2017/decorative" val="1"/>
                </a:ext>
              </a:extLst>
            </p:cNvPr>
            <p:cNvCxnSpPr>
              <a:cxnSpLocks/>
              <a:stCxn id="100"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103" name="TextBox 13">
            <a:extLst>
              <a:ext uri="{FF2B5EF4-FFF2-40B4-BE49-F238E27FC236}">
                <a16:creationId xmlns:a16="http://schemas.microsoft.com/office/drawing/2014/main" id="{875713E7-6B3E-2DAD-30F7-3DFF45521C8D}"/>
              </a:ext>
            </a:extLst>
          </p:cNvPr>
          <p:cNvSpPr txBox="1">
            <a:spLocks/>
          </p:cNvSpPr>
          <p:nvPr/>
        </p:nvSpPr>
        <p:spPr>
          <a:xfrm>
            <a:off x="8001950" y="1661335"/>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Handoff</a:t>
            </a:r>
          </a:p>
        </p:txBody>
      </p:sp>
      <p:sp>
        <p:nvSpPr>
          <p:cNvPr id="2" name="Rounded Rectangle 11">
            <a:extLst>
              <a:ext uri="{FF2B5EF4-FFF2-40B4-BE49-F238E27FC236}">
                <a16:creationId xmlns:a16="http://schemas.microsoft.com/office/drawing/2014/main" id="{9CE9DC89-8D01-8FB9-3C67-815440590115}"/>
              </a:ext>
              <a:ext uri="{C183D7F6-B498-43B3-948B-1728B52AA6E4}">
                <adec:decorative xmlns:adec="http://schemas.microsoft.com/office/drawing/2017/decorative" val="1"/>
              </a:ext>
            </a:extLst>
          </p:cNvPr>
          <p:cNvSpPr>
            <a:spLocks/>
          </p:cNvSpPr>
          <p:nvPr/>
        </p:nvSpPr>
        <p:spPr bwMode="auto">
          <a:xfrm>
            <a:off x="588262" y="1338132"/>
            <a:ext cx="11021125" cy="5062668"/>
          </a:xfrm>
          <a:prstGeom prst="roundRect">
            <a:avLst>
              <a:gd name="adj" fmla="val 5687"/>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4" name="TextBox 13">
            <a:extLst>
              <a:ext uri="{FF2B5EF4-FFF2-40B4-BE49-F238E27FC236}">
                <a16:creationId xmlns:a16="http://schemas.microsoft.com/office/drawing/2014/main" id="{DC6BF6D1-C23B-23C2-2829-31B6235D6E53}"/>
              </a:ext>
            </a:extLst>
          </p:cNvPr>
          <p:cNvSpPr txBox="1">
            <a:spLocks/>
          </p:cNvSpPr>
          <p:nvPr/>
        </p:nvSpPr>
        <p:spPr>
          <a:xfrm>
            <a:off x="584515" y="1661335"/>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Sequential</a:t>
            </a:r>
          </a:p>
        </p:txBody>
      </p:sp>
      <p:grpSp>
        <p:nvGrpSpPr>
          <p:cNvPr id="19" name="Group 18">
            <a:extLst>
              <a:ext uri="{FF2B5EF4-FFF2-40B4-BE49-F238E27FC236}">
                <a16:creationId xmlns:a16="http://schemas.microsoft.com/office/drawing/2014/main" id="{7B69A261-A404-3056-D22E-A153ADCEFD43}"/>
              </a:ext>
            </a:extLst>
          </p:cNvPr>
          <p:cNvGrpSpPr/>
          <p:nvPr/>
        </p:nvGrpSpPr>
        <p:grpSpPr>
          <a:xfrm>
            <a:off x="2073817" y="2119797"/>
            <a:ext cx="564880" cy="1238886"/>
            <a:chOff x="5717577" y="4680787"/>
            <a:chExt cx="564880" cy="1238886"/>
          </a:xfrm>
        </p:grpSpPr>
        <p:sp>
          <p:nvSpPr>
            <p:cNvPr id="5" name="Rectangle: Rounded Corners 8">
              <a:extLst>
                <a:ext uri="{FF2B5EF4-FFF2-40B4-BE49-F238E27FC236}">
                  <a16:creationId xmlns:a16="http://schemas.microsoft.com/office/drawing/2014/main" id="{54593C81-2876-9C50-6C0A-19D115878F39}"/>
                </a:ext>
                <a:ext uri="{C183D7F6-B498-43B3-948B-1728B52AA6E4}">
                  <adec:decorative xmlns:adec="http://schemas.microsoft.com/office/drawing/2017/decorative" val="1"/>
                </a:ext>
              </a:extLst>
            </p:cNvPr>
            <p:cNvSpPr>
              <a:spLocks/>
            </p:cNvSpPr>
            <p:nvPr/>
          </p:nvSpPr>
          <p:spPr bwMode="auto">
            <a:xfrm>
              <a:off x="5717577" y="5158945"/>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grpSp>
          <p:nvGrpSpPr>
            <p:cNvPr id="6" name="Group 5">
              <a:extLst>
                <a:ext uri="{FF2B5EF4-FFF2-40B4-BE49-F238E27FC236}">
                  <a16:creationId xmlns:a16="http://schemas.microsoft.com/office/drawing/2014/main" id="{9CF1A451-EA7E-C5A0-B772-D7FE2CB2CBB7}"/>
                </a:ext>
              </a:extLst>
            </p:cNvPr>
            <p:cNvGrpSpPr/>
            <p:nvPr/>
          </p:nvGrpSpPr>
          <p:grpSpPr>
            <a:xfrm>
              <a:off x="5717577" y="4680787"/>
              <a:ext cx="564880" cy="1238886"/>
              <a:chOff x="5717577" y="4680787"/>
              <a:chExt cx="564880" cy="1238886"/>
            </a:xfrm>
          </p:grpSpPr>
          <p:sp>
            <p:nvSpPr>
              <p:cNvPr id="7" name="Rectangle: Rounded Corners 8">
                <a:extLst>
                  <a:ext uri="{FF2B5EF4-FFF2-40B4-BE49-F238E27FC236}">
                    <a16:creationId xmlns:a16="http://schemas.microsoft.com/office/drawing/2014/main" id="{3FF0F54C-711D-3558-F415-288762D99B3D}"/>
                  </a:ext>
                  <a:ext uri="{C183D7F6-B498-43B3-948B-1728B52AA6E4}">
                    <adec:decorative xmlns:adec="http://schemas.microsoft.com/office/drawing/2017/decorative" val="1"/>
                  </a:ext>
                </a:extLst>
              </p:cNvPr>
              <p:cNvSpPr/>
              <p:nvPr/>
            </p:nvSpPr>
            <p:spPr bwMode="auto">
              <a:xfrm>
                <a:off x="5717577" y="4680787"/>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13" name="Rectangle: Rounded Corners 8">
                <a:extLst>
                  <a:ext uri="{FF2B5EF4-FFF2-40B4-BE49-F238E27FC236}">
                    <a16:creationId xmlns:a16="http://schemas.microsoft.com/office/drawing/2014/main" id="{3E1BEFA4-666D-8111-0D94-1C43866BA76F}"/>
                  </a:ext>
                  <a:ext uri="{C183D7F6-B498-43B3-948B-1728B52AA6E4}">
                    <adec:decorative xmlns:adec="http://schemas.microsoft.com/office/drawing/2017/decorative" val="1"/>
                  </a:ext>
                </a:extLst>
              </p:cNvPr>
              <p:cNvSpPr>
                <a:spLocks/>
              </p:cNvSpPr>
              <p:nvPr/>
            </p:nvSpPr>
            <p:spPr bwMode="auto">
              <a:xfrm>
                <a:off x="5717577" y="5637415"/>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5" name="Connettore 2 75">
                <a:extLst>
                  <a:ext uri="{FF2B5EF4-FFF2-40B4-BE49-F238E27FC236}">
                    <a16:creationId xmlns:a16="http://schemas.microsoft.com/office/drawing/2014/main" id="{C2963286-F809-898F-4DC9-43A2D0771661}"/>
                  </a:ext>
                  <a:ext uri="{C183D7F6-B498-43B3-948B-1728B52AA6E4}">
                    <adec:decorative xmlns:adec="http://schemas.microsoft.com/office/drawing/2017/decorative" val="1"/>
                  </a:ext>
                </a:extLst>
              </p:cNvPr>
              <p:cNvCxnSpPr>
                <a:cxnSpLocks/>
                <a:stCxn id="13" idx="0"/>
                <a:endCxn id="5" idx="2"/>
              </p:cNvCxnSpPr>
              <p:nvPr/>
            </p:nvCxnSpPr>
            <p:spPr>
              <a:xfrm flipV="1">
                <a:off x="6000017" y="5441203"/>
                <a:ext cx="0" cy="196212"/>
              </a:xfrm>
              <a:prstGeom prst="straightConnector1">
                <a:avLst/>
              </a:prstGeom>
              <a:ln w="12700" cap="rnd">
                <a:solidFill>
                  <a:schemeClr val="tx1"/>
                </a:solidFill>
                <a:headEnd type="arrow"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8" name="Connettore 2 74">
                <a:extLst>
                  <a:ext uri="{FF2B5EF4-FFF2-40B4-BE49-F238E27FC236}">
                    <a16:creationId xmlns:a16="http://schemas.microsoft.com/office/drawing/2014/main" id="{C3B9058F-6490-AEFC-DB8F-FC0C2000F3EB}"/>
                  </a:ext>
                  <a:ext uri="{C183D7F6-B498-43B3-948B-1728B52AA6E4}">
                    <adec:decorative xmlns:adec="http://schemas.microsoft.com/office/drawing/2017/decorative" val="1"/>
                  </a:ext>
                </a:extLst>
              </p:cNvPr>
              <p:cNvCxnSpPr>
                <a:cxnSpLocks/>
                <a:stCxn id="5" idx="0"/>
                <a:endCxn id="7" idx="2"/>
              </p:cNvCxnSpPr>
              <p:nvPr/>
            </p:nvCxnSpPr>
            <p:spPr>
              <a:xfrm flipV="1">
                <a:off x="6000017" y="4963045"/>
                <a:ext cx="0" cy="195900"/>
              </a:xfrm>
              <a:prstGeom prst="straightConnector1">
                <a:avLst/>
              </a:prstGeom>
              <a:ln w="12700" cap="rnd">
                <a:solidFill>
                  <a:schemeClr val="tx1"/>
                </a:solidFill>
                <a:headEnd type="arrow" w="lg" len="sm"/>
                <a:tailEnd type="none" w="lg" len="sm"/>
              </a:ln>
              <a:effectLst/>
            </p:spPr>
            <p:style>
              <a:lnRef idx="1">
                <a:schemeClr val="accent1"/>
              </a:lnRef>
              <a:fillRef idx="0">
                <a:schemeClr val="accent1"/>
              </a:fillRef>
              <a:effectRef idx="0">
                <a:schemeClr val="accent1"/>
              </a:effectRef>
              <a:fontRef idx="minor">
                <a:schemeClr val="tx1"/>
              </a:fontRef>
            </p:style>
          </p:cxnSp>
        </p:grpSp>
      </p:grpSp>
      <p:grpSp>
        <p:nvGrpSpPr>
          <p:cNvPr id="35" name="Group 34" descr="Visual representing how each agent communicates with a single supervisor agent">
            <a:extLst>
              <a:ext uri="{FF2B5EF4-FFF2-40B4-BE49-F238E27FC236}">
                <a16:creationId xmlns:a16="http://schemas.microsoft.com/office/drawing/2014/main" id="{9F002133-EAF7-C6EF-25A3-26FE3FD858B1}"/>
              </a:ext>
            </a:extLst>
          </p:cNvPr>
          <p:cNvGrpSpPr/>
          <p:nvPr/>
        </p:nvGrpSpPr>
        <p:grpSpPr>
          <a:xfrm>
            <a:off x="8725397" y="2305892"/>
            <a:ext cx="2220691" cy="873176"/>
            <a:chOff x="1216580" y="4733925"/>
            <a:chExt cx="2220691" cy="873176"/>
          </a:xfrm>
        </p:grpSpPr>
        <p:sp>
          <p:nvSpPr>
            <p:cNvPr id="36" name="Rectangle: Rounded Corners 8">
              <a:extLst>
                <a:ext uri="{FF2B5EF4-FFF2-40B4-BE49-F238E27FC236}">
                  <a16:creationId xmlns:a16="http://schemas.microsoft.com/office/drawing/2014/main" id="{033E4EA4-E772-85CE-8CA1-80299D482AC2}"/>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37" name="Rectangle: Rounded Corners 8">
              <a:extLst>
                <a:ext uri="{FF2B5EF4-FFF2-40B4-BE49-F238E27FC236}">
                  <a16:creationId xmlns:a16="http://schemas.microsoft.com/office/drawing/2014/main" id="{94F948E1-0359-0668-5541-3BFC6143221E}"/>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38" name="Rectangle: Rounded Corners 8">
              <a:extLst>
                <a:ext uri="{FF2B5EF4-FFF2-40B4-BE49-F238E27FC236}">
                  <a16:creationId xmlns:a16="http://schemas.microsoft.com/office/drawing/2014/main" id="{2548E945-2B54-8853-3D6B-9650D5B573F7}"/>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39" name="Rectangle: Rounded Corners 8">
              <a:extLst>
                <a:ext uri="{FF2B5EF4-FFF2-40B4-BE49-F238E27FC236}">
                  <a16:creationId xmlns:a16="http://schemas.microsoft.com/office/drawing/2014/main" id="{7B666C21-A438-64AA-074F-2CABEBBCF69E}"/>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40" name="Connettore 2 74">
              <a:extLst>
                <a:ext uri="{FF2B5EF4-FFF2-40B4-BE49-F238E27FC236}">
                  <a16:creationId xmlns:a16="http://schemas.microsoft.com/office/drawing/2014/main" id="{08AAAA75-29DA-1EFE-E0EF-7ACC67883224}"/>
                </a:ext>
                <a:ext uri="{C183D7F6-B498-43B3-948B-1728B52AA6E4}">
                  <adec:decorative xmlns:adec="http://schemas.microsoft.com/office/drawing/2017/decorative" val="1"/>
                </a:ext>
              </a:extLst>
            </p:cNvPr>
            <p:cNvCxnSpPr>
              <a:cxnSpLocks/>
              <a:stCxn id="37"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1" name="Connettore 2 75">
              <a:extLst>
                <a:ext uri="{FF2B5EF4-FFF2-40B4-BE49-F238E27FC236}">
                  <a16:creationId xmlns:a16="http://schemas.microsoft.com/office/drawing/2014/main" id="{6230D94F-0E41-2B62-99EC-B25AC59EE8EF}"/>
                </a:ext>
                <a:ext uri="{C183D7F6-B498-43B3-948B-1728B52AA6E4}">
                  <adec:decorative xmlns:adec="http://schemas.microsoft.com/office/drawing/2017/decorative" val="1"/>
                </a:ext>
              </a:extLst>
            </p:cNvPr>
            <p:cNvCxnSpPr>
              <a:cxnSpLocks/>
              <a:stCxn id="38" idx="0"/>
              <a:endCxn id="36"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2" name="Connettore 2 78">
              <a:extLst>
                <a:ext uri="{FF2B5EF4-FFF2-40B4-BE49-F238E27FC236}">
                  <a16:creationId xmlns:a16="http://schemas.microsoft.com/office/drawing/2014/main" id="{C39560ED-A75B-8E39-A4D6-B1816DF6AEF3}"/>
                </a:ext>
                <a:ext uri="{C183D7F6-B498-43B3-948B-1728B52AA6E4}">
                  <adec:decorative xmlns:adec="http://schemas.microsoft.com/office/drawing/2017/decorative" val="1"/>
                </a:ext>
              </a:extLst>
            </p:cNvPr>
            <p:cNvCxnSpPr>
              <a:cxnSpLocks/>
              <a:stCxn id="39"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43" name="Rectangle: Rounded Corners 42">
            <a:extLst>
              <a:ext uri="{FF2B5EF4-FFF2-40B4-BE49-F238E27FC236}">
                <a16:creationId xmlns:a16="http://schemas.microsoft.com/office/drawing/2014/main" id="{2A08F37A-BEC7-5068-7CB4-FF21E71824DB}"/>
              </a:ext>
            </a:extLst>
          </p:cNvPr>
          <p:cNvSpPr/>
          <p:nvPr/>
        </p:nvSpPr>
        <p:spPr>
          <a:xfrm>
            <a:off x="8529276" y="2057025"/>
            <a:ext cx="265360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45" name="Rectangle: Rounded Corners 44">
            <a:extLst>
              <a:ext uri="{FF2B5EF4-FFF2-40B4-BE49-F238E27FC236}">
                <a16:creationId xmlns:a16="http://schemas.microsoft.com/office/drawing/2014/main" id="{0539574C-9A41-54B9-5A0B-C713B2E36FC6}"/>
              </a:ext>
            </a:extLst>
          </p:cNvPr>
          <p:cNvSpPr/>
          <p:nvPr/>
        </p:nvSpPr>
        <p:spPr>
          <a:xfrm>
            <a:off x="960034" y="4366259"/>
            <a:ext cx="2653607" cy="1875166"/>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1" name="Group 50" descr="Visual representing how each agent communicates with a single supervisor agent">
            <a:extLst>
              <a:ext uri="{FF2B5EF4-FFF2-40B4-BE49-F238E27FC236}">
                <a16:creationId xmlns:a16="http://schemas.microsoft.com/office/drawing/2014/main" id="{2588CAAA-E133-FA15-F135-202653D2FB61}"/>
              </a:ext>
            </a:extLst>
          </p:cNvPr>
          <p:cNvGrpSpPr/>
          <p:nvPr/>
        </p:nvGrpSpPr>
        <p:grpSpPr>
          <a:xfrm>
            <a:off x="5040205" y="4729257"/>
            <a:ext cx="2220691" cy="873176"/>
            <a:chOff x="1216580" y="4733925"/>
            <a:chExt cx="2220691" cy="873176"/>
          </a:xfrm>
        </p:grpSpPr>
        <p:sp>
          <p:nvSpPr>
            <p:cNvPr id="53" name="Rectangle: Rounded Corners 8">
              <a:extLst>
                <a:ext uri="{FF2B5EF4-FFF2-40B4-BE49-F238E27FC236}">
                  <a16:creationId xmlns:a16="http://schemas.microsoft.com/office/drawing/2014/main" id="{E502D1E4-AE22-6A4E-4CF8-808147D72673}"/>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55" name="Rectangle: Rounded Corners 8">
              <a:extLst>
                <a:ext uri="{FF2B5EF4-FFF2-40B4-BE49-F238E27FC236}">
                  <a16:creationId xmlns:a16="http://schemas.microsoft.com/office/drawing/2014/main" id="{C9EC7B9A-F0FF-738E-DE32-5C0A02FD9137}"/>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56" name="Rectangle: Rounded Corners 8">
              <a:extLst>
                <a:ext uri="{FF2B5EF4-FFF2-40B4-BE49-F238E27FC236}">
                  <a16:creationId xmlns:a16="http://schemas.microsoft.com/office/drawing/2014/main" id="{0208C7D3-64CE-951C-D8EF-59E4233A0D3A}"/>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66" name="Rectangle: Rounded Corners 8">
              <a:extLst>
                <a:ext uri="{FF2B5EF4-FFF2-40B4-BE49-F238E27FC236}">
                  <a16:creationId xmlns:a16="http://schemas.microsoft.com/office/drawing/2014/main" id="{CDA75BB1-141B-0063-E63F-518E7F511AAE}"/>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67" name="Connettore 2 74">
              <a:extLst>
                <a:ext uri="{FF2B5EF4-FFF2-40B4-BE49-F238E27FC236}">
                  <a16:creationId xmlns:a16="http://schemas.microsoft.com/office/drawing/2014/main" id="{F1FF487D-F8C4-4782-32E8-36E906F851C2}"/>
                </a:ext>
                <a:ext uri="{C183D7F6-B498-43B3-948B-1728B52AA6E4}">
                  <adec:decorative xmlns:adec="http://schemas.microsoft.com/office/drawing/2017/decorative" val="1"/>
                </a:ext>
              </a:extLst>
            </p:cNvPr>
            <p:cNvCxnSpPr>
              <a:cxnSpLocks/>
              <a:stCxn id="55"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68" name="Connettore 2 75">
              <a:extLst>
                <a:ext uri="{FF2B5EF4-FFF2-40B4-BE49-F238E27FC236}">
                  <a16:creationId xmlns:a16="http://schemas.microsoft.com/office/drawing/2014/main" id="{3554CBF8-217D-C9F4-4F7F-DAEFBE284277}"/>
                </a:ext>
                <a:ext uri="{C183D7F6-B498-43B3-948B-1728B52AA6E4}">
                  <adec:decorative xmlns:adec="http://schemas.microsoft.com/office/drawing/2017/decorative" val="1"/>
                </a:ext>
              </a:extLst>
            </p:cNvPr>
            <p:cNvCxnSpPr>
              <a:cxnSpLocks/>
              <a:stCxn id="56" idx="0"/>
              <a:endCxn id="53"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69" name="Connettore 2 78">
              <a:extLst>
                <a:ext uri="{FF2B5EF4-FFF2-40B4-BE49-F238E27FC236}">
                  <a16:creationId xmlns:a16="http://schemas.microsoft.com/office/drawing/2014/main" id="{B194A9CE-1392-F1DE-F06A-1F5A6EB8E43A}"/>
                </a:ext>
                <a:ext uri="{C183D7F6-B498-43B3-948B-1728B52AA6E4}">
                  <adec:decorative xmlns:adec="http://schemas.microsoft.com/office/drawing/2017/decorative" val="1"/>
                </a:ext>
              </a:extLst>
            </p:cNvPr>
            <p:cNvCxnSpPr>
              <a:cxnSpLocks/>
              <a:stCxn id="66"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70" name="Rectangle: Rounded Corners 69">
            <a:extLst>
              <a:ext uri="{FF2B5EF4-FFF2-40B4-BE49-F238E27FC236}">
                <a16:creationId xmlns:a16="http://schemas.microsoft.com/office/drawing/2014/main" id="{F618ECFA-CBB3-1272-7871-AA5925C3BE65}"/>
              </a:ext>
            </a:extLst>
          </p:cNvPr>
          <p:cNvSpPr/>
          <p:nvPr/>
        </p:nvSpPr>
        <p:spPr>
          <a:xfrm>
            <a:off x="4852570" y="4451698"/>
            <a:ext cx="265360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pic>
        <p:nvPicPr>
          <p:cNvPr id="78" name="Graphic 77" descr="Document outline">
            <a:extLst>
              <a:ext uri="{FF2B5EF4-FFF2-40B4-BE49-F238E27FC236}">
                <a16:creationId xmlns:a16="http://schemas.microsoft.com/office/drawing/2014/main" id="{A92340EA-DDE8-DDCB-BF76-4427AB6D6D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63007" y="4527780"/>
            <a:ext cx="427037" cy="427038"/>
          </a:xfrm>
          <a:prstGeom prst="rect">
            <a:avLst/>
          </a:prstGeom>
          <a:effectLst/>
        </p:spPr>
      </p:pic>
    </p:spTree>
    <p:extLst>
      <p:ext uri="{BB962C8B-B14F-4D97-AF65-F5344CB8AC3E}">
        <p14:creationId xmlns:p14="http://schemas.microsoft.com/office/powerpoint/2010/main" val="3475206983"/>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5C8E8-0D04-9576-910D-F5657987439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3E045C2-2891-10CF-6034-B63FF4FB6C0D}"/>
              </a:ext>
            </a:extLst>
          </p:cNvPr>
          <p:cNvSpPr/>
          <p:nvPr/>
        </p:nvSpPr>
        <p:spPr bwMode="auto">
          <a:xfrm>
            <a:off x="-1" y="0"/>
            <a:ext cx="4976261" cy="6858000"/>
          </a:xfrm>
          <a:prstGeom prst="rect">
            <a:avLst/>
          </a:prstGeom>
          <a:solidFill>
            <a:schemeClr val="bg2">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2" name="Picture 11">
            <a:extLst>
              <a:ext uri="{FF2B5EF4-FFF2-40B4-BE49-F238E27FC236}">
                <a16:creationId xmlns:a16="http://schemas.microsoft.com/office/drawing/2014/main" id="{BF08BA1F-B3FD-5539-FBCB-4E52A75E9C1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991938" y="2355306"/>
            <a:ext cx="7200062" cy="2147387"/>
          </a:xfrm>
          <a:prstGeom prst="rect">
            <a:avLst/>
          </a:prstGeom>
        </p:spPr>
      </p:pic>
      <p:sp>
        <p:nvSpPr>
          <p:cNvPr id="16" name="Title 16">
            <a:extLst>
              <a:ext uri="{FF2B5EF4-FFF2-40B4-BE49-F238E27FC236}">
                <a16:creationId xmlns:a16="http://schemas.microsoft.com/office/drawing/2014/main" id="{AC5BD3E9-F142-C889-0D76-D4E9153A1E16}"/>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Sequential pattern</a:t>
            </a:r>
          </a:p>
        </p:txBody>
      </p:sp>
      <p:sp>
        <p:nvSpPr>
          <p:cNvPr id="20" name="Text Placeholder 10">
            <a:extLst>
              <a:ext uri="{FF2B5EF4-FFF2-40B4-BE49-F238E27FC236}">
                <a16:creationId xmlns:a16="http://schemas.microsoft.com/office/drawing/2014/main" id="{9E737D62-44FA-F92B-99AD-E6C45A6CB582}"/>
              </a:ext>
            </a:extLst>
          </p:cNvPr>
          <p:cNvSpPr txBox="1">
            <a:spLocks/>
          </p:cNvSpPr>
          <p:nvPr/>
        </p:nvSpPr>
        <p:spPr>
          <a:xfrm>
            <a:off x="588263" y="1636778"/>
            <a:ext cx="3821670" cy="384720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rgbClr val="161616"/>
                </a:solidFill>
                <a:latin typeface="Segoe UI" panose="020B0502040204020203" pitchFamily="34" charset="0"/>
              </a:rPr>
              <a:t>The sequential orchestration pattern chains AI agents in a predefined, linear order. Each agent processes the output from the previous agent in the sequence, which creates a pipeline of specialized transformations.</a:t>
            </a:r>
          </a:p>
          <a:p>
            <a:endParaRPr lang="en-US" sz="2000">
              <a:solidFill>
                <a:srgbClr val="161616"/>
              </a:solidFill>
              <a:latin typeface="Segoe UI" panose="020B0502040204020203" pitchFamily="34" charset="0"/>
            </a:endParaRPr>
          </a:p>
          <a:p>
            <a:r>
              <a:rPr lang="en-US" sz="2000">
                <a:solidFill>
                  <a:srgbClr val="161616"/>
                </a:solidFill>
                <a:latin typeface="Segoe UI" panose="020B0502040204020203" pitchFamily="34" charset="0"/>
              </a:rPr>
              <a:t>The sequential orchestration pattern solves problems that require step-by-step processing, where each stage builds on the previous stage. </a:t>
            </a:r>
            <a:endParaRPr lang="en-US" sz="2000"/>
          </a:p>
        </p:txBody>
      </p:sp>
    </p:spTree>
    <p:extLst>
      <p:ext uri="{BB962C8B-B14F-4D97-AF65-F5344CB8AC3E}">
        <p14:creationId xmlns:p14="http://schemas.microsoft.com/office/powerpoint/2010/main" val="3899246517"/>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0338C-B39A-76D8-3646-C2883DB72ED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B58198-0B9B-00A8-2983-A6A45BFD92E2}"/>
              </a:ext>
            </a:extLst>
          </p:cNvPr>
          <p:cNvSpPr/>
          <p:nvPr/>
        </p:nvSpPr>
        <p:spPr bwMode="auto">
          <a:xfrm>
            <a:off x="-1" y="0"/>
            <a:ext cx="4976261" cy="6858000"/>
          </a:xfrm>
          <a:prstGeom prst="rect">
            <a:avLst/>
          </a:prstGeom>
          <a:solidFill>
            <a:schemeClr val="bg2">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Title 16">
            <a:extLst>
              <a:ext uri="{FF2B5EF4-FFF2-40B4-BE49-F238E27FC236}">
                <a16:creationId xmlns:a16="http://schemas.microsoft.com/office/drawing/2014/main" id="{AF363B64-B5C9-1549-5D3A-E2C977465168}"/>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Concurrent pattern</a:t>
            </a:r>
          </a:p>
        </p:txBody>
      </p:sp>
      <p:sp>
        <p:nvSpPr>
          <p:cNvPr id="20" name="Text Placeholder 10">
            <a:extLst>
              <a:ext uri="{FF2B5EF4-FFF2-40B4-BE49-F238E27FC236}">
                <a16:creationId xmlns:a16="http://schemas.microsoft.com/office/drawing/2014/main" id="{A60DCBD5-E58F-7063-A255-536220193140}"/>
              </a:ext>
            </a:extLst>
          </p:cNvPr>
          <p:cNvSpPr txBox="1">
            <a:spLocks/>
          </p:cNvSpPr>
          <p:nvPr/>
        </p:nvSpPr>
        <p:spPr>
          <a:xfrm>
            <a:off x="588263" y="1636778"/>
            <a:ext cx="3821670" cy="384720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rgbClr val="161616"/>
                </a:solidFill>
                <a:latin typeface="Segoe UI" panose="020B0502040204020203" pitchFamily="34" charset="0"/>
              </a:rPr>
              <a:t>The concurrent orchestration pattern runs multiple AI agents simultaneously on the same task. This approach allows each agent to provide independent analysis or processing from its unique perspective or specialization.</a:t>
            </a:r>
          </a:p>
          <a:p>
            <a:endParaRPr lang="en-US" sz="2000">
              <a:solidFill>
                <a:srgbClr val="161616"/>
              </a:solidFill>
              <a:latin typeface="Segoe UI" panose="020B0502040204020203" pitchFamily="34" charset="0"/>
            </a:endParaRPr>
          </a:p>
          <a:p>
            <a:r>
              <a:rPr lang="en-US" sz="2000">
                <a:solidFill>
                  <a:srgbClr val="161616"/>
                </a:solidFill>
                <a:latin typeface="Segoe UI" panose="020B0502040204020203" pitchFamily="34" charset="0"/>
              </a:rPr>
              <a:t>This pattern addresses scenarios where you need diverse insights or approaches to the same problem. </a:t>
            </a:r>
            <a:endParaRPr lang="en-US" sz="2000"/>
          </a:p>
        </p:txBody>
      </p:sp>
      <p:pic>
        <p:nvPicPr>
          <p:cNvPr id="4" name="Picture 3">
            <a:extLst>
              <a:ext uri="{FF2B5EF4-FFF2-40B4-BE49-F238E27FC236}">
                <a16:creationId xmlns:a16="http://schemas.microsoft.com/office/drawing/2014/main" id="{C6D7CD47-1B21-F6E5-D31F-AF9B39DA2DB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807525" y="1402205"/>
            <a:ext cx="7694537" cy="4053589"/>
          </a:xfrm>
          <a:prstGeom prst="rect">
            <a:avLst/>
          </a:prstGeom>
        </p:spPr>
      </p:pic>
    </p:spTree>
    <p:extLst>
      <p:ext uri="{BB962C8B-B14F-4D97-AF65-F5344CB8AC3E}">
        <p14:creationId xmlns:p14="http://schemas.microsoft.com/office/powerpoint/2010/main" val="200076294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30BE5-AA74-AD9B-096E-185B10FFA4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104463B-0223-1A99-1F23-2E74CF2F303E}"/>
              </a:ext>
            </a:extLst>
          </p:cNvPr>
          <p:cNvSpPr/>
          <p:nvPr/>
        </p:nvSpPr>
        <p:spPr bwMode="auto">
          <a:xfrm>
            <a:off x="-1" y="0"/>
            <a:ext cx="4976261" cy="6858000"/>
          </a:xfrm>
          <a:prstGeom prst="rect">
            <a:avLst/>
          </a:prstGeom>
          <a:solidFill>
            <a:schemeClr val="bg2">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Title 16">
            <a:extLst>
              <a:ext uri="{FF2B5EF4-FFF2-40B4-BE49-F238E27FC236}">
                <a16:creationId xmlns:a16="http://schemas.microsoft.com/office/drawing/2014/main" id="{F5C521E6-09D2-9FE8-F918-A11B726195C0}"/>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Group chat pattern </a:t>
            </a:r>
          </a:p>
        </p:txBody>
      </p:sp>
      <p:sp>
        <p:nvSpPr>
          <p:cNvPr id="20" name="Text Placeholder 10">
            <a:extLst>
              <a:ext uri="{FF2B5EF4-FFF2-40B4-BE49-F238E27FC236}">
                <a16:creationId xmlns:a16="http://schemas.microsoft.com/office/drawing/2014/main" id="{5696F1FC-0DFF-73DF-B44E-0C687A850AE6}"/>
              </a:ext>
            </a:extLst>
          </p:cNvPr>
          <p:cNvSpPr txBox="1">
            <a:spLocks/>
          </p:cNvSpPr>
          <p:nvPr/>
        </p:nvSpPr>
        <p:spPr>
          <a:xfrm>
            <a:off x="588263" y="1636778"/>
            <a:ext cx="3821670" cy="384720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rgbClr val="161616"/>
                </a:solidFill>
                <a:latin typeface="Segoe UI" panose="020B0502040204020203" pitchFamily="34" charset="0"/>
              </a:rPr>
              <a:t>The group chat orchestration pattern enables multiple agents to solve problems, make decisions, or validate work by participating in a shared conversation thread where they collaborate through discussion. </a:t>
            </a:r>
          </a:p>
          <a:p>
            <a:endParaRPr lang="en-US" sz="2000">
              <a:solidFill>
                <a:srgbClr val="161616"/>
              </a:solidFill>
              <a:latin typeface="Segoe UI" panose="020B0502040204020203" pitchFamily="34" charset="0"/>
            </a:endParaRPr>
          </a:p>
          <a:p>
            <a:r>
              <a:rPr lang="en-US" sz="2000">
                <a:solidFill>
                  <a:srgbClr val="161616"/>
                </a:solidFill>
                <a:latin typeface="Segoe UI" panose="020B0502040204020203" pitchFamily="34" charset="0"/>
              </a:rPr>
              <a:t>This pattern addresses scenarios that are best accomplished through group discussion to reach decisions.</a:t>
            </a:r>
            <a:endParaRPr lang="en-US" sz="2000"/>
          </a:p>
        </p:txBody>
      </p:sp>
      <p:pic>
        <p:nvPicPr>
          <p:cNvPr id="5" name="Picture 4">
            <a:extLst>
              <a:ext uri="{FF2B5EF4-FFF2-40B4-BE49-F238E27FC236}">
                <a16:creationId xmlns:a16="http://schemas.microsoft.com/office/drawing/2014/main" id="{EA5F96E0-C88A-D681-2715-063782DD01E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218336" y="808522"/>
            <a:ext cx="6864096" cy="5419023"/>
          </a:xfrm>
          <a:prstGeom prst="rect">
            <a:avLst/>
          </a:prstGeom>
        </p:spPr>
      </p:pic>
    </p:spTree>
    <p:extLst>
      <p:ext uri="{BB962C8B-B14F-4D97-AF65-F5344CB8AC3E}">
        <p14:creationId xmlns:p14="http://schemas.microsoft.com/office/powerpoint/2010/main" val="1706075680"/>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38B3E-9800-062B-369C-978C8D0425E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06EA0B8-272A-3E72-B01E-DE69361EE85E}"/>
              </a:ext>
            </a:extLst>
          </p:cNvPr>
          <p:cNvSpPr/>
          <p:nvPr/>
        </p:nvSpPr>
        <p:spPr bwMode="auto">
          <a:xfrm>
            <a:off x="-1" y="0"/>
            <a:ext cx="4976261" cy="6858000"/>
          </a:xfrm>
          <a:prstGeom prst="rect">
            <a:avLst/>
          </a:prstGeom>
          <a:solidFill>
            <a:schemeClr val="bg2">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Title 16">
            <a:extLst>
              <a:ext uri="{FF2B5EF4-FFF2-40B4-BE49-F238E27FC236}">
                <a16:creationId xmlns:a16="http://schemas.microsoft.com/office/drawing/2014/main" id="{2DF5ED0F-9E76-DB58-DD61-7DAE46FCFFCD}"/>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Handoff pattern </a:t>
            </a:r>
          </a:p>
        </p:txBody>
      </p:sp>
      <p:sp>
        <p:nvSpPr>
          <p:cNvPr id="20" name="Text Placeholder 10">
            <a:extLst>
              <a:ext uri="{FF2B5EF4-FFF2-40B4-BE49-F238E27FC236}">
                <a16:creationId xmlns:a16="http://schemas.microsoft.com/office/drawing/2014/main" id="{4DEFE4A4-2C3C-6336-9892-F4CE8A519244}"/>
              </a:ext>
            </a:extLst>
          </p:cNvPr>
          <p:cNvSpPr txBox="1">
            <a:spLocks/>
          </p:cNvSpPr>
          <p:nvPr/>
        </p:nvSpPr>
        <p:spPr>
          <a:xfrm>
            <a:off x="588262" y="1636778"/>
            <a:ext cx="3935611" cy="384720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rgbClr val="161616"/>
                </a:solidFill>
                <a:latin typeface="Segoe UI" panose="020B0502040204020203" pitchFamily="34" charset="0"/>
              </a:rPr>
              <a:t>The handoff orchestration pattern enables dynamic delegation of tasks between specialized agents. Each agent can assess the task at hand and decide whether to handle it directly or transfer it to a more appropriate agent based on the context and requirements.</a:t>
            </a:r>
          </a:p>
          <a:p>
            <a:endParaRPr lang="en-US" sz="2000">
              <a:solidFill>
                <a:srgbClr val="161616"/>
              </a:solidFill>
              <a:latin typeface="Segoe UI" panose="020B0502040204020203" pitchFamily="34" charset="0"/>
            </a:endParaRPr>
          </a:p>
          <a:p>
            <a:r>
              <a:rPr lang="en-US" sz="2000">
                <a:solidFill>
                  <a:srgbClr val="161616"/>
                </a:solidFill>
                <a:latin typeface="Segoe UI" panose="020B0502040204020203" pitchFamily="34" charset="0"/>
              </a:rPr>
              <a:t>This pattern addresses scenarios where the optimal agent for a task isn't known upfront or where the task requirements become clear only during processing.</a:t>
            </a:r>
            <a:endParaRPr lang="en-US" sz="2000"/>
          </a:p>
        </p:txBody>
      </p:sp>
      <p:pic>
        <p:nvPicPr>
          <p:cNvPr id="4" name="Picture 3">
            <a:extLst>
              <a:ext uri="{FF2B5EF4-FFF2-40B4-BE49-F238E27FC236}">
                <a16:creationId xmlns:a16="http://schemas.microsoft.com/office/drawing/2014/main" id="{90685E70-BC06-CA3B-4D68-E71FBFC91F6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976260" y="1237519"/>
            <a:ext cx="7272388" cy="4851248"/>
          </a:xfrm>
          <a:prstGeom prst="rect">
            <a:avLst/>
          </a:prstGeom>
        </p:spPr>
      </p:pic>
    </p:spTree>
    <p:extLst>
      <p:ext uri="{BB962C8B-B14F-4D97-AF65-F5344CB8AC3E}">
        <p14:creationId xmlns:p14="http://schemas.microsoft.com/office/powerpoint/2010/main" val="3095986091"/>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18008-7171-68B9-B6E4-4E04DAD4783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880F94F-9426-1195-C61C-6A2834E0D00D}"/>
              </a:ext>
            </a:extLst>
          </p:cNvPr>
          <p:cNvSpPr/>
          <p:nvPr/>
        </p:nvSpPr>
        <p:spPr bwMode="auto">
          <a:xfrm>
            <a:off x="-1" y="0"/>
            <a:ext cx="4976261" cy="6858000"/>
          </a:xfrm>
          <a:prstGeom prst="rect">
            <a:avLst/>
          </a:prstGeom>
          <a:solidFill>
            <a:schemeClr val="bg2">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Title 16">
            <a:extLst>
              <a:ext uri="{FF2B5EF4-FFF2-40B4-BE49-F238E27FC236}">
                <a16:creationId xmlns:a16="http://schemas.microsoft.com/office/drawing/2014/main" id="{87A75337-3479-E746-C2B4-08A569A5D9AF}"/>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err="1"/>
              <a:t>Magentic</a:t>
            </a:r>
            <a:r>
              <a:rPr lang="en-US"/>
              <a:t> pattern </a:t>
            </a:r>
          </a:p>
        </p:txBody>
      </p:sp>
      <p:sp>
        <p:nvSpPr>
          <p:cNvPr id="20" name="Text Placeholder 10">
            <a:extLst>
              <a:ext uri="{FF2B5EF4-FFF2-40B4-BE49-F238E27FC236}">
                <a16:creationId xmlns:a16="http://schemas.microsoft.com/office/drawing/2014/main" id="{EAA9730B-47E2-CDB7-6C5A-FF5742C60994}"/>
              </a:ext>
            </a:extLst>
          </p:cNvPr>
          <p:cNvSpPr txBox="1">
            <a:spLocks/>
          </p:cNvSpPr>
          <p:nvPr/>
        </p:nvSpPr>
        <p:spPr>
          <a:xfrm>
            <a:off x="588262" y="1636778"/>
            <a:ext cx="3935611" cy="384720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rgbClr val="161616"/>
                </a:solidFill>
                <a:latin typeface="Segoe UI" panose="020B0502040204020203" pitchFamily="34" charset="0"/>
              </a:rPr>
              <a:t>The </a:t>
            </a:r>
            <a:r>
              <a:rPr lang="en-US" sz="2000" err="1">
                <a:solidFill>
                  <a:srgbClr val="161616"/>
                </a:solidFill>
                <a:latin typeface="Segoe UI" panose="020B0502040204020203" pitchFamily="34" charset="0"/>
              </a:rPr>
              <a:t>magentic</a:t>
            </a:r>
            <a:r>
              <a:rPr lang="en-US" sz="2000">
                <a:solidFill>
                  <a:srgbClr val="161616"/>
                </a:solidFill>
                <a:latin typeface="Segoe UI" panose="020B0502040204020203" pitchFamily="34" charset="0"/>
              </a:rPr>
              <a:t> orchestration pattern is designed for open-ended and complex problems that don't have a predetermined plan of approach. </a:t>
            </a:r>
          </a:p>
          <a:p>
            <a:endParaRPr lang="en-US" sz="2000">
              <a:solidFill>
                <a:srgbClr val="161616"/>
              </a:solidFill>
              <a:latin typeface="Segoe UI" panose="020B0502040204020203" pitchFamily="34" charset="0"/>
            </a:endParaRPr>
          </a:p>
          <a:p>
            <a:r>
              <a:rPr lang="en-US" sz="2000">
                <a:solidFill>
                  <a:srgbClr val="161616"/>
                </a:solidFill>
                <a:latin typeface="Segoe UI" panose="020B0502040204020203" pitchFamily="34" charset="0"/>
              </a:rPr>
              <a:t>The manager agent communicates directly with specialized agents to gather information as it builds and refines the task ledger</a:t>
            </a:r>
            <a:endParaRPr lang="en-US" sz="2000"/>
          </a:p>
        </p:txBody>
      </p:sp>
      <p:pic>
        <p:nvPicPr>
          <p:cNvPr id="5" name="Picture 4">
            <a:extLst>
              <a:ext uri="{FF2B5EF4-FFF2-40B4-BE49-F238E27FC236}">
                <a16:creationId xmlns:a16="http://schemas.microsoft.com/office/drawing/2014/main" id="{73D9B09A-78E2-1376-26DB-37A54CCCBFD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976260" y="1093675"/>
            <a:ext cx="7355710" cy="4670650"/>
          </a:xfrm>
          <a:prstGeom prst="rect">
            <a:avLst/>
          </a:prstGeom>
        </p:spPr>
      </p:pic>
    </p:spTree>
    <p:extLst>
      <p:ext uri="{BB962C8B-B14F-4D97-AF65-F5344CB8AC3E}">
        <p14:creationId xmlns:p14="http://schemas.microsoft.com/office/powerpoint/2010/main" val="3865697806"/>
      </p:ext>
    </p:extLst>
  </p:cSld>
  <p:clrMapOvr>
    <a:masterClrMapping/>
  </p:clrMapOvr>
  <mc:AlternateContent xmlns:mc="http://schemas.openxmlformats.org/markup-compatibility/2006" xmlns:p14="http://schemas.microsoft.com/office/powerpoint/2010/main">
    <mc:Choice Requires="p14">
      <p:transition spd="slow" p14:dur="4000">
        <p:fade/>
      </p:transition>
    </mc:Choice>
    <mc:Fallback xmlns="">
      <p:transition spd="slow">
        <p:fade/>
      </p:transition>
    </mc:Fallback>
  </mc:AlternateContent>
</p:sld>
</file>

<file path=ppt/theme/theme1.xml><?xml version="1.0" encoding="utf-8"?>
<a:theme xmlns:a="http://schemas.openxmlformats.org/drawingml/2006/main" name="Collaboration [Light]">
  <a:themeElements>
    <a:clrScheme name="Custom 19">
      <a:dk1>
        <a:srgbClr val="281933"/>
      </a:dk1>
      <a:lt1>
        <a:srgbClr val="FFFFFF"/>
      </a:lt1>
      <a:dk2>
        <a:srgbClr val="301E3C"/>
      </a:dk2>
      <a:lt2>
        <a:srgbClr val="F8F6FA"/>
      </a:lt2>
      <a:accent1>
        <a:srgbClr val="C495E6"/>
      </a:accent1>
      <a:accent2>
        <a:srgbClr val="24ADF2"/>
      </a:accent2>
      <a:accent3>
        <a:srgbClr val="79D4F2"/>
      </a:accent3>
      <a:accent4>
        <a:srgbClr val="78D84A"/>
      </a:accent4>
      <a:accent5>
        <a:srgbClr val="FFDE3F"/>
      </a:accent5>
      <a:accent6>
        <a:srgbClr val="FE7731"/>
      </a:accent6>
      <a:hlink>
        <a:srgbClr val="23ADF1"/>
      </a:hlink>
      <a:folHlink>
        <a:srgbClr val="859BA6"/>
      </a:folHlink>
    </a:clrScheme>
    <a:fontScheme name="Segoe UI">
      <a:majorFont>
        <a:latin typeface="Segoe UI Semibold"/>
        <a:ea typeface=""/>
        <a:cs typeface=""/>
      </a:majorFont>
      <a:minorFont>
        <a:latin typeface="Segoe UI Semi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3.xml><?xml version="1.0" encoding="utf-8"?>
<a:theme xmlns:a="http://schemas.openxmlformats.org/drawingml/2006/main" name="2_MS Ignite 16:9 Template Dark">
  <a:themeElements>
    <a:clrScheme name="Custom 198">
      <a:dk1>
        <a:srgbClr val="091F2C"/>
      </a:dk1>
      <a:lt1>
        <a:srgbClr val="FFFFFF"/>
      </a:lt1>
      <a:dk2>
        <a:srgbClr val="2A446F"/>
      </a:dk2>
      <a:lt2>
        <a:srgbClr val="E8E6DF"/>
      </a:lt2>
      <a:accent1>
        <a:srgbClr val="8661C5"/>
      </a:accent1>
      <a:accent2>
        <a:srgbClr val="8DE971"/>
      </a:accent2>
      <a:accent3>
        <a:srgbClr val="0078D4"/>
      </a:accent3>
      <a:accent4>
        <a:srgbClr val="D7D2CB"/>
      </a:accent4>
      <a:accent5>
        <a:srgbClr val="FFE399"/>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S_Ignite_2024_16-9 Event-template.potx  -  Last saved by user" id="{25E4B35E-646D-4F3A-8D0B-C2BDF548142B}" vid="{8A17B14A-69D5-4F26-BC7B-8547BA50C10C}"/>
    </a:ext>
  </a:extLst>
</a:theme>
</file>

<file path=ppt/theme/theme4.xml><?xml version="1.0" encoding="utf-8"?>
<a:theme xmlns:a="http://schemas.openxmlformats.org/drawingml/2006/main" name="2_Collaboration [Light]">
  <a:themeElements>
    <a:clrScheme name="Custom 24">
      <a:dk1>
        <a:srgbClr val="251D21"/>
      </a:dk1>
      <a:lt1>
        <a:srgbClr val="FFFFFF"/>
      </a:lt1>
      <a:dk2>
        <a:srgbClr val="360820"/>
      </a:dk2>
      <a:lt2>
        <a:srgbClr val="F7EFF4"/>
      </a:lt2>
      <a:accent1>
        <a:srgbClr val="C8327D"/>
      </a:accent1>
      <a:accent2>
        <a:srgbClr val="5290EC"/>
      </a:accent2>
      <a:accent3>
        <a:srgbClr val="52D6E4"/>
      </a:accent3>
      <a:accent4>
        <a:srgbClr val="72CE46"/>
      </a:accent4>
      <a:accent5>
        <a:srgbClr val="F9D93D"/>
      </a:accent5>
      <a:accent6>
        <a:srgbClr val="F6732F"/>
      </a:accent6>
      <a:hlink>
        <a:srgbClr val="20A2E2"/>
      </a:hlink>
      <a:folHlink>
        <a:srgbClr val="86A6BA"/>
      </a:folHlink>
    </a:clrScheme>
    <a:fontScheme name="Segoe UI">
      <a:majorFont>
        <a:latin typeface="Segoe UI Semibold"/>
        <a:ea typeface=""/>
        <a:cs typeface=""/>
      </a:majorFont>
      <a:minorFont>
        <a:latin typeface="Segoe UI Semi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DARK MODE">
  <a:themeElements>
    <a:clrScheme name="BAR Dark">
      <a:dk1>
        <a:srgbClr val="000000"/>
      </a:dk1>
      <a:lt1>
        <a:srgbClr val="FFFFFF"/>
      </a:lt1>
      <a:dk2>
        <a:srgbClr val="091F2E"/>
      </a:dk2>
      <a:lt2>
        <a:srgbClr val="FFF8F3"/>
      </a:lt2>
      <a:accent1>
        <a:srgbClr val="C3B1E1"/>
      </a:accent1>
      <a:accent2>
        <a:srgbClr val="B9DBD0"/>
      </a:accent2>
      <a:accent3>
        <a:srgbClr val="8CC7E7"/>
      </a:accent3>
      <a:accent4>
        <a:srgbClr val="8660C4"/>
      </a:accent4>
      <a:accent5>
        <a:srgbClr val="48C4B1"/>
      </a:accent5>
      <a:accent6>
        <a:srgbClr val="0077D3"/>
      </a:accent6>
      <a:hlink>
        <a:srgbClr val="8CC7E7"/>
      </a:hlink>
      <a:folHlink>
        <a:srgbClr val="8CC7E7"/>
      </a:folHlink>
    </a:clrScheme>
    <a:fontScheme name="Custom 4">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Microsoft_Brand_Template_May2023  -  Read-Only" id="{354821AE-6191-4F47-84CC-51318889153F}" vid="{715F673F-5B19-486C-BA57-854FA516ACA1}"/>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1_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1_DARK MODE">
  <a:themeElements>
    <a:clrScheme name="BAR Dark">
      <a:dk1>
        <a:srgbClr val="000000"/>
      </a:dk1>
      <a:lt1>
        <a:srgbClr val="FFFFFF"/>
      </a:lt1>
      <a:dk2>
        <a:srgbClr val="091F2E"/>
      </a:dk2>
      <a:lt2>
        <a:srgbClr val="FFF8F3"/>
      </a:lt2>
      <a:accent1>
        <a:srgbClr val="C3B1E1"/>
      </a:accent1>
      <a:accent2>
        <a:srgbClr val="B9DBD0"/>
      </a:accent2>
      <a:accent3>
        <a:srgbClr val="8CC7E7"/>
      </a:accent3>
      <a:accent4>
        <a:srgbClr val="8660C4"/>
      </a:accent4>
      <a:accent5>
        <a:srgbClr val="48C4B1"/>
      </a:accent5>
      <a:accent6>
        <a:srgbClr val="0077D3"/>
      </a:accent6>
      <a:hlink>
        <a:srgbClr val="8CC7E7"/>
      </a:hlink>
      <a:folHlink>
        <a:srgbClr val="8CC7E7"/>
      </a:folHlink>
    </a:clrScheme>
    <a:fontScheme name="Custom 4">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Microsoft_Brand_Template_May2023  -  Read-Only" id="{354821AE-6191-4F47-84CC-51318889153F}" vid="{715F673F-5B19-486C-BA57-854FA516ACA1}"/>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E9A461-49AF-43AC-B489-1378DB555BB7}">
  <ds:schemaRefs>
    <ds:schemaRef ds:uri="http://schemas.microsoft.com/sharepoint/v3/contenttype/forms"/>
  </ds:schemaRefs>
</ds:datastoreItem>
</file>

<file path=customXml/itemProps2.xml><?xml version="1.0" encoding="utf-8"?>
<ds:datastoreItem xmlns:ds="http://schemas.openxmlformats.org/officeDocument/2006/customXml" ds:itemID="{ADD24129-2D6A-4DCE-A6B3-A8B3259C4AFE}">
  <ds:schemaRefs>
    <ds:schemaRef ds:uri="http://schemas.openxmlformats.org/package/2006/metadata/core-properties"/>
    <ds:schemaRef ds:uri="http://purl.org/dc/dcmitype/"/>
    <ds:schemaRef ds:uri="http://schemas.microsoft.com/office/2006/documentManagement/types"/>
    <ds:schemaRef ds:uri="http://purl.org/dc/terms/"/>
    <ds:schemaRef ds:uri="http://schemas.microsoft.com/office/infopath/2007/PartnerControls"/>
    <ds:schemaRef ds:uri="http://www.w3.org/XML/1998/namespace"/>
    <ds:schemaRef ds:uri="http://schemas.microsoft.com/office/2006/metadata/properties"/>
    <ds:schemaRef ds:uri="08a09979-afeb-4148-9122-a5b92d0d6d83"/>
    <ds:schemaRef ds:uri="43042af2-57d4-4e1d-be9a-4c8b067f70ed"/>
    <ds:schemaRef ds:uri="http://schemas.microsoft.com/sharepoint/v3"/>
    <ds:schemaRef ds:uri="http://purl.org/dc/elements/1.1/"/>
  </ds:schemaRefs>
</ds:datastoreItem>
</file>

<file path=customXml/itemProps3.xml><?xml version="1.0" encoding="utf-8"?>
<ds:datastoreItem xmlns:ds="http://schemas.openxmlformats.org/officeDocument/2006/customXml" ds:itemID="{0A3B2EFB-0D0A-4C03-B36A-49526945EC77}"/>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974</TotalTime>
  <Words>11626</Words>
  <Application>Microsoft Office PowerPoint</Application>
  <PresentationFormat>Widescreen</PresentationFormat>
  <Paragraphs>1493</Paragraphs>
  <Slides>89</Slides>
  <Notes>45</Notes>
  <HiddenSlides>5</HiddenSlides>
  <MMClips>1</MMClips>
  <ScaleCrop>false</ScaleCrop>
  <HeadingPairs>
    <vt:vector size="6" baseType="variant">
      <vt:variant>
        <vt:lpstr>Fonts Used</vt:lpstr>
      </vt:variant>
      <vt:variant>
        <vt:i4>26</vt:i4>
      </vt:variant>
      <vt:variant>
        <vt:lpstr>Theme</vt:lpstr>
      </vt:variant>
      <vt:variant>
        <vt:i4>8</vt:i4>
      </vt:variant>
      <vt:variant>
        <vt:lpstr>Slide Titles</vt:lpstr>
      </vt:variant>
      <vt:variant>
        <vt:i4>89</vt:i4>
      </vt:variant>
    </vt:vector>
  </HeadingPairs>
  <TitlesOfParts>
    <vt:vector size="123" baseType="lpstr">
      <vt:lpstr>-apple-system</vt:lpstr>
      <vt:lpstr>Aptos</vt:lpstr>
      <vt:lpstr>Aptos Display</vt:lpstr>
      <vt:lpstr>Aptos Display (Headings)</vt:lpstr>
      <vt:lpstr>Aptos SemiBold</vt:lpstr>
      <vt:lpstr>Arial</vt:lpstr>
      <vt:lpstr>Calibri</vt:lpstr>
      <vt:lpstr>Consolas</vt:lpstr>
      <vt:lpstr>Courier New</vt:lpstr>
      <vt:lpstr>Inter</vt:lpstr>
      <vt:lpstr>Menlo</vt:lpstr>
      <vt:lpstr>Montserrat</vt:lpstr>
      <vt:lpstr>Quire Sans</vt:lpstr>
      <vt:lpstr>Segoe Pro Display</vt:lpstr>
      <vt:lpstr>Segoe Sans Display</vt:lpstr>
      <vt:lpstr>Segoe Sans Display Semibold</vt:lpstr>
      <vt:lpstr>Segoe Sans Text</vt:lpstr>
      <vt:lpstr>Segoe Sans Text Semibold</vt:lpstr>
      <vt:lpstr>Segoe UI</vt:lpstr>
      <vt:lpstr>Segoe UI Light</vt:lpstr>
      <vt:lpstr>Segoe UI Semibold</vt:lpstr>
      <vt:lpstr>Segoe UI Semilight</vt:lpstr>
      <vt:lpstr>Segoe UI Variable Display</vt:lpstr>
      <vt:lpstr>Segoe UI Variable Display Semib</vt:lpstr>
      <vt:lpstr>Segoe UI Variable Small Semibol</vt:lpstr>
      <vt:lpstr>Wingdings</vt:lpstr>
      <vt:lpstr>Collaboration [Light]</vt:lpstr>
      <vt:lpstr>Azure 2023 Template</vt:lpstr>
      <vt:lpstr>2_MS Ignite 16:9 Template Dark</vt:lpstr>
      <vt:lpstr>2_Collaboration [Light]</vt:lpstr>
      <vt:lpstr>DARK MODE</vt:lpstr>
      <vt:lpstr>office theme</vt:lpstr>
      <vt:lpstr>1_Office Theme</vt:lpstr>
      <vt:lpstr>1_DARK MODE</vt:lpstr>
      <vt:lpstr>Agent Framework   Open-source framework for Next-Gen Multi-Agent Solutions</vt:lpstr>
      <vt:lpstr>What is an agent?</vt:lpstr>
      <vt:lpstr>Unlike previous tools, AI Agent can…</vt:lpstr>
      <vt:lpstr>Why Build Agents in Code? </vt:lpstr>
      <vt:lpstr>So far, building and scaling custom agents has been difficult</vt:lpstr>
      <vt:lpstr>PowerPoint Presentation</vt:lpstr>
      <vt:lpstr>PowerPoint Presentation</vt:lpstr>
      <vt:lpstr>PowerPoint Presentation</vt:lpstr>
      <vt:lpstr>PowerPoint Presentation</vt:lpstr>
      <vt:lpstr>PowerPoint Presentation</vt:lpstr>
      <vt:lpstr>Microsoft Agent Framework</vt:lpstr>
      <vt:lpstr>PowerPoint Presentation</vt:lpstr>
      <vt:lpstr>PowerPoint Presentation</vt:lpstr>
      <vt:lpstr>Converging the two popular OSS frameworks</vt:lpstr>
      <vt:lpstr>Unified SDK &amp; Simple Agent Primitives</vt:lpstr>
      <vt:lpstr>Local-First,  Cloud-Agnostic</vt:lpstr>
      <vt:lpstr>Multi-Agent Orchestration</vt:lpstr>
      <vt:lpstr>Tools and Extensibility</vt:lpstr>
      <vt:lpstr>Single agent with tool</vt:lpstr>
      <vt:lpstr>Single agent with tool</vt:lpstr>
      <vt:lpstr>Single agent with multiple tools</vt:lpstr>
      <vt:lpstr>Single agent with tools</vt:lpstr>
      <vt:lpstr>Local experimentation with DevUI</vt:lpstr>
      <vt:lpstr>Integrating agents with MCP server tools</vt:lpstr>
      <vt:lpstr>Agent with local MCP server</vt:lpstr>
      <vt:lpstr>Agent with remote MCP server</vt:lpstr>
      <vt:lpstr>Agent middleware</vt:lpstr>
      <vt:lpstr>Agent Middleware example</vt:lpstr>
      <vt:lpstr>Middleware scenarios</vt:lpstr>
      <vt:lpstr>Multi-agent architectures</vt:lpstr>
      <vt:lpstr>Supervisor agent with sub-agents</vt:lpstr>
      <vt:lpstr>Supervisor agent with sub-agents</vt:lpstr>
      <vt:lpstr>Python + Agents</vt:lpstr>
      <vt:lpstr>Memory &amp; Conversation State</vt:lpstr>
      <vt:lpstr>Context is everything</vt:lpstr>
      <vt:lpstr>Memory</vt:lpstr>
      <vt:lpstr>Python + Agents</vt:lpstr>
      <vt:lpstr>Observability with OpenTelemetry (OTel)</vt:lpstr>
      <vt:lpstr>Using OpenTelemetry with Agent Framework</vt:lpstr>
      <vt:lpstr>Enterprise-ready Foundations</vt:lpstr>
      <vt:lpstr>OTel-compliant observability platforms </vt:lpstr>
      <vt:lpstr>Exporting OTel to Azure App Insights</vt:lpstr>
      <vt:lpstr>Viewing traces in Azure App Insights</vt:lpstr>
      <vt:lpstr>Python + Agents</vt:lpstr>
      <vt:lpstr>What's a workflow?</vt:lpstr>
      <vt:lpstr>Anatomy of a workflow</vt:lpstr>
      <vt:lpstr>Building a workflow</vt:lpstr>
      <vt:lpstr>Visualize workflows with DevUI</vt:lpstr>
      <vt:lpstr>Workflows with Agent executors</vt:lpstr>
      <vt:lpstr>Streaming events from workflows</vt:lpstr>
      <vt:lpstr>Built-in workflow builder: SequentialBuilder</vt:lpstr>
      <vt:lpstr>Branching workflows</vt:lpstr>
      <vt:lpstr>Workflow with conditional branching</vt:lpstr>
      <vt:lpstr>State management</vt:lpstr>
      <vt:lpstr>When do we need workflow state?</vt:lpstr>
      <vt:lpstr>Storing and accessing state in workflows</vt:lpstr>
      <vt:lpstr>Python + Agents</vt:lpstr>
      <vt:lpstr>Built-in workflow orchestrations</vt:lpstr>
      <vt:lpstr>Demos and Videos</vt:lpstr>
      <vt:lpstr>Demos and Videos</vt:lpstr>
      <vt:lpstr>End-to-end application</vt:lpstr>
      <vt:lpstr>Agentic AI investment analysis </vt:lpstr>
      <vt:lpstr>Investment workflow with fan-out/fan-in </vt:lpstr>
      <vt:lpstr>What-if workflow with fan-in/fan-out </vt:lpstr>
      <vt:lpstr>Python + Agents</vt:lpstr>
      <vt:lpstr>Why add a human in the loop?</vt:lpstr>
      <vt:lpstr>PowerPoint Presentation</vt:lpstr>
      <vt:lpstr>PowerPoint Presentation</vt:lpstr>
      <vt:lpstr>Tool approval</vt:lpstr>
      <vt:lpstr>Requests and responses</vt:lpstr>
      <vt:lpstr>Checkpoints and resuming</vt:lpstr>
      <vt:lpstr>Handoff orchestration with HITL</vt:lpstr>
      <vt:lpstr>End-to-end application</vt:lpstr>
      <vt:lpstr>PowerPoint Presentation</vt:lpstr>
      <vt:lpstr>PowerPoint Presentation</vt:lpstr>
      <vt:lpstr>PowerPoint Presentation</vt:lpstr>
      <vt:lpstr>Python + Agents</vt:lpstr>
      <vt:lpstr>PowerPoint Presentation</vt:lpstr>
      <vt:lpstr>Customers are already using Microsoft Agent Framework</vt:lpstr>
      <vt:lpstr>PowerPoint Presentation</vt:lpstr>
      <vt:lpstr>But most downstream processes are still brittle and require meaningful human involvement</vt:lpstr>
      <vt:lpstr>With AI Agents, you can make your automation more resilient while removing the drudgery from work</vt:lpstr>
      <vt:lpstr>Agent systems with Agent Framework</vt:lpstr>
      <vt:lpstr>Multi-Agent Orchestration Patterns</vt:lpstr>
      <vt:lpstr>Sequential pattern</vt:lpstr>
      <vt:lpstr>Concurrent pattern</vt:lpstr>
      <vt:lpstr>Group chat pattern </vt:lpstr>
      <vt:lpstr>Handoff pattern </vt:lpstr>
      <vt:lpstr>Magentic pattern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Yagneswari Kanadam</dc:creator>
  <cp:lastModifiedBy>Yagneswari Kanadam</cp:lastModifiedBy>
  <cp:revision>4</cp:revision>
  <dcterms:created xsi:type="dcterms:W3CDTF">2025-10-09T17:15:42Z</dcterms:created>
  <dcterms:modified xsi:type="dcterms:W3CDTF">2026-04-09T18:59:48Z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0x0101001BD4B4487B57D443AED9979943B92646</vt:lpwstr>
  </property>
  <property fmtid="{D5CDD505-2E9C-101B-9397-08002B2CF9AE}" pid="3" name="Order">
    <vt:lpwstr>26553800.0000000</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lpwstr/>
  </property>
</Properties>
</file>