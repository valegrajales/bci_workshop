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learn.microsoft.com/en-us/azure/foundry/agents/concepts/hosted-agents" TargetMode="External"/><Relationship Id="rId2" Type="http://schemas.openxmlformats.org/officeDocument/2006/relationships/hyperlink" Target="https://learn.microsoft.com/en-us/agent-framework/workflows/orchestrations/" TargetMode="External"/><Relationship Id="rId3" Type="http://schemas.openxmlformats.org/officeDocument/2006/relationships/hyperlink" Target="https://learn.microsoft.com/en-us/azure/ai-services/content-safety/overview" TargetMode="External"/><Relationship Id="rId4" Type="http://schemas.openxmlformats.org/officeDocument/2006/relationships/hyperlink" Target="https://learn.microsoft.com/en-us/azure/search/search-get-started-rbac" TargetMode="External"/><Relationship Id="rId5" Type="http://schemas.openxmlformats.org/officeDocument/2006/relationships/hyperlink" Target="https://github.com/Azure-Samples/AI-Gateway" TargetMode="External"/><Relationship Id="rId6" Type="http://schemas.openxmlformats.org/officeDocument/2006/relationships/hyperlink" Target="https://github.com/microsoft/AI-Red-Teaming-Playground-Labs" TargetMode="External"/><Relationship Id="rId7" Type="http://schemas.openxmlformats.org/officeDocument/2006/relationships/hyperlink" Target="https://github.com/microsoft/mcp-for-beginners" TargetMode="External"/><Relationship Id="rId8" Type="http://schemas.openxmlformats.org/officeDocument/2006/relationships/hyperlink" Target="https://github.com/MicrosoftLearning/mslearn-ai-multi-agents" TargetMode="External"/><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Shape 2"/>
          <p:cNvSpPr/>
          <p:nvPr/>
        </p:nvSpPr>
        <p:spPr>
          <a:xfrm>
            <a:off x="548640" y="914400"/>
            <a:ext cx="1737360" cy="420624"/>
          </a:xfrm>
          <a:prstGeom prst="roundRect">
            <a:avLst>
              <a:gd name="adj" fmla="val 21739"/>
            </a:avLst>
          </a:prstGeom>
          <a:solidFill>
            <a:srgbClr val="E8743B"/>
          </a:solidFill>
          <a:ln/>
        </p:spPr>
      </p:sp>
      <p:sp>
        <p:nvSpPr>
          <p:cNvPr id="5" name="Text 3"/>
          <p:cNvSpPr/>
          <p:nvPr/>
        </p:nvSpPr>
        <p:spPr>
          <a:xfrm>
            <a:off x="548640" y="914400"/>
            <a:ext cx="173736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indent="0" marL="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indent="0" marL="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indent="0" marL="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indent="0" marL="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sx="100000" sy="100000" kx="0" ky="0" algn="bl" rotWithShape="0" blurRad="76200" dist="25400" dir="5400000">
              <a:srgbClr val="000000">
                <a:alpha val="12000"/>
              </a:srgbClr>
            </a:outerShdw>
          </a:effectLst>
        </p:spPr>
      </p:sp>
      <p:pic>
        <p:nvPicPr>
          <p:cNvPr id="11" name="Image 0" descr="C:\Users\valentinag\microsoft\copilot-worktrees\bci_workshop\valegrajales-shiny-parakeet\presentaciones\_build\assets\logo_bci.png">    </p:cNvPr>
          <p:cNvPicPr>
            <a:picLocks noChangeAspect="1"/>
          </p:cNvPicPr>
          <p:nvPr/>
        </p:nvPicPr>
        <p:blipFill>
          <a:blip r:embed="rId1"/>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sp>
      <p:sp>
        <p:nvSpPr>
          <p:cNvPr id="7" name="Text 5"/>
          <p:cNvSpPr/>
          <p:nvPr/>
        </p:nvSpPr>
        <p:spPr>
          <a:xfrm>
            <a:off x="548640" y="1591056"/>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sp>
      <p:sp>
        <p:nvSpPr>
          <p:cNvPr id="11" name="Text 9"/>
          <p:cNvSpPr/>
          <p:nvPr/>
        </p:nvSpPr>
        <p:spPr>
          <a:xfrm>
            <a:off x="548640" y="2157984"/>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sp>
      <p:sp>
        <p:nvSpPr>
          <p:cNvPr id="15" name="Text 13"/>
          <p:cNvSpPr/>
          <p:nvPr/>
        </p:nvSpPr>
        <p:spPr>
          <a:xfrm>
            <a:off x="548640" y="2724912"/>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sp>
      <p:sp>
        <p:nvSpPr>
          <p:cNvPr id="19" name="Text 17"/>
          <p:cNvSpPr/>
          <p:nvPr/>
        </p:nvSpPr>
        <p:spPr>
          <a:xfrm>
            <a:off x="548640" y="3291840"/>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sp>
      <p:sp>
        <p:nvSpPr>
          <p:cNvPr id="23" name="Text 21"/>
          <p:cNvSpPr/>
          <p:nvPr/>
        </p:nvSpPr>
        <p:spPr>
          <a:xfrm>
            <a:off x="548640" y="3858768"/>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sp>
      <p:sp>
        <p:nvSpPr>
          <p:cNvPr id="27" name="Text 25"/>
          <p:cNvSpPr/>
          <p:nvPr/>
        </p:nvSpPr>
        <p:spPr>
          <a:xfrm>
            <a:off x="548640" y="4425696"/>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sp>
      <p:sp>
        <p:nvSpPr>
          <p:cNvPr id="31" name="Text 29"/>
          <p:cNvSpPr/>
          <p:nvPr/>
        </p:nvSpPr>
        <p:spPr>
          <a:xfrm>
            <a:off x="548640" y="4992624"/>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E8743B"/>
          </a:solidFill>
          <a:ln/>
        </p:spPr>
      </p:sp>
      <p:sp>
        <p:nvSpPr>
          <p:cNvPr id="8" name="Shape 6"/>
          <p:cNvSpPr/>
          <p:nvPr/>
        </p:nvSpPr>
        <p:spPr>
          <a:xfrm>
            <a:off x="822960" y="1783080"/>
            <a:ext cx="548640" cy="548640"/>
          </a:xfrm>
          <a:prstGeom prst="ellipse">
            <a:avLst/>
          </a:prstGeom>
          <a:solidFill>
            <a:srgbClr val="E8743B"/>
          </a:solidFill>
          <a:ln/>
        </p:spPr>
      </p:sp>
      <p:sp>
        <p:nvSpPr>
          <p:cNvPr id="9" name="Text 7"/>
          <p:cNvSpPr/>
          <p:nvPr/>
        </p:nvSpPr>
        <p:spPr>
          <a:xfrm>
            <a:off x="8229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4338218" y="1508760"/>
            <a:ext cx="82296" cy="4023360"/>
          </a:xfrm>
          <a:prstGeom prst="rect">
            <a:avLst/>
          </a:prstGeom>
          <a:solidFill>
            <a:srgbClr val="E8743B"/>
          </a:solidFill>
          <a:ln/>
        </p:spPr>
      </p:sp>
      <p:sp>
        <p:nvSpPr>
          <p:cNvPr id="14" name="Shape 12"/>
          <p:cNvSpPr/>
          <p:nvPr/>
        </p:nvSpPr>
        <p:spPr>
          <a:xfrm>
            <a:off x="4612538" y="1783080"/>
            <a:ext cx="548640" cy="548640"/>
          </a:xfrm>
          <a:prstGeom prst="ellipse">
            <a:avLst/>
          </a:prstGeom>
          <a:solidFill>
            <a:srgbClr val="E8743B"/>
          </a:solidFill>
          <a:ln/>
        </p:spPr>
      </p:sp>
      <p:sp>
        <p:nvSpPr>
          <p:cNvPr id="15" name="Text 13"/>
          <p:cNvSpPr/>
          <p:nvPr/>
        </p:nvSpPr>
        <p:spPr>
          <a:xfrm>
            <a:off x="461253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8127797" y="1508760"/>
            <a:ext cx="82296" cy="4023360"/>
          </a:xfrm>
          <a:prstGeom prst="rect">
            <a:avLst/>
          </a:prstGeom>
          <a:solidFill>
            <a:srgbClr val="E8743B"/>
          </a:solidFill>
          <a:ln/>
        </p:spPr>
      </p:sp>
      <p:sp>
        <p:nvSpPr>
          <p:cNvPr id="20" name="Shape 18"/>
          <p:cNvSpPr/>
          <p:nvPr/>
        </p:nvSpPr>
        <p:spPr>
          <a:xfrm>
            <a:off x="8402117" y="1783080"/>
            <a:ext cx="548640" cy="548640"/>
          </a:xfrm>
          <a:prstGeom prst="ellipse">
            <a:avLst/>
          </a:prstGeom>
          <a:solidFill>
            <a:srgbClr val="E8743B"/>
          </a:solidFill>
          <a:ln/>
        </p:spPr>
      </p:sp>
      <p:sp>
        <p:nvSpPr>
          <p:cNvPr id="21" name="Text 19"/>
          <p:cNvSpPr/>
          <p:nvPr/>
        </p:nvSpPr>
        <p:spPr>
          <a:xfrm>
            <a:off x="8402117"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indent="0" marL="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sp>
      <p:sp>
        <p:nvSpPr>
          <p:cNvPr id="10" name="Text 8"/>
          <p:cNvSpPr/>
          <p:nvPr/>
        </p:nvSpPr>
        <p:spPr>
          <a:xfrm>
            <a:off x="8183880" y="1828800"/>
            <a:ext cx="3139135" cy="320040"/>
          </a:xfrm>
          <a:prstGeom prst="rect">
            <a:avLst/>
          </a:prstGeom>
          <a:noFill/>
          <a:ln/>
        </p:spPr>
        <p:txBody>
          <a:bodyPr wrap="square" lIns="0" tIns="0" rIns="0" bIns="0" rtlCol="0" anchor="ctr"/>
          <a:lstStyle/>
          <a:p>
            <a:pPr indent="0" marL="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indent="0" marL="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13716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E8743B"/>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E8743B"/>
          </a:solidFill>
          <a:ln/>
        </p:spPr>
      </p:sp>
      <p:sp>
        <p:nvSpPr>
          <p:cNvPr id="12" name="Text 10"/>
          <p:cNvSpPr/>
          <p:nvPr/>
        </p:nvSpPr>
        <p:spPr>
          <a:xfrm>
            <a:off x="777240"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sp>
      <p:sp>
        <p:nvSpPr>
          <p:cNvPr id="14" name="Text 12"/>
          <p:cNvSpPr/>
          <p:nvPr/>
        </p:nvSpPr>
        <p:spPr>
          <a:xfrm>
            <a:off x="332224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3322244" y="3657600"/>
            <a:ext cx="82296" cy="2514600"/>
          </a:xfrm>
          <a:prstGeom prst="rect">
            <a:avLst/>
          </a:prstGeom>
          <a:solidFill>
            <a:srgbClr val="0B1F33"/>
          </a:solidFill>
          <a:ln/>
        </p:spPr>
      </p:sp>
      <p:sp>
        <p:nvSpPr>
          <p:cNvPr id="18" name="Text 16"/>
          <p:cNvSpPr/>
          <p:nvPr/>
        </p:nvSpPr>
        <p:spPr>
          <a:xfrm>
            <a:off x="3550844"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sp>
      <p:sp>
        <p:nvSpPr>
          <p:cNvPr id="20" name="Text 18"/>
          <p:cNvSpPr/>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6095848" y="3657600"/>
            <a:ext cx="82296" cy="2514600"/>
          </a:xfrm>
          <a:prstGeom prst="rect">
            <a:avLst/>
          </a:prstGeom>
          <a:solidFill>
            <a:srgbClr val="E8743B"/>
          </a:solidFill>
          <a:ln/>
        </p:spPr>
      </p:sp>
      <p:sp>
        <p:nvSpPr>
          <p:cNvPr id="24" name="Text 22"/>
          <p:cNvSpPr/>
          <p:nvPr/>
        </p:nvSpPr>
        <p:spPr>
          <a:xfrm>
            <a:off x="6324448"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sp>
      <p:sp>
        <p:nvSpPr>
          <p:cNvPr id="26" name="Text 24"/>
          <p:cNvSpPr/>
          <p:nvPr/>
        </p:nvSpPr>
        <p:spPr>
          <a:xfrm>
            <a:off x="8869451"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8869451" y="3657600"/>
            <a:ext cx="82296" cy="2514600"/>
          </a:xfrm>
          <a:prstGeom prst="rect">
            <a:avLst/>
          </a:prstGeom>
          <a:solidFill>
            <a:srgbClr val="0B1F33"/>
          </a:solidFill>
          <a:ln/>
        </p:spPr>
      </p:sp>
      <p:sp>
        <p:nvSpPr>
          <p:cNvPr id="30" name="Text 28"/>
          <p:cNvSpPr/>
          <p:nvPr/>
        </p:nvSpPr>
        <p:spPr>
          <a:xfrm>
            <a:off x="9098051"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Redacta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Shape 6"/>
          <p:cNvSpPr/>
          <p:nvPr/>
        </p:nvSpPr>
        <p:spPr>
          <a:xfrm>
            <a:off x="822960" y="1783080"/>
            <a:ext cx="548640" cy="548640"/>
          </a:xfrm>
          <a:prstGeom prst="ellipse">
            <a:avLst/>
          </a:prstGeom>
          <a:solidFill>
            <a:srgbClr val="E8743B"/>
          </a:solidFill>
          <a:ln/>
        </p:spPr>
      </p:sp>
      <p:sp>
        <p:nvSpPr>
          <p:cNvPr id="9" name="Text 7"/>
          <p:cNvSpPr/>
          <p:nvPr/>
        </p:nvSpPr>
        <p:spPr>
          <a:xfrm>
            <a:off x="8229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3390824" y="1508760"/>
            <a:ext cx="82296" cy="4754880"/>
          </a:xfrm>
          <a:prstGeom prst="rect">
            <a:avLst/>
          </a:prstGeom>
          <a:solidFill>
            <a:srgbClr val="E8743B"/>
          </a:solidFill>
          <a:ln/>
        </p:spPr>
      </p:sp>
      <p:sp>
        <p:nvSpPr>
          <p:cNvPr id="14" name="Shape 12"/>
          <p:cNvSpPr/>
          <p:nvPr/>
        </p:nvSpPr>
        <p:spPr>
          <a:xfrm>
            <a:off x="3665144" y="1783080"/>
            <a:ext cx="548640" cy="548640"/>
          </a:xfrm>
          <a:prstGeom prst="ellipse">
            <a:avLst/>
          </a:prstGeom>
          <a:solidFill>
            <a:srgbClr val="E8743B"/>
          </a:solidFill>
          <a:ln/>
        </p:spPr>
      </p:sp>
      <p:sp>
        <p:nvSpPr>
          <p:cNvPr id="15" name="Text 13"/>
          <p:cNvSpPr/>
          <p:nvPr/>
        </p:nvSpPr>
        <p:spPr>
          <a:xfrm>
            <a:off x="3665144"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6233008" y="1508760"/>
            <a:ext cx="82296" cy="4754880"/>
          </a:xfrm>
          <a:prstGeom prst="rect">
            <a:avLst/>
          </a:prstGeom>
          <a:solidFill>
            <a:srgbClr val="E8743B"/>
          </a:solidFill>
          <a:ln/>
        </p:spPr>
      </p:sp>
      <p:sp>
        <p:nvSpPr>
          <p:cNvPr id="20" name="Shape 18"/>
          <p:cNvSpPr/>
          <p:nvPr/>
        </p:nvSpPr>
        <p:spPr>
          <a:xfrm>
            <a:off x="6507328" y="1783080"/>
            <a:ext cx="548640" cy="548640"/>
          </a:xfrm>
          <a:prstGeom prst="ellipse">
            <a:avLst/>
          </a:prstGeom>
          <a:solidFill>
            <a:srgbClr val="E8743B"/>
          </a:solidFill>
          <a:ln/>
        </p:spPr>
      </p:sp>
      <p:sp>
        <p:nvSpPr>
          <p:cNvPr id="21" name="Text 19"/>
          <p:cNvSpPr/>
          <p:nvPr/>
        </p:nvSpPr>
        <p:spPr>
          <a:xfrm>
            <a:off x="650732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9075191" y="1508760"/>
            <a:ext cx="82296" cy="4754880"/>
          </a:xfrm>
          <a:prstGeom prst="rect">
            <a:avLst/>
          </a:prstGeom>
          <a:solidFill>
            <a:srgbClr val="E8743B"/>
          </a:solidFill>
          <a:ln/>
        </p:spPr>
      </p:sp>
      <p:sp>
        <p:nvSpPr>
          <p:cNvPr id="26" name="Shape 24"/>
          <p:cNvSpPr/>
          <p:nvPr/>
        </p:nvSpPr>
        <p:spPr>
          <a:xfrm>
            <a:off x="9349511" y="1783080"/>
            <a:ext cx="548640" cy="548640"/>
          </a:xfrm>
          <a:prstGeom prst="ellipse">
            <a:avLst/>
          </a:prstGeom>
          <a:solidFill>
            <a:srgbClr val="E8743B"/>
          </a:solidFill>
          <a:ln/>
        </p:spPr>
      </p:sp>
      <p:sp>
        <p:nvSpPr>
          <p:cNvPr id="27" name="Text 25"/>
          <p:cNvSpPr/>
          <p:nvPr/>
        </p:nvSpPr>
        <p:spPr>
          <a:xfrm>
            <a:off x="9349511"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indent="0" marL="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879032"/>
                <a:gridCol w="4468064"/>
                <a:gridCol w="4747318"/>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E8743B"/>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E8743B"/>
          </a:solidFill>
          <a:ln/>
        </p:spPr>
      </p:sp>
      <p:sp>
        <p:nvSpPr>
          <p:cNvPr id="12" name="Text 10"/>
          <p:cNvSpPr/>
          <p:nvPr/>
        </p:nvSpPr>
        <p:spPr>
          <a:xfrm>
            <a:off x="777240" y="3840480"/>
            <a:ext cx="1688531" cy="214884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sp>
      <p:sp>
        <p:nvSpPr>
          <p:cNvPr id="14" name="Text 12"/>
          <p:cNvSpPr/>
          <p:nvPr/>
        </p:nvSpPr>
        <p:spPr>
          <a:xfrm>
            <a:off x="2767523"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2767523" y="3657600"/>
            <a:ext cx="82296" cy="2514600"/>
          </a:xfrm>
          <a:prstGeom prst="rect">
            <a:avLst/>
          </a:prstGeom>
          <a:solidFill>
            <a:srgbClr val="0B1F33"/>
          </a:solidFill>
          <a:ln/>
        </p:spPr>
      </p:sp>
      <p:sp>
        <p:nvSpPr>
          <p:cNvPr id="18" name="Text 16"/>
          <p:cNvSpPr/>
          <p:nvPr/>
        </p:nvSpPr>
        <p:spPr>
          <a:xfrm>
            <a:off x="2996123" y="3840480"/>
            <a:ext cx="1688531" cy="214884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sp>
      <p:sp>
        <p:nvSpPr>
          <p:cNvPr id="20" name="Text 18"/>
          <p:cNvSpPr/>
          <p:nvPr/>
        </p:nvSpPr>
        <p:spPr>
          <a:xfrm>
            <a:off x="4986406"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4986406" y="3657600"/>
            <a:ext cx="82296" cy="2514600"/>
          </a:xfrm>
          <a:prstGeom prst="rect">
            <a:avLst/>
          </a:prstGeom>
          <a:solidFill>
            <a:srgbClr val="E8743B"/>
          </a:solidFill>
          <a:ln/>
        </p:spPr>
      </p:sp>
      <p:sp>
        <p:nvSpPr>
          <p:cNvPr id="24" name="Text 22"/>
          <p:cNvSpPr/>
          <p:nvPr/>
        </p:nvSpPr>
        <p:spPr>
          <a:xfrm>
            <a:off x="5215006" y="3840480"/>
            <a:ext cx="1688531" cy="214884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sp>
      <p:sp>
        <p:nvSpPr>
          <p:cNvPr id="26" name="Text 24"/>
          <p:cNvSpPr/>
          <p:nvPr/>
        </p:nvSpPr>
        <p:spPr>
          <a:xfrm>
            <a:off x="7205289"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7205289" y="3657600"/>
            <a:ext cx="82296" cy="2514600"/>
          </a:xfrm>
          <a:prstGeom prst="rect">
            <a:avLst/>
          </a:prstGeom>
          <a:solidFill>
            <a:srgbClr val="0B1F33"/>
          </a:solidFill>
          <a:ln/>
        </p:spPr>
      </p:sp>
      <p:sp>
        <p:nvSpPr>
          <p:cNvPr id="30" name="Text 28"/>
          <p:cNvSpPr/>
          <p:nvPr/>
        </p:nvSpPr>
        <p:spPr>
          <a:xfrm>
            <a:off x="7433889" y="3840480"/>
            <a:ext cx="1688531" cy="214884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sp>
      <p:sp>
        <p:nvSpPr>
          <p:cNvPr id="32" name="Text 30"/>
          <p:cNvSpPr/>
          <p:nvPr/>
        </p:nvSpPr>
        <p:spPr>
          <a:xfrm>
            <a:off x="9424172"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9424172" y="3657600"/>
            <a:ext cx="82296" cy="2514600"/>
          </a:xfrm>
          <a:prstGeom prst="rect">
            <a:avLst/>
          </a:prstGeom>
          <a:solidFill>
            <a:srgbClr val="E8743B"/>
          </a:solidFill>
          <a:ln/>
        </p:spPr>
      </p:sp>
      <p:sp>
        <p:nvSpPr>
          <p:cNvPr id="36" name="Text 34"/>
          <p:cNvSpPr/>
          <p:nvPr/>
        </p:nvSpPr>
        <p:spPr>
          <a:xfrm>
            <a:off x="9652772" y="3840480"/>
            <a:ext cx="1688531" cy="214884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Ejercicio práctico: inspeccionar tu traza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Retomar tu propio proyecto del laboratorio pro-code de ayer y diagnosticar un caso fallido real usando su traza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E8743B"/>
          </a:solidFill>
          <a:ln/>
        </p:spPr>
      </p:sp>
      <p:sp>
        <p:nvSpPr>
          <p:cNvPr id="10" name="Shape 8"/>
          <p:cNvSpPr/>
          <p:nvPr/>
        </p:nvSpPr>
        <p:spPr>
          <a:xfrm>
            <a:off x="822960" y="2955798"/>
            <a:ext cx="420624" cy="420624"/>
          </a:xfrm>
          <a:prstGeom prst="ellipse">
            <a:avLst/>
          </a:prstGeom>
          <a:solidFill>
            <a:srgbClr val="E8743B"/>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Volver a abrir tu carpeta dia2-lab-procode (mismo entorno, mismo agente e índice de ayer)</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Correr python src/05_caso_fallido.py --caso 1 y abrir la traza generada en el portal de Foundry</a:t>
            </a:r>
            <a:endParaRPr lang="en-US" sz="1700" dirty="0"/>
          </a:p>
        </p:txBody>
      </p:sp>
      <p:sp>
        <p:nvSpPr>
          <p:cNvPr id="16" name="Shape 14"/>
          <p:cNvSpPr/>
          <p:nvPr/>
        </p:nvSpPr>
        <p:spPr>
          <a:xfrm>
            <a:off x="822960" y="4647438"/>
            <a:ext cx="420624" cy="420624"/>
          </a:xfrm>
          <a:prstGeom prst="ellipse">
            <a:avLst/>
          </a:prstGeom>
          <a:solidFill>
            <a:srgbClr val="E8743B"/>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Ubicar los spans de retrieval y de la tool para encontrar dónde se rompió el razonamiento</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Si sobra tiempo, repetir con --caso 2 y comparar ambos diagnósticos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15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E8743B"/>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caso 1 explicado con evidencia concreta de la traza</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éxito del laboratorio de ayer validado contra tu propio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13716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2249424"/>
          </a:xfrm>
          <a:prstGeom prst="rect">
            <a:avLst/>
          </a:prstGeom>
          <a:solidFill>
            <a:srgbClr val="E8743B"/>
          </a:solidFill>
          <a:ln/>
        </p:spPr>
      </p:sp>
      <p:sp>
        <p:nvSpPr>
          <p:cNvPr id="8" name="Shape 6"/>
          <p:cNvSpPr/>
          <p:nvPr/>
        </p:nvSpPr>
        <p:spPr>
          <a:xfrm>
            <a:off x="822960" y="1737360"/>
            <a:ext cx="420624" cy="420624"/>
          </a:xfrm>
          <a:prstGeom prst="ellipse">
            <a:avLst/>
          </a:prstGeom>
          <a:solidFill>
            <a:srgbClr val="E8743B"/>
          </a:solidFill>
          <a:ln/>
        </p:spPr>
      </p:sp>
      <p:sp>
        <p:nvSpPr>
          <p:cNvPr id="9" name="Text 7"/>
          <p:cNvSpPr/>
          <p:nvPr/>
        </p:nvSpPr>
        <p:spPr>
          <a:xfrm>
            <a:off x="82296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indent="0" marL="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4332122" y="1508760"/>
            <a:ext cx="82296" cy="2249424"/>
          </a:xfrm>
          <a:prstGeom prst="rect">
            <a:avLst/>
          </a:prstGeom>
          <a:solidFill>
            <a:srgbClr val="0B1F33"/>
          </a:solidFill>
          <a:ln/>
        </p:spPr>
      </p:sp>
      <p:sp>
        <p:nvSpPr>
          <p:cNvPr id="14" name="Shape 12"/>
          <p:cNvSpPr/>
          <p:nvPr/>
        </p:nvSpPr>
        <p:spPr>
          <a:xfrm>
            <a:off x="4606442" y="1737360"/>
            <a:ext cx="420624" cy="420624"/>
          </a:xfrm>
          <a:prstGeom prst="ellipse">
            <a:avLst/>
          </a:prstGeom>
          <a:solidFill>
            <a:srgbClr val="0B1F33"/>
          </a:solidFill>
          <a:ln/>
        </p:spPr>
      </p:sp>
      <p:sp>
        <p:nvSpPr>
          <p:cNvPr id="15" name="Text 13"/>
          <p:cNvSpPr/>
          <p:nvPr/>
        </p:nvSpPr>
        <p:spPr>
          <a:xfrm>
            <a:off x="4606442"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indent="0" marL="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8115605" y="1508760"/>
            <a:ext cx="82296" cy="2249424"/>
          </a:xfrm>
          <a:prstGeom prst="rect">
            <a:avLst/>
          </a:prstGeom>
          <a:solidFill>
            <a:srgbClr val="E8743B"/>
          </a:solidFill>
          <a:ln/>
        </p:spPr>
      </p:sp>
      <p:sp>
        <p:nvSpPr>
          <p:cNvPr id="20" name="Shape 18"/>
          <p:cNvSpPr/>
          <p:nvPr/>
        </p:nvSpPr>
        <p:spPr>
          <a:xfrm>
            <a:off x="8389925" y="1737360"/>
            <a:ext cx="420624" cy="420624"/>
          </a:xfrm>
          <a:prstGeom prst="ellipse">
            <a:avLst/>
          </a:prstGeom>
          <a:solidFill>
            <a:srgbClr val="E8743B"/>
          </a:solidFill>
          <a:ln/>
        </p:spPr>
      </p:sp>
      <p:sp>
        <p:nvSpPr>
          <p:cNvPr id="21" name="Text 19"/>
          <p:cNvSpPr/>
          <p:nvPr/>
        </p:nvSpPr>
        <p:spPr>
          <a:xfrm>
            <a:off x="8389925"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indent="0" marL="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548640" y="4014216"/>
            <a:ext cx="82296" cy="2249424"/>
          </a:xfrm>
          <a:prstGeom prst="rect">
            <a:avLst/>
          </a:prstGeom>
          <a:solidFill>
            <a:srgbClr val="0B1F33"/>
          </a:solidFill>
          <a:ln/>
        </p:spPr>
      </p:sp>
      <p:sp>
        <p:nvSpPr>
          <p:cNvPr id="26" name="Shape 24"/>
          <p:cNvSpPr/>
          <p:nvPr/>
        </p:nvSpPr>
        <p:spPr>
          <a:xfrm>
            <a:off x="822960" y="4242816"/>
            <a:ext cx="420624" cy="420624"/>
          </a:xfrm>
          <a:prstGeom prst="ellipse">
            <a:avLst/>
          </a:prstGeom>
          <a:solidFill>
            <a:srgbClr val="0B1F33"/>
          </a:solidFill>
          <a:ln/>
        </p:spPr>
      </p:sp>
      <p:sp>
        <p:nvSpPr>
          <p:cNvPr id="27" name="Text 25"/>
          <p:cNvSpPr/>
          <p:nvPr/>
        </p:nvSpPr>
        <p:spPr>
          <a:xfrm>
            <a:off x="822960"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indent="0" marL="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1" name="Shape 29"/>
          <p:cNvSpPr/>
          <p:nvPr/>
        </p:nvSpPr>
        <p:spPr>
          <a:xfrm>
            <a:off x="4332122" y="4014216"/>
            <a:ext cx="82296" cy="2249424"/>
          </a:xfrm>
          <a:prstGeom prst="rect">
            <a:avLst/>
          </a:prstGeom>
          <a:solidFill>
            <a:srgbClr val="E8743B"/>
          </a:solidFill>
          <a:ln/>
        </p:spPr>
      </p:sp>
      <p:sp>
        <p:nvSpPr>
          <p:cNvPr id="32" name="Shape 30"/>
          <p:cNvSpPr/>
          <p:nvPr/>
        </p:nvSpPr>
        <p:spPr>
          <a:xfrm>
            <a:off x="4606442" y="4242816"/>
            <a:ext cx="420624" cy="420624"/>
          </a:xfrm>
          <a:prstGeom prst="ellipse">
            <a:avLst/>
          </a:prstGeom>
          <a:solidFill>
            <a:srgbClr val="E8743B"/>
          </a:solidFill>
          <a:ln/>
        </p:spPr>
      </p:sp>
      <p:sp>
        <p:nvSpPr>
          <p:cNvPr id="33" name="Text 31"/>
          <p:cNvSpPr/>
          <p:nvPr/>
        </p:nvSpPr>
        <p:spPr>
          <a:xfrm>
            <a:off x="4606442"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indent="0" marL="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7" name="Shape 35"/>
          <p:cNvSpPr/>
          <p:nvPr/>
        </p:nvSpPr>
        <p:spPr>
          <a:xfrm>
            <a:off x="8115605" y="4014216"/>
            <a:ext cx="82296" cy="2249424"/>
          </a:xfrm>
          <a:prstGeom prst="rect">
            <a:avLst/>
          </a:prstGeom>
          <a:solidFill>
            <a:srgbClr val="0B1F33"/>
          </a:solidFill>
          <a:ln/>
        </p:spPr>
      </p:sp>
      <p:sp>
        <p:nvSpPr>
          <p:cNvPr id="38" name="Shape 36"/>
          <p:cNvSpPr/>
          <p:nvPr/>
        </p:nvSpPr>
        <p:spPr>
          <a:xfrm>
            <a:off x="8389925" y="4242816"/>
            <a:ext cx="420624" cy="420624"/>
          </a:xfrm>
          <a:prstGeom prst="ellipse">
            <a:avLst/>
          </a:prstGeom>
          <a:solidFill>
            <a:srgbClr val="0B1F33"/>
          </a:solidFill>
          <a:ln/>
        </p:spPr>
      </p:sp>
      <p:sp>
        <p:nvSpPr>
          <p:cNvPr id="39" name="Text 37"/>
          <p:cNvSpPr/>
          <p:nvPr/>
        </p:nvSpPr>
        <p:spPr>
          <a:xfrm>
            <a:off x="8389925"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indent="0" marL="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E8743B"/>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indent="0" marL="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E8743B"/>
          </a:solidFill>
          <a:ln/>
        </p:spPr>
      </p:sp>
      <p:sp>
        <p:nvSpPr>
          <p:cNvPr id="12" name="Text 10"/>
          <p:cNvSpPr/>
          <p:nvPr/>
        </p:nvSpPr>
        <p:spPr>
          <a:xfrm>
            <a:off x="777240" y="3840480"/>
            <a:ext cx="1688531" cy="214884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sp>
      <p:sp>
        <p:nvSpPr>
          <p:cNvPr id="14" name="Text 12"/>
          <p:cNvSpPr/>
          <p:nvPr/>
        </p:nvSpPr>
        <p:spPr>
          <a:xfrm>
            <a:off x="2767523"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indent="0" marL="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2767523" y="3657600"/>
            <a:ext cx="82296" cy="2514600"/>
          </a:xfrm>
          <a:prstGeom prst="rect">
            <a:avLst/>
          </a:prstGeom>
          <a:solidFill>
            <a:srgbClr val="0B1F33"/>
          </a:solidFill>
          <a:ln/>
        </p:spPr>
      </p:sp>
      <p:sp>
        <p:nvSpPr>
          <p:cNvPr id="18" name="Text 16"/>
          <p:cNvSpPr/>
          <p:nvPr/>
        </p:nvSpPr>
        <p:spPr>
          <a:xfrm>
            <a:off x="2996123" y="3840480"/>
            <a:ext cx="1688531" cy="214884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sp>
      <p:sp>
        <p:nvSpPr>
          <p:cNvPr id="20" name="Text 18"/>
          <p:cNvSpPr/>
          <p:nvPr/>
        </p:nvSpPr>
        <p:spPr>
          <a:xfrm>
            <a:off x="4986406"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indent="0" marL="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4986406" y="3657600"/>
            <a:ext cx="82296" cy="2514600"/>
          </a:xfrm>
          <a:prstGeom prst="rect">
            <a:avLst/>
          </a:prstGeom>
          <a:solidFill>
            <a:srgbClr val="E8743B"/>
          </a:solidFill>
          <a:ln/>
        </p:spPr>
      </p:sp>
      <p:sp>
        <p:nvSpPr>
          <p:cNvPr id="24" name="Text 22"/>
          <p:cNvSpPr/>
          <p:nvPr/>
        </p:nvSpPr>
        <p:spPr>
          <a:xfrm>
            <a:off x="5215006" y="3840480"/>
            <a:ext cx="1688531" cy="214884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sp>
      <p:sp>
        <p:nvSpPr>
          <p:cNvPr id="26" name="Text 24"/>
          <p:cNvSpPr/>
          <p:nvPr/>
        </p:nvSpPr>
        <p:spPr>
          <a:xfrm>
            <a:off x="7205289"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indent="0" marL="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7205289" y="3657600"/>
            <a:ext cx="82296" cy="2514600"/>
          </a:xfrm>
          <a:prstGeom prst="rect">
            <a:avLst/>
          </a:prstGeom>
          <a:solidFill>
            <a:srgbClr val="0B1F33"/>
          </a:solidFill>
          <a:ln/>
        </p:spPr>
      </p:sp>
      <p:sp>
        <p:nvSpPr>
          <p:cNvPr id="30" name="Text 28"/>
          <p:cNvSpPr/>
          <p:nvPr/>
        </p:nvSpPr>
        <p:spPr>
          <a:xfrm>
            <a:off x="7433889" y="3840480"/>
            <a:ext cx="1688531" cy="214884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sp>
      <p:sp>
        <p:nvSpPr>
          <p:cNvPr id="32" name="Text 30"/>
          <p:cNvSpPr/>
          <p:nvPr/>
        </p:nvSpPr>
        <p:spPr>
          <a:xfrm>
            <a:off x="9424172"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indent="0" marL="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9424172" y="3657600"/>
            <a:ext cx="82296" cy="2514600"/>
          </a:xfrm>
          <a:prstGeom prst="rect">
            <a:avLst/>
          </a:prstGeom>
          <a:solidFill>
            <a:srgbClr val="E8743B"/>
          </a:solidFill>
          <a:ln/>
        </p:spPr>
      </p:sp>
      <p:sp>
        <p:nvSpPr>
          <p:cNvPr id="36" name="Text 34"/>
          <p:cNvSpPr/>
          <p:nvPr/>
        </p:nvSpPr>
        <p:spPr>
          <a:xfrm>
            <a:off x="9652772" y="3840480"/>
            <a:ext cx="1688531" cy="214884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80097"/>
                <a:gridCol w="3354126"/>
                <a:gridCol w="5160193"/>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13716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sp>
      <p:sp>
        <p:nvSpPr>
          <p:cNvPr id="7" name="Text 5"/>
          <p:cNvSpPr/>
          <p:nvPr/>
        </p:nvSpPr>
        <p:spPr>
          <a:xfrm>
            <a:off x="777240" y="150876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114800" y="150876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sp>
      <p:sp>
        <p:nvSpPr>
          <p:cNvPr id="11" name="Text 9"/>
          <p:cNvSpPr/>
          <p:nvPr/>
        </p:nvSpPr>
        <p:spPr>
          <a:xfrm>
            <a:off x="777240" y="248899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4114800" y="248899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sp>
      <p:sp>
        <p:nvSpPr>
          <p:cNvPr id="15" name="Text 13"/>
          <p:cNvSpPr/>
          <p:nvPr/>
        </p:nvSpPr>
        <p:spPr>
          <a:xfrm>
            <a:off x="777240" y="3469234"/>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Text 15"/>
          <p:cNvSpPr/>
          <p:nvPr/>
        </p:nvSpPr>
        <p:spPr>
          <a:xfrm>
            <a:off x="4114800" y="3469234"/>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sp>
      <p:sp>
        <p:nvSpPr>
          <p:cNvPr id="19" name="Text 17"/>
          <p:cNvSpPr/>
          <p:nvPr/>
        </p:nvSpPr>
        <p:spPr>
          <a:xfrm>
            <a:off x="777240" y="444947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1" name="Text 19"/>
          <p:cNvSpPr/>
          <p:nvPr/>
        </p:nvSpPr>
        <p:spPr>
          <a:xfrm>
            <a:off x="4114800" y="444947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sp>
      <p:sp>
        <p:nvSpPr>
          <p:cNvPr id="23" name="Text 21"/>
          <p:cNvSpPr/>
          <p:nvPr/>
        </p:nvSpPr>
        <p:spPr>
          <a:xfrm>
            <a:off x="777240" y="542970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Text 23"/>
          <p:cNvSpPr/>
          <p:nvPr/>
        </p:nvSpPr>
        <p:spPr>
          <a:xfrm>
            <a:off x="4114800" y="542970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28325"/>
                <a:gridCol w="5547208"/>
                <a:gridCol w="2218883"/>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sp>
      <p:sp>
        <p:nvSpPr>
          <p:cNvPr id="7" name="Shape 5"/>
          <p:cNvSpPr/>
          <p:nvPr/>
        </p:nvSpPr>
        <p:spPr>
          <a:xfrm>
            <a:off x="868680" y="1828800"/>
            <a:ext cx="1097280" cy="365760"/>
          </a:xfrm>
          <a:prstGeom prst="roundRect">
            <a:avLst>
              <a:gd name="adj" fmla="val 20000"/>
            </a:avLst>
          </a:prstGeom>
          <a:solidFill>
            <a:srgbClr val="F5B83D"/>
          </a:solidFill>
          <a:ln/>
        </p:spPr>
      </p:sp>
      <p:sp>
        <p:nvSpPr>
          <p:cNvPr id="8" name="Text 6"/>
          <p:cNvSpPr/>
          <p:nvPr/>
        </p:nvSpPr>
        <p:spPr>
          <a:xfrm>
            <a:off x="868680" y="1828800"/>
            <a:ext cx="1097280" cy="365760"/>
          </a:xfrm>
          <a:prstGeom prst="rect">
            <a:avLst/>
          </a:prstGeom>
          <a:noFill/>
          <a:ln/>
        </p:spPr>
        <p:txBody>
          <a:bodyPr wrap="square" lIns="0" tIns="0" rIns="0" bIns="0" rtlCol="0" anchor="ctr"/>
          <a:lstStyle/>
          <a:p>
            <a:pPr algn="ctr" indent="0" marL="0">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indent="0" marL="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sp>
      <p:sp>
        <p:nvSpPr>
          <p:cNvPr id="11" name="Text 9"/>
          <p:cNvSpPr/>
          <p:nvPr/>
        </p:nvSpPr>
        <p:spPr>
          <a:xfrm>
            <a:off x="5212080" y="177736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sp>
      <p:sp>
        <p:nvSpPr>
          <p:cNvPr id="14" name="Text 12"/>
          <p:cNvSpPr/>
          <p:nvPr/>
        </p:nvSpPr>
        <p:spPr>
          <a:xfrm>
            <a:off x="5212080" y="277177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sp>
      <p:sp>
        <p:nvSpPr>
          <p:cNvPr id="17" name="Text 15"/>
          <p:cNvSpPr/>
          <p:nvPr/>
        </p:nvSpPr>
        <p:spPr>
          <a:xfrm>
            <a:off x="5212080" y="37661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sp>
      <p:sp>
        <p:nvSpPr>
          <p:cNvPr id="20" name="Text 18"/>
          <p:cNvSpPr/>
          <p:nvPr/>
        </p:nvSpPr>
        <p:spPr>
          <a:xfrm>
            <a:off x="5212080" y="476059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sp>
      <p:sp>
        <p:nvSpPr>
          <p:cNvPr id="23" name="Text 21"/>
          <p:cNvSpPr/>
          <p:nvPr/>
        </p:nvSpPr>
        <p:spPr>
          <a:xfrm>
            <a:off x="822960" y="5623560"/>
            <a:ext cx="10545775" cy="640080"/>
          </a:xfrm>
          <a:prstGeom prst="rect">
            <a:avLst/>
          </a:prstGeom>
          <a:noFill/>
          <a:ln/>
        </p:spPr>
        <p:txBody>
          <a:bodyPr wrap="square" lIns="0" tIns="0" rIns="0" bIns="0" rtlCol="0" anchor="ctr"/>
          <a:lstStyle/>
          <a:p>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13716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2249424"/>
          </a:xfrm>
          <a:prstGeom prst="rect">
            <a:avLst/>
          </a:prstGeom>
          <a:solidFill>
            <a:srgbClr val="E8743B"/>
          </a:solidFill>
          <a:ln/>
        </p:spPr>
      </p:sp>
      <p:sp>
        <p:nvSpPr>
          <p:cNvPr id="8" name="Shape 6"/>
          <p:cNvSpPr/>
          <p:nvPr/>
        </p:nvSpPr>
        <p:spPr>
          <a:xfrm>
            <a:off x="822960" y="1737360"/>
            <a:ext cx="420624" cy="420624"/>
          </a:xfrm>
          <a:prstGeom prst="ellipse">
            <a:avLst/>
          </a:prstGeom>
          <a:solidFill>
            <a:srgbClr val="E8743B"/>
          </a:solidFill>
          <a:ln/>
        </p:spPr>
      </p:sp>
      <p:sp>
        <p:nvSpPr>
          <p:cNvPr id="9" name="Text 7"/>
          <p:cNvSpPr/>
          <p:nvPr/>
        </p:nvSpPr>
        <p:spPr>
          <a:xfrm>
            <a:off x="82296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4332122" y="1508760"/>
            <a:ext cx="82296" cy="2249424"/>
          </a:xfrm>
          <a:prstGeom prst="rect">
            <a:avLst/>
          </a:prstGeom>
          <a:solidFill>
            <a:srgbClr val="0B1F33"/>
          </a:solidFill>
          <a:ln/>
        </p:spPr>
      </p:sp>
      <p:sp>
        <p:nvSpPr>
          <p:cNvPr id="14" name="Shape 12"/>
          <p:cNvSpPr/>
          <p:nvPr/>
        </p:nvSpPr>
        <p:spPr>
          <a:xfrm>
            <a:off x="4606442" y="1737360"/>
            <a:ext cx="420624" cy="420624"/>
          </a:xfrm>
          <a:prstGeom prst="ellipse">
            <a:avLst/>
          </a:prstGeom>
          <a:solidFill>
            <a:srgbClr val="0B1F33"/>
          </a:solidFill>
          <a:ln/>
        </p:spPr>
      </p:sp>
      <p:sp>
        <p:nvSpPr>
          <p:cNvPr id="15" name="Text 13"/>
          <p:cNvSpPr/>
          <p:nvPr/>
        </p:nvSpPr>
        <p:spPr>
          <a:xfrm>
            <a:off x="4606442"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8115605" y="1508760"/>
            <a:ext cx="82296" cy="2249424"/>
          </a:xfrm>
          <a:prstGeom prst="rect">
            <a:avLst/>
          </a:prstGeom>
          <a:solidFill>
            <a:srgbClr val="E8743B"/>
          </a:solidFill>
          <a:ln/>
        </p:spPr>
      </p:sp>
      <p:sp>
        <p:nvSpPr>
          <p:cNvPr id="20" name="Shape 18"/>
          <p:cNvSpPr/>
          <p:nvPr/>
        </p:nvSpPr>
        <p:spPr>
          <a:xfrm>
            <a:off x="8389925" y="1737360"/>
            <a:ext cx="420624" cy="420624"/>
          </a:xfrm>
          <a:prstGeom prst="ellipse">
            <a:avLst/>
          </a:prstGeom>
          <a:solidFill>
            <a:srgbClr val="E8743B"/>
          </a:solidFill>
          <a:ln/>
        </p:spPr>
      </p:sp>
      <p:sp>
        <p:nvSpPr>
          <p:cNvPr id="21" name="Text 19"/>
          <p:cNvSpPr/>
          <p:nvPr/>
        </p:nvSpPr>
        <p:spPr>
          <a:xfrm>
            <a:off x="8389925"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548640" y="4014216"/>
            <a:ext cx="82296" cy="2249424"/>
          </a:xfrm>
          <a:prstGeom prst="rect">
            <a:avLst/>
          </a:prstGeom>
          <a:solidFill>
            <a:srgbClr val="0B1F33"/>
          </a:solidFill>
          <a:ln/>
        </p:spPr>
      </p:sp>
      <p:sp>
        <p:nvSpPr>
          <p:cNvPr id="26" name="Shape 24"/>
          <p:cNvSpPr/>
          <p:nvPr/>
        </p:nvSpPr>
        <p:spPr>
          <a:xfrm>
            <a:off x="822960" y="4242816"/>
            <a:ext cx="420624" cy="420624"/>
          </a:xfrm>
          <a:prstGeom prst="ellipse">
            <a:avLst/>
          </a:prstGeom>
          <a:solidFill>
            <a:srgbClr val="0B1F33"/>
          </a:solidFill>
          <a:ln/>
        </p:spPr>
      </p:sp>
      <p:sp>
        <p:nvSpPr>
          <p:cNvPr id="27" name="Text 25"/>
          <p:cNvSpPr/>
          <p:nvPr/>
        </p:nvSpPr>
        <p:spPr>
          <a:xfrm>
            <a:off x="822960"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1" name="Shape 29"/>
          <p:cNvSpPr/>
          <p:nvPr/>
        </p:nvSpPr>
        <p:spPr>
          <a:xfrm>
            <a:off x="4332122" y="4014216"/>
            <a:ext cx="82296" cy="2249424"/>
          </a:xfrm>
          <a:prstGeom prst="rect">
            <a:avLst/>
          </a:prstGeom>
          <a:solidFill>
            <a:srgbClr val="E8743B"/>
          </a:solidFill>
          <a:ln/>
        </p:spPr>
      </p:sp>
      <p:sp>
        <p:nvSpPr>
          <p:cNvPr id="32" name="Shape 30"/>
          <p:cNvSpPr/>
          <p:nvPr/>
        </p:nvSpPr>
        <p:spPr>
          <a:xfrm>
            <a:off x="4606442" y="4242816"/>
            <a:ext cx="420624" cy="420624"/>
          </a:xfrm>
          <a:prstGeom prst="ellipse">
            <a:avLst/>
          </a:prstGeom>
          <a:solidFill>
            <a:srgbClr val="E8743B"/>
          </a:solidFill>
          <a:ln/>
        </p:spPr>
      </p:sp>
      <p:sp>
        <p:nvSpPr>
          <p:cNvPr id="33" name="Text 31"/>
          <p:cNvSpPr/>
          <p:nvPr/>
        </p:nvSpPr>
        <p:spPr>
          <a:xfrm>
            <a:off x="4606442"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7" name="Shape 35"/>
          <p:cNvSpPr/>
          <p:nvPr/>
        </p:nvSpPr>
        <p:spPr>
          <a:xfrm>
            <a:off x="8115605" y="4014216"/>
            <a:ext cx="82296" cy="2249424"/>
          </a:xfrm>
          <a:prstGeom prst="rect">
            <a:avLst/>
          </a:prstGeom>
          <a:solidFill>
            <a:srgbClr val="0B1F33"/>
          </a:solidFill>
          <a:ln/>
        </p:spPr>
      </p:sp>
      <p:sp>
        <p:nvSpPr>
          <p:cNvPr id="38" name="Shape 36"/>
          <p:cNvSpPr/>
          <p:nvPr/>
        </p:nvSpPr>
        <p:spPr>
          <a:xfrm>
            <a:off x="8389925" y="4242816"/>
            <a:ext cx="420624" cy="420624"/>
          </a:xfrm>
          <a:prstGeom prst="ellipse">
            <a:avLst/>
          </a:prstGeom>
          <a:solidFill>
            <a:srgbClr val="0B1F33"/>
          </a:solidFill>
          <a:ln/>
        </p:spPr>
      </p:sp>
      <p:sp>
        <p:nvSpPr>
          <p:cNvPr id="39" name="Text 37"/>
          <p:cNvSpPr/>
          <p:nvPr/>
        </p:nvSpPr>
        <p:spPr>
          <a:xfrm>
            <a:off x="8389925"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98289"/>
                <a:gridCol w="3698138"/>
                <a:gridCol w="3997987"/>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E8743B"/>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E8743B"/>
          </a:solidFill>
          <a:ln/>
        </p:spPr>
      </p:sp>
      <p:sp>
        <p:nvSpPr>
          <p:cNvPr id="12" name="Text 10"/>
          <p:cNvSpPr/>
          <p:nvPr/>
        </p:nvSpPr>
        <p:spPr>
          <a:xfrm>
            <a:off x="777240"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sp>
      <p:sp>
        <p:nvSpPr>
          <p:cNvPr id="14" name="Text 12"/>
          <p:cNvSpPr/>
          <p:nvPr/>
        </p:nvSpPr>
        <p:spPr>
          <a:xfrm>
            <a:off x="332224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3322244" y="3657600"/>
            <a:ext cx="82296" cy="2514600"/>
          </a:xfrm>
          <a:prstGeom prst="rect">
            <a:avLst/>
          </a:prstGeom>
          <a:solidFill>
            <a:srgbClr val="0B1F33"/>
          </a:solidFill>
          <a:ln/>
        </p:spPr>
      </p:sp>
      <p:sp>
        <p:nvSpPr>
          <p:cNvPr id="18" name="Text 16"/>
          <p:cNvSpPr/>
          <p:nvPr/>
        </p:nvSpPr>
        <p:spPr>
          <a:xfrm>
            <a:off x="3550844"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sp>
      <p:sp>
        <p:nvSpPr>
          <p:cNvPr id="20" name="Text 18"/>
          <p:cNvSpPr/>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6095848" y="3657600"/>
            <a:ext cx="82296" cy="2514600"/>
          </a:xfrm>
          <a:prstGeom prst="rect">
            <a:avLst/>
          </a:prstGeom>
          <a:solidFill>
            <a:srgbClr val="E8743B"/>
          </a:solidFill>
          <a:ln/>
        </p:spPr>
      </p:sp>
      <p:sp>
        <p:nvSpPr>
          <p:cNvPr id="24" name="Text 22"/>
          <p:cNvSpPr/>
          <p:nvPr/>
        </p:nvSpPr>
        <p:spPr>
          <a:xfrm>
            <a:off x="6324448"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sp>
      <p:sp>
        <p:nvSpPr>
          <p:cNvPr id="26" name="Text 24"/>
          <p:cNvSpPr/>
          <p:nvPr/>
        </p:nvSpPr>
        <p:spPr>
          <a:xfrm>
            <a:off x="8869451"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8869451" y="3657600"/>
            <a:ext cx="82296" cy="2514600"/>
          </a:xfrm>
          <a:prstGeom prst="rect">
            <a:avLst/>
          </a:prstGeom>
          <a:solidFill>
            <a:srgbClr val="0B1F33"/>
          </a:solidFill>
          <a:ln/>
        </p:spPr>
      </p:sp>
      <p:sp>
        <p:nvSpPr>
          <p:cNvPr id="30" name="Text 28"/>
          <p:cNvSpPr/>
          <p:nvPr/>
        </p:nvSpPr>
        <p:spPr>
          <a:xfrm>
            <a:off x="9098051"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13716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46845"/>
                <a:gridCol w="3359330"/>
                <a:gridCol w="3536137"/>
                <a:gridCol w="2652103"/>
              </a:tblGrid>
              <a:tr h="701040">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E8743B"/>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E8743B"/>
          </a:solidFill>
          <a:ln/>
        </p:spPr>
      </p:sp>
      <p:sp>
        <p:nvSpPr>
          <p:cNvPr id="12" name="Text 10"/>
          <p:cNvSpPr/>
          <p:nvPr/>
        </p:nvSpPr>
        <p:spPr>
          <a:xfrm>
            <a:off x="777240" y="3840480"/>
            <a:ext cx="1688531"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sp>
      <p:sp>
        <p:nvSpPr>
          <p:cNvPr id="14" name="Text 12"/>
          <p:cNvSpPr/>
          <p:nvPr/>
        </p:nvSpPr>
        <p:spPr>
          <a:xfrm>
            <a:off x="2767523"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2767523" y="3657600"/>
            <a:ext cx="82296" cy="2514600"/>
          </a:xfrm>
          <a:prstGeom prst="rect">
            <a:avLst/>
          </a:prstGeom>
          <a:solidFill>
            <a:srgbClr val="0B1F33"/>
          </a:solidFill>
          <a:ln/>
        </p:spPr>
      </p:sp>
      <p:sp>
        <p:nvSpPr>
          <p:cNvPr id="18" name="Text 16"/>
          <p:cNvSpPr/>
          <p:nvPr/>
        </p:nvSpPr>
        <p:spPr>
          <a:xfrm>
            <a:off x="2996123" y="3840480"/>
            <a:ext cx="1688531"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sp>
      <p:sp>
        <p:nvSpPr>
          <p:cNvPr id="20" name="Text 18"/>
          <p:cNvSpPr/>
          <p:nvPr/>
        </p:nvSpPr>
        <p:spPr>
          <a:xfrm>
            <a:off x="4986406"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4986406" y="3657600"/>
            <a:ext cx="82296" cy="2514600"/>
          </a:xfrm>
          <a:prstGeom prst="rect">
            <a:avLst/>
          </a:prstGeom>
          <a:solidFill>
            <a:srgbClr val="E8743B"/>
          </a:solidFill>
          <a:ln/>
        </p:spPr>
      </p:sp>
      <p:sp>
        <p:nvSpPr>
          <p:cNvPr id="24" name="Text 22"/>
          <p:cNvSpPr/>
          <p:nvPr/>
        </p:nvSpPr>
        <p:spPr>
          <a:xfrm>
            <a:off x="5215006" y="3840480"/>
            <a:ext cx="1688531"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sp>
      <p:sp>
        <p:nvSpPr>
          <p:cNvPr id="26" name="Text 24"/>
          <p:cNvSpPr/>
          <p:nvPr/>
        </p:nvSpPr>
        <p:spPr>
          <a:xfrm>
            <a:off x="7205289"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7205289" y="3657600"/>
            <a:ext cx="82296" cy="2514600"/>
          </a:xfrm>
          <a:prstGeom prst="rect">
            <a:avLst/>
          </a:prstGeom>
          <a:solidFill>
            <a:srgbClr val="0B1F33"/>
          </a:solidFill>
          <a:ln/>
        </p:spPr>
      </p:sp>
      <p:sp>
        <p:nvSpPr>
          <p:cNvPr id="30" name="Text 28"/>
          <p:cNvSpPr/>
          <p:nvPr/>
        </p:nvSpPr>
        <p:spPr>
          <a:xfrm>
            <a:off x="7433889" y="3840480"/>
            <a:ext cx="1688531"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sp>
      <p:sp>
        <p:nvSpPr>
          <p:cNvPr id="32" name="Text 30"/>
          <p:cNvSpPr/>
          <p:nvPr/>
        </p:nvSpPr>
        <p:spPr>
          <a:xfrm>
            <a:off x="9424172"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9424172" y="3657600"/>
            <a:ext cx="82296" cy="2514600"/>
          </a:xfrm>
          <a:prstGeom prst="rect">
            <a:avLst/>
          </a:prstGeom>
          <a:solidFill>
            <a:srgbClr val="E8743B"/>
          </a:solidFill>
          <a:ln/>
        </p:spPr>
      </p:sp>
      <p:sp>
        <p:nvSpPr>
          <p:cNvPr id="36" name="Text 34"/>
          <p:cNvSpPr/>
          <p:nvPr/>
        </p:nvSpPr>
        <p:spPr>
          <a:xfrm>
            <a:off x="9652772" y="3840480"/>
            <a:ext cx="1688531"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997718"/>
                <a:gridCol w="1859704"/>
                <a:gridCol w="1239276"/>
                <a:gridCol w="3997718"/>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69060"/>
                <a:gridCol w="4512678"/>
                <a:gridCol w="4512678"/>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E8743B"/>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734778"/>
                <a:gridCol w="1710706"/>
                <a:gridCol w="1578984"/>
                <a:gridCol w="2069947"/>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13716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E8743B"/>
          </a:solidFill>
          <a:ln/>
        </p:spPr>
      </p:sp>
      <p:sp>
        <p:nvSpPr>
          <p:cNvPr id="8" name="Text 6"/>
          <p:cNvSpPr/>
          <p:nvPr/>
        </p:nvSpPr>
        <p:spPr>
          <a:xfrm>
            <a:off x="868680" y="1965960"/>
            <a:ext cx="2019224" cy="1463040"/>
          </a:xfrm>
          <a:prstGeom prst="rect">
            <a:avLst/>
          </a:prstGeom>
          <a:noFill/>
          <a:ln/>
        </p:spPr>
        <p:txBody>
          <a:bodyPr wrap="square" lIns="0" tIns="0" rIns="0" bIns="0" rtlCol="0" anchor="ctr"/>
          <a:lstStyle/>
          <a:p>
            <a:pPr indent="0" marL="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3390824" y="1508760"/>
            <a:ext cx="82296" cy="4023360"/>
          </a:xfrm>
          <a:prstGeom prst="rect">
            <a:avLst/>
          </a:prstGeom>
          <a:solidFill>
            <a:srgbClr val="0B1F33"/>
          </a:solidFill>
          <a:ln/>
        </p:spPr>
      </p:sp>
      <p:sp>
        <p:nvSpPr>
          <p:cNvPr id="12" name="Text 10"/>
          <p:cNvSpPr/>
          <p:nvPr/>
        </p:nvSpPr>
        <p:spPr>
          <a:xfrm>
            <a:off x="3710864" y="1965960"/>
            <a:ext cx="2019224" cy="1463040"/>
          </a:xfrm>
          <a:prstGeom prst="rect">
            <a:avLst/>
          </a:prstGeom>
          <a:noFill/>
          <a:ln/>
        </p:spPr>
        <p:txBody>
          <a:bodyPr wrap="square" lIns="0" tIns="0" rIns="0" bIns="0" rtlCol="0" anchor="ctr"/>
          <a:lstStyle/>
          <a:p>
            <a:pPr indent="0" marL="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6233008" y="1508760"/>
            <a:ext cx="82296" cy="4023360"/>
          </a:xfrm>
          <a:prstGeom prst="rect">
            <a:avLst/>
          </a:prstGeom>
          <a:solidFill>
            <a:srgbClr val="E8743B"/>
          </a:solidFill>
          <a:ln/>
        </p:spPr>
      </p:sp>
      <p:sp>
        <p:nvSpPr>
          <p:cNvPr id="16" name="Text 14"/>
          <p:cNvSpPr/>
          <p:nvPr/>
        </p:nvSpPr>
        <p:spPr>
          <a:xfrm>
            <a:off x="6553048" y="1965960"/>
            <a:ext cx="2019224" cy="1463040"/>
          </a:xfrm>
          <a:prstGeom prst="rect">
            <a:avLst/>
          </a:prstGeom>
          <a:noFill/>
          <a:ln/>
        </p:spPr>
        <p:txBody>
          <a:bodyPr wrap="square" lIns="0" tIns="0" rIns="0" bIns="0" rtlCol="0" anchor="ctr"/>
          <a:lstStyle/>
          <a:p>
            <a:pPr indent="0" marL="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9075191" y="1508760"/>
            <a:ext cx="82296" cy="4023360"/>
          </a:xfrm>
          <a:prstGeom prst="rect">
            <a:avLst/>
          </a:prstGeom>
          <a:solidFill>
            <a:srgbClr val="0B1F33"/>
          </a:solidFill>
          <a:ln/>
        </p:spPr>
      </p:sp>
      <p:sp>
        <p:nvSpPr>
          <p:cNvPr id="20" name="Text 18"/>
          <p:cNvSpPr/>
          <p:nvPr/>
        </p:nvSpPr>
        <p:spPr>
          <a:xfrm>
            <a:off x="9395231" y="1965960"/>
            <a:ext cx="2019224" cy="1463040"/>
          </a:xfrm>
          <a:prstGeom prst="rect">
            <a:avLst/>
          </a:prstGeom>
          <a:noFill/>
          <a:ln/>
        </p:spPr>
        <p:txBody>
          <a:bodyPr wrap="square" lIns="0" tIns="0" rIns="0" bIns="0" rtlCol="0" anchor="ctr"/>
          <a:lstStyle/>
          <a:p>
            <a:pPr indent="0" marL="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indent="0" marL="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E8743B"/>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E8743B"/>
          </a:solidFill>
          <a:ln/>
        </p:spPr>
      </p:sp>
      <p:sp>
        <p:nvSpPr>
          <p:cNvPr id="12" name="Text 10"/>
          <p:cNvSpPr/>
          <p:nvPr/>
        </p:nvSpPr>
        <p:spPr>
          <a:xfrm>
            <a:off x="777240" y="3840480"/>
            <a:ext cx="3167786"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sp>
      <p:sp>
        <p:nvSpPr>
          <p:cNvPr id="14" name="Text 12"/>
          <p:cNvSpPr/>
          <p:nvPr/>
        </p:nvSpPr>
        <p:spPr>
          <a:xfrm>
            <a:off x="424677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4246778" y="3657600"/>
            <a:ext cx="82296" cy="2514600"/>
          </a:xfrm>
          <a:prstGeom prst="rect">
            <a:avLst/>
          </a:prstGeom>
          <a:solidFill>
            <a:srgbClr val="0B1F33"/>
          </a:solidFill>
          <a:ln/>
        </p:spPr>
      </p:sp>
      <p:sp>
        <p:nvSpPr>
          <p:cNvPr id="18" name="Text 16"/>
          <p:cNvSpPr/>
          <p:nvPr/>
        </p:nvSpPr>
        <p:spPr>
          <a:xfrm>
            <a:off x="4475378" y="3840480"/>
            <a:ext cx="3167786"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sp>
      <p:sp>
        <p:nvSpPr>
          <p:cNvPr id="20" name="Text 18"/>
          <p:cNvSpPr/>
          <p:nvPr/>
        </p:nvSpPr>
        <p:spPr>
          <a:xfrm>
            <a:off x="7944917"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7944917" y="3657600"/>
            <a:ext cx="82296" cy="2514600"/>
          </a:xfrm>
          <a:prstGeom prst="rect">
            <a:avLst/>
          </a:prstGeom>
          <a:solidFill>
            <a:srgbClr val="E8743B"/>
          </a:solidFill>
          <a:ln/>
        </p:spPr>
      </p:sp>
      <p:sp>
        <p:nvSpPr>
          <p:cNvPr id="24" name="Text 22"/>
          <p:cNvSpPr/>
          <p:nvPr/>
        </p:nvSpPr>
        <p:spPr>
          <a:xfrm>
            <a:off x="8173517" y="3840480"/>
            <a:ext cx="3167786"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457200"/>
            <a:ext cx="10515600" cy="914400"/>
          </a:xfrm>
          <a:prstGeom prst="rect">
            <a:avLst/>
          </a:prstGeom>
          <a:noFill/>
          <a:ln/>
        </p:spPr>
        <p:txBody>
          <a:bodyPr wrap="square" lIns="0" tIns="0" rIns="0" bIns="0" rtlCol="0" anchor="ctr"/>
          <a:lstStyle/>
          <a:p>
            <a:pPr indent="0" marL="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indent="0" marL="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indent="0" marL="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indent="0" marL="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indent="0" marL="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sp>
      <p:sp>
        <p:nvSpPr>
          <p:cNvPr id="7" name="Text 5"/>
          <p:cNvSpPr/>
          <p:nvPr/>
        </p:nvSpPr>
        <p:spPr>
          <a:xfrm>
            <a:off x="548640" y="16230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indent="0" marL="0">
              <a:buNone/>
            </a:pPr>
            <a:r>
              <a:rPr lang="en-US" sz="1100" u="sng" dirty="0">
                <a:solidFill>
                  <a:srgbClr val="E8743B"/>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sp>
      <p:sp>
        <p:nvSpPr>
          <p:cNvPr id="11" name="Text 9"/>
          <p:cNvSpPr/>
          <p:nvPr/>
        </p:nvSpPr>
        <p:spPr>
          <a:xfrm>
            <a:off x="548640" y="22174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indent="0" marL="0">
              <a:buNone/>
            </a:pPr>
            <a:r>
              <a:rPr lang="en-US" sz="1100" u="sng" dirty="0">
                <a:solidFill>
                  <a:srgbClr val="E8743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sp>
      <p:sp>
        <p:nvSpPr>
          <p:cNvPr id="15" name="Text 13"/>
          <p:cNvSpPr/>
          <p:nvPr/>
        </p:nvSpPr>
        <p:spPr>
          <a:xfrm>
            <a:off x="548640" y="28117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indent="0" marL="0">
              <a:buNone/>
            </a:pPr>
            <a:r>
              <a:rPr lang="en-US" sz="1100" u="sng" dirty="0">
                <a:solidFill>
                  <a:srgbClr val="E8743B"/>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sp>
      <p:sp>
        <p:nvSpPr>
          <p:cNvPr id="19" name="Text 17"/>
          <p:cNvSpPr/>
          <p:nvPr/>
        </p:nvSpPr>
        <p:spPr>
          <a:xfrm>
            <a:off x="548640" y="34061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indent="0" marL="0">
              <a:buNone/>
            </a:pPr>
            <a:r>
              <a:rPr lang="en-US" sz="1200" u="sng" dirty="0">
                <a:solidFill>
                  <a:srgbClr val="E8743B"/>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sp>
      <p:sp>
        <p:nvSpPr>
          <p:cNvPr id="23" name="Text 21"/>
          <p:cNvSpPr/>
          <p:nvPr/>
        </p:nvSpPr>
        <p:spPr>
          <a:xfrm>
            <a:off x="548640" y="40005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indent="0" marL="0">
              <a:buNone/>
            </a:pPr>
            <a:r>
              <a:rPr lang="en-US" sz="1300" u="sng" dirty="0">
                <a:solidFill>
                  <a:srgbClr val="E8743B"/>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sp>
      <p:sp>
        <p:nvSpPr>
          <p:cNvPr id="27" name="Text 25"/>
          <p:cNvSpPr/>
          <p:nvPr/>
        </p:nvSpPr>
        <p:spPr>
          <a:xfrm>
            <a:off x="548640" y="45948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indent="0" marL="0">
              <a:buNone/>
            </a:pPr>
            <a:r>
              <a:rPr lang="en-US" sz="1300" u="sng" dirty="0">
                <a:solidFill>
                  <a:srgbClr val="E8743B"/>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sp>
      <p:sp>
        <p:nvSpPr>
          <p:cNvPr id="31" name="Text 29"/>
          <p:cNvSpPr/>
          <p:nvPr/>
        </p:nvSpPr>
        <p:spPr>
          <a:xfrm>
            <a:off x="548640" y="51892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indent="0" marL="0">
              <a:buNone/>
            </a:pPr>
            <a:r>
              <a:rPr lang="en-US" sz="1300" u="sng" dirty="0">
                <a:solidFill>
                  <a:srgbClr val="E8743B"/>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sp>
      <p:sp>
        <p:nvSpPr>
          <p:cNvPr id="35" name="Text 33"/>
          <p:cNvSpPr/>
          <p:nvPr/>
        </p:nvSpPr>
        <p:spPr>
          <a:xfrm>
            <a:off x="548640" y="57835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indent="0" marL="0">
              <a:buNone/>
            </a:pPr>
            <a:r>
              <a:rPr lang="en-US" sz="1300" u="sng" dirty="0">
                <a:solidFill>
                  <a:srgbClr val="E8743B"/>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sp>
      <p:sp>
        <p:nvSpPr>
          <p:cNvPr id="3" name="Shape 1"/>
          <p:cNvSpPr/>
          <p:nvPr/>
        </p:nvSpPr>
        <p:spPr>
          <a:xfrm>
            <a:off x="10058400" y="4206240"/>
            <a:ext cx="3474720" cy="3474720"/>
          </a:xfrm>
          <a:prstGeom prst="ellipse">
            <a:avLst/>
          </a:prstGeom>
          <a:solidFill>
            <a:srgbClr val="E8743B">
              <a:alpha val="10000"/>
            </a:srgbClr>
          </a:solidFill>
          <a:ln/>
        </p:spPr>
      </p:sp>
      <p:sp>
        <p:nvSpPr>
          <p:cNvPr id="4" name="Text 2"/>
          <p:cNvSpPr/>
          <p:nvPr/>
        </p:nvSpPr>
        <p:spPr>
          <a:xfrm>
            <a:off x="548640" y="1828800"/>
            <a:ext cx="9144000" cy="1645920"/>
          </a:xfrm>
          <a:prstGeom prst="rect">
            <a:avLst/>
          </a:prstGeom>
          <a:noFill/>
          <a:ln/>
        </p:spPr>
        <p:txBody>
          <a:bodyPr wrap="square" lIns="0" tIns="0" rIns="0" bIns="0" rtlCol="0" anchor="ctr"/>
          <a:lstStyle/>
          <a:p>
            <a:pPr indent="0" marL="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indent="0" marL="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indent="0" marL="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Microsoft</cp:lastModifiedBy>
  <cp:revision>1</cp:revision>
  <dcterms:created xsi:type="dcterms:W3CDTF">2026-10-21T21:43:40Z</dcterms:created>
  <dcterms:modified xsi:type="dcterms:W3CDTF">2026-10-21T21:43:40Z</dcterms:modified>
</cp:coreProperties>
</file>