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 autoCompressPictures="0">
  <p:sldMasterIdLst>
    <p:sldMasterId id="2147484922" r:id="rId4"/>
    <p:sldMasterId id="2147484972" r:id="rId5"/>
  </p:sldMasterIdLst>
  <p:notesMasterIdLst>
    <p:notesMasterId r:id="rId50"/>
  </p:notesMasterIdLst>
  <p:handoutMasterIdLst>
    <p:handoutMasterId r:id="rId51"/>
  </p:handoutMasterIdLst>
  <p:sldIdLst>
    <p:sldId id="256" r:id="rId6"/>
    <p:sldId id="2147479835" r:id="rId7"/>
    <p:sldId id="2147479836" r:id="rId8"/>
    <p:sldId id="257" r:id="rId9"/>
    <p:sldId id="1798" r:id="rId10"/>
    <p:sldId id="2147479802" r:id="rId11"/>
    <p:sldId id="2147479813" r:id="rId12"/>
    <p:sldId id="2147479822" r:id="rId13"/>
    <p:sldId id="2147479814" r:id="rId14"/>
    <p:sldId id="1860" r:id="rId15"/>
    <p:sldId id="1861" r:id="rId16"/>
    <p:sldId id="2147479816" r:id="rId17"/>
    <p:sldId id="2147479825" r:id="rId18"/>
    <p:sldId id="2147479815" r:id="rId19"/>
    <p:sldId id="2147479838" r:id="rId20"/>
    <p:sldId id="2147479834" r:id="rId21"/>
    <p:sldId id="2147479832" r:id="rId22"/>
    <p:sldId id="2147479833" r:id="rId23"/>
    <p:sldId id="2147479730" r:id="rId24"/>
    <p:sldId id="2147479723" r:id="rId25"/>
    <p:sldId id="2147479837" r:id="rId26"/>
    <p:sldId id="1898" r:id="rId27"/>
    <p:sldId id="1899" r:id="rId28"/>
    <p:sldId id="1901" r:id="rId29"/>
    <p:sldId id="2147479830" r:id="rId30"/>
    <p:sldId id="2147479725" r:id="rId31"/>
    <p:sldId id="2147479839" r:id="rId32"/>
    <p:sldId id="2147479840" r:id="rId33"/>
    <p:sldId id="2147479841" r:id="rId34"/>
    <p:sldId id="2147479842" r:id="rId35"/>
    <p:sldId id="2147479845" r:id="rId36"/>
    <p:sldId id="2147479843" r:id="rId37"/>
    <p:sldId id="2147479850" r:id="rId38"/>
    <p:sldId id="2147479852" r:id="rId39"/>
    <p:sldId id="2147479848" r:id="rId40"/>
    <p:sldId id="2147479846" r:id="rId41"/>
    <p:sldId id="1864" r:id="rId42"/>
    <p:sldId id="1873" r:id="rId43"/>
    <p:sldId id="2147479829" r:id="rId44"/>
    <p:sldId id="2147479844" r:id="rId45"/>
    <p:sldId id="1905" r:id="rId46"/>
    <p:sldId id="2147479849" r:id="rId47"/>
    <p:sldId id="2147479847" r:id="rId48"/>
    <p:sldId id="1790" r:id="rId49"/>
  </p:sldIdLst>
  <p:sldSz cx="12192000" cy="6858000"/>
  <p:notesSz cx="6858000" cy="9144000"/>
  <p:custDataLst>
    <p:tags r:id="rId52"/>
  </p:custDataLst>
  <p:defaultTextStyle>
    <a:defPPr>
      <a:defRPr lang="en-US"/>
    </a:defPPr>
    <a:lvl1pPr marL="0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1pPr>
    <a:lvl2pPr marL="457183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2pPr>
    <a:lvl3pPr marL="914367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3pPr>
    <a:lvl4pPr marL="1371550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4pPr>
    <a:lvl5pPr marL="1828734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5pPr>
    <a:lvl6pPr marL="2285918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6pPr>
    <a:lvl7pPr marL="2743101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7pPr>
    <a:lvl8pPr marL="3200284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8pPr>
    <a:lvl9pPr marL="3657469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8FE9F006-CD05-43D3-86DF-416740DE2C49}">
          <p14:sldIdLst>
            <p14:sldId id="256"/>
            <p14:sldId id="2147479835"/>
            <p14:sldId id="2147479836"/>
          </p14:sldIdLst>
        </p14:section>
        <p14:section name="Analyze text" id="{39823CCC-CE8A-40FC-8767-752343AB3404}">
          <p14:sldIdLst>
            <p14:sldId id="257"/>
            <p14:sldId id="1798"/>
            <p14:sldId id="2147479802"/>
            <p14:sldId id="2147479813"/>
            <p14:sldId id="2147479822"/>
          </p14:sldIdLst>
        </p14:section>
        <p14:section name="Azure Language MCP Server" id="{03CF8FF3-4D95-44B6-9C74-23E605949054}">
          <p14:sldIdLst>
            <p14:sldId id="2147479814"/>
            <p14:sldId id="1860"/>
            <p14:sldId id="1861"/>
            <p14:sldId id="2147479816"/>
            <p14:sldId id="2147479825"/>
          </p14:sldIdLst>
        </p14:section>
        <p14:section name="Generative AI Speech" id="{4C479A41-DE21-4F05-AB6D-2312A356C528}">
          <p14:sldIdLst>
            <p14:sldId id="2147479815"/>
            <p14:sldId id="2147479838"/>
            <p14:sldId id="2147479834"/>
            <p14:sldId id="2147479832"/>
            <p14:sldId id="2147479833"/>
          </p14:sldIdLst>
        </p14:section>
        <p14:section name="Create a speech app" id="{D4C1D618-F2D2-4742-AD23-07FE32AE4B7F}">
          <p14:sldIdLst>
            <p14:sldId id="2147479730"/>
            <p14:sldId id="2147479723"/>
            <p14:sldId id="2147479837"/>
            <p14:sldId id="1898"/>
            <p14:sldId id="1899"/>
            <p14:sldId id="1901"/>
            <p14:sldId id="2147479830"/>
            <p14:sldId id="2147479725"/>
          </p14:sldIdLst>
        </p14:section>
        <p14:section name="Azure Speech MCP" id="{CF8219B6-4C62-4D8C-9682-BF487333B2DB}">
          <p14:sldIdLst>
            <p14:sldId id="2147479839"/>
            <p14:sldId id="2147479840"/>
            <p14:sldId id="2147479841"/>
            <p14:sldId id="2147479842"/>
            <p14:sldId id="2147479845"/>
          </p14:sldIdLst>
        </p14:section>
        <p14:section name="Azure Speech Voice Live" id="{5C23B111-0F70-42DF-BEC3-5C7D038F7D21}">
          <p14:sldIdLst>
            <p14:sldId id="2147479843"/>
            <p14:sldId id="2147479850"/>
            <p14:sldId id="2147479852"/>
            <p14:sldId id="2147479848"/>
            <p14:sldId id="2147479846"/>
          </p14:sldIdLst>
        </p14:section>
        <p14:section name="Translation" id="{8BE0B126-C587-43D8-AEA0-A91C9A6C7FB1}">
          <p14:sldIdLst>
            <p14:sldId id="1864"/>
            <p14:sldId id="1873"/>
            <p14:sldId id="2147479829"/>
            <p14:sldId id="2147479844"/>
            <p14:sldId id="1905"/>
            <p14:sldId id="2147479849"/>
            <p14:sldId id="2147479847"/>
            <p14:sldId id="1790"/>
          </p14:sldIdLst>
        </p14:section>
      </p14:sectionLst>
    </p:ext>
    <p:ext uri="{EFAFB233-063F-42B5-8137-9DF3F51BA10A}">
      <p15:sldGuideLst xmlns:p15="http://schemas.microsoft.com/office/powerpoint/2012/main">
        <p15:guide id="1" pos="4200" userDrawn="1">
          <p15:clr>
            <a:srgbClr val="A4A3A4"/>
          </p15:clr>
        </p15:guide>
        <p15:guide id="2" orient="horz" pos="2160">
          <p15:clr>
            <a:srgbClr val="A4A3A4"/>
          </p15:clr>
        </p15:guide>
        <p15:guide id="3" pos="584" userDrawn="1">
          <p15:clr>
            <a:srgbClr val="A4A3A4"/>
          </p15:clr>
        </p15:guide>
        <p15:guide id="5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4" name="Author" initials="A" lastIdx="0" clrIdx="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{1BD7E111-0CB8-44D6-8891-C1BB2F81B7CC}">
      <p1710:readonlyRecommended xmlns:p1710="http://schemas.microsoft.com/office/powerpoint/2017/10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4346" autoAdjust="0"/>
    <p:restoredTop sz="95995" autoAdjust="0"/>
  </p:normalViewPr>
  <p:slideViewPr>
    <p:cSldViewPr snapToGrid="0">
      <p:cViewPr>
        <p:scale>
          <a:sx n="100" d="100"/>
          <a:sy n="100" d="100"/>
        </p:scale>
        <p:origin x="2126" y="542"/>
      </p:cViewPr>
      <p:guideLst>
        <p:guide pos="4200"/>
        <p:guide orient="horz" pos="2160"/>
        <p:guide pos="584"/>
        <p:guide pos="3840"/>
      </p:guideLst>
    </p:cSldViewPr>
  </p:slideViewPr>
  <p:outlineViewPr>
    <p:cViewPr>
      <p:scale>
        <a:sx n="33" d="100"/>
        <a:sy n="33" d="100"/>
      </p:scale>
      <p:origin x="0" y="-2223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382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50" Type="http://schemas.openxmlformats.org/officeDocument/2006/relationships/notesMaster" Target="notesMasters/notesMaster1.xml"/><Relationship Id="rId55" Type="http://schemas.openxmlformats.org/officeDocument/2006/relationships/viewProps" Target="viewProps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openxmlformats.org/officeDocument/2006/relationships/commentAuthors" Target="commentAuthors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56" Type="http://schemas.openxmlformats.org/officeDocument/2006/relationships/theme" Target="theme/theme1.xml"/><Relationship Id="rId8" Type="http://schemas.openxmlformats.org/officeDocument/2006/relationships/slide" Target="slides/slide3.xml"/><Relationship Id="rId51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tableStyles" Target="tableStyles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tags" Target="tags/tag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eader Placeholder 5"/>
          <p:cNvSpPr>
            <a:spLocks noGrp="1"/>
          </p:cNvSpPr>
          <p:nvPr>
            <p:ph type="hdr" sz="quarter"/>
          </p:nvPr>
        </p:nvSpPr>
        <p:spPr>
          <a:xfrm>
            <a:off x="0" y="-11574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>
              <a:latin typeface="Segoe UI" panose="020B0502040204020203" pitchFamily="34" charset="0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356221-FF75-4B28-B1B7-9C62EC26339F}" type="datetime8">
              <a:rPr lang="en-US" smtClean="0">
                <a:latin typeface="Segoe UI" panose="020B0502040204020203" pitchFamily="34" charset="0"/>
              </a:rPr>
              <a:t>5/26/2026 2:14 PM</a:t>
            </a:fld>
            <a:endParaRPr lang="en-US">
              <a:latin typeface="Segoe UI" panose="020B0502040204020203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5795010" cy="3324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398463" defTabSz="914099" eaLnBrk="0" hangingPunct="0"/>
            <a:r>
              <a:rPr lang="en-US" sz="40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anose="020B0502040204020203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3"/>
          </p:nvPr>
        </p:nvSpPr>
        <p:spPr>
          <a:xfrm>
            <a:off x="5783579" y="8685213"/>
            <a:ext cx="1072833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C9E9D6-92A0-482B-A603-C9BA7FFB8190}" type="slidenum">
              <a:rPr lang="en-US" smtClean="0">
                <a:latin typeface="Segoe UI" panose="020B0502040204020203" pitchFamily="34" charset="0"/>
              </a:rPr>
              <a:t>‹#›</a:t>
            </a:fld>
            <a:endParaRPr lang="en-US"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4595630"/>
      </p:ext>
    </p:extLst>
  </p:cSld>
  <p:clrMap bg1="lt1" tx1="dk1" bg2="lt2" tx2="dk2" accent1="accent1" accent2="accent2" accent3="accent3" accent4="accent4" accent5="accent5" accent6="accent6" hlink="hlink" folHlink="folHlink"/>
  <p:hf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7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Image Placeholder 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10" name="Footer Placeholder 9"/>
          <p:cNvSpPr>
            <a:spLocks noGrp="1"/>
          </p:cNvSpPr>
          <p:nvPr>
            <p:ph type="ftr" sz="quarter" idx="4"/>
          </p:nvPr>
        </p:nvSpPr>
        <p:spPr>
          <a:xfrm>
            <a:off x="0" y="8686800"/>
            <a:ext cx="5920740" cy="3559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marL="571500" indent="0" algn="l">
              <a:defRPr sz="1200"/>
            </a:lvl1pPr>
          </a:lstStyle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anose="020B0502040204020203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11" name="Date Placeholder 10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Segoe UI" panose="020B0502040204020203" pitchFamily="34" charset="0"/>
              </a:defRPr>
            </a:lvl1pPr>
          </a:lstStyle>
          <a:p>
            <a:fld id="{55E12198-D52A-4604-A7DE-05A0E5E96698}" type="datetime8">
              <a:rPr lang="en-US" smtClean="0"/>
              <a:t>5/26/2026 2:13 PM</a:t>
            </a:fld>
            <a:endParaRPr lang="en-US"/>
          </a:p>
        </p:txBody>
      </p:sp>
      <p:sp>
        <p:nvSpPr>
          <p:cNvPr id="12" name="Notes Placeholder 11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5"/>
          </p:nvPr>
        </p:nvSpPr>
        <p:spPr>
          <a:xfrm>
            <a:off x="5909309" y="8685213"/>
            <a:ext cx="947103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Segoe UI" panose="020B0502040204020203" pitchFamily="34" charset="0"/>
              </a:defRPr>
            </a:lvl1pPr>
          </a:lstStyle>
          <a:p>
            <a:fld id="{B4008EB6-D09E-4580-8CD6-DDB1451194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648265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0" algn="l" defTabSz="914367" rtl="0" eaLnBrk="1" latinLnBrk="0" hangingPunct="1">
      <a:lnSpc>
        <a:spcPct val="90000"/>
      </a:lnSpc>
      <a:spcAft>
        <a:spcPts val="333"/>
      </a:spcAft>
      <a:defRPr sz="882" kern="1200">
        <a:solidFill>
          <a:schemeClr val="tx1"/>
        </a:solidFill>
        <a:latin typeface="Segoe UI Light" pitchFamily="34" charset="0"/>
        <a:ea typeface="+mn-ea"/>
        <a:cs typeface="+mn-cs"/>
      </a:defRPr>
    </a:lvl1pPr>
    <a:lvl2pPr marL="212982" indent="-105829" algn="l" defTabSz="914367" rtl="0" eaLnBrk="1" latinLnBrk="0" hangingPunct="1">
      <a:lnSpc>
        <a:spcPct val="90000"/>
      </a:lnSpc>
      <a:spcAft>
        <a:spcPts val="333"/>
      </a:spcAft>
      <a:buFont typeface="Arial" panose="020B0604020202020204" pitchFamily="34" charset="0"/>
      <a:buChar char="•"/>
      <a:defRPr sz="882" kern="1200">
        <a:solidFill>
          <a:schemeClr val="tx1"/>
        </a:solidFill>
        <a:latin typeface="Segoe UI Light" pitchFamily="34" charset="0"/>
        <a:ea typeface="+mn-ea"/>
        <a:cs typeface="+mn-cs"/>
      </a:defRPr>
    </a:lvl2pPr>
    <a:lvl3pPr marL="328071" indent="-115090" algn="l" defTabSz="914367" rtl="0" eaLnBrk="1" latinLnBrk="0" hangingPunct="1">
      <a:lnSpc>
        <a:spcPct val="90000"/>
      </a:lnSpc>
      <a:spcAft>
        <a:spcPts val="333"/>
      </a:spcAft>
      <a:buFont typeface="Arial" panose="020B0604020202020204" pitchFamily="34" charset="0"/>
      <a:buChar char="•"/>
      <a:defRPr sz="882" kern="1200">
        <a:solidFill>
          <a:schemeClr val="tx1"/>
        </a:solidFill>
        <a:latin typeface="Segoe UI Light" pitchFamily="34" charset="0"/>
        <a:ea typeface="+mn-ea"/>
        <a:cs typeface="+mn-cs"/>
      </a:defRPr>
    </a:lvl3pPr>
    <a:lvl4pPr marL="482848" indent="-146838" algn="l" defTabSz="914367" rtl="0" eaLnBrk="1" latinLnBrk="0" hangingPunct="1">
      <a:lnSpc>
        <a:spcPct val="90000"/>
      </a:lnSpc>
      <a:spcAft>
        <a:spcPts val="333"/>
      </a:spcAft>
      <a:buFont typeface="Arial" panose="020B0604020202020204" pitchFamily="34" charset="0"/>
      <a:buChar char="•"/>
      <a:defRPr sz="882" kern="1200">
        <a:solidFill>
          <a:schemeClr val="tx1"/>
        </a:solidFill>
        <a:latin typeface="Segoe UI Light" pitchFamily="34" charset="0"/>
        <a:ea typeface="+mn-ea"/>
        <a:cs typeface="+mn-cs"/>
      </a:defRPr>
    </a:lvl4pPr>
    <a:lvl5pPr marL="615134" indent="-115090" algn="l" defTabSz="914367" rtl="0" eaLnBrk="1" latinLnBrk="0" hangingPunct="1">
      <a:lnSpc>
        <a:spcPct val="90000"/>
      </a:lnSpc>
      <a:spcAft>
        <a:spcPts val="333"/>
      </a:spcAft>
      <a:buFont typeface="Arial" panose="020B0604020202020204" pitchFamily="34" charset="0"/>
      <a:buChar char="•"/>
      <a:defRPr sz="882" kern="1200">
        <a:solidFill>
          <a:schemeClr val="tx1"/>
        </a:solidFill>
        <a:latin typeface="Segoe UI Light" pitchFamily="34" charset="0"/>
        <a:ea typeface="+mn-ea"/>
        <a:cs typeface="+mn-cs"/>
      </a:defRPr>
    </a:lvl5pPr>
    <a:lvl6pPr marL="2285918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6pPr>
    <a:lvl7pPr marL="2743101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7pPr>
    <a:lvl8pPr marL="3200284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8pPr>
    <a:lvl9pPr marL="3657469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333"/>
              </a:spcAft>
              <a:buClrTx/>
              <a:buSzTx/>
              <a:buFontTx/>
              <a:buNone/>
              <a:defRPr/>
            </a:pPr>
            <a:r>
              <a:rPr lang="es-ES" sz="882" b="0" i="0" strike="noStrike" cap="none" baseline="0" dirty="0">
                <a:solidFill>
                  <a:srgbClr val="000000"/>
                </a:solidFill>
                <a:effectLst/>
                <a:latin typeface="Segoe UI Light"/>
                <a:ea typeface="Segoe UI Light"/>
                <a:cs typeface="Segoe UI Light"/>
              </a:rPr>
              <a:t>Usa el vínculo de la diapositiva para ver la ruta de aprendizaje de Microsoft Learn de la que se deriva esta presentación.</a:t>
            </a:r>
          </a:p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14099" eaLnBrk="0" hangingPunct="0"/>
            <a:r>
              <a:rPr lang="es-ES" sz="400" b="0" i="0" strike="noStrike" cap="none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/>
                  <a:tileRect l="-100000" t="-100000"/>
                </a:gradFill>
                <a:effectLst/>
                <a:latin typeface="Segoe UI"/>
                <a:ea typeface="Segoe UI"/>
                <a:cs typeface="Segoe UI"/>
              </a:rPr>
              <a:t>© Microsoft Corporation. Todos los derechos reservados. MICROSOFT NO OFRECE NINGUNA GARANTÍA, EXPRESA, IMPLÍCITA O REGLAMENTARIA, RESPECTO A LA INFORMACIÓN DE ESTA PRESENTACIÓN.</a:t>
            </a:r>
            <a:endParaRPr lang="en-US" sz="40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anose="020B0502040204020203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1486BA7-839C-4D2B-BD52-EF0BBA8433FD}" type="datetime8">
              <a:rPr lang="en-US" smtClean="0"/>
              <a:t>5/26/2026 2:13 PM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4542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367" rtl="0" eaLnBrk="1" fontAlgn="t" latinLnBrk="0" hangingPunct="1">
              <a:lnSpc>
                <a:spcPct val="90000"/>
              </a:lnSpc>
              <a:spcBef>
                <a:spcPct val="0"/>
              </a:spcBef>
              <a:spcAft>
                <a:spcPts val="333"/>
              </a:spcAft>
              <a:buClrTx/>
              <a:buSzTx/>
              <a:buFontTx/>
              <a:buNone/>
              <a:defRPr/>
            </a:pPr>
            <a:r>
              <a:rPr lang="es-ES" sz="882" b="0" i="0" strike="noStrike" cap="none" baseline="0">
                <a:solidFill>
                  <a:srgbClr val="000000"/>
                </a:solidFill>
                <a:effectLst/>
                <a:latin typeface="Segoe UI Light"/>
                <a:ea typeface="Segoe UI Light"/>
                <a:cs typeface="Segoe UI Light"/>
              </a:rPr>
              <a:t>Usa esta diapositiva para </a:t>
            </a:r>
            <a:r>
              <a:rPr lang="es-ES" sz="882" b="1" i="0" strike="noStrike" cap="none" baseline="0">
                <a:solidFill>
                  <a:srgbClr val="000000"/>
                </a:solidFill>
                <a:effectLst/>
                <a:latin typeface="Segoe UI Light"/>
                <a:ea typeface="Segoe UI Light"/>
                <a:cs typeface="Segoe UI Light"/>
              </a:rPr>
              <a:t>orientar a los alumnos</a:t>
            </a:r>
            <a:r>
              <a:rPr lang="es-ES" sz="882" b="0" i="0" strike="noStrike" cap="none" baseline="0">
                <a:solidFill>
                  <a:srgbClr val="000000"/>
                </a:solidFill>
                <a:effectLst/>
                <a:latin typeface="Segoe UI Light"/>
                <a:ea typeface="Segoe UI Light"/>
                <a:cs typeface="Segoe UI Light"/>
              </a:rPr>
              <a:t> al panorama de la carga de trabajo de IA. Enfatiza que el enfoque actual es </a:t>
            </a:r>
            <a:r>
              <a:rPr lang="es-ES" sz="882" b="1" i="0" strike="noStrike" cap="none" baseline="0">
                <a:solidFill>
                  <a:srgbClr val="000000"/>
                </a:solidFill>
                <a:effectLst/>
                <a:latin typeface="Segoe UI Light"/>
                <a:ea typeface="Segoe UI Light"/>
                <a:cs typeface="Segoe UI Light"/>
              </a:rPr>
              <a:t>Texto y Lenguaje</a:t>
            </a:r>
            <a:r>
              <a:rPr lang="es-ES" sz="882" b="0" i="0" strike="noStrike" cap="none" baseline="0">
                <a:solidFill>
                  <a:srgbClr val="000000"/>
                </a:solidFill>
                <a:effectLst/>
                <a:latin typeface="Segoe UI Light"/>
                <a:ea typeface="Segoe UI Light"/>
                <a:cs typeface="Segoe UI Light"/>
              </a:rPr>
              <a:t>, pero los alumnos deben comprender cómo encaja junto con la visión, la voz y el ML. Refuerza la idea de que </a:t>
            </a:r>
            <a:r>
              <a:rPr lang="es-ES" sz="882" b="1" i="0" strike="noStrike" cap="none" baseline="0">
                <a:solidFill>
                  <a:srgbClr val="000000"/>
                </a:solidFill>
                <a:effectLst/>
                <a:latin typeface="Segoe UI Light"/>
                <a:ea typeface="Segoe UI Light"/>
                <a:cs typeface="Segoe UI Light"/>
              </a:rPr>
              <a:t>la IA generativa y los agentes</a:t>
            </a:r>
            <a:r>
              <a:rPr lang="es-ES" sz="882" b="0" i="0" strike="noStrike" cap="none" baseline="0">
                <a:solidFill>
                  <a:srgbClr val="000000"/>
                </a:solidFill>
                <a:effectLst/>
                <a:latin typeface="Segoe UI Light"/>
                <a:ea typeface="Segoe UI Light"/>
                <a:cs typeface="Segoe UI Light"/>
              </a:rPr>
              <a:t> se sitúan cada vez más </a:t>
            </a:r>
            <a:r>
              <a:rPr lang="es-ES" sz="882" b="0" i="1" strike="noStrike" cap="none" baseline="0">
                <a:solidFill>
                  <a:srgbClr val="000000"/>
                </a:solidFill>
                <a:effectLst/>
                <a:latin typeface="Segoe UI Light"/>
                <a:ea typeface="Segoe UI Light"/>
                <a:cs typeface="Segoe UI Light"/>
              </a:rPr>
              <a:t>por encima de</a:t>
            </a:r>
            <a:r>
              <a:rPr lang="es-ES" sz="882" b="0" i="0" strike="noStrike" cap="none" baseline="0">
                <a:solidFill>
                  <a:srgbClr val="000000"/>
                </a:solidFill>
                <a:effectLst/>
                <a:latin typeface="Segoe UI Light"/>
                <a:ea typeface="Segoe UI Light"/>
                <a:cs typeface="Segoe UI Light"/>
              </a:rPr>
              <a:t> estas cargas de trabajo básicas.</a:t>
            </a:r>
          </a:p>
          <a:p>
            <a:pPr fontAlgn="t"/>
            <a:endParaRPr lang="en-US" sz="882" b="0" i="0" kern="120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14099" eaLnBrk="0" hangingPunct="0"/>
            <a:r>
              <a:rPr lang="es-ES" sz="400" b="0" i="0" strike="noStrike" cap="none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/>
                  <a:tileRect l="-100000" t="-100000"/>
                </a:gradFill>
                <a:effectLst/>
                <a:latin typeface="Segoe UI"/>
                <a:ea typeface="Segoe UI"/>
                <a:cs typeface="Segoe UI"/>
              </a:rPr>
              <a:t>© Microsoft Corporation. Todos los derechos reservados. MICROSOFT NO OFRECE NINGUNA GARANTÍA, EXPRESA, IMPLÍCITA O REGLAMENTARIA, RESPECTO A LA INFORMACIÓN DE ESTA PRESENTACIÓN.</a:t>
            </a:r>
            <a:endParaRPr lang="en-US" sz="40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anose="020B0502040204020203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1486BA7-839C-4D2B-BD52-EF0BBA8433FD}" type="datetime8">
              <a:rPr lang="en-US" smtClean="0"/>
              <a:t>5/26/2026 2:13 PM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3540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367" rtl="0" eaLnBrk="1" fontAlgn="t" latinLnBrk="0" hangingPunct="1">
              <a:lnSpc>
                <a:spcPct val="90000"/>
              </a:lnSpc>
              <a:spcBef>
                <a:spcPct val="0"/>
              </a:spcBef>
              <a:spcAft>
                <a:spcPts val="333"/>
              </a:spcAft>
              <a:buClrTx/>
              <a:buSzTx/>
              <a:buFontTx/>
              <a:buNone/>
              <a:defRPr/>
            </a:pPr>
            <a:r>
              <a:rPr lang="es-ES" sz="882" b="0" i="0" strike="noStrike" cap="none" baseline="0">
                <a:solidFill>
                  <a:srgbClr val="000000"/>
                </a:solidFill>
                <a:effectLst/>
                <a:latin typeface="Segoe UI Light"/>
                <a:ea typeface="Segoe UI Light"/>
                <a:cs typeface="Segoe UI Light"/>
              </a:rPr>
              <a:t>Establece expectativas: este conjunto de diapositivas se centra en las </a:t>
            </a:r>
            <a:r>
              <a:rPr lang="es-ES" sz="882" b="1" i="0" strike="noStrike" cap="none" baseline="0">
                <a:solidFill>
                  <a:srgbClr val="000000"/>
                </a:solidFill>
                <a:effectLst/>
                <a:latin typeface="Segoe UI Light"/>
                <a:ea typeface="Segoe UI Light"/>
                <a:cs typeface="Segoe UI Light"/>
              </a:rPr>
              <a:t>cargas de trabajo de lenguaje, voz y traducción</a:t>
            </a:r>
            <a:r>
              <a:rPr lang="es-ES" sz="882" b="0" i="0" strike="noStrike" cap="none" baseline="0">
                <a:solidFill>
                  <a:srgbClr val="000000"/>
                </a:solidFill>
                <a:effectLst/>
                <a:latin typeface="Segoe UI Light"/>
                <a:ea typeface="Segoe UI Light"/>
                <a:cs typeface="Segoe UI Light"/>
              </a:rPr>
              <a:t> en Azure. Sitúa la sesión dentro del curso AI-103 más amplio. Indica explícitamente a los alumnos lo que </a:t>
            </a:r>
            <a:r>
              <a:rPr lang="es-ES" sz="882" b="0" i="1" strike="noStrike" cap="none" baseline="0">
                <a:solidFill>
                  <a:srgbClr val="000000"/>
                </a:solidFill>
                <a:effectLst/>
                <a:latin typeface="Segoe UI Light"/>
                <a:ea typeface="Segoe UI Light"/>
                <a:cs typeface="Segoe UI Light"/>
              </a:rPr>
              <a:t>no</a:t>
            </a:r>
            <a:r>
              <a:rPr lang="es-ES" sz="882" b="0" i="0" strike="noStrike" cap="none" baseline="0">
                <a:solidFill>
                  <a:srgbClr val="000000"/>
                </a:solidFill>
                <a:effectLst/>
                <a:latin typeface="Segoe UI Light"/>
                <a:ea typeface="Segoe UI Light"/>
                <a:cs typeface="Segoe UI Light"/>
              </a:rPr>
              <a:t> se tratará en profundidad (por ejemplo, el entrenamiento personalizado de ML). Ayuda a los alumnos a hacerse una idea del alcance de los ejercicios que completarán.</a:t>
            </a:r>
          </a:p>
          <a:p>
            <a:pPr marL="0" marR="0" lvl="0" indent="0" algn="l" defTabSz="914367" rtl="0" eaLnBrk="1" fontAlgn="t" latinLnBrk="0" hangingPunct="1">
              <a:lnSpc>
                <a:spcPct val="90000"/>
              </a:lnSpc>
              <a:spcBef>
                <a:spcPct val="0"/>
              </a:spcBef>
              <a:spcAft>
                <a:spcPts val="333"/>
              </a:spcAft>
              <a:buClrTx/>
              <a:buSzTx/>
              <a:buFontTx/>
              <a:buNone/>
              <a:defRPr/>
            </a:pPr>
            <a:endParaRPr lang="en-US" sz="882" b="0" i="0" kern="120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pPr fontAlgn="t"/>
            <a:endParaRPr lang="en-US" sz="882" b="0" i="0" kern="120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14099" eaLnBrk="0" hangingPunct="0"/>
            <a:r>
              <a:rPr lang="es-ES" sz="400" b="0" i="0" strike="noStrike" cap="none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/>
                  <a:tileRect l="-100000" t="-100000"/>
                </a:gradFill>
                <a:effectLst/>
                <a:latin typeface="Segoe UI"/>
                <a:ea typeface="Segoe UI"/>
                <a:cs typeface="Segoe UI"/>
              </a:rPr>
              <a:t>© Microsoft Corporation. Todos los derechos reservados. MICROSOFT NO OFRECE NINGUNA GARANTÍA, EXPRESA, IMPLÍCITA O REGLAMENTARIA, RESPECTO A LA INFORMACIÓN DE ESTA PRESENTACIÓN.</a:t>
            </a:r>
            <a:endParaRPr lang="en-US" sz="40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anose="020B0502040204020203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1486BA7-839C-4D2B-BD52-EF0BBA8433FD}" type="datetime8">
              <a:rPr lang="en-US" smtClean="0"/>
              <a:t>5/26/2026 2:13 PM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282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sz="882" b="0" i="0" strike="noStrike" cap="none" baseline="0">
                <a:solidFill>
                  <a:srgbClr val="000000"/>
                </a:solidFill>
                <a:effectLst/>
                <a:latin typeface="Segoe UI Light"/>
                <a:ea typeface="Segoe UI Light"/>
                <a:cs typeface="Segoe UI Light"/>
              </a:rPr>
              <a:t>Usa el vínculo de la diapositiva para ver el módulo de Microsoft Learn del que se deriva esta lección.</a:t>
            </a:r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14099" eaLnBrk="0" hangingPunct="0"/>
            <a:r>
              <a:rPr lang="es-ES" sz="400" b="0" i="0" strike="noStrike" cap="none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/>
                  <a:tileRect l="-100000" t="-100000"/>
                </a:gradFill>
                <a:effectLst/>
                <a:latin typeface="Segoe UI"/>
                <a:ea typeface="Segoe UI"/>
                <a:cs typeface="Segoe UI"/>
              </a:rPr>
              <a:t>© Microsoft Corporation. Todos los derechos reservados. MICROSOFT NO OFRECE NINGUNA GARANTÍA, EXPRESA, IMPLÍCITA O REGLAMENTARIA, RESPECTO A LA INFORMACIÓN DE ESTA PRESENTACIÓN.</a:t>
            </a:r>
            <a:endParaRPr lang="en-US" sz="40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anose="020B0502040204020203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1486BA7-839C-4D2B-BD52-EF0BBA8433FD}" type="datetime8">
              <a:rPr lang="en-US" smtClean="0"/>
              <a:t>5/26/2026 2:13 PM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558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333"/>
              </a:spcAft>
              <a:buClrTx/>
              <a:buSzTx/>
              <a:buFontTx/>
              <a:buNone/>
              <a:defRPr/>
            </a:pPr>
            <a:r>
              <a:rPr lang="es-ES" sz="882" b="0" i="0" strike="noStrike" cap="none" baseline="0">
                <a:solidFill>
                  <a:srgbClr val="000000"/>
                </a:solidFill>
                <a:effectLst/>
                <a:latin typeface="Segoe UI Light"/>
                <a:ea typeface="Segoe UI Light"/>
                <a:cs typeface="Segoe UI Light"/>
              </a:rPr>
              <a:t>Presenta </a:t>
            </a:r>
            <a:r>
              <a:rPr lang="es-ES" sz="882" b="1" i="0" strike="noStrike" cap="none" baseline="0">
                <a:solidFill>
                  <a:srgbClr val="000000"/>
                </a:solidFill>
                <a:effectLst/>
                <a:latin typeface="Segoe UI Light"/>
                <a:ea typeface="Segoe UI Light"/>
                <a:cs typeface="Segoe UI Light"/>
              </a:rPr>
              <a:t>Azure Language</a:t>
            </a:r>
            <a:r>
              <a:rPr lang="es-ES" sz="882" b="0" i="0" strike="noStrike" cap="none" baseline="0">
                <a:solidFill>
                  <a:srgbClr val="000000"/>
                </a:solidFill>
                <a:effectLst/>
                <a:latin typeface="Segoe UI Light"/>
                <a:ea typeface="Segoe UI Light"/>
                <a:cs typeface="Segoe UI Light"/>
              </a:rPr>
              <a:t> como una capacidad </a:t>
            </a:r>
            <a:r>
              <a:rPr lang="es-ES" sz="882" b="0" i="1" strike="noStrike" cap="none" baseline="0">
                <a:solidFill>
                  <a:srgbClr val="000000"/>
                </a:solidFill>
                <a:effectLst/>
                <a:latin typeface="Segoe UI Light"/>
                <a:ea typeface="Segoe UI Light"/>
                <a:cs typeface="Segoe UI Light"/>
              </a:rPr>
              <a:t>precompilada</a:t>
            </a:r>
            <a:r>
              <a:rPr lang="es-ES" sz="882" b="0" i="0" strike="noStrike" cap="none" baseline="0">
                <a:solidFill>
                  <a:srgbClr val="000000"/>
                </a:solidFill>
                <a:effectLst/>
                <a:latin typeface="Segoe UI Light"/>
                <a:ea typeface="Segoe UI Light"/>
                <a:cs typeface="Segoe UI Light"/>
              </a:rPr>
              <a:t> expuesta a través de Foundry. Destaca la propuesta de valor: </a:t>
            </a:r>
            <a:r>
              <a:rPr lang="es-ES" sz="882" b="1" i="0" strike="noStrike" cap="none" baseline="0">
                <a:solidFill>
                  <a:srgbClr val="000000"/>
                </a:solidFill>
                <a:effectLst/>
                <a:latin typeface="Segoe UI Light"/>
                <a:ea typeface="Segoe UI Light"/>
                <a:cs typeface="Segoe UI Light"/>
              </a:rPr>
              <a:t>no se requiere ningún entrenamiento del modelo</a:t>
            </a:r>
            <a:r>
              <a:rPr lang="es-ES" sz="882" b="0" i="0" strike="noStrike" cap="none" baseline="0">
                <a:solidFill>
                  <a:srgbClr val="000000"/>
                </a:solidFill>
                <a:effectLst/>
                <a:latin typeface="Segoe UI Light"/>
                <a:ea typeface="Segoe UI Light"/>
                <a:cs typeface="Segoe UI Light"/>
              </a:rPr>
              <a:t> para las tareas comunes de PLN. </a:t>
            </a:r>
          </a:p>
          <a:p>
            <a:pPr marL="0" marR="0" lvl="0" indent="0" algn="l" defTabSz="91436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333"/>
              </a:spcAft>
              <a:buClrTx/>
              <a:buSzTx/>
              <a:buFontTx/>
              <a:buNone/>
              <a:defRPr/>
            </a:pPr>
            <a:r>
              <a:rPr lang="es-ES" sz="882" b="0" i="0" strike="noStrike" cap="none" baseline="0">
                <a:solidFill>
                  <a:srgbClr val="000000"/>
                </a:solidFill>
                <a:effectLst/>
                <a:latin typeface="Segoe UI Light"/>
                <a:ea typeface="Segoe UI Light"/>
                <a:cs typeface="Segoe UI Light"/>
              </a:rPr>
              <a:t>Recorre rápidamente cada capacidad utilizando la salida de ejemplo para que sea concreta. Señala la </a:t>
            </a:r>
            <a:r>
              <a:rPr lang="es-ES" sz="882" b="1" i="0" strike="noStrike" cap="none" baseline="0">
                <a:solidFill>
                  <a:srgbClr val="000000"/>
                </a:solidFill>
                <a:effectLst/>
                <a:latin typeface="Segoe UI Light"/>
                <a:ea typeface="Segoe UI Light"/>
                <a:cs typeface="Segoe UI Light"/>
              </a:rPr>
              <a:t>detección de DCP</a:t>
            </a:r>
            <a:r>
              <a:rPr lang="es-ES" sz="882" b="0" i="0" strike="noStrike" cap="none" baseline="0">
                <a:solidFill>
                  <a:srgbClr val="000000"/>
                </a:solidFill>
                <a:effectLst/>
                <a:latin typeface="Segoe UI Light"/>
                <a:ea typeface="Segoe UI Light"/>
                <a:cs typeface="Segoe UI Light"/>
              </a:rPr>
              <a:t> como especialmente relevante para las cargas de trabajo sensibles al cumplimiento. </a:t>
            </a:r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14099" eaLnBrk="0" hangingPunct="0"/>
            <a:r>
              <a:rPr lang="es-ES" sz="400" b="0" i="0" strike="noStrike" cap="none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/>
                  <a:tileRect l="-100000" t="-100000"/>
                </a:gradFill>
                <a:effectLst/>
                <a:latin typeface="Segoe UI"/>
                <a:ea typeface="Segoe UI"/>
                <a:cs typeface="Segoe UI"/>
              </a:rPr>
              <a:t>© Microsoft Corporation. Todos los derechos reservados. MICROSOFT NO OFRECE NINGUNA GARANTÍA, EXPRESA, IMPLÍCITA O REGLAMENTARIA, RESPECTO A LA INFORMACIÓN DE ESTA PRESENTACIÓN.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5E12198-D52A-4604-A7DE-05A0E5E96698}" type="datetime8">
              <a:rPr lang="en-US" smtClean="0"/>
              <a:t>5/26/2026 2:13 PM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7858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333"/>
              </a:spcAft>
              <a:buClrTx/>
              <a:buSzTx/>
              <a:buFontTx/>
              <a:buNone/>
              <a:defRPr/>
            </a:pPr>
            <a:r>
              <a:rPr lang="es-ES" sz="882" b="0" i="0" strike="noStrike" cap="none" baseline="0">
                <a:solidFill>
                  <a:srgbClr val="000000"/>
                </a:solidFill>
                <a:effectLst/>
                <a:latin typeface="Segoe UI Light"/>
                <a:ea typeface="Segoe UI Light"/>
                <a:cs typeface="Segoe UI Light"/>
              </a:rPr>
              <a:t>Explica el </a:t>
            </a:r>
            <a:r>
              <a:rPr lang="es-ES" sz="882" b="1" i="0" strike="noStrike" cap="none" baseline="0">
                <a:solidFill>
                  <a:srgbClr val="000000"/>
                </a:solidFill>
                <a:effectLst/>
                <a:latin typeface="Segoe UI Light"/>
                <a:ea typeface="Segoe UI Light"/>
                <a:cs typeface="Segoe UI Light"/>
              </a:rPr>
              <a:t>patrón de conexión</a:t>
            </a:r>
            <a:r>
              <a:rPr lang="es-ES" sz="882" b="0" i="0" strike="noStrike" cap="none" baseline="0">
                <a:solidFill>
                  <a:srgbClr val="000000"/>
                </a:solidFill>
                <a:effectLst/>
                <a:latin typeface="Segoe UI Light"/>
                <a:ea typeface="Segoe UI Light"/>
                <a:cs typeface="Segoe UI Light"/>
              </a:rPr>
              <a:t>: punto de conexión + credenciales + SDK de cliente. Señala </a:t>
            </a:r>
            <a:r>
              <a:rPr lang="es-ES" sz="882" b="1" i="0" strike="noStrike" cap="none" baseline="0">
                <a:solidFill>
                  <a:srgbClr val="000000"/>
                </a:solidFill>
                <a:effectLst/>
                <a:latin typeface="Segoe UI Light"/>
                <a:ea typeface="Segoe UI Light"/>
                <a:cs typeface="Segoe UI Light"/>
              </a:rPr>
              <a:t>Microsoft Entra ID</a:t>
            </a:r>
            <a:r>
              <a:rPr lang="es-ES" sz="882" b="0" i="0" strike="noStrike" cap="none" baseline="0">
                <a:solidFill>
                  <a:srgbClr val="000000"/>
                </a:solidFill>
                <a:effectLst/>
                <a:latin typeface="Segoe UI Light"/>
                <a:ea typeface="Segoe UI Light"/>
                <a:cs typeface="Segoe UI Light"/>
              </a:rPr>
              <a:t> como la opción de autenticación preferida para producción. Ten en cuenta que Foundry abstrae la administración de puntos de conexión entre los servicios.</a:t>
            </a:r>
          </a:p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14099" eaLnBrk="0" hangingPunct="0"/>
            <a:r>
              <a:rPr lang="es-ES" sz="400" b="0" i="0" strike="noStrike" cap="none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/>
                  <a:tileRect l="-100000" t="-100000"/>
                </a:gradFill>
                <a:effectLst/>
                <a:latin typeface="Segoe UI"/>
                <a:ea typeface="Segoe UI"/>
                <a:cs typeface="Segoe UI"/>
              </a:rPr>
              <a:t>© Microsoft Corporation. Todos los derechos reservados. MICROSOFT NO OFRECE NINGUNA GARANTÍA, EXPRESA, IMPLÍCITA O REGLAMENTARIA, RESPECTO A LA INFORMACIÓN DE ESTA PRESENTACIÓN.</a:t>
            </a:r>
            <a:endParaRPr lang="en-US" sz="40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anose="020B0502040204020203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1486BA7-839C-4D2B-BD52-EF0BBA8433FD}" type="datetime8">
              <a:rPr lang="en-US" smtClean="0"/>
              <a:t>5/26/2026 2:13 PM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6667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sz="882" b="0" i="0" strike="noStrike" cap="none" baseline="0">
                <a:solidFill>
                  <a:srgbClr val="000000"/>
                </a:solidFill>
                <a:effectLst/>
                <a:latin typeface="Segoe UI Light"/>
                <a:ea typeface="Segoe UI Light"/>
                <a:cs typeface="Segoe UI Light"/>
              </a:rPr>
              <a:t>Cada ejercicio comienza con el mismo procedimiento para crear un proyecto Foundry: ¡los alumnos terminarán siendo bastante expertos en el tema al final del día!</a:t>
            </a:r>
          </a:p>
          <a:p>
            <a:r>
              <a:rPr lang="es-ES" sz="882" b="0" i="0" strike="noStrike" cap="none" baseline="0">
                <a:solidFill>
                  <a:srgbClr val="000000"/>
                </a:solidFill>
                <a:effectLst/>
                <a:latin typeface="Segoe UI Light"/>
                <a:ea typeface="Segoe UI Light"/>
                <a:cs typeface="Segoe UI Light"/>
              </a:rPr>
              <a:t>La repetición de este procedimiento puede ser ardua, pero es necesaria para mantener los ejercicios modulares y evitar consumir recursos de Azure innecesarios (tanto por motivos de coste como para liberar la capacidad del centro de datos para otros clientes de Azure)</a:t>
            </a:r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6"/>
          </p:nvPr>
        </p:nvSpPr>
        <p:spPr/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571500" marR="0" lvl="0" indent="0" algn="l" defTabSz="914099" rtl="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s-ES" sz="400" b="0" i="0" strike="noStrike" cap="none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/>
                  <a:tileRect l="-100000" t="-100000"/>
                </a:gradFill>
                <a:effectLst/>
                <a:latin typeface="Segoe UI"/>
                <a:ea typeface="Segoe UI"/>
                <a:cs typeface="Segoe UI"/>
              </a:rPr>
              <a:t>© Microsoft Corporation. Todos los derechos reservados. MICROSOFT NO OFRECE NINGUNA GARANTÍA, EXPRESA, IMPLÍCITA O REGLAMENTARIA, RESPECTO A LA INFORMACIÓN DE ESTA PRESENTACIÓN.</a:t>
            </a:r>
            <a:endParaRPr kumimoji="0" lang="en-US" sz="4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effectLst/>
              <a:uLnTx/>
              <a:uFillTx/>
              <a:latin typeface="Segoe UI" panose="020B0502040204020203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r" defTabSz="914367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1486BA7-839C-4D2B-BD52-EF0BBA8433FD}" type="datetime8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pPr marL="0" marR="0" lvl="0" indent="0" algn="r" defTabSz="914367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5/26/2026 2:13 PM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367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4008EB6-D09E-4580-8CD6-DDB1451194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pPr marL="0" marR="0" lvl="0" indent="0" algn="r" defTabSz="914367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066600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1FB493-A9E5-18F8-293A-D116B5D39E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491F1A-C81D-7805-C514-7BECB35D4D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A8A321-26B3-439B-65EE-A23CFE83C9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333"/>
              </a:spcAft>
              <a:buClrTx/>
              <a:buSzTx/>
              <a:buFontTx/>
              <a:buNone/>
              <a:defRPr/>
            </a:pPr>
            <a:r>
              <a:rPr lang="es-ES" sz="882" b="0" i="0" strike="noStrike" cap="none" baseline="0">
                <a:solidFill>
                  <a:srgbClr val="000000"/>
                </a:solidFill>
                <a:effectLst/>
                <a:latin typeface="Segoe UI Light"/>
                <a:ea typeface="Segoe UI Light"/>
                <a:cs typeface="Segoe UI Light"/>
              </a:rPr>
              <a:t>Deja unos minutos para que los alumnos piensen las preguntas y, después, muestra las respuestas correctas.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650732-F4AF-4FAC-B1A3-2F5EF57005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E04F8E-88E9-481C-A2B3-C92BCE611EF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5793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771FE8-9F7E-E301-4804-3D627BCF7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1A02D0-61F3-87D7-0259-B6274B9F23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594469-CFA5-C402-6E9D-406D7EC281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sz="882" b="0" i="0" strike="noStrike" cap="none" baseline="0">
                <a:solidFill>
                  <a:srgbClr val="000000"/>
                </a:solidFill>
                <a:effectLst/>
                <a:latin typeface="Segoe UI Light"/>
                <a:ea typeface="Segoe UI Light"/>
                <a:cs typeface="Segoe UI Light"/>
              </a:rPr>
              <a:t>Usa el vínculo de la diapositiva para ver el módulo de Microsoft Learn del que se deriva esta lección.</a:t>
            </a:r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14D2EA9D-DE00-5688-BA6C-3CC33E57F5FA}"/>
              </a:ext>
            </a:extLst>
          </p:cNvPr>
          <p:cNvSpPr>
            <a:spLocks noGrp="1"/>
          </p:cNvSpPr>
          <p:nvPr>
            <p:ph type="hdr" sz="quarter" idx="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B49FFD-FB2F-57B4-F166-62B614EC809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14099" eaLnBrk="0" hangingPunct="0"/>
            <a:r>
              <a:rPr lang="es-ES" sz="400" b="0" i="0" strike="noStrike" cap="none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/>
                  <a:tileRect l="-100000" t="-100000"/>
                </a:gradFill>
                <a:effectLst/>
                <a:latin typeface="Segoe UI"/>
                <a:ea typeface="Segoe UI"/>
                <a:cs typeface="Segoe UI"/>
              </a:rPr>
              <a:t>© Microsoft Corporation. Todos los derechos reservados. MICROSOFT NO OFRECE NINGUNA GARANTÍA, EXPRESA, IMPLÍCITA O REGLAMENTARIA, RESPECTO A LA INFORMACIÓN DE ESTA PRESENTACIÓN.</a:t>
            </a:r>
            <a:endParaRPr lang="en-US" sz="40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anose="020B0502040204020203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6A657BF2-AEDA-C1A9-164C-8D62B7C1B10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1486BA7-839C-4D2B-BD52-EF0BBA8433FD}" type="datetime8">
              <a:rPr lang="en-US" smtClean="0"/>
              <a:t>5/26/2026 2:13 PM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495C6F-685A-61F4-A187-83FE621634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934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333"/>
              </a:spcAft>
              <a:buClrTx/>
              <a:buSzTx/>
              <a:buFontTx/>
              <a:buNone/>
              <a:defRPr/>
            </a:pPr>
            <a:r>
              <a:rPr lang="es-ES" sz="882" b="0" i="0" strike="noStrike" cap="none" baseline="0">
                <a:solidFill>
                  <a:srgbClr val="000000"/>
                </a:solidFill>
                <a:effectLst/>
                <a:latin typeface="Segoe UI Light"/>
                <a:ea typeface="Segoe UI Light"/>
                <a:cs typeface="Segoe UI Light"/>
              </a:rPr>
              <a:t>Pasa de </a:t>
            </a:r>
            <a:r>
              <a:rPr lang="es-ES" sz="882" b="1" i="0" strike="noStrike" cap="none" baseline="0">
                <a:solidFill>
                  <a:srgbClr val="000000"/>
                </a:solidFill>
                <a:effectLst/>
                <a:latin typeface="Segoe UI Light"/>
                <a:ea typeface="Segoe UI Light"/>
                <a:cs typeface="Segoe UI Light"/>
              </a:rPr>
              <a:t>llamadas directas a la API</a:t>
            </a:r>
            <a:r>
              <a:rPr lang="es-ES" sz="882" b="0" i="0" strike="noStrike" cap="none" baseline="0">
                <a:solidFill>
                  <a:srgbClr val="000000"/>
                </a:solidFill>
                <a:effectLst/>
                <a:latin typeface="Segoe UI Light"/>
                <a:ea typeface="Segoe UI Light"/>
                <a:cs typeface="Segoe UI Light"/>
              </a:rPr>
              <a:t> a una </a:t>
            </a:r>
            <a:r>
              <a:rPr lang="es-ES" sz="882" b="1" i="0" strike="noStrike" cap="none" baseline="0">
                <a:solidFill>
                  <a:srgbClr val="000000"/>
                </a:solidFill>
                <a:effectLst/>
                <a:latin typeface="Segoe UI Light"/>
                <a:ea typeface="Segoe UI Light"/>
                <a:cs typeface="Segoe UI Light"/>
              </a:rPr>
              <a:t>integración basada en agente</a:t>
            </a:r>
            <a:r>
              <a:rPr lang="es-ES" sz="882" b="0" i="0" strike="noStrike" cap="none" baseline="0">
                <a:solidFill>
                  <a:srgbClr val="000000"/>
                </a:solidFill>
                <a:effectLst/>
                <a:latin typeface="Segoe UI Light"/>
                <a:ea typeface="Segoe UI Light"/>
                <a:cs typeface="Segoe UI Light"/>
              </a:rPr>
              <a:t>. Sitúa MCP como una </a:t>
            </a:r>
            <a:r>
              <a:rPr lang="es-ES" sz="882" b="1" i="0" strike="noStrike" cap="none" baseline="0">
                <a:solidFill>
                  <a:srgbClr val="000000"/>
                </a:solidFill>
                <a:effectLst/>
                <a:latin typeface="Segoe UI Light"/>
                <a:ea typeface="Segoe UI Light"/>
                <a:cs typeface="Segoe UI Light"/>
              </a:rPr>
              <a:t>capa de abstracción</a:t>
            </a:r>
            <a:r>
              <a:rPr lang="es-ES" sz="882" b="0" i="0" strike="noStrike" cap="none" baseline="0">
                <a:solidFill>
                  <a:srgbClr val="000000"/>
                </a:solidFill>
                <a:effectLst/>
                <a:latin typeface="Segoe UI Light"/>
                <a:ea typeface="Segoe UI Light"/>
                <a:cs typeface="Segoe UI Light"/>
              </a:rPr>
              <a:t> sobre la que los agentes de herramientas pueden razonar. </a:t>
            </a:r>
          </a:p>
          <a:p>
            <a:pPr marL="0" marR="0" lvl="0" indent="0" algn="l" defTabSz="91436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333"/>
              </a:spcAft>
              <a:buClrTx/>
              <a:buSzTx/>
              <a:buFontTx/>
              <a:buNone/>
              <a:defRPr/>
            </a:pPr>
            <a:r>
              <a:rPr lang="es-ES" sz="882" b="0" i="0" strike="noStrike" cap="none" baseline="0">
                <a:solidFill>
                  <a:srgbClr val="000000"/>
                </a:solidFill>
                <a:effectLst/>
                <a:latin typeface="Segoe UI Light"/>
                <a:ea typeface="Segoe UI Light"/>
                <a:cs typeface="Segoe UI Light"/>
              </a:rPr>
              <a:t>Recorre el flujo paso a paso, siguiendo las flechas. Enfatiza que la </a:t>
            </a:r>
            <a:r>
              <a:rPr lang="es-ES" sz="882" b="1" i="0" strike="noStrike" cap="none" baseline="0">
                <a:solidFill>
                  <a:srgbClr val="000000"/>
                </a:solidFill>
                <a:effectLst/>
                <a:latin typeface="Segoe UI Light"/>
                <a:ea typeface="Segoe UI Light"/>
                <a:cs typeface="Segoe UI Light"/>
              </a:rPr>
              <a:t>selección de herramientas está controlada por agentes</a:t>
            </a:r>
            <a:r>
              <a:rPr lang="es-ES" sz="882" b="0" i="0" strike="noStrike" cap="none" baseline="0">
                <a:solidFill>
                  <a:srgbClr val="000000"/>
                </a:solidFill>
                <a:effectLst/>
                <a:latin typeface="Segoe UI Light"/>
                <a:ea typeface="Segoe UI Light"/>
                <a:cs typeface="Segoe UI Light"/>
              </a:rPr>
              <a:t>, no codificada de forma rígida. Reafirma la separación de intereses: razonamiento del agente frente a ejecución del servicio.</a:t>
            </a:r>
          </a:p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14099" eaLnBrk="0" hangingPunct="0"/>
            <a:r>
              <a:rPr lang="es-ES" sz="400" b="0" i="0" strike="noStrike" cap="none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/>
                  <a:tileRect l="-100000" t="-100000"/>
                </a:gradFill>
                <a:effectLst/>
                <a:latin typeface="Segoe UI"/>
                <a:ea typeface="Segoe UI"/>
                <a:cs typeface="Segoe UI"/>
              </a:rPr>
              <a:t>© Microsoft Corporation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1286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333"/>
              </a:spcAft>
              <a:buClrTx/>
              <a:buSzTx/>
              <a:buFontTx/>
              <a:buNone/>
              <a:defRPr/>
            </a:pPr>
            <a:r>
              <a:rPr lang="es-ES" sz="882" b="0" i="0" strike="noStrike" cap="none" baseline="0">
                <a:solidFill>
                  <a:srgbClr val="000000"/>
                </a:solidFill>
                <a:effectLst/>
                <a:latin typeface="Segoe UI Light"/>
                <a:ea typeface="Segoe UI Light"/>
                <a:cs typeface="Segoe UI Light"/>
              </a:rPr>
              <a:t>Resalta que la mayoría del trabajo es la </a:t>
            </a:r>
            <a:r>
              <a:rPr lang="es-ES" sz="882" b="1" i="0" strike="noStrike" cap="none" baseline="0">
                <a:solidFill>
                  <a:srgbClr val="000000"/>
                </a:solidFill>
                <a:effectLst/>
                <a:latin typeface="Segoe UI Light"/>
                <a:ea typeface="Segoe UI Light"/>
                <a:cs typeface="Segoe UI Light"/>
              </a:rPr>
              <a:t>configuración</a:t>
            </a:r>
            <a:r>
              <a:rPr lang="es-ES" sz="882" b="0" i="0" strike="noStrike" cap="none" baseline="0">
                <a:solidFill>
                  <a:srgbClr val="000000"/>
                </a:solidFill>
                <a:effectLst/>
                <a:latin typeface="Segoe UI Light"/>
                <a:ea typeface="Segoe UI Light"/>
                <a:cs typeface="Segoe UI Light"/>
              </a:rPr>
              <a:t>, no el código. Destaca la importancia de las </a:t>
            </a:r>
            <a:r>
              <a:rPr lang="es-ES" sz="882" b="1" i="0" strike="noStrike" cap="none" baseline="0">
                <a:solidFill>
                  <a:srgbClr val="000000"/>
                </a:solidFill>
                <a:effectLst/>
                <a:latin typeface="Segoe UI Light"/>
                <a:ea typeface="Segoe UI Light"/>
                <a:cs typeface="Segoe UI Light"/>
              </a:rPr>
              <a:t>descripciones claras de las herramientas</a:t>
            </a:r>
            <a:r>
              <a:rPr lang="es-ES" sz="882" b="0" i="0" strike="noStrike" cap="none" baseline="0">
                <a:solidFill>
                  <a:srgbClr val="000000"/>
                </a:solidFill>
                <a:effectLst/>
                <a:latin typeface="Segoe UI Light"/>
                <a:ea typeface="Segoe UI Light"/>
                <a:cs typeface="Segoe UI Light"/>
              </a:rPr>
              <a:t> para un buen cálculo de ruta de los agentes. Menciona que las pruebas se producen antes de compilar cualquier aplicación cliente.</a:t>
            </a:r>
          </a:p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14099" eaLnBrk="0" hangingPunct="0"/>
            <a:r>
              <a:rPr lang="es-ES" sz="400" b="0" i="0" strike="noStrike" cap="none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/>
                  <a:tileRect l="-100000" t="-100000"/>
                </a:gradFill>
                <a:effectLst/>
                <a:latin typeface="Segoe UI"/>
                <a:ea typeface="Segoe UI"/>
                <a:cs typeface="Segoe UI"/>
              </a:rPr>
              <a:t>© Microsoft Corporation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53925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FF81AC-DD05-5010-06B4-3408C2887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E04358-4BC6-7789-AE1C-3763A5019A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A3508E-9B41-A249-EF24-7D7E5F5886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sz="882" b="0" i="0" strike="noStrike" cap="none" baseline="0">
                <a:solidFill>
                  <a:srgbClr val="000000"/>
                </a:solidFill>
                <a:effectLst/>
                <a:latin typeface="Segoe UI Light"/>
                <a:ea typeface="Segoe UI Light"/>
                <a:cs typeface="Segoe UI Light"/>
              </a:rPr>
              <a:t>Cada ejercicio comienza con el mismo procedimiento para crear un proyecto Foundry: ¡los alumnos terminarán siendo bastante expertos en el tema al final del día!</a:t>
            </a:r>
          </a:p>
          <a:p>
            <a:r>
              <a:rPr lang="es-ES" sz="882" b="0" i="0" strike="noStrike" cap="none" baseline="0">
                <a:solidFill>
                  <a:srgbClr val="000000"/>
                </a:solidFill>
                <a:effectLst/>
                <a:latin typeface="Segoe UI Light"/>
                <a:ea typeface="Segoe UI Light"/>
                <a:cs typeface="Segoe UI Light"/>
              </a:rPr>
              <a:t>La repetición de este procedimiento puede ser ardua, pero es necesaria para mantener los ejercicios modulares y evitar consumir recursos de Azure innecesarios (tanto por motivos de coste como para liberar la capacidad del centro de datos para otros clientes de Azure)</a:t>
            </a:r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AE4678EF-6C78-80E6-E580-1B9350D41D40}"/>
              </a:ext>
            </a:extLst>
          </p:cNvPr>
          <p:cNvSpPr>
            <a:spLocks noGrp="1"/>
          </p:cNvSpPr>
          <p:nvPr>
            <p:ph type="hdr" sz="quarter" idx="6"/>
          </p:nvPr>
        </p:nvSpPr>
        <p:spPr/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0D370A-C15E-3359-C5C4-5C911C3C2FE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571500" marR="0" lvl="0" indent="0" algn="l" defTabSz="914099" rtl="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s-ES" sz="400" b="0" i="0" strike="noStrike" cap="none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/>
                  <a:tileRect l="-100000" t="-100000"/>
                </a:gradFill>
                <a:effectLst/>
                <a:latin typeface="Segoe UI"/>
                <a:ea typeface="Segoe UI"/>
                <a:cs typeface="Segoe UI"/>
              </a:rPr>
              <a:t>© Microsoft Corporation. Todos los derechos reservados. MICROSOFT NO OFRECE NINGUNA GARANTÍA, EXPRESA, IMPLÍCITA O REGLAMENTARIA, RESPECTO A LA INFORMACIÓN DE ESTA PRESENTACIÓN.</a:t>
            </a:r>
            <a:endParaRPr kumimoji="0" lang="en-US" sz="4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effectLst/>
              <a:uLnTx/>
              <a:uFillTx/>
              <a:latin typeface="Segoe UI" panose="020B0502040204020203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0D3ADC0-6AA3-517F-C70A-5EE28061E27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r" defTabSz="914367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1486BA7-839C-4D2B-BD52-EF0BBA8433FD}" type="datetime8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pPr marL="0" marR="0" lvl="0" indent="0" algn="r" defTabSz="914367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5/26/2026 2:13 PM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+mn-cs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B0F305-96BE-302A-AB3D-8186A62A50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367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4008EB6-D09E-4580-8CD6-DDB1451194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pPr marL="0" marR="0" lvl="0" indent="0" algn="r" defTabSz="914367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3250591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6AE1CC-91ED-72C3-5A04-ADFB9CB677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A19BE6-067B-0B9A-62AE-E9BE588F60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43C823-DF22-203E-A6FC-C8832AC17A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333"/>
              </a:spcAft>
              <a:buClrTx/>
              <a:buSzTx/>
              <a:buFontTx/>
              <a:buNone/>
              <a:defRPr/>
            </a:pPr>
            <a:r>
              <a:rPr lang="es-ES" sz="882" b="0" i="0" strike="noStrike" cap="none" baseline="0">
                <a:solidFill>
                  <a:srgbClr val="000000"/>
                </a:solidFill>
                <a:effectLst/>
                <a:latin typeface="Segoe UI Light"/>
                <a:ea typeface="Segoe UI Light"/>
                <a:cs typeface="Segoe UI Light"/>
              </a:rPr>
              <a:t>Deja unos minutos para que los alumnos piensen las preguntas y, después, muestra las respuestas correctas.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10AD05-4F7A-12ED-AF19-F455D7C8FB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E04F8E-88E9-481C-A2B3-C92BCE611EF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84210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6C6BE1-B5BB-E9B9-B793-92B04ABA29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9EAB30-3DAF-98DC-45DE-9DDBEA1753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0E0BDD-9D70-0854-E133-9DCE92E2B1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sz="882" b="0" i="0" strike="noStrike" cap="none" baseline="0">
                <a:solidFill>
                  <a:srgbClr val="000000"/>
                </a:solidFill>
                <a:effectLst/>
                <a:latin typeface="Segoe UI Light"/>
                <a:ea typeface="Segoe UI Light"/>
                <a:cs typeface="Segoe UI Light"/>
              </a:rPr>
              <a:t>Usa el vínculo de la diapositiva para ver el módulo de Microsoft Learn del que se deriva esta lección.</a:t>
            </a:r>
          </a:p>
          <a:p>
            <a:endParaRPr lang="en-US"/>
          </a:p>
          <a:p>
            <a:r>
              <a:rPr lang="es-ES" sz="882" b="0" i="0" strike="noStrike" cap="none" baseline="0">
                <a:solidFill>
                  <a:srgbClr val="000000"/>
                </a:solidFill>
                <a:effectLst/>
                <a:latin typeface="Segoe UI Light"/>
                <a:ea typeface="Segoe UI Light"/>
                <a:cs typeface="Segoe UI Light"/>
              </a:rPr>
              <a:t>Este módulo consiste principalmente en usar el laboratorio para la enseñanza, así que no dudes en agregar contenido interesante a esta sección.</a:t>
            </a:r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FE04A4A9-94A0-645D-02E9-F0AB231567F2}"/>
              </a:ext>
            </a:extLst>
          </p:cNvPr>
          <p:cNvSpPr>
            <a:spLocks noGrp="1"/>
          </p:cNvSpPr>
          <p:nvPr>
            <p:ph type="hdr" sz="quarter" idx="6"/>
          </p:nvPr>
        </p:nvSpPr>
        <p:spPr/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D59448-1950-849C-A179-94B233F585A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571500" marR="0" lvl="0" indent="0" algn="l" defTabSz="914099" rtl="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s-ES" sz="400" b="0" i="0" strike="noStrike" cap="none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/>
                  <a:tileRect l="-100000" t="-100000"/>
                </a:gradFill>
                <a:effectLst/>
                <a:latin typeface="Segoe UI"/>
                <a:ea typeface="Segoe UI"/>
                <a:cs typeface="Segoe UI"/>
              </a:rPr>
              <a:t>© Microsoft Corporation. Todos los derechos reservados. MICROSOFT NO OFRECE NINGUNA GARANTÍA, EXPRESA, IMPLÍCITA O REGLAMENTARIA, RESPECTO A LA INFORMACIÓN DE ESTA PRESENTACIÓN.</a:t>
            </a:r>
            <a:endParaRPr kumimoji="0" lang="en-US" sz="4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effectLst/>
              <a:uLnTx/>
              <a:uFillTx/>
              <a:latin typeface="Segoe UI" panose="020B0502040204020203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242F950-259F-7244-2662-1E33645FF65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r" defTabSz="914367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1486BA7-839C-4D2B-BD52-EF0BBA8433FD}" type="datetime8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pPr marL="0" marR="0" lvl="0" indent="0" algn="r" defTabSz="914367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5/26/2026 2:13 PM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+mn-cs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A4836F-F17D-CAFB-A98D-641FC084F1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367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4008EB6-D09E-4580-8CD6-DDB1451194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pPr marL="0" marR="0" lvl="0" indent="0" algn="r" defTabSz="914367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14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9313877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333"/>
              </a:spcAft>
              <a:buClrTx/>
              <a:buSzTx/>
              <a:buFontTx/>
              <a:buNone/>
              <a:defRPr/>
            </a:pPr>
            <a:r>
              <a:rPr lang="es-ES" sz="882" b="0" i="0" strike="noStrike" cap="none" baseline="0">
                <a:solidFill>
                  <a:srgbClr val="000000"/>
                </a:solidFill>
                <a:effectLst/>
                <a:latin typeface="Segoe UI Light"/>
                <a:ea typeface="Segoe UI Light"/>
                <a:cs typeface="Segoe UI Light"/>
              </a:rPr>
              <a:t>Pasa de las </a:t>
            </a:r>
            <a:r>
              <a:rPr lang="es-ES" sz="882" b="1" i="0" strike="noStrike" cap="none" baseline="0">
                <a:solidFill>
                  <a:srgbClr val="000000"/>
                </a:solidFill>
                <a:effectLst/>
                <a:latin typeface="Segoe UI Light"/>
                <a:ea typeface="Segoe UI Light"/>
                <a:cs typeface="Segoe UI Light"/>
              </a:rPr>
              <a:t>cargas de trabajo de texto</a:t>
            </a:r>
            <a:r>
              <a:rPr lang="es-ES" sz="882" b="0" i="0" strike="noStrike" cap="none" baseline="0">
                <a:solidFill>
                  <a:srgbClr val="000000"/>
                </a:solidFill>
                <a:effectLst/>
                <a:latin typeface="Segoe UI Light"/>
                <a:ea typeface="Segoe UI Light"/>
                <a:cs typeface="Segoe UI Light"/>
              </a:rPr>
              <a:t> a voz. Plantea la voz como una modalidad de </a:t>
            </a:r>
            <a:r>
              <a:rPr lang="es-ES" sz="882" b="0" i="1" strike="noStrike" cap="none" baseline="0">
                <a:solidFill>
                  <a:srgbClr val="000000"/>
                </a:solidFill>
                <a:effectLst/>
                <a:latin typeface="Segoe UI Light"/>
                <a:ea typeface="Segoe UI Light"/>
                <a:cs typeface="Segoe UI Light"/>
              </a:rPr>
              <a:t>entrada</a:t>
            </a:r>
            <a:r>
              <a:rPr lang="es-ES" sz="882" b="0" i="0" strike="noStrike" cap="none" baseline="0">
                <a:solidFill>
                  <a:srgbClr val="000000"/>
                </a:solidFill>
                <a:effectLst/>
                <a:latin typeface="Segoe UI Light"/>
                <a:ea typeface="Segoe UI Light"/>
                <a:cs typeface="Segoe UI Light"/>
              </a:rPr>
              <a:t> y </a:t>
            </a:r>
            <a:r>
              <a:rPr lang="es-ES" sz="882" b="0" i="1" strike="noStrike" cap="none" baseline="0">
                <a:solidFill>
                  <a:srgbClr val="000000"/>
                </a:solidFill>
                <a:effectLst/>
                <a:latin typeface="Segoe UI Light"/>
                <a:ea typeface="Segoe UI Light"/>
                <a:cs typeface="Segoe UI Light"/>
              </a:rPr>
              <a:t>salida</a:t>
            </a:r>
            <a:r>
              <a:rPr lang="es-ES" sz="882" b="0" i="0" strike="noStrike" cap="none" baseline="0">
                <a:solidFill>
                  <a:srgbClr val="000000"/>
                </a:solidFill>
                <a:effectLst/>
                <a:latin typeface="Segoe UI Light"/>
                <a:ea typeface="Segoe UI Light"/>
                <a:cs typeface="Segoe UI Light"/>
              </a:rPr>
              <a:t> para la IA generativa. Haz referencia a casos de uso comunes, como la transcripción de llamadas y los bots de voz.</a:t>
            </a:r>
          </a:p>
          <a:p>
            <a:pPr marL="0" marR="0" lvl="0" indent="0" algn="l" defTabSz="91436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333"/>
              </a:spcAft>
              <a:buClrTx/>
              <a:buSzTx/>
              <a:buFontTx/>
              <a:buNone/>
              <a:defRPr/>
            </a:pPr>
            <a:r>
              <a:rPr lang="es-ES" sz="882" b="0" i="0" strike="noStrike" cap="none" baseline="0">
                <a:solidFill>
                  <a:srgbClr val="000000"/>
                </a:solidFill>
                <a:effectLst/>
                <a:latin typeface="Segoe UI Light"/>
                <a:ea typeface="Segoe UI Light"/>
                <a:cs typeface="Segoe UI Light"/>
              </a:rPr>
              <a:t>Explica que Foundry te permite </a:t>
            </a:r>
            <a:r>
              <a:rPr lang="es-ES" sz="882" b="1" i="0" strike="noStrike" cap="none" baseline="0">
                <a:solidFill>
                  <a:srgbClr val="000000"/>
                </a:solidFill>
                <a:effectLst/>
                <a:latin typeface="Segoe UI Light"/>
                <a:ea typeface="Segoe UI Light"/>
                <a:cs typeface="Segoe UI Light"/>
              </a:rPr>
              <a:t>filtrar por capacidad</a:t>
            </a:r>
            <a:r>
              <a:rPr lang="es-ES" sz="882" b="0" i="0" strike="noStrike" cap="none" baseline="0">
                <a:solidFill>
                  <a:srgbClr val="000000"/>
                </a:solidFill>
                <a:effectLst/>
                <a:latin typeface="Segoe UI Light"/>
                <a:ea typeface="Segoe UI Light"/>
                <a:cs typeface="Segoe UI Light"/>
              </a:rPr>
              <a:t>, no solo por familia de modelos. Enfatiza la diferencia entre los modelos de </a:t>
            </a:r>
            <a:r>
              <a:rPr lang="es-ES" sz="882" b="1" i="0" strike="noStrike" cap="none" baseline="0">
                <a:solidFill>
                  <a:srgbClr val="000000"/>
                </a:solidFill>
                <a:effectLst/>
                <a:latin typeface="Segoe UI Light"/>
                <a:ea typeface="Segoe UI Light"/>
                <a:cs typeface="Segoe UI Light"/>
              </a:rPr>
              <a:t>transcripción</a:t>
            </a:r>
            <a:r>
              <a:rPr lang="es-ES" sz="882" b="0" i="0" strike="noStrike" cap="none" baseline="0">
                <a:solidFill>
                  <a:srgbClr val="000000"/>
                </a:solidFill>
                <a:effectLst/>
                <a:latin typeface="Segoe UI Light"/>
                <a:ea typeface="Segoe UI Light"/>
                <a:cs typeface="Segoe UI Light"/>
              </a:rPr>
              <a:t> y </a:t>
            </a:r>
            <a:r>
              <a:rPr lang="es-ES" sz="882" b="1" i="0" strike="noStrike" cap="none" baseline="0">
                <a:solidFill>
                  <a:srgbClr val="000000"/>
                </a:solidFill>
                <a:effectLst/>
                <a:latin typeface="Segoe UI Light"/>
                <a:ea typeface="Segoe UI Light"/>
                <a:cs typeface="Segoe UI Light"/>
              </a:rPr>
              <a:t>síntesis</a:t>
            </a:r>
            <a:r>
              <a:rPr lang="es-ES" sz="882" b="0" i="0" strike="noStrike" cap="none" baseline="0">
                <a:solidFill>
                  <a:srgbClr val="000000"/>
                </a:solidFill>
                <a:effectLst/>
                <a:latin typeface="Segoe UI Light"/>
                <a:ea typeface="Segoe UI Light"/>
                <a:cs typeface="Segoe UI Light"/>
              </a:rPr>
              <a:t>. Ten en cuenta que los nombres de los modelos pueden evolucionar, pero las capacidades siguen siendo coherentes.</a:t>
            </a:r>
          </a:p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14099" eaLnBrk="0" hangingPunct="0"/>
            <a:r>
              <a:rPr lang="es-ES" sz="400" b="0" i="0" strike="noStrike" cap="none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/>
                  <a:tileRect l="-100000" t="-100000"/>
                </a:gradFill>
                <a:effectLst/>
                <a:latin typeface="Segoe UI"/>
                <a:ea typeface="Segoe UI"/>
                <a:cs typeface="Segoe UI"/>
              </a:rPr>
              <a:t>© Microsoft Corporation. Todos los derechos reservados. MICROSOFT NO OFRECE NINGUNA GARANTÍA, EXPRESA, IMPLÍCITA O REGLAMENTARIA, RESPECTO A LA INFORMACIÓN DE ESTA PRESENTACIÓN.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5E12198-D52A-4604-A7DE-05A0E5E96698}" type="datetime8">
              <a:rPr lang="en-US" smtClean="0"/>
              <a:t>5/26/2026 2:13 PM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59641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333"/>
              </a:spcAft>
              <a:buClrTx/>
              <a:buSzTx/>
              <a:buFontTx/>
              <a:buNone/>
              <a:defRPr/>
            </a:pPr>
            <a:r>
              <a:rPr lang="es-ES" sz="882" b="0" i="0" strike="noStrike" cap="none" baseline="0">
                <a:solidFill>
                  <a:srgbClr val="000000"/>
                </a:solidFill>
                <a:effectLst/>
                <a:latin typeface="Segoe UI Light"/>
                <a:ea typeface="Segoe UI Light"/>
                <a:cs typeface="Segoe UI Light"/>
              </a:rPr>
              <a:t>Aclara las expectativas de entrada/salida para cada tipo de modelo. Enfatiza que el audio se trata como </a:t>
            </a:r>
            <a:r>
              <a:rPr lang="es-ES" sz="882" b="1" i="0" strike="noStrike" cap="none" baseline="0">
                <a:solidFill>
                  <a:srgbClr val="000000"/>
                </a:solidFill>
                <a:effectLst/>
                <a:latin typeface="Segoe UI Light"/>
                <a:ea typeface="Segoe UI Light"/>
                <a:cs typeface="Segoe UI Light"/>
              </a:rPr>
              <a:t>datos binarios</a:t>
            </a:r>
            <a:r>
              <a:rPr lang="es-ES" sz="882" b="0" i="0" strike="noStrike" cap="none" baseline="0">
                <a:solidFill>
                  <a:srgbClr val="000000"/>
                </a:solidFill>
                <a:effectLst/>
                <a:latin typeface="Segoe UI Light"/>
                <a:ea typeface="Segoe UI Light"/>
                <a:cs typeface="Segoe UI Light"/>
              </a:rPr>
              <a:t>, no como texto. Señala que la transcripción y la síntesis son </a:t>
            </a:r>
            <a:r>
              <a:rPr lang="es-ES" sz="882" b="1" i="0" strike="noStrike" cap="none" baseline="0">
                <a:solidFill>
                  <a:srgbClr val="000000"/>
                </a:solidFill>
                <a:effectLst/>
                <a:latin typeface="Segoe UI Light"/>
                <a:ea typeface="Segoe UI Light"/>
                <a:cs typeface="Segoe UI Light"/>
              </a:rPr>
              <a:t>cargas de trabajo independientes</a:t>
            </a:r>
            <a:r>
              <a:rPr lang="es-ES" sz="882" b="0" i="0" strike="noStrike" cap="none" baseline="0">
                <a:solidFill>
                  <a:srgbClr val="000000"/>
                </a:solidFill>
                <a:effectLst/>
                <a:latin typeface="Segoe UI Light"/>
                <a:ea typeface="Segoe UI Light"/>
                <a:cs typeface="Segoe UI Light"/>
              </a:rPr>
              <a:t>.</a:t>
            </a:r>
          </a:p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14099" eaLnBrk="0" hangingPunct="0"/>
            <a:r>
              <a:rPr lang="es-ES" sz="400" b="0" i="0" strike="noStrike" cap="none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/>
                  <a:tileRect l="-100000" t="-100000"/>
                </a:gradFill>
                <a:effectLst/>
                <a:latin typeface="Segoe UI"/>
                <a:ea typeface="Segoe UI"/>
                <a:cs typeface="Segoe UI"/>
              </a:rPr>
              <a:t>© Microsoft Corporation. Todos los derechos reservados. MICROSOFT NO OFRECE NINGUNA GARANTÍA, EXPRESA, IMPLÍCITA O REGLAMENTARIA, RESPECTO A LA INFORMACIÓN DE ESTA PRESENTACIÓN.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5E12198-D52A-4604-A7DE-05A0E5E96698}" type="datetime8">
              <a:rPr lang="en-US" smtClean="0"/>
              <a:t>5/26/2026 2:13 PM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99038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E57997-5B2D-549E-F768-7766F65086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873BF3-E0D4-0523-D8E9-356F22D202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F39D8F-F11A-9C0A-518C-C6B2286EE4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sz="882" b="0" i="0" strike="noStrike" cap="none" baseline="0">
                <a:solidFill>
                  <a:srgbClr val="000000"/>
                </a:solidFill>
                <a:effectLst/>
                <a:latin typeface="Segoe UI Light"/>
                <a:ea typeface="Segoe UI Light"/>
                <a:cs typeface="Segoe UI Light"/>
              </a:rPr>
              <a:t>Cada ejercicio comienza con el mismo procedimiento para crear un proyecto Foundry: ¡los alumnos terminarán siendo bastante expertos en el tema al final del día!</a:t>
            </a:r>
          </a:p>
          <a:p>
            <a:r>
              <a:rPr lang="es-ES" sz="882" b="0" i="0" strike="noStrike" cap="none" baseline="0">
                <a:solidFill>
                  <a:srgbClr val="000000"/>
                </a:solidFill>
                <a:effectLst/>
                <a:latin typeface="Segoe UI Light"/>
                <a:ea typeface="Segoe UI Light"/>
                <a:cs typeface="Segoe UI Light"/>
              </a:rPr>
              <a:t>La repetición de este procedimiento puede ser ardua, pero es necesaria para mantener los ejercicios modulares y evitar consumir recursos de Azure innecesarios (tanto por motivos de coste como para liberar la capacidad del centro de datos para otros clientes de Azure)</a:t>
            </a:r>
          </a:p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48403F4E-3A0C-B669-EFF4-F47613B0ACD2}"/>
              </a:ext>
            </a:extLst>
          </p:cNvPr>
          <p:cNvSpPr>
            <a:spLocks noGrp="1"/>
          </p:cNvSpPr>
          <p:nvPr>
            <p:ph type="hdr" sz="quarter" idx="6"/>
          </p:nvPr>
        </p:nvSpPr>
        <p:spPr/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23EE4E-64E6-0192-D309-3EA4B05A536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571500" marR="0" lvl="0" indent="0" algn="l" defTabSz="914099" rtl="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s-ES" sz="400" b="0" i="0" strike="noStrike" cap="none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/>
                  <a:tileRect l="-100000" t="-100000"/>
                </a:gradFill>
                <a:effectLst/>
                <a:latin typeface="Segoe UI"/>
                <a:ea typeface="Segoe UI"/>
                <a:cs typeface="Segoe UI"/>
              </a:rPr>
              <a:t>© Microsoft Corporation. Todos los derechos reservados. MICROSOFT NO OFRECE NINGUNA GARANTÍA, EXPRESA, IMPLÍCITA O REGLAMENTARIA, RESPECTO A LA INFORMACIÓN DE ESTA PRESENTACIÓN.</a:t>
            </a:r>
            <a:endParaRPr kumimoji="0" lang="en-US" sz="4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effectLst/>
              <a:uLnTx/>
              <a:uFillTx/>
              <a:latin typeface="Segoe UI" panose="020B0502040204020203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6706308-8412-A357-972A-0177BE48465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r" defTabSz="914367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1486BA7-839C-4D2B-BD52-EF0BBA8433FD}" type="datetime8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pPr marL="0" marR="0" lvl="0" indent="0" algn="r" defTabSz="914367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5/26/2026 2:13 PM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+mn-cs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CD761C-40A2-EBB6-D597-4DE3ABA217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367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4008EB6-D09E-4580-8CD6-DDB1451194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pPr marL="0" marR="0" lvl="0" indent="0" algn="r" defTabSz="914367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17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1068939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6F9113-A9FB-A55D-447D-2B609891EA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8C524B-B953-21E0-06CF-DF1E33CDA8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96AF4B-B362-68DF-B24C-63B00817B0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sz="882" b="0" i="0" strike="noStrike" cap="none" baseline="0">
                <a:solidFill>
                  <a:srgbClr val="000000"/>
                </a:solidFill>
                <a:effectLst/>
                <a:latin typeface="Segoe UI Light"/>
                <a:ea typeface="Segoe UI Light"/>
                <a:cs typeface="Segoe UI Light"/>
              </a:rPr>
              <a:t>Use la animación de la diapositiva para mostrar las respuestas correctas.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EA1CC0-FEBF-1B4F-38D7-19BAB8F1E3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367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7E04F8E-88E9-481C-A2B3-C92BCE611EF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pPr marL="0" marR="0" lvl="0" indent="0" algn="r" defTabSz="914367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18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0895324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32742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340"/>
              </a:spcAft>
              <a:buClrTx/>
              <a:buSzTx/>
              <a:buFontTx/>
              <a:buNone/>
              <a:defRPr/>
            </a:pPr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14099" eaLnBrk="0" hangingPunct="0"/>
            <a:r>
              <a:rPr lang="es-ES" sz="400" b="0" i="0" strike="noStrike" cap="none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/>
                  <a:tileRect l="-100000" t="-100000"/>
                </a:gradFill>
                <a:effectLst/>
                <a:latin typeface="Segoe UI"/>
                <a:ea typeface="Segoe UI"/>
                <a:cs typeface="Segoe UI"/>
              </a:rPr>
              <a:t>© Microsoft Corporation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13795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333"/>
              </a:spcAft>
              <a:buClrTx/>
              <a:buSzTx/>
              <a:buFontTx/>
              <a:buNone/>
              <a:defRPr/>
            </a:pPr>
            <a:r>
              <a:rPr lang="es-ES" sz="882" b="0" i="0" strike="noStrike" cap="none" baseline="0">
                <a:solidFill>
                  <a:srgbClr val="000000"/>
                </a:solidFill>
                <a:effectLst/>
                <a:latin typeface="Segoe UI Light"/>
                <a:ea typeface="Segoe UI Light"/>
                <a:cs typeface="Segoe UI Light"/>
              </a:rPr>
              <a:t>Sitúa esto como el enfoque </a:t>
            </a:r>
            <a:r>
              <a:rPr lang="es-ES" sz="882" b="1" i="0" strike="noStrike" cap="none" baseline="0">
                <a:solidFill>
                  <a:srgbClr val="000000"/>
                </a:solidFill>
                <a:effectLst/>
                <a:latin typeface="Segoe UI Light"/>
                <a:ea typeface="Segoe UI Light"/>
                <a:cs typeface="Segoe UI Light"/>
              </a:rPr>
              <a:t>basado en el SDK</a:t>
            </a:r>
            <a:r>
              <a:rPr lang="es-ES" sz="882" b="0" i="0" strike="noStrike" cap="none" baseline="0">
                <a:solidFill>
                  <a:srgbClr val="000000"/>
                </a:solidFill>
                <a:effectLst/>
                <a:latin typeface="Segoe UI Light"/>
                <a:ea typeface="Segoe UI Light"/>
                <a:cs typeface="Segoe UI Light"/>
              </a:rPr>
              <a:t>, no basado en el agente. Reafirma la alineación con los conceptos anteriores de Foundry.</a:t>
            </a:r>
          </a:p>
          <a:p>
            <a:pPr marL="0" marR="0" lvl="0" indent="0" algn="l" defTabSz="91436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333"/>
              </a:spcAft>
              <a:buClrTx/>
              <a:buSzTx/>
              <a:buFontTx/>
              <a:buNone/>
              <a:defRPr/>
            </a:pPr>
            <a:r>
              <a:rPr lang="es-ES" sz="882" b="0" i="0" strike="noStrike" cap="none" baseline="0">
                <a:solidFill>
                  <a:srgbClr val="000000"/>
                </a:solidFill>
                <a:effectLst/>
                <a:latin typeface="Segoe UI Light"/>
                <a:ea typeface="Segoe UI Light"/>
                <a:cs typeface="Segoe UI Light"/>
              </a:rPr>
              <a:t>Recorre todas las capacidades de voz. Resalta </a:t>
            </a:r>
            <a:r>
              <a:rPr lang="es-ES" sz="882" b="1" i="0" strike="noStrike" cap="none" baseline="0">
                <a:solidFill>
                  <a:srgbClr val="000000"/>
                </a:solidFill>
                <a:effectLst/>
                <a:latin typeface="Segoe UI Light"/>
                <a:ea typeface="Segoe UI Light"/>
                <a:cs typeface="Segoe UI Light"/>
              </a:rPr>
              <a:t>Voice Live</a:t>
            </a:r>
            <a:r>
              <a:rPr lang="es-ES" sz="882" b="0" i="0" strike="noStrike" cap="none" baseline="0">
                <a:solidFill>
                  <a:srgbClr val="000000"/>
                </a:solidFill>
                <a:effectLst/>
                <a:latin typeface="Segoe UI Light"/>
                <a:ea typeface="Segoe UI Light"/>
                <a:cs typeface="Segoe UI Light"/>
              </a:rPr>
              <a:t> como diferenciador para escenarios y la traducción en tiempo real como una característica transversal. Más adelante trataremos ambos con mayor detalle. Por ahora, nos centraremos en voz a texto y texto a voz.</a:t>
            </a:r>
          </a:p>
          <a:p>
            <a:pPr marL="0" marR="0" lvl="0" indent="0" algn="l" defTabSz="91436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333"/>
              </a:spcAft>
              <a:buClrTx/>
              <a:buSzTx/>
              <a:buFontTx/>
              <a:buNone/>
              <a:defRPr/>
            </a:pPr>
            <a:endParaRPr lang="en-US" sz="882" b="0" i="0" kern="120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14099" eaLnBrk="0" hangingPunct="0"/>
            <a:r>
              <a:rPr lang="es-ES" sz="400" b="0" i="0" strike="noStrike" cap="none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/>
                  <a:tileRect l="-100000" t="-100000"/>
                </a:gradFill>
                <a:effectLst/>
                <a:latin typeface="Segoe UI"/>
                <a:ea typeface="Segoe UI"/>
                <a:cs typeface="Segoe UI"/>
              </a:rPr>
              <a:t>© Microsoft Corporation. Todos los derechos reservados. MICROSOFT NO OFRECE NINGUNA GARANTÍA, EXPRESA, IMPLÍCITA O REGLAMENTARIA, RESPECTO A LA INFORMACIÓN DE ESTA PRESENTACIÓN.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2D91E10-8992-4C3B-B3D5-52A5B0441442}" type="datetime8">
              <a:rPr lang="en-US" smtClean="0"/>
              <a:t>5/26/2026 2:13 PM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97599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333"/>
              </a:spcAft>
              <a:buClrTx/>
              <a:buSzTx/>
              <a:buFontTx/>
              <a:buNone/>
              <a:defRPr/>
            </a:pPr>
            <a:r>
              <a:rPr lang="es-ES" sz="882" b="0" i="0" strike="noStrike" cap="none" baseline="0">
                <a:solidFill>
                  <a:srgbClr val="000000"/>
                </a:solidFill>
                <a:effectLst/>
                <a:latin typeface="Segoe UI Light"/>
                <a:ea typeface="Segoe UI Light"/>
                <a:cs typeface="Segoe UI Light"/>
              </a:rPr>
              <a:t>Explica el rol de </a:t>
            </a:r>
            <a:r>
              <a:rPr lang="es-ES" sz="882" b="1" i="0" strike="noStrike" cap="none" baseline="0">
                <a:solidFill>
                  <a:srgbClr val="000000"/>
                </a:solidFill>
                <a:effectLst/>
                <a:latin typeface="Segoe UI Light"/>
                <a:ea typeface="Segoe UI Light"/>
                <a:cs typeface="Segoe UI Light"/>
              </a:rPr>
              <a:t>SpeechConfig</a:t>
            </a:r>
            <a:r>
              <a:rPr lang="es-ES" sz="882" b="0" i="0" strike="noStrike" cap="none" baseline="0">
                <a:solidFill>
                  <a:srgbClr val="000000"/>
                </a:solidFill>
                <a:effectLst/>
                <a:latin typeface="Segoe UI Light"/>
                <a:ea typeface="Segoe UI Light"/>
                <a:cs typeface="Segoe UI Light"/>
              </a:rPr>
              <a:t> como objeto de configuración central. Reafirma las opciones de autenticación y la coherencia del punto de conexión con otros servicios. Ten en cuenta que Foundry unifica los patrones de acceso a Speech.</a:t>
            </a:r>
          </a:p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14099" eaLnBrk="0" hangingPunct="0"/>
            <a:r>
              <a:rPr lang="es-ES" sz="400" b="0" i="0" strike="noStrike" cap="none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/>
                  <a:tileRect l="-100000" t="-100000"/>
                </a:gradFill>
                <a:effectLst/>
                <a:latin typeface="Segoe UI"/>
                <a:ea typeface="Segoe UI"/>
                <a:cs typeface="Segoe UI"/>
              </a:rPr>
              <a:t>© Microsoft Corporation. Todos los derechos reservados. MICROSOFT NO OFRECE NINGUNA GARANTÍA, EXPRESA, IMPLÍCITA O REGLAMENTARIA, RESPECTO A LA INFORMACIÓN DE ESTA PRESENTACIÓN.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2D91E10-8992-4C3B-B3D5-52A5B0441442}" type="datetime8">
              <a:rPr lang="en-US" smtClean="0"/>
              <a:t>5/26/2026 2:13 PM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56407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333"/>
              </a:spcAft>
              <a:buClrTx/>
              <a:buSzTx/>
              <a:buFontTx/>
              <a:buNone/>
              <a:defRPr/>
            </a:pPr>
            <a:r>
              <a:rPr lang="es-ES" sz="882" b="0" i="0" strike="noStrike" cap="none" baseline="0">
                <a:solidFill>
                  <a:srgbClr val="000000"/>
                </a:solidFill>
                <a:effectLst/>
                <a:latin typeface="Segoe UI Light"/>
                <a:ea typeface="Segoe UI Light"/>
                <a:cs typeface="Segoe UI Light"/>
              </a:rPr>
              <a:t>Recorre el ciclo de vida del reconocimiento. Explica los motivos de los resultados y por qué </a:t>
            </a:r>
            <a:r>
              <a:rPr lang="es-ES" sz="882" b="1" i="0" strike="noStrike" cap="none" baseline="0">
                <a:solidFill>
                  <a:srgbClr val="000000"/>
                </a:solidFill>
                <a:effectLst/>
                <a:latin typeface="Segoe UI Light"/>
                <a:ea typeface="Segoe UI Light"/>
                <a:cs typeface="Segoe UI Light"/>
              </a:rPr>
              <a:t>NoMatch</a:t>
            </a:r>
            <a:r>
              <a:rPr lang="es-ES" sz="882" b="0" i="0" strike="noStrike" cap="none" baseline="0">
                <a:solidFill>
                  <a:srgbClr val="000000"/>
                </a:solidFill>
                <a:effectLst/>
                <a:latin typeface="Segoe UI Light"/>
                <a:ea typeface="Segoe UI Light"/>
                <a:cs typeface="Segoe UI Light"/>
              </a:rPr>
              <a:t> importa en producción. Menciona que RecognizeOnceAsync() es más sencillo, pero no continuo.</a:t>
            </a:r>
          </a:p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14099" eaLnBrk="0" hangingPunct="0"/>
            <a:r>
              <a:rPr lang="es-ES" sz="400" b="0" i="0" strike="noStrike" cap="none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/>
                  <a:tileRect l="-100000" t="-100000"/>
                </a:gradFill>
                <a:effectLst/>
                <a:latin typeface="Segoe UI"/>
                <a:ea typeface="Segoe UI"/>
                <a:cs typeface="Segoe UI"/>
              </a:rPr>
              <a:t>© Microsoft Corporation. Todos los derechos reservados. MICROSOFT NO OFRECE NINGUNA GARANTÍA, EXPRESA, IMPLÍCITA O REGLAMENTARIA, RESPECTO A LA INFORMACIÓN DE ESTA PRESENTACIÓN.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1FC9250-9BAC-4B29-8D25-6E971010E5B8}" type="datetime8">
              <a:rPr lang="en-US" smtClean="0"/>
              <a:t>5/26/2026 2:13 PM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21049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333"/>
              </a:spcAft>
              <a:buClrTx/>
              <a:buSzTx/>
              <a:buFontTx/>
              <a:buNone/>
              <a:defRPr/>
            </a:pPr>
            <a:r>
              <a:rPr lang="es-ES" sz="882" b="0" i="0" strike="noStrike" cap="none" baseline="0">
                <a:solidFill>
                  <a:srgbClr val="000000"/>
                </a:solidFill>
                <a:effectLst/>
                <a:latin typeface="Segoe UI Light"/>
                <a:ea typeface="Segoe UI Light"/>
                <a:cs typeface="Segoe UI Light"/>
              </a:rPr>
              <a:t>Enfatiza la selección de voz y el formato de salida. Aclara dónde se representa el audio (altavoz frente a archivo). Ten en cuenta que los resultados de la síntesis incluyen metadatos útiles para la depuración.</a:t>
            </a:r>
          </a:p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14099" eaLnBrk="0" hangingPunct="0"/>
            <a:r>
              <a:rPr lang="es-ES" sz="400" b="0" i="0" strike="noStrike" cap="none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/>
                  <a:tileRect l="-100000" t="-100000"/>
                </a:gradFill>
                <a:effectLst/>
                <a:latin typeface="Segoe UI"/>
                <a:ea typeface="Segoe UI"/>
                <a:cs typeface="Segoe UI"/>
              </a:rPr>
              <a:t>© Microsoft Corporation. Todos los derechos reservados. MICROSOFT NO OFRECE NINGUNA GARANTÍA, EXPRESA, IMPLÍCITA O REGLAMENTARIA, RESPECTO A LA INFORMACIÓN DE ESTA PRESENTACIÓN.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80EF392-206C-4861-B318-36A5A794A39B}" type="datetime8">
              <a:rPr lang="en-US" smtClean="0"/>
              <a:t>5/26/2026 2:13 PM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54468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333"/>
              </a:spcAft>
              <a:buClrTx/>
              <a:buSzTx/>
              <a:buFontTx/>
              <a:buNone/>
              <a:defRPr/>
            </a:pPr>
            <a:r>
              <a:rPr lang="es-ES" sz="882" b="0" i="0" strike="noStrike" cap="none" baseline="0">
                <a:solidFill>
                  <a:srgbClr val="000000"/>
                </a:solidFill>
                <a:effectLst/>
                <a:latin typeface="Segoe UI Light"/>
                <a:ea typeface="Segoe UI Light"/>
                <a:cs typeface="Segoe UI Light"/>
              </a:rPr>
              <a:t>Explica SSML como </a:t>
            </a:r>
            <a:r>
              <a:rPr lang="es-ES" sz="882" b="1" i="0" strike="noStrike" cap="none" baseline="0">
                <a:solidFill>
                  <a:srgbClr val="000000"/>
                </a:solidFill>
                <a:effectLst/>
                <a:latin typeface="Segoe UI Light"/>
                <a:ea typeface="Segoe UI Light"/>
                <a:cs typeface="Segoe UI Light"/>
              </a:rPr>
              <a:t>opcional pero eficaz</a:t>
            </a:r>
            <a:r>
              <a:rPr lang="es-ES" sz="882" b="0" i="0" strike="noStrike" cap="none" baseline="0">
                <a:solidFill>
                  <a:srgbClr val="000000"/>
                </a:solidFill>
                <a:effectLst/>
                <a:latin typeface="Segoe UI Light"/>
                <a:ea typeface="Segoe UI Light"/>
                <a:cs typeface="Segoe UI Light"/>
              </a:rPr>
              <a:t>. Recorre el ejemplo para mostrar varias voces y estilos. Enfatiza los casos de uso, como el control de pronunciación y el ritmo.</a:t>
            </a:r>
          </a:p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14099" eaLnBrk="0" hangingPunct="0"/>
            <a:r>
              <a:rPr lang="es-ES" sz="400" b="0" i="0" strike="noStrike" cap="none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/>
                  <a:tileRect l="-100000" t="-100000"/>
                </a:gradFill>
                <a:effectLst/>
                <a:latin typeface="Segoe UI"/>
                <a:ea typeface="Segoe UI"/>
                <a:cs typeface="Segoe UI"/>
              </a:rPr>
              <a:t>© Microsoft Corporation. Todos los derechos reservados. MICROSOFT NO OFRECE NINGUNA GARANTÍA, EXPRESA, IMPLÍCITA O REGLAMENTARIA, RESPECTO A LA INFORMACIÓN DE ESTA PRESENTACIÓN.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5E12198-D52A-4604-A7DE-05A0E5E96698}" type="datetime8">
              <a:rPr lang="en-US" smtClean="0"/>
              <a:t>5/26/2026 2:13 PM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79134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BD1E93-6514-132D-B08F-3BB72FDA0C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FA02A5-CC75-1A84-FB19-2271213C72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D03856-75DD-50E8-C96E-F318979CF9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 eaLnBrk="1" latinLnBrk="0" hangingPunct="1"/>
            <a:r>
              <a:rPr lang="es-ES" sz="882" b="0" i="0" strike="noStrike" cap="none" baseline="0">
                <a:solidFill>
                  <a:srgbClr val="000000"/>
                </a:solidFill>
                <a:effectLst/>
                <a:latin typeface="Segoe UI Light"/>
                <a:ea typeface="Segoe UI Light"/>
                <a:cs typeface="Segoe UI Light"/>
              </a:rPr>
              <a:t>Cada ejercicio comienza con el mismo procedimiento para crear un proyecto Foundry: ¡los alumnos terminarán siendo bastante expertos en el tema al final del día!</a:t>
            </a:r>
            <a:endParaRPr lang="en-US">
              <a:effectLst/>
            </a:endParaRPr>
          </a:p>
          <a:p>
            <a:pPr rtl="0" eaLnBrk="1" latinLnBrk="0" hangingPunct="1"/>
            <a:r>
              <a:rPr lang="es-ES" sz="882" b="0" i="0" strike="noStrike" cap="none" baseline="0">
                <a:solidFill>
                  <a:srgbClr val="000000"/>
                </a:solidFill>
                <a:effectLst/>
                <a:latin typeface="Segoe UI Light"/>
                <a:ea typeface="Segoe UI Light"/>
                <a:cs typeface="Segoe UI Light"/>
              </a:rPr>
              <a:t>La repetición de este procedimiento puede ser ardua, pero es necesaria para mantener los ejercicios modulares y evitar consumir recursos de Azure innecesarios (tanto por motivos de coste como para liberar la capacidad del centro de datos para otros clientes de Azure)</a:t>
            </a:r>
            <a:endParaRPr lang="en-US">
              <a:effectLst/>
            </a:endParaRPr>
          </a:p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254AE3D7-B2E8-6E85-09C7-42B0194B6381}"/>
              </a:ext>
            </a:extLst>
          </p:cNvPr>
          <p:cNvSpPr>
            <a:spLocks noGrp="1"/>
          </p:cNvSpPr>
          <p:nvPr>
            <p:ph type="hdr" sz="quarter" idx="6"/>
          </p:nvPr>
        </p:nvSpPr>
        <p:spPr/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2F5434-22AD-69FD-C41D-D45E68E3AA1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571500" marR="0" lvl="0" indent="0" algn="l" defTabSz="914099" rtl="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s-ES" sz="400" b="0" i="0" strike="noStrike" cap="none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/>
                  <a:tileRect l="-100000" t="-100000"/>
                </a:gradFill>
                <a:effectLst/>
                <a:latin typeface="Segoe UI"/>
                <a:ea typeface="Segoe UI"/>
                <a:cs typeface="Segoe UI"/>
              </a:rPr>
              <a:t>© Microsoft Corporation. Todos los derechos reservados. MICROSOFT NO OFRECE NINGUNA GARANTÍA, EXPRESA, IMPLÍCITA O REGLAMENTARIA, RESPECTO A LA INFORMACIÓN DE ESTA PRESENTACIÓN.</a:t>
            </a:r>
            <a:endParaRPr kumimoji="0" lang="en-US" sz="4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effectLst/>
              <a:uLnTx/>
              <a:uFillTx/>
              <a:latin typeface="Segoe UI" panose="020B0502040204020203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56CF8E8-D1ED-6F2B-CFBA-6036F1BD1AE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r" defTabSz="914367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1486BA7-839C-4D2B-BD52-EF0BBA8433FD}" type="datetime8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pPr marL="0" marR="0" lvl="0" indent="0" algn="r" defTabSz="914367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5/26/2026 2:13 PM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+mn-cs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CCC22C-AE2B-D0F9-170B-3D8E16ACAA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367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4008EB6-D09E-4580-8CD6-DDB1451194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pPr marL="0" marR="0" lvl="0" indent="0" algn="r" defTabSz="914367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4818637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sz="882" b="0" i="0" strike="noStrike" cap="none" baseline="0">
                <a:solidFill>
                  <a:srgbClr val="000000"/>
                </a:solidFill>
                <a:effectLst/>
                <a:latin typeface="Segoe UI Light"/>
                <a:ea typeface="Segoe UI Light"/>
                <a:cs typeface="Segoe UI Light"/>
              </a:rPr>
              <a:t>Use la animación de la diapositiva para mostrar las respuestas correctas.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E04F8E-88E9-481C-A2B3-C92BCE611EF5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8112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46831B-E952-366E-0181-BE70D6BFE7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D55E65-4704-A522-8B62-22F6A3B32A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242DD1-C47A-CEA2-5971-2166BABA50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32742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340"/>
              </a:spcAft>
              <a:buClrTx/>
              <a:buSzTx/>
              <a:buFontTx/>
              <a:buNone/>
              <a:defRPr/>
            </a:pPr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22DE66FD-5E3A-7ED6-3EC0-1B0767B5FCF0}"/>
              </a:ext>
            </a:extLst>
          </p:cNvPr>
          <p:cNvSpPr>
            <a:spLocks noGrp="1"/>
          </p:cNvSpPr>
          <p:nvPr>
            <p:ph type="hdr" sz="quarter" idx="6"/>
          </p:nvPr>
        </p:nvSpPr>
        <p:spPr/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33A459-DECD-6616-6E69-92C38A2F8B6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571500" marR="0" lvl="0" indent="0" algn="l" defTabSz="914099" rtl="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s-ES" sz="400" b="0" i="0" strike="noStrike" cap="none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/>
                  <a:tileRect l="-100000" t="-100000"/>
                </a:gradFill>
                <a:effectLst/>
                <a:latin typeface="Segoe UI"/>
                <a:ea typeface="Segoe UI"/>
                <a:cs typeface="Segoe UI"/>
              </a:rPr>
              <a:t>© Microsoft Corporation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146C8E-981B-C6CD-40F4-1590A519EE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367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4008EB6-D09E-4580-8CD6-DDB1451194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pPr marL="0" marR="0" lvl="0" indent="0" algn="r" defTabSz="914367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27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5732348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6D9B62-EBF1-686A-FB98-ACA3256C8C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1D704C-42AE-2A23-9E91-169F227000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1438B6-9C99-8AB6-2ADB-03F8ACB8DF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333"/>
              </a:spcAft>
              <a:buClrTx/>
              <a:buSzTx/>
              <a:buFontTx/>
              <a:buNone/>
              <a:defRPr/>
            </a:pPr>
            <a:r>
              <a:rPr lang="es-ES" sz="882" b="0" i="0" strike="noStrike" cap="none" baseline="0">
                <a:solidFill>
                  <a:srgbClr val="000000"/>
                </a:solidFill>
                <a:effectLst/>
                <a:latin typeface="Segoe UI Light"/>
                <a:ea typeface="Segoe UI Light"/>
                <a:cs typeface="Segoe UI Light"/>
              </a:rPr>
              <a:t>Vuelve a la </a:t>
            </a:r>
            <a:r>
              <a:rPr lang="es-ES" sz="882" b="1" i="0" strike="noStrike" cap="none" baseline="0">
                <a:solidFill>
                  <a:srgbClr val="000000"/>
                </a:solidFill>
                <a:effectLst/>
                <a:latin typeface="Segoe UI Light"/>
                <a:ea typeface="Segoe UI Light"/>
                <a:cs typeface="Segoe UI Light"/>
              </a:rPr>
              <a:t>arquitectura basada en agente</a:t>
            </a:r>
            <a:r>
              <a:rPr lang="es-ES" sz="882" b="0" i="0" strike="noStrike" cap="none" baseline="0">
                <a:solidFill>
                  <a:srgbClr val="000000"/>
                </a:solidFill>
                <a:effectLst/>
                <a:latin typeface="Segoe UI Light"/>
                <a:ea typeface="Segoe UI Light"/>
                <a:cs typeface="Segoe UI Light"/>
              </a:rPr>
              <a:t>, ahora con voz. </a:t>
            </a:r>
          </a:p>
          <a:p>
            <a:pPr marL="0" marR="0" lvl="0" indent="0" algn="l" defTabSz="91436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333"/>
              </a:spcAft>
              <a:buClrTx/>
              <a:buSzTx/>
              <a:buFontTx/>
              <a:buNone/>
              <a:defRPr/>
            </a:pPr>
            <a:r>
              <a:rPr lang="es-ES" sz="882" b="0" i="0" strike="noStrike" cap="none" baseline="0">
                <a:solidFill>
                  <a:srgbClr val="000000"/>
                </a:solidFill>
                <a:effectLst/>
                <a:latin typeface="Segoe UI Light"/>
                <a:ea typeface="Segoe UI Light"/>
                <a:cs typeface="Segoe UI Light"/>
              </a:rPr>
              <a:t>Recorre el flujo y enfatiza </a:t>
            </a:r>
            <a:r>
              <a:rPr lang="es-ES" sz="882" b="1" i="0" strike="noStrike" cap="none" baseline="0">
                <a:solidFill>
                  <a:srgbClr val="000000"/>
                </a:solidFill>
                <a:effectLst/>
                <a:latin typeface="Segoe UI Light"/>
                <a:ea typeface="Segoe UI Light"/>
                <a:cs typeface="Segoe UI Light"/>
              </a:rPr>
              <a:t>Azure Storage</a:t>
            </a:r>
            <a:r>
              <a:rPr lang="es-ES" sz="882" b="0" i="0" strike="noStrike" cap="none" baseline="0">
                <a:solidFill>
                  <a:srgbClr val="000000"/>
                </a:solidFill>
                <a:effectLst/>
                <a:latin typeface="Segoe UI Light"/>
                <a:ea typeface="Segoe UI Light"/>
                <a:cs typeface="Segoe UI Light"/>
              </a:rPr>
              <a:t> para artefactos de audio. Explica por qué se requiere una cuenta de almacenamiento para el audio generado. Vuelve a reafirmar la selección de herramientas controladas por agentes.</a:t>
            </a:r>
          </a:p>
          <a:p>
            <a:pPr marL="0" marR="0" lvl="0" indent="0" algn="l" defTabSz="91436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333"/>
              </a:spcAft>
              <a:buClrTx/>
              <a:buSzTx/>
              <a:buFontTx/>
              <a:buNone/>
              <a:defRPr/>
            </a:pPr>
            <a:endParaRPr lang="en-US" sz="882" b="0" i="0" kern="120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9DF08DEF-7F49-EC49-229E-0C6B5CEFC7D7}"/>
              </a:ext>
            </a:extLst>
          </p:cNvPr>
          <p:cNvSpPr>
            <a:spLocks noGrp="1"/>
          </p:cNvSpPr>
          <p:nvPr>
            <p:ph type="hdr" sz="quarter" idx="6"/>
          </p:nvPr>
        </p:nvSpPr>
        <p:spPr/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F7EE22-85A1-4B4B-3F68-A35B1E6C872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571500" marR="0" lvl="0" indent="0" algn="l" defTabSz="914099" rtl="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s-ES" sz="400" b="0" i="0" strike="noStrike" cap="none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/>
                  <a:tileRect l="-100000" t="-100000"/>
                </a:gradFill>
                <a:effectLst/>
                <a:latin typeface="Segoe UI"/>
                <a:ea typeface="Segoe UI"/>
                <a:cs typeface="Segoe UI"/>
              </a:rPr>
              <a:t>© Microsoft Corporation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BAACDE-CA48-0854-8F77-B78338CC05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367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4008EB6-D09E-4580-8CD6-DDB1451194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pPr marL="0" marR="0" lvl="0" indent="0" algn="r" defTabSz="914367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28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8229825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8B3647-F7EB-EB39-1C86-6BC03A109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1265F2-C34A-3ADC-C767-5C2B0A5D75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58E1AC-EC21-397C-7537-50D78C4375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333"/>
              </a:spcAft>
              <a:buClrTx/>
              <a:buSzTx/>
              <a:buFontTx/>
              <a:buNone/>
              <a:defRPr/>
            </a:pPr>
            <a:r>
              <a:rPr lang="es-ES" sz="882" b="0" i="0" strike="noStrike" cap="none" baseline="0">
                <a:solidFill>
                  <a:srgbClr val="000000"/>
                </a:solidFill>
                <a:effectLst/>
                <a:latin typeface="Segoe UI Light"/>
                <a:ea typeface="Segoe UI Light"/>
                <a:cs typeface="Segoe UI Light"/>
              </a:rPr>
              <a:t>Señala explícitamente el </a:t>
            </a:r>
            <a:r>
              <a:rPr lang="es-ES" sz="882" b="1" i="0" strike="noStrike" cap="none" baseline="0">
                <a:solidFill>
                  <a:srgbClr val="000000"/>
                </a:solidFill>
                <a:effectLst/>
                <a:latin typeface="Segoe UI Light"/>
                <a:ea typeface="Segoe UI Light"/>
                <a:cs typeface="Segoe UI Light"/>
              </a:rPr>
              <a:t>requisito de dirección URL SAS</a:t>
            </a:r>
            <a:r>
              <a:rPr lang="es-ES" sz="882" b="0" i="0" strike="noStrike" cap="none" baseline="0">
                <a:solidFill>
                  <a:srgbClr val="000000"/>
                </a:solidFill>
                <a:effectLst/>
                <a:latin typeface="Segoe UI Light"/>
                <a:ea typeface="Segoe UI Light"/>
                <a:cs typeface="Segoe UI Light"/>
              </a:rPr>
              <a:t>.</a:t>
            </a:r>
          </a:p>
          <a:p>
            <a:pPr marL="0" marR="0" lvl="0" indent="0" algn="l" defTabSz="91436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333"/>
              </a:spcAft>
              <a:buClrTx/>
              <a:buSzTx/>
              <a:buFontTx/>
              <a:buNone/>
              <a:defRPr/>
            </a:pPr>
            <a:r>
              <a:rPr lang="es-ES" sz="882" b="0" i="0" strike="noStrike" cap="none" baseline="0">
                <a:solidFill>
                  <a:srgbClr val="000000"/>
                </a:solidFill>
                <a:effectLst/>
                <a:latin typeface="Segoe UI Light"/>
                <a:ea typeface="Segoe UI Light"/>
                <a:cs typeface="Segoe UI Light"/>
              </a:rPr>
              <a:t>Reafirma que las instrucciones del agente determinan la elección de herramientas.</a:t>
            </a:r>
          </a:p>
          <a:p>
            <a:pPr marL="0" marR="0" lvl="0" indent="0" algn="l" defTabSz="91436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333"/>
              </a:spcAft>
              <a:buClrTx/>
              <a:buSzTx/>
              <a:buFontTx/>
              <a:buNone/>
              <a:defRPr/>
            </a:pPr>
            <a:r>
              <a:rPr lang="es-ES" sz="882" b="0" i="0" strike="noStrike" cap="none" baseline="0">
                <a:solidFill>
                  <a:srgbClr val="000000"/>
                </a:solidFill>
                <a:effectLst/>
                <a:latin typeface="Segoe UI Light"/>
                <a:ea typeface="Segoe UI Light"/>
                <a:cs typeface="Segoe UI Light"/>
              </a:rPr>
              <a:t>Anima a realizar pruebas con entradas de texto y audio.</a:t>
            </a:r>
          </a:p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5586883A-1D27-E4F3-77A1-E7BE47616372}"/>
              </a:ext>
            </a:extLst>
          </p:cNvPr>
          <p:cNvSpPr>
            <a:spLocks noGrp="1"/>
          </p:cNvSpPr>
          <p:nvPr>
            <p:ph type="hdr" sz="quarter" idx="6"/>
          </p:nvPr>
        </p:nvSpPr>
        <p:spPr/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3FA58D-77D7-4DCD-C61D-67A35EFC1AB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571500" marR="0" lvl="0" indent="0" algn="l" defTabSz="914099" rtl="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s-ES" sz="400" b="0" i="0" strike="noStrike" cap="none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/>
                  <a:tileRect l="-100000" t="-100000"/>
                </a:gradFill>
                <a:effectLst/>
                <a:latin typeface="Segoe UI"/>
                <a:ea typeface="Segoe UI"/>
                <a:cs typeface="Segoe UI"/>
              </a:rPr>
              <a:t>© Microsoft Corporation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E0E081-C7A3-1728-6D0B-2BA2803EEF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367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4008EB6-D09E-4580-8CD6-DDB1451194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pPr marL="0" marR="0" lvl="0" indent="0" algn="r" defTabSz="914367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29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6902002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F74980-4D65-782D-E5EE-4E1BFD6FAA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C9BC03-B45B-B7AC-2B0E-6DC47270A5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055C05-CFFC-04CF-F961-A7DEB5F29C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sz="882" b="0" i="0" strike="noStrike" cap="none" baseline="0">
                <a:solidFill>
                  <a:srgbClr val="000000"/>
                </a:solidFill>
                <a:effectLst/>
                <a:latin typeface="Segoe UI Light"/>
                <a:ea typeface="Segoe UI Light"/>
                <a:cs typeface="Segoe UI Light"/>
              </a:rPr>
              <a:t>Cada ejercicio comienza con el mismo procedimiento para crear un proyecto Foundry: ¡los alumnos terminarán siendo bastante expertos en el tema al final del día!</a:t>
            </a:r>
          </a:p>
          <a:p>
            <a:r>
              <a:rPr lang="es-ES" sz="882" b="0" i="0" strike="noStrike" cap="none" baseline="0">
                <a:solidFill>
                  <a:srgbClr val="000000"/>
                </a:solidFill>
                <a:effectLst/>
                <a:latin typeface="Segoe UI Light"/>
                <a:ea typeface="Segoe UI Light"/>
                <a:cs typeface="Segoe UI Light"/>
              </a:rPr>
              <a:t>La repetición de este procedimiento puede ser ardua, pero es necesaria para mantener los ejercicios modulares y evitar consumir recursos de Azure innecesarios (tanto por motivos de coste como para liberar la capacidad del centro de datos para otros clientes de Azure)</a:t>
            </a:r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E316C7BA-C26F-2EE1-CF08-8637C9AD870F}"/>
              </a:ext>
            </a:extLst>
          </p:cNvPr>
          <p:cNvSpPr>
            <a:spLocks noGrp="1"/>
          </p:cNvSpPr>
          <p:nvPr>
            <p:ph type="hdr" sz="quarter" idx="6"/>
          </p:nvPr>
        </p:nvSpPr>
        <p:spPr/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702C8F-0D80-EFAC-E621-9115D9D1386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571500" marR="0" lvl="0" indent="0" algn="l" defTabSz="914099" rtl="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s-ES" sz="400" b="0" i="0" strike="noStrike" cap="none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/>
                  <a:tileRect l="-100000" t="-100000"/>
                </a:gradFill>
                <a:effectLst/>
                <a:latin typeface="Segoe UI"/>
                <a:ea typeface="Segoe UI"/>
                <a:cs typeface="Segoe UI"/>
              </a:rPr>
              <a:t>© Microsoft Corporation. Todos los derechos reservados. MICROSOFT NO OFRECE NINGUNA GARANTÍA, EXPRESA, IMPLÍCITA O REGLAMENTARIA, RESPECTO A LA INFORMACIÓN DE ESTA PRESENTACIÓN.</a:t>
            </a:r>
            <a:endParaRPr kumimoji="0" lang="en-US" sz="4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effectLst/>
              <a:uLnTx/>
              <a:uFillTx/>
              <a:latin typeface="Segoe UI" panose="020B0502040204020203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8EB495B-3B95-02F7-2374-7AE841DDBD5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r" defTabSz="914367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1486BA7-839C-4D2B-BD52-EF0BBA8433FD}" type="datetime8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pPr marL="0" marR="0" lvl="0" indent="0" algn="r" defTabSz="914367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5/26/2026 2:13 PM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+mn-cs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FC1689-5964-F498-2C48-2E85E20670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367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4008EB6-D09E-4580-8CD6-DDB1451194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pPr marL="0" marR="0" lvl="0" indent="0" algn="r" defTabSz="914367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30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2426473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AA1C25-37BC-E5ED-C8A2-D6156EFE23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3A219B-1EAF-0B2D-4F22-F9C8834F52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5B9ECC-C26A-A74D-4BF0-59EE882D7C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sz="882" b="0" i="0" strike="noStrike" cap="none" baseline="0">
                <a:solidFill>
                  <a:srgbClr val="000000"/>
                </a:solidFill>
                <a:effectLst/>
                <a:latin typeface="Segoe UI Light"/>
                <a:ea typeface="Segoe UI Light"/>
                <a:cs typeface="Segoe UI Light"/>
              </a:rPr>
              <a:t>Use la animación de la diapositiva para mostrar las respuestas correctas.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9A954C-F2C9-9537-4212-A450422740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E04F8E-88E9-481C-A2B3-C92BCE611EF5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45082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46831B-E952-366E-0181-BE70D6BFE7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D55E65-4704-A522-8B62-22F6A3B32A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242DD1-C47A-CEA2-5971-2166BABA50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32742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340"/>
              </a:spcAft>
              <a:buClrTx/>
              <a:buSzTx/>
              <a:buFontTx/>
              <a:buNone/>
              <a:defRPr/>
            </a:pPr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22DE66FD-5E3A-7ED6-3EC0-1B0767B5FCF0}"/>
              </a:ext>
            </a:extLst>
          </p:cNvPr>
          <p:cNvSpPr>
            <a:spLocks noGrp="1"/>
          </p:cNvSpPr>
          <p:nvPr>
            <p:ph type="hdr" sz="quarter" idx="6"/>
          </p:nvPr>
        </p:nvSpPr>
        <p:spPr/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33A459-DECD-6616-6E69-92C38A2F8B6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571500" marR="0" lvl="0" indent="0" algn="l" defTabSz="914099" rtl="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s-ES" sz="400" b="0" i="0" strike="noStrike" cap="none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/>
                  <a:tileRect l="-100000" t="-100000"/>
                </a:gradFill>
                <a:effectLst/>
                <a:latin typeface="Segoe UI"/>
                <a:ea typeface="Segoe UI"/>
                <a:cs typeface="Segoe UI"/>
              </a:rPr>
              <a:t>© Microsoft Corporation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146C8E-981B-C6CD-40F4-1590A519EE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367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4008EB6-D09E-4580-8CD6-DDB1451194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pPr marL="0" marR="0" lvl="0" indent="0" algn="r" defTabSz="914367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32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1782508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333"/>
              </a:spcAft>
              <a:buClrTx/>
              <a:buSzTx/>
              <a:buFontTx/>
              <a:buNone/>
              <a:defRPr/>
            </a:pPr>
            <a:r>
              <a:rPr lang="es-ES" sz="882" b="0" i="0" strike="noStrike" cap="none" baseline="0">
                <a:solidFill>
                  <a:srgbClr val="000000"/>
                </a:solidFill>
                <a:effectLst/>
                <a:latin typeface="Segoe UI Light"/>
                <a:ea typeface="Segoe UI Light"/>
                <a:cs typeface="Segoe UI Light"/>
              </a:rPr>
              <a:t>Presenta la </a:t>
            </a:r>
            <a:r>
              <a:rPr lang="es-ES" sz="882" b="1" i="0" strike="noStrike" cap="none" baseline="0">
                <a:solidFill>
                  <a:srgbClr val="000000"/>
                </a:solidFill>
                <a:effectLst/>
                <a:latin typeface="Segoe UI Light"/>
                <a:ea typeface="Segoe UI Light"/>
                <a:cs typeface="Segoe UI Light"/>
              </a:rPr>
              <a:t>voz conversacional en tiempo real</a:t>
            </a:r>
            <a:r>
              <a:rPr lang="es-ES" sz="882" b="0" i="0" strike="noStrike" cap="none" baseline="0">
                <a:solidFill>
                  <a:srgbClr val="000000"/>
                </a:solidFill>
                <a:effectLst/>
                <a:latin typeface="Segoe UI Light"/>
                <a:ea typeface="Segoe UI Light"/>
                <a:cs typeface="Segoe UI Light"/>
              </a:rPr>
              <a:t> como un patrón distinto. Enfatiza que se trata de una solicitud/respuesta controlada por eventos.</a:t>
            </a:r>
          </a:p>
          <a:p>
            <a:pPr marL="0" marR="0" lvl="0" indent="0" algn="l" defTabSz="91436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333"/>
              </a:spcAft>
              <a:buClrTx/>
              <a:buSzTx/>
              <a:buFontTx/>
              <a:buNone/>
              <a:defRPr/>
            </a:pPr>
            <a:r>
              <a:rPr lang="es-ES" sz="882" b="0" i="0" strike="noStrike" cap="none" baseline="0">
                <a:solidFill>
                  <a:srgbClr val="000000"/>
                </a:solidFill>
                <a:effectLst/>
                <a:latin typeface="Segoe UI Light"/>
                <a:ea typeface="Segoe UI Light"/>
                <a:cs typeface="Segoe UI Light"/>
              </a:rPr>
              <a:t>Señala que el propio modelo no necesita admitir voz en tiempo real (ni ninguna voz en absoluto). Azure Speech puede proporcionar compatibilidad con conversión de voz en texto y de texto a voz para modelos que no tienen estas funcionalidades de forma nativa.</a:t>
            </a:r>
          </a:p>
          <a:p>
            <a:pPr marL="0" marR="0" lvl="0" indent="0" algn="l" defTabSz="91436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333"/>
              </a:spcAft>
              <a:buClrTx/>
              <a:buSzTx/>
              <a:buFontTx/>
              <a:buNone/>
              <a:defRPr/>
            </a:pPr>
            <a:r>
              <a:rPr lang="es-ES" sz="882" b="0" i="0" strike="noStrike" cap="none" baseline="0">
                <a:solidFill>
                  <a:srgbClr val="000000"/>
                </a:solidFill>
                <a:effectLst/>
                <a:latin typeface="Segoe UI Light"/>
                <a:ea typeface="Segoe UI Light"/>
                <a:cs typeface="Segoe UI Light"/>
              </a:rPr>
              <a:t>Recorre detenidamente las características avanzadas. Resalta el </a:t>
            </a:r>
            <a:r>
              <a:rPr lang="es-ES" sz="882" b="1" i="0" strike="noStrike" cap="none" baseline="0">
                <a:solidFill>
                  <a:srgbClr val="000000"/>
                </a:solidFill>
                <a:effectLst/>
                <a:latin typeface="Segoe UI Light"/>
                <a:ea typeface="Segoe UI Light"/>
                <a:cs typeface="Segoe UI Light"/>
              </a:rPr>
              <a:t>control de interrupciones</a:t>
            </a:r>
            <a:r>
              <a:rPr lang="es-ES" sz="882" b="0" i="0" strike="noStrike" cap="none" baseline="0">
                <a:solidFill>
                  <a:srgbClr val="000000"/>
                </a:solidFill>
                <a:effectLst/>
                <a:latin typeface="Segoe UI Light"/>
                <a:ea typeface="Segoe UI Light"/>
                <a:cs typeface="Segoe UI Light"/>
              </a:rPr>
              <a:t> y el procesamiento de audio en tiempo real. Señala explícitamente las opciones de autenticación.</a:t>
            </a:r>
          </a:p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14099" eaLnBrk="0" hangingPunct="0"/>
            <a:r>
              <a:rPr lang="es-ES" sz="400" b="0" i="0" strike="noStrike" cap="none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/>
                  <a:tileRect l="-100000" t="-100000"/>
                </a:gradFill>
                <a:effectLst/>
                <a:latin typeface="Segoe UI"/>
                <a:ea typeface="Segoe UI"/>
                <a:cs typeface="Segoe UI"/>
              </a:rPr>
              <a:t>© Microsoft Corporation. Todos los derechos reservados. MICROSOFT NO OFRECE NINGUNA GARANTÍA, EXPRESA, IMPLÍCITA O REGLAMENTARIA, RESPECTO A LA INFORMACIÓN DE ESTA PRESENTACIÓN.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5E12198-D52A-4604-A7DE-05A0E5E96698}" type="datetime8">
              <a:rPr lang="en-US" smtClean="0"/>
              <a:t>5/26/2026 2:13 PM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21095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333"/>
              </a:spcAft>
              <a:buClrTx/>
              <a:buSzTx/>
              <a:buFontTx/>
              <a:buNone/>
              <a:defRPr/>
            </a:pPr>
            <a:r>
              <a:rPr lang="es-ES" sz="882" b="0" i="0" strike="noStrike" cap="none" baseline="0">
                <a:solidFill>
                  <a:srgbClr val="000000"/>
                </a:solidFill>
                <a:effectLst/>
                <a:latin typeface="Segoe UI Light"/>
                <a:ea typeface="Segoe UI Light"/>
                <a:cs typeface="Segoe UI Light"/>
              </a:rPr>
              <a:t>Señala que la mayoría de la configuración se produce en el </a:t>
            </a:r>
            <a:r>
              <a:rPr lang="es-ES" sz="882" b="1" i="0" strike="noStrike" cap="none" baseline="0">
                <a:solidFill>
                  <a:srgbClr val="000000"/>
                </a:solidFill>
                <a:effectLst/>
                <a:latin typeface="Segoe UI Light"/>
                <a:ea typeface="Segoe UI Light"/>
                <a:cs typeface="Segoe UI Light"/>
              </a:rPr>
              <a:t>área de juegos del agente</a:t>
            </a:r>
            <a:r>
              <a:rPr lang="es-ES" sz="882" b="0" i="0" strike="noStrike" cap="none" baseline="0">
                <a:solidFill>
                  <a:srgbClr val="000000"/>
                </a:solidFill>
                <a:effectLst/>
                <a:latin typeface="Segoe UI Light"/>
                <a:ea typeface="Segoe UI Light"/>
                <a:cs typeface="Segoe UI Light"/>
              </a:rPr>
              <a:t>, aunque también puedes establecer la configuración de Voice Live para un agente al crearla mediante programación.</a:t>
            </a:r>
          </a:p>
          <a:p>
            <a:pPr marL="0" marR="0" lvl="0" indent="0" algn="l" defTabSz="91436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333"/>
              </a:spcAft>
              <a:buClrTx/>
              <a:buSzTx/>
              <a:buFontTx/>
              <a:buNone/>
              <a:defRPr/>
            </a:pPr>
            <a:r>
              <a:rPr lang="es-ES" sz="882" b="0" i="0" strike="noStrike" cap="none" baseline="0">
                <a:solidFill>
                  <a:srgbClr val="000000"/>
                </a:solidFill>
                <a:effectLst/>
                <a:latin typeface="Segoe UI Light"/>
                <a:ea typeface="Segoe UI Light"/>
                <a:cs typeface="Segoe UI Light"/>
              </a:rPr>
              <a:t>Explica la importancia de controlar correctamente eventos de Voice Live. Menciona el estado de audio de supervisión como procedimiento recomendado.</a:t>
            </a:r>
          </a:p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14099" eaLnBrk="0" hangingPunct="0"/>
            <a:r>
              <a:rPr lang="es-ES" sz="400" b="0" i="0" strike="noStrike" cap="none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/>
                  <a:tileRect l="-100000" t="-100000"/>
                </a:gradFill>
                <a:effectLst/>
                <a:latin typeface="Segoe UI"/>
                <a:ea typeface="Segoe UI"/>
                <a:cs typeface="Segoe UI"/>
              </a:rPr>
              <a:t>© Microsoft Corporation. Todos los derechos reservados. MICROSOFT NO OFRECE NINGUNA GARANTÍA, EXPRESA, IMPLÍCITA O REGLAMENTARIA, RESPECTO A LA INFORMACIÓN DE ESTA PRESENTACIÓN.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5E12198-D52A-4604-A7DE-05A0E5E96698}" type="datetime8">
              <a:rPr lang="en-US" smtClean="0"/>
              <a:t>5/26/2026 2:13 PM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613489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2597F6-DAD2-4D2B-D332-A34C6954E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155D97-427D-1783-0DDB-61D4FB23B9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473CFD-91E9-C43B-F39C-1693062F51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sz="882" b="0" i="0" strike="noStrike" cap="none" baseline="0">
                <a:solidFill>
                  <a:srgbClr val="000000"/>
                </a:solidFill>
                <a:effectLst/>
                <a:latin typeface="Segoe UI Light"/>
                <a:ea typeface="Segoe UI Light"/>
                <a:cs typeface="Segoe UI Light"/>
              </a:rPr>
              <a:t>Cada ejercicio comienza con el mismo procedimiento para crear un proyecto Foundry: ¡los alumnos terminarán siendo bastante expertos en el tema al final del día!</a:t>
            </a:r>
          </a:p>
          <a:p>
            <a:r>
              <a:rPr lang="es-ES" sz="882" b="0" i="0" strike="noStrike" cap="none" baseline="0">
                <a:solidFill>
                  <a:srgbClr val="000000"/>
                </a:solidFill>
                <a:effectLst/>
                <a:latin typeface="Segoe UI Light"/>
                <a:ea typeface="Segoe UI Light"/>
                <a:cs typeface="Segoe UI Light"/>
              </a:rPr>
              <a:t>La repetición de este procedimiento puede ser ardua, pero es necesaria para mantener los ejercicios modulares y evitar consumir recursos de Azure innecesarios (tanto por motivos de coste como para liberar la capacidad del centro de datos para otros clientes de Azure)</a:t>
            </a:r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90B2EBCB-63A5-9B93-2D7B-7A1D46398979}"/>
              </a:ext>
            </a:extLst>
          </p:cNvPr>
          <p:cNvSpPr>
            <a:spLocks noGrp="1"/>
          </p:cNvSpPr>
          <p:nvPr>
            <p:ph type="hdr" sz="quarter" idx="6"/>
          </p:nvPr>
        </p:nvSpPr>
        <p:spPr/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2B9738-CF4E-10B2-F938-4E976007A2F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571500" marR="0" lvl="0" indent="0" algn="l" defTabSz="914099" rtl="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s-ES" sz="400" b="0" i="0" strike="noStrike" cap="none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/>
                  <a:tileRect l="-100000" t="-100000"/>
                </a:gradFill>
                <a:effectLst/>
                <a:latin typeface="Segoe UI"/>
                <a:ea typeface="Segoe UI"/>
                <a:cs typeface="Segoe UI"/>
              </a:rPr>
              <a:t>© Microsoft Corporation. Todos los derechos reservados. MICROSOFT NO OFRECE NINGUNA GARANTÍA, EXPRESA, IMPLÍCITA O REGLAMENTARIA, RESPECTO A LA INFORMACIÓN DE ESTA PRESENTACIÓN.</a:t>
            </a:r>
            <a:endParaRPr kumimoji="0" lang="en-US" sz="4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effectLst/>
              <a:uLnTx/>
              <a:uFillTx/>
              <a:latin typeface="Segoe UI" panose="020B0502040204020203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59932A8-214C-8699-2436-84C7775B6A5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r" defTabSz="914367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1486BA7-839C-4D2B-BD52-EF0BBA8433FD}" type="datetime8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pPr marL="0" marR="0" lvl="0" indent="0" algn="r" defTabSz="914367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5/26/2026 2:13 PM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+mn-cs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124E62-8EF7-07EC-087F-C6BF26F2BC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367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4008EB6-D09E-4580-8CD6-DDB1451194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pPr marL="0" marR="0" lvl="0" indent="0" algn="r" defTabSz="914367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35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0189302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FDF8DF-6EDF-4EA9-5DD0-FF3645C206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F82CAF-B2E3-2CCE-5F05-F64381DE05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04E97D-F908-8E07-CBE8-4587847EAA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sz="882" b="0" i="0" strike="noStrike" cap="none" baseline="0">
                <a:solidFill>
                  <a:srgbClr val="000000"/>
                </a:solidFill>
                <a:effectLst/>
                <a:latin typeface="Segoe UI Light"/>
                <a:ea typeface="Segoe UI Light"/>
                <a:cs typeface="Segoe UI Light"/>
              </a:rPr>
              <a:t>Usa la animación de la diapositiva para mostrar las respuestas correctas.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096A13-1959-2360-D05A-1FFAC61D62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E04F8E-88E9-481C-A2B3-C92BCE611EF5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389008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32742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340"/>
              </a:spcAft>
              <a:buClrTx/>
              <a:buSzTx/>
              <a:buFontTx/>
              <a:buNone/>
              <a:defRPr/>
            </a:pPr>
            <a:r>
              <a:rPr lang="es-ES" sz="882" b="0" i="0" strike="noStrike" cap="none" baseline="0">
                <a:solidFill>
                  <a:srgbClr val="000000"/>
                </a:solidFill>
                <a:effectLst/>
                <a:latin typeface="Segoe UI Light"/>
                <a:ea typeface="Segoe UI Light"/>
                <a:cs typeface="Segoe UI Light"/>
              </a:rPr>
              <a:t>No dudes en omitir esta sección. Se incluye solo por cuestiones de integridad.</a:t>
            </a:r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14099" eaLnBrk="0" hangingPunct="0"/>
            <a:r>
              <a:rPr lang="es-ES" sz="400" b="0" i="0" strike="noStrike" cap="none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/>
                  <a:tileRect l="-100000" t="-100000"/>
                </a:gradFill>
                <a:effectLst/>
                <a:latin typeface="Segoe UI"/>
                <a:ea typeface="Segoe UI"/>
                <a:cs typeface="Segoe UI"/>
              </a:rPr>
              <a:t>© Microsoft Corporation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86899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333"/>
              </a:spcAft>
              <a:buClrTx/>
              <a:buSzTx/>
              <a:buFontTx/>
              <a:buNone/>
              <a:defRPr/>
            </a:pPr>
            <a:r>
              <a:rPr lang="es-ES" sz="882" b="0" i="0" strike="noStrike" cap="none" baseline="0">
                <a:solidFill>
                  <a:srgbClr val="000000"/>
                </a:solidFill>
                <a:effectLst/>
                <a:latin typeface="Segoe UI Light"/>
                <a:ea typeface="Segoe UI Light"/>
                <a:cs typeface="Segoe UI Light"/>
              </a:rPr>
              <a:t>Pasa a </a:t>
            </a:r>
            <a:r>
              <a:rPr lang="es-ES" sz="882" b="1" i="0" strike="noStrike" cap="none" baseline="0">
                <a:solidFill>
                  <a:srgbClr val="000000"/>
                </a:solidFill>
                <a:effectLst/>
                <a:latin typeface="Segoe UI Light"/>
                <a:ea typeface="Segoe UI Light"/>
                <a:cs typeface="Segoe UI Light"/>
              </a:rPr>
              <a:t>cargas de trabajo de traducción</a:t>
            </a:r>
            <a:r>
              <a:rPr lang="es-ES" sz="882" b="0" i="0" strike="noStrike" cap="none" baseline="0">
                <a:solidFill>
                  <a:srgbClr val="000000"/>
                </a:solidFill>
                <a:effectLst/>
                <a:latin typeface="Segoe UI Light"/>
                <a:ea typeface="Segoe UI Light"/>
                <a:cs typeface="Segoe UI Light"/>
              </a:rPr>
              <a:t>. Enfatiza la paridad entre los conceptos de traducción de texto y voz.</a:t>
            </a:r>
          </a:p>
          <a:p>
            <a:pPr marL="0" marR="0" lvl="0" indent="0" algn="l" defTabSz="91436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333"/>
              </a:spcAft>
              <a:buClrTx/>
              <a:buSzTx/>
              <a:buFontTx/>
              <a:buNone/>
              <a:defRPr/>
            </a:pPr>
            <a:r>
              <a:rPr lang="es-ES" sz="882" b="0" i="0" strike="noStrike" cap="none" baseline="0">
                <a:solidFill>
                  <a:srgbClr val="000000"/>
                </a:solidFill>
                <a:effectLst/>
                <a:latin typeface="Segoe UI Light"/>
                <a:ea typeface="Segoe UI Light"/>
                <a:cs typeface="Segoe UI Light"/>
              </a:rPr>
              <a:t>Diferencia </a:t>
            </a:r>
            <a:r>
              <a:rPr lang="es-ES" sz="882" b="1" i="0" strike="noStrike" cap="none" baseline="0">
                <a:solidFill>
                  <a:srgbClr val="000000"/>
                </a:solidFill>
                <a:effectLst/>
                <a:latin typeface="Segoe UI Light"/>
                <a:ea typeface="Segoe UI Light"/>
                <a:cs typeface="Segoe UI Light"/>
              </a:rPr>
              <a:t>Translator</a:t>
            </a:r>
            <a:r>
              <a:rPr lang="es-ES" sz="882" b="0" i="0" strike="noStrike" cap="none" baseline="0">
                <a:solidFill>
                  <a:srgbClr val="000000"/>
                </a:solidFill>
                <a:effectLst/>
                <a:latin typeface="Segoe UI Light"/>
                <a:ea typeface="Segoe UI Light"/>
                <a:cs typeface="Segoe UI Light"/>
              </a:rPr>
              <a:t> y </a:t>
            </a:r>
            <a:r>
              <a:rPr lang="es-ES" sz="882" b="1" i="0" strike="noStrike" cap="none" baseline="0">
                <a:solidFill>
                  <a:srgbClr val="000000"/>
                </a:solidFill>
                <a:effectLst/>
                <a:latin typeface="Segoe UI Light"/>
                <a:ea typeface="Segoe UI Light"/>
                <a:cs typeface="Segoe UI Light"/>
              </a:rPr>
              <a:t>Speech Translation</a:t>
            </a:r>
            <a:r>
              <a:rPr lang="es-ES" sz="882" b="0" i="0" strike="noStrike" cap="none" baseline="0">
                <a:solidFill>
                  <a:srgbClr val="000000"/>
                </a:solidFill>
                <a:effectLst/>
                <a:latin typeface="Segoe UI Light"/>
                <a:ea typeface="Segoe UI Light"/>
                <a:cs typeface="Segoe UI Light"/>
              </a:rPr>
              <a:t>. Refuerza la idea de que la traducción de voz se basa en el reconocimiento de voz.</a:t>
            </a:r>
          </a:p>
          <a:p>
            <a:pPr marL="0" marR="0" lvl="0" indent="0" algn="l" defTabSz="91436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333"/>
              </a:spcAft>
              <a:buClrTx/>
              <a:buSzTx/>
              <a:buFontTx/>
              <a:buNone/>
              <a:defRPr/>
            </a:pPr>
            <a:endParaRPr lang="en-US" sz="882" b="0" i="0" kern="1200">
              <a:solidFill>
                <a:schemeClr val="tx1"/>
              </a:solidFill>
              <a:effectLst/>
              <a:latin typeface="Segoe UI Light" pitchFamily="34" charset="0"/>
              <a:ea typeface="+mn-ea"/>
              <a:cs typeface="+mn-cs"/>
            </a:endParaRPr>
          </a:p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14099" eaLnBrk="0" hangingPunct="0"/>
            <a:r>
              <a:rPr lang="es-ES" sz="400" b="0" i="0" strike="noStrike" cap="none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/>
                  <a:tileRect l="-100000" t="-100000"/>
                </a:gradFill>
                <a:effectLst/>
                <a:latin typeface="Segoe UI"/>
                <a:ea typeface="Segoe UI"/>
                <a:cs typeface="Segoe UI"/>
              </a:rPr>
              <a:t>© Microsoft Corporation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663679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333"/>
              </a:spcAft>
              <a:buClrTx/>
              <a:buSzTx/>
              <a:buFontTx/>
              <a:buNone/>
              <a:defRPr/>
            </a:pPr>
            <a:r>
              <a:rPr lang="es-ES" sz="882" b="0" i="0" strike="noStrike" cap="none" baseline="0">
                <a:solidFill>
                  <a:srgbClr val="000000"/>
                </a:solidFill>
                <a:effectLst/>
                <a:latin typeface="Segoe UI Light"/>
                <a:ea typeface="Segoe UI Light"/>
                <a:cs typeface="Segoe UI Light"/>
              </a:rPr>
              <a:t>Recorre la traducción frente a la transliteración. Refuerza la idea de la detección del idioma compatible como primer paso.</a:t>
            </a:r>
          </a:p>
          <a:p>
            <a:pPr marL="0" marR="0" lvl="0" indent="0" algn="l" defTabSz="91436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333"/>
              </a:spcAft>
              <a:buClrTx/>
              <a:buSzTx/>
              <a:buFontTx/>
              <a:buNone/>
              <a:defRPr/>
            </a:pPr>
            <a:r>
              <a:rPr lang="es-ES" sz="882" b="0" i="0" strike="noStrike" cap="none" baseline="0">
                <a:solidFill>
                  <a:srgbClr val="000000"/>
                </a:solidFill>
                <a:effectLst/>
                <a:latin typeface="Segoe UI Light"/>
                <a:ea typeface="Segoe UI Light"/>
                <a:cs typeface="Segoe UI Light"/>
              </a:rPr>
              <a:t>Explica los puntos de conexión globales y regionales como puntos de conexión "generales" que no están vinculados a un recurso determinado (la facturación se asigna mediante la información de claves/credenciales que proporcionas). Por este motivo, puedes conectarte a un recurso de Translator especificando una </a:t>
            </a:r>
            <a:r>
              <a:rPr lang="es-ES" sz="882" b="0" i="1" strike="noStrike" cap="none" baseline="0">
                <a:solidFill>
                  <a:srgbClr val="000000"/>
                </a:solidFill>
                <a:effectLst/>
                <a:latin typeface="Segoe UI Light"/>
                <a:ea typeface="Segoe UI Light"/>
                <a:cs typeface="Segoe UI Light"/>
              </a:rPr>
              <a:t>región</a:t>
            </a:r>
            <a:r>
              <a:rPr lang="es-ES" sz="882" b="0" i="0" strike="noStrike" cap="none" baseline="0">
                <a:solidFill>
                  <a:srgbClr val="000000"/>
                </a:solidFill>
                <a:effectLst/>
                <a:latin typeface="Segoe UI Light"/>
                <a:ea typeface="Segoe UI Light"/>
                <a:cs typeface="Segoe UI Light"/>
              </a:rPr>
              <a:t> y una clave/credencial, sin tener que especificar un punto de conexión de Foundry específico.</a:t>
            </a:r>
          </a:p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14099" eaLnBrk="0" hangingPunct="0"/>
            <a:r>
              <a:rPr lang="es-ES" sz="400" b="0" i="0" strike="noStrike" cap="none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/>
                  <a:tileRect l="-100000" t="-100000"/>
                </a:gradFill>
                <a:effectLst/>
                <a:latin typeface="Segoe UI"/>
                <a:ea typeface="Segoe UI"/>
                <a:cs typeface="Segoe UI"/>
              </a:rPr>
              <a:t>© Microsoft Corporation. Todos los derechos reservados. MICROSOFT NO OFRECE NINGUNA GARANTÍA, EXPRESA, IMPLÍCITA O REGLAMENTARIA, RESPECTO A LA INFORMACIÓN DE ESTA PRESENTACIÓN.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5E12198-D52A-4604-A7DE-05A0E5E96698}" type="datetime8">
              <a:rPr lang="en-US" smtClean="0"/>
              <a:t>5/26/2026 2:13 PM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54046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BE898D-409F-E88F-7993-CAE8E45C37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1C18EB-6706-57CF-E30C-499D83476E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A44185-A1BC-840C-DC08-5471DCCD68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333"/>
              </a:spcAft>
              <a:buClrTx/>
              <a:buSzTx/>
              <a:buFontTx/>
              <a:buNone/>
              <a:defRPr/>
            </a:pPr>
            <a:r>
              <a:rPr lang="es-ES" sz="882" b="0" i="0" strike="noStrike" cap="none" baseline="0">
                <a:solidFill>
                  <a:srgbClr val="000000"/>
                </a:solidFill>
                <a:effectLst/>
                <a:latin typeface="Segoe UI Light"/>
                <a:ea typeface="Segoe UI Light"/>
                <a:cs typeface="Segoe UI Light"/>
              </a:rPr>
              <a:t>Explica por qué existe un objeto </a:t>
            </a:r>
            <a:r>
              <a:rPr lang="es-ES" sz="882" b="1" i="0" strike="noStrike" cap="none" baseline="0">
                <a:solidFill>
                  <a:srgbClr val="000000"/>
                </a:solidFill>
                <a:effectLst/>
                <a:latin typeface="Segoe UI Light"/>
                <a:ea typeface="Segoe UI Light"/>
                <a:cs typeface="Segoe UI Light"/>
              </a:rPr>
              <a:t>SpeechTranslationConfig</a:t>
            </a:r>
            <a:r>
              <a:rPr lang="es-ES" sz="882" b="0" i="0" strike="noStrike" cap="none" baseline="0">
                <a:solidFill>
                  <a:srgbClr val="000000"/>
                </a:solidFill>
                <a:effectLst/>
                <a:latin typeface="Segoe UI Light"/>
                <a:ea typeface="Segoe UI Light"/>
                <a:cs typeface="Segoe UI Light"/>
              </a:rPr>
              <a:t> independiente. </a:t>
            </a:r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CA43C69F-C5A5-9480-97CA-E001FB8F2A40}"/>
              </a:ext>
            </a:extLst>
          </p:cNvPr>
          <p:cNvSpPr>
            <a:spLocks noGrp="1"/>
          </p:cNvSpPr>
          <p:nvPr>
            <p:ph type="hdr" sz="quarter" idx="6"/>
          </p:nvPr>
        </p:nvSpPr>
        <p:spPr/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5DF8BB-A248-FD04-2A45-03AA778C10E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571500" marR="0" lvl="0" indent="0" algn="l" defTabSz="914099" rtl="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s-ES" sz="400" b="0" i="0" strike="noStrike" cap="none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/>
                  <a:tileRect l="-100000" t="-100000"/>
                </a:gradFill>
                <a:effectLst/>
                <a:latin typeface="Segoe UI"/>
                <a:ea typeface="Segoe UI"/>
                <a:cs typeface="Segoe UI"/>
              </a:rPr>
              <a:t>© Microsoft Corporation. Todos los derechos reservados. MICROSOFT NO OFRECE NINGUNA GARANTÍA, EXPRESA, IMPLÍCITA O REGLAMENTARIA, RESPECTO A LA INFORMACIÓN DE ESTA PRESENTACIÓN.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B7A87F8-9477-60AB-82C0-804028724B8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r" defTabSz="914367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2D91E10-8992-4C3B-B3D5-52A5B0441442}" type="datetime8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pPr marL="0" marR="0" lvl="0" indent="0" algn="r" defTabSz="914367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5/26/2026 2:13 PM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+mn-cs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68E42A-45CE-DFC9-FEBC-623AE5E31B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367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4008EB6-D09E-4580-8CD6-DDB1451194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pPr marL="0" marR="0" lvl="0" indent="0" algn="r" defTabSz="914367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40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51861128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333"/>
              </a:spcAft>
              <a:buClrTx/>
              <a:buSzTx/>
              <a:buFontTx/>
              <a:buNone/>
              <a:defRPr/>
            </a:pPr>
            <a:r>
              <a:rPr lang="es-ES" sz="882" b="0" i="0" strike="noStrike" cap="none" baseline="0">
                <a:solidFill>
                  <a:srgbClr val="000000"/>
                </a:solidFill>
                <a:effectLst/>
                <a:latin typeface="Segoe UI Light"/>
                <a:ea typeface="Segoe UI Light"/>
                <a:cs typeface="Segoe UI Light"/>
              </a:rPr>
              <a:t>Diferencia </a:t>
            </a:r>
            <a:r>
              <a:rPr lang="es-ES" sz="882" b="1" i="0" strike="noStrike" cap="none" baseline="0">
                <a:solidFill>
                  <a:srgbClr val="000000"/>
                </a:solidFill>
                <a:effectLst/>
                <a:latin typeface="Segoe UI Light"/>
                <a:ea typeface="Segoe UI Light"/>
                <a:cs typeface="Segoe UI Light"/>
              </a:rPr>
              <a:t>basado en eventos</a:t>
            </a:r>
            <a:r>
              <a:rPr lang="es-ES" sz="882" b="0" i="0" strike="noStrike" cap="none" baseline="0">
                <a:solidFill>
                  <a:srgbClr val="000000"/>
                </a:solidFill>
                <a:effectLst/>
                <a:latin typeface="Segoe UI Light"/>
                <a:ea typeface="Segoe UI Light"/>
                <a:cs typeface="Segoe UI Light"/>
              </a:rPr>
              <a:t> de </a:t>
            </a:r>
            <a:r>
              <a:rPr lang="es-ES" sz="882" b="1" i="0" strike="noStrike" cap="none" baseline="0">
                <a:solidFill>
                  <a:srgbClr val="000000"/>
                </a:solidFill>
                <a:effectLst/>
                <a:latin typeface="Segoe UI Light"/>
                <a:ea typeface="Segoe UI Light"/>
                <a:cs typeface="Segoe UI Light"/>
              </a:rPr>
              <a:t>síntesis manual</a:t>
            </a:r>
            <a:r>
              <a:rPr lang="es-ES" sz="882" b="0" i="0" strike="noStrike" cap="none" baseline="0">
                <a:solidFill>
                  <a:srgbClr val="000000"/>
                </a:solidFill>
                <a:effectLst/>
                <a:latin typeface="Segoe UI Light"/>
                <a:ea typeface="Segoe UI Light"/>
                <a:cs typeface="Segoe UI Light"/>
              </a:rPr>
              <a:t>. Explica cuándo es adecuado cada enfoque. Destaca las limitaciones de la síntesis de varios lenguajes.</a:t>
            </a:r>
          </a:p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14099" eaLnBrk="0" hangingPunct="0"/>
            <a:r>
              <a:rPr lang="es-ES" sz="400" b="0" i="0" strike="noStrike" cap="none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/>
                  <a:tileRect l="-100000" t="-100000"/>
                </a:gradFill>
                <a:effectLst/>
                <a:latin typeface="Segoe UI"/>
                <a:ea typeface="Segoe UI"/>
                <a:cs typeface="Segoe UI"/>
              </a:rPr>
              <a:t>© Microsoft Corporation. Todos los derechos reservados. MICROSOFT NO OFRECE NINGUNA GARANTÍA, EXPRESA, IMPLÍCITA O REGLAMENTARIA, RESPECTO A LA INFORMACIÓN DE ESTA PRESENTACIÓN.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5E12198-D52A-4604-A7DE-05A0E5E96698}" type="datetime8">
              <a:rPr lang="en-US" smtClean="0"/>
              <a:t>5/26/2026 2:13 PM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6402937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578613-27C0-8E53-F85D-EF1884F331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B5EEBE-B351-B655-DAE9-9D55BBA4B5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5AEDB5-6E9B-A73A-8A95-12C16731DA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sz="882" b="0" i="0" strike="noStrike" cap="none" baseline="0">
                <a:solidFill>
                  <a:srgbClr val="000000"/>
                </a:solidFill>
                <a:effectLst/>
                <a:latin typeface="Segoe UI Light"/>
                <a:ea typeface="Segoe UI Light"/>
                <a:cs typeface="Segoe UI Light"/>
              </a:rPr>
              <a:t>Cada ejercicio comienza con el mismo procedimiento para crear un proyecto Foundry: ¡los alumnos terminarán siendo bastante expertos en el tema al final del día!</a:t>
            </a:r>
          </a:p>
          <a:p>
            <a:r>
              <a:rPr lang="es-ES" sz="882" b="0" i="0" strike="noStrike" cap="none" baseline="0">
                <a:solidFill>
                  <a:srgbClr val="000000"/>
                </a:solidFill>
                <a:effectLst/>
                <a:latin typeface="Segoe UI Light"/>
                <a:ea typeface="Segoe UI Light"/>
                <a:cs typeface="Segoe UI Light"/>
              </a:rPr>
              <a:t>La repetición de este procedimiento puede ser ardua, pero es necesaria para mantener los ejercicios modulares y evitar consumir recursos de Azure innecesarios (tanto por motivos de coste como para liberar la capacidad del centro de datos para otros clientes de Azure)</a:t>
            </a:r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BDD99750-7A57-E785-2DDB-64F3676D32C0}"/>
              </a:ext>
            </a:extLst>
          </p:cNvPr>
          <p:cNvSpPr>
            <a:spLocks noGrp="1"/>
          </p:cNvSpPr>
          <p:nvPr>
            <p:ph type="hdr" sz="quarter" idx="6"/>
          </p:nvPr>
        </p:nvSpPr>
        <p:spPr/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4C7052-78A7-C71C-487B-DBC641ABC6D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571500" marR="0" lvl="0" indent="0" algn="l" defTabSz="914099" rtl="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s-ES" sz="400" b="0" i="0" strike="noStrike" cap="none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/>
                  <a:tileRect l="-100000" t="-100000"/>
                </a:gradFill>
                <a:effectLst/>
                <a:latin typeface="Segoe UI"/>
                <a:ea typeface="Segoe UI"/>
                <a:cs typeface="Segoe UI"/>
              </a:rPr>
              <a:t>© Microsoft Corporation. Todos los derechos reservados. MICROSOFT NO OFRECE NINGUNA GARANTÍA, EXPRESA, IMPLÍCITA O REGLAMENTARIA, RESPECTO A LA INFORMACIÓN DE ESTA PRESENTACIÓN.</a:t>
            </a:r>
            <a:endParaRPr kumimoji="0" lang="en-US" sz="4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effectLst/>
              <a:uLnTx/>
              <a:uFillTx/>
              <a:latin typeface="Segoe UI" panose="020B0502040204020203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D6CE944-BF92-9997-3117-BDE26813225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r" defTabSz="914367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1486BA7-839C-4D2B-BD52-EF0BBA8433FD}" type="datetime8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pPr marL="0" marR="0" lvl="0" indent="0" algn="r" defTabSz="914367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5/26/2026 2:13 PM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+mn-cs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0BC1EA-1C8B-7D78-FEC9-32C34CDF3D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367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4008EB6-D09E-4580-8CD6-DDB1451194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pPr marL="0" marR="0" lvl="0" indent="0" algn="r" defTabSz="914367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42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64282518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AF119B-1E62-9F01-61A8-65842B730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DB6356-F67D-034B-D0DB-15BA3EEAE7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D231E8-6C24-96C8-A004-D4CF7F7DAA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sz="882" b="0" i="0" strike="noStrike" cap="none" baseline="0">
                <a:solidFill>
                  <a:srgbClr val="000000"/>
                </a:solidFill>
                <a:effectLst/>
                <a:latin typeface="Segoe UI Light"/>
                <a:ea typeface="Segoe UI Light"/>
                <a:cs typeface="Segoe UI Light"/>
              </a:rPr>
              <a:t>Use la animación de la diapositiva para mostrar las respuestas correctas.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12495C-1B53-1CEA-601D-B59F38FAF4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E04F8E-88E9-481C-A2B3-C92BCE611EF5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530033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333"/>
              </a:spcAft>
              <a:buClrTx/>
              <a:buSzTx/>
              <a:buFontTx/>
              <a:buNone/>
              <a:defRPr/>
            </a:pPr>
            <a:r>
              <a:rPr lang="es-ES" sz="882" b="0" i="0" strike="noStrike" cap="none" baseline="0">
                <a:solidFill>
                  <a:srgbClr val="000000"/>
                </a:solidFill>
                <a:effectLst/>
                <a:latin typeface="Segoe UI Light"/>
                <a:ea typeface="Segoe UI Light"/>
                <a:cs typeface="Segoe UI Light"/>
              </a:rPr>
              <a:t>Resume los puntos clave: lenguaje, voz, traducción y agentes. Anima a los alumnos a explorar aún más Foundry Models y MCP.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E04F8E-88E9-481C-A2B3-C92BCE611EF5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2694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alk-in">
    <p:bg bwMode="gray"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MS logo white - EMF" descr="Microsoft logo white text version">
            <a:extLst>
              <a:ext uri="{FF2B5EF4-FFF2-40B4-BE49-F238E27FC236}">
                <a16:creationId xmlns:a16="http://schemas.microsoft.com/office/drawing/2014/main" id="{7E11D7A2-B01C-A8A3-A191-67F185635D2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584200" y="585788"/>
            <a:ext cx="1366245" cy="292608"/>
          </a:xfrm>
          <a:prstGeom prst="rect">
            <a:avLst/>
          </a:prstGeom>
        </p:spPr>
      </p:pic>
      <p:pic>
        <p:nvPicPr>
          <p:cNvPr id="4" name="Picture 3" descr="Microsoft Learn&#10;Spark possibility">
            <a:extLst>
              <a:ext uri="{FF2B5EF4-FFF2-40B4-BE49-F238E27FC236}">
                <a16:creationId xmlns:a16="http://schemas.microsoft.com/office/drawing/2014/main" id="{92DBCEC2-8AE9-3782-893D-A626AAC4C121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3228" y="2573202"/>
            <a:ext cx="5344642" cy="1681958"/>
          </a:xfrm>
          <a:prstGeom prst="rect">
            <a:avLst/>
          </a:prstGeom>
        </p:spPr>
      </p:pic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C271FB7A-72FC-2B10-878C-854A9CF5A5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/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5603262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orient="horz" pos="2496">
          <p15:clr>
            <a:srgbClr val="5ACBF0"/>
          </p15:clr>
        </p15:guide>
        <p15:guide id="3" pos="3360">
          <p15:clr>
            <a:srgbClr val="5ACBF0"/>
          </p15:clr>
        </p15:guide>
        <p15:guide id="5" orient="horz" pos="2160">
          <p15:clr>
            <a:srgbClr val="FBAE40"/>
          </p15:clr>
        </p15:guide>
        <p15:guide id="6" orient="horz" pos="2229">
          <p15:clr>
            <a:srgbClr val="5ACBF0"/>
          </p15:clr>
        </p15:guide>
        <p15:guide id="7" pos="2996">
          <p15:clr>
            <a:srgbClr val="5ACBF0"/>
          </p15:clr>
        </p15:guide>
        <p15:guide id="8" orient="horz" pos="162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rgbClr val="E8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8B334D90-2717-2269-E486-F1900244A6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MS logo gray - EMF" descr="Microsoft logo, gray text version">
            <a:extLst>
              <a:ext uri="{FF2B5EF4-FFF2-40B4-BE49-F238E27FC236}">
                <a16:creationId xmlns:a16="http://schemas.microsoft.com/office/drawing/2014/main" id="{7B930E7F-5B91-31B0-B67D-DB8C41E881C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3E21C31D-925C-53B5-2E40-C54FF245B4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9912" y="3429000"/>
            <a:ext cx="5686955" cy="1231106"/>
          </a:xfrm>
          <a:noFill/>
        </p:spPr>
        <p:txBody>
          <a:bodyPr wrap="square" lIns="0" tIns="0" rIns="0" bIns="0" anchor="b" anchorCtr="0">
            <a:spAutoFit/>
          </a:bodyPr>
          <a:lstStyle>
            <a:lvl1pPr>
              <a:defRPr sz="4000" b="0" i="0" spc="-50" baseline="0">
                <a:solidFill>
                  <a:schemeClr val="tx1"/>
                </a:solidFill>
                <a:latin typeface="+mn-lt"/>
                <a:cs typeface="Segoe UI" pitchFamily="34" charset="0"/>
              </a:defRPr>
            </a:lvl1pPr>
          </a:lstStyle>
          <a:p>
            <a:r>
              <a:rPr lang="en-US"/>
              <a:t>Event name or </a:t>
            </a:r>
            <a:br>
              <a:rPr lang="en-US"/>
            </a:br>
            <a:r>
              <a:rPr lang="en-US"/>
              <a:t>presentation title 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DDA2A08-4E66-0E3E-D138-C376487FF5F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56150" y="6446520"/>
            <a:ext cx="164592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ct val="0"/>
              </a:spcBef>
              <a:buNone/>
              <a:defRPr sz="1000" spc="0" baseline="0">
                <a:solidFill>
                  <a:schemeClr val="tx1"/>
                </a:solidFill>
                <a:latin typeface="+mn-lt"/>
                <a:cs typeface="Segoe UI" pitchFamily="34" charset="0"/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44253EDB-56F0-1036-A65B-02ABC067A9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4505717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orient="horz" pos="2496">
          <p15:clr>
            <a:srgbClr val="5ACBF0"/>
          </p15:clr>
        </p15:guide>
        <p15:guide id="3" pos="3360">
          <p15:clr>
            <a:srgbClr val="5ACBF0"/>
          </p15:clr>
        </p15:guide>
        <p15:guide id="5" orient="horz" pos="2160">
          <p15:clr>
            <a:srgbClr val="FBAE40"/>
          </p15:clr>
        </p15:guide>
        <p15:guide id="6" orient="horz" pos="2229">
          <p15:clr>
            <a:srgbClr val="5ACBF0"/>
          </p15:clr>
        </p15:guide>
        <p15:guide id="7" pos="2996">
          <p15:clr>
            <a:srgbClr val="5ACBF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lide">
    <p:bg>
      <p:bgPr>
        <a:solidFill>
          <a:srgbClr val="E8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BD1096F-1307-5006-527D-D3AF4C75C5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17010" y="0"/>
            <a:ext cx="9774990" cy="685800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12D19AFB-6939-2FBA-48C9-66A2961406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9911" y="3384610"/>
            <a:ext cx="6345239" cy="615553"/>
          </a:xfrm>
          <a:noFill/>
        </p:spPr>
        <p:txBody>
          <a:bodyPr wrap="square" lIns="0" tIns="0" rIns="0" bIns="0" anchor="b" anchorCtr="0">
            <a:spAutoFit/>
          </a:bodyPr>
          <a:lstStyle>
            <a:lvl1pPr>
              <a:defRPr sz="4000" b="0" i="0" spc="-50" baseline="0">
                <a:solidFill>
                  <a:schemeClr val="tx1"/>
                </a:solidFill>
                <a:latin typeface="+mn-lt"/>
                <a:cs typeface="Segoe UI" pitchFamily="34" charset="0"/>
              </a:defRPr>
            </a:lvl1pPr>
          </a:lstStyle>
          <a:p>
            <a:r>
              <a:rPr lang="en-US"/>
              <a:t>Section divider title</a:t>
            </a:r>
          </a:p>
        </p:txBody>
      </p: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CF739926-D45E-64CA-0DB0-97104E14A5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5482829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450">
          <p15:clr>
            <a:srgbClr val="FBAE40"/>
          </p15:clr>
        </p15:guide>
        <p15:guide id="2" orient="horz" pos="2647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_1-column">
    <p:bg>
      <p:bgPr>
        <a:solidFill>
          <a:srgbClr val="E8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2" y="585216"/>
            <a:ext cx="8193024" cy="492443"/>
          </a:xfrm>
        </p:spPr>
        <p:txBody>
          <a:bodyPr/>
          <a:lstStyle>
            <a:lvl1pPr>
              <a:defRPr sz="32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Agenda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DAB8950-CE1F-05A6-2114-49B53E68C3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585216" y="1289050"/>
            <a:ext cx="3182112" cy="0"/>
          </a:xfrm>
          <a:prstGeom prst="line">
            <a:avLst/>
          </a:prstGeom>
          <a:ln w="76200" cap="rnd">
            <a:gradFill>
              <a:gsLst>
                <a:gs pos="0">
                  <a:schemeClr val="accent3"/>
                </a:gs>
                <a:gs pos="97531">
                  <a:srgbClr val="8DC8E8"/>
                </a:gs>
                <a:gs pos="48000">
                  <a:schemeClr val="accent2"/>
                </a:gs>
                <a:gs pos="22000">
                  <a:srgbClr val="F4364C"/>
                </a:gs>
              </a:gsLst>
              <a:lin ang="3900000" scaled="0"/>
            </a:gra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10">
            <a:extLst>
              <a:ext uri="{FF2B5EF4-FFF2-40B4-BE49-F238E27FC236}">
                <a16:creationId xmlns:a16="http://schemas.microsoft.com/office/drawing/2014/main" id="{B14116FB-E904-DC73-7B06-3E22452633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CAC2502E-5D9F-F851-3464-EDB3AAD612F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89" y="1818177"/>
            <a:ext cx="5033361" cy="28078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lnSpc>
                <a:spcPct val="110000"/>
              </a:lnSpc>
              <a:spcBef>
                <a:spcPct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481669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0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12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2">
          <p15:clr>
            <a:srgbClr val="954F72"/>
          </p15:clr>
        </p15:guide>
        <p15:guide id="40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_2-column">
    <p:bg>
      <p:bgPr>
        <a:solidFill>
          <a:srgbClr val="E8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2" y="585216"/>
            <a:ext cx="8193024" cy="369332"/>
          </a:xfrm>
        </p:spPr>
        <p:txBody>
          <a:bodyPr/>
          <a:lstStyle>
            <a:lvl1pPr>
              <a:defRPr sz="24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Agenda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340DCC4-9FA9-09C4-BB96-6B9979AA25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585216" y="1289050"/>
            <a:ext cx="3182112" cy="0"/>
          </a:xfrm>
          <a:prstGeom prst="line">
            <a:avLst/>
          </a:prstGeom>
          <a:ln w="76200" cap="rnd">
            <a:gradFill>
              <a:gsLst>
                <a:gs pos="0">
                  <a:schemeClr val="accent3"/>
                </a:gs>
                <a:gs pos="97531">
                  <a:srgbClr val="8DC8E8"/>
                </a:gs>
                <a:gs pos="48000">
                  <a:schemeClr val="accent2"/>
                </a:gs>
                <a:gs pos="22000">
                  <a:srgbClr val="F4364C"/>
                </a:gs>
              </a:gsLst>
              <a:lin ang="3900000" scaled="0"/>
            </a:gra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400A7934-B6A5-1A91-FBCA-710DD07CE5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D82F77F-F413-CFB2-A490-42936771DAD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86389" y="1818177"/>
            <a:ext cx="4719695" cy="24962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lnSpc>
                <a:spcPct val="110000"/>
              </a:lnSpc>
              <a:spcBef>
                <a:spcPct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6F9FBD2C-38D6-C1BF-620A-300B1F4C5CF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891338" y="1818177"/>
            <a:ext cx="4719695" cy="24962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lnSpc>
                <a:spcPct val="110000"/>
              </a:lnSpc>
              <a:spcBef>
                <a:spcPct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0223732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0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12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2">
          <p15:clr>
            <a:srgbClr val="954F72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er-BIo">
    <p:bg>
      <p:bgPr>
        <a:solidFill>
          <a:srgbClr val="E8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8AA94852-62BE-D975-5820-B3227B110B53}"/>
              </a:ext>
            </a:extLst>
          </p:cNvPr>
          <p:cNvSpPr/>
          <p:nvPr userDrawn="1"/>
        </p:nvSpPr>
        <p:spPr bwMode="auto">
          <a:xfrm>
            <a:off x="1" y="0"/>
            <a:ext cx="7036066" cy="6858000"/>
          </a:xfrm>
          <a:prstGeom prst="rect">
            <a:avLst/>
          </a:prstGeom>
          <a:solidFill>
            <a:srgbClr val="F4F3F5"/>
          </a:solidFill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5749038" cy="369332"/>
          </a:xfrm>
        </p:spPr>
        <p:txBody>
          <a:bodyPr/>
          <a:lstStyle>
            <a:lvl1pPr>
              <a:defRPr sz="24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D63B5AFD-1A0C-9C6A-B579-7F4B7918234D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 bwMode="ltGray">
          <a:xfrm>
            <a:off x="7554590" y="3833734"/>
            <a:ext cx="1069848" cy="1069848"/>
          </a:xfrm>
          <a:prstGeom prst="rect">
            <a:avLst/>
          </a:prstGeom>
          <a:solidFill>
            <a:srgbClr val="F4F4F7"/>
          </a:solidFill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900" b="1">
                <a:solidFill>
                  <a:srgbClr val="000000"/>
                </a:solidFill>
                <a:latin typeface="+mn-lt"/>
                <a:cs typeface="Segoe UI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8B296A1-E2FF-6AD0-056E-6FFA0EA08B6A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 bwMode="ltGray">
          <a:xfrm>
            <a:off x="10568728" y="3833734"/>
            <a:ext cx="1069848" cy="1069848"/>
          </a:xfrm>
          <a:prstGeom prst="rect">
            <a:avLst/>
          </a:prstGeom>
          <a:solidFill>
            <a:srgbClr val="F4F4F7"/>
          </a:solidFill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900" b="1">
                <a:solidFill>
                  <a:srgbClr val="000000"/>
                </a:solidFill>
                <a:latin typeface="+mn-lt"/>
                <a:cs typeface="Segoe UI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D58F4ACC-A223-94FA-AF57-8B62501B059F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 bwMode="ltGray">
          <a:xfrm>
            <a:off x="9061659" y="3833734"/>
            <a:ext cx="1069848" cy="1069848"/>
          </a:xfrm>
          <a:prstGeom prst="rect">
            <a:avLst/>
          </a:prstGeom>
          <a:solidFill>
            <a:srgbClr val="F4F4F7"/>
          </a:solidFill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900" b="1">
                <a:solidFill>
                  <a:srgbClr val="000000"/>
                </a:solidFill>
                <a:latin typeface="+mn-lt"/>
                <a:cs typeface="Segoe UI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8133D48-744E-F029-079E-2E16C2809895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 bwMode="ltGray">
          <a:xfrm>
            <a:off x="7554590" y="5199190"/>
            <a:ext cx="1069848" cy="1069848"/>
          </a:xfrm>
          <a:prstGeom prst="rect">
            <a:avLst/>
          </a:prstGeom>
          <a:solidFill>
            <a:srgbClr val="F4F4F7"/>
          </a:solidFill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900" b="1">
                <a:solidFill>
                  <a:srgbClr val="000000"/>
                </a:solidFill>
                <a:latin typeface="+mn-lt"/>
                <a:cs typeface="Segoe UI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09D3DDE-EAFB-B57D-9147-8827F7743E1A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 bwMode="ltGray">
          <a:xfrm>
            <a:off x="10568728" y="5199190"/>
            <a:ext cx="1069848" cy="1069848"/>
          </a:xfrm>
          <a:prstGeom prst="rect">
            <a:avLst/>
          </a:prstGeom>
          <a:solidFill>
            <a:srgbClr val="F4F4F7"/>
          </a:solidFill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900" b="1">
                <a:solidFill>
                  <a:srgbClr val="000000"/>
                </a:solidFill>
                <a:latin typeface="+mn-lt"/>
                <a:cs typeface="Segoe UI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DFDB12BE-8B16-4DC3-C014-945C54E8CD7D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 bwMode="ltGray">
          <a:xfrm>
            <a:off x="9061659" y="5199190"/>
            <a:ext cx="1069848" cy="1069848"/>
          </a:xfrm>
          <a:prstGeom prst="rect">
            <a:avLst/>
          </a:prstGeom>
          <a:solidFill>
            <a:srgbClr val="F4F4F7"/>
          </a:solidFill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900" b="1">
                <a:solidFill>
                  <a:srgbClr val="000000"/>
                </a:solidFill>
                <a:latin typeface="+mn-lt"/>
                <a:cs typeface="Segoe UI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0375802-7BB3-7A20-1210-E5FEEE1A56F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8165231" y="457200"/>
            <a:ext cx="2849035" cy="2874212"/>
          </a:xfrm>
          <a:prstGeom prst="roundRect">
            <a:avLst>
              <a:gd name="adj" fmla="val 21738"/>
            </a:avLst>
          </a:prstGeom>
          <a:blipFill>
            <a:blip r:embed="rId2"/>
            <a:stretch>
              <a:fillRect/>
            </a:stretch>
          </a:blipFill>
          <a:effectLst>
            <a:outerShdw blurRad="314198" dist="111760" dir="8040000" algn="ctr" rotWithShape="0">
              <a:schemeClr val="tx1">
                <a:alpha val="22000"/>
              </a:schemeClr>
            </a:outerShdw>
          </a:effectLst>
        </p:spPr>
        <p:txBody>
          <a:bodyPr lIns="0" tIns="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40" b="1">
                <a:solidFill>
                  <a:srgbClr val="000000"/>
                </a:solidFill>
                <a:latin typeface="+mn-lt"/>
                <a:cs typeface="Segoe UI" pitchFamily="34" charset="0"/>
              </a:defRPr>
            </a:lvl1pPr>
          </a:lstStyle>
          <a:p>
            <a:r>
              <a:rPr lang="en-US"/>
              <a:t>Click icon to </a:t>
            </a:r>
            <a:br>
              <a:rPr lang="en-US"/>
            </a:br>
            <a:r>
              <a:rPr lang="en-US"/>
              <a:t>add your picture here</a:t>
            </a:r>
          </a:p>
        </p:txBody>
      </p:sp>
      <p:sp>
        <p:nvSpPr>
          <p:cNvPr id="9" name="Footer Placeholder 10">
            <a:extLst>
              <a:ext uri="{FF2B5EF4-FFF2-40B4-BE49-F238E27FC236}">
                <a16:creationId xmlns:a16="http://schemas.microsoft.com/office/drawing/2014/main" id="{D3ECBC57-006B-CB8F-1EDC-04C18F0D01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47654390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page_Big headline_Learn">
    <p:bg>
      <p:bgPr>
        <a:solidFill>
          <a:srgbClr val="E8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1361096-DA6C-ED52-FA05-5031C6CAB2F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22E59AFC-909D-1098-D672-A384B97467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5081" y="2448062"/>
            <a:ext cx="10430257" cy="1015663"/>
          </a:xfrm>
        </p:spPr>
        <p:txBody>
          <a:bodyPr anchor="b" anchorCtr="0"/>
          <a:lstStyle>
            <a:lvl1pPr>
              <a:defRPr sz="6600" spc="-100" baseline="0">
                <a:latin typeface="+mn-lt"/>
              </a:defRPr>
            </a:lvl1pPr>
          </a:lstStyle>
          <a:p>
            <a:r>
              <a:rPr lang="en-US"/>
              <a:t>Big headline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EAE3F76B-93DD-2A11-C7C5-3051EECE977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90" y="4278313"/>
            <a:ext cx="4712686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7477A8E4-EDF0-DDB3-8098-28D44E2342D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246410" y="4278313"/>
            <a:ext cx="3765954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Footer Placeholder 10">
            <a:extLst>
              <a:ext uri="{FF2B5EF4-FFF2-40B4-BE49-F238E27FC236}">
                <a16:creationId xmlns:a16="http://schemas.microsoft.com/office/drawing/2014/main" id="{A750801D-F318-C32F-F1A8-2EB08A5D12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8965201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68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36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4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umn_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11013474" cy="369332"/>
          </a:xfrm>
        </p:spPr>
        <p:txBody>
          <a:bodyPr/>
          <a:lstStyle>
            <a:lvl1pPr>
              <a:defRPr sz="24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05B49E74-D3F8-9BC9-0A3F-F524E6C5A41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89" y="1591056"/>
            <a:ext cx="11013474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Footer Placeholder 10">
            <a:extLst>
              <a:ext uri="{FF2B5EF4-FFF2-40B4-BE49-F238E27FC236}">
                <a16:creationId xmlns:a16="http://schemas.microsoft.com/office/drawing/2014/main" id="{F16CAC6C-E57B-D312-6754-C68FA11C55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7232634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28" orient="horz" pos="4320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1" y="585216"/>
            <a:ext cx="11011601" cy="369332"/>
          </a:xfrm>
        </p:spPr>
        <p:txBody>
          <a:bodyPr/>
          <a:lstStyle>
            <a:lvl1pPr>
              <a:defRPr sz="24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AE09A77D-BE61-2556-4E7D-60B0A94FD8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CA4E92E8-A50E-5AB4-8891-983AC58DB6A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84199" y="1386766"/>
            <a:ext cx="11011601" cy="246221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ct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52244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-column_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1" y="585216"/>
            <a:ext cx="8189027" cy="369332"/>
          </a:xfrm>
        </p:spPr>
        <p:txBody>
          <a:bodyPr/>
          <a:lstStyle>
            <a:lvl1pPr>
              <a:defRPr sz="24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A790AA64-2857-089A-38D7-2F214254E96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84200" y="1594155"/>
            <a:ext cx="5364224" cy="246221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ct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55AAAF14-6312-27D6-344A-FC49DD3F11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90" y="2085764"/>
            <a:ext cx="5361973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Footer Placeholder 10">
            <a:extLst>
              <a:ext uri="{FF2B5EF4-FFF2-40B4-BE49-F238E27FC236}">
                <a16:creationId xmlns:a16="http://schemas.microsoft.com/office/drawing/2014/main" id="{4340E81D-820D-EB95-DECF-8E23BA57E5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2588654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28" orient="horz" pos="4320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umn_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369332"/>
          </a:xfrm>
        </p:spPr>
        <p:txBody>
          <a:bodyPr/>
          <a:lstStyle>
            <a:lvl1pPr>
              <a:defRPr sz="24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53CBC165-170D-08C9-3B02-A3330AE9A5C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90" y="1591056"/>
            <a:ext cx="5217510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74320" indent="-137160"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411480" indent="-137160"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7382E19E-C6C9-5DF7-1994-AFE74147518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53664" y="1591056"/>
            <a:ext cx="5187106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74320" indent="-137160"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411480" indent="-137160"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74C53E4F-2958-0FC0-1745-B9DBECE7AE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40564391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8">
          <p15:clr>
            <a:srgbClr val="954F72"/>
          </p15:clr>
        </p15:guide>
        <p15:guide id="9" pos="2150">
          <p15:clr>
            <a:srgbClr val="954F72"/>
          </p15:clr>
        </p15:guide>
        <p15:guide id="10" pos="2544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88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umn_Text_with Subhead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369332"/>
          </a:xfrm>
        </p:spPr>
        <p:txBody>
          <a:bodyPr/>
          <a:lstStyle>
            <a:lvl1pPr>
              <a:defRPr sz="24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B99DE518-C598-A940-A59E-AD0A05432BA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594155"/>
            <a:ext cx="5219700" cy="246221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ct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24E25ABE-71E1-BA48-6C8C-38375593490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90" y="2085764"/>
            <a:ext cx="5217510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Text Placeholder 11">
            <a:extLst>
              <a:ext uri="{FF2B5EF4-FFF2-40B4-BE49-F238E27FC236}">
                <a16:creationId xmlns:a16="http://schemas.microsoft.com/office/drawing/2014/main" id="{1B7E7F6E-4D9D-5F8C-A5F0-526CA973BE9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44220" y="1594155"/>
            <a:ext cx="5219700" cy="246221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ct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37DAE155-2008-5357-51E8-E6B1FA7558C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53664" y="2085764"/>
            <a:ext cx="5187106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0B703353-C9ED-0F6F-D7CB-28042BD053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0650817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8">
          <p15:clr>
            <a:srgbClr val="954F72"/>
          </p15:clr>
        </p15:guide>
        <p15:guide id="9" pos="2150">
          <p15:clr>
            <a:srgbClr val="954F72"/>
          </p15:clr>
        </p15:guide>
        <p15:guide id="10" pos="2544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umn_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369332"/>
          </a:xfrm>
        </p:spPr>
        <p:txBody>
          <a:bodyPr/>
          <a:lstStyle>
            <a:lvl1pPr>
              <a:defRPr sz="24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F940B0D9-7832-B819-D230-4F210761A29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90" y="1591310"/>
            <a:ext cx="3479198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C0D492BA-29A5-F31A-7F93-39ADE3E5EDA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362862" y="1591310"/>
            <a:ext cx="3479198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36EDCFC9-DB25-88C3-92DA-E2554C14A27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30190" y="1591310"/>
            <a:ext cx="3479198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Footer Placeholder 10">
            <a:extLst>
              <a:ext uri="{FF2B5EF4-FFF2-40B4-BE49-F238E27FC236}">
                <a16:creationId xmlns:a16="http://schemas.microsoft.com/office/drawing/2014/main" id="{6EDDB5AC-BBCB-7CEB-9BCA-27715FCAD1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41510468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umn_Text_with Subhead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369332"/>
          </a:xfrm>
        </p:spPr>
        <p:txBody>
          <a:bodyPr/>
          <a:lstStyle>
            <a:lvl1pPr>
              <a:defRPr sz="24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3C284B3A-DEE1-29EB-8131-8DF975DF34D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594155"/>
            <a:ext cx="3479071" cy="246221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ct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CF3D4312-BF2B-32E8-5504-BD03D020A7F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90" y="2286000"/>
            <a:ext cx="3477611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17AB9DF2-C697-A678-389D-BE5F6AF6F25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357547" y="1594155"/>
            <a:ext cx="3479071" cy="246221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ct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C8ADB951-618D-18AA-AF3F-A625B89168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359737" y="2286000"/>
            <a:ext cx="3477611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4759A57E-BDDC-1596-6959-BA7696DE9B0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130894" y="1594155"/>
            <a:ext cx="3479071" cy="246221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ct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A52B45-289B-E4AF-9D79-08330599511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133084" y="2286000"/>
            <a:ext cx="3477611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Footer Placeholder 10">
            <a:extLst>
              <a:ext uri="{FF2B5EF4-FFF2-40B4-BE49-F238E27FC236}">
                <a16:creationId xmlns:a16="http://schemas.microsoft.com/office/drawing/2014/main" id="{B60C4C06-0136-7314-8B24-FE41EFCE14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5471652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4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umn_Text_with Subheads-Icon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369332"/>
          </a:xfrm>
        </p:spPr>
        <p:txBody>
          <a:bodyPr/>
          <a:lstStyle>
            <a:lvl1pPr>
              <a:defRPr sz="24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3C284B3A-DEE1-29EB-8131-8DF975DF34D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2407846"/>
            <a:ext cx="3479071" cy="246221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ct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CF3D4312-BF2B-32E8-5504-BD03D020A7F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90" y="3099691"/>
            <a:ext cx="3477611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17AB9DF2-C697-A678-389D-BE5F6AF6F25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357547" y="2407846"/>
            <a:ext cx="3479071" cy="246221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ct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C8ADB951-618D-18AA-AF3F-A625B89168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359737" y="3099691"/>
            <a:ext cx="3477611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4759A57E-BDDC-1596-6959-BA7696DE9B0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130894" y="2407846"/>
            <a:ext cx="3479071" cy="246221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ct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A52B45-289B-E4AF-9D79-08330599511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133084" y="3099691"/>
            <a:ext cx="3477611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Footer Placeholder 10">
            <a:extLst>
              <a:ext uri="{FF2B5EF4-FFF2-40B4-BE49-F238E27FC236}">
                <a16:creationId xmlns:a16="http://schemas.microsoft.com/office/drawing/2014/main" id="{B60C4C06-0136-7314-8B24-FE41EFCE14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6035585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8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4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  <p15:guide id="40" pos="609">
          <p15:clr>
            <a:srgbClr val="FBAE40"/>
          </p15:clr>
        </p15:guide>
        <p15:guide id="41" pos="2988">
          <p15:clr>
            <a:srgbClr val="FBAE40"/>
          </p15:clr>
        </p15:guide>
        <p15:guide id="42" pos="5352">
          <p15:clr>
            <a:srgbClr val="FBAE40"/>
          </p15:clr>
        </p15:guide>
        <p15:guide id="43" orient="horz" pos="1085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3-column_Text_with Subheads-Icon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 descr="Microsoft Certification renewal process flow">
            <a:extLst>
              <a:ext uri="{FF2B5EF4-FFF2-40B4-BE49-F238E27FC236}">
                <a16:creationId xmlns:a16="http://schemas.microsoft.com/office/drawing/2014/main" id="{ED4FC5EF-0434-AB45-07F5-AAD2BF06D8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/>
          <p:nvPr userDrawn="1"/>
        </p:nvCxnSpPr>
        <p:spPr>
          <a:xfrm>
            <a:off x="1767" y="2042154"/>
            <a:ext cx="12175719" cy="0"/>
          </a:xfrm>
          <a:prstGeom prst="line">
            <a:avLst/>
          </a:prstGeom>
          <a:noFill/>
          <a:ln w="76200" cap="flat">
            <a:gradFill>
              <a:gsLst>
                <a:gs pos="0">
                  <a:srgbClr val="FF5C39"/>
                </a:gs>
                <a:gs pos="54796">
                  <a:srgbClr val="C73ECC"/>
                </a:gs>
                <a:gs pos="100000">
                  <a:srgbClr val="8DC8E8"/>
                </a:gs>
              </a:gsLst>
              <a:lin ang="21399750" scaled="1"/>
            </a:gradFill>
            <a:prstDash val="solid"/>
            <a:miter/>
          </a:ln>
        </p:spPr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369332"/>
          </a:xfrm>
        </p:spPr>
        <p:txBody>
          <a:bodyPr/>
          <a:lstStyle>
            <a:lvl1pPr>
              <a:defRPr sz="24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3C284B3A-DEE1-29EB-8131-8DF975DF34D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2995283"/>
            <a:ext cx="3479071" cy="246221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ct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CF3D4312-BF2B-32E8-5504-BD03D020A7F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90" y="3616497"/>
            <a:ext cx="3477611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  <a:lvl2pPr marL="13716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265176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17AB9DF2-C697-A678-389D-BE5F6AF6F25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357547" y="2995283"/>
            <a:ext cx="3479071" cy="246221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ct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C8ADB951-618D-18AA-AF3F-A625B89168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359737" y="3616497"/>
            <a:ext cx="3477611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  <a:lvl2pPr marL="13716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265176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4759A57E-BDDC-1596-6959-BA7696DE9B0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130894" y="2995283"/>
            <a:ext cx="3479071" cy="246221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ct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A52B45-289B-E4AF-9D79-08330599511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133084" y="3616497"/>
            <a:ext cx="3477611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  <a:lvl2pPr marL="13716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265176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Footer Placeholder 10">
            <a:extLst>
              <a:ext uri="{FF2B5EF4-FFF2-40B4-BE49-F238E27FC236}">
                <a16:creationId xmlns:a16="http://schemas.microsoft.com/office/drawing/2014/main" id="{B60C4C06-0136-7314-8B24-FE41EFCE14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4686756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92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1464">
          <p15:clr>
            <a:srgbClr val="954F72"/>
          </p15:clr>
        </p15:guide>
        <p15:guide id="16" pos="4344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  <p15:guide id="40" pos="609">
          <p15:clr>
            <a:srgbClr val="FBAE40"/>
          </p15:clr>
        </p15:guide>
        <p15:guide id="41" pos="3840">
          <p15:clr>
            <a:srgbClr val="FBAE40"/>
          </p15:clr>
        </p15:guide>
        <p15:guide id="42" pos="6216">
          <p15:clr>
            <a:srgbClr val="FBAE40"/>
          </p15:clr>
        </p15:guide>
        <p15:guide id="43" orient="horz" pos="1284">
          <p15:clr>
            <a:srgbClr val="FBAE40"/>
          </p15:clr>
        </p15:guide>
        <p15:guide id="44" pos="3940">
          <p15:clr>
            <a:srgbClr val="FBAE40"/>
          </p15:clr>
        </p15:guide>
        <p15:guide id="45" orient="horz" pos="216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3-column_Text_with Subheads-Icon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 descr="Microsoft Certification renewal process flow">
            <a:extLst>
              <a:ext uri="{FF2B5EF4-FFF2-40B4-BE49-F238E27FC236}">
                <a16:creationId xmlns:a16="http://schemas.microsoft.com/office/drawing/2014/main" id="{ED4FC5EF-0434-AB45-07F5-AAD2BF06D8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/>
          <p:nvPr userDrawn="1"/>
        </p:nvCxnSpPr>
        <p:spPr>
          <a:xfrm>
            <a:off x="1767" y="2042154"/>
            <a:ext cx="12175719" cy="0"/>
          </a:xfrm>
          <a:prstGeom prst="line">
            <a:avLst/>
          </a:prstGeom>
          <a:noFill/>
          <a:ln w="76200" cap="flat">
            <a:gradFill>
              <a:gsLst>
                <a:gs pos="0">
                  <a:srgbClr val="FF5C39"/>
                </a:gs>
                <a:gs pos="54796">
                  <a:srgbClr val="C73ECC"/>
                </a:gs>
                <a:gs pos="100000">
                  <a:srgbClr val="8DC8E8"/>
                </a:gs>
              </a:gsLst>
              <a:lin ang="21399750" scaled="1"/>
            </a:gradFill>
            <a:prstDash val="solid"/>
            <a:miter/>
          </a:ln>
        </p:spPr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369332"/>
          </a:xfrm>
        </p:spPr>
        <p:txBody>
          <a:bodyPr/>
          <a:lstStyle>
            <a:lvl1pPr>
              <a:defRPr sz="24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3C284B3A-DEE1-29EB-8131-8DF975DF34D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2995283"/>
            <a:ext cx="3479071" cy="246221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ct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17AB9DF2-C697-A678-389D-BE5F6AF6F25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357547" y="2995283"/>
            <a:ext cx="3479071" cy="246221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ct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4759A57E-BDDC-1596-6959-BA7696DE9B0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130894" y="2995283"/>
            <a:ext cx="3479071" cy="246221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ct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Footer Placeholder 10">
            <a:extLst>
              <a:ext uri="{FF2B5EF4-FFF2-40B4-BE49-F238E27FC236}">
                <a16:creationId xmlns:a16="http://schemas.microsoft.com/office/drawing/2014/main" id="{B60C4C06-0136-7314-8B24-FE41EFCE14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244C1821-6346-D755-83F0-EC5D04C1AFA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90" y="3616497"/>
            <a:ext cx="3477611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  <a:lvl2pPr marL="13716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265176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AE8BC1E6-3311-A73F-871A-923C49C012F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359737" y="3616497"/>
            <a:ext cx="3477611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  <a:lvl2pPr marL="13716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265176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888C01D0-23FB-7438-A9BF-8E99080C98B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133084" y="3616497"/>
            <a:ext cx="3477611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  <a:lvl2pPr marL="13716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265176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358913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92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1464">
          <p15:clr>
            <a:srgbClr val="954F72"/>
          </p15:clr>
        </p15:guide>
        <p15:guide id="16" pos="4344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  <p15:guide id="40" pos="609">
          <p15:clr>
            <a:srgbClr val="FBAE40"/>
          </p15:clr>
        </p15:guide>
        <p15:guide id="41" pos="3840">
          <p15:clr>
            <a:srgbClr val="FBAE40"/>
          </p15:clr>
        </p15:guide>
        <p15:guide id="42" pos="6216">
          <p15:clr>
            <a:srgbClr val="FBAE40"/>
          </p15:clr>
        </p15:guide>
        <p15:guide id="43" orient="horz" pos="1284">
          <p15:clr>
            <a:srgbClr val="FBAE40"/>
          </p15:clr>
        </p15:guide>
        <p15:guide id="44" pos="3940">
          <p15:clr>
            <a:srgbClr val="FBAE40"/>
          </p15:clr>
        </p15:guide>
        <p15:guide id="45" orient="horz" pos="216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horizontal photo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367F0464-FA9D-1DC7-827A-17DF799B90E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90" y="4978881"/>
            <a:ext cx="5217510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74320" indent="-137160"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411480" indent="-137160"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51FB34ED-A66E-89F2-95F6-C0038B49554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53664" y="4978881"/>
            <a:ext cx="5187106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74320" indent="-137160"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411480" indent="-137160"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D54F7E24-0716-000F-A23E-D45713ECDD7E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 bwMode="ltGray">
          <a:xfrm>
            <a:off x="0" y="1152766"/>
            <a:ext cx="12192000" cy="3444634"/>
          </a:xfrm>
          <a:prstGeom prst="rect">
            <a:avLst/>
          </a:prstGeom>
          <a:solidFill>
            <a:srgbClr val="F4F4F7"/>
          </a:solidFill>
          <a:ln>
            <a:noFill/>
          </a:ln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b="1">
                <a:solidFill>
                  <a:srgbClr val="000000"/>
                </a:solidFill>
                <a:latin typeface="+mn-lt"/>
                <a:cs typeface="Segoe UI" pitchFamily="34" charset="0"/>
              </a:defRPr>
            </a:lvl1pPr>
          </a:lstStyle>
          <a:p>
            <a:r>
              <a:rPr lang="en-US"/>
              <a:t>Drag &amp; drop your photo</a:t>
            </a:r>
          </a:p>
          <a:p>
            <a:r>
              <a:rPr lang="en-US"/>
              <a:t>here or click or tap </a:t>
            </a:r>
          </a:p>
          <a:p>
            <a:r>
              <a:rPr lang="en-US"/>
              <a:t>icon below to insert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830DA7-1CDF-18F6-E151-AAB776959A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369332"/>
          </a:xfrm>
        </p:spPr>
        <p:txBody>
          <a:bodyPr/>
          <a:lstStyle>
            <a:lvl1pPr>
              <a:defRPr sz="24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BC534918-4E28-3067-DE75-AAF487EA48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02774472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2880">
          <p15:clr>
            <a:srgbClr val="5ACBF0"/>
          </p15:clr>
        </p15:guide>
        <p15:guide id="6" orient="horz" pos="3600">
          <p15:clr>
            <a:srgbClr val="5ACBF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horizontal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367F0464-FA9D-1DC7-827A-17DF799B90E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90" y="4978881"/>
            <a:ext cx="5217510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74320" indent="-137160"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411480" indent="-137160"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51FB34ED-A66E-89F2-95F6-C0038B49554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53664" y="4978881"/>
            <a:ext cx="5187106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74320" indent="-137160"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411480" indent="-137160"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6FC6DD5-F717-45AB-C65A-E483E17C4FEC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 bwMode="ltGray">
          <a:xfrm>
            <a:off x="0" y="0"/>
            <a:ext cx="12192000" cy="4597400"/>
          </a:xfrm>
          <a:prstGeom prst="rect">
            <a:avLst/>
          </a:prstGeom>
          <a:solidFill>
            <a:srgbClr val="F4F4F7"/>
          </a:solidFill>
          <a:ln>
            <a:noFill/>
          </a:ln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b="1">
                <a:solidFill>
                  <a:srgbClr val="000000"/>
                </a:solidFill>
                <a:latin typeface="+mn-lt"/>
                <a:cs typeface="Segoe UI" pitchFamily="34" charset="0"/>
              </a:defRPr>
            </a:lvl1pPr>
          </a:lstStyle>
          <a:p>
            <a:r>
              <a:rPr lang="en-US"/>
              <a:t>Drag &amp; drop your photo</a:t>
            </a:r>
          </a:p>
          <a:p>
            <a:r>
              <a:rPr lang="en-US"/>
              <a:t>here or click or tap </a:t>
            </a:r>
          </a:p>
          <a:p>
            <a:r>
              <a:rPr lang="en-US"/>
              <a:t>icon below to insert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6" name="Footer Placeholder 10">
            <a:extLst>
              <a:ext uri="{FF2B5EF4-FFF2-40B4-BE49-F238E27FC236}">
                <a16:creationId xmlns:a16="http://schemas.microsoft.com/office/drawing/2014/main" id="{714A3419-0299-D6E2-EAEC-B759C421A7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64362174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2880">
          <p15:clr>
            <a:srgbClr val="5ACBF0"/>
          </p15:clr>
        </p15:guide>
        <p15:guide id="6" orient="horz" pos="3600">
          <p15:clr>
            <a:srgbClr val="5ACBF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horizontal photo, subheads,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1">
            <a:extLst>
              <a:ext uri="{FF2B5EF4-FFF2-40B4-BE49-F238E27FC236}">
                <a16:creationId xmlns:a16="http://schemas.microsoft.com/office/drawing/2014/main" id="{6F456F5C-E654-C0BD-30BA-55CC632F074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199" y="4956104"/>
            <a:ext cx="5364429" cy="184666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ct val="0"/>
              </a:spcBef>
              <a:buNone/>
              <a:defRPr sz="1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AAE74A98-D9A9-7258-AB00-FA281DFC7D2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90" y="5357443"/>
            <a:ext cx="5362178" cy="15388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 typeface="Arial" panose="020B0604020202020204" pitchFamily="34" charset="0"/>
              <a:buNone/>
              <a:defRPr sz="1000">
                <a:solidFill>
                  <a:schemeClr val="tx1"/>
                </a:solidFill>
              </a:defRPr>
            </a:lvl1pPr>
            <a:lvl2pPr marL="13716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41148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6A2D886A-4337-E9FA-7DBB-9D84D80A3A6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243372" y="4956104"/>
            <a:ext cx="5356490" cy="184666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ct val="0"/>
              </a:spcBef>
              <a:buNone/>
              <a:defRPr sz="1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E41A1665-88FA-58ED-F1C0-48840A180AC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252435" y="5357442"/>
            <a:ext cx="5357598" cy="15388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 typeface="Arial" panose="020B0604020202020204" pitchFamily="34" charset="0"/>
              <a:buNone/>
              <a:defRPr sz="1000">
                <a:solidFill>
                  <a:schemeClr val="tx1"/>
                </a:solidFill>
              </a:defRPr>
            </a:lvl1pPr>
            <a:lvl2pPr marL="13716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41148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1F55E03-DF85-0E93-780C-71A8898D2A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369332"/>
          </a:xfrm>
        </p:spPr>
        <p:txBody>
          <a:bodyPr/>
          <a:lstStyle>
            <a:lvl1pPr>
              <a:defRPr sz="24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6624839F-BBCE-45B6-246E-E8C737903DF8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 bwMode="ltGray">
          <a:xfrm>
            <a:off x="0" y="1152766"/>
            <a:ext cx="12192000" cy="3444634"/>
          </a:xfrm>
          <a:prstGeom prst="rect">
            <a:avLst/>
          </a:prstGeom>
          <a:solidFill>
            <a:srgbClr val="F4F4F7"/>
          </a:solidFill>
          <a:ln>
            <a:noFill/>
          </a:ln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b="1">
                <a:solidFill>
                  <a:srgbClr val="000000"/>
                </a:solidFill>
                <a:latin typeface="+mn-lt"/>
                <a:cs typeface="Segoe UI" pitchFamily="34" charset="0"/>
              </a:defRPr>
            </a:lvl1pPr>
          </a:lstStyle>
          <a:p>
            <a:r>
              <a:rPr lang="en-US"/>
              <a:t>Drag &amp; drop your photo</a:t>
            </a:r>
          </a:p>
          <a:p>
            <a:r>
              <a:rPr lang="en-US"/>
              <a:t>here or click or tap </a:t>
            </a:r>
          </a:p>
          <a:p>
            <a:r>
              <a:rPr lang="en-US"/>
              <a:t>icon below to insert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10" name="Footer Placeholder 10">
            <a:extLst>
              <a:ext uri="{FF2B5EF4-FFF2-40B4-BE49-F238E27FC236}">
                <a16:creationId xmlns:a16="http://schemas.microsoft.com/office/drawing/2014/main" id="{A87FC08B-CC69-ED5E-1E89-0FB4958D4A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07753466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2880">
          <p15:clr>
            <a:srgbClr val="5ACBF0"/>
          </p15:clr>
        </p15:guide>
        <p15:guide id="6" orient="horz" pos="3600">
          <p15:clr>
            <a:srgbClr val="5ACBF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horizontal photo and subhea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39E0A83-7ED9-6F5C-AEC4-5B98F5388F70}"/>
              </a:ext>
            </a:extLst>
          </p:cNvPr>
          <p:cNvSpPr/>
          <p:nvPr userDrawn="1"/>
        </p:nvSpPr>
        <p:spPr bwMode="auto">
          <a:xfrm>
            <a:off x="0" y="0"/>
            <a:ext cx="12192000" cy="4572000"/>
          </a:xfrm>
          <a:prstGeom prst="rect">
            <a:avLst/>
          </a:prstGeom>
          <a:solidFill>
            <a:srgbClr val="F4F3F5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ext Placeholder 11">
            <a:extLst>
              <a:ext uri="{FF2B5EF4-FFF2-40B4-BE49-F238E27FC236}">
                <a16:creationId xmlns:a16="http://schemas.microsoft.com/office/drawing/2014/main" id="{6F456F5C-E654-C0BD-30BA-55CC632F074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199" y="4956104"/>
            <a:ext cx="5364429" cy="184666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ct val="0"/>
              </a:spcBef>
              <a:buNone/>
              <a:defRPr sz="1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AAE74A98-D9A9-7258-AB00-FA281DFC7D2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90" y="5357443"/>
            <a:ext cx="5362178" cy="15388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 typeface="Arial" panose="020B0604020202020204" pitchFamily="34" charset="0"/>
              <a:buNone/>
              <a:defRPr sz="1000">
                <a:solidFill>
                  <a:schemeClr val="tx1"/>
                </a:solidFill>
              </a:defRPr>
            </a:lvl1pPr>
            <a:lvl2pPr marL="13716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41148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6A2D886A-4337-E9FA-7DBB-9D84D80A3A6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243372" y="4956104"/>
            <a:ext cx="5356490" cy="184666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ct val="0"/>
              </a:spcBef>
              <a:buNone/>
              <a:defRPr sz="1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E41A1665-88FA-58ED-F1C0-48840A180AC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252435" y="5357442"/>
            <a:ext cx="5357598" cy="15388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 typeface="Arial" panose="020B0604020202020204" pitchFamily="34" charset="0"/>
              <a:buNone/>
              <a:defRPr sz="1000">
                <a:solidFill>
                  <a:schemeClr val="tx1"/>
                </a:solidFill>
              </a:defRPr>
            </a:lvl1pPr>
            <a:lvl2pPr marL="13716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41148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7ADEB9F-DC30-5B40-6D59-13194450FB08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 bwMode="ltGray">
          <a:xfrm>
            <a:off x="0" y="0"/>
            <a:ext cx="12192000" cy="4572000"/>
          </a:xfrm>
          <a:prstGeom prst="rect">
            <a:avLst/>
          </a:prstGeom>
          <a:solidFill>
            <a:srgbClr val="F4F4F7"/>
          </a:solidFill>
          <a:ln>
            <a:noFill/>
          </a:ln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b="1">
                <a:solidFill>
                  <a:srgbClr val="000000"/>
                </a:solidFill>
                <a:latin typeface="+mn-lt"/>
                <a:cs typeface="Segoe UI" pitchFamily="34" charset="0"/>
              </a:defRPr>
            </a:lvl1pPr>
          </a:lstStyle>
          <a:p>
            <a:r>
              <a:rPr lang="en-US"/>
              <a:t>Drag &amp; drop your photo</a:t>
            </a:r>
          </a:p>
          <a:p>
            <a:r>
              <a:rPr lang="en-US"/>
              <a:t>here or click or tap </a:t>
            </a:r>
          </a:p>
          <a:p>
            <a:r>
              <a:rPr lang="en-US"/>
              <a:t>icon below to insert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10" name="Footer Placeholder 10">
            <a:extLst>
              <a:ext uri="{FF2B5EF4-FFF2-40B4-BE49-F238E27FC236}">
                <a16:creationId xmlns:a16="http://schemas.microsoft.com/office/drawing/2014/main" id="{0ADD2377-43F1-3C9F-D5EF-EBBBA2C54B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07760640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2880">
          <p15:clr>
            <a:srgbClr val="5ACBF0"/>
          </p15:clr>
        </p15:guide>
        <p15:guide id="6" orient="horz" pos="3600">
          <p15:clr>
            <a:srgbClr val="5ACBF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umn_Text_with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1" y="585216"/>
            <a:ext cx="4710689" cy="984885"/>
          </a:xfrm>
        </p:spPr>
        <p:txBody>
          <a:bodyPr/>
          <a:lstStyle>
            <a:lvl1pPr>
              <a:defRPr sz="32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11">
            <a:extLst>
              <a:ext uri="{FF2B5EF4-FFF2-40B4-BE49-F238E27FC236}">
                <a16:creationId xmlns:a16="http://schemas.microsoft.com/office/drawing/2014/main" id="{4ACB92EB-B163-EB38-0156-C028F872F1C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594155"/>
            <a:ext cx="4714663" cy="246221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ct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20190326-CB8A-9A65-714A-07CD312C349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89" y="2085764"/>
            <a:ext cx="4712685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E90DBB6-E167-EFBB-7028-79615839561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6096000" y="0"/>
            <a:ext cx="6096000" cy="6858000"/>
          </a:xfrm>
          <a:prstGeom prst="rect">
            <a:avLst/>
          </a:prstGeom>
          <a:solidFill>
            <a:srgbClr val="F4F4F7"/>
          </a:solid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1">
                <a:solidFill>
                  <a:srgbClr val="000000"/>
                </a:solidFill>
                <a:latin typeface="+mn-lt"/>
                <a:cs typeface="Segoe UI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6" name="Footer Placeholder 10">
            <a:extLst>
              <a:ext uri="{FF2B5EF4-FFF2-40B4-BE49-F238E27FC236}">
                <a16:creationId xmlns:a16="http://schemas.microsoft.com/office/drawing/2014/main" id="{E84377F5-22E1-9D2A-A0FF-44C6FE95FA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869942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6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68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umn_Text_with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7248356" cy="369332"/>
          </a:xfrm>
        </p:spPr>
        <p:txBody>
          <a:bodyPr/>
          <a:lstStyle>
            <a:lvl1pPr>
              <a:defRPr sz="2400" b="0" i="0">
                <a:solidFill>
                  <a:srgbClr val="001F2D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3C284B3A-DEE1-29EB-8131-8DF975DF34D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594155"/>
            <a:ext cx="3479071" cy="246221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ct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CF3D4312-BF2B-32E8-5504-BD03D020A7F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90" y="2085764"/>
            <a:ext cx="3477611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17AB9DF2-C697-A678-389D-BE5F6AF6F25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357547" y="1594155"/>
            <a:ext cx="3479071" cy="246221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ct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C8ADB951-618D-18AA-AF3F-A625B89168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359737" y="2085764"/>
            <a:ext cx="3477611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9B1DE51-5CDE-B96B-62FD-3A69CF692881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8128000" y="0"/>
            <a:ext cx="4064000" cy="6858000"/>
          </a:xfrm>
          <a:prstGeom prst="rect">
            <a:avLst/>
          </a:prstGeom>
          <a:solidFill>
            <a:srgbClr val="F4F4F7"/>
          </a:solid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1">
                <a:solidFill>
                  <a:srgbClr val="000000"/>
                </a:solidFill>
                <a:latin typeface="+mn-lt"/>
                <a:cs typeface="Segoe UI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6" name="Footer Placeholder 10">
            <a:extLst>
              <a:ext uri="{FF2B5EF4-FFF2-40B4-BE49-F238E27FC236}">
                <a16:creationId xmlns:a16="http://schemas.microsoft.com/office/drawing/2014/main" id="{59737277-FC4D-0B1F-1FD5-5CD35AF445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886051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492443"/>
          </a:xfrm>
        </p:spPr>
        <p:txBody>
          <a:bodyPr/>
          <a:lstStyle>
            <a:lvl1pPr>
              <a:defRPr sz="32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AE09A77D-BE61-2556-4E7D-60B0A94FD8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56100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  <p:sp>
        <p:nvSpPr>
          <p:cNvPr id="6" name="Rectangle: Single Corner Rounded 5">
            <a:extLst>
              <a:ext uri="{FF2B5EF4-FFF2-40B4-BE49-F238E27FC236}">
                <a16:creationId xmlns:a16="http://schemas.microsoft.com/office/drawing/2014/main" id="{A02CAEB8-26C8-4DCC-A205-1958858BB2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-1" y="1913466"/>
            <a:ext cx="3121026" cy="4944533"/>
          </a:xfrm>
          <a:prstGeom prst="round1Rect">
            <a:avLst>
              <a:gd name="adj" fmla="val 6737"/>
            </a:avLst>
          </a:prstGeom>
          <a:solidFill>
            <a:srgbClr val="F4F3F5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5B1C1BF3-6AA8-9E3D-6C13-9D294A95EC9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56039" y="1926472"/>
            <a:ext cx="5364224" cy="246221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ct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CB36A2A5-3D3D-6672-23D6-32211E5333A2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358229" y="2578100"/>
            <a:ext cx="5361973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C4A355BE-EC00-02A7-CF83-86D8F4D79CE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88263" y="2542117"/>
            <a:ext cx="2027938" cy="492443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ct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8785744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umn_Callout_with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10">
            <a:extLst>
              <a:ext uri="{FF2B5EF4-FFF2-40B4-BE49-F238E27FC236}">
                <a16:creationId xmlns:a16="http://schemas.microsoft.com/office/drawing/2014/main" id="{5E5F3DC3-1739-4680-A88C-C7B8F0E6D3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64000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369332"/>
          </a:xfrm>
        </p:spPr>
        <p:txBody>
          <a:bodyPr/>
          <a:lstStyle>
            <a:lvl1pPr>
              <a:defRPr sz="24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A07B0D1-31C1-C209-CE85-DD1D42B62A74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ltGray">
          <a:xfrm>
            <a:off x="4064000" y="1292233"/>
            <a:ext cx="7535862" cy="3279768"/>
          </a:xfrm>
          <a:prstGeom prst="rect">
            <a:avLst/>
          </a:prstGeom>
          <a:solidFill>
            <a:srgbClr val="F4F4F7"/>
          </a:solidFill>
          <a:ln>
            <a:noFill/>
          </a:ln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b="1">
                <a:solidFill>
                  <a:srgbClr val="000000"/>
                </a:solidFill>
                <a:latin typeface="+mn-lt"/>
                <a:cs typeface="Segoe UI" pitchFamily="34" charset="0"/>
              </a:defRPr>
            </a:lvl1pPr>
          </a:lstStyle>
          <a:p>
            <a:r>
              <a:rPr lang="en-US"/>
              <a:t>Drag &amp; drop your photo</a:t>
            </a:r>
          </a:p>
          <a:p>
            <a:r>
              <a:rPr lang="en-US"/>
              <a:t>here or click or tap </a:t>
            </a:r>
          </a:p>
          <a:p>
            <a:r>
              <a:rPr lang="en-US"/>
              <a:t>icon below to insert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B0CE4749-2B49-FDC6-1E4B-4745903086D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064000" y="4830309"/>
            <a:ext cx="7535862" cy="184666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ct val="0"/>
              </a:spcBef>
              <a:buNone/>
              <a:defRPr sz="1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FEC9D9DE-CE99-5608-0152-4E27F1BE0034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073063" y="5231647"/>
            <a:ext cx="7526800" cy="15388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 typeface="Arial" panose="020B0604020202020204" pitchFamily="34" charset="0"/>
              <a:buNone/>
              <a:defRPr sz="1000">
                <a:solidFill>
                  <a:schemeClr val="tx1"/>
                </a:solidFill>
              </a:defRPr>
            </a:lvl1pPr>
            <a:lvl2pPr marL="13716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41148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: Single Corner Rounded 4">
            <a:extLst>
              <a:ext uri="{FF2B5EF4-FFF2-40B4-BE49-F238E27FC236}">
                <a16:creationId xmlns:a16="http://schemas.microsoft.com/office/drawing/2014/main" id="{F30B2090-3FEF-BD7A-3D1A-F15263CED0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-1" y="1292232"/>
            <a:ext cx="3121026" cy="5565768"/>
          </a:xfrm>
          <a:prstGeom prst="round1Rect">
            <a:avLst>
              <a:gd name="adj" fmla="val 6737"/>
            </a:avLst>
          </a:prstGeom>
          <a:solidFill>
            <a:srgbClr val="F4F3F5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69AA33E8-65E2-5482-066C-B301F74B3FC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88262" y="2210101"/>
            <a:ext cx="2113253" cy="492443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ct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533380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0">
          <p15:clr>
            <a:srgbClr val="954F72"/>
          </p15:clr>
        </p15:guide>
        <p15:guide id="6" pos="1372">
          <p15:clr>
            <a:srgbClr val="954F72"/>
          </p15:clr>
        </p15:guide>
        <p15:guide id="7" pos="1560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20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rn Clickdown">
    <p:bg>
      <p:bgPr>
        <a:solidFill>
          <a:srgbClr val="E8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E890A9B-98DE-E407-1677-225E1CB27E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1887" y="0"/>
            <a:ext cx="6891565" cy="6858000"/>
          </a:xfrm>
          <a:prstGeom prst="rect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Rectangle: Top Corners Rounded 1">
            <a:extLst>
              <a:ext uri="{FF2B5EF4-FFF2-40B4-BE49-F238E27FC236}">
                <a16:creationId xmlns:a16="http://schemas.microsoft.com/office/drawing/2014/main" id="{960FA2C5-0F45-1F96-1312-4AD6040603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 rot="16200000" flipH="1">
            <a:off x="7958667" y="1348398"/>
            <a:ext cx="3793070" cy="4707465"/>
          </a:xfrm>
          <a:prstGeom prst="round2SameRect">
            <a:avLst>
              <a:gd name="adj1" fmla="val 2163"/>
              <a:gd name="adj2" fmla="val 0"/>
            </a:avLst>
          </a:prstGeom>
          <a:solidFill>
            <a:srgbClr val="E8E6DF"/>
          </a:solidFill>
          <a:ln w="6350">
            <a:noFill/>
          </a:ln>
          <a:effectLst>
            <a:outerShdw blurRad="127000" dist="76200" dir="9600000" algn="r" rotWithShape="0">
              <a:prstClr val="black">
                <a:alpha val="20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vert270" wrap="none" lIns="274320" tIns="0" rIns="27432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000" b="0" i="0" u="none" strike="noStrike" kern="1200" cap="none" spc="0" normalizeH="0" baseline="3000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7858406-DE31-8249-0E02-6D12B1500E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58887" y="1759165"/>
            <a:ext cx="4737876" cy="3870680"/>
          </a:xfrm>
          <a:prstGeom prst="rect">
            <a:avLst/>
          </a:prstGeom>
          <a:noFill/>
          <a:ln w="38100">
            <a:noFill/>
          </a:ln>
          <a:effectLst/>
        </p:spPr>
      </p:pic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D5402C46-D31C-FDEF-C231-716FBE6417FF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ltGray">
          <a:xfrm>
            <a:off x="7724775" y="2041526"/>
            <a:ext cx="4467225" cy="3311524"/>
          </a:xfrm>
          <a:prstGeom prst="rect">
            <a:avLst/>
          </a:prstGeom>
          <a:solidFill>
            <a:srgbClr val="F4F4F7"/>
          </a:solidFill>
          <a:ln>
            <a:noFill/>
          </a:ln>
        </p:spPr>
        <p:txBody>
          <a:bodyPr lIns="914400" tIns="0" rIns="914400" bIns="14630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b="1">
                <a:solidFill>
                  <a:srgbClr val="000000"/>
                </a:solidFill>
                <a:latin typeface="+mn-lt"/>
                <a:cs typeface="Segoe UI" pitchFamily="34" charset="0"/>
              </a:defRPr>
            </a:lvl1pPr>
          </a:lstStyle>
          <a:p>
            <a:r>
              <a:rPr lang="en-US"/>
              <a:t>Drag &amp; drop your website screenshot here or click or tap icon below to insert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B5F9DFC-8F86-66C5-68A6-019BCDEDB8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5652201" cy="369332"/>
          </a:xfrm>
        </p:spPr>
        <p:txBody>
          <a:bodyPr/>
          <a:lstStyle>
            <a:lvl1pPr>
              <a:defRPr sz="24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5FD7D075-9E51-3CE8-5505-AE5C8CAB043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199" y="1594155"/>
            <a:ext cx="5654573" cy="246221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ct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F4BA9016-5747-B1D1-36DE-145A4E94C4B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89" y="2085764"/>
            <a:ext cx="5652201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Footer Placeholder 10">
            <a:extLst>
              <a:ext uri="{FF2B5EF4-FFF2-40B4-BE49-F238E27FC236}">
                <a16:creationId xmlns:a16="http://schemas.microsoft.com/office/drawing/2014/main" id="{481D8892-E962-43F0-5F5F-08F524F7EA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403313597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61">
          <p15:clr>
            <a:srgbClr val="A4A3A4"/>
          </p15:clr>
        </p15:guide>
        <p15:guide id="15" pos="3348">
          <p15:clr>
            <a:srgbClr val="A4A3A4"/>
          </p15:clr>
        </p15:guide>
        <p15:guide id="16" pos="3754">
          <p15:clr>
            <a:srgbClr val="A4A3A4"/>
          </p15:clr>
        </p15:guide>
        <p15:guide id="17" pos="3931">
          <p15:clr>
            <a:srgbClr val="A4A3A4"/>
          </p15:clr>
        </p15:guide>
        <p15:guide id="18" pos="4342">
          <p15:clr>
            <a:srgbClr val="A4A3A4"/>
          </p15:clr>
        </p15:guide>
        <p15:guide id="19" pos="4531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12">
          <p15:clr>
            <a:srgbClr val="5ACBF0"/>
          </p15:clr>
        </p15:guide>
        <p15:guide id="29" orient="horz" pos="1272">
          <p15:clr>
            <a:srgbClr val="5ACBF0"/>
          </p15:clr>
        </p15:guide>
        <p15:guide id="30" orient="horz" pos="288">
          <p15:clr>
            <a:srgbClr val="5ACBF0"/>
          </p15:clr>
        </p15:guide>
        <p15:guide id="31" orient="horz" pos="3600">
          <p15:clr>
            <a:srgbClr val="FBAE40"/>
          </p15:clr>
        </p15:guide>
        <p15:guide id="32" orient="horz" pos="3408">
          <p15:clr>
            <a:srgbClr val="FBAE40"/>
          </p15:clr>
        </p15:guide>
        <p15:guide id="33" pos="108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_with 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369332"/>
          </a:xfrm>
        </p:spPr>
        <p:txBody>
          <a:bodyPr/>
          <a:lstStyle>
            <a:lvl1pPr>
              <a:defRPr sz="24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AE09A77D-BE61-2556-4E7D-60B0A94FD8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58911283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_with Head_Off-white">
    <p:bg>
      <p:bgPr>
        <a:solidFill>
          <a:srgbClr val="F4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369332"/>
          </a:xfrm>
        </p:spPr>
        <p:txBody>
          <a:bodyPr/>
          <a:lstStyle>
            <a:lvl1pPr>
              <a:defRPr sz="24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AE09A77D-BE61-2556-4E7D-60B0A94FD8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15380387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_with Head_WmGray">
    <p:bg>
      <p:bgPr>
        <a:solidFill>
          <a:srgbClr val="E8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369332"/>
          </a:xfrm>
        </p:spPr>
        <p:txBody>
          <a:bodyPr/>
          <a:lstStyle>
            <a:lvl1pPr>
              <a:defRPr sz="24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AE09A77D-BE61-2556-4E7D-60B0A94FD8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88572234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umn contai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369332"/>
          </a:xfrm>
        </p:spPr>
        <p:txBody>
          <a:bodyPr/>
          <a:lstStyle>
            <a:lvl1pPr>
              <a:defRPr sz="24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AE09A77D-BE61-2556-4E7D-60B0A94FD8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  <p:sp>
        <p:nvSpPr>
          <p:cNvPr id="3" name="Rounded Rectangle 3_1">
            <a:extLst>
              <a:ext uri="{FF2B5EF4-FFF2-40B4-BE49-F238E27FC236}">
                <a16:creationId xmlns:a16="http://schemas.microsoft.com/office/drawing/2014/main" id="{E9B8C20E-B8A8-8B4B-E6D5-102814292B16}"/>
              </a:ext>
            </a:extLst>
          </p:cNvPr>
          <p:cNvSpPr/>
          <p:nvPr userDrawn="1"/>
        </p:nvSpPr>
        <p:spPr>
          <a:xfrm>
            <a:off x="588261" y="1292745"/>
            <a:ext cx="10074975" cy="4749970"/>
          </a:xfrm>
          <a:prstGeom prst="roundRect">
            <a:avLst>
              <a:gd name="adj" fmla="val 6113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8100000" sx="101000" sy="101000" algn="tr" rotWithShape="0">
              <a:srgbClr val="CAC5B8">
                <a:alpha val="2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274320" rIns="274320" bIns="182880" rtlCol="0" anchor="t"/>
          <a:lstStyle/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Segoe UI" pitchFamily="34" charset="0"/>
            </a:endParaRP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E5A14A0B-79D6-45AE-7A4C-9DC7D8DBDE0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235075" y="1771955"/>
            <a:ext cx="8778782" cy="246221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ct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E26E60A9-6B1B-0504-9AD9-98C3212D1BE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37265" y="2263564"/>
            <a:ext cx="8775098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40184374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nowledge Che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369332"/>
          </a:xfrm>
        </p:spPr>
        <p:txBody>
          <a:bodyPr/>
          <a:lstStyle>
            <a:lvl1pPr>
              <a:defRPr sz="24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AE09A77D-BE61-2556-4E7D-60B0A94FD8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  <p:sp>
        <p:nvSpPr>
          <p:cNvPr id="3" name="Rounded Rectangle 3_1">
            <a:extLst>
              <a:ext uri="{FF2B5EF4-FFF2-40B4-BE49-F238E27FC236}">
                <a16:creationId xmlns:a16="http://schemas.microsoft.com/office/drawing/2014/main" id="{E9B8C20E-B8A8-8B4B-E6D5-102814292B16}"/>
              </a:ext>
            </a:extLst>
          </p:cNvPr>
          <p:cNvSpPr/>
          <p:nvPr userDrawn="1"/>
        </p:nvSpPr>
        <p:spPr>
          <a:xfrm>
            <a:off x="588261" y="1292745"/>
            <a:ext cx="10074975" cy="4749970"/>
          </a:xfrm>
          <a:prstGeom prst="roundRect">
            <a:avLst>
              <a:gd name="adj" fmla="val 6113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8100000" sx="101000" sy="101000" algn="tr" rotWithShape="0">
              <a:srgbClr val="CAC5B8">
                <a:alpha val="2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274320" rIns="274320" bIns="182880" rtlCol="0" anchor="t"/>
          <a:lstStyle/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Segoe UI" pitchFamily="34" charset="0"/>
            </a:endParaRP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E5A14A0B-79D6-45AE-7A4C-9DC7D8DBDE0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235075" y="1594151"/>
            <a:ext cx="8778782" cy="399973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ct val="0"/>
              </a:spcBef>
              <a:buNone/>
              <a:defRPr lang="en-US" sz="1400" kern="1200" spc="0" baseline="0" smtClean="0">
                <a:solidFill>
                  <a:schemeClr val="tx1"/>
                </a:solidFill>
                <a:latin typeface="+mj-lt"/>
                <a:ea typeface="+mn-ea"/>
                <a:cs typeface="Segoe UI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0"/>
            <a:endParaRPr lang="en-US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E26E60A9-6B1B-0504-9AD9-98C3212D1BE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37265" y="1994124"/>
            <a:ext cx="8775098" cy="215444"/>
          </a:xfrm>
          <a:prstGeom prst="rect">
            <a:avLst/>
          </a:prstGeom>
        </p:spPr>
        <p:txBody>
          <a:bodyPr wrap="square" lIns="91440">
            <a:spAutoFit/>
          </a:bodyPr>
          <a:lstStyle>
            <a:lvl1pPr marL="137160" indent="-137160">
              <a:buFont typeface="Segoe UI" panose="020B0502040204020203" pitchFamily="34" charset="0"/>
              <a:buChar char="⃣"/>
              <a:defRPr sz="1400">
                <a:solidFill>
                  <a:schemeClr val="tx1"/>
                </a:solidFill>
              </a:defRPr>
            </a:lvl1pPr>
            <a:lvl2pPr marL="265176" indent="-128016">
              <a:buFont typeface="Segoe UI" panose="020B0502040204020203" pitchFamily="34" charset="0"/>
              <a:buChar char="⃣"/>
              <a:defRPr>
                <a:solidFill>
                  <a:schemeClr val="tx1"/>
                </a:solidFill>
              </a:defRPr>
            </a:lvl2pPr>
            <a:lvl3pPr marL="384048" indent="-118872">
              <a:buFont typeface="Segoe UI" panose="020B0502040204020203" pitchFamily="34" charset="0"/>
              <a:buChar char="⃣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AAEF9DE-7B32-1B2A-6337-669A0D5B55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0107938" y="893763"/>
            <a:ext cx="1110600" cy="1110600"/>
            <a:chOff x="5540700" y="2116300"/>
            <a:chExt cx="1110600" cy="1110600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BF3C713F-0819-4E66-4E37-3D4AEBB16C45}"/>
                </a:ext>
              </a:extLst>
            </p:cNvPr>
            <p:cNvSpPr/>
            <p:nvPr/>
          </p:nvSpPr>
          <p:spPr>
            <a:xfrm>
              <a:off x="5540700" y="2116300"/>
              <a:ext cx="1110600" cy="1110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66B6D0E4-ABDA-CFF0-8DBA-13CB318211E8}"/>
                </a:ext>
              </a:extLst>
            </p:cNvPr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5749602" y="2325202"/>
              <a:ext cx="692796" cy="692796"/>
            </a:xfrm>
            <a:prstGeom prst="rect">
              <a:avLst/>
            </a:prstGeom>
            <a:noFill/>
          </p:spPr>
        </p:pic>
      </p:grp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A7BF95A-A491-AA6A-78B7-D238998E435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235075" y="4492432"/>
            <a:ext cx="8778782" cy="406322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ct val="0"/>
              </a:spcBef>
              <a:buNone/>
              <a:defRPr sz="14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FC885C31-00F8-2C8C-ACC7-B0A21820E6E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237265" y="4898755"/>
            <a:ext cx="8775098" cy="215444"/>
          </a:xfrm>
          <a:prstGeom prst="rect">
            <a:avLst/>
          </a:prstGeom>
        </p:spPr>
        <p:txBody>
          <a:bodyPr wrap="square" lIns="91440">
            <a:spAutoFit/>
          </a:bodyPr>
          <a:lstStyle>
            <a:lvl1pPr marL="137160" indent="-137160">
              <a:buFont typeface="Segoe UI" panose="020B0502040204020203" pitchFamily="34" charset="0"/>
              <a:buChar char="⃣"/>
              <a:defRPr sz="1400">
                <a:solidFill>
                  <a:schemeClr val="tx1"/>
                </a:solidFill>
              </a:defRPr>
            </a:lvl1pPr>
            <a:lvl2pPr marL="265176" indent="-128016">
              <a:buFont typeface="Segoe UI" panose="020B0502040204020203" pitchFamily="34" charset="0"/>
              <a:buChar char="⃣"/>
              <a:defRPr>
                <a:solidFill>
                  <a:schemeClr val="tx1"/>
                </a:solidFill>
              </a:defRPr>
            </a:lvl2pPr>
            <a:lvl3pPr marL="384048" indent="-118872">
              <a:buFont typeface="Segoe UI" panose="020B0502040204020203" pitchFamily="34" charset="0"/>
              <a:buChar char="⃣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C801E9AC-93F9-F06B-9038-5F1AAD2E0D8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235075" y="3042690"/>
            <a:ext cx="8778782" cy="406323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ct val="0"/>
              </a:spcBef>
              <a:buNone/>
              <a:defRPr lang="en-US" sz="1400" kern="1200" spc="0" baseline="0" smtClean="0">
                <a:solidFill>
                  <a:schemeClr val="tx1"/>
                </a:solidFill>
                <a:latin typeface="+mj-lt"/>
                <a:ea typeface="+mn-ea"/>
                <a:cs typeface="Segoe UI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0"/>
            <a:endParaRPr lang="en-US"/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3EC43E23-35AD-52A6-0DE8-366F8CC32F9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237265" y="3449013"/>
            <a:ext cx="8775098" cy="215444"/>
          </a:xfrm>
          <a:prstGeom prst="rect">
            <a:avLst/>
          </a:prstGeom>
        </p:spPr>
        <p:txBody>
          <a:bodyPr wrap="square" lIns="91440">
            <a:spAutoFit/>
          </a:bodyPr>
          <a:lstStyle>
            <a:lvl1pPr marL="137160" indent="-137160">
              <a:buFont typeface="Segoe UI" panose="020B0502040204020203" pitchFamily="34" charset="0"/>
              <a:buChar char="⃣"/>
              <a:defRPr sz="1400">
                <a:solidFill>
                  <a:schemeClr val="tx1"/>
                </a:solidFill>
              </a:defRPr>
            </a:lvl1pPr>
            <a:lvl2pPr marL="265176" indent="-128016">
              <a:buFont typeface="Segoe UI" panose="020B0502040204020203" pitchFamily="34" charset="0"/>
              <a:buChar char="⃣"/>
              <a:defRPr>
                <a:solidFill>
                  <a:schemeClr val="tx1"/>
                </a:solidFill>
              </a:defRPr>
            </a:lvl2pPr>
            <a:lvl3pPr marL="384048" indent="-118872">
              <a:buFont typeface="Segoe UI" panose="020B0502040204020203" pitchFamily="34" charset="0"/>
              <a:buChar char="⃣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4888954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8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2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Knowledge Che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3_1">
            <a:extLst>
              <a:ext uri="{FF2B5EF4-FFF2-40B4-BE49-F238E27FC236}">
                <a16:creationId xmlns:a16="http://schemas.microsoft.com/office/drawing/2014/main" id="{4CCBFB5E-1851-2876-A431-5DF81265739D}"/>
              </a:ext>
            </a:extLst>
          </p:cNvPr>
          <p:cNvSpPr/>
          <p:nvPr userDrawn="1"/>
        </p:nvSpPr>
        <p:spPr>
          <a:xfrm>
            <a:off x="588261" y="1292745"/>
            <a:ext cx="10074975" cy="4749970"/>
          </a:xfrm>
          <a:prstGeom prst="roundRect">
            <a:avLst>
              <a:gd name="adj" fmla="val 6113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274320" rIns="274320" bIns="182880" rtlCol="0" anchor="t"/>
          <a:lstStyle/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492443"/>
          </a:xfrm>
        </p:spPr>
        <p:txBody>
          <a:bodyPr/>
          <a:lstStyle>
            <a:lvl1pPr>
              <a:defRPr sz="32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AE09A77D-BE61-2556-4E7D-60B0A94FD8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E5A14A0B-79D6-45AE-7A4C-9DC7D8DBDE0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235075" y="1594151"/>
            <a:ext cx="8778782" cy="399973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ct val="0"/>
              </a:spcBef>
              <a:buNone/>
              <a:defRPr lang="en-US" sz="1400" kern="1200" spc="0" baseline="0" smtClean="0">
                <a:solidFill>
                  <a:schemeClr val="tx1"/>
                </a:solidFill>
                <a:latin typeface="+mj-lt"/>
                <a:ea typeface="+mn-ea"/>
                <a:cs typeface="Segoe UI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0"/>
            <a:endParaRPr lang="en-US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E26E60A9-6B1B-0504-9AD9-98C3212D1BE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37265" y="1994124"/>
            <a:ext cx="8775098" cy="215444"/>
          </a:xfrm>
          <a:prstGeom prst="rect">
            <a:avLst/>
          </a:prstGeom>
        </p:spPr>
        <p:txBody>
          <a:bodyPr wrap="square" lIns="91440">
            <a:spAutoFit/>
          </a:bodyPr>
          <a:lstStyle>
            <a:lvl1pPr marL="137160" indent="-137160">
              <a:buFont typeface="Segoe UI" panose="020B0502040204020203" pitchFamily="34" charset="0"/>
              <a:buChar char="⃣"/>
              <a:defRPr sz="1400">
                <a:solidFill>
                  <a:schemeClr val="tx1"/>
                </a:solidFill>
              </a:defRPr>
            </a:lvl1pPr>
            <a:lvl2pPr marL="265176" indent="-128016">
              <a:buFont typeface="Segoe UI" panose="020B0502040204020203" pitchFamily="34" charset="0"/>
              <a:buChar char="⃣"/>
              <a:defRPr>
                <a:solidFill>
                  <a:schemeClr val="tx1"/>
                </a:solidFill>
              </a:defRPr>
            </a:lvl2pPr>
            <a:lvl3pPr marL="384048" indent="-118872">
              <a:buFont typeface="Segoe UI" panose="020B0502040204020203" pitchFamily="34" charset="0"/>
              <a:buChar char="⃣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AAEF9DE-7B32-1B2A-6337-669A0D5B55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0107938" y="893763"/>
            <a:ext cx="1110600" cy="1110600"/>
            <a:chOff x="5540700" y="2116300"/>
            <a:chExt cx="1110600" cy="1110600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BF3C713F-0819-4E66-4E37-3D4AEBB16C45}"/>
                </a:ext>
              </a:extLst>
            </p:cNvPr>
            <p:cNvSpPr/>
            <p:nvPr/>
          </p:nvSpPr>
          <p:spPr>
            <a:xfrm>
              <a:off x="5540700" y="2116300"/>
              <a:ext cx="1110600" cy="1110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66B6D0E4-ABDA-CFF0-8DBA-13CB318211E8}"/>
                </a:ext>
              </a:extLst>
            </p:cNvPr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5749602" y="2325202"/>
              <a:ext cx="692796" cy="692796"/>
            </a:xfrm>
            <a:prstGeom prst="rect">
              <a:avLst/>
            </a:prstGeom>
            <a:noFill/>
          </p:spPr>
        </p:pic>
      </p:grp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A7BF95A-A491-AA6A-78B7-D238998E435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235075" y="4492432"/>
            <a:ext cx="8778782" cy="406322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ct val="0"/>
              </a:spcBef>
              <a:buNone/>
              <a:defRPr sz="14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FC885C31-00F8-2C8C-ACC7-B0A21820E6E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237265" y="4898755"/>
            <a:ext cx="8775098" cy="215444"/>
          </a:xfrm>
          <a:prstGeom prst="rect">
            <a:avLst/>
          </a:prstGeom>
        </p:spPr>
        <p:txBody>
          <a:bodyPr wrap="square" lIns="91440">
            <a:spAutoFit/>
          </a:bodyPr>
          <a:lstStyle>
            <a:lvl1pPr marL="137160" indent="-137160">
              <a:buFont typeface="Segoe UI" panose="020B0502040204020203" pitchFamily="34" charset="0"/>
              <a:buChar char="⃣"/>
              <a:defRPr sz="1400">
                <a:solidFill>
                  <a:schemeClr val="tx1"/>
                </a:solidFill>
              </a:defRPr>
            </a:lvl1pPr>
            <a:lvl2pPr marL="265176" indent="-128016">
              <a:buFont typeface="Segoe UI" panose="020B0502040204020203" pitchFamily="34" charset="0"/>
              <a:buChar char="⃣"/>
              <a:defRPr>
                <a:solidFill>
                  <a:schemeClr val="tx1"/>
                </a:solidFill>
              </a:defRPr>
            </a:lvl2pPr>
            <a:lvl3pPr marL="384048" indent="-118872">
              <a:buFont typeface="Segoe UI" panose="020B0502040204020203" pitchFamily="34" charset="0"/>
              <a:buChar char="⃣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C801E9AC-93F9-F06B-9038-5F1AAD2E0D8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235075" y="3042690"/>
            <a:ext cx="8778782" cy="406323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ct val="0"/>
              </a:spcBef>
              <a:buNone/>
              <a:defRPr lang="en-US" sz="1400" kern="1200" spc="0" baseline="0" smtClean="0">
                <a:solidFill>
                  <a:schemeClr val="tx1"/>
                </a:solidFill>
                <a:latin typeface="+mj-lt"/>
                <a:ea typeface="+mn-ea"/>
                <a:cs typeface="Segoe UI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0"/>
            <a:endParaRPr lang="en-US"/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3EC43E23-35AD-52A6-0DE8-366F8CC32F9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237265" y="3449013"/>
            <a:ext cx="8775098" cy="215444"/>
          </a:xfrm>
          <a:prstGeom prst="rect">
            <a:avLst/>
          </a:prstGeom>
        </p:spPr>
        <p:txBody>
          <a:bodyPr wrap="square" lIns="91440">
            <a:spAutoFit/>
          </a:bodyPr>
          <a:lstStyle>
            <a:lvl1pPr marL="137160" indent="-137160">
              <a:buFont typeface="Segoe UI" panose="020B0502040204020203" pitchFamily="34" charset="0"/>
              <a:buChar char="⃣"/>
              <a:defRPr sz="1400">
                <a:solidFill>
                  <a:schemeClr val="tx1"/>
                </a:solidFill>
              </a:defRPr>
            </a:lvl1pPr>
            <a:lvl2pPr marL="265176" indent="-128016">
              <a:buFont typeface="Segoe UI" panose="020B0502040204020203" pitchFamily="34" charset="0"/>
              <a:buChar char="⃣"/>
              <a:defRPr>
                <a:solidFill>
                  <a:schemeClr val="tx1"/>
                </a:solidFill>
              </a:defRPr>
            </a:lvl2pPr>
            <a:lvl3pPr marL="384048" indent="-118872">
              <a:buFont typeface="Segoe UI" panose="020B0502040204020203" pitchFamily="34" charset="0"/>
              <a:buChar char="⃣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8722413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8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2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rningPath1_WmGray">
    <p:bg>
      <p:bgPr>
        <a:solidFill>
          <a:srgbClr val="E8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492443"/>
          </a:xfrm>
        </p:spPr>
        <p:txBody>
          <a:bodyPr/>
          <a:lstStyle>
            <a:lvl1pPr>
              <a:defRPr sz="32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10">
            <a:extLst>
              <a:ext uri="{FF2B5EF4-FFF2-40B4-BE49-F238E27FC236}">
                <a16:creationId xmlns:a16="http://schemas.microsoft.com/office/drawing/2014/main" id="{796286D3-2BE2-274E-2C22-7C5E05965A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DF318326-19BB-DD5B-81E3-D6586A45E4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" y="2827846"/>
            <a:ext cx="12192001" cy="303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078604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rningPath3_OffWhite">
    <p:bg>
      <p:bgPr>
        <a:solidFill>
          <a:srgbClr val="F4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492443"/>
          </a:xfrm>
        </p:spPr>
        <p:txBody>
          <a:bodyPr/>
          <a:lstStyle>
            <a:lvl1pPr>
              <a:defRPr sz="32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10">
            <a:extLst>
              <a:ext uri="{FF2B5EF4-FFF2-40B4-BE49-F238E27FC236}">
                <a16:creationId xmlns:a16="http://schemas.microsoft.com/office/drawing/2014/main" id="{796286D3-2BE2-274E-2C22-7C5E05965A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C16E9B7-4924-90AE-8E65-159052FB57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" y="3144660"/>
            <a:ext cx="12192001" cy="303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562202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eloper code full page">
    <p:bg>
      <p:bgPr>
        <a:solidFill>
          <a:srgbClr val="E8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A2F35014-FB65-ACD9-730E-E1D616E5610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0"/>
            <a:ext cx="3788358" cy="507831"/>
          </a:xfrm>
          <a:gradFill flip="none" rotWithShape="1">
            <a:gsLst>
              <a:gs pos="0">
                <a:srgbClr val="000000"/>
              </a:gs>
              <a:gs pos="92000">
                <a:srgbClr val="000000"/>
              </a:gs>
              <a:gs pos="92000">
                <a:schemeClr val="accent3"/>
              </a:gs>
            </a:gsLst>
            <a:lin ang="16200000" scaled="1"/>
          </a:gradFill>
        </p:spPr>
        <p:txBody>
          <a:bodyPr vert="horz" wrap="square" lIns="585216" tIns="91440" rIns="0" bIns="45720" rtlCol="0">
            <a:spAutoFit/>
          </a:bodyPr>
          <a:lstStyle>
            <a:lvl1pPr marL="0" indent="0">
              <a:buNone/>
              <a:defRPr kumimoji="0" lang="en-US" sz="2400" b="0" i="0" u="none" strike="noStrike" cap="none" normalizeH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defRPr>
            </a:lvl1pPr>
          </a:lstStyle>
          <a:p>
            <a:pPr marL="228600" lvl="0" indent="-228600"/>
            <a:r>
              <a:rPr lang="en-US"/>
              <a:t>Click to enter title</a:t>
            </a:r>
          </a:p>
        </p:txBody>
      </p:sp>
      <p:sp>
        <p:nvSpPr>
          <p:cNvPr id="3" name="Footer Placeholder 10">
            <a:extLst>
              <a:ext uri="{FF2B5EF4-FFF2-40B4-BE49-F238E27FC236}">
                <a16:creationId xmlns:a16="http://schemas.microsoft.com/office/drawing/2014/main" id="{EC3CADB3-1E72-D613-A509-B863360A3F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448551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r" defTabSz="914400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642E0005-D466-9A2B-2F72-437D2E7450DA}"/>
              </a:ext>
            </a:extLst>
          </p:cNvPr>
          <p:cNvSpPr txBox="1"/>
          <p:nvPr userDrawn="1"/>
        </p:nvSpPr>
        <p:spPr>
          <a:xfrm>
            <a:off x="295276" y="770467"/>
            <a:ext cx="11604624" cy="5504921"/>
          </a:xfrm>
          <a:prstGeom prst="rect">
            <a:avLst/>
          </a:prstGeom>
          <a:solidFill>
            <a:srgbClr val="FFFFFF"/>
          </a:solidFill>
        </p:spPr>
        <p:txBody>
          <a:bodyPr vert="horz" lIns="274320" tIns="182880" rIns="182880" bIns="182880" rtlCol="0">
            <a:noAutofit/>
          </a:bodyPr>
          <a:lstStyle>
            <a:lvl1pPr marL="0" indent="0" algn="l" defTabSz="914132" rtl="0" eaLnBrk="1" latinLnBrk="0" hangingPunct="1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>
                <a:schemeClr val="bg1"/>
              </a:buClr>
              <a:buSzPct val="120000"/>
              <a:buFontTx/>
              <a:buNone/>
              <a:defRPr lang="en-US" sz="1400" b="0" i="0" kern="1200">
                <a:solidFill>
                  <a:schemeClr val="tx1"/>
                </a:solidFill>
                <a:effectLst/>
                <a:latin typeface="Consolas" panose="020B0609020204030204" pitchFamily="49" charset="0"/>
                <a:ea typeface="Segoe UI Semibold"/>
                <a:cs typeface="Segoe UI Semibold" charset="0"/>
              </a:defRPr>
            </a:lvl1pPr>
            <a:lvl2pPr marL="0" indent="0" algn="l" defTabSz="914132" rtl="0" eaLnBrk="1" latinLnBrk="0" hangingPunct="1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Pct val="110000"/>
              <a:buFont typeface="Arial"/>
              <a:buNone/>
              <a:defRPr lang="en-US" sz="2000" b="0" i="0" kern="1200" smtClean="0">
                <a:solidFill>
                  <a:schemeClr val="tx1"/>
                </a:solidFill>
                <a:effectLst/>
                <a:latin typeface="Segoe UI"/>
                <a:ea typeface="Segoe UI"/>
                <a:cs typeface="Segoe UI" charset="0"/>
              </a:defRPr>
            </a:lvl2pPr>
            <a:lvl3pPr marL="288925" indent="-222250" algn="l" defTabSz="914132" rtl="0" eaLnBrk="1" latinLnBrk="0" hangingPunct="1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Pct val="120000"/>
              <a:buFont typeface="Arial"/>
              <a:buChar char="•"/>
              <a:defRPr lang="en-US" sz="2000" b="0" i="0" kern="1200" smtClean="0">
                <a:solidFill>
                  <a:schemeClr val="tx1"/>
                </a:solidFill>
                <a:effectLst/>
                <a:latin typeface="Segoe UI"/>
                <a:ea typeface="Segoe UI"/>
                <a:cs typeface="Segoe UI" charset="0"/>
              </a:defRPr>
            </a:lvl3pPr>
            <a:lvl4pPr marL="631825" indent="-182880" algn="l" defTabSz="914132" rtl="0" eaLnBrk="1" latinLnBrk="0" hangingPunct="1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Font typeface="Arial"/>
              <a:buChar char="•"/>
              <a:defRPr lang="en-US" sz="1800" b="0" i="0" kern="1200" smtClean="0">
                <a:solidFill>
                  <a:schemeClr val="tx1"/>
                </a:solidFill>
                <a:effectLst/>
                <a:latin typeface="Segoe UI"/>
                <a:ea typeface="Segoe UI"/>
                <a:cs typeface="Segoe UI" charset="0"/>
              </a:defRPr>
            </a:lvl4pPr>
            <a:lvl5pPr marL="1162685" indent="-194310" algn="l" defTabSz="914132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1"/>
              </a:buClr>
              <a:buFont typeface="Arial"/>
              <a:buChar char="•"/>
              <a:defRPr lang="en-US" sz="1600" b="0" i="0" kern="1200">
                <a:solidFill>
                  <a:schemeClr val="tx1"/>
                </a:solidFill>
                <a:effectLst/>
                <a:latin typeface="Segoe UI"/>
                <a:ea typeface="Segoe UI"/>
                <a:cs typeface="Segoe UI" charset="0"/>
              </a:defRPr>
            </a:lvl5pPr>
            <a:lvl6pPr marL="1873781" indent="-228533" algn="l" defTabSz="914132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26" indent="-228533" algn="l" defTabSz="9141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92" indent="-228533" algn="l" defTabSz="9141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57" indent="-228533" algn="l" defTabSz="9141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132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>
                <a:srgbClr val="E9E9E9"/>
              </a:buClr>
              <a:buSzPct val="120000"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cs typeface="Segoe UI Semibold" charset="0"/>
            </a:endParaRPr>
          </a:p>
        </p:txBody>
      </p:sp>
      <p:sp>
        <p:nvSpPr>
          <p:cNvPr id="9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3EC8DAD9-3274-7DD3-8458-A6CF6E3661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9438" y="1083733"/>
            <a:ext cx="11020425" cy="4885267"/>
          </a:xfrm>
        </p:spPr>
        <p:txBody>
          <a:bodyPr/>
          <a:lstStyle>
            <a:lvl1pPr marL="0" indent="0">
              <a:buNone/>
              <a:defRPr sz="1400">
                <a:solidFill>
                  <a:srgbClr val="2F2F2F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</p:spTree>
    <p:extLst>
      <p:ext uri="{BB962C8B-B14F-4D97-AF65-F5344CB8AC3E}">
        <p14:creationId xmlns:p14="http://schemas.microsoft.com/office/powerpoint/2010/main" val="31967566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2" orient="horz" pos="438">
          <p15:clr>
            <a:srgbClr val="5ACBF0"/>
          </p15:clr>
        </p15:guide>
        <p15:guide id="3" orient="horz" pos="288">
          <p15:clr>
            <a:srgbClr val="5ACBF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eloper code right">
    <p:bg>
      <p:bgPr>
        <a:solidFill>
          <a:srgbClr val="E8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316165A-5926-4F59-B348-996936FBB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5205984" y="0"/>
            <a:ext cx="6986016" cy="6858000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FD107E2-140D-CB86-9FA1-B9481E49E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4042761" cy="369332"/>
          </a:xfrm>
        </p:spPr>
        <p:txBody>
          <a:bodyPr/>
          <a:lstStyle>
            <a:lvl1pPr>
              <a:defRPr sz="24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277F5E94-C055-4558-A211-EF7933FCA82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89" y="1594155"/>
            <a:ext cx="4042761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  <a:lvl2pPr marL="13716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265176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A89B3FAE-417F-41EF-9D05-0D6CAF8EC76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00725" y="582613"/>
            <a:ext cx="5799138" cy="5692775"/>
          </a:xfrm>
        </p:spPr>
        <p:txBody>
          <a:bodyPr/>
          <a:lstStyle>
            <a:lvl1pPr marL="0" indent="0">
              <a:buNone/>
              <a:defRPr sz="1400">
                <a:solidFill>
                  <a:srgbClr val="2F2F2F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</p:spTree>
    <p:extLst>
      <p:ext uri="{BB962C8B-B14F-4D97-AF65-F5344CB8AC3E}">
        <p14:creationId xmlns:p14="http://schemas.microsoft.com/office/powerpoint/2010/main" val="13860271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445">
          <p15:clr>
            <a:srgbClr val="5ACBF0"/>
          </p15:clr>
        </p15:guide>
        <p15:guide id="4" orient="horz" pos="843">
          <p15:clr>
            <a:srgbClr val="5ACBF0"/>
          </p15:clr>
        </p15:guide>
        <p15:guide id="7" pos="3283">
          <p15:clr>
            <a:srgbClr val="5ACBF0"/>
          </p15:clr>
        </p15:guide>
        <p15:guide id="8" pos="3654">
          <p15:clr>
            <a:srgbClr val="5ACBF0"/>
          </p15:clr>
        </p15:guide>
        <p15:guide id="9" pos="2916">
          <p15:clr>
            <a:srgbClr val="5ACBF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sources">
    <p:bg>
      <p:bgPr>
        <a:solidFill>
          <a:srgbClr val="E8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369332"/>
          </a:xfrm>
        </p:spPr>
        <p:txBody>
          <a:bodyPr/>
          <a:lstStyle>
            <a:lvl1pPr>
              <a:defRPr sz="24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05B49E74-D3F8-9BC9-0A3F-F524E6C5A41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89" y="1591056"/>
            <a:ext cx="8193024" cy="54168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  <a:latin typeface="+mj-lt"/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5F055FC1-EF87-C5EC-9545-B346C73ACDA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86389" y="2081710"/>
            <a:ext cx="8193024" cy="113261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5EBA1527-2F4C-29A6-6A08-4FBA5CAE4E7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86389" y="3587124"/>
            <a:ext cx="8193024" cy="54168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  <a:latin typeface="+mj-lt"/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3B81DC28-90DC-14C9-6ED7-101D16E58FA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86389" y="4077778"/>
            <a:ext cx="8193024" cy="113261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Footer Placeholder 10">
            <a:extLst>
              <a:ext uri="{FF2B5EF4-FFF2-40B4-BE49-F238E27FC236}">
                <a16:creationId xmlns:a16="http://schemas.microsoft.com/office/drawing/2014/main" id="{0281408E-274B-89C6-8571-F986E6EE65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0839624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28" orient="horz" pos="4320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_with Logo">
    <p:bg>
      <p:bgPr>
        <a:solidFill>
          <a:srgbClr val="E8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S logo gray - EMF">
            <a:extLst>
              <a:ext uri="{FF2B5EF4-FFF2-40B4-BE49-F238E27FC236}">
                <a16:creationId xmlns:a16="http://schemas.microsoft.com/office/drawing/2014/main" id="{34855668-1A0A-E5EE-1D0F-97B30351BA0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5072CE3E-C99E-C188-A13F-A0815FF096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2" y="-612577"/>
            <a:ext cx="8193024" cy="307777"/>
          </a:xfrm>
        </p:spPr>
        <p:txBody>
          <a:bodyPr/>
          <a:lstStyle>
            <a:lvl1pPr>
              <a:defRPr sz="2000" b="0" i="0">
                <a:solidFill>
                  <a:srgbClr val="001F2D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Final slide with logo</a:t>
            </a:r>
          </a:p>
        </p:txBody>
      </p:sp>
      <p:sp>
        <p:nvSpPr>
          <p:cNvPr id="7" name="Footer Placeholder 10">
            <a:extLst>
              <a:ext uri="{FF2B5EF4-FFF2-40B4-BE49-F238E27FC236}">
                <a16:creationId xmlns:a16="http://schemas.microsoft.com/office/drawing/2014/main" id="{3B2054C5-1258-8F24-CB3E-C0C7AA2945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5872264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losing slide_with Logo">
    <p:bg>
      <p:bgPr>
        <a:solidFill>
          <a:srgbClr val="E8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S logo gray - EMF">
            <a:extLst>
              <a:ext uri="{FF2B5EF4-FFF2-40B4-BE49-F238E27FC236}">
                <a16:creationId xmlns:a16="http://schemas.microsoft.com/office/drawing/2014/main" id="{34855668-1A0A-E5EE-1D0F-97B30351BA0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5072CE3E-C99E-C188-A13F-A0815FF096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2" y="-616043"/>
            <a:ext cx="8193024" cy="307777"/>
          </a:xfrm>
        </p:spPr>
        <p:txBody>
          <a:bodyPr/>
          <a:lstStyle>
            <a:lvl1pPr>
              <a:defRPr sz="2000" b="0" i="0">
                <a:solidFill>
                  <a:srgbClr val="001F2D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Final slide with logo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D9E8228-6949-BCF9-F825-22D65A43DBC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216" y="2080227"/>
            <a:ext cx="3361943" cy="553998"/>
          </a:xfrm>
          <a:noFill/>
        </p:spPr>
        <p:txBody>
          <a:bodyPr wrap="square" lIns="0" tIns="0" rIns="0" bIns="0">
            <a:spAutoFit/>
          </a:bodyPr>
          <a:lstStyle>
            <a:lvl1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lang="en-US" sz="3600" b="0" kern="1200" cap="none" spc="-50" baseline="0">
                <a:ln w="3175">
                  <a:noFill/>
                </a:ln>
                <a:solidFill>
                  <a:schemeClr val="accent3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pPr lvl="0"/>
            <a:r>
              <a:rPr lang="en-US"/>
              <a:t>Thank you.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CDD9B65-7B9C-E803-654B-692D90202D5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85640" y="2276475"/>
            <a:ext cx="7114222" cy="1689099"/>
          </a:xfrm>
        </p:spPr>
        <p:txBody>
          <a:bodyPr/>
          <a:lstStyle>
            <a:lvl1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000" b="0" kern="1200" cap="none" spc="-50" baseline="0" smtClean="0">
                <a:ln w="3175">
                  <a:noFill/>
                </a:ln>
                <a:solidFill>
                  <a:schemeClr val="tx1"/>
                </a:solidFill>
                <a:effectLst/>
                <a:latin typeface="+mn-lt"/>
                <a:ea typeface="+mn-ea"/>
                <a:cs typeface="Segoe UI" pitchFamily="34" charset="0"/>
              </a:defRPr>
            </a:lvl1pPr>
            <a:lvl2pPr marL="155448" indent="0">
              <a:buNone/>
              <a:defRPr lang="en-US" sz="2000" b="0" kern="1200" cap="none" spc="-50" baseline="0" smtClean="0">
                <a:ln w="3175">
                  <a:noFill/>
                </a:ln>
                <a:solidFill>
                  <a:schemeClr val="bg1"/>
                </a:solidFill>
                <a:effectLst/>
                <a:latin typeface="+mn-lt"/>
                <a:ea typeface="+mn-ea"/>
                <a:cs typeface="Segoe UI" pitchFamily="34" charset="0"/>
              </a:defRPr>
            </a:lvl2pPr>
            <a:lvl3pPr marL="265176" indent="0">
              <a:buNone/>
              <a:defRPr/>
            </a:lvl3pPr>
            <a:lvl4pPr marL="661988" indent="0">
              <a:buNone/>
              <a:defRPr/>
            </a:lvl4pPr>
            <a:lvl5pPr marL="85566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Footer Placeholder 10">
            <a:extLst>
              <a:ext uri="{FF2B5EF4-FFF2-40B4-BE49-F238E27FC236}">
                <a16:creationId xmlns:a16="http://schemas.microsoft.com/office/drawing/2014/main" id="{3D724FF2-BFB6-0799-B9AE-F83BA9177A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8484028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1592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Gradient_Dark Blu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ackground pattern&#10;&#10;Description automatically generated">
            <a:extLst>
              <a:ext uri="{FF2B5EF4-FFF2-40B4-BE49-F238E27FC236}">
                <a16:creationId xmlns:a16="http://schemas.microsoft.com/office/drawing/2014/main" id="{09C25A02-AC19-00D7-AA19-15FBBBA075A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88952" cy="6856285"/>
          </a:xfrm>
          <a:prstGeom prst="rect">
            <a:avLst/>
          </a:prstGeom>
        </p:spPr>
      </p:pic>
      <p:pic>
        <p:nvPicPr>
          <p:cNvPr id="6" name="MS logo white - EMF">
            <a:extLst>
              <a:ext uri="{FF2B5EF4-FFF2-40B4-BE49-F238E27FC236}">
                <a16:creationId xmlns:a16="http://schemas.microsoft.com/office/drawing/2014/main" id="{15F18C2F-44AE-47B2-AF66-6F44850A456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white">
          <a:xfrm>
            <a:off x="584200" y="585788"/>
            <a:ext cx="1366245" cy="292608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4D261202-B43E-AFEC-1247-D8B93E325B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569911" y="2769057"/>
            <a:ext cx="8193024" cy="1231106"/>
          </a:xfrm>
          <a:noFill/>
        </p:spPr>
        <p:txBody>
          <a:bodyPr wrap="square" lIns="0" tIns="0" rIns="0" bIns="0" anchor="b" anchorCtr="0">
            <a:spAutoFit/>
          </a:bodyPr>
          <a:lstStyle>
            <a:lvl1pPr>
              <a:defRPr sz="4000" b="0" i="0" spc="-50" baseline="0">
                <a:solidFill>
                  <a:schemeClr val="bg1"/>
                </a:solidFill>
                <a:latin typeface="+mn-lt"/>
                <a:cs typeface="Segoe UI" pitchFamily="34" charset="0"/>
              </a:defRPr>
            </a:lvl1pPr>
          </a:lstStyle>
          <a:p>
            <a:r>
              <a:rPr lang="en-US"/>
              <a:t>Event name or </a:t>
            </a:r>
            <a:br>
              <a:rPr lang="en-US"/>
            </a:br>
            <a:r>
              <a:rPr lang="en-US"/>
              <a:t>presentation title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4F89D852-EFBA-6F99-2050-8532FF783C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582042" y="4215827"/>
            <a:ext cx="8193024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ct val="0"/>
              </a:spcBef>
              <a:buNone/>
              <a:defRPr sz="1600" spc="0" baseline="0">
                <a:solidFill>
                  <a:schemeClr val="bg1"/>
                </a:solidFill>
                <a:latin typeface="+mn-lt"/>
                <a:cs typeface="Segoe UI" pitchFamily="34" charset="0"/>
              </a:defRPr>
            </a:lvl1pPr>
          </a:lstStyle>
          <a:p>
            <a:pPr lvl="0"/>
            <a:r>
              <a:rPr lang="en-US"/>
              <a:t>Speaker name or subtitle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BD8134C-9DAE-AC17-E85E-797425358B5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white">
          <a:xfrm>
            <a:off x="582042" y="6446520"/>
            <a:ext cx="164592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ct val="0"/>
              </a:spcBef>
              <a:buNone/>
              <a:defRPr sz="1000" spc="0" baseline="0">
                <a:solidFill>
                  <a:schemeClr val="bg1"/>
                </a:solidFill>
                <a:latin typeface="+mn-lt"/>
                <a:cs typeface="Segoe UI" pitchFamily="34" charset="0"/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2BD6AF20-3445-2A80-6CE8-04C04421E1B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white">
          <a:xfrm>
            <a:off x="2471054" y="6446520"/>
            <a:ext cx="6336792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ct val="0"/>
              </a:spcBef>
              <a:buNone/>
              <a:defRPr sz="1000" spc="0" baseline="0">
                <a:solidFill>
                  <a:schemeClr val="bg1"/>
                </a:solidFill>
                <a:latin typeface="+mn-lt"/>
                <a:cs typeface="Segoe UI" pitchFamily="34" charset="0"/>
              </a:defRPr>
            </a:lvl1pPr>
          </a:lstStyle>
          <a:p>
            <a:pPr lvl="0"/>
            <a:r>
              <a:rPr lang="en-US"/>
              <a:t>Microsoft confidential</a:t>
            </a:r>
          </a:p>
        </p:txBody>
      </p:sp>
    </p:spTree>
    <p:extLst>
      <p:ext uri="{BB962C8B-B14F-4D97-AF65-F5344CB8AC3E}">
        <p14:creationId xmlns:p14="http://schemas.microsoft.com/office/powerpoint/2010/main" val="11244209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450">
          <p15:clr>
            <a:srgbClr val="FBAE40"/>
          </p15:clr>
        </p15:guide>
        <p15:guide id="2" orient="horz" pos="2647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slide">
    <p:bg>
      <p:bgPr>
        <a:solidFill>
          <a:srgbClr val="E8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BD1096F-1307-5006-527D-D3AF4C75C5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17010" y="0"/>
            <a:ext cx="9774990" cy="685800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12D19AFB-6939-2FBA-48C9-66A2961406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9911" y="3384610"/>
            <a:ext cx="6345239" cy="615553"/>
          </a:xfrm>
          <a:noFill/>
        </p:spPr>
        <p:txBody>
          <a:bodyPr wrap="square" lIns="0" tIns="0" rIns="0" bIns="0" anchor="b" anchorCtr="0">
            <a:spAutoFit/>
          </a:bodyPr>
          <a:lstStyle>
            <a:lvl1pPr>
              <a:defRPr sz="4000" b="0" i="0" spc="-50" baseline="0">
                <a:solidFill>
                  <a:schemeClr val="tx1"/>
                </a:solidFill>
                <a:latin typeface="+mn-lt"/>
                <a:cs typeface="Segoe UI" pitchFamily="34" charset="0"/>
              </a:defRPr>
            </a:lvl1pPr>
          </a:lstStyle>
          <a:p>
            <a:r>
              <a:rPr lang="en-US"/>
              <a:t>Section divider title</a:t>
            </a:r>
          </a:p>
        </p:txBody>
      </p: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CF739926-D45E-64CA-0DB0-97104E14A5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30CE1C06-CE73-35A4-7250-D6F06A2DC7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9911" y="4354130"/>
            <a:ext cx="6345239" cy="799761"/>
          </a:xfr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73570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450">
          <p15:clr>
            <a:srgbClr val="FBAE40"/>
          </p15:clr>
        </p15:guide>
        <p15:guide id="2" orient="horz" pos="2647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alk-in">
    <p:bg bwMode="gray"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MS logo white - EMF" descr="Microsoft logo white text version">
            <a:extLst>
              <a:ext uri="{FF2B5EF4-FFF2-40B4-BE49-F238E27FC236}">
                <a16:creationId xmlns:a16="http://schemas.microsoft.com/office/drawing/2014/main" id="{7E11D7A2-B01C-A8A3-A191-67F185635D2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584200" y="585788"/>
            <a:ext cx="1366245" cy="292608"/>
          </a:xfrm>
          <a:prstGeom prst="rect">
            <a:avLst/>
          </a:prstGeom>
        </p:spPr>
      </p:pic>
      <p:pic>
        <p:nvPicPr>
          <p:cNvPr id="4" name="Picture 3" descr="Microsoft Learn&#10;Spark possibility">
            <a:extLst>
              <a:ext uri="{FF2B5EF4-FFF2-40B4-BE49-F238E27FC236}">
                <a16:creationId xmlns:a16="http://schemas.microsoft.com/office/drawing/2014/main" id="{92DBCEC2-8AE9-3782-893D-A626AAC4C121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3228" y="2573202"/>
            <a:ext cx="5344642" cy="1681958"/>
          </a:xfrm>
          <a:prstGeom prst="rect">
            <a:avLst/>
          </a:prstGeom>
        </p:spPr>
      </p:pic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C271FB7A-72FC-2B10-878C-854A9CF5A5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/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5226045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orient="horz" pos="2496">
          <p15:clr>
            <a:srgbClr val="5ACBF0"/>
          </p15:clr>
        </p15:guide>
        <p15:guide id="3" pos="3360">
          <p15:clr>
            <a:srgbClr val="5ACBF0"/>
          </p15:clr>
        </p15:guide>
        <p15:guide id="5" orient="horz" pos="2160">
          <p15:clr>
            <a:srgbClr val="FBAE40"/>
          </p15:clr>
        </p15:guide>
        <p15:guide id="6" orient="horz" pos="2229">
          <p15:clr>
            <a:srgbClr val="5ACBF0"/>
          </p15:clr>
        </p15:guide>
        <p15:guide id="7" pos="2996">
          <p15:clr>
            <a:srgbClr val="5ACBF0"/>
          </p15:clr>
        </p15:guide>
        <p15:guide id="8" orient="horz" pos="1621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rgbClr val="E8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8B334D90-2717-2269-E486-F1900244A6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MS logo gray - EMF" descr="Microsoft logo, gray text version">
            <a:extLst>
              <a:ext uri="{FF2B5EF4-FFF2-40B4-BE49-F238E27FC236}">
                <a16:creationId xmlns:a16="http://schemas.microsoft.com/office/drawing/2014/main" id="{7B930E7F-5B91-31B0-B67D-DB8C41E881C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3E21C31D-925C-53B5-2E40-C54FF245B4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9912" y="3429000"/>
            <a:ext cx="5686955" cy="1231106"/>
          </a:xfrm>
          <a:noFill/>
        </p:spPr>
        <p:txBody>
          <a:bodyPr wrap="square" lIns="0" tIns="0" rIns="0" bIns="0" anchor="b" anchorCtr="0">
            <a:spAutoFit/>
          </a:bodyPr>
          <a:lstStyle>
            <a:lvl1pPr>
              <a:defRPr sz="4000" b="0" i="0" spc="-50" baseline="0">
                <a:solidFill>
                  <a:schemeClr val="tx1"/>
                </a:solidFill>
                <a:latin typeface="+mn-lt"/>
                <a:cs typeface="Segoe UI" pitchFamily="34" charset="0"/>
              </a:defRPr>
            </a:lvl1pPr>
          </a:lstStyle>
          <a:p>
            <a:r>
              <a:rPr lang="en-US"/>
              <a:t>Event name or </a:t>
            </a:r>
            <a:br>
              <a:rPr lang="en-US"/>
            </a:br>
            <a:r>
              <a:rPr lang="en-US"/>
              <a:t>presentation title 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DDA2A08-4E66-0E3E-D138-C376487FF5F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56150" y="6446520"/>
            <a:ext cx="164592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ct val="0"/>
              </a:spcBef>
              <a:buNone/>
              <a:defRPr sz="1000" spc="0" baseline="0">
                <a:solidFill>
                  <a:schemeClr val="tx1"/>
                </a:solidFill>
                <a:latin typeface="+mn-lt"/>
                <a:cs typeface="Segoe UI" pitchFamily="34" charset="0"/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44253EDB-56F0-1036-A65B-02ABC067A9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41406923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orient="horz" pos="2496">
          <p15:clr>
            <a:srgbClr val="5ACBF0"/>
          </p15:clr>
        </p15:guide>
        <p15:guide id="3" pos="3360">
          <p15:clr>
            <a:srgbClr val="5ACBF0"/>
          </p15:clr>
        </p15:guide>
        <p15:guide id="5" orient="horz" pos="2160">
          <p15:clr>
            <a:srgbClr val="FBAE40"/>
          </p15:clr>
        </p15:guide>
        <p15:guide id="6" orient="horz" pos="2229">
          <p15:clr>
            <a:srgbClr val="5ACBF0"/>
          </p15:clr>
        </p15:guide>
        <p15:guide id="7" pos="2996">
          <p15:clr>
            <a:srgbClr val="5ACBF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lide">
    <p:bg>
      <p:bgPr>
        <a:solidFill>
          <a:srgbClr val="E8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BD1096F-1307-5006-527D-D3AF4C75C5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17010" y="0"/>
            <a:ext cx="9774990" cy="685800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12D19AFB-6939-2FBA-48C9-66A2961406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9911" y="3384610"/>
            <a:ext cx="6345239" cy="615553"/>
          </a:xfrm>
          <a:noFill/>
        </p:spPr>
        <p:txBody>
          <a:bodyPr wrap="square" lIns="0" tIns="0" rIns="0" bIns="0" anchor="b" anchorCtr="0">
            <a:spAutoFit/>
          </a:bodyPr>
          <a:lstStyle>
            <a:lvl1pPr>
              <a:defRPr sz="4000" b="0" i="0" spc="-50" baseline="0">
                <a:solidFill>
                  <a:schemeClr val="tx1"/>
                </a:solidFill>
                <a:latin typeface="+mn-lt"/>
                <a:cs typeface="Segoe UI" pitchFamily="34" charset="0"/>
              </a:defRPr>
            </a:lvl1pPr>
          </a:lstStyle>
          <a:p>
            <a:r>
              <a:rPr lang="en-US"/>
              <a:t>Section divider title</a:t>
            </a:r>
          </a:p>
        </p:txBody>
      </p: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CF739926-D45E-64CA-0DB0-97104E14A5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9595231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450">
          <p15:clr>
            <a:srgbClr val="FBAE40"/>
          </p15:clr>
        </p15:guide>
        <p15:guide id="2" orient="horz" pos="2647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slide">
    <p:bg>
      <p:bgPr>
        <a:solidFill>
          <a:srgbClr val="E8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BD1096F-1307-5006-527D-D3AF4C75C5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17010" y="0"/>
            <a:ext cx="9774990" cy="685800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12D19AFB-6939-2FBA-48C9-66A2961406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9911" y="3384610"/>
            <a:ext cx="6345239" cy="615553"/>
          </a:xfrm>
          <a:noFill/>
        </p:spPr>
        <p:txBody>
          <a:bodyPr wrap="square" lIns="0" tIns="0" rIns="0" bIns="0" anchor="b" anchorCtr="0">
            <a:spAutoFit/>
          </a:bodyPr>
          <a:lstStyle>
            <a:lvl1pPr>
              <a:defRPr sz="4000" b="0" i="0" spc="-50" baseline="0">
                <a:solidFill>
                  <a:schemeClr val="tx1"/>
                </a:solidFill>
                <a:latin typeface="+mn-lt"/>
                <a:cs typeface="Segoe UI" pitchFamily="34" charset="0"/>
              </a:defRPr>
            </a:lvl1pPr>
          </a:lstStyle>
          <a:p>
            <a:r>
              <a:rPr lang="en-US"/>
              <a:t>Section divider title</a:t>
            </a:r>
          </a:p>
        </p:txBody>
      </p: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CF739926-D45E-64CA-0DB0-97104E14A5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30CE1C06-CE73-35A4-7250-D6F06A2DC7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9911" y="4354130"/>
            <a:ext cx="6345239" cy="799761"/>
          </a:xfr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00024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450">
          <p15:clr>
            <a:srgbClr val="FBAE40"/>
          </p15:clr>
        </p15:guide>
        <p15:guide id="2" orient="horz" pos="2647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_1-column">
    <p:bg>
      <p:bgPr>
        <a:solidFill>
          <a:srgbClr val="E8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2" y="585216"/>
            <a:ext cx="8193024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Agenda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DAB8950-CE1F-05A6-2114-49B53E68C3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585216" y="1289050"/>
            <a:ext cx="3182112" cy="0"/>
          </a:xfrm>
          <a:prstGeom prst="line">
            <a:avLst/>
          </a:prstGeom>
          <a:ln w="76200" cap="rnd">
            <a:gradFill>
              <a:gsLst>
                <a:gs pos="0">
                  <a:schemeClr val="accent3"/>
                </a:gs>
                <a:gs pos="97531">
                  <a:srgbClr val="8DC8E8"/>
                </a:gs>
                <a:gs pos="48000">
                  <a:schemeClr val="accent2"/>
                </a:gs>
                <a:gs pos="22000">
                  <a:srgbClr val="F4364C"/>
                </a:gs>
              </a:gsLst>
              <a:lin ang="3900000" scaled="0"/>
            </a:gra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10">
            <a:extLst>
              <a:ext uri="{FF2B5EF4-FFF2-40B4-BE49-F238E27FC236}">
                <a16:creationId xmlns:a16="http://schemas.microsoft.com/office/drawing/2014/main" id="{B14116FB-E904-DC73-7B06-3E22452633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CAC2502E-5D9F-F851-3464-EDB3AAD612F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89" y="1818177"/>
            <a:ext cx="5033361" cy="28078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lnSpc>
                <a:spcPct val="110000"/>
              </a:lnSpc>
              <a:spcBef>
                <a:spcPct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639537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0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12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2">
          <p15:clr>
            <a:srgbClr val="954F72"/>
          </p15:clr>
        </p15:guide>
        <p15:guide id="40" pos="3840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_2-column">
    <p:bg>
      <p:bgPr>
        <a:solidFill>
          <a:srgbClr val="E8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2" y="585216"/>
            <a:ext cx="8193024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Agenda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340DCC4-9FA9-09C4-BB96-6B9979AA25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585216" y="1289050"/>
            <a:ext cx="3182112" cy="0"/>
          </a:xfrm>
          <a:prstGeom prst="line">
            <a:avLst/>
          </a:prstGeom>
          <a:ln w="76200" cap="rnd">
            <a:gradFill>
              <a:gsLst>
                <a:gs pos="0">
                  <a:schemeClr val="accent3"/>
                </a:gs>
                <a:gs pos="97531">
                  <a:srgbClr val="8DC8E8"/>
                </a:gs>
                <a:gs pos="48000">
                  <a:schemeClr val="accent2"/>
                </a:gs>
                <a:gs pos="22000">
                  <a:srgbClr val="F4364C"/>
                </a:gs>
              </a:gsLst>
              <a:lin ang="3900000" scaled="0"/>
            </a:gra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400A7934-B6A5-1A91-FBCA-710DD07CE5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D82F77F-F413-CFB2-A490-42936771DAD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86389" y="1818177"/>
            <a:ext cx="4719695" cy="24962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lnSpc>
                <a:spcPct val="110000"/>
              </a:lnSpc>
              <a:spcBef>
                <a:spcPct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6F9FBD2C-38D6-C1BF-620A-300B1F4C5CF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891338" y="1818177"/>
            <a:ext cx="4719695" cy="24962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lnSpc>
                <a:spcPct val="110000"/>
              </a:lnSpc>
              <a:spcBef>
                <a:spcPct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58865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0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12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2">
          <p15:clr>
            <a:srgbClr val="954F72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er-BIo">
    <p:bg>
      <p:bgPr>
        <a:solidFill>
          <a:srgbClr val="E8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8AA94852-62BE-D975-5820-B3227B110B53}"/>
              </a:ext>
            </a:extLst>
          </p:cNvPr>
          <p:cNvSpPr/>
          <p:nvPr userDrawn="1"/>
        </p:nvSpPr>
        <p:spPr bwMode="auto">
          <a:xfrm>
            <a:off x="1" y="0"/>
            <a:ext cx="7036066" cy="6858000"/>
          </a:xfrm>
          <a:prstGeom prst="rect">
            <a:avLst/>
          </a:prstGeom>
          <a:solidFill>
            <a:srgbClr val="F4F3F5"/>
          </a:solidFill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5749038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D63B5AFD-1A0C-9C6A-B579-7F4B7918234D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 bwMode="ltGray">
          <a:xfrm>
            <a:off x="7554590" y="3833734"/>
            <a:ext cx="1069848" cy="1069848"/>
          </a:xfrm>
          <a:prstGeom prst="rect">
            <a:avLst/>
          </a:prstGeom>
          <a:solidFill>
            <a:srgbClr val="F4F4F7"/>
          </a:solidFill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900" b="1">
                <a:solidFill>
                  <a:srgbClr val="000000"/>
                </a:solidFill>
                <a:latin typeface="+mn-lt"/>
                <a:cs typeface="Segoe UI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8B296A1-E2FF-6AD0-056E-6FFA0EA08B6A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 bwMode="ltGray">
          <a:xfrm>
            <a:off x="10568728" y="3833734"/>
            <a:ext cx="1069848" cy="1069848"/>
          </a:xfrm>
          <a:prstGeom prst="rect">
            <a:avLst/>
          </a:prstGeom>
          <a:solidFill>
            <a:srgbClr val="F4F4F7"/>
          </a:solidFill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900" b="1">
                <a:solidFill>
                  <a:srgbClr val="000000"/>
                </a:solidFill>
                <a:latin typeface="+mn-lt"/>
                <a:cs typeface="Segoe UI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D58F4ACC-A223-94FA-AF57-8B62501B059F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 bwMode="ltGray">
          <a:xfrm>
            <a:off x="9061659" y="3833734"/>
            <a:ext cx="1069848" cy="1069848"/>
          </a:xfrm>
          <a:prstGeom prst="rect">
            <a:avLst/>
          </a:prstGeom>
          <a:solidFill>
            <a:srgbClr val="F4F4F7"/>
          </a:solidFill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900" b="1">
                <a:solidFill>
                  <a:srgbClr val="000000"/>
                </a:solidFill>
                <a:latin typeface="+mn-lt"/>
                <a:cs typeface="Segoe UI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8133D48-744E-F029-079E-2E16C2809895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 bwMode="ltGray">
          <a:xfrm>
            <a:off x="7554590" y="5199190"/>
            <a:ext cx="1069848" cy="1069848"/>
          </a:xfrm>
          <a:prstGeom prst="rect">
            <a:avLst/>
          </a:prstGeom>
          <a:solidFill>
            <a:srgbClr val="F4F4F7"/>
          </a:solidFill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900" b="1">
                <a:solidFill>
                  <a:srgbClr val="000000"/>
                </a:solidFill>
                <a:latin typeface="+mn-lt"/>
                <a:cs typeface="Segoe UI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09D3DDE-EAFB-B57D-9147-8827F7743E1A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 bwMode="ltGray">
          <a:xfrm>
            <a:off x="10568728" y="5199190"/>
            <a:ext cx="1069848" cy="1069848"/>
          </a:xfrm>
          <a:prstGeom prst="rect">
            <a:avLst/>
          </a:prstGeom>
          <a:solidFill>
            <a:srgbClr val="F4F4F7"/>
          </a:solidFill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900" b="1">
                <a:solidFill>
                  <a:srgbClr val="000000"/>
                </a:solidFill>
                <a:latin typeface="+mn-lt"/>
                <a:cs typeface="Segoe UI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DFDB12BE-8B16-4DC3-C014-945C54E8CD7D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 bwMode="ltGray">
          <a:xfrm>
            <a:off x="9061659" y="5199190"/>
            <a:ext cx="1069848" cy="1069848"/>
          </a:xfrm>
          <a:prstGeom prst="rect">
            <a:avLst/>
          </a:prstGeom>
          <a:solidFill>
            <a:srgbClr val="F4F4F7"/>
          </a:solidFill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900" b="1">
                <a:solidFill>
                  <a:srgbClr val="000000"/>
                </a:solidFill>
                <a:latin typeface="+mn-lt"/>
                <a:cs typeface="Segoe UI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0375802-7BB3-7A20-1210-E5FEEE1A56F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8165231" y="457200"/>
            <a:ext cx="2849035" cy="2874212"/>
          </a:xfrm>
          <a:prstGeom prst="roundRect">
            <a:avLst>
              <a:gd name="adj" fmla="val 21738"/>
            </a:avLst>
          </a:prstGeom>
          <a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effectLst>
            <a:outerShdw blurRad="314198" dist="111760" dir="8040000" algn="ctr" rotWithShape="0">
              <a:schemeClr val="tx1">
                <a:alpha val="22000"/>
              </a:schemeClr>
            </a:outerShdw>
          </a:effectLst>
        </p:spPr>
        <p:txBody>
          <a:bodyPr lIns="0" tIns="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40" b="1">
                <a:solidFill>
                  <a:srgbClr val="000000"/>
                </a:solidFill>
                <a:latin typeface="+mn-lt"/>
                <a:cs typeface="Segoe UI" pitchFamily="34" charset="0"/>
              </a:defRPr>
            </a:lvl1pPr>
          </a:lstStyle>
          <a:p>
            <a:r>
              <a:rPr lang="en-US"/>
              <a:t>Click icon to </a:t>
            </a:r>
            <a:br>
              <a:rPr lang="en-US"/>
            </a:br>
            <a:r>
              <a:rPr lang="en-US"/>
              <a:t>add your picture here</a:t>
            </a:r>
          </a:p>
        </p:txBody>
      </p:sp>
      <p:sp>
        <p:nvSpPr>
          <p:cNvPr id="9" name="Footer Placeholder 10">
            <a:extLst>
              <a:ext uri="{FF2B5EF4-FFF2-40B4-BE49-F238E27FC236}">
                <a16:creationId xmlns:a16="http://schemas.microsoft.com/office/drawing/2014/main" id="{D3ECBC57-006B-CB8F-1EDC-04C18F0D01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23066572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page_Big headline_Learn">
    <p:bg>
      <p:bgPr>
        <a:solidFill>
          <a:srgbClr val="E8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1361096-DA6C-ED52-FA05-5031C6CAB2F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22E59AFC-909D-1098-D672-A384B97467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5081" y="2448062"/>
            <a:ext cx="10430257" cy="1015663"/>
          </a:xfrm>
        </p:spPr>
        <p:txBody>
          <a:bodyPr anchor="b" anchorCtr="0"/>
          <a:lstStyle>
            <a:lvl1pPr>
              <a:defRPr sz="6600" spc="-100" baseline="0">
                <a:latin typeface="+mn-lt"/>
              </a:defRPr>
            </a:lvl1pPr>
          </a:lstStyle>
          <a:p>
            <a:r>
              <a:rPr lang="en-US"/>
              <a:t>Big headline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EAE3F76B-93DD-2A11-C7C5-3051EECE977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90" y="4278313"/>
            <a:ext cx="4712686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7477A8E4-EDF0-DDB3-8098-28D44E2342D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246410" y="4278313"/>
            <a:ext cx="3765954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Footer Placeholder 10">
            <a:extLst>
              <a:ext uri="{FF2B5EF4-FFF2-40B4-BE49-F238E27FC236}">
                <a16:creationId xmlns:a16="http://schemas.microsoft.com/office/drawing/2014/main" id="{A750801D-F318-C32F-F1A8-2EB08A5D12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0043652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68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36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4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umn_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11013474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05B49E74-D3F8-9BC9-0A3F-F524E6C5A41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89" y="1591056"/>
            <a:ext cx="11013474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Footer Placeholder 10">
            <a:extLst>
              <a:ext uri="{FF2B5EF4-FFF2-40B4-BE49-F238E27FC236}">
                <a16:creationId xmlns:a16="http://schemas.microsoft.com/office/drawing/2014/main" id="{F16CAC6C-E57B-D312-6754-C68FA11C55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5750470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28" orient="horz" pos="4320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1" y="585216"/>
            <a:ext cx="11011601" cy="707281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AE09A77D-BE61-2556-4E7D-60B0A94FD8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CA4E92E8-A50E-5AB4-8891-983AC58DB6A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84199" y="1386766"/>
            <a:ext cx="11011601" cy="246221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ct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305154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-column_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1" y="585216"/>
            <a:ext cx="8189027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A790AA64-2857-089A-38D7-2F214254E96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84200" y="1594155"/>
            <a:ext cx="5364224" cy="246221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ct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55AAAF14-6312-27D6-344A-FC49DD3F11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90" y="2085764"/>
            <a:ext cx="5361973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Footer Placeholder 10">
            <a:extLst>
              <a:ext uri="{FF2B5EF4-FFF2-40B4-BE49-F238E27FC236}">
                <a16:creationId xmlns:a16="http://schemas.microsoft.com/office/drawing/2014/main" id="{4340E81D-820D-EB95-DECF-8E23BA57E5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94336382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28" orient="horz" pos="4320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umn_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53CBC165-170D-08C9-3B02-A3330AE9A5C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90" y="1591056"/>
            <a:ext cx="5217510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74320" indent="-137160"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411480" indent="-137160"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7382E19E-C6C9-5DF7-1994-AFE74147518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53664" y="1591056"/>
            <a:ext cx="5187106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74320" indent="-137160"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411480" indent="-137160"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74C53E4F-2958-0FC0-1745-B9DBECE7AE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9598778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8">
          <p15:clr>
            <a:srgbClr val="954F72"/>
          </p15:clr>
        </p15:guide>
        <p15:guide id="9" pos="2150">
          <p15:clr>
            <a:srgbClr val="954F72"/>
          </p15:clr>
        </p15:guide>
        <p15:guide id="10" pos="2544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88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umn_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74C53E4F-2958-0FC0-1745-B9DBECE7AE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4C0B0C3E-AEAA-0C79-829D-3E69784567F3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579438" y="1590675"/>
            <a:ext cx="5224462" cy="44776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6" name="Content Placeholder 14">
            <a:extLst>
              <a:ext uri="{FF2B5EF4-FFF2-40B4-BE49-F238E27FC236}">
                <a16:creationId xmlns:a16="http://schemas.microsoft.com/office/drawing/2014/main" id="{9B0DC8F8-0ADC-59D6-F653-BED6DEED3E23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6253664" y="1588073"/>
            <a:ext cx="5224462" cy="448021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47149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8">
          <p15:clr>
            <a:srgbClr val="954F72"/>
          </p15:clr>
        </p15:guide>
        <p15:guide id="9" pos="2150">
          <p15:clr>
            <a:srgbClr val="954F72"/>
          </p15:clr>
        </p15:guide>
        <p15:guide id="10" pos="2544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88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umn_Text_with Subhead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B99DE518-C598-A940-A59E-AD0A05432BA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594155"/>
            <a:ext cx="5219700" cy="246221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ct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24E25ABE-71E1-BA48-6C8C-38375593490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90" y="2085764"/>
            <a:ext cx="5217510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Text Placeholder 11">
            <a:extLst>
              <a:ext uri="{FF2B5EF4-FFF2-40B4-BE49-F238E27FC236}">
                <a16:creationId xmlns:a16="http://schemas.microsoft.com/office/drawing/2014/main" id="{1B7E7F6E-4D9D-5F8C-A5F0-526CA973BE9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44220" y="1594155"/>
            <a:ext cx="5219700" cy="246221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ct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37DAE155-2008-5357-51E8-E6B1FA7558C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53664" y="2085764"/>
            <a:ext cx="5187106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0B703353-C9ED-0F6F-D7CB-28042BD053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0168837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8">
          <p15:clr>
            <a:srgbClr val="954F72"/>
          </p15:clr>
        </p15:guide>
        <p15:guide id="9" pos="2150">
          <p15:clr>
            <a:srgbClr val="954F72"/>
          </p15:clr>
        </p15:guide>
        <p15:guide id="10" pos="2544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umn_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F940B0D9-7832-B819-D230-4F210761A29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90" y="1591310"/>
            <a:ext cx="3479198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C0D492BA-29A5-F31A-7F93-39ADE3E5EDA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362862" y="1591310"/>
            <a:ext cx="3479198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36EDCFC9-DB25-88C3-92DA-E2554C14A27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30190" y="1591310"/>
            <a:ext cx="3479198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Footer Placeholder 10">
            <a:extLst>
              <a:ext uri="{FF2B5EF4-FFF2-40B4-BE49-F238E27FC236}">
                <a16:creationId xmlns:a16="http://schemas.microsoft.com/office/drawing/2014/main" id="{6EDDB5AC-BBCB-7CEB-9BCA-27715FCAD1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2079147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umn_Text_with Subhead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3C284B3A-DEE1-29EB-8131-8DF975DF34D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594155"/>
            <a:ext cx="3479071" cy="246221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ct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CF3D4312-BF2B-32E8-5504-BD03D020A7F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90" y="2286000"/>
            <a:ext cx="3477611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17AB9DF2-C697-A678-389D-BE5F6AF6F25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357547" y="1594155"/>
            <a:ext cx="3479071" cy="246221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ct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C8ADB951-618D-18AA-AF3F-A625B89168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359737" y="2286000"/>
            <a:ext cx="3477611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4759A57E-BDDC-1596-6959-BA7696DE9B0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130894" y="1594155"/>
            <a:ext cx="3479071" cy="246221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ct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A52B45-289B-E4AF-9D79-08330599511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133084" y="2286000"/>
            <a:ext cx="3477611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Footer Placeholder 10">
            <a:extLst>
              <a:ext uri="{FF2B5EF4-FFF2-40B4-BE49-F238E27FC236}">
                <a16:creationId xmlns:a16="http://schemas.microsoft.com/office/drawing/2014/main" id="{B60C4C06-0136-7314-8B24-FE41EFCE14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7815740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4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umn_Text_with Subheads-Icon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3C284B3A-DEE1-29EB-8131-8DF975DF34D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2407846"/>
            <a:ext cx="3479071" cy="246221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ct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CF3D4312-BF2B-32E8-5504-BD03D020A7F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90" y="3099691"/>
            <a:ext cx="3477611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17AB9DF2-C697-A678-389D-BE5F6AF6F25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357547" y="2407846"/>
            <a:ext cx="3479071" cy="246221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ct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C8ADB951-618D-18AA-AF3F-A625B89168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359737" y="3099691"/>
            <a:ext cx="3477611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4759A57E-BDDC-1596-6959-BA7696DE9B0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130894" y="2407846"/>
            <a:ext cx="3479071" cy="246221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ct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A52B45-289B-E4AF-9D79-08330599511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133084" y="3099691"/>
            <a:ext cx="3477611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Footer Placeholder 10">
            <a:extLst>
              <a:ext uri="{FF2B5EF4-FFF2-40B4-BE49-F238E27FC236}">
                <a16:creationId xmlns:a16="http://schemas.microsoft.com/office/drawing/2014/main" id="{B60C4C06-0136-7314-8B24-FE41EFCE14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5796463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8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4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  <p15:guide id="40" pos="609">
          <p15:clr>
            <a:srgbClr val="FBAE40"/>
          </p15:clr>
        </p15:guide>
        <p15:guide id="41" pos="2988">
          <p15:clr>
            <a:srgbClr val="FBAE40"/>
          </p15:clr>
        </p15:guide>
        <p15:guide id="42" pos="5352">
          <p15:clr>
            <a:srgbClr val="FBAE40"/>
          </p15:clr>
        </p15:guide>
        <p15:guide id="43" orient="horz" pos="1085">
          <p15:clr>
            <a:srgbClr val="FBAE40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3-column_Text_with Subheads-Icon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 descr="Microsoft Certification renewal process flow">
            <a:extLst>
              <a:ext uri="{FF2B5EF4-FFF2-40B4-BE49-F238E27FC236}">
                <a16:creationId xmlns:a16="http://schemas.microsoft.com/office/drawing/2014/main" id="{ED4FC5EF-0434-AB45-07F5-AAD2BF06D8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/>
          <p:nvPr userDrawn="1"/>
        </p:nvCxnSpPr>
        <p:spPr>
          <a:xfrm>
            <a:off x="1767" y="2042154"/>
            <a:ext cx="12175719" cy="0"/>
          </a:xfrm>
          <a:prstGeom prst="line">
            <a:avLst/>
          </a:prstGeom>
          <a:noFill/>
          <a:ln w="76200" cap="flat">
            <a:gradFill>
              <a:gsLst>
                <a:gs pos="0">
                  <a:srgbClr val="FF5C39"/>
                </a:gs>
                <a:gs pos="54796">
                  <a:srgbClr val="C73ECC"/>
                </a:gs>
                <a:gs pos="100000">
                  <a:srgbClr val="8DC8E8"/>
                </a:gs>
              </a:gsLst>
              <a:lin ang="21399750" scaled="1"/>
            </a:gradFill>
            <a:prstDash val="solid"/>
            <a:miter/>
          </a:ln>
        </p:spPr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3C284B3A-DEE1-29EB-8131-8DF975DF34D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2995283"/>
            <a:ext cx="3479071" cy="246221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ct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CF3D4312-BF2B-32E8-5504-BD03D020A7F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90" y="3616497"/>
            <a:ext cx="3477611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  <a:lvl2pPr marL="13716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265176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17AB9DF2-C697-A678-389D-BE5F6AF6F25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357547" y="2995283"/>
            <a:ext cx="3479071" cy="246221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ct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C8ADB951-618D-18AA-AF3F-A625B89168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359737" y="3616497"/>
            <a:ext cx="3477611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  <a:lvl2pPr marL="13716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265176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4759A57E-BDDC-1596-6959-BA7696DE9B0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130894" y="2995283"/>
            <a:ext cx="3479071" cy="246221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ct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A52B45-289B-E4AF-9D79-08330599511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133084" y="3616497"/>
            <a:ext cx="3477611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  <a:lvl2pPr marL="13716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265176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Footer Placeholder 10">
            <a:extLst>
              <a:ext uri="{FF2B5EF4-FFF2-40B4-BE49-F238E27FC236}">
                <a16:creationId xmlns:a16="http://schemas.microsoft.com/office/drawing/2014/main" id="{B60C4C06-0136-7314-8B24-FE41EFCE14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9351809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92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1464">
          <p15:clr>
            <a:srgbClr val="954F72"/>
          </p15:clr>
        </p15:guide>
        <p15:guide id="16" pos="4344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  <p15:guide id="40" pos="609">
          <p15:clr>
            <a:srgbClr val="FBAE40"/>
          </p15:clr>
        </p15:guide>
        <p15:guide id="41" pos="3840">
          <p15:clr>
            <a:srgbClr val="FBAE40"/>
          </p15:clr>
        </p15:guide>
        <p15:guide id="42" pos="6216">
          <p15:clr>
            <a:srgbClr val="FBAE40"/>
          </p15:clr>
        </p15:guide>
        <p15:guide id="43" orient="horz" pos="1284">
          <p15:clr>
            <a:srgbClr val="FBAE40"/>
          </p15:clr>
        </p15:guide>
        <p15:guide id="44" pos="3940">
          <p15:clr>
            <a:srgbClr val="FBAE40"/>
          </p15:clr>
        </p15:guide>
        <p15:guide id="45" orient="horz" pos="2160">
          <p15:clr>
            <a:srgbClr val="FBAE40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3-column_Text_with Subheads-Icon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 descr="Microsoft Certification renewal process flow">
            <a:extLst>
              <a:ext uri="{FF2B5EF4-FFF2-40B4-BE49-F238E27FC236}">
                <a16:creationId xmlns:a16="http://schemas.microsoft.com/office/drawing/2014/main" id="{ED4FC5EF-0434-AB45-07F5-AAD2BF06D8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/>
          <p:nvPr userDrawn="1"/>
        </p:nvCxnSpPr>
        <p:spPr>
          <a:xfrm>
            <a:off x="1767" y="2042154"/>
            <a:ext cx="12175719" cy="0"/>
          </a:xfrm>
          <a:prstGeom prst="line">
            <a:avLst/>
          </a:prstGeom>
          <a:noFill/>
          <a:ln w="76200" cap="flat">
            <a:gradFill>
              <a:gsLst>
                <a:gs pos="0">
                  <a:srgbClr val="FF5C39"/>
                </a:gs>
                <a:gs pos="54796">
                  <a:srgbClr val="C73ECC"/>
                </a:gs>
                <a:gs pos="100000">
                  <a:srgbClr val="8DC8E8"/>
                </a:gs>
              </a:gsLst>
              <a:lin ang="21399750" scaled="1"/>
            </a:gradFill>
            <a:prstDash val="solid"/>
            <a:miter/>
          </a:ln>
        </p:spPr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3C284B3A-DEE1-29EB-8131-8DF975DF34D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2995283"/>
            <a:ext cx="3479071" cy="246221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ct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17AB9DF2-C697-A678-389D-BE5F6AF6F25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357547" y="2995283"/>
            <a:ext cx="3479071" cy="246221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ct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4759A57E-BDDC-1596-6959-BA7696DE9B0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130894" y="2995283"/>
            <a:ext cx="3479071" cy="246221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ct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Footer Placeholder 10">
            <a:extLst>
              <a:ext uri="{FF2B5EF4-FFF2-40B4-BE49-F238E27FC236}">
                <a16:creationId xmlns:a16="http://schemas.microsoft.com/office/drawing/2014/main" id="{B60C4C06-0136-7314-8B24-FE41EFCE14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244C1821-6346-D755-83F0-EC5D04C1AFA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90" y="3616497"/>
            <a:ext cx="3477611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  <a:lvl2pPr marL="13716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265176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AE8BC1E6-3311-A73F-871A-923C49C012F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359737" y="3616497"/>
            <a:ext cx="3477611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  <a:lvl2pPr marL="13716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265176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888C01D0-23FB-7438-A9BF-8E99080C98B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133084" y="3616497"/>
            <a:ext cx="3477611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  <a:lvl2pPr marL="13716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265176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513419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92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1464">
          <p15:clr>
            <a:srgbClr val="954F72"/>
          </p15:clr>
        </p15:guide>
        <p15:guide id="16" pos="4344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  <p15:guide id="40" pos="609">
          <p15:clr>
            <a:srgbClr val="FBAE40"/>
          </p15:clr>
        </p15:guide>
        <p15:guide id="41" pos="3840">
          <p15:clr>
            <a:srgbClr val="FBAE40"/>
          </p15:clr>
        </p15:guide>
        <p15:guide id="42" pos="6216">
          <p15:clr>
            <a:srgbClr val="FBAE40"/>
          </p15:clr>
        </p15:guide>
        <p15:guide id="43" orient="horz" pos="1284">
          <p15:clr>
            <a:srgbClr val="FBAE40"/>
          </p15:clr>
        </p15:guide>
        <p15:guide id="44" pos="3940">
          <p15:clr>
            <a:srgbClr val="FBAE40"/>
          </p15:clr>
        </p15:guide>
        <p15:guide id="45" orient="horz" pos="2160">
          <p15:clr>
            <a:srgbClr val="FBAE40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horizontal photo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367F0464-FA9D-1DC7-827A-17DF799B90E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90" y="4978881"/>
            <a:ext cx="5217510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74320" indent="-137160"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411480" indent="-137160"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51FB34ED-A66E-89F2-95F6-C0038B49554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53664" y="4978881"/>
            <a:ext cx="5187106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74320" indent="-137160"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411480" indent="-137160"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D54F7E24-0716-000F-A23E-D45713ECDD7E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 bwMode="ltGray">
          <a:xfrm>
            <a:off x="0" y="1152766"/>
            <a:ext cx="12192000" cy="3444634"/>
          </a:xfrm>
          <a:prstGeom prst="rect">
            <a:avLst/>
          </a:prstGeom>
          <a:solidFill>
            <a:srgbClr val="F4F4F7"/>
          </a:solidFill>
          <a:ln>
            <a:noFill/>
          </a:ln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b="1">
                <a:solidFill>
                  <a:srgbClr val="000000"/>
                </a:solidFill>
                <a:latin typeface="+mn-lt"/>
                <a:cs typeface="Segoe UI" pitchFamily="34" charset="0"/>
              </a:defRPr>
            </a:lvl1pPr>
          </a:lstStyle>
          <a:p>
            <a:r>
              <a:rPr lang="en-US"/>
              <a:t>Drag &amp; drop your photo</a:t>
            </a:r>
          </a:p>
          <a:p>
            <a:r>
              <a:rPr lang="en-US"/>
              <a:t>here or click or tap </a:t>
            </a:r>
          </a:p>
          <a:p>
            <a:r>
              <a:rPr lang="en-US"/>
              <a:t>icon below to insert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830DA7-1CDF-18F6-E151-AAB776959A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BC534918-4E28-3067-DE75-AAF487EA48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1005372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2880">
          <p15:clr>
            <a:srgbClr val="5ACBF0"/>
          </p15:clr>
        </p15:guide>
        <p15:guide id="6" orient="horz" pos="3600">
          <p15:clr>
            <a:srgbClr val="5ACBF0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horizontal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367F0464-FA9D-1DC7-827A-17DF799B90E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90" y="4978881"/>
            <a:ext cx="5217510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74320" indent="-137160"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411480" indent="-137160"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51FB34ED-A66E-89F2-95F6-C0038B49554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53664" y="4978881"/>
            <a:ext cx="5187106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74320" indent="-137160"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411480" indent="-137160"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6FC6DD5-F717-45AB-C65A-E483E17C4FEC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 bwMode="ltGray">
          <a:xfrm>
            <a:off x="0" y="0"/>
            <a:ext cx="12192000" cy="4597400"/>
          </a:xfrm>
          <a:prstGeom prst="rect">
            <a:avLst/>
          </a:prstGeom>
          <a:solidFill>
            <a:srgbClr val="F4F4F7"/>
          </a:solidFill>
          <a:ln>
            <a:noFill/>
          </a:ln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b="1">
                <a:solidFill>
                  <a:srgbClr val="000000"/>
                </a:solidFill>
                <a:latin typeface="+mn-lt"/>
                <a:cs typeface="Segoe UI" pitchFamily="34" charset="0"/>
              </a:defRPr>
            </a:lvl1pPr>
          </a:lstStyle>
          <a:p>
            <a:r>
              <a:rPr lang="en-US"/>
              <a:t>Drag &amp; drop your photo</a:t>
            </a:r>
          </a:p>
          <a:p>
            <a:r>
              <a:rPr lang="en-US"/>
              <a:t>here or click or tap </a:t>
            </a:r>
          </a:p>
          <a:p>
            <a:r>
              <a:rPr lang="en-US"/>
              <a:t>icon below to insert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6" name="Footer Placeholder 10">
            <a:extLst>
              <a:ext uri="{FF2B5EF4-FFF2-40B4-BE49-F238E27FC236}">
                <a16:creationId xmlns:a16="http://schemas.microsoft.com/office/drawing/2014/main" id="{714A3419-0299-D6E2-EAEC-B759C421A7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32003417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2880">
          <p15:clr>
            <a:srgbClr val="5ACBF0"/>
          </p15:clr>
        </p15:guide>
        <p15:guide id="6" orient="horz" pos="3600">
          <p15:clr>
            <a:srgbClr val="5ACBF0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horizontal photo, subheads,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1">
            <a:extLst>
              <a:ext uri="{FF2B5EF4-FFF2-40B4-BE49-F238E27FC236}">
                <a16:creationId xmlns:a16="http://schemas.microsoft.com/office/drawing/2014/main" id="{6F456F5C-E654-C0BD-30BA-55CC632F074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199" y="4956104"/>
            <a:ext cx="5364429" cy="184666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ct val="0"/>
              </a:spcBef>
              <a:buNone/>
              <a:defRPr sz="1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AAE74A98-D9A9-7258-AB00-FA281DFC7D2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90" y="5357443"/>
            <a:ext cx="5362178" cy="15388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 typeface="Arial" panose="020B0604020202020204" pitchFamily="34" charset="0"/>
              <a:buNone/>
              <a:defRPr sz="1000">
                <a:solidFill>
                  <a:schemeClr val="tx1"/>
                </a:solidFill>
              </a:defRPr>
            </a:lvl1pPr>
            <a:lvl2pPr marL="13716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41148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6A2D886A-4337-E9FA-7DBB-9D84D80A3A6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243372" y="4956104"/>
            <a:ext cx="5356490" cy="184666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ct val="0"/>
              </a:spcBef>
              <a:buNone/>
              <a:defRPr sz="1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E41A1665-88FA-58ED-F1C0-48840A180AC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252435" y="5357442"/>
            <a:ext cx="5357598" cy="15388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 typeface="Arial" panose="020B0604020202020204" pitchFamily="34" charset="0"/>
              <a:buNone/>
              <a:defRPr sz="1000">
                <a:solidFill>
                  <a:schemeClr val="tx1"/>
                </a:solidFill>
              </a:defRPr>
            </a:lvl1pPr>
            <a:lvl2pPr marL="13716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41148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1F55E03-DF85-0E93-780C-71A8898D2A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6624839F-BBCE-45B6-246E-E8C737903DF8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 bwMode="ltGray">
          <a:xfrm>
            <a:off x="0" y="1152766"/>
            <a:ext cx="12192000" cy="3444634"/>
          </a:xfrm>
          <a:prstGeom prst="rect">
            <a:avLst/>
          </a:prstGeom>
          <a:solidFill>
            <a:srgbClr val="F4F4F7"/>
          </a:solidFill>
          <a:ln>
            <a:noFill/>
          </a:ln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b="1">
                <a:solidFill>
                  <a:srgbClr val="000000"/>
                </a:solidFill>
                <a:latin typeface="+mn-lt"/>
                <a:cs typeface="Segoe UI" pitchFamily="34" charset="0"/>
              </a:defRPr>
            </a:lvl1pPr>
          </a:lstStyle>
          <a:p>
            <a:r>
              <a:rPr lang="en-US"/>
              <a:t>Drag &amp; drop your photo</a:t>
            </a:r>
          </a:p>
          <a:p>
            <a:r>
              <a:rPr lang="en-US"/>
              <a:t>here or click or tap </a:t>
            </a:r>
          </a:p>
          <a:p>
            <a:r>
              <a:rPr lang="en-US"/>
              <a:t>icon below to insert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10" name="Footer Placeholder 10">
            <a:extLst>
              <a:ext uri="{FF2B5EF4-FFF2-40B4-BE49-F238E27FC236}">
                <a16:creationId xmlns:a16="http://schemas.microsoft.com/office/drawing/2014/main" id="{A87FC08B-CC69-ED5E-1E89-0FB4958D4A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1943295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2880">
          <p15:clr>
            <a:srgbClr val="5ACBF0"/>
          </p15:clr>
        </p15:guide>
        <p15:guide id="6" orient="horz" pos="3600">
          <p15:clr>
            <a:srgbClr val="5ACBF0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horizontal photo and subhea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39E0A83-7ED9-6F5C-AEC4-5B98F5388F70}"/>
              </a:ext>
            </a:extLst>
          </p:cNvPr>
          <p:cNvSpPr/>
          <p:nvPr userDrawn="1"/>
        </p:nvSpPr>
        <p:spPr bwMode="auto">
          <a:xfrm>
            <a:off x="0" y="0"/>
            <a:ext cx="12192000" cy="4572000"/>
          </a:xfrm>
          <a:prstGeom prst="rect">
            <a:avLst/>
          </a:prstGeom>
          <a:solidFill>
            <a:srgbClr val="F4F3F5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ext Placeholder 11">
            <a:extLst>
              <a:ext uri="{FF2B5EF4-FFF2-40B4-BE49-F238E27FC236}">
                <a16:creationId xmlns:a16="http://schemas.microsoft.com/office/drawing/2014/main" id="{6F456F5C-E654-C0BD-30BA-55CC632F074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199" y="4956104"/>
            <a:ext cx="5364429" cy="184666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ct val="0"/>
              </a:spcBef>
              <a:buNone/>
              <a:defRPr sz="1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AAE74A98-D9A9-7258-AB00-FA281DFC7D2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90" y="5357443"/>
            <a:ext cx="5362178" cy="15388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 typeface="Arial" panose="020B0604020202020204" pitchFamily="34" charset="0"/>
              <a:buNone/>
              <a:defRPr sz="1000">
                <a:solidFill>
                  <a:schemeClr val="tx1"/>
                </a:solidFill>
              </a:defRPr>
            </a:lvl1pPr>
            <a:lvl2pPr marL="13716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41148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6A2D886A-4337-E9FA-7DBB-9D84D80A3A6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243372" y="4956104"/>
            <a:ext cx="5356490" cy="184666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ct val="0"/>
              </a:spcBef>
              <a:buNone/>
              <a:defRPr sz="1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E41A1665-88FA-58ED-F1C0-48840A180AC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252435" y="5357442"/>
            <a:ext cx="5357598" cy="15388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 typeface="Arial" panose="020B0604020202020204" pitchFamily="34" charset="0"/>
              <a:buNone/>
              <a:defRPr sz="1000">
                <a:solidFill>
                  <a:schemeClr val="tx1"/>
                </a:solidFill>
              </a:defRPr>
            </a:lvl1pPr>
            <a:lvl2pPr marL="13716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41148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7ADEB9F-DC30-5B40-6D59-13194450FB08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 bwMode="ltGray">
          <a:xfrm>
            <a:off x="0" y="0"/>
            <a:ext cx="12192000" cy="4572000"/>
          </a:xfrm>
          <a:prstGeom prst="rect">
            <a:avLst/>
          </a:prstGeom>
          <a:solidFill>
            <a:srgbClr val="F4F4F7"/>
          </a:solidFill>
          <a:ln>
            <a:noFill/>
          </a:ln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b="1">
                <a:solidFill>
                  <a:srgbClr val="000000"/>
                </a:solidFill>
                <a:latin typeface="+mn-lt"/>
                <a:cs typeface="Segoe UI" pitchFamily="34" charset="0"/>
              </a:defRPr>
            </a:lvl1pPr>
          </a:lstStyle>
          <a:p>
            <a:r>
              <a:rPr lang="en-US"/>
              <a:t>Drag &amp; drop your photo</a:t>
            </a:r>
          </a:p>
          <a:p>
            <a:r>
              <a:rPr lang="en-US"/>
              <a:t>here or click or tap </a:t>
            </a:r>
          </a:p>
          <a:p>
            <a:r>
              <a:rPr lang="en-US"/>
              <a:t>icon below to insert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10" name="Footer Placeholder 10">
            <a:extLst>
              <a:ext uri="{FF2B5EF4-FFF2-40B4-BE49-F238E27FC236}">
                <a16:creationId xmlns:a16="http://schemas.microsoft.com/office/drawing/2014/main" id="{0ADD2377-43F1-3C9F-D5EF-EBBBA2C54B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78126279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2880">
          <p15:clr>
            <a:srgbClr val="5ACBF0"/>
          </p15:clr>
        </p15:guide>
        <p15:guide id="6" orient="horz" pos="3600">
          <p15:clr>
            <a:srgbClr val="5ACBF0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umn_Text_with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1" y="585216"/>
            <a:ext cx="4710689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11">
            <a:extLst>
              <a:ext uri="{FF2B5EF4-FFF2-40B4-BE49-F238E27FC236}">
                <a16:creationId xmlns:a16="http://schemas.microsoft.com/office/drawing/2014/main" id="{4ACB92EB-B163-EB38-0156-C028F872F1C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594155"/>
            <a:ext cx="4714663" cy="246221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ct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20190326-CB8A-9A65-714A-07CD312C349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89" y="2085764"/>
            <a:ext cx="4712685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E90DBB6-E167-EFBB-7028-79615839561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6096000" y="0"/>
            <a:ext cx="6096000" cy="6858000"/>
          </a:xfrm>
          <a:prstGeom prst="rect">
            <a:avLst/>
          </a:prstGeom>
          <a:solidFill>
            <a:srgbClr val="F4F4F7"/>
          </a:solid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1">
                <a:solidFill>
                  <a:srgbClr val="000000"/>
                </a:solidFill>
                <a:latin typeface="+mn-lt"/>
                <a:cs typeface="Segoe UI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6" name="Footer Placeholder 10">
            <a:extLst>
              <a:ext uri="{FF2B5EF4-FFF2-40B4-BE49-F238E27FC236}">
                <a16:creationId xmlns:a16="http://schemas.microsoft.com/office/drawing/2014/main" id="{E84377F5-22E1-9D2A-A0FF-44C6FE95FA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9415012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6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68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umn_Text_with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7248356" cy="307777"/>
          </a:xfrm>
        </p:spPr>
        <p:txBody>
          <a:bodyPr/>
          <a:lstStyle>
            <a:lvl1pPr>
              <a:defRPr sz="2000" b="0" i="0">
                <a:solidFill>
                  <a:srgbClr val="001F2D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3C284B3A-DEE1-29EB-8131-8DF975DF34D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594155"/>
            <a:ext cx="3479071" cy="246221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ct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CF3D4312-BF2B-32E8-5504-BD03D020A7F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90" y="2085764"/>
            <a:ext cx="3477611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17AB9DF2-C697-A678-389D-BE5F6AF6F25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357547" y="1594155"/>
            <a:ext cx="3479071" cy="246221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ct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C8ADB951-618D-18AA-AF3F-A625B89168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359737" y="2085764"/>
            <a:ext cx="3477611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9B1DE51-5CDE-B96B-62FD-3A69CF692881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8128000" y="0"/>
            <a:ext cx="4064000" cy="6858000"/>
          </a:xfrm>
          <a:prstGeom prst="rect">
            <a:avLst/>
          </a:prstGeom>
          <a:solidFill>
            <a:srgbClr val="F4F4F7"/>
          </a:solid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1">
                <a:solidFill>
                  <a:srgbClr val="000000"/>
                </a:solidFill>
                <a:latin typeface="+mn-lt"/>
                <a:cs typeface="Segoe UI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6" name="Footer Placeholder 10">
            <a:extLst>
              <a:ext uri="{FF2B5EF4-FFF2-40B4-BE49-F238E27FC236}">
                <a16:creationId xmlns:a16="http://schemas.microsoft.com/office/drawing/2014/main" id="{59737277-FC4D-0B1F-1FD5-5CD35AF445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8598529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AE09A77D-BE61-2556-4E7D-60B0A94FD8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56100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  <p:sp>
        <p:nvSpPr>
          <p:cNvPr id="6" name="Rectangle: Single Corner Rounded 5">
            <a:extLst>
              <a:ext uri="{FF2B5EF4-FFF2-40B4-BE49-F238E27FC236}">
                <a16:creationId xmlns:a16="http://schemas.microsoft.com/office/drawing/2014/main" id="{A02CAEB8-26C8-4DCC-A205-1958858BB2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-1" y="1913466"/>
            <a:ext cx="3121026" cy="4944533"/>
          </a:xfrm>
          <a:prstGeom prst="round1Rect">
            <a:avLst>
              <a:gd name="adj" fmla="val 6737"/>
            </a:avLst>
          </a:prstGeom>
          <a:solidFill>
            <a:srgbClr val="F4F3F5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5B1C1BF3-6AA8-9E3D-6C13-9D294A95EC9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56039" y="1926472"/>
            <a:ext cx="5364224" cy="246221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ct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CB36A2A5-3D3D-6672-23D6-32211E5333A2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358229" y="2578100"/>
            <a:ext cx="5361973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C4A355BE-EC00-02A7-CF83-86D8F4D79CE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88263" y="2542117"/>
            <a:ext cx="2027938" cy="492443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ct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391414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umn_Callout_with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10">
            <a:extLst>
              <a:ext uri="{FF2B5EF4-FFF2-40B4-BE49-F238E27FC236}">
                <a16:creationId xmlns:a16="http://schemas.microsoft.com/office/drawing/2014/main" id="{5E5F3DC3-1739-4680-A88C-C7B8F0E6D3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64000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A07B0D1-31C1-C209-CE85-DD1D42B62A74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ltGray">
          <a:xfrm>
            <a:off x="4064000" y="1292233"/>
            <a:ext cx="7535862" cy="3279768"/>
          </a:xfrm>
          <a:prstGeom prst="rect">
            <a:avLst/>
          </a:prstGeom>
          <a:solidFill>
            <a:srgbClr val="F4F4F7"/>
          </a:solidFill>
          <a:ln>
            <a:noFill/>
          </a:ln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b="1">
                <a:solidFill>
                  <a:srgbClr val="000000"/>
                </a:solidFill>
                <a:latin typeface="+mn-lt"/>
                <a:cs typeface="Segoe UI" pitchFamily="34" charset="0"/>
              </a:defRPr>
            </a:lvl1pPr>
          </a:lstStyle>
          <a:p>
            <a:r>
              <a:rPr lang="en-US"/>
              <a:t>Drag &amp; drop your photo</a:t>
            </a:r>
          </a:p>
          <a:p>
            <a:r>
              <a:rPr lang="en-US"/>
              <a:t>here or click or tap </a:t>
            </a:r>
          </a:p>
          <a:p>
            <a:r>
              <a:rPr lang="en-US"/>
              <a:t>icon below to insert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B0CE4749-2B49-FDC6-1E4B-4745903086D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064000" y="4830309"/>
            <a:ext cx="7535862" cy="184666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ct val="0"/>
              </a:spcBef>
              <a:buNone/>
              <a:defRPr sz="1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FEC9D9DE-CE99-5608-0152-4E27F1BE0034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073063" y="5231647"/>
            <a:ext cx="7526800" cy="15388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 typeface="Arial" panose="020B0604020202020204" pitchFamily="34" charset="0"/>
              <a:buNone/>
              <a:defRPr sz="1000">
                <a:solidFill>
                  <a:schemeClr val="tx1"/>
                </a:solidFill>
              </a:defRPr>
            </a:lvl1pPr>
            <a:lvl2pPr marL="13716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41148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: Single Corner Rounded 4">
            <a:extLst>
              <a:ext uri="{FF2B5EF4-FFF2-40B4-BE49-F238E27FC236}">
                <a16:creationId xmlns:a16="http://schemas.microsoft.com/office/drawing/2014/main" id="{F30B2090-3FEF-BD7A-3D1A-F15263CED0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-1" y="1292232"/>
            <a:ext cx="3121026" cy="5565768"/>
          </a:xfrm>
          <a:prstGeom prst="round1Rect">
            <a:avLst>
              <a:gd name="adj" fmla="val 6737"/>
            </a:avLst>
          </a:prstGeom>
          <a:solidFill>
            <a:srgbClr val="F4F3F5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69AA33E8-65E2-5482-066C-B301F74B3FC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88262" y="2210101"/>
            <a:ext cx="2113253" cy="492443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ct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990686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0">
          <p15:clr>
            <a:srgbClr val="954F72"/>
          </p15:clr>
        </p15:guide>
        <p15:guide id="6" pos="1372">
          <p15:clr>
            <a:srgbClr val="954F72"/>
          </p15:clr>
        </p15:guide>
        <p15:guide id="7" pos="1560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20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rn Clickdown">
    <p:bg>
      <p:bgPr>
        <a:solidFill>
          <a:srgbClr val="E8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E890A9B-98DE-E407-1677-225E1CB27E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1887" y="0"/>
            <a:ext cx="6891565" cy="6858000"/>
          </a:xfrm>
          <a:prstGeom prst="rect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Rectangle: Top Corners Rounded 1">
            <a:extLst>
              <a:ext uri="{FF2B5EF4-FFF2-40B4-BE49-F238E27FC236}">
                <a16:creationId xmlns:a16="http://schemas.microsoft.com/office/drawing/2014/main" id="{960FA2C5-0F45-1F96-1312-4AD6040603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 rot="16200000" flipH="1">
            <a:off x="7958667" y="1348398"/>
            <a:ext cx="3793070" cy="4707465"/>
          </a:xfrm>
          <a:prstGeom prst="round2SameRect">
            <a:avLst>
              <a:gd name="adj1" fmla="val 2163"/>
              <a:gd name="adj2" fmla="val 0"/>
            </a:avLst>
          </a:prstGeom>
          <a:solidFill>
            <a:srgbClr val="E8E6DF"/>
          </a:solidFill>
          <a:ln w="6350">
            <a:noFill/>
          </a:ln>
          <a:effectLst>
            <a:outerShdw blurRad="127000" dist="76200" dir="9600000" algn="r" rotWithShape="0">
              <a:prstClr val="black">
                <a:alpha val="20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vert270" wrap="none" lIns="274320" tIns="0" rIns="27432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000" b="0" i="0" u="none" strike="noStrike" kern="1200" cap="none" spc="0" normalizeH="0" baseline="3000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7858406-DE31-8249-0E02-6D12B1500E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58887" y="1759165"/>
            <a:ext cx="4737876" cy="3870680"/>
          </a:xfrm>
          <a:prstGeom prst="rect">
            <a:avLst/>
          </a:prstGeom>
          <a:noFill/>
          <a:ln w="38100">
            <a:noFill/>
          </a:ln>
          <a:effectLst/>
        </p:spPr>
      </p:pic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D5402C46-D31C-FDEF-C231-716FBE6417FF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ltGray">
          <a:xfrm>
            <a:off x="7724775" y="2041526"/>
            <a:ext cx="4467225" cy="3311524"/>
          </a:xfrm>
          <a:prstGeom prst="rect">
            <a:avLst/>
          </a:prstGeom>
          <a:solidFill>
            <a:srgbClr val="F4F4F7"/>
          </a:solidFill>
          <a:ln>
            <a:noFill/>
          </a:ln>
        </p:spPr>
        <p:txBody>
          <a:bodyPr lIns="914400" tIns="0" rIns="914400" bIns="14630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b="1">
                <a:solidFill>
                  <a:srgbClr val="000000"/>
                </a:solidFill>
                <a:latin typeface="+mn-lt"/>
                <a:cs typeface="Segoe UI" pitchFamily="34" charset="0"/>
              </a:defRPr>
            </a:lvl1pPr>
          </a:lstStyle>
          <a:p>
            <a:r>
              <a:rPr lang="en-US"/>
              <a:t>Drag &amp; drop your website screenshot here or click or tap icon below to insert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B5F9DFC-8F86-66C5-68A6-019BCDEDB8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5652201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5FD7D075-9E51-3CE8-5505-AE5C8CAB043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199" y="1594155"/>
            <a:ext cx="5654573" cy="246221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ct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F4BA9016-5747-B1D1-36DE-145A4E94C4B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89" y="2085764"/>
            <a:ext cx="5652201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Footer Placeholder 10">
            <a:extLst>
              <a:ext uri="{FF2B5EF4-FFF2-40B4-BE49-F238E27FC236}">
                <a16:creationId xmlns:a16="http://schemas.microsoft.com/office/drawing/2014/main" id="{481D8892-E962-43F0-5F5F-08F524F7EA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71078280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61">
          <p15:clr>
            <a:srgbClr val="A4A3A4"/>
          </p15:clr>
        </p15:guide>
        <p15:guide id="15" pos="3348">
          <p15:clr>
            <a:srgbClr val="A4A3A4"/>
          </p15:clr>
        </p15:guide>
        <p15:guide id="16" pos="3754">
          <p15:clr>
            <a:srgbClr val="A4A3A4"/>
          </p15:clr>
        </p15:guide>
        <p15:guide id="17" pos="3931">
          <p15:clr>
            <a:srgbClr val="A4A3A4"/>
          </p15:clr>
        </p15:guide>
        <p15:guide id="18" pos="4342">
          <p15:clr>
            <a:srgbClr val="A4A3A4"/>
          </p15:clr>
        </p15:guide>
        <p15:guide id="19" pos="4531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12">
          <p15:clr>
            <a:srgbClr val="5ACBF0"/>
          </p15:clr>
        </p15:guide>
        <p15:guide id="29" orient="horz" pos="1272">
          <p15:clr>
            <a:srgbClr val="5ACBF0"/>
          </p15:clr>
        </p15:guide>
        <p15:guide id="30" orient="horz" pos="288">
          <p15:clr>
            <a:srgbClr val="5ACBF0"/>
          </p15:clr>
        </p15:guide>
        <p15:guide id="31" orient="horz" pos="3600">
          <p15:clr>
            <a:srgbClr val="FBAE40"/>
          </p15:clr>
        </p15:guide>
        <p15:guide id="32" orient="horz" pos="3408">
          <p15:clr>
            <a:srgbClr val="FBAE40"/>
          </p15:clr>
        </p15:guide>
        <p15:guide id="33" pos="1080">
          <p15:clr>
            <a:srgbClr val="FBAE40"/>
          </p15:clr>
        </p15:guide>
      </p15:sldGuideLst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_with 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AE09A77D-BE61-2556-4E7D-60B0A94FD8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27336729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_with Head_Off-white">
    <p:bg>
      <p:bgPr>
        <a:solidFill>
          <a:srgbClr val="F4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AE09A77D-BE61-2556-4E7D-60B0A94FD8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01986268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_with Head_WmGray">
    <p:bg>
      <p:bgPr>
        <a:solidFill>
          <a:srgbClr val="E8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AE09A77D-BE61-2556-4E7D-60B0A94FD8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96871091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umn contai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AE09A77D-BE61-2556-4E7D-60B0A94FD8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  <p:sp>
        <p:nvSpPr>
          <p:cNvPr id="3" name="Rounded Rectangle 3_1">
            <a:extLst>
              <a:ext uri="{FF2B5EF4-FFF2-40B4-BE49-F238E27FC236}">
                <a16:creationId xmlns:a16="http://schemas.microsoft.com/office/drawing/2014/main" id="{E9B8C20E-B8A8-8B4B-E6D5-102814292B16}"/>
              </a:ext>
            </a:extLst>
          </p:cNvPr>
          <p:cNvSpPr/>
          <p:nvPr userDrawn="1"/>
        </p:nvSpPr>
        <p:spPr>
          <a:xfrm>
            <a:off x="588261" y="1292745"/>
            <a:ext cx="10074975" cy="4749970"/>
          </a:xfrm>
          <a:prstGeom prst="roundRect">
            <a:avLst>
              <a:gd name="adj" fmla="val 6113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8100000" sx="101000" sy="101000" algn="tr" rotWithShape="0">
              <a:srgbClr val="CAC5B8">
                <a:alpha val="2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274320" rIns="274320" bIns="182880" rtlCol="0" anchor="t"/>
          <a:lstStyle/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Segoe UI" pitchFamily="34" charset="0"/>
            </a:endParaRP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E5A14A0B-79D6-45AE-7A4C-9DC7D8DBDE0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235075" y="1771955"/>
            <a:ext cx="8778782" cy="246221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ct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E26E60A9-6B1B-0504-9AD9-98C3212D1BE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37265" y="2263564"/>
            <a:ext cx="8775098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415273611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nowledge Che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AE09A77D-BE61-2556-4E7D-60B0A94FD8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  <p:sp>
        <p:nvSpPr>
          <p:cNvPr id="3" name="Rounded Rectangle 3_1">
            <a:extLst>
              <a:ext uri="{FF2B5EF4-FFF2-40B4-BE49-F238E27FC236}">
                <a16:creationId xmlns:a16="http://schemas.microsoft.com/office/drawing/2014/main" id="{E9B8C20E-B8A8-8B4B-E6D5-102814292B16}"/>
              </a:ext>
            </a:extLst>
          </p:cNvPr>
          <p:cNvSpPr/>
          <p:nvPr userDrawn="1"/>
        </p:nvSpPr>
        <p:spPr>
          <a:xfrm>
            <a:off x="588261" y="1292745"/>
            <a:ext cx="10074975" cy="4749970"/>
          </a:xfrm>
          <a:prstGeom prst="roundRect">
            <a:avLst>
              <a:gd name="adj" fmla="val 6113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8100000" sx="101000" sy="101000" algn="tr" rotWithShape="0">
              <a:srgbClr val="CAC5B8">
                <a:alpha val="2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274320" rIns="274320" bIns="182880" rtlCol="0" anchor="t"/>
          <a:lstStyle/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Segoe UI" pitchFamily="34" charset="0"/>
            </a:endParaRP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E5A14A0B-79D6-45AE-7A4C-9DC7D8DBDE0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235075" y="1594151"/>
            <a:ext cx="8778782" cy="399973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ct val="0"/>
              </a:spcBef>
              <a:buNone/>
              <a:defRPr lang="en-US" sz="1400" kern="1200" spc="0" baseline="0" smtClean="0">
                <a:solidFill>
                  <a:schemeClr val="tx1"/>
                </a:solidFill>
                <a:latin typeface="+mj-lt"/>
                <a:ea typeface="+mn-ea"/>
                <a:cs typeface="Segoe UI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0"/>
            <a:endParaRPr lang="en-US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E26E60A9-6B1B-0504-9AD9-98C3212D1BE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37265" y="1994124"/>
            <a:ext cx="8775098" cy="215444"/>
          </a:xfrm>
          <a:prstGeom prst="rect">
            <a:avLst/>
          </a:prstGeom>
        </p:spPr>
        <p:txBody>
          <a:bodyPr wrap="square" lIns="91440">
            <a:spAutoFit/>
          </a:bodyPr>
          <a:lstStyle>
            <a:lvl1pPr marL="137160" indent="-137160">
              <a:buFont typeface="Segoe UI" panose="020B0502040204020203" pitchFamily="34" charset="0"/>
              <a:buChar char="⃣"/>
              <a:defRPr sz="1400">
                <a:solidFill>
                  <a:schemeClr val="tx1"/>
                </a:solidFill>
              </a:defRPr>
            </a:lvl1pPr>
            <a:lvl2pPr marL="265176" indent="-128016">
              <a:buFont typeface="Segoe UI" panose="020B0502040204020203" pitchFamily="34" charset="0"/>
              <a:buChar char="⃣"/>
              <a:defRPr>
                <a:solidFill>
                  <a:schemeClr val="tx1"/>
                </a:solidFill>
              </a:defRPr>
            </a:lvl2pPr>
            <a:lvl3pPr marL="384048" indent="-118872">
              <a:buFont typeface="Segoe UI" panose="020B0502040204020203" pitchFamily="34" charset="0"/>
              <a:buChar char="⃣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AAEF9DE-7B32-1B2A-6337-669A0D5B55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0107938" y="893763"/>
            <a:ext cx="1110600" cy="1110600"/>
            <a:chOff x="5540700" y="2116300"/>
            <a:chExt cx="1110600" cy="1110600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BF3C713F-0819-4E66-4E37-3D4AEBB16C45}"/>
                </a:ext>
              </a:extLst>
            </p:cNvPr>
            <p:cNvSpPr/>
            <p:nvPr/>
          </p:nvSpPr>
          <p:spPr>
            <a:xfrm>
              <a:off x="5540700" y="2116300"/>
              <a:ext cx="1110600" cy="1110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66B6D0E4-ABDA-CFF0-8DBA-13CB318211E8}"/>
                </a:ext>
              </a:extLst>
            </p:cNvPr>
            <p:cNvPicPr/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749602" y="2325202"/>
              <a:ext cx="692796" cy="692796"/>
            </a:xfrm>
            <a:prstGeom prst="rect">
              <a:avLst/>
            </a:prstGeom>
            <a:noFill/>
          </p:spPr>
        </p:pic>
      </p:grp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A7BF95A-A491-AA6A-78B7-D238998E435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235075" y="4492432"/>
            <a:ext cx="8778782" cy="406322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ct val="0"/>
              </a:spcBef>
              <a:buNone/>
              <a:defRPr sz="14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FC885C31-00F8-2C8C-ACC7-B0A21820E6E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237265" y="4898755"/>
            <a:ext cx="8775098" cy="215444"/>
          </a:xfrm>
          <a:prstGeom prst="rect">
            <a:avLst/>
          </a:prstGeom>
        </p:spPr>
        <p:txBody>
          <a:bodyPr wrap="square" lIns="91440">
            <a:spAutoFit/>
          </a:bodyPr>
          <a:lstStyle>
            <a:lvl1pPr marL="137160" indent="-137160">
              <a:buFont typeface="Segoe UI" panose="020B0502040204020203" pitchFamily="34" charset="0"/>
              <a:buChar char="⃣"/>
              <a:defRPr sz="1400">
                <a:solidFill>
                  <a:schemeClr val="tx1"/>
                </a:solidFill>
              </a:defRPr>
            </a:lvl1pPr>
            <a:lvl2pPr marL="265176" indent="-128016">
              <a:buFont typeface="Segoe UI" panose="020B0502040204020203" pitchFamily="34" charset="0"/>
              <a:buChar char="⃣"/>
              <a:defRPr>
                <a:solidFill>
                  <a:schemeClr val="tx1"/>
                </a:solidFill>
              </a:defRPr>
            </a:lvl2pPr>
            <a:lvl3pPr marL="384048" indent="-118872">
              <a:buFont typeface="Segoe UI" panose="020B0502040204020203" pitchFamily="34" charset="0"/>
              <a:buChar char="⃣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C801E9AC-93F9-F06B-9038-5F1AAD2E0D8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235075" y="3042690"/>
            <a:ext cx="8778782" cy="406323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ct val="0"/>
              </a:spcBef>
              <a:buNone/>
              <a:defRPr lang="en-US" sz="1400" kern="1200" spc="0" baseline="0" smtClean="0">
                <a:solidFill>
                  <a:schemeClr val="tx1"/>
                </a:solidFill>
                <a:latin typeface="+mj-lt"/>
                <a:ea typeface="+mn-ea"/>
                <a:cs typeface="Segoe UI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0"/>
            <a:endParaRPr lang="en-US"/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3EC43E23-35AD-52A6-0DE8-366F8CC32F9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237265" y="3449013"/>
            <a:ext cx="8775098" cy="215444"/>
          </a:xfrm>
          <a:prstGeom prst="rect">
            <a:avLst/>
          </a:prstGeom>
        </p:spPr>
        <p:txBody>
          <a:bodyPr wrap="square" lIns="91440">
            <a:spAutoFit/>
          </a:bodyPr>
          <a:lstStyle>
            <a:lvl1pPr marL="137160" indent="-137160">
              <a:buFont typeface="Segoe UI" panose="020B0502040204020203" pitchFamily="34" charset="0"/>
              <a:buChar char="⃣"/>
              <a:defRPr sz="1400">
                <a:solidFill>
                  <a:schemeClr val="tx1"/>
                </a:solidFill>
              </a:defRPr>
            </a:lvl1pPr>
            <a:lvl2pPr marL="265176" indent="-128016">
              <a:buFont typeface="Segoe UI" panose="020B0502040204020203" pitchFamily="34" charset="0"/>
              <a:buChar char="⃣"/>
              <a:defRPr>
                <a:solidFill>
                  <a:schemeClr val="tx1"/>
                </a:solidFill>
              </a:defRPr>
            </a:lvl2pPr>
            <a:lvl3pPr marL="384048" indent="-118872">
              <a:buFont typeface="Segoe UI" panose="020B0502040204020203" pitchFamily="34" charset="0"/>
              <a:buChar char="⃣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065122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8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2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rningPath1_WmGray">
    <p:bg>
      <p:bgPr>
        <a:solidFill>
          <a:srgbClr val="E8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10">
            <a:extLst>
              <a:ext uri="{FF2B5EF4-FFF2-40B4-BE49-F238E27FC236}">
                <a16:creationId xmlns:a16="http://schemas.microsoft.com/office/drawing/2014/main" id="{796286D3-2BE2-274E-2C22-7C5E05965A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DF318326-19BB-DD5B-81E3-D6586A45E4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" y="2827846"/>
            <a:ext cx="12192001" cy="303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184279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rningPath3_OffWhite">
    <p:bg>
      <p:bgPr>
        <a:solidFill>
          <a:srgbClr val="F4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10">
            <a:extLst>
              <a:ext uri="{FF2B5EF4-FFF2-40B4-BE49-F238E27FC236}">
                <a16:creationId xmlns:a16="http://schemas.microsoft.com/office/drawing/2014/main" id="{796286D3-2BE2-274E-2C22-7C5E05965A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C16E9B7-4924-90AE-8E65-159052FB57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" y="3144660"/>
            <a:ext cx="12192001" cy="303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395945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eloper code full page">
    <p:bg>
      <p:bgPr>
        <a:solidFill>
          <a:srgbClr val="E8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A2F35014-FB65-ACD9-730E-E1D616E5610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0"/>
            <a:ext cx="3788358" cy="446148"/>
          </a:xfrm>
          <a:gradFill flip="none" rotWithShape="1">
            <a:gsLst>
              <a:gs pos="0">
                <a:srgbClr val="000000"/>
              </a:gs>
              <a:gs pos="92000">
                <a:srgbClr val="000000"/>
              </a:gs>
              <a:gs pos="92000">
                <a:schemeClr val="accent3"/>
              </a:gs>
            </a:gsLst>
            <a:lin ang="16200000" scaled="1"/>
          </a:gradFill>
        </p:spPr>
        <p:txBody>
          <a:bodyPr vert="horz" wrap="square" lIns="585216" tIns="91440" rIns="0" bIns="45720" rtlCol="0">
            <a:spAutoFit/>
          </a:bodyPr>
          <a:lstStyle>
            <a:lvl1pPr marL="0" indent="0">
              <a:buNone/>
              <a:defRPr kumimoji="0" lang="en-US" sz="1999" b="0" i="0" u="none" strike="noStrike" cap="none" normalizeH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</a:defRPr>
            </a:lvl1pPr>
          </a:lstStyle>
          <a:p>
            <a:pPr marL="228600" lvl="0" indent="-228600"/>
            <a:r>
              <a:rPr lang="en-US"/>
              <a:t>Click to enter title</a:t>
            </a:r>
          </a:p>
        </p:txBody>
      </p:sp>
      <p:sp>
        <p:nvSpPr>
          <p:cNvPr id="3" name="Footer Placeholder 10">
            <a:extLst>
              <a:ext uri="{FF2B5EF4-FFF2-40B4-BE49-F238E27FC236}">
                <a16:creationId xmlns:a16="http://schemas.microsoft.com/office/drawing/2014/main" id="{EC3CADB3-1E72-D613-A509-B863360A3F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448551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r" defTabSz="914400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642E0005-D466-9A2B-2F72-437D2E7450DA}"/>
              </a:ext>
            </a:extLst>
          </p:cNvPr>
          <p:cNvSpPr txBox="1"/>
          <p:nvPr userDrawn="1"/>
        </p:nvSpPr>
        <p:spPr>
          <a:xfrm>
            <a:off x="295276" y="770467"/>
            <a:ext cx="11604624" cy="5504921"/>
          </a:xfrm>
          <a:prstGeom prst="rect">
            <a:avLst/>
          </a:prstGeom>
          <a:solidFill>
            <a:srgbClr val="FFFFFF"/>
          </a:solidFill>
        </p:spPr>
        <p:txBody>
          <a:bodyPr vert="horz" lIns="274320" tIns="182880" rIns="182880" bIns="182880" rtlCol="0">
            <a:noAutofit/>
          </a:bodyPr>
          <a:lstStyle>
            <a:lvl1pPr marL="0" indent="0" algn="l" defTabSz="914132" rtl="0" eaLnBrk="1" latinLnBrk="0" hangingPunct="1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>
                <a:schemeClr val="bg1"/>
              </a:buClr>
              <a:buSzPct val="120000"/>
              <a:buFontTx/>
              <a:buNone/>
              <a:defRPr lang="en-US" sz="1400" b="0" i="0" kern="1200">
                <a:solidFill>
                  <a:schemeClr val="tx1"/>
                </a:solidFill>
                <a:effectLst/>
                <a:latin typeface="Consolas" panose="020B0609020204030204" pitchFamily="49" charset="0"/>
                <a:ea typeface="Segoe UI Semibold"/>
                <a:cs typeface="Segoe UI Semibold" charset="0"/>
              </a:defRPr>
            </a:lvl1pPr>
            <a:lvl2pPr marL="0" indent="0" algn="l" defTabSz="914132" rtl="0" eaLnBrk="1" latinLnBrk="0" hangingPunct="1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Pct val="110000"/>
              <a:buFont typeface="Arial"/>
              <a:buNone/>
              <a:defRPr lang="en-US" sz="2000" b="0" i="0" kern="1200" smtClean="0">
                <a:solidFill>
                  <a:schemeClr val="tx1"/>
                </a:solidFill>
                <a:effectLst/>
                <a:latin typeface="Segoe UI"/>
                <a:ea typeface="Segoe UI"/>
                <a:cs typeface="Segoe UI" charset="0"/>
              </a:defRPr>
            </a:lvl2pPr>
            <a:lvl3pPr marL="288925" indent="-222250" algn="l" defTabSz="914132" rtl="0" eaLnBrk="1" latinLnBrk="0" hangingPunct="1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Pct val="120000"/>
              <a:buFont typeface="Arial"/>
              <a:buChar char="•"/>
              <a:defRPr lang="en-US" sz="2000" b="0" i="0" kern="1200" smtClean="0">
                <a:solidFill>
                  <a:schemeClr val="tx1"/>
                </a:solidFill>
                <a:effectLst/>
                <a:latin typeface="Segoe UI"/>
                <a:ea typeface="Segoe UI"/>
                <a:cs typeface="Segoe UI" charset="0"/>
              </a:defRPr>
            </a:lvl3pPr>
            <a:lvl4pPr marL="631825" indent="-182880" algn="l" defTabSz="914132" rtl="0" eaLnBrk="1" latinLnBrk="0" hangingPunct="1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Font typeface="Arial"/>
              <a:buChar char="•"/>
              <a:defRPr lang="en-US" sz="1800" b="0" i="0" kern="1200" smtClean="0">
                <a:solidFill>
                  <a:schemeClr val="tx1"/>
                </a:solidFill>
                <a:effectLst/>
                <a:latin typeface="Segoe UI"/>
                <a:ea typeface="Segoe UI"/>
                <a:cs typeface="Segoe UI" charset="0"/>
              </a:defRPr>
            </a:lvl4pPr>
            <a:lvl5pPr marL="1162685" indent="-194310" algn="l" defTabSz="914132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1"/>
              </a:buClr>
              <a:buFont typeface="Arial"/>
              <a:buChar char="•"/>
              <a:defRPr lang="en-US" sz="1600" b="0" i="0" kern="1200">
                <a:solidFill>
                  <a:schemeClr val="tx1"/>
                </a:solidFill>
                <a:effectLst/>
                <a:latin typeface="Segoe UI"/>
                <a:ea typeface="Segoe UI"/>
                <a:cs typeface="Segoe UI" charset="0"/>
              </a:defRPr>
            </a:lvl5pPr>
            <a:lvl6pPr marL="1873781" indent="-228533" algn="l" defTabSz="914132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26" indent="-228533" algn="l" defTabSz="9141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92" indent="-228533" algn="l" defTabSz="9141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57" indent="-228533" algn="l" defTabSz="9141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132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>
                <a:srgbClr val="E9E9E9"/>
              </a:buClr>
              <a:buSzPct val="120000"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cs typeface="Segoe UI Semibold" charset="0"/>
            </a:endParaRPr>
          </a:p>
        </p:txBody>
      </p:sp>
      <p:sp>
        <p:nvSpPr>
          <p:cNvPr id="9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3EC8DAD9-3274-7DD3-8458-A6CF6E3661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9438" y="1083733"/>
            <a:ext cx="11020425" cy="4885267"/>
          </a:xfrm>
        </p:spPr>
        <p:txBody>
          <a:bodyPr/>
          <a:lstStyle>
            <a:lvl1pPr marL="0" indent="0">
              <a:buNone/>
              <a:defRPr sz="1400">
                <a:solidFill>
                  <a:srgbClr val="2F2F2F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</p:spTree>
    <p:extLst>
      <p:ext uri="{BB962C8B-B14F-4D97-AF65-F5344CB8AC3E}">
        <p14:creationId xmlns:p14="http://schemas.microsoft.com/office/powerpoint/2010/main" val="36764216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2" orient="horz" pos="438">
          <p15:clr>
            <a:srgbClr val="5ACBF0"/>
          </p15:clr>
        </p15:guide>
        <p15:guide id="3" orient="horz" pos="288">
          <p15:clr>
            <a:srgbClr val="5ACBF0"/>
          </p15:clr>
        </p15:guide>
      </p15:sldGuideLst>
    </p:ext>
  </p:extLs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eloper code right">
    <p:bg>
      <p:bgPr>
        <a:solidFill>
          <a:srgbClr val="E8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316165A-5926-4F59-B348-996936FBB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5205984" y="0"/>
            <a:ext cx="6986016" cy="6858000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FD107E2-140D-CB86-9FA1-B9481E49E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4042761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277F5E94-C055-4558-A211-EF7933FCA82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89" y="1594155"/>
            <a:ext cx="4042761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  <a:lvl2pPr marL="13716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265176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A89B3FAE-417F-41EF-9D05-0D6CAF8EC76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00725" y="582613"/>
            <a:ext cx="5799138" cy="5692775"/>
          </a:xfrm>
        </p:spPr>
        <p:txBody>
          <a:bodyPr/>
          <a:lstStyle>
            <a:lvl1pPr marL="0" indent="0">
              <a:buNone/>
              <a:defRPr sz="1400">
                <a:solidFill>
                  <a:srgbClr val="2F2F2F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</p:spTree>
    <p:extLst>
      <p:ext uri="{BB962C8B-B14F-4D97-AF65-F5344CB8AC3E}">
        <p14:creationId xmlns:p14="http://schemas.microsoft.com/office/powerpoint/2010/main" val="8695965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445">
          <p15:clr>
            <a:srgbClr val="5ACBF0"/>
          </p15:clr>
        </p15:guide>
        <p15:guide id="4" orient="horz" pos="843">
          <p15:clr>
            <a:srgbClr val="5ACBF0"/>
          </p15:clr>
        </p15:guide>
        <p15:guide id="7" pos="3283">
          <p15:clr>
            <a:srgbClr val="5ACBF0"/>
          </p15:clr>
        </p15:guide>
        <p15:guide id="8" pos="3654">
          <p15:clr>
            <a:srgbClr val="5ACBF0"/>
          </p15:clr>
        </p15:guide>
        <p15:guide id="9" pos="2916">
          <p15:clr>
            <a:srgbClr val="5ACBF0"/>
          </p15:clr>
        </p15:guide>
      </p15:sldGuideLst>
    </p:ext>
  </p:extLs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sources">
    <p:bg>
      <p:bgPr>
        <a:solidFill>
          <a:srgbClr val="E8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05B49E74-D3F8-9BC9-0A3F-F524E6C5A41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89" y="1591056"/>
            <a:ext cx="8193024" cy="54168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  <a:latin typeface="+mj-lt"/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5F055FC1-EF87-C5EC-9545-B346C73ACDA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86389" y="2081710"/>
            <a:ext cx="8193024" cy="113261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5EBA1527-2F4C-29A6-6A08-4FBA5CAE4E7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86389" y="3587124"/>
            <a:ext cx="8193024" cy="54168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  <a:latin typeface="+mj-lt"/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3B81DC28-90DC-14C9-6ED7-101D16E58FA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86389" y="4077778"/>
            <a:ext cx="8193024" cy="113261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Footer Placeholder 10">
            <a:extLst>
              <a:ext uri="{FF2B5EF4-FFF2-40B4-BE49-F238E27FC236}">
                <a16:creationId xmlns:a16="http://schemas.microsoft.com/office/drawing/2014/main" id="{0281408E-274B-89C6-8571-F986E6EE65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6116210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28" orient="horz" pos="4320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_with Logo">
    <p:bg>
      <p:bgPr>
        <a:solidFill>
          <a:srgbClr val="E8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S logo gray - EMF">
            <a:extLst>
              <a:ext uri="{FF2B5EF4-FFF2-40B4-BE49-F238E27FC236}">
                <a16:creationId xmlns:a16="http://schemas.microsoft.com/office/drawing/2014/main" id="{34855668-1A0A-E5EE-1D0F-97B30351BA0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5072CE3E-C99E-C188-A13F-A0815FF096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2" y="-612577"/>
            <a:ext cx="8193024" cy="307777"/>
          </a:xfrm>
        </p:spPr>
        <p:txBody>
          <a:bodyPr/>
          <a:lstStyle>
            <a:lvl1pPr>
              <a:defRPr sz="2000" b="0" i="0">
                <a:solidFill>
                  <a:srgbClr val="001F2D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Final slide with logo</a:t>
            </a:r>
          </a:p>
        </p:txBody>
      </p:sp>
      <p:sp>
        <p:nvSpPr>
          <p:cNvPr id="7" name="Footer Placeholder 10">
            <a:extLst>
              <a:ext uri="{FF2B5EF4-FFF2-40B4-BE49-F238E27FC236}">
                <a16:creationId xmlns:a16="http://schemas.microsoft.com/office/drawing/2014/main" id="{3B2054C5-1258-8F24-CB3E-C0C7AA2945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5801290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losing slide_with Logo">
    <p:bg>
      <p:bgPr>
        <a:solidFill>
          <a:srgbClr val="E8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S logo gray - EMF">
            <a:extLst>
              <a:ext uri="{FF2B5EF4-FFF2-40B4-BE49-F238E27FC236}">
                <a16:creationId xmlns:a16="http://schemas.microsoft.com/office/drawing/2014/main" id="{34855668-1A0A-E5EE-1D0F-97B30351BA0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5072CE3E-C99E-C188-A13F-A0815FF096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2" y="-616043"/>
            <a:ext cx="8193024" cy="307777"/>
          </a:xfrm>
        </p:spPr>
        <p:txBody>
          <a:bodyPr/>
          <a:lstStyle>
            <a:lvl1pPr>
              <a:defRPr sz="2000" b="0" i="0">
                <a:solidFill>
                  <a:srgbClr val="001F2D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Final slide with logo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D9E8228-6949-BCF9-F825-22D65A43DBC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216" y="2080227"/>
            <a:ext cx="3361943" cy="553998"/>
          </a:xfrm>
          <a:noFill/>
        </p:spPr>
        <p:txBody>
          <a:bodyPr wrap="square" lIns="0" tIns="0" rIns="0" bIns="0">
            <a:spAutoFit/>
          </a:bodyPr>
          <a:lstStyle>
            <a:lvl1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lang="en-US" sz="3600" b="0" kern="1200" cap="none" spc="-50" baseline="0">
                <a:ln w="3175">
                  <a:noFill/>
                </a:ln>
                <a:solidFill>
                  <a:schemeClr val="accent3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pPr lvl="0"/>
            <a:r>
              <a:rPr lang="en-US"/>
              <a:t>Thank you.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CDD9B65-7B9C-E803-654B-692D90202D5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85640" y="2276475"/>
            <a:ext cx="7114222" cy="1689099"/>
          </a:xfrm>
        </p:spPr>
        <p:txBody>
          <a:bodyPr/>
          <a:lstStyle>
            <a:lvl1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000" b="0" kern="1200" cap="none" spc="-50" baseline="0" smtClean="0">
                <a:ln w="3175">
                  <a:noFill/>
                </a:ln>
                <a:solidFill>
                  <a:schemeClr val="tx1"/>
                </a:solidFill>
                <a:effectLst/>
                <a:latin typeface="+mn-lt"/>
                <a:ea typeface="+mn-ea"/>
                <a:cs typeface="Segoe UI" pitchFamily="34" charset="0"/>
              </a:defRPr>
            </a:lvl1pPr>
            <a:lvl2pPr marL="155448" indent="0">
              <a:buNone/>
              <a:defRPr lang="en-US" sz="2000" b="0" kern="1200" cap="none" spc="-50" baseline="0" smtClean="0">
                <a:ln w="3175">
                  <a:noFill/>
                </a:ln>
                <a:solidFill>
                  <a:schemeClr val="bg1"/>
                </a:solidFill>
                <a:effectLst/>
                <a:latin typeface="+mn-lt"/>
                <a:ea typeface="+mn-ea"/>
                <a:cs typeface="Segoe UI" pitchFamily="34" charset="0"/>
              </a:defRPr>
            </a:lvl2pPr>
            <a:lvl3pPr marL="265176" indent="0">
              <a:buNone/>
              <a:defRPr/>
            </a:lvl3pPr>
            <a:lvl4pPr marL="661988" indent="0">
              <a:buNone/>
              <a:defRPr/>
            </a:lvl4pPr>
            <a:lvl5pPr marL="85566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Footer Placeholder 10">
            <a:extLst>
              <a:ext uri="{FF2B5EF4-FFF2-40B4-BE49-F238E27FC236}">
                <a16:creationId xmlns:a16="http://schemas.microsoft.com/office/drawing/2014/main" id="{3D724FF2-BFB6-0799-B9AE-F83BA9177A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6063601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1592">
          <p15:clr>
            <a:srgbClr val="FBAE40"/>
          </p15:clr>
        </p15:guide>
      </p15:sldGuideLst>
    </p:ext>
  </p:extLs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Header Lin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BB973DD2-1476-E74C-99DF-240F2E508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9338345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&amp;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4B655BA-10A4-4A57-89DB-CFFBE1CA1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6390" y="1434370"/>
            <a:ext cx="11018520" cy="2308324"/>
          </a:xfrm>
        </p:spPr>
        <p:txBody>
          <a:bodyPr wrap="square">
            <a:spAutoFit/>
          </a:bodyPr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055955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905">
          <p15:clr>
            <a:srgbClr val="5ACBF0"/>
          </p15:clr>
        </p15:guide>
        <p15:guide id="4" orient="horz" pos="1272">
          <p15:clr>
            <a:srgbClr val="5ACBF0"/>
          </p15:clr>
        </p15:guide>
      </p15:sldGuideLst>
    </p:ext>
  </p:extLs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Knowledge Che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3_1">
            <a:extLst>
              <a:ext uri="{FF2B5EF4-FFF2-40B4-BE49-F238E27FC236}">
                <a16:creationId xmlns:a16="http://schemas.microsoft.com/office/drawing/2014/main" id="{4CCBFB5E-1851-2876-A431-5DF81265739D}"/>
              </a:ext>
            </a:extLst>
          </p:cNvPr>
          <p:cNvSpPr/>
          <p:nvPr/>
        </p:nvSpPr>
        <p:spPr>
          <a:xfrm>
            <a:off x="588261" y="1292745"/>
            <a:ext cx="10074975" cy="4749970"/>
          </a:xfrm>
          <a:prstGeom prst="roundRect">
            <a:avLst>
              <a:gd name="adj" fmla="val 6113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274320" rIns="274320" bIns="182880" rtlCol="0" anchor="t"/>
          <a:lstStyle/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11011600" cy="492443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US" i="0">
                <a:cs typeface="Segoe UI Semibold" panose="020B0502040204020203" pitchFamily="34" charset="0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E5A14A0B-79D6-45AE-7A4C-9DC7D8DBDE0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235075" y="1594151"/>
            <a:ext cx="8778782" cy="399973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ct val="0"/>
              </a:spcBef>
              <a:buNone/>
              <a:defRPr lang="en-US" sz="1400" kern="1200" spc="0" baseline="0" smtClean="0">
                <a:solidFill>
                  <a:schemeClr val="tx1"/>
                </a:solidFill>
                <a:latin typeface="+mj-lt"/>
                <a:ea typeface="+mn-ea"/>
                <a:cs typeface="Segoe UI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E26E60A9-6B1B-0504-9AD9-98C3212D1BE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37265" y="1994124"/>
            <a:ext cx="8775098" cy="215444"/>
          </a:xfrm>
          <a:prstGeom prst="rect">
            <a:avLst/>
          </a:prstGeom>
        </p:spPr>
        <p:txBody>
          <a:bodyPr wrap="square" lIns="91440">
            <a:spAutoFit/>
          </a:bodyPr>
          <a:lstStyle>
            <a:lvl1pPr marL="137160" indent="-137160">
              <a:buFont typeface="Segoe UI" panose="020B0502040204020203" pitchFamily="34" charset="0"/>
              <a:buChar char="⃣"/>
              <a:defRPr sz="1400">
                <a:solidFill>
                  <a:schemeClr val="tx1"/>
                </a:solidFill>
              </a:defRPr>
            </a:lvl1pPr>
            <a:lvl2pPr marL="265176" indent="-128016">
              <a:buFont typeface="Segoe UI" panose="020B0502040204020203" pitchFamily="34" charset="0"/>
              <a:buChar char="⃣"/>
              <a:defRPr>
                <a:solidFill>
                  <a:schemeClr val="tx1"/>
                </a:solidFill>
              </a:defRPr>
            </a:lvl2pPr>
            <a:lvl3pPr marL="384048" indent="-118872">
              <a:buFont typeface="Segoe UI" panose="020B0502040204020203" pitchFamily="34" charset="0"/>
              <a:buChar char="⃣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AAEF9DE-7B32-1B2A-6337-669A0D5B55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0107938" y="893763"/>
            <a:ext cx="1110600" cy="1110600"/>
            <a:chOff x="5540700" y="2116300"/>
            <a:chExt cx="1110600" cy="1110600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BF3C713F-0819-4E66-4E37-3D4AEBB16C45}"/>
                </a:ext>
              </a:extLst>
            </p:cNvPr>
            <p:cNvSpPr/>
            <p:nvPr/>
          </p:nvSpPr>
          <p:spPr>
            <a:xfrm>
              <a:off x="5540700" y="2116300"/>
              <a:ext cx="1110600" cy="1110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66B6D0E4-ABDA-CFF0-8DBA-13CB318211E8}"/>
                </a:ext>
              </a:extLst>
            </p:cNvPr>
            <p:cNvPicPr/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749602" y="2325202"/>
              <a:ext cx="692796" cy="692796"/>
            </a:xfrm>
            <a:prstGeom prst="rect">
              <a:avLst/>
            </a:prstGeom>
            <a:noFill/>
          </p:spPr>
        </p:pic>
      </p:grp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A7BF95A-A491-AA6A-78B7-D238998E435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235075" y="4492432"/>
            <a:ext cx="8778782" cy="406322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ct val="0"/>
              </a:spcBef>
              <a:buNone/>
              <a:defRPr sz="14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FC885C31-00F8-2C8C-ACC7-B0A21820E6E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237265" y="4898755"/>
            <a:ext cx="8775098" cy="215444"/>
          </a:xfrm>
          <a:prstGeom prst="rect">
            <a:avLst/>
          </a:prstGeom>
        </p:spPr>
        <p:txBody>
          <a:bodyPr wrap="square" lIns="91440">
            <a:spAutoFit/>
          </a:bodyPr>
          <a:lstStyle>
            <a:lvl1pPr marL="137160" indent="-137160">
              <a:buFont typeface="Segoe UI" panose="020B0502040204020203" pitchFamily="34" charset="0"/>
              <a:buChar char="⃣"/>
              <a:defRPr sz="1400">
                <a:solidFill>
                  <a:schemeClr val="tx1"/>
                </a:solidFill>
              </a:defRPr>
            </a:lvl1pPr>
            <a:lvl2pPr marL="265176" indent="-128016">
              <a:buFont typeface="Segoe UI" panose="020B0502040204020203" pitchFamily="34" charset="0"/>
              <a:buChar char="⃣"/>
              <a:defRPr>
                <a:solidFill>
                  <a:schemeClr val="tx1"/>
                </a:solidFill>
              </a:defRPr>
            </a:lvl2pPr>
            <a:lvl3pPr marL="384048" indent="-118872">
              <a:buFont typeface="Segoe UI" panose="020B0502040204020203" pitchFamily="34" charset="0"/>
              <a:buChar char="⃣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C801E9AC-93F9-F06B-9038-5F1AAD2E0D8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235075" y="3042690"/>
            <a:ext cx="8778782" cy="406323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ct val="0"/>
              </a:spcBef>
              <a:buNone/>
              <a:defRPr lang="en-US" sz="1400" kern="1200" spc="0" baseline="0" smtClean="0">
                <a:solidFill>
                  <a:schemeClr val="tx1"/>
                </a:solidFill>
                <a:latin typeface="+mj-lt"/>
                <a:ea typeface="+mn-ea"/>
                <a:cs typeface="Segoe UI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3EC43E23-35AD-52A6-0DE8-366F8CC32F9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237265" y="3449013"/>
            <a:ext cx="8775098" cy="215444"/>
          </a:xfrm>
          <a:prstGeom prst="rect">
            <a:avLst/>
          </a:prstGeom>
        </p:spPr>
        <p:txBody>
          <a:bodyPr wrap="square" lIns="91440">
            <a:spAutoFit/>
          </a:bodyPr>
          <a:lstStyle>
            <a:lvl1pPr marL="137160" indent="-137160">
              <a:buFont typeface="Segoe UI" panose="020B0502040204020203" pitchFamily="34" charset="0"/>
              <a:buChar char="⃣"/>
              <a:defRPr sz="1400">
                <a:solidFill>
                  <a:schemeClr val="tx1"/>
                </a:solidFill>
              </a:defRPr>
            </a:lvl1pPr>
            <a:lvl2pPr marL="265176" indent="-128016">
              <a:buFont typeface="Segoe UI" panose="020B0502040204020203" pitchFamily="34" charset="0"/>
              <a:buChar char="⃣"/>
              <a:defRPr>
                <a:solidFill>
                  <a:schemeClr val="tx1"/>
                </a:solidFill>
              </a:defRPr>
            </a:lvl2pPr>
            <a:lvl3pPr marL="384048" indent="-118872">
              <a:buFont typeface="Segoe UI" panose="020B0502040204020203" pitchFamily="34" charset="0"/>
              <a:buChar char="⃣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ounded Rectangle 3_1">
            <a:extLst>
              <a:ext uri="{FF2B5EF4-FFF2-40B4-BE49-F238E27FC236}">
                <a16:creationId xmlns:a16="http://schemas.microsoft.com/office/drawing/2014/main" id="{079C5FA9-9169-C9AB-23E2-67A6383A0D9C}"/>
              </a:ext>
            </a:extLst>
          </p:cNvPr>
          <p:cNvSpPr/>
          <p:nvPr userDrawn="1"/>
        </p:nvSpPr>
        <p:spPr>
          <a:xfrm>
            <a:off x="588261" y="1292745"/>
            <a:ext cx="10074975" cy="4749970"/>
          </a:xfrm>
          <a:prstGeom prst="roundRect">
            <a:avLst>
              <a:gd name="adj" fmla="val 6113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274320" rIns="274320" bIns="182880" rtlCol="0" anchor="t"/>
          <a:lstStyle/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Segoe UI" pitchFamily="34" charset="0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82F0737-9A38-C75D-59A8-492FFEAFE3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0107938" y="893763"/>
            <a:ext cx="1110600" cy="1110600"/>
            <a:chOff x="5540700" y="2116300"/>
            <a:chExt cx="1110600" cy="1110600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9C7913A4-4182-5A10-9527-0FC6C54ED36F}"/>
                </a:ext>
              </a:extLst>
            </p:cNvPr>
            <p:cNvSpPr/>
            <p:nvPr/>
          </p:nvSpPr>
          <p:spPr>
            <a:xfrm>
              <a:off x="5540700" y="2116300"/>
              <a:ext cx="1110600" cy="1110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F6B4F12D-C298-EBCA-B059-4A76EEC0A769}"/>
                </a:ext>
              </a:extLst>
            </p:cNvPr>
            <p:cNvPicPr/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749602" y="2325202"/>
              <a:ext cx="692796" cy="692796"/>
            </a:xfrm>
            <a:prstGeom prst="rect">
              <a:avLst/>
            </a:prstGeom>
            <a:noFill/>
          </p:spPr>
        </p:pic>
      </p:grpSp>
    </p:spTree>
    <p:extLst>
      <p:ext uri="{BB962C8B-B14F-4D97-AF65-F5344CB8AC3E}">
        <p14:creationId xmlns:p14="http://schemas.microsoft.com/office/powerpoint/2010/main" val="3832424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8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2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54.xml"/><Relationship Id="rId18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67.xml"/><Relationship Id="rId39" Type="http://schemas.openxmlformats.org/officeDocument/2006/relationships/slideLayout" Target="../slideLayouts/slideLayout80.xml"/><Relationship Id="rId21" Type="http://schemas.openxmlformats.org/officeDocument/2006/relationships/slideLayout" Target="../slideLayouts/slideLayout62.xml"/><Relationship Id="rId34" Type="http://schemas.openxmlformats.org/officeDocument/2006/relationships/slideLayout" Target="../slideLayouts/slideLayout75.xml"/><Relationship Id="rId42" Type="http://schemas.openxmlformats.org/officeDocument/2006/relationships/slideLayout" Target="../slideLayouts/slideLayout83.xml"/><Relationship Id="rId7" Type="http://schemas.openxmlformats.org/officeDocument/2006/relationships/slideLayout" Target="../slideLayouts/slideLayout48.xml"/><Relationship Id="rId2" Type="http://schemas.openxmlformats.org/officeDocument/2006/relationships/slideLayout" Target="../slideLayouts/slideLayout43.xml"/><Relationship Id="rId16" Type="http://schemas.openxmlformats.org/officeDocument/2006/relationships/slideLayout" Target="../slideLayouts/slideLayout57.xml"/><Relationship Id="rId20" Type="http://schemas.openxmlformats.org/officeDocument/2006/relationships/slideLayout" Target="../slideLayouts/slideLayout61.xml"/><Relationship Id="rId29" Type="http://schemas.openxmlformats.org/officeDocument/2006/relationships/slideLayout" Target="../slideLayouts/slideLayout70.xml"/><Relationship Id="rId41" Type="http://schemas.openxmlformats.org/officeDocument/2006/relationships/slideLayout" Target="../slideLayouts/slideLayout82.xml"/><Relationship Id="rId1" Type="http://schemas.openxmlformats.org/officeDocument/2006/relationships/slideLayout" Target="../slideLayouts/slideLayout42.xml"/><Relationship Id="rId6" Type="http://schemas.openxmlformats.org/officeDocument/2006/relationships/slideLayout" Target="../slideLayouts/slideLayout47.xml"/><Relationship Id="rId11" Type="http://schemas.openxmlformats.org/officeDocument/2006/relationships/slideLayout" Target="../slideLayouts/slideLayout52.xml"/><Relationship Id="rId24" Type="http://schemas.openxmlformats.org/officeDocument/2006/relationships/slideLayout" Target="../slideLayouts/slideLayout65.xml"/><Relationship Id="rId32" Type="http://schemas.openxmlformats.org/officeDocument/2006/relationships/slideLayout" Target="../slideLayouts/slideLayout73.xml"/><Relationship Id="rId37" Type="http://schemas.openxmlformats.org/officeDocument/2006/relationships/slideLayout" Target="../slideLayouts/slideLayout78.xml"/><Relationship Id="rId40" Type="http://schemas.openxmlformats.org/officeDocument/2006/relationships/slideLayout" Target="../slideLayouts/slideLayout81.xml"/><Relationship Id="rId5" Type="http://schemas.openxmlformats.org/officeDocument/2006/relationships/slideLayout" Target="../slideLayouts/slideLayout46.xml"/><Relationship Id="rId15" Type="http://schemas.openxmlformats.org/officeDocument/2006/relationships/slideLayout" Target="../slideLayouts/slideLayout56.xml"/><Relationship Id="rId23" Type="http://schemas.openxmlformats.org/officeDocument/2006/relationships/slideLayout" Target="../slideLayouts/slideLayout64.xml"/><Relationship Id="rId28" Type="http://schemas.openxmlformats.org/officeDocument/2006/relationships/slideLayout" Target="../slideLayouts/slideLayout69.xml"/><Relationship Id="rId36" Type="http://schemas.openxmlformats.org/officeDocument/2006/relationships/slideLayout" Target="../slideLayouts/slideLayout77.xml"/><Relationship Id="rId10" Type="http://schemas.openxmlformats.org/officeDocument/2006/relationships/slideLayout" Target="../slideLayouts/slideLayout51.xml"/><Relationship Id="rId19" Type="http://schemas.openxmlformats.org/officeDocument/2006/relationships/slideLayout" Target="../slideLayouts/slideLayout60.xml"/><Relationship Id="rId31" Type="http://schemas.openxmlformats.org/officeDocument/2006/relationships/slideLayout" Target="../slideLayouts/slideLayout72.xml"/><Relationship Id="rId44" Type="http://schemas.openxmlformats.org/officeDocument/2006/relationships/theme" Target="../theme/theme2.xml"/><Relationship Id="rId4" Type="http://schemas.openxmlformats.org/officeDocument/2006/relationships/slideLayout" Target="../slideLayouts/slideLayout45.xml"/><Relationship Id="rId9" Type="http://schemas.openxmlformats.org/officeDocument/2006/relationships/slideLayout" Target="../slideLayouts/slideLayout50.xml"/><Relationship Id="rId14" Type="http://schemas.openxmlformats.org/officeDocument/2006/relationships/slideLayout" Target="../slideLayouts/slideLayout55.xml"/><Relationship Id="rId22" Type="http://schemas.openxmlformats.org/officeDocument/2006/relationships/slideLayout" Target="../slideLayouts/slideLayout63.xml"/><Relationship Id="rId27" Type="http://schemas.openxmlformats.org/officeDocument/2006/relationships/slideLayout" Target="../slideLayouts/slideLayout68.xml"/><Relationship Id="rId30" Type="http://schemas.openxmlformats.org/officeDocument/2006/relationships/slideLayout" Target="../slideLayouts/slideLayout71.xml"/><Relationship Id="rId35" Type="http://schemas.openxmlformats.org/officeDocument/2006/relationships/slideLayout" Target="../slideLayouts/slideLayout76.xml"/><Relationship Id="rId43" Type="http://schemas.openxmlformats.org/officeDocument/2006/relationships/slideLayout" Target="../slideLayouts/slideLayout84.xml"/><Relationship Id="rId8" Type="http://schemas.openxmlformats.org/officeDocument/2006/relationships/slideLayout" Target="../slideLayouts/slideLayout49.xml"/><Relationship Id="rId3" Type="http://schemas.openxmlformats.org/officeDocument/2006/relationships/slideLayout" Target="../slideLayouts/slideLayout44.xml"/><Relationship Id="rId12" Type="http://schemas.openxmlformats.org/officeDocument/2006/relationships/slideLayout" Target="../slideLayouts/slideLayout53.xml"/><Relationship Id="rId17" Type="http://schemas.openxmlformats.org/officeDocument/2006/relationships/slideLayout" Target="../slideLayouts/slideLayout58.xml"/><Relationship Id="rId25" Type="http://schemas.openxmlformats.org/officeDocument/2006/relationships/slideLayout" Target="../slideLayouts/slideLayout66.xml"/><Relationship Id="rId33" Type="http://schemas.openxmlformats.org/officeDocument/2006/relationships/slideLayout" Target="../slideLayouts/slideLayout74.xml"/><Relationship Id="rId38" Type="http://schemas.openxmlformats.org/officeDocument/2006/relationships/slideLayout" Target="../slideLayouts/slideLayout7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RID" hidden="1">
            <a:extLst>
              <a:ext uri="{FF2B5EF4-FFF2-40B4-BE49-F238E27FC236}">
                <a16:creationId xmlns:a16="http://schemas.microsoft.com/office/drawing/2014/main" id="{32B5FFBF-552A-4973-B5B3-9EE3A765185F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CD412E5-2492-4063-96AB-C451FC39F2B6}"/>
                </a:ext>
              </a:extLst>
            </p:cNvPr>
            <p:cNvCxnSpPr/>
            <p:nvPr/>
          </p:nvCxnSpPr>
          <p:spPr>
            <a:xfrm>
              <a:off x="0" y="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25E7FAE-6A98-413B-871E-10F8DF6FF1E3}"/>
                </a:ext>
              </a:extLst>
            </p:cNvPr>
            <p:cNvCxnSpPr/>
            <p:nvPr/>
          </p:nvCxnSpPr>
          <p:spPr>
            <a:xfrm>
              <a:off x="0" y="29260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42BDE7-00A0-446E-9CEE-23DDF6A13E6E}"/>
                </a:ext>
              </a:extLst>
            </p:cNvPr>
            <p:cNvCxnSpPr/>
            <p:nvPr/>
          </p:nvCxnSpPr>
          <p:spPr>
            <a:xfrm>
              <a:off x="0" y="585216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D48FF31-9C6A-4C0C-AB96-ED556488A1BA}"/>
                </a:ext>
              </a:extLst>
            </p:cNvPr>
            <p:cNvCxnSpPr/>
            <p:nvPr/>
          </p:nvCxnSpPr>
          <p:spPr>
            <a:xfrm>
              <a:off x="0" y="6272784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8D811B2-F122-4FF3-A4F6-E7291A5152BB}"/>
                </a:ext>
              </a:extLst>
            </p:cNvPr>
            <p:cNvCxnSpPr/>
            <p:nvPr/>
          </p:nvCxnSpPr>
          <p:spPr>
            <a:xfrm>
              <a:off x="0" y="656539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2029335-BA6E-4B6F-B752-D02603169DE6}"/>
                </a:ext>
              </a:extLst>
            </p:cNvPr>
            <p:cNvCxnSpPr/>
            <p:nvPr/>
          </p:nvCxnSpPr>
          <p:spPr>
            <a:xfrm>
              <a:off x="0" y="685800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08D55A0-D16C-4191-B9F9-C95B51610B5E}"/>
                </a:ext>
              </a:extLst>
            </p:cNvPr>
            <p:cNvCxnSpPr/>
            <p:nvPr/>
          </p:nvCxnSpPr>
          <p:spPr>
            <a:xfrm>
              <a:off x="0" y="87782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A3FCB58-9F61-404B-A493-7860A942FCC2}"/>
                </a:ext>
              </a:extLst>
            </p:cNvPr>
            <p:cNvCxnSpPr/>
            <p:nvPr/>
          </p:nvCxnSpPr>
          <p:spPr>
            <a:xfrm>
              <a:off x="0" y="117043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EFD38DF-4402-499A-B7B2-D5BBF3AD467C}"/>
                </a:ext>
              </a:extLst>
            </p:cNvPr>
            <p:cNvCxnSpPr/>
            <p:nvPr/>
          </p:nvCxnSpPr>
          <p:spPr>
            <a:xfrm>
              <a:off x="0" y="146304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6DFD209-A624-4FEA-8F60-067FBF0CC1E8}"/>
                </a:ext>
              </a:extLst>
            </p:cNvPr>
            <p:cNvCxnSpPr/>
            <p:nvPr/>
          </p:nvCxnSpPr>
          <p:spPr>
            <a:xfrm flipH="1">
              <a:off x="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B8ED61-88C3-48AA-91A7-BFD779B3B3BA}"/>
                </a:ext>
              </a:extLst>
            </p:cNvPr>
            <p:cNvCxnSpPr/>
            <p:nvPr/>
          </p:nvCxnSpPr>
          <p:spPr>
            <a:xfrm flipH="1">
              <a:off x="585216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22AC47D-49D2-4B9E-B580-53A7922E5654}"/>
                </a:ext>
              </a:extLst>
            </p:cNvPr>
            <p:cNvCxnSpPr/>
            <p:nvPr/>
          </p:nvCxnSpPr>
          <p:spPr>
            <a:xfrm flipH="1">
              <a:off x="29260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0D7A2DB-4310-49CD-83F6-55B33BE76665}"/>
                </a:ext>
              </a:extLst>
            </p:cNvPr>
            <p:cNvCxnSpPr/>
            <p:nvPr/>
          </p:nvCxnSpPr>
          <p:spPr>
            <a:xfrm flipH="1">
              <a:off x="877824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0C40071-7BC6-4682-9CD1-0631E07C9F11}"/>
                </a:ext>
              </a:extLst>
            </p:cNvPr>
            <p:cNvCxnSpPr/>
            <p:nvPr/>
          </p:nvCxnSpPr>
          <p:spPr>
            <a:xfrm flipH="1">
              <a:off x="117043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E0ACFAA-26E9-44D2-BEF0-E02CAE93F397}"/>
                </a:ext>
              </a:extLst>
            </p:cNvPr>
            <p:cNvCxnSpPr/>
            <p:nvPr/>
          </p:nvCxnSpPr>
          <p:spPr>
            <a:xfrm flipH="1">
              <a:off x="1102156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85D1186-93AE-4B67-8544-763E0B213AAC}"/>
                </a:ext>
              </a:extLst>
            </p:cNvPr>
            <p:cNvCxnSpPr/>
            <p:nvPr/>
          </p:nvCxnSpPr>
          <p:spPr>
            <a:xfrm flipH="1">
              <a:off x="11606784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B1D45AE-FC53-4BB4-A9CD-C563C03A1195}"/>
                </a:ext>
              </a:extLst>
            </p:cNvPr>
            <p:cNvCxnSpPr/>
            <p:nvPr/>
          </p:nvCxnSpPr>
          <p:spPr>
            <a:xfrm flipH="1">
              <a:off x="11314176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325177A-06D9-4C2A-B7EF-984A90245BF7}"/>
                </a:ext>
              </a:extLst>
            </p:cNvPr>
            <p:cNvCxnSpPr/>
            <p:nvPr/>
          </p:nvCxnSpPr>
          <p:spPr>
            <a:xfrm flipH="1">
              <a:off x="1189939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2B67796-DF72-4C3B-A79D-7534FD3084C9}"/>
                </a:ext>
              </a:extLst>
            </p:cNvPr>
            <p:cNvCxnSpPr/>
            <p:nvPr/>
          </p:nvCxnSpPr>
          <p:spPr>
            <a:xfrm flipH="1">
              <a:off x="1219200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8B2C409-2FF7-4120-9E48-02A446B82DD6}"/>
                </a:ext>
              </a:extLst>
            </p:cNvPr>
            <p:cNvCxnSpPr/>
            <p:nvPr/>
          </p:nvCxnSpPr>
          <p:spPr>
            <a:xfrm>
              <a:off x="0" y="175564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3E0130A-B11A-42AB-8439-3CB0569F1C08}"/>
                </a:ext>
              </a:extLst>
            </p:cNvPr>
            <p:cNvCxnSpPr/>
            <p:nvPr/>
          </p:nvCxnSpPr>
          <p:spPr>
            <a:xfrm>
              <a:off x="0" y="204825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840B631-CB23-44B8-823B-56619D54F0E4}"/>
                </a:ext>
              </a:extLst>
            </p:cNvPr>
            <p:cNvCxnSpPr/>
            <p:nvPr/>
          </p:nvCxnSpPr>
          <p:spPr>
            <a:xfrm>
              <a:off x="0" y="234086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7DD460B-BBE5-43D6-95DF-C1C1CC6239C6}"/>
                </a:ext>
              </a:extLst>
            </p:cNvPr>
            <p:cNvCxnSpPr/>
            <p:nvPr/>
          </p:nvCxnSpPr>
          <p:spPr>
            <a:xfrm>
              <a:off x="0" y="263347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F5BEEB4-62B8-420A-9489-8319B9432C34}"/>
                </a:ext>
              </a:extLst>
            </p:cNvPr>
            <p:cNvCxnSpPr/>
            <p:nvPr/>
          </p:nvCxnSpPr>
          <p:spPr>
            <a:xfrm>
              <a:off x="0" y="292608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9242164-82A4-4DA9-B78C-33430C241872}"/>
                </a:ext>
              </a:extLst>
            </p:cNvPr>
            <p:cNvCxnSpPr/>
            <p:nvPr/>
          </p:nvCxnSpPr>
          <p:spPr>
            <a:xfrm>
              <a:off x="0" y="321868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D8767DD-4892-4904-AE72-87087DD9CCC2}"/>
                </a:ext>
              </a:extLst>
            </p:cNvPr>
            <p:cNvCxnSpPr/>
            <p:nvPr/>
          </p:nvCxnSpPr>
          <p:spPr>
            <a:xfrm>
              <a:off x="0" y="351129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45FC793-2AD0-4021-B3FB-391EDDE6CB63}"/>
                </a:ext>
              </a:extLst>
            </p:cNvPr>
            <p:cNvCxnSpPr/>
            <p:nvPr userDrawn="1"/>
          </p:nvCxnSpPr>
          <p:spPr>
            <a:xfrm>
              <a:off x="0" y="380390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091C6C8-296D-4AA9-8F03-7DEA5FA7D71A}"/>
                </a:ext>
              </a:extLst>
            </p:cNvPr>
            <p:cNvCxnSpPr/>
            <p:nvPr userDrawn="1"/>
          </p:nvCxnSpPr>
          <p:spPr>
            <a:xfrm>
              <a:off x="0" y="409651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1CBDA8A-698A-4B1C-BC41-CD72C2900FE8}"/>
                </a:ext>
              </a:extLst>
            </p:cNvPr>
            <p:cNvCxnSpPr/>
            <p:nvPr userDrawn="1"/>
          </p:nvCxnSpPr>
          <p:spPr>
            <a:xfrm>
              <a:off x="0" y="438912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0780C82-EF19-43A2-BF1B-31FDFBA092CA}"/>
                </a:ext>
              </a:extLst>
            </p:cNvPr>
            <p:cNvCxnSpPr/>
            <p:nvPr userDrawn="1"/>
          </p:nvCxnSpPr>
          <p:spPr>
            <a:xfrm>
              <a:off x="0" y="468172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3492339-9370-44E2-8C4D-414393DEB764}"/>
                </a:ext>
              </a:extLst>
            </p:cNvPr>
            <p:cNvCxnSpPr/>
            <p:nvPr userDrawn="1"/>
          </p:nvCxnSpPr>
          <p:spPr>
            <a:xfrm>
              <a:off x="0" y="497433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BF7CE2A-C0A7-4C6F-88B8-E40107AE34E8}"/>
                </a:ext>
              </a:extLst>
            </p:cNvPr>
            <p:cNvCxnSpPr/>
            <p:nvPr userDrawn="1"/>
          </p:nvCxnSpPr>
          <p:spPr>
            <a:xfrm>
              <a:off x="0" y="526694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CD7A1D0-B060-4037-BFAE-80FAF89CC35F}"/>
                </a:ext>
              </a:extLst>
            </p:cNvPr>
            <p:cNvCxnSpPr/>
            <p:nvPr userDrawn="1"/>
          </p:nvCxnSpPr>
          <p:spPr>
            <a:xfrm>
              <a:off x="0" y="555955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A121C21-7F60-43D7-B9B4-682B9D22E24D}"/>
                </a:ext>
              </a:extLst>
            </p:cNvPr>
            <p:cNvCxnSpPr/>
            <p:nvPr userDrawn="1"/>
          </p:nvCxnSpPr>
          <p:spPr>
            <a:xfrm>
              <a:off x="0" y="585216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 userDrawn="1">
            <p:ph type="title"/>
          </p:nvPr>
        </p:nvSpPr>
        <p:spPr>
          <a:xfrm>
            <a:off x="588263" y="585216"/>
            <a:ext cx="10430257" cy="369332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584200" y="1591056"/>
            <a:ext cx="10426700" cy="7263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Footer Placeholder 10">
            <a:extLst>
              <a:ext uri="{FF2B5EF4-FFF2-40B4-BE49-F238E27FC236}">
                <a16:creationId xmlns:a16="http://schemas.microsoft.com/office/drawing/2014/main" id="{5646CF9B-C3C6-BF79-10C9-634FDE6DDE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0941968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23" r:id="rId1"/>
    <p:sldLayoutId id="2147484924" r:id="rId2"/>
    <p:sldLayoutId id="2147484925" r:id="rId3"/>
    <p:sldLayoutId id="2147484926" r:id="rId4"/>
    <p:sldLayoutId id="2147484927" r:id="rId5"/>
    <p:sldLayoutId id="2147484928" r:id="rId6"/>
    <p:sldLayoutId id="2147484930" r:id="rId7"/>
    <p:sldLayoutId id="2147484931" r:id="rId8"/>
    <p:sldLayoutId id="2147484932" r:id="rId9"/>
    <p:sldLayoutId id="2147484933" r:id="rId10"/>
    <p:sldLayoutId id="2147484934" r:id="rId11"/>
    <p:sldLayoutId id="2147484935" r:id="rId12"/>
    <p:sldLayoutId id="2147484936" r:id="rId13"/>
    <p:sldLayoutId id="2147484937" r:id="rId14"/>
    <p:sldLayoutId id="2147484938" r:id="rId15"/>
    <p:sldLayoutId id="2147484939" r:id="rId16"/>
    <p:sldLayoutId id="2147484940" r:id="rId17"/>
    <p:sldLayoutId id="2147484941" r:id="rId18"/>
    <p:sldLayoutId id="2147484942" r:id="rId19"/>
    <p:sldLayoutId id="2147484943" r:id="rId20"/>
    <p:sldLayoutId id="2147484944" r:id="rId21"/>
    <p:sldLayoutId id="2147484946" r:id="rId22"/>
    <p:sldLayoutId id="2147484947" r:id="rId23"/>
    <p:sldLayoutId id="2147484951" r:id="rId24"/>
    <p:sldLayoutId id="2147484952" r:id="rId25"/>
    <p:sldLayoutId id="2147484953" r:id="rId26"/>
    <p:sldLayoutId id="2147484954" r:id="rId27"/>
    <p:sldLayoutId id="2147484955" r:id="rId28"/>
    <p:sldLayoutId id="2147484956" r:id="rId29"/>
    <p:sldLayoutId id="2147484957" r:id="rId30"/>
    <p:sldLayoutId id="2147484958" r:id="rId31"/>
    <p:sldLayoutId id="2147484959" r:id="rId32"/>
    <p:sldLayoutId id="2147484960" r:id="rId33"/>
    <p:sldLayoutId id="2147484961" r:id="rId34"/>
    <p:sldLayoutId id="2147484962" r:id="rId35"/>
    <p:sldLayoutId id="2147484963" r:id="rId36"/>
    <p:sldLayoutId id="2147484964" r:id="rId37"/>
    <p:sldLayoutId id="2147484965" r:id="rId38"/>
    <p:sldLayoutId id="2147484966" r:id="rId39"/>
    <p:sldLayoutId id="2147484967" r:id="rId40"/>
    <p:sldLayoutId id="2147484970" r:id="rId41"/>
  </p:sldLayoutIdLst>
  <p:transition>
    <p:fade/>
  </p:transition>
  <p:hf sldNum="0" hdr="0" dt="0"/>
  <p:txStyles>
    <p:titleStyle>
      <a:lvl1pPr algn="l" defTabSz="932742" rtl="0" eaLnBrk="1" latinLnBrk="0" hangingPunct="1">
        <a:lnSpc>
          <a:spcPct val="100000"/>
        </a:lnSpc>
        <a:spcBef>
          <a:spcPct val="0"/>
        </a:spcBef>
        <a:buNone/>
        <a:defRPr lang="en-US" sz="2400" b="0" kern="1200" cap="none" spc="0" baseline="0" smtClean="0">
          <a:ln w="3175">
            <a:noFill/>
          </a:ln>
          <a:solidFill>
            <a:schemeClr val="tx1"/>
          </a:solidFill>
          <a:effectLst/>
          <a:latin typeface="+mj-lt"/>
          <a:ea typeface="+mn-ea"/>
          <a:cs typeface="Segoe UI" pitchFamily="34" charset="0"/>
        </a:defRPr>
      </a:lvl1pPr>
    </p:titleStyle>
    <p:bodyStyle>
      <a:lvl1pPr marL="137160" marR="0" indent="-13716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ct val="0"/>
        </a:spcAft>
        <a:buClrTx/>
        <a:buSzPct val="90000"/>
        <a:buFont typeface="Arial" panose="020B0604020202020204" pitchFamily="34" charset="0"/>
        <a:buChar char="•"/>
        <a:defRPr sz="1600" kern="1200" spc="0" baseline="0">
          <a:solidFill>
            <a:schemeClr val="tx1"/>
          </a:solidFill>
          <a:latin typeface="+mn-lt"/>
          <a:ea typeface="+mn-ea"/>
          <a:cs typeface="Segoe UI" pitchFamily="34" charset="0"/>
        </a:defRPr>
      </a:lvl1pPr>
      <a:lvl2pPr marL="265176" marR="0" indent="-109728" algn="l" defTabSz="932742" rtl="0" eaLnBrk="1" fontAlgn="auto" latinLnBrk="0" hangingPunct="1">
        <a:lnSpc>
          <a:spcPct val="100000"/>
        </a:lnSpc>
        <a:spcBef>
          <a:spcPct val="20000"/>
        </a:spcBef>
        <a:spcAft>
          <a:spcPct val="0"/>
        </a:spcAft>
        <a:buClrTx/>
        <a:buSzPct val="90000"/>
        <a:buFont typeface="Arial" panose="020B0604020202020204" pitchFamily="34" charset="0"/>
        <a:buChar char="•"/>
        <a:defRPr sz="1400" kern="1200" spc="0" baseline="0">
          <a:solidFill>
            <a:schemeClr val="tx1"/>
          </a:solidFill>
          <a:latin typeface="+mn-lt"/>
          <a:ea typeface="+mn-ea"/>
          <a:cs typeface="+mn-cs"/>
        </a:defRPr>
      </a:lvl2pPr>
      <a:lvl3pPr marL="384048" marR="0" indent="-118872" algn="l" defTabSz="932742" rtl="0" eaLnBrk="1" fontAlgn="auto" latinLnBrk="0" hangingPunct="1">
        <a:lnSpc>
          <a:spcPct val="100000"/>
        </a:lnSpc>
        <a:spcBef>
          <a:spcPct val="20000"/>
        </a:spcBef>
        <a:spcAft>
          <a:spcPct val="0"/>
        </a:spcAft>
        <a:buClrTx/>
        <a:buSzPct val="90000"/>
        <a:buFont typeface="Arial" panose="020B0604020202020204" pitchFamily="34" charset="0"/>
        <a:buChar char="•"/>
        <a:defRPr sz="1200" kern="1200" spc="0" baseline="0">
          <a:solidFill>
            <a:schemeClr val="tx1"/>
          </a:solidFill>
          <a:latin typeface="+mn-lt"/>
          <a:ea typeface="+mn-ea"/>
          <a:cs typeface="+mn-cs"/>
        </a:defRPr>
      </a:lvl3pPr>
      <a:lvl4pPr marL="842963" marR="0" indent="-1809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ct val="0"/>
        </a:spcAft>
        <a:buClrTx/>
        <a:buSzPct val="90000"/>
        <a:buFont typeface="Wingdings" panose="05000000000000000000" pitchFamily="2" charset="2"/>
        <a:buChar char=""/>
        <a:defRPr sz="10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4pPr>
      <a:lvl5pPr marL="1023938" marR="0" indent="-1682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ct val="0"/>
        </a:spcAft>
        <a:buClrTx/>
        <a:buSzPct val="90000"/>
        <a:buFont typeface="Wingdings" panose="05000000000000000000" pitchFamily="2" charset="2"/>
        <a:buChar char=""/>
        <a:defRPr sz="8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>
          <p15:clr>
            <a:srgbClr val="A5A5A5"/>
          </p15:clr>
        </p15:guide>
        <p15:guide id="2" pos="7680">
          <p15:clr>
            <a:srgbClr val="A5A5A5"/>
          </p15:clr>
        </p15:guide>
        <p15:guide id="3" pos="186">
          <p15:clr>
            <a:srgbClr val="A5A5A5"/>
          </p15:clr>
        </p15:guide>
        <p15:guide id="26" pos="7496">
          <p15:clr>
            <a:srgbClr val="A5A5A5"/>
          </p15:clr>
        </p15:guide>
        <p15:guide id="27" orient="horz">
          <p15:clr>
            <a:srgbClr val="A5A5A5"/>
          </p15:clr>
        </p15:guide>
        <p15:guide id="28" orient="horz" pos="4320">
          <p15:clr>
            <a:srgbClr val="A5A5A5"/>
          </p15:clr>
        </p15:guide>
        <p15:guide id="29" orient="horz" pos="184">
          <p15:clr>
            <a:srgbClr val="A5A5A5"/>
          </p15:clr>
        </p15:guide>
        <p15:guide id="40" orient="horz" pos="4134">
          <p15:clr>
            <a:srgbClr val="A5A5A5"/>
          </p15:clr>
        </p15:guide>
        <p15:guide id="42" pos="365">
          <p15:clr>
            <a:srgbClr val="C35EA4"/>
          </p15:clr>
        </p15:guide>
        <p15:guide id="43" orient="horz" pos="367">
          <p15:clr>
            <a:srgbClr val="C35EA4"/>
          </p15:clr>
        </p15:guide>
        <p15:guide id="44" orient="horz" pos="3953">
          <p15:clr>
            <a:srgbClr val="C35EA4"/>
          </p15:clr>
        </p15:guide>
        <p15:guide id="45" pos="7307">
          <p15:clr>
            <a:srgbClr val="C35EA4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RID" hidden="1">
            <a:extLst>
              <a:ext uri="{FF2B5EF4-FFF2-40B4-BE49-F238E27FC236}">
                <a16:creationId xmlns:a16="http://schemas.microsoft.com/office/drawing/2014/main" id="{32B5FFBF-552A-4973-B5B3-9EE3A765185F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CD412E5-2492-4063-96AB-C451FC39F2B6}"/>
                </a:ext>
              </a:extLst>
            </p:cNvPr>
            <p:cNvCxnSpPr/>
            <p:nvPr/>
          </p:nvCxnSpPr>
          <p:spPr>
            <a:xfrm>
              <a:off x="0" y="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25E7FAE-6A98-413B-871E-10F8DF6FF1E3}"/>
                </a:ext>
              </a:extLst>
            </p:cNvPr>
            <p:cNvCxnSpPr/>
            <p:nvPr/>
          </p:nvCxnSpPr>
          <p:spPr>
            <a:xfrm>
              <a:off x="0" y="29260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42BDE7-00A0-446E-9CEE-23DDF6A13E6E}"/>
                </a:ext>
              </a:extLst>
            </p:cNvPr>
            <p:cNvCxnSpPr/>
            <p:nvPr/>
          </p:nvCxnSpPr>
          <p:spPr>
            <a:xfrm>
              <a:off x="0" y="585216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D48FF31-9C6A-4C0C-AB96-ED556488A1BA}"/>
                </a:ext>
              </a:extLst>
            </p:cNvPr>
            <p:cNvCxnSpPr/>
            <p:nvPr/>
          </p:nvCxnSpPr>
          <p:spPr>
            <a:xfrm>
              <a:off x="0" y="6272784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8D811B2-F122-4FF3-A4F6-E7291A5152BB}"/>
                </a:ext>
              </a:extLst>
            </p:cNvPr>
            <p:cNvCxnSpPr/>
            <p:nvPr/>
          </p:nvCxnSpPr>
          <p:spPr>
            <a:xfrm>
              <a:off x="0" y="656539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2029335-BA6E-4B6F-B752-D02603169DE6}"/>
                </a:ext>
              </a:extLst>
            </p:cNvPr>
            <p:cNvCxnSpPr/>
            <p:nvPr/>
          </p:nvCxnSpPr>
          <p:spPr>
            <a:xfrm>
              <a:off x="0" y="685800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08D55A0-D16C-4191-B9F9-C95B51610B5E}"/>
                </a:ext>
              </a:extLst>
            </p:cNvPr>
            <p:cNvCxnSpPr/>
            <p:nvPr/>
          </p:nvCxnSpPr>
          <p:spPr>
            <a:xfrm>
              <a:off x="0" y="87782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A3FCB58-9F61-404B-A493-7860A942FCC2}"/>
                </a:ext>
              </a:extLst>
            </p:cNvPr>
            <p:cNvCxnSpPr/>
            <p:nvPr/>
          </p:nvCxnSpPr>
          <p:spPr>
            <a:xfrm>
              <a:off x="0" y="117043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EFD38DF-4402-499A-B7B2-D5BBF3AD467C}"/>
                </a:ext>
              </a:extLst>
            </p:cNvPr>
            <p:cNvCxnSpPr/>
            <p:nvPr/>
          </p:nvCxnSpPr>
          <p:spPr>
            <a:xfrm>
              <a:off x="0" y="146304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6DFD209-A624-4FEA-8F60-067FBF0CC1E8}"/>
                </a:ext>
              </a:extLst>
            </p:cNvPr>
            <p:cNvCxnSpPr/>
            <p:nvPr/>
          </p:nvCxnSpPr>
          <p:spPr>
            <a:xfrm flipH="1">
              <a:off x="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B8ED61-88C3-48AA-91A7-BFD779B3B3BA}"/>
                </a:ext>
              </a:extLst>
            </p:cNvPr>
            <p:cNvCxnSpPr/>
            <p:nvPr/>
          </p:nvCxnSpPr>
          <p:spPr>
            <a:xfrm flipH="1">
              <a:off x="585216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22AC47D-49D2-4B9E-B580-53A7922E5654}"/>
                </a:ext>
              </a:extLst>
            </p:cNvPr>
            <p:cNvCxnSpPr/>
            <p:nvPr/>
          </p:nvCxnSpPr>
          <p:spPr>
            <a:xfrm flipH="1">
              <a:off x="29260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0D7A2DB-4310-49CD-83F6-55B33BE76665}"/>
                </a:ext>
              </a:extLst>
            </p:cNvPr>
            <p:cNvCxnSpPr/>
            <p:nvPr/>
          </p:nvCxnSpPr>
          <p:spPr>
            <a:xfrm flipH="1">
              <a:off x="877824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0C40071-7BC6-4682-9CD1-0631E07C9F11}"/>
                </a:ext>
              </a:extLst>
            </p:cNvPr>
            <p:cNvCxnSpPr/>
            <p:nvPr/>
          </p:nvCxnSpPr>
          <p:spPr>
            <a:xfrm flipH="1">
              <a:off x="117043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E0ACFAA-26E9-44D2-BEF0-E02CAE93F397}"/>
                </a:ext>
              </a:extLst>
            </p:cNvPr>
            <p:cNvCxnSpPr/>
            <p:nvPr/>
          </p:nvCxnSpPr>
          <p:spPr>
            <a:xfrm flipH="1">
              <a:off x="1102156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85D1186-93AE-4B67-8544-763E0B213AAC}"/>
                </a:ext>
              </a:extLst>
            </p:cNvPr>
            <p:cNvCxnSpPr/>
            <p:nvPr/>
          </p:nvCxnSpPr>
          <p:spPr>
            <a:xfrm flipH="1">
              <a:off x="11606784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B1D45AE-FC53-4BB4-A9CD-C563C03A1195}"/>
                </a:ext>
              </a:extLst>
            </p:cNvPr>
            <p:cNvCxnSpPr/>
            <p:nvPr/>
          </p:nvCxnSpPr>
          <p:spPr>
            <a:xfrm flipH="1">
              <a:off x="11314176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325177A-06D9-4C2A-B7EF-984A90245BF7}"/>
                </a:ext>
              </a:extLst>
            </p:cNvPr>
            <p:cNvCxnSpPr/>
            <p:nvPr/>
          </p:nvCxnSpPr>
          <p:spPr>
            <a:xfrm flipH="1">
              <a:off x="1189939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2B67796-DF72-4C3B-A79D-7534FD3084C9}"/>
                </a:ext>
              </a:extLst>
            </p:cNvPr>
            <p:cNvCxnSpPr/>
            <p:nvPr/>
          </p:nvCxnSpPr>
          <p:spPr>
            <a:xfrm flipH="1">
              <a:off x="1219200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8B2C409-2FF7-4120-9E48-02A446B82DD6}"/>
                </a:ext>
              </a:extLst>
            </p:cNvPr>
            <p:cNvCxnSpPr/>
            <p:nvPr/>
          </p:nvCxnSpPr>
          <p:spPr>
            <a:xfrm>
              <a:off x="0" y="175564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3E0130A-B11A-42AB-8439-3CB0569F1C08}"/>
                </a:ext>
              </a:extLst>
            </p:cNvPr>
            <p:cNvCxnSpPr/>
            <p:nvPr/>
          </p:nvCxnSpPr>
          <p:spPr>
            <a:xfrm>
              <a:off x="0" y="204825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840B631-CB23-44B8-823B-56619D54F0E4}"/>
                </a:ext>
              </a:extLst>
            </p:cNvPr>
            <p:cNvCxnSpPr/>
            <p:nvPr/>
          </p:nvCxnSpPr>
          <p:spPr>
            <a:xfrm>
              <a:off x="0" y="234086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7DD460B-BBE5-43D6-95DF-C1C1CC6239C6}"/>
                </a:ext>
              </a:extLst>
            </p:cNvPr>
            <p:cNvCxnSpPr/>
            <p:nvPr/>
          </p:nvCxnSpPr>
          <p:spPr>
            <a:xfrm>
              <a:off x="0" y="263347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F5BEEB4-62B8-420A-9489-8319B9432C34}"/>
                </a:ext>
              </a:extLst>
            </p:cNvPr>
            <p:cNvCxnSpPr/>
            <p:nvPr/>
          </p:nvCxnSpPr>
          <p:spPr>
            <a:xfrm>
              <a:off x="0" y="292608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9242164-82A4-4DA9-B78C-33430C241872}"/>
                </a:ext>
              </a:extLst>
            </p:cNvPr>
            <p:cNvCxnSpPr/>
            <p:nvPr/>
          </p:nvCxnSpPr>
          <p:spPr>
            <a:xfrm>
              <a:off x="0" y="321868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D8767DD-4892-4904-AE72-87087DD9CCC2}"/>
                </a:ext>
              </a:extLst>
            </p:cNvPr>
            <p:cNvCxnSpPr/>
            <p:nvPr/>
          </p:nvCxnSpPr>
          <p:spPr>
            <a:xfrm>
              <a:off x="0" y="351129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45FC793-2AD0-4021-B3FB-391EDDE6CB63}"/>
                </a:ext>
              </a:extLst>
            </p:cNvPr>
            <p:cNvCxnSpPr/>
            <p:nvPr userDrawn="1"/>
          </p:nvCxnSpPr>
          <p:spPr>
            <a:xfrm>
              <a:off x="0" y="380390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091C6C8-296D-4AA9-8F03-7DEA5FA7D71A}"/>
                </a:ext>
              </a:extLst>
            </p:cNvPr>
            <p:cNvCxnSpPr/>
            <p:nvPr userDrawn="1"/>
          </p:nvCxnSpPr>
          <p:spPr>
            <a:xfrm>
              <a:off x="0" y="409651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1CBDA8A-698A-4B1C-BC41-CD72C2900FE8}"/>
                </a:ext>
              </a:extLst>
            </p:cNvPr>
            <p:cNvCxnSpPr/>
            <p:nvPr userDrawn="1"/>
          </p:nvCxnSpPr>
          <p:spPr>
            <a:xfrm>
              <a:off x="0" y="438912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0780C82-EF19-43A2-BF1B-31FDFBA092CA}"/>
                </a:ext>
              </a:extLst>
            </p:cNvPr>
            <p:cNvCxnSpPr/>
            <p:nvPr userDrawn="1"/>
          </p:nvCxnSpPr>
          <p:spPr>
            <a:xfrm>
              <a:off x="0" y="468172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3492339-9370-44E2-8C4D-414393DEB764}"/>
                </a:ext>
              </a:extLst>
            </p:cNvPr>
            <p:cNvCxnSpPr/>
            <p:nvPr userDrawn="1"/>
          </p:nvCxnSpPr>
          <p:spPr>
            <a:xfrm>
              <a:off x="0" y="497433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BF7CE2A-C0A7-4C6F-88B8-E40107AE34E8}"/>
                </a:ext>
              </a:extLst>
            </p:cNvPr>
            <p:cNvCxnSpPr/>
            <p:nvPr userDrawn="1"/>
          </p:nvCxnSpPr>
          <p:spPr>
            <a:xfrm>
              <a:off x="0" y="526694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CD7A1D0-B060-4037-BFAE-80FAF89CC35F}"/>
                </a:ext>
              </a:extLst>
            </p:cNvPr>
            <p:cNvCxnSpPr/>
            <p:nvPr userDrawn="1"/>
          </p:nvCxnSpPr>
          <p:spPr>
            <a:xfrm>
              <a:off x="0" y="555955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A121C21-7F60-43D7-B9B4-682B9D22E24D}"/>
                </a:ext>
              </a:extLst>
            </p:cNvPr>
            <p:cNvCxnSpPr/>
            <p:nvPr userDrawn="1"/>
          </p:nvCxnSpPr>
          <p:spPr>
            <a:xfrm>
              <a:off x="0" y="585216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 userDrawn="1">
            <p:ph type="title"/>
          </p:nvPr>
        </p:nvSpPr>
        <p:spPr>
          <a:xfrm>
            <a:off x="588263" y="585216"/>
            <a:ext cx="10430257" cy="30777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584200" y="1591056"/>
            <a:ext cx="10426700" cy="7263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Footer Placeholder 10">
            <a:extLst>
              <a:ext uri="{FF2B5EF4-FFF2-40B4-BE49-F238E27FC236}">
                <a16:creationId xmlns:a16="http://schemas.microsoft.com/office/drawing/2014/main" id="{5646CF9B-C3C6-BF79-10C9-634FDE6DDE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2967047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73" r:id="rId1"/>
    <p:sldLayoutId id="2147484974" r:id="rId2"/>
    <p:sldLayoutId id="2147484975" r:id="rId3"/>
    <p:sldLayoutId id="2147484976" r:id="rId4"/>
    <p:sldLayoutId id="2147484977" r:id="rId5"/>
    <p:sldLayoutId id="2147484978" r:id="rId6"/>
    <p:sldLayoutId id="2147484979" r:id="rId7"/>
    <p:sldLayoutId id="2147484980" r:id="rId8"/>
    <p:sldLayoutId id="2147484981" r:id="rId9"/>
    <p:sldLayoutId id="2147484982" r:id="rId10"/>
    <p:sldLayoutId id="2147484983" r:id="rId11"/>
    <p:sldLayoutId id="2147484984" r:id="rId12"/>
    <p:sldLayoutId id="2147484985" r:id="rId13"/>
    <p:sldLayoutId id="2147484986" r:id="rId14"/>
    <p:sldLayoutId id="2147484987" r:id="rId15"/>
    <p:sldLayoutId id="2147484988" r:id="rId16"/>
    <p:sldLayoutId id="2147484989" r:id="rId17"/>
    <p:sldLayoutId id="2147484990" r:id="rId18"/>
    <p:sldLayoutId id="2147484991" r:id="rId19"/>
    <p:sldLayoutId id="2147484992" r:id="rId20"/>
    <p:sldLayoutId id="2147484993" r:id="rId21"/>
    <p:sldLayoutId id="2147484994" r:id="rId22"/>
    <p:sldLayoutId id="2147484995" r:id="rId23"/>
    <p:sldLayoutId id="2147484996" r:id="rId24"/>
    <p:sldLayoutId id="2147484997" r:id="rId25"/>
    <p:sldLayoutId id="2147484998" r:id="rId26"/>
    <p:sldLayoutId id="2147484999" r:id="rId27"/>
    <p:sldLayoutId id="2147485000" r:id="rId28"/>
    <p:sldLayoutId id="2147485001" r:id="rId29"/>
    <p:sldLayoutId id="2147485002" r:id="rId30"/>
    <p:sldLayoutId id="2147485003" r:id="rId31"/>
    <p:sldLayoutId id="2147485004" r:id="rId32"/>
    <p:sldLayoutId id="2147485005" r:id="rId33"/>
    <p:sldLayoutId id="2147485006" r:id="rId34"/>
    <p:sldLayoutId id="2147485007" r:id="rId35"/>
    <p:sldLayoutId id="2147485008" r:id="rId36"/>
    <p:sldLayoutId id="2147485009" r:id="rId37"/>
    <p:sldLayoutId id="2147485010" r:id="rId38"/>
    <p:sldLayoutId id="2147485011" r:id="rId39"/>
    <p:sldLayoutId id="2147485012" r:id="rId40"/>
    <p:sldLayoutId id="2147485013" r:id="rId41"/>
    <p:sldLayoutId id="2147485014" r:id="rId42"/>
    <p:sldLayoutId id="2147485015" r:id="rId43"/>
  </p:sldLayoutIdLst>
  <p:transition>
    <p:fade/>
  </p:transition>
  <p:hf sldNum="0" hdr="0" dt="0"/>
  <p:txStyles>
    <p:titleStyle>
      <a:lvl1pPr algn="l" defTabSz="932742" rtl="0" eaLnBrk="1" latinLnBrk="0" hangingPunct="1">
        <a:lnSpc>
          <a:spcPct val="100000"/>
        </a:lnSpc>
        <a:spcBef>
          <a:spcPct val="0"/>
        </a:spcBef>
        <a:buNone/>
        <a:defRPr lang="en-US" sz="2000" b="0" kern="1200" cap="none" spc="0" baseline="0" smtClean="0">
          <a:ln w="3175">
            <a:noFill/>
          </a:ln>
          <a:solidFill>
            <a:schemeClr val="tx1"/>
          </a:solidFill>
          <a:effectLst/>
          <a:latin typeface="+mj-lt"/>
          <a:ea typeface="+mn-ea"/>
          <a:cs typeface="Segoe UI" pitchFamily="34" charset="0"/>
        </a:defRPr>
      </a:lvl1pPr>
    </p:titleStyle>
    <p:bodyStyle>
      <a:lvl1pPr marL="137160" marR="0" indent="-13716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ct val="0"/>
        </a:spcAft>
        <a:buClrTx/>
        <a:buSzPct val="90000"/>
        <a:buFont typeface="Arial" panose="020B0604020202020204" pitchFamily="34" charset="0"/>
        <a:buChar char="•"/>
        <a:defRPr sz="1600" kern="1200" spc="0" baseline="0">
          <a:solidFill>
            <a:schemeClr val="tx1"/>
          </a:solidFill>
          <a:latin typeface="+mn-lt"/>
          <a:ea typeface="+mn-ea"/>
          <a:cs typeface="Segoe UI" pitchFamily="34" charset="0"/>
        </a:defRPr>
      </a:lvl1pPr>
      <a:lvl2pPr marL="265176" marR="0" indent="-109728" algn="l" defTabSz="932742" rtl="0" eaLnBrk="1" fontAlgn="auto" latinLnBrk="0" hangingPunct="1">
        <a:lnSpc>
          <a:spcPct val="100000"/>
        </a:lnSpc>
        <a:spcBef>
          <a:spcPct val="20000"/>
        </a:spcBef>
        <a:spcAft>
          <a:spcPct val="0"/>
        </a:spcAft>
        <a:buClrTx/>
        <a:buSzPct val="90000"/>
        <a:buFont typeface="Arial" panose="020B0604020202020204" pitchFamily="34" charset="0"/>
        <a:buChar char="•"/>
        <a:defRPr sz="1400" kern="1200" spc="0" baseline="0">
          <a:solidFill>
            <a:schemeClr val="tx1"/>
          </a:solidFill>
          <a:latin typeface="+mn-lt"/>
          <a:ea typeface="+mn-ea"/>
          <a:cs typeface="+mn-cs"/>
        </a:defRPr>
      </a:lvl2pPr>
      <a:lvl3pPr marL="384048" marR="0" indent="-118872" algn="l" defTabSz="932742" rtl="0" eaLnBrk="1" fontAlgn="auto" latinLnBrk="0" hangingPunct="1">
        <a:lnSpc>
          <a:spcPct val="100000"/>
        </a:lnSpc>
        <a:spcBef>
          <a:spcPct val="20000"/>
        </a:spcBef>
        <a:spcAft>
          <a:spcPct val="0"/>
        </a:spcAft>
        <a:buClrTx/>
        <a:buSzPct val="90000"/>
        <a:buFont typeface="Arial" panose="020B0604020202020204" pitchFamily="34" charset="0"/>
        <a:buChar char="•"/>
        <a:defRPr sz="1200" kern="1200" spc="0" baseline="0">
          <a:solidFill>
            <a:schemeClr val="tx1"/>
          </a:solidFill>
          <a:latin typeface="+mn-lt"/>
          <a:ea typeface="+mn-ea"/>
          <a:cs typeface="+mn-cs"/>
        </a:defRPr>
      </a:lvl3pPr>
      <a:lvl4pPr marL="842963" marR="0" indent="-1809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ct val="0"/>
        </a:spcAft>
        <a:buClrTx/>
        <a:buSzPct val="90000"/>
        <a:buFont typeface="Wingdings" panose="05000000000000000000" pitchFamily="2" charset="2"/>
        <a:buChar char=""/>
        <a:defRPr sz="10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4pPr>
      <a:lvl5pPr marL="1023938" marR="0" indent="-1682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ct val="0"/>
        </a:spcAft>
        <a:buClrTx/>
        <a:buSzPct val="90000"/>
        <a:buFont typeface="Wingdings" panose="05000000000000000000" pitchFamily="2" charset="2"/>
        <a:buChar char=""/>
        <a:defRPr sz="8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>
          <p15:clr>
            <a:srgbClr val="A5A5A5"/>
          </p15:clr>
        </p15:guide>
        <p15:guide id="2" pos="7680">
          <p15:clr>
            <a:srgbClr val="A5A5A5"/>
          </p15:clr>
        </p15:guide>
        <p15:guide id="3" pos="186">
          <p15:clr>
            <a:srgbClr val="A5A5A5"/>
          </p15:clr>
        </p15:guide>
        <p15:guide id="26" pos="7496">
          <p15:clr>
            <a:srgbClr val="A5A5A5"/>
          </p15:clr>
        </p15:guide>
        <p15:guide id="27" orient="horz">
          <p15:clr>
            <a:srgbClr val="A5A5A5"/>
          </p15:clr>
        </p15:guide>
        <p15:guide id="28" orient="horz" pos="4320">
          <p15:clr>
            <a:srgbClr val="A5A5A5"/>
          </p15:clr>
        </p15:guide>
        <p15:guide id="29" orient="horz" pos="184">
          <p15:clr>
            <a:srgbClr val="A5A5A5"/>
          </p15:clr>
        </p15:guide>
        <p15:guide id="40" orient="horz" pos="4134">
          <p15:clr>
            <a:srgbClr val="A5A5A5"/>
          </p15:clr>
        </p15:guide>
        <p15:guide id="42" pos="365">
          <p15:clr>
            <a:srgbClr val="C35EA4"/>
          </p15:clr>
        </p15:guide>
        <p15:guide id="43" orient="horz" pos="367">
          <p15:clr>
            <a:srgbClr val="C35EA4"/>
          </p15:clr>
        </p15:guide>
        <p15:guide id="44" orient="horz" pos="3953">
          <p15:clr>
            <a:srgbClr val="C35EA4"/>
          </p15:clr>
        </p15:guide>
        <p15:guide id="45" pos="7307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9.svg"/><Relationship Id="rId7" Type="http://schemas.openxmlformats.org/officeDocument/2006/relationships/image" Target="../media/image23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7.xml"/><Relationship Id="rId6" Type="http://schemas.openxmlformats.org/officeDocument/2006/relationships/image" Target="../media/image22.svg"/><Relationship Id="rId5" Type="http://schemas.openxmlformats.org/officeDocument/2006/relationships/image" Target="../media/image21.svg"/><Relationship Id="rId10" Type="http://schemas.openxmlformats.org/officeDocument/2006/relationships/image" Target="../media/image26.svg"/><Relationship Id="rId19" Type="http://schemas.openxmlformats.org/officeDocument/2006/relationships/image" Target="../media/image36.png"/><Relationship Id="rId4" Type="http://schemas.openxmlformats.org/officeDocument/2006/relationships/image" Target="../media/image20.svg"/><Relationship Id="rId9" Type="http://schemas.openxmlformats.org/officeDocument/2006/relationships/image" Target="../media/image25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9.svg"/><Relationship Id="rId7" Type="http://schemas.openxmlformats.org/officeDocument/2006/relationships/image" Target="../media/image23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7.xml"/><Relationship Id="rId6" Type="http://schemas.openxmlformats.org/officeDocument/2006/relationships/image" Target="../media/image22.svg"/><Relationship Id="rId5" Type="http://schemas.openxmlformats.org/officeDocument/2006/relationships/image" Target="../media/image21.svg"/><Relationship Id="rId10" Type="http://schemas.openxmlformats.org/officeDocument/2006/relationships/image" Target="../media/image26.svg"/><Relationship Id="rId19" Type="http://schemas.openxmlformats.org/officeDocument/2006/relationships/image" Target="../media/image36.png"/><Relationship Id="rId4" Type="http://schemas.openxmlformats.org/officeDocument/2006/relationships/image" Target="../media/image20.svg"/><Relationship Id="rId9" Type="http://schemas.openxmlformats.org/officeDocument/2006/relationships/image" Target="../media/image25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2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svg"/><Relationship Id="rId7" Type="http://schemas.openxmlformats.org/officeDocument/2006/relationships/image" Target="../media/image33.png"/><Relationship Id="rId12" Type="http://schemas.openxmlformats.org/officeDocument/2006/relationships/image" Target="../media/image37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2.svg"/><Relationship Id="rId11" Type="http://schemas.openxmlformats.org/officeDocument/2006/relationships/image" Target="../media/image36.svg"/><Relationship Id="rId5" Type="http://schemas.openxmlformats.org/officeDocument/2006/relationships/image" Target="../media/image31.svg"/><Relationship Id="rId10" Type="http://schemas.openxmlformats.org/officeDocument/2006/relationships/image" Target="../media/image35.svg"/><Relationship Id="rId4" Type="http://schemas.openxmlformats.org/officeDocument/2006/relationships/image" Target="../media/image30.svg"/><Relationship Id="rId9" Type="http://schemas.openxmlformats.org/officeDocument/2006/relationships/image" Target="../media/image27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9.xml"/><Relationship Id="rId4" Type="http://schemas.openxmlformats.org/officeDocument/2006/relationships/hyperlink" Target="https://go.microsoft.com/fwlink/?linkid=2356343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13" Type="http://schemas.openxmlformats.org/officeDocument/2006/relationships/image" Target="../media/image48.svg"/><Relationship Id="rId18" Type="http://schemas.openxmlformats.org/officeDocument/2006/relationships/image" Target="../media/image53.svg"/><Relationship Id="rId3" Type="http://schemas.openxmlformats.org/officeDocument/2006/relationships/image" Target="../media/image39.svg"/><Relationship Id="rId7" Type="http://schemas.openxmlformats.org/officeDocument/2006/relationships/image" Target="../media/image33.png"/><Relationship Id="rId12" Type="http://schemas.openxmlformats.org/officeDocument/2006/relationships/image" Target="../media/image47.svg"/><Relationship Id="rId17" Type="http://schemas.openxmlformats.org/officeDocument/2006/relationships/image" Target="../media/image52.sv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51.svg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42.svg"/><Relationship Id="rId11" Type="http://schemas.openxmlformats.org/officeDocument/2006/relationships/image" Target="../media/image46.svg"/><Relationship Id="rId5" Type="http://schemas.openxmlformats.org/officeDocument/2006/relationships/image" Target="../media/image41.svg"/><Relationship Id="rId15" Type="http://schemas.openxmlformats.org/officeDocument/2006/relationships/image" Target="../media/image50.svg"/><Relationship Id="rId10" Type="http://schemas.openxmlformats.org/officeDocument/2006/relationships/image" Target="../media/image45.svg"/><Relationship Id="rId4" Type="http://schemas.openxmlformats.org/officeDocument/2006/relationships/image" Target="../media/image40.svg"/><Relationship Id="rId9" Type="http://schemas.openxmlformats.org/officeDocument/2006/relationships/image" Target="../media/image44.svg"/><Relationship Id="rId14" Type="http://schemas.openxmlformats.org/officeDocument/2006/relationships/image" Target="../media/image49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6.xml"/><Relationship Id="rId4" Type="http://schemas.openxmlformats.org/officeDocument/2006/relationships/hyperlink" Target="https://go.microsoft.com/fwlink/?linkid=2356518" TargetMode="Externa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svg"/><Relationship Id="rId3" Type="http://schemas.openxmlformats.org/officeDocument/2006/relationships/image" Target="../media/image33.png"/><Relationship Id="rId7" Type="http://schemas.openxmlformats.org/officeDocument/2006/relationships/image" Target="../media/image45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44.svg"/><Relationship Id="rId11" Type="http://schemas.openxmlformats.org/officeDocument/2006/relationships/image" Target="../media/image61.svg"/><Relationship Id="rId5" Type="http://schemas.openxmlformats.org/officeDocument/2006/relationships/image" Target="../media/image58.png"/><Relationship Id="rId10" Type="http://schemas.openxmlformats.org/officeDocument/2006/relationships/image" Target="../media/image60.svg"/><Relationship Id="rId4" Type="http://schemas.openxmlformats.org/officeDocument/2006/relationships/image" Target="../media/image57.png"/><Relationship Id="rId9" Type="http://schemas.openxmlformats.org/officeDocument/2006/relationships/image" Target="../media/image59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6.xml"/><Relationship Id="rId4" Type="http://schemas.openxmlformats.org/officeDocument/2006/relationships/hyperlink" Target="https://go.microsoft.com/fwlink/?linkid=2356363" TargetMode="Externa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64.png"/><Relationship Id="rId5" Type="http://schemas.openxmlformats.org/officeDocument/2006/relationships/image" Target="../media/image59.svg"/><Relationship Id="rId4" Type="http://schemas.openxmlformats.org/officeDocument/2006/relationships/image" Target="../media/image63.sv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3" Type="http://schemas.openxmlformats.org/officeDocument/2006/relationships/image" Target="../media/image29.svg"/><Relationship Id="rId7" Type="http://schemas.openxmlformats.org/officeDocument/2006/relationships/image" Target="../media/image33.png"/><Relationship Id="rId12" Type="http://schemas.openxmlformats.org/officeDocument/2006/relationships/image" Target="../media/image69.sv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32.svg"/><Relationship Id="rId11" Type="http://schemas.openxmlformats.org/officeDocument/2006/relationships/image" Target="../media/image68.svg"/><Relationship Id="rId5" Type="http://schemas.openxmlformats.org/officeDocument/2006/relationships/image" Target="../media/image31.svg"/><Relationship Id="rId10" Type="http://schemas.openxmlformats.org/officeDocument/2006/relationships/image" Target="../media/image67.svg"/><Relationship Id="rId4" Type="http://schemas.openxmlformats.org/officeDocument/2006/relationships/image" Target="../media/image30.svg"/><Relationship Id="rId9" Type="http://schemas.openxmlformats.org/officeDocument/2006/relationships/image" Target="../media/image66.sv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svg"/><Relationship Id="rId3" Type="http://schemas.openxmlformats.org/officeDocument/2006/relationships/image" Target="../media/image70.svg"/><Relationship Id="rId7" Type="http://schemas.openxmlformats.org/officeDocument/2006/relationships/image" Target="../media/image74.sv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73.svg"/><Relationship Id="rId5" Type="http://schemas.openxmlformats.org/officeDocument/2006/relationships/image" Target="../media/image72.svg"/><Relationship Id="rId4" Type="http://schemas.openxmlformats.org/officeDocument/2006/relationships/image" Target="../media/image71.svg"/><Relationship Id="rId9" Type="http://schemas.openxmlformats.org/officeDocument/2006/relationships/image" Target="../media/image76.sv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svg"/><Relationship Id="rId3" Type="http://schemas.openxmlformats.org/officeDocument/2006/relationships/image" Target="../media/image70.svg"/><Relationship Id="rId7" Type="http://schemas.openxmlformats.org/officeDocument/2006/relationships/image" Target="../media/image79.sv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78.svg"/><Relationship Id="rId5" Type="http://schemas.openxmlformats.org/officeDocument/2006/relationships/image" Target="../media/image77.svg"/><Relationship Id="rId10" Type="http://schemas.openxmlformats.org/officeDocument/2006/relationships/image" Target="../media/image81.svg"/><Relationship Id="rId4" Type="http://schemas.openxmlformats.org/officeDocument/2006/relationships/image" Target="../media/image71.svg"/><Relationship Id="rId9" Type="http://schemas.openxmlformats.org/officeDocument/2006/relationships/image" Target="../media/image80.sv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6.xml"/><Relationship Id="rId4" Type="http://schemas.openxmlformats.org/officeDocument/2006/relationships/hyperlink" Target="https://go.microsoft.com/fwlink/?linkid=2356350" TargetMode="Externa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png"/><Relationship Id="rId13" Type="http://schemas.openxmlformats.org/officeDocument/2006/relationships/image" Target="../media/image48.svg"/><Relationship Id="rId18" Type="http://schemas.openxmlformats.org/officeDocument/2006/relationships/image" Target="../media/image53.svg"/><Relationship Id="rId3" Type="http://schemas.openxmlformats.org/officeDocument/2006/relationships/image" Target="../media/image39.svg"/><Relationship Id="rId21" Type="http://schemas.openxmlformats.org/officeDocument/2006/relationships/image" Target="../media/image86.svg"/><Relationship Id="rId7" Type="http://schemas.openxmlformats.org/officeDocument/2006/relationships/image" Target="../media/image33.png"/><Relationship Id="rId12" Type="http://schemas.openxmlformats.org/officeDocument/2006/relationships/image" Target="../media/image47.svg"/><Relationship Id="rId17" Type="http://schemas.openxmlformats.org/officeDocument/2006/relationships/image" Target="../media/image52.svg"/><Relationship Id="rId2" Type="http://schemas.openxmlformats.org/officeDocument/2006/relationships/notesSlide" Target="../notesSlides/notesSlide28.xml"/><Relationship Id="rId16" Type="http://schemas.openxmlformats.org/officeDocument/2006/relationships/image" Target="../media/image51.svg"/><Relationship Id="rId20" Type="http://schemas.openxmlformats.org/officeDocument/2006/relationships/image" Target="../media/image85.svg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42.svg"/><Relationship Id="rId11" Type="http://schemas.openxmlformats.org/officeDocument/2006/relationships/image" Target="../media/image46.svg"/><Relationship Id="rId5" Type="http://schemas.openxmlformats.org/officeDocument/2006/relationships/image" Target="../media/image41.svg"/><Relationship Id="rId15" Type="http://schemas.openxmlformats.org/officeDocument/2006/relationships/image" Target="../media/image50.svg"/><Relationship Id="rId10" Type="http://schemas.openxmlformats.org/officeDocument/2006/relationships/image" Target="../media/image45.svg"/><Relationship Id="rId19" Type="http://schemas.openxmlformats.org/officeDocument/2006/relationships/image" Target="../media/image49.svg"/><Relationship Id="rId4" Type="http://schemas.openxmlformats.org/officeDocument/2006/relationships/image" Target="../media/image40.svg"/><Relationship Id="rId9" Type="http://schemas.openxmlformats.org/officeDocument/2006/relationships/image" Target="../media/image44.svg"/><Relationship Id="rId14" Type="http://schemas.openxmlformats.org/officeDocument/2006/relationships/image" Target="../media/image84.sv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9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6.xml"/><Relationship Id="rId4" Type="http://schemas.openxmlformats.org/officeDocument/2006/relationships/hyperlink" Target="https://go.microsoft.com/fwlink/?linkid=2356519" TargetMode="Externa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image" Target="../media/image88.svg"/><Relationship Id="rId7" Type="http://schemas.openxmlformats.org/officeDocument/2006/relationships/image" Target="../media/image57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7.xml"/><Relationship Id="rId6" Type="http://schemas.openxmlformats.org/officeDocument/2006/relationships/image" Target="../media/image83.png"/><Relationship Id="rId5" Type="http://schemas.openxmlformats.org/officeDocument/2006/relationships/image" Target="../media/image45.svg"/><Relationship Id="rId4" Type="http://schemas.openxmlformats.org/officeDocument/2006/relationships/image" Target="../media/image44.svg"/><Relationship Id="rId9" Type="http://schemas.openxmlformats.org/officeDocument/2006/relationships/image" Target="../media/image89.sv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6.xml"/><Relationship Id="rId4" Type="http://schemas.openxmlformats.org/officeDocument/2006/relationships/hyperlink" Target="https://go.microsoft.com/fwlink/?linkid=2356168" TargetMode="Externa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2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4.png"/><Relationship Id="rId3" Type="http://schemas.openxmlformats.org/officeDocument/2006/relationships/image" Target="../media/image29.sv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32.svg"/><Relationship Id="rId11" Type="http://schemas.openxmlformats.org/officeDocument/2006/relationships/image" Target="../media/image37.svg"/><Relationship Id="rId5" Type="http://schemas.openxmlformats.org/officeDocument/2006/relationships/image" Target="../media/image93.svg"/><Relationship Id="rId10" Type="http://schemas.openxmlformats.org/officeDocument/2006/relationships/image" Target="../media/image95.svg"/><Relationship Id="rId4" Type="http://schemas.openxmlformats.org/officeDocument/2006/relationships/image" Target="../media/image30.svg"/><Relationship Id="rId9" Type="http://schemas.openxmlformats.org/officeDocument/2006/relationships/image" Target="../media/image27.sv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13" Type="http://schemas.openxmlformats.org/officeDocument/2006/relationships/image" Target="../media/image96.svg"/><Relationship Id="rId3" Type="http://schemas.openxmlformats.org/officeDocument/2006/relationships/image" Target="../media/image29.svg"/><Relationship Id="rId7" Type="http://schemas.openxmlformats.org/officeDocument/2006/relationships/image" Target="../media/image33.png"/><Relationship Id="rId12" Type="http://schemas.openxmlformats.org/officeDocument/2006/relationships/image" Target="../media/image69.sv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32.svg"/><Relationship Id="rId11" Type="http://schemas.openxmlformats.org/officeDocument/2006/relationships/image" Target="../media/image68.svg"/><Relationship Id="rId5" Type="http://schemas.openxmlformats.org/officeDocument/2006/relationships/image" Target="../media/image31.svg"/><Relationship Id="rId10" Type="http://schemas.openxmlformats.org/officeDocument/2006/relationships/image" Target="../media/image67.svg"/><Relationship Id="rId4" Type="http://schemas.openxmlformats.org/officeDocument/2006/relationships/image" Target="../media/image30.svg"/><Relationship Id="rId9" Type="http://schemas.openxmlformats.org/officeDocument/2006/relationships/image" Target="../media/image66.svg"/><Relationship Id="rId14" Type="http://schemas.openxmlformats.org/officeDocument/2006/relationships/image" Target="../media/image97.sv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svg"/><Relationship Id="rId13" Type="http://schemas.openxmlformats.org/officeDocument/2006/relationships/image" Target="../media/image27.svg"/><Relationship Id="rId3" Type="http://schemas.openxmlformats.org/officeDocument/2006/relationships/image" Target="../media/image66.svg"/><Relationship Id="rId7" Type="http://schemas.openxmlformats.org/officeDocument/2006/relationships/image" Target="../media/image65.png"/><Relationship Id="rId12" Type="http://schemas.openxmlformats.org/officeDocument/2006/relationships/image" Target="../media/image79.svg"/><Relationship Id="rId17" Type="http://schemas.openxmlformats.org/officeDocument/2006/relationships/image" Target="../media/image101.svg"/><Relationship Id="rId2" Type="http://schemas.openxmlformats.org/officeDocument/2006/relationships/notesSlide" Target="../notesSlides/notesSlide41.xml"/><Relationship Id="rId16" Type="http://schemas.openxmlformats.org/officeDocument/2006/relationships/image" Target="../media/image100.sv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98.svg"/><Relationship Id="rId11" Type="http://schemas.openxmlformats.org/officeDocument/2006/relationships/image" Target="../media/image78.svg"/><Relationship Id="rId5" Type="http://schemas.openxmlformats.org/officeDocument/2006/relationships/image" Target="../media/image68.svg"/><Relationship Id="rId15" Type="http://schemas.openxmlformats.org/officeDocument/2006/relationships/image" Target="../media/image80.svg"/><Relationship Id="rId10" Type="http://schemas.openxmlformats.org/officeDocument/2006/relationships/image" Target="../media/image77.svg"/><Relationship Id="rId4" Type="http://schemas.openxmlformats.org/officeDocument/2006/relationships/image" Target="../media/image67.svg"/><Relationship Id="rId9" Type="http://schemas.openxmlformats.org/officeDocument/2006/relationships/image" Target="../media/image99.svg"/><Relationship Id="rId14" Type="http://schemas.openxmlformats.org/officeDocument/2006/relationships/image" Target="../media/image72.sv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hyperlink" Target="https://go.microsoft.com/fwlink/?linkid=2356176" TargetMode="External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102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9912" y="3552110"/>
            <a:ext cx="5686955" cy="1107996"/>
          </a:xfrm>
        </p:spPr>
        <p:txBody>
          <a:bodyPr/>
          <a:lstStyle/>
          <a:p>
            <a:pPr>
              <a:defRPr sz="3200"/>
            </a:pPr>
            <a:r>
              <a:rPr lang="es-ES" sz="36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Desarrollo de soluciones de lenguaje natural en Azure</a:t>
            </a:r>
            <a:endParaRPr lang="en-US" sz="3600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756150" y="6446520"/>
            <a:ext cx="1645920" cy="152400"/>
          </a:xfrm>
        </p:spPr>
        <p:txBody>
          <a:bodyPr/>
          <a:lstStyle/>
          <a:p>
            <a:r>
              <a:rPr lang="es-ES" sz="10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Junio de 2025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3A691E-CDA7-5B29-A2DA-58D91CA4B1D4}"/>
              </a:ext>
            </a:extLst>
          </p:cNvPr>
          <p:cNvSpPr txBox="1"/>
          <p:nvPr/>
        </p:nvSpPr>
        <p:spPr>
          <a:xfrm>
            <a:off x="510540" y="4660106"/>
            <a:ext cx="6096000" cy="3611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770" b="0" i="0" strike="noStrike" cap="none" baseline="0">
                <a:solidFill>
                  <a:srgbClr val="BF3AC4"/>
                </a:solidFill>
                <a:effectLst/>
                <a:latin typeface="Segoe UI"/>
                <a:ea typeface="Segoe UI"/>
                <a:cs typeface="Segoe UI"/>
              </a:rPr>
              <a:t>https://aka.ms/mslearn-language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D2BC216-1BC5-19FB-EF6E-2F90B026D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975360"/>
          </a:xfr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s-ES" sz="3200" b="0" i="0" strike="noStrike" cap="none" baseline="0">
                <a:solidFill>
                  <a:srgbClr val="000000"/>
                </a:solidFill>
                <a:effectLst/>
                <a:latin typeface="Segoe UI Semibold"/>
                <a:ea typeface="Segoe UI Semibold"/>
                <a:cs typeface="Segoe UI Semibold"/>
              </a:rPr>
              <a:t>Cargas de trabajo de inteligencia artificial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BBC019-A935-4C35-6598-2AF84E2D16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 eaLnBrk="1" latinLnBrk="0" hangingPunct="1">
              <a:defRPr lang="en-US" sz="750" kern="100" cap="all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5918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>
              <a:defRPr/>
            </a:pPr>
            <a:r>
              <a:rPr lang="es-ES" sz="10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© Copyright Microsoft Corporation. Todos los derechos reservados.</a:t>
            </a:r>
            <a:endParaRPr lang="en-US">
              <a:solidFill>
                <a:srgbClr val="000000"/>
              </a:solidFill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93C55A1-AB7B-C064-40EE-19B61A19D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36270" y="1878796"/>
            <a:ext cx="2103120" cy="2293814"/>
            <a:chOff x="636270" y="1878796"/>
            <a:chExt cx="2103120" cy="2293814"/>
          </a:xfrm>
        </p:grpSpPr>
        <p:grpSp>
          <p:nvGrpSpPr>
            <p:cNvPr id="26" name="Group 25" descr="Generative AI.">
              <a:extLst>
                <a:ext uri="{FF2B5EF4-FFF2-40B4-BE49-F238E27FC236}">
                  <a16:creationId xmlns:a16="http://schemas.microsoft.com/office/drawing/2014/main" id="{1CAD66E7-20D2-7568-5677-08F2F3A033BA}"/>
                </a:ext>
              </a:extLst>
            </p:cNvPr>
            <p:cNvGrpSpPr/>
            <p:nvPr/>
          </p:nvGrpSpPr>
          <p:grpSpPr>
            <a:xfrm>
              <a:off x="636270" y="1878796"/>
              <a:ext cx="2103120" cy="2293814"/>
              <a:chOff x="636270" y="2540945"/>
              <a:chExt cx="2103120" cy="2293814"/>
            </a:xfrm>
          </p:grpSpPr>
          <p:sp>
            <p:nvSpPr>
              <p:cNvPr id="30" name="Rectangle 29" descr="Generative AI">
                <a:extLst>
                  <a:ext uri="{FF2B5EF4-FFF2-40B4-BE49-F238E27FC236}">
                    <a16:creationId xmlns:a16="http://schemas.microsoft.com/office/drawing/2014/main" id="{B5B7A4B4-E179-25B1-C8C6-E4125CB77D1F}"/>
                  </a:ext>
                </a:extLst>
              </p:cNvPr>
              <p:cNvSpPr/>
              <p:nvPr/>
            </p:nvSpPr>
            <p:spPr bwMode="auto">
              <a:xfrm>
                <a:off x="636270" y="2545078"/>
                <a:ext cx="2103120" cy="2289681"/>
              </a:xfrm>
              <a:prstGeom prst="rect">
                <a:avLst/>
              </a:prstGeom>
              <a:solidFill>
                <a:srgbClr val="0F9ED5"/>
              </a:solidFill>
              <a:ln w="12700" cap="flat" cmpd="sng" algn="ctr">
                <a:noFill/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182880" tIns="146304" rIns="182880" bIns="146304" numCol="1" spcCol="0" rtlCol="0" fromWordArt="0" anchor="b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Segoe UI" pitchFamily="34" charset="0"/>
                  <a:cs typeface="Segoe UI" pitchFamily="34" charset="0"/>
                </a:endParaRPr>
              </a:p>
            </p:txBody>
          </p:sp>
          <p:pic>
            <p:nvPicPr>
              <p:cNvPr id="32" name="Graphic 31" descr="Chat with solid fill">
                <a:extLst>
                  <a:ext uri="{FF2B5EF4-FFF2-40B4-BE49-F238E27FC236}">
                    <a16:creationId xmlns:a16="http://schemas.microsoft.com/office/drawing/2014/main" id="{6D60F11E-B5E3-6116-5248-C87B7622F7F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1115305" y="2540945"/>
                <a:ext cx="1143231" cy="1143231"/>
              </a:xfrm>
              <a:prstGeom prst="rect">
                <a:avLst/>
              </a:prstGeom>
            </p:spPr>
          </p:pic>
        </p:grpSp>
        <p:pic>
          <p:nvPicPr>
            <p:cNvPr id="29" name="Graphic 28" descr="Robot with solid fill">
              <a:extLst>
                <a:ext uri="{FF2B5EF4-FFF2-40B4-BE49-F238E27FC236}">
                  <a16:creationId xmlns:a16="http://schemas.microsoft.com/office/drawing/2014/main" id="{EBF3D08F-31DD-A95D-A5F1-5B7816DFED8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267584" y="2813173"/>
              <a:ext cx="913022" cy="913022"/>
            </a:xfrm>
            <a:prstGeom prst="rect">
              <a:avLst/>
            </a:prstGeom>
          </p:spPr>
        </p:pic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E778269F-38DE-BCFD-6107-0029CBB53238}"/>
              </a:ext>
            </a:extLst>
          </p:cNvPr>
          <p:cNvSpPr txBox="1"/>
          <p:nvPr/>
        </p:nvSpPr>
        <p:spPr>
          <a:xfrm>
            <a:off x="709352" y="3805837"/>
            <a:ext cx="19569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s-ES" sz="1400" b="0" i="0" strike="noStrike" cap="none" baseline="0" dirty="0">
                <a:solidFill>
                  <a:srgbClr val="FFFFFF"/>
                </a:solidFill>
                <a:effectLst/>
                <a:latin typeface="Aptos"/>
                <a:ea typeface="Aptos"/>
                <a:cs typeface="Aptos"/>
              </a:rPr>
              <a:t>IA generativa y agentes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EF60D6CD-602D-E517-8E1A-5E346F3216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2827972" y="1882929"/>
            <a:ext cx="2103120" cy="2289681"/>
            <a:chOff x="2827972" y="1882929"/>
            <a:chExt cx="2103120" cy="2289681"/>
          </a:xfrm>
        </p:grpSpPr>
        <p:sp>
          <p:nvSpPr>
            <p:cNvPr id="41" name="Rectangle 40" descr="Agents and automation">
              <a:extLst>
                <a:ext uri="{FF2B5EF4-FFF2-40B4-BE49-F238E27FC236}">
                  <a16:creationId xmlns:a16="http://schemas.microsoft.com/office/drawing/2014/main" id="{B76002B2-9EBF-8926-9128-D88346675B76}"/>
                </a:ext>
              </a:extLst>
            </p:cNvPr>
            <p:cNvSpPr/>
            <p:nvPr/>
          </p:nvSpPr>
          <p:spPr bwMode="auto">
            <a:xfrm>
              <a:off x="2827972" y="1882929"/>
              <a:ext cx="2103120" cy="2289681"/>
            </a:xfrm>
            <a:prstGeom prst="rect">
              <a:avLst/>
            </a:prstGeom>
            <a:solidFill>
              <a:srgbClr val="0F9ED5"/>
            </a:solidFill>
            <a:ln w="12700" cap="flat" cmpd="sng" algn="ctr">
              <a:noFill/>
              <a:prstDash val="solid"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182880" tIns="146304" rIns="182880" bIns="146304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32472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Segoe UI" pitchFamily="34" charset="0"/>
                <a:cs typeface="Segoe UI" pitchFamily="34" charset="0"/>
              </a:endParaRPr>
            </a:p>
          </p:txBody>
        </p:sp>
        <p:pic>
          <p:nvPicPr>
            <p:cNvPr id="44" name="Graphic 43" descr="Document outline">
              <a:extLst>
                <a:ext uri="{FF2B5EF4-FFF2-40B4-BE49-F238E27FC236}">
                  <a16:creationId xmlns:a16="http://schemas.microsoft.com/office/drawing/2014/main" id="{9C74529C-9E8F-B9F8-1595-FE756C9C510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338767" y="2423109"/>
              <a:ext cx="1039843" cy="1039843"/>
            </a:xfrm>
            <a:prstGeom prst="rect">
              <a:avLst/>
            </a:prstGeom>
          </p:spPr>
        </p:pic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5892A0B7-4BAA-376A-F389-2A3DD9B86C19}"/>
              </a:ext>
            </a:extLst>
          </p:cNvPr>
          <p:cNvSpPr txBox="1"/>
          <p:nvPr/>
        </p:nvSpPr>
        <p:spPr>
          <a:xfrm>
            <a:off x="3183198" y="3805836"/>
            <a:ext cx="1392668" cy="304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s-ES" sz="1400" b="0" i="0" strike="noStrike" cap="none" baseline="0" dirty="0">
                <a:solidFill>
                  <a:srgbClr val="FFFFFF"/>
                </a:solidFill>
                <a:effectLst/>
                <a:latin typeface="Aptos"/>
                <a:ea typeface="Aptos"/>
                <a:cs typeface="Aptos"/>
              </a:rPr>
              <a:t>Texto y lenguaje</a:t>
            </a: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AEEC36BC-574D-033C-6242-BBE039EA05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019675" y="1882929"/>
            <a:ext cx="2103120" cy="2289681"/>
            <a:chOff x="7211379" y="2545079"/>
            <a:chExt cx="2103120" cy="2289681"/>
          </a:xfrm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B30BE5C3-EDC2-F630-C79E-F0880250FB6B}"/>
                </a:ext>
              </a:extLst>
            </p:cNvPr>
            <p:cNvSpPr/>
            <p:nvPr/>
          </p:nvSpPr>
          <p:spPr bwMode="auto">
            <a:xfrm>
              <a:off x="7211379" y="2545079"/>
              <a:ext cx="2103120" cy="2289681"/>
            </a:xfrm>
            <a:prstGeom prst="rect">
              <a:avLst/>
            </a:prstGeom>
            <a:solidFill>
              <a:srgbClr val="0F9ED5"/>
            </a:solidFill>
            <a:ln w="12700" cap="flat" cmpd="sng" algn="ctr">
              <a:noFill/>
              <a:prstDash val="solid"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182880" tIns="146304" rIns="182880" bIns="146304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32472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Segoe UI" pitchFamily="34" charset="0"/>
                <a:cs typeface="Segoe UI" pitchFamily="34" charset="0"/>
              </a:endParaRPr>
            </a:p>
          </p:txBody>
        </p:sp>
        <p:pic>
          <p:nvPicPr>
            <p:cNvPr id="49" name="Graphic 48" descr="Call center outline">
              <a:extLst>
                <a:ext uri="{FF2B5EF4-FFF2-40B4-BE49-F238E27FC236}">
                  <a16:creationId xmlns:a16="http://schemas.microsoft.com/office/drawing/2014/main" id="{654DDDDE-BD31-930F-742F-9CF8918659A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610397" y="2941747"/>
              <a:ext cx="1239660" cy="1239660"/>
            </a:xfrm>
            <a:prstGeom prst="rect">
              <a:avLst/>
            </a:prstGeom>
          </p:spPr>
        </p:pic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B317D3B1-1546-8933-CD52-FDDD442377D2}"/>
              </a:ext>
            </a:extLst>
          </p:cNvPr>
          <p:cNvSpPr txBox="1"/>
          <p:nvPr/>
        </p:nvSpPr>
        <p:spPr>
          <a:xfrm>
            <a:off x="5276481" y="3805836"/>
            <a:ext cx="15895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s-ES" sz="1400" b="0" i="0" strike="noStrike" cap="none" baseline="0" dirty="0" err="1">
                <a:solidFill>
                  <a:srgbClr val="FFFFFF"/>
                </a:solidFill>
                <a:effectLst/>
                <a:latin typeface="Aptos"/>
                <a:ea typeface="Aptos"/>
                <a:cs typeface="Aptos"/>
              </a:rPr>
              <a:t>Computer</a:t>
            </a:r>
            <a:r>
              <a:rPr lang="es-ES" sz="1400" b="0" i="0" strike="noStrike" cap="none" baseline="0" dirty="0">
                <a:solidFill>
                  <a:srgbClr val="FFFFFF"/>
                </a:solidFill>
                <a:effectLst/>
                <a:latin typeface="Aptos"/>
                <a:ea typeface="Aptos"/>
                <a:cs typeface="Aptos"/>
              </a:rPr>
              <a:t> Speech</a:t>
            </a: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15B9F1F2-2AB0-DFF7-DAEF-B5AC94AAF3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7211378" y="1882929"/>
            <a:ext cx="2103120" cy="2289681"/>
            <a:chOff x="5019676" y="2545079"/>
            <a:chExt cx="2103120" cy="2289681"/>
          </a:xfrm>
        </p:grpSpPr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0961FC95-E021-E5B0-3AB5-C528774E33AC}"/>
                </a:ext>
              </a:extLst>
            </p:cNvPr>
            <p:cNvSpPr/>
            <p:nvPr/>
          </p:nvSpPr>
          <p:spPr bwMode="auto">
            <a:xfrm>
              <a:off x="5019676" y="2545079"/>
              <a:ext cx="2103120" cy="2289681"/>
            </a:xfrm>
            <a:prstGeom prst="rect">
              <a:avLst/>
            </a:prstGeom>
            <a:solidFill>
              <a:srgbClr val="0F9ED5"/>
            </a:solidFill>
            <a:ln w="12700" cap="flat" cmpd="sng" algn="ctr">
              <a:noFill/>
              <a:prstDash val="solid"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182880" tIns="146304" rIns="182880" bIns="146304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32472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Segoe UI" pitchFamily="34" charset="0"/>
                <a:cs typeface="Segoe UI" pitchFamily="34" charset="0"/>
              </a:endParaRPr>
            </a:p>
          </p:txBody>
        </p:sp>
        <p:pic>
          <p:nvPicPr>
            <p:cNvPr id="54" name="Graphic 53" descr="Eye Scan with solid fill">
              <a:extLst>
                <a:ext uri="{FF2B5EF4-FFF2-40B4-BE49-F238E27FC236}">
                  <a16:creationId xmlns:a16="http://schemas.microsoft.com/office/drawing/2014/main" id="{7492B401-62F5-B00D-FF41-23DE48BD7AA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491134" y="3068416"/>
              <a:ext cx="1125841" cy="1125841"/>
            </a:xfrm>
            <a:prstGeom prst="rect">
              <a:avLst/>
            </a:prstGeom>
          </p:spPr>
        </p:pic>
      </p:grpSp>
      <p:sp>
        <p:nvSpPr>
          <p:cNvPr id="52" name="TextBox 51">
            <a:extLst>
              <a:ext uri="{FF2B5EF4-FFF2-40B4-BE49-F238E27FC236}">
                <a16:creationId xmlns:a16="http://schemas.microsoft.com/office/drawing/2014/main" id="{6FC82ABC-7E5F-CB37-9E21-F1FD530E8E98}"/>
              </a:ext>
            </a:extLst>
          </p:cNvPr>
          <p:cNvSpPr txBox="1"/>
          <p:nvPr/>
        </p:nvSpPr>
        <p:spPr>
          <a:xfrm>
            <a:off x="7512094" y="3805836"/>
            <a:ext cx="15016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s-ES" sz="1400" b="0" i="0" strike="noStrike" cap="none" baseline="0" dirty="0" err="1">
                <a:solidFill>
                  <a:srgbClr val="FFFFFF"/>
                </a:solidFill>
                <a:effectLst/>
                <a:latin typeface="Aptos"/>
                <a:ea typeface="Aptos"/>
                <a:cs typeface="Aptos"/>
              </a:rPr>
              <a:t>Computer</a:t>
            </a:r>
            <a:r>
              <a:rPr lang="es-ES" sz="1400" b="0" i="0" strike="noStrike" cap="none" baseline="0" dirty="0">
                <a:solidFill>
                  <a:srgbClr val="FFFFFF"/>
                </a:solidFill>
                <a:effectLst/>
                <a:latin typeface="Aptos"/>
                <a:ea typeface="Aptos"/>
                <a:cs typeface="Aptos"/>
              </a:rPr>
              <a:t> Vision</a:t>
            </a:r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04C0737A-7A16-F0DA-2B86-5F8E4A862F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9403080" y="1882929"/>
            <a:ext cx="2103120" cy="2289681"/>
            <a:chOff x="9403080" y="2545078"/>
            <a:chExt cx="2103120" cy="2289681"/>
          </a:xfrm>
        </p:grpSpPr>
        <p:sp>
          <p:nvSpPr>
            <p:cNvPr id="58" name="Rectangle 57" descr="Information extraction">
              <a:extLst>
                <a:ext uri="{FF2B5EF4-FFF2-40B4-BE49-F238E27FC236}">
                  <a16:creationId xmlns:a16="http://schemas.microsoft.com/office/drawing/2014/main" id="{C66D2834-7A09-8DAD-E141-D975DC745A22}"/>
                </a:ext>
              </a:extLst>
            </p:cNvPr>
            <p:cNvSpPr/>
            <p:nvPr/>
          </p:nvSpPr>
          <p:spPr bwMode="auto">
            <a:xfrm>
              <a:off x="9403080" y="2545078"/>
              <a:ext cx="2103120" cy="2289681"/>
            </a:xfrm>
            <a:prstGeom prst="rect">
              <a:avLst/>
            </a:prstGeom>
            <a:solidFill>
              <a:srgbClr val="0F9ED5"/>
            </a:solidFill>
            <a:ln w="12700" cap="flat" cmpd="sng" algn="ctr">
              <a:noFill/>
              <a:prstDash val="solid"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182880" tIns="146304" rIns="182880" bIns="146304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32472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Segoe UI" pitchFamily="34" charset="0"/>
                <a:cs typeface="Segoe UI" pitchFamily="34" charset="0"/>
              </a:endParaRPr>
            </a:p>
          </p:txBody>
        </p:sp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87FC3456-0D0C-9C1B-BE9C-AE8E8C24C1CB}"/>
                </a:ext>
              </a:extLst>
            </p:cNvPr>
            <p:cNvGrpSpPr/>
            <p:nvPr/>
          </p:nvGrpSpPr>
          <p:grpSpPr>
            <a:xfrm>
              <a:off x="9985194" y="3154414"/>
              <a:ext cx="1059255" cy="1134146"/>
              <a:chOff x="8487635" y="549954"/>
              <a:chExt cx="1059255" cy="1134146"/>
            </a:xfrm>
            <a:solidFill>
              <a:srgbClr val="000000"/>
            </a:solidFill>
          </p:grpSpPr>
          <p:pic>
            <p:nvPicPr>
              <p:cNvPr id="60" name="Graphic 59" descr="Magnifying glass with solid fill">
                <a:extLst>
                  <a:ext uri="{FF2B5EF4-FFF2-40B4-BE49-F238E27FC236}">
                    <a16:creationId xmlns:a16="http://schemas.microsoft.com/office/drawing/2014/main" id="{D6BE2CAF-F7DD-67FC-4F47-4180C5B3CB6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8764237" y="901447"/>
                <a:ext cx="782653" cy="782653"/>
              </a:xfrm>
              <a:prstGeom prst="rect">
                <a:avLst/>
              </a:prstGeom>
            </p:spPr>
          </p:pic>
          <p:pic>
            <p:nvPicPr>
              <p:cNvPr id="61" name="Graphic 60" descr="Contract outline">
                <a:extLst>
                  <a:ext uri="{FF2B5EF4-FFF2-40B4-BE49-F238E27FC236}">
                    <a16:creationId xmlns:a16="http://schemas.microsoft.com/office/drawing/2014/main" id="{A8EA2D7C-52F7-E75D-B725-6431DA42D30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8487635" y="549954"/>
                <a:ext cx="914400" cy="914400"/>
              </a:xfrm>
              <a:prstGeom prst="rect">
                <a:avLst/>
              </a:prstGeom>
            </p:spPr>
          </p:pic>
        </p:grpSp>
      </p:grpSp>
      <p:sp>
        <p:nvSpPr>
          <p:cNvPr id="57" name="TextBox 56">
            <a:extLst>
              <a:ext uri="{FF2B5EF4-FFF2-40B4-BE49-F238E27FC236}">
                <a16:creationId xmlns:a16="http://schemas.microsoft.com/office/drawing/2014/main" id="{DC012BF2-B566-ED65-3A22-824F791A71AB}"/>
              </a:ext>
            </a:extLst>
          </p:cNvPr>
          <p:cNvSpPr txBox="1"/>
          <p:nvPr/>
        </p:nvSpPr>
        <p:spPr>
          <a:xfrm>
            <a:off x="9368070" y="3805836"/>
            <a:ext cx="22333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s-ES" sz="1400" b="0" i="0" strike="noStrike" cap="none" baseline="0" dirty="0">
                <a:solidFill>
                  <a:srgbClr val="FFFFFF"/>
                </a:solidFill>
                <a:effectLst/>
                <a:latin typeface="Aptos"/>
                <a:ea typeface="Aptos"/>
                <a:cs typeface="Aptos"/>
              </a:rPr>
              <a:t>Extracción de información</a:t>
            </a:r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126EA9F0-1821-D1EA-9FE0-960703EF08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24840" y="4250952"/>
            <a:ext cx="10896600" cy="1527441"/>
            <a:chOff x="624840" y="4250952"/>
            <a:chExt cx="10896600" cy="1527441"/>
          </a:xfrm>
        </p:grpSpPr>
        <p:grpSp>
          <p:nvGrpSpPr>
            <p:cNvPr id="63" name="Group 62" descr="Machine learning.">
              <a:extLst>
                <a:ext uri="{FF2B5EF4-FFF2-40B4-BE49-F238E27FC236}">
                  <a16:creationId xmlns:a16="http://schemas.microsoft.com/office/drawing/2014/main" id="{DD8660B5-E7F1-BD22-1116-77964F0D7B02}"/>
                </a:ext>
              </a:extLst>
            </p:cNvPr>
            <p:cNvGrpSpPr/>
            <p:nvPr/>
          </p:nvGrpSpPr>
          <p:grpSpPr>
            <a:xfrm>
              <a:off x="624840" y="4250952"/>
              <a:ext cx="10896600" cy="1527441"/>
              <a:chOff x="624840" y="4913101"/>
              <a:chExt cx="10896600" cy="1527441"/>
            </a:xfrm>
          </p:grpSpPr>
          <p:sp>
            <p:nvSpPr>
              <p:cNvPr id="65" name="Rectangle 64" descr="Machine learning">
                <a:extLst>
                  <a:ext uri="{FF2B5EF4-FFF2-40B4-BE49-F238E27FC236}">
                    <a16:creationId xmlns:a16="http://schemas.microsoft.com/office/drawing/2014/main" id="{0C292D01-31A5-6A71-766E-324BC9C7FEFE}"/>
                  </a:ext>
                </a:extLst>
              </p:cNvPr>
              <p:cNvSpPr/>
              <p:nvPr/>
            </p:nvSpPr>
            <p:spPr bwMode="auto">
              <a:xfrm>
                <a:off x="624840" y="4913101"/>
                <a:ext cx="10896600" cy="1527441"/>
              </a:xfrm>
              <a:prstGeom prst="rect">
                <a:avLst/>
              </a:prstGeom>
              <a:solidFill>
                <a:srgbClr val="0E2841">
                  <a:lumMod val="90000"/>
                  <a:lumOff val="10000"/>
                </a:srgbClr>
              </a:solidFill>
              <a:ln w="12700" cap="flat" cmpd="sng" algn="ctr">
                <a:noFill/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Segoe UI" pitchFamily="34" charset="0"/>
                  <a:cs typeface="Segoe UI" pitchFamily="34" charset="0"/>
                </a:endParaRPr>
              </a:p>
            </p:txBody>
          </p:sp>
          <p:grpSp>
            <p:nvGrpSpPr>
              <p:cNvPr id="66" name="Group 65">
                <a:extLst>
                  <a:ext uri="{FF2B5EF4-FFF2-40B4-BE49-F238E27FC236}">
                    <a16:creationId xmlns:a16="http://schemas.microsoft.com/office/drawing/2014/main" id="{8FD60DB0-A56C-2B72-0097-89997B2BD00B}"/>
                  </a:ext>
                </a:extLst>
              </p:cNvPr>
              <p:cNvGrpSpPr/>
              <p:nvPr/>
            </p:nvGrpSpPr>
            <p:grpSpPr>
              <a:xfrm>
                <a:off x="5032337" y="5038924"/>
                <a:ext cx="1799227" cy="1059457"/>
                <a:chOff x="7196417" y="2730064"/>
                <a:chExt cx="1799227" cy="1059457"/>
              </a:xfrm>
            </p:grpSpPr>
            <p:pic>
              <p:nvPicPr>
                <p:cNvPr id="67" name="Graphic 66" descr="Gears with solid fill">
                  <a:extLst>
                    <a:ext uri="{FF2B5EF4-FFF2-40B4-BE49-F238E27FC236}">
                      <a16:creationId xmlns:a16="http://schemas.microsoft.com/office/drawing/2014/main" id="{0579F314-9113-A606-D7E8-7C0BB346FA5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1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196417" y="2730064"/>
                  <a:ext cx="1059457" cy="1059457"/>
                </a:xfrm>
                <a:prstGeom prst="rect">
                  <a:avLst/>
                </a:prstGeom>
              </p:spPr>
            </p:pic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8" name="TextBox 67">
                      <a:extLst>
                        <a:ext uri="{FF2B5EF4-FFF2-40B4-BE49-F238E27FC236}">
                          <a16:creationId xmlns:a16="http://schemas.microsoft.com/office/drawing/2014/main" id="{11222B60-02CF-845A-D90A-C20CCFDA875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936187" y="3253216"/>
                      <a:ext cx="1059457" cy="307777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kumimoji="0" lang="en-US" sz="20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white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kumimoji="0" lang="en-US" sz="2000" b="0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white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kumimoji="0" lang="en-US" sz="2000" b="0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white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  <m:r>
                              <a:rPr kumimoji="0" lang="en-US" sz="20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white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kumimoji="0" lang="en-US" sz="20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white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𝑦</m:t>
                            </m:r>
                          </m:oMath>
                        </m:oMathPara>
                      </a14:m>
                      <a:endParaRPr kumimoji="0" lang="en-US" sz="20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</a:endParaRPr>
                    </a:p>
                  </p:txBody>
                </p:sp>
              </mc:Choice>
      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      <p:sp>
                  <p:nvSpPr>
                    <p:cNvPr id="94" name="TextBox 93">
                      <a:extLst>
                        <a:ext uri="{FF2B5EF4-FFF2-40B4-BE49-F238E27FC236}">
                          <a16:creationId xmlns:a16="http://schemas.microsoft.com/office/drawing/2014/main" id="{B69AE8EA-16E4-E909-EEE7-9A3549E5FD07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936187" y="3253216"/>
                      <a:ext cx="1059457" cy="307777"/>
                    </a:xfrm>
                    <a:prstGeom prst="rect">
                      <a:avLst/>
                    </a:prstGeom>
                    <a:blipFill>
                      <a:blip r:embed="rId19"/>
                      <a:stretch>
                        <a:fillRect l="-7471" r="-4598" b="-3800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5DD4F784-4FAB-8B73-D45A-C1CAA2739143}"/>
                </a:ext>
              </a:extLst>
            </p:cNvPr>
            <p:cNvSpPr txBox="1"/>
            <p:nvPr/>
          </p:nvSpPr>
          <p:spPr>
            <a:xfrm>
              <a:off x="5284794" y="5458868"/>
              <a:ext cx="244950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lang="es-ES" sz="1400" b="0" i="0" strike="noStrike" cap="none" baseline="0" dirty="0">
                  <a:solidFill>
                    <a:srgbClr val="FFFFFF"/>
                  </a:solidFill>
                  <a:effectLst/>
                  <a:latin typeface="Aptos"/>
                  <a:ea typeface="Aptos"/>
                  <a:cs typeface="Aptos"/>
                </a:rPr>
                <a:t>Aprendizaje automático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32267336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D2BC216-1BC5-19FB-EF6E-2F90B026D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487680"/>
          </a:xfr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s-ES" sz="3200" b="0" i="0" strike="noStrike" cap="none" baseline="0">
                <a:solidFill>
                  <a:srgbClr val="000000"/>
                </a:solidFill>
                <a:effectLst/>
                <a:latin typeface="Segoe UI Semibold"/>
                <a:ea typeface="Segoe UI Semibold"/>
                <a:cs typeface="Segoe UI Semibold"/>
              </a:rPr>
              <a:t>Nuestro enfoque actual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BBC019-A935-4C35-6598-2AF84E2D16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 eaLnBrk="1" latinLnBrk="0" hangingPunct="1">
              <a:defRPr lang="en-US" sz="750" kern="100" cap="all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5918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67">
              <a:defRPr/>
            </a:pPr>
            <a:r>
              <a:rPr lang="es-ES" sz="10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© Copyright Microsoft Corporation. Todos los derechos reservados.</a:t>
            </a:r>
            <a:endParaRPr lang="en-US">
              <a:solidFill>
                <a:srgbClr val="000000"/>
              </a:solidFill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93C55A1-AB7B-C064-40EE-19B61A19D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36270" y="1878796"/>
            <a:ext cx="2103120" cy="2293814"/>
            <a:chOff x="636270" y="1878796"/>
            <a:chExt cx="2103120" cy="2293814"/>
          </a:xfrm>
        </p:grpSpPr>
        <p:grpSp>
          <p:nvGrpSpPr>
            <p:cNvPr id="26" name="Group 25" descr="Generative AI.">
              <a:extLst>
                <a:ext uri="{FF2B5EF4-FFF2-40B4-BE49-F238E27FC236}">
                  <a16:creationId xmlns:a16="http://schemas.microsoft.com/office/drawing/2014/main" id="{1CAD66E7-20D2-7568-5677-08F2F3A033BA}"/>
                </a:ext>
              </a:extLst>
            </p:cNvPr>
            <p:cNvGrpSpPr/>
            <p:nvPr/>
          </p:nvGrpSpPr>
          <p:grpSpPr>
            <a:xfrm>
              <a:off x="636270" y="1878796"/>
              <a:ext cx="2103120" cy="2293814"/>
              <a:chOff x="636270" y="2540945"/>
              <a:chExt cx="2103120" cy="2293814"/>
            </a:xfrm>
          </p:grpSpPr>
          <p:sp>
            <p:nvSpPr>
              <p:cNvPr id="30" name="Rectangle 29" descr="Generative AI">
                <a:extLst>
                  <a:ext uri="{FF2B5EF4-FFF2-40B4-BE49-F238E27FC236}">
                    <a16:creationId xmlns:a16="http://schemas.microsoft.com/office/drawing/2014/main" id="{B5B7A4B4-E179-25B1-C8C6-E4125CB77D1F}"/>
                  </a:ext>
                </a:extLst>
              </p:cNvPr>
              <p:cNvSpPr/>
              <p:nvPr/>
            </p:nvSpPr>
            <p:spPr bwMode="auto">
              <a:xfrm>
                <a:off x="636270" y="2545078"/>
                <a:ext cx="2103120" cy="2289681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 cap="flat" cmpd="sng" algn="ctr">
                <a:noFill/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182880" tIns="146304" rIns="182880" bIns="146304" numCol="1" spcCol="0" rtlCol="0" fromWordArt="0" anchor="b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Segoe UI" pitchFamily="34" charset="0"/>
                  <a:cs typeface="Segoe UI" pitchFamily="34" charset="0"/>
                </a:endParaRPr>
              </a:p>
            </p:txBody>
          </p:sp>
          <p:pic>
            <p:nvPicPr>
              <p:cNvPr id="32" name="Graphic 31" descr="Chat with solid fill">
                <a:extLst>
                  <a:ext uri="{FF2B5EF4-FFF2-40B4-BE49-F238E27FC236}">
                    <a16:creationId xmlns:a16="http://schemas.microsoft.com/office/drawing/2014/main" id="{6D60F11E-B5E3-6116-5248-C87B7622F7F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1115305" y="2540945"/>
                <a:ext cx="1143231" cy="1143231"/>
              </a:xfrm>
              <a:prstGeom prst="rect">
                <a:avLst/>
              </a:prstGeom>
            </p:spPr>
          </p:pic>
        </p:grpSp>
        <p:pic>
          <p:nvPicPr>
            <p:cNvPr id="29" name="Graphic 28" descr="Robot with solid fill">
              <a:extLst>
                <a:ext uri="{FF2B5EF4-FFF2-40B4-BE49-F238E27FC236}">
                  <a16:creationId xmlns:a16="http://schemas.microsoft.com/office/drawing/2014/main" id="{EBF3D08F-31DD-A95D-A5F1-5B7816DFED8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267584" y="2813173"/>
              <a:ext cx="913022" cy="913022"/>
            </a:xfrm>
            <a:prstGeom prst="rect">
              <a:avLst/>
            </a:prstGeom>
          </p:spPr>
        </p:pic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E778269F-38DE-BCFD-6107-0029CBB53238}"/>
              </a:ext>
            </a:extLst>
          </p:cNvPr>
          <p:cNvSpPr txBox="1"/>
          <p:nvPr/>
        </p:nvSpPr>
        <p:spPr>
          <a:xfrm>
            <a:off x="709352" y="3805837"/>
            <a:ext cx="19569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s-ES" sz="1400" b="0" i="0" strike="noStrike" cap="none" baseline="0" dirty="0">
                <a:solidFill>
                  <a:srgbClr val="FFFFFF"/>
                </a:solidFill>
                <a:effectLst/>
                <a:latin typeface="Aptos"/>
                <a:ea typeface="Aptos"/>
                <a:cs typeface="Aptos"/>
              </a:rPr>
              <a:t>IA generativa y agentes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EF60D6CD-602D-E517-8E1A-5E346F3216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2827972" y="1882929"/>
            <a:ext cx="2103120" cy="2289681"/>
            <a:chOff x="2827972" y="1882929"/>
            <a:chExt cx="2103120" cy="2289681"/>
          </a:xfrm>
        </p:grpSpPr>
        <p:sp>
          <p:nvSpPr>
            <p:cNvPr id="41" name="Rectangle 40" descr="Agents and automation">
              <a:extLst>
                <a:ext uri="{FF2B5EF4-FFF2-40B4-BE49-F238E27FC236}">
                  <a16:creationId xmlns:a16="http://schemas.microsoft.com/office/drawing/2014/main" id="{B76002B2-9EBF-8926-9128-D88346675B76}"/>
                </a:ext>
              </a:extLst>
            </p:cNvPr>
            <p:cNvSpPr/>
            <p:nvPr/>
          </p:nvSpPr>
          <p:spPr bwMode="auto">
            <a:xfrm>
              <a:off x="2827972" y="1882929"/>
              <a:ext cx="2103120" cy="2289681"/>
            </a:xfrm>
            <a:prstGeom prst="rect">
              <a:avLst/>
            </a:prstGeom>
            <a:solidFill>
              <a:srgbClr val="0F9ED5"/>
            </a:solidFill>
            <a:ln w="12700" cap="flat" cmpd="sng" algn="ctr">
              <a:noFill/>
              <a:prstDash val="solid"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182880" tIns="146304" rIns="182880" bIns="146304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32472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Segoe UI" pitchFamily="34" charset="0"/>
                <a:cs typeface="Segoe UI" pitchFamily="34" charset="0"/>
              </a:endParaRPr>
            </a:p>
          </p:txBody>
        </p:sp>
        <p:pic>
          <p:nvPicPr>
            <p:cNvPr id="44" name="Graphic 43" descr="Document outline">
              <a:extLst>
                <a:ext uri="{FF2B5EF4-FFF2-40B4-BE49-F238E27FC236}">
                  <a16:creationId xmlns:a16="http://schemas.microsoft.com/office/drawing/2014/main" id="{9C74529C-9E8F-B9F8-1595-FE756C9C510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338767" y="2423109"/>
              <a:ext cx="1039843" cy="1039843"/>
            </a:xfrm>
            <a:prstGeom prst="rect">
              <a:avLst/>
            </a:prstGeom>
          </p:spPr>
        </p:pic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5892A0B7-4BAA-376A-F389-2A3DD9B86C19}"/>
              </a:ext>
            </a:extLst>
          </p:cNvPr>
          <p:cNvSpPr txBox="1"/>
          <p:nvPr/>
        </p:nvSpPr>
        <p:spPr>
          <a:xfrm>
            <a:off x="3183199" y="3805836"/>
            <a:ext cx="1392667" cy="304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s-ES" sz="1400" b="0" i="0" strike="noStrike" cap="none" baseline="0" dirty="0">
                <a:solidFill>
                  <a:srgbClr val="FFFFFF"/>
                </a:solidFill>
                <a:effectLst/>
                <a:latin typeface="Aptos"/>
                <a:ea typeface="Aptos"/>
                <a:cs typeface="Aptos"/>
              </a:rPr>
              <a:t>Texto y lenguaje</a:t>
            </a: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AEEC36BC-574D-033C-6242-BBE039EA05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019675" y="1882929"/>
            <a:ext cx="2103120" cy="2289681"/>
            <a:chOff x="7211379" y="2545079"/>
            <a:chExt cx="2103120" cy="2289681"/>
          </a:xfrm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B30BE5C3-EDC2-F630-C79E-F0880250FB6B}"/>
                </a:ext>
              </a:extLst>
            </p:cNvPr>
            <p:cNvSpPr/>
            <p:nvPr/>
          </p:nvSpPr>
          <p:spPr bwMode="auto">
            <a:xfrm>
              <a:off x="7211379" y="2545079"/>
              <a:ext cx="2103120" cy="2289681"/>
            </a:xfrm>
            <a:prstGeom prst="rect">
              <a:avLst/>
            </a:prstGeom>
            <a:solidFill>
              <a:srgbClr val="0F9ED5"/>
            </a:solidFill>
            <a:ln w="12700" cap="flat" cmpd="sng" algn="ctr">
              <a:noFill/>
              <a:prstDash val="solid"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182880" tIns="146304" rIns="182880" bIns="146304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32472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Segoe UI" pitchFamily="34" charset="0"/>
                <a:cs typeface="Segoe UI" pitchFamily="34" charset="0"/>
              </a:endParaRPr>
            </a:p>
          </p:txBody>
        </p:sp>
        <p:pic>
          <p:nvPicPr>
            <p:cNvPr id="49" name="Graphic 48" descr="Call center outline">
              <a:extLst>
                <a:ext uri="{FF2B5EF4-FFF2-40B4-BE49-F238E27FC236}">
                  <a16:creationId xmlns:a16="http://schemas.microsoft.com/office/drawing/2014/main" id="{654DDDDE-BD31-930F-742F-9CF8918659A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610397" y="2941747"/>
              <a:ext cx="1239660" cy="1239660"/>
            </a:xfrm>
            <a:prstGeom prst="rect">
              <a:avLst/>
            </a:prstGeom>
          </p:spPr>
        </p:pic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B317D3B1-1546-8933-CD52-FDDD442377D2}"/>
              </a:ext>
            </a:extLst>
          </p:cNvPr>
          <p:cNvSpPr txBox="1"/>
          <p:nvPr/>
        </p:nvSpPr>
        <p:spPr>
          <a:xfrm>
            <a:off x="5276481" y="3805836"/>
            <a:ext cx="15895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s-ES" sz="1400" b="0" i="0" strike="noStrike" cap="none" baseline="0" dirty="0" err="1">
                <a:solidFill>
                  <a:srgbClr val="FFFFFF"/>
                </a:solidFill>
                <a:effectLst/>
                <a:latin typeface="Aptos"/>
                <a:ea typeface="Aptos"/>
                <a:cs typeface="Aptos"/>
              </a:rPr>
              <a:t>Computer</a:t>
            </a:r>
            <a:r>
              <a:rPr lang="es-ES" sz="1400" b="0" i="0" strike="noStrike" cap="none" baseline="0" dirty="0">
                <a:solidFill>
                  <a:srgbClr val="FFFFFF"/>
                </a:solidFill>
                <a:effectLst/>
                <a:latin typeface="Aptos"/>
                <a:ea typeface="Aptos"/>
                <a:cs typeface="Aptos"/>
              </a:rPr>
              <a:t> Speech</a:t>
            </a: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15B9F1F2-2AB0-DFF7-DAEF-B5AC94AAF3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7211378" y="1882929"/>
            <a:ext cx="2103120" cy="2289681"/>
            <a:chOff x="5019676" y="2545079"/>
            <a:chExt cx="2103120" cy="2289681"/>
          </a:xfrm>
        </p:grpSpPr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0961FC95-E021-E5B0-3AB5-C528774E33AC}"/>
                </a:ext>
              </a:extLst>
            </p:cNvPr>
            <p:cNvSpPr/>
            <p:nvPr/>
          </p:nvSpPr>
          <p:spPr bwMode="auto">
            <a:xfrm>
              <a:off x="5019676" y="2545079"/>
              <a:ext cx="2103120" cy="228968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 cap="flat" cmpd="sng" algn="ctr">
              <a:noFill/>
              <a:prstDash val="solid"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182880" tIns="146304" rIns="182880" bIns="146304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32472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Segoe UI" pitchFamily="34" charset="0"/>
                <a:cs typeface="Segoe UI" pitchFamily="34" charset="0"/>
              </a:endParaRPr>
            </a:p>
          </p:txBody>
        </p:sp>
        <p:pic>
          <p:nvPicPr>
            <p:cNvPr id="54" name="Graphic 53" descr="Eye Scan with solid fill">
              <a:extLst>
                <a:ext uri="{FF2B5EF4-FFF2-40B4-BE49-F238E27FC236}">
                  <a16:creationId xmlns:a16="http://schemas.microsoft.com/office/drawing/2014/main" id="{7492B401-62F5-B00D-FF41-23DE48BD7AA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491134" y="3068416"/>
              <a:ext cx="1125841" cy="1125841"/>
            </a:xfrm>
            <a:prstGeom prst="rect">
              <a:avLst/>
            </a:prstGeom>
          </p:spPr>
        </p:pic>
      </p:grpSp>
      <p:sp>
        <p:nvSpPr>
          <p:cNvPr id="52" name="TextBox 51">
            <a:extLst>
              <a:ext uri="{FF2B5EF4-FFF2-40B4-BE49-F238E27FC236}">
                <a16:creationId xmlns:a16="http://schemas.microsoft.com/office/drawing/2014/main" id="{6FC82ABC-7E5F-CB37-9E21-F1FD530E8E98}"/>
              </a:ext>
            </a:extLst>
          </p:cNvPr>
          <p:cNvSpPr txBox="1"/>
          <p:nvPr/>
        </p:nvSpPr>
        <p:spPr>
          <a:xfrm>
            <a:off x="7512094" y="3805836"/>
            <a:ext cx="15016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s-ES" sz="1400" b="0" i="0" strike="noStrike" cap="none" baseline="0" dirty="0" err="1">
                <a:solidFill>
                  <a:srgbClr val="FFFFFF"/>
                </a:solidFill>
                <a:effectLst/>
                <a:latin typeface="Aptos"/>
                <a:ea typeface="Aptos"/>
                <a:cs typeface="Aptos"/>
              </a:rPr>
              <a:t>Computer</a:t>
            </a:r>
            <a:r>
              <a:rPr lang="es-ES" sz="1400" b="0" i="0" strike="noStrike" cap="none" baseline="0" dirty="0">
                <a:solidFill>
                  <a:srgbClr val="FFFFFF"/>
                </a:solidFill>
                <a:effectLst/>
                <a:latin typeface="Aptos"/>
                <a:ea typeface="Aptos"/>
                <a:cs typeface="Aptos"/>
              </a:rPr>
              <a:t> Vision</a:t>
            </a:r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04C0737A-7A16-F0DA-2B86-5F8E4A862F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9407165" y="1882929"/>
            <a:ext cx="2103120" cy="2289681"/>
            <a:chOff x="9403080" y="2545078"/>
            <a:chExt cx="2103120" cy="2289681"/>
          </a:xfrm>
        </p:grpSpPr>
        <p:sp>
          <p:nvSpPr>
            <p:cNvPr id="58" name="Rectangle 57" descr="Information extraction">
              <a:extLst>
                <a:ext uri="{FF2B5EF4-FFF2-40B4-BE49-F238E27FC236}">
                  <a16:creationId xmlns:a16="http://schemas.microsoft.com/office/drawing/2014/main" id="{C66D2834-7A09-8DAD-E141-D975DC745A22}"/>
                </a:ext>
              </a:extLst>
            </p:cNvPr>
            <p:cNvSpPr/>
            <p:nvPr/>
          </p:nvSpPr>
          <p:spPr bwMode="auto">
            <a:xfrm>
              <a:off x="9403080" y="2545078"/>
              <a:ext cx="2103120" cy="228968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 cap="flat" cmpd="sng" algn="ctr">
              <a:noFill/>
              <a:prstDash val="solid"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182880" tIns="146304" rIns="182880" bIns="146304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32472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Segoe UI" pitchFamily="34" charset="0"/>
                <a:cs typeface="Segoe UI" pitchFamily="34" charset="0"/>
              </a:endParaRPr>
            </a:p>
          </p:txBody>
        </p:sp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87FC3456-0D0C-9C1B-BE9C-AE8E8C24C1CB}"/>
                </a:ext>
              </a:extLst>
            </p:cNvPr>
            <p:cNvGrpSpPr/>
            <p:nvPr/>
          </p:nvGrpSpPr>
          <p:grpSpPr>
            <a:xfrm>
              <a:off x="9985194" y="3154414"/>
              <a:ext cx="1059255" cy="1134146"/>
              <a:chOff x="8487635" y="549954"/>
              <a:chExt cx="1059255" cy="1134146"/>
            </a:xfrm>
            <a:solidFill>
              <a:srgbClr val="000000"/>
            </a:solidFill>
          </p:grpSpPr>
          <p:pic>
            <p:nvPicPr>
              <p:cNvPr id="60" name="Graphic 59" descr="Magnifying glass with solid fill">
                <a:extLst>
                  <a:ext uri="{FF2B5EF4-FFF2-40B4-BE49-F238E27FC236}">
                    <a16:creationId xmlns:a16="http://schemas.microsoft.com/office/drawing/2014/main" id="{D6BE2CAF-F7DD-67FC-4F47-4180C5B3CB6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8764237" y="901447"/>
                <a:ext cx="782653" cy="782653"/>
              </a:xfrm>
              <a:prstGeom prst="rect">
                <a:avLst/>
              </a:prstGeom>
            </p:spPr>
          </p:pic>
          <p:pic>
            <p:nvPicPr>
              <p:cNvPr id="61" name="Graphic 60" descr="Contract outline">
                <a:extLst>
                  <a:ext uri="{FF2B5EF4-FFF2-40B4-BE49-F238E27FC236}">
                    <a16:creationId xmlns:a16="http://schemas.microsoft.com/office/drawing/2014/main" id="{A8EA2D7C-52F7-E75D-B725-6431DA42D30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8487635" y="549954"/>
                <a:ext cx="914400" cy="914400"/>
              </a:xfrm>
              <a:prstGeom prst="rect">
                <a:avLst/>
              </a:prstGeom>
            </p:spPr>
          </p:pic>
        </p:grpSp>
      </p:grpSp>
      <p:sp>
        <p:nvSpPr>
          <p:cNvPr id="57" name="TextBox 56">
            <a:extLst>
              <a:ext uri="{FF2B5EF4-FFF2-40B4-BE49-F238E27FC236}">
                <a16:creationId xmlns:a16="http://schemas.microsoft.com/office/drawing/2014/main" id="{DC012BF2-B566-ED65-3A22-824F791A71AB}"/>
              </a:ext>
            </a:extLst>
          </p:cNvPr>
          <p:cNvSpPr txBox="1"/>
          <p:nvPr/>
        </p:nvSpPr>
        <p:spPr>
          <a:xfrm>
            <a:off x="9361720" y="3805836"/>
            <a:ext cx="21940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s-ES" sz="1400" b="0" i="0" strike="noStrike" cap="none" baseline="0" dirty="0">
                <a:solidFill>
                  <a:srgbClr val="FFFFFF"/>
                </a:solidFill>
                <a:effectLst/>
                <a:latin typeface="Aptos"/>
                <a:ea typeface="Aptos"/>
                <a:cs typeface="Aptos"/>
              </a:rPr>
              <a:t>Extracción de información</a:t>
            </a:r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126EA9F0-1821-D1EA-9FE0-960703EF08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24840" y="4250952"/>
            <a:ext cx="10896600" cy="1527441"/>
            <a:chOff x="624840" y="4250952"/>
            <a:chExt cx="10896600" cy="1527441"/>
          </a:xfrm>
        </p:grpSpPr>
        <p:grpSp>
          <p:nvGrpSpPr>
            <p:cNvPr id="63" name="Group 62" descr="Machine learning.">
              <a:extLst>
                <a:ext uri="{FF2B5EF4-FFF2-40B4-BE49-F238E27FC236}">
                  <a16:creationId xmlns:a16="http://schemas.microsoft.com/office/drawing/2014/main" id="{DD8660B5-E7F1-BD22-1116-77964F0D7B02}"/>
                </a:ext>
              </a:extLst>
            </p:cNvPr>
            <p:cNvGrpSpPr/>
            <p:nvPr/>
          </p:nvGrpSpPr>
          <p:grpSpPr>
            <a:xfrm>
              <a:off x="624840" y="4250952"/>
              <a:ext cx="10896600" cy="1527441"/>
              <a:chOff x="624840" y="4913101"/>
              <a:chExt cx="10896600" cy="1527441"/>
            </a:xfrm>
          </p:grpSpPr>
          <p:sp>
            <p:nvSpPr>
              <p:cNvPr id="65" name="Rectangle 64" descr="Machine learning">
                <a:extLst>
                  <a:ext uri="{FF2B5EF4-FFF2-40B4-BE49-F238E27FC236}">
                    <a16:creationId xmlns:a16="http://schemas.microsoft.com/office/drawing/2014/main" id="{0C292D01-31A5-6A71-766E-324BC9C7FEFE}"/>
                  </a:ext>
                </a:extLst>
              </p:cNvPr>
              <p:cNvSpPr/>
              <p:nvPr/>
            </p:nvSpPr>
            <p:spPr bwMode="auto">
              <a:xfrm>
                <a:off x="624840" y="4913101"/>
                <a:ext cx="10896600" cy="1527441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 cap="flat" cmpd="sng" algn="ctr">
                <a:noFill/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Segoe UI" pitchFamily="34" charset="0"/>
                  <a:cs typeface="Segoe UI" pitchFamily="34" charset="0"/>
                </a:endParaRPr>
              </a:p>
            </p:txBody>
          </p:sp>
          <p:grpSp>
            <p:nvGrpSpPr>
              <p:cNvPr id="66" name="Group 65">
                <a:extLst>
                  <a:ext uri="{FF2B5EF4-FFF2-40B4-BE49-F238E27FC236}">
                    <a16:creationId xmlns:a16="http://schemas.microsoft.com/office/drawing/2014/main" id="{8FD60DB0-A56C-2B72-0097-89997B2BD00B}"/>
                  </a:ext>
                </a:extLst>
              </p:cNvPr>
              <p:cNvGrpSpPr/>
              <p:nvPr/>
            </p:nvGrpSpPr>
            <p:grpSpPr>
              <a:xfrm>
                <a:off x="5032337" y="5038924"/>
                <a:ext cx="1799227" cy="1059457"/>
                <a:chOff x="7196417" y="2730064"/>
                <a:chExt cx="1799227" cy="1059457"/>
              </a:xfrm>
            </p:grpSpPr>
            <p:pic>
              <p:nvPicPr>
                <p:cNvPr id="67" name="Graphic 66" descr="Gears with solid fill">
                  <a:extLst>
                    <a:ext uri="{FF2B5EF4-FFF2-40B4-BE49-F238E27FC236}">
                      <a16:creationId xmlns:a16="http://schemas.microsoft.com/office/drawing/2014/main" id="{0579F314-9113-A606-D7E8-7C0BB346FA5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1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196417" y="2730064"/>
                  <a:ext cx="1059457" cy="1059457"/>
                </a:xfrm>
                <a:prstGeom prst="rect">
                  <a:avLst/>
                </a:prstGeom>
              </p:spPr>
            </p:pic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8" name="TextBox 67">
                      <a:extLst>
                        <a:ext uri="{FF2B5EF4-FFF2-40B4-BE49-F238E27FC236}">
                          <a16:creationId xmlns:a16="http://schemas.microsoft.com/office/drawing/2014/main" id="{11222B60-02CF-845A-D90A-C20CCFDA875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936187" y="3253216"/>
                      <a:ext cx="1059457" cy="307777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kumimoji="0" lang="en-US" sz="20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white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kumimoji="0" lang="en-US" sz="2000" b="0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white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kumimoji="0" lang="en-US" sz="2000" b="0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white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  <m:r>
                              <a:rPr kumimoji="0" lang="en-US" sz="20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white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kumimoji="0" lang="en-US" sz="20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white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𝑦</m:t>
                            </m:r>
                          </m:oMath>
                        </m:oMathPara>
                      </a14:m>
                      <a:endParaRPr kumimoji="0" lang="en-US" sz="20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</a:endParaRPr>
                    </a:p>
                  </p:txBody>
                </p:sp>
              </mc:Choice>
      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      <p:sp>
                  <p:nvSpPr>
                    <p:cNvPr id="94" name="TextBox 93">
                      <a:extLst>
                        <a:ext uri="{FF2B5EF4-FFF2-40B4-BE49-F238E27FC236}">
                          <a16:creationId xmlns:a16="http://schemas.microsoft.com/office/drawing/2014/main" id="{B69AE8EA-16E4-E909-EEE7-9A3549E5FD07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936187" y="3253216"/>
                      <a:ext cx="1059457" cy="307777"/>
                    </a:xfrm>
                    <a:prstGeom prst="rect">
                      <a:avLst/>
                    </a:prstGeom>
                    <a:blipFill>
                      <a:blip r:embed="rId19"/>
                      <a:stretch>
                        <a:fillRect l="-7471" r="-4598" b="-3800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5DD4F784-4FAB-8B73-D45A-C1CAA2739143}"/>
                </a:ext>
              </a:extLst>
            </p:cNvPr>
            <p:cNvSpPr txBox="1"/>
            <p:nvPr/>
          </p:nvSpPr>
          <p:spPr>
            <a:xfrm>
              <a:off x="5284794" y="5458868"/>
              <a:ext cx="299560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lang="es-ES" sz="1400" b="0" i="0" strike="noStrike" cap="none" baseline="0" dirty="0">
                  <a:solidFill>
                    <a:srgbClr val="FFFFFF"/>
                  </a:solidFill>
                  <a:effectLst/>
                  <a:latin typeface="Aptos"/>
                  <a:ea typeface="Aptos"/>
                  <a:cs typeface="Aptos"/>
                </a:rPr>
                <a:t>Aprendizaje automático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14822749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9911" y="2171363"/>
            <a:ext cx="6345239" cy="1828800"/>
          </a:xfrm>
        </p:spPr>
        <p:txBody>
          <a:bodyPr/>
          <a:lstStyle/>
          <a:p>
            <a:r>
              <a:rPr lang="es-ES" sz="40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Análisis de texto con Azure Language en Foundry Tools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E17AE1-6F4B-DCA2-B7E0-6061D1ED8619}"/>
              </a:ext>
            </a:extLst>
          </p:cNvPr>
          <p:cNvSpPr txBox="1"/>
          <p:nvPr/>
        </p:nvSpPr>
        <p:spPr>
          <a:xfrm>
            <a:off x="478471" y="4000163"/>
            <a:ext cx="4596449" cy="3611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765" b="0" i="0" strike="noStrike" cap="none" baseline="0">
                <a:solidFill>
                  <a:srgbClr val="BF3AC4"/>
                </a:solidFill>
                <a:effectLst/>
                <a:latin typeface="Segoe UI"/>
                <a:ea typeface="Segoe UI"/>
                <a:cs typeface="Segoe UI"/>
              </a:rPr>
              <a:t>https://aka.ms/mslearn-analyze-text</a:t>
            </a: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11DC8-3147-4BB0-B44B-37EE38FF77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0" y="585216"/>
            <a:ext cx="8861793" cy="487680"/>
          </a:xfrm>
        </p:spPr>
        <p:txBody>
          <a:bodyPr/>
          <a:lstStyle/>
          <a:p>
            <a:r>
              <a:rPr lang="es-ES" sz="3200" b="0" i="0" strike="noStrike" cap="none" baseline="0">
                <a:solidFill>
                  <a:srgbClr val="000000"/>
                </a:solidFill>
                <a:effectLst/>
                <a:latin typeface="Segoe UI Semibold"/>
                <a:ea typeface="Segoe UI Semibold"/>
                <a:cs typeface="Segoe UI Semibold"/>
              </a:rPr>
              <a:t>Azure Language en Foundry Tools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16B650-0E57-FB88-A571-F39976BD5D3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2604304"/>
            <a:ext cx="4789904" cy="3962400"/>
          </a:xfrm>
        </p:spPr>
        <p:txBody>
          <a:bodyPr/>
          <a:lstStyle/>
          <a:p>
            <a:pPr marL="0" lvl="1" indent="0">
              <a:spcBef>
                <a:spcPts val="1200"/>
              </a:spcBef>
              <a:buNone/>
            </a:pPr>
            <a:r>
              <a:rPr lang="es-ES" sz="2400" b="0" i="0" strike="noStrike" cap="none" baseline="0" dirty="0">
                <a:solidFill>
                  <a:srgbClr val="000000"/>
                </a:solidFill>
                <a:effectLst/>
                <a:latin typeface="Segoe UI Semibold"/>
                <a:ea typeface="Segoe UI Semibold"/>
                <a:cs typeface="Segoe UI Semibold"/>
              </a:rPr>
              <a:t>Modelos </a:t>
            </a:r>
            <a:r>
              <a:rPr lang="es-ES" sz="2400" b="0" i="0" strike="noStrike" cap="none" baseline="0" dirty="0" err="1">
                <a:solidFill>
                  <a:srgbClr val="000000"/>
                </a:solidFill>
                <a:effectLst/>
                <a:latin typeface="Segoe UI Semibold"/>
                <a:ea typeface="Segoe UI Semibold"/>
                <a:cs typeface="Segoe UI Semibold"/>
              </a:rPr>
              <a:t>precompilados</a:t>
            </a:r>
            <a:r>
              <a:rPr lang="es-ES" sz="2400" b="0" i="0" strike="noStrike" cap="none" baseline="0" dirty="0">
                <a:solidFill>
                  <a:srgbClr val="000000"/>
                </a:solidFill>
                <a:effectLst/>
                <a:latin typeface="Segoe UI Semibold"/>
                <a:ea typeface="Segoe UI Semibold"/>
                <a:cs typeface="Segoe UI Semibold"/>
              </a:rPr>
              <a:t> para:</a:t>
            </a:r>
          </a:p>
          <a:p>
            <a:pPr marL="339725" lvl="2" indent="-231775">
              <a:spcBef>
                <a:spcPts val="600"/>
              </a:spcBef>
              <a:spcAft>
                <a:spcPts val="400"/>
              </a:spcAft>
              <a:buSzTx/>
            </a:pPr>
            <a:r>
              <a:rPr lang="es-ES" sz="24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Aptos"/>
              </a:rPr>
              <a:t>Detección de idioma</a:t>
            </a:r>
          </a:p>
          <a:p>
            <a:pPr marL="339725" lvl="2" indent="-231775">
              <a:spcBef>
                <a:spcPts val="200"/>
              </a:spcBef>
              <a:spcAft>
                <a:spcPts val="400"/>
              </a:spcAft>
              <a:buSzTx/>
            </a:pPr>
            <a:r>
              <a:rPr lang="es-ES" sz="24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Reconocimiento de entidades con nombre</a:t>
            </a:r>
          </a:p>
          <a:p>
            <a:pPr marL="339725" lvl="2" indent="-231775">
              <a:spcBef>
                <a:spcPts val="200"/>
              </a:spcBef>
              <a:spcAft>
                <a:spcPts val="400"/>
              </a:spcAft>
              <a:buSzTx/>
            </a:pPr>
            <a:r>
              <a:rPr lang="es-ES" sz="24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Detección de DCP</a:t>
            </a:r>
          </a:p>
          <a:p>
            <a:pPr marL="339725" lvl="2" indent="-231775">
              <a:spcBef>
                <a:spcPts val="200"/>
              </a:spcBef>
              <a:spcAft>
                <a:spcPts val="400"/>
              </a:spcAft>
              <a:buSzTx/>
            </a:pPr>
            <a:endParaRPr lang="en-US" sz="2000" dirty="0"/>
          </a:p>
          <a:p>
            <a:pPr marL="339725" lvl="2" indent="-231775">
              <a:spcBef>
                <a:spcPts val="200"/>
              </a:spcBef>
              <a:spcAft>
                <a:spcPts val="400"/>
              </a:spcAft>
              <a:buSzTx/>
            </a:pPr>
            <a:endParaRPr lang="en-US" sz="2000" dirty="0"/>
          </a:p>
          <a:p>
            <a:pPr marL="107950" lvl="2" indent="0">
              <a:spcBef>
                <a:spcPts val="200"/>
              </a:spcBef>
              <a:spcAft>
                <a:spcPts val="400"/>
              </a:spcAft>
              <a:buSzTx/>
              <a:buNone/>
            </a:pPr>
            <a:endParaRPr lang="en-US" sz="2000" dirty="0"/>
          </a:p>
          <a:p>
            <a:pPr marL="107950" lvl="2" indent="0">
              <a:spcBef>
                <a:spcPts val="200"/>
              </a:spcBef>
              <a:spcAft>
                <a:spcPts val="400"/>
              </a:spcAft>
              <a:buSzTx/>
              <a:buNone/>
            </a:pPr>
            <a:endParaRPr lang="en-US" sz="2000" dirty="0"/>
          </a:p>
          <a:p>
            <a:pPr marL="107950" lvl="2" indent="0">
              <a:spcBef>
                <a:spcPts val="200"/>
              </a:spcBef>
              <a:spcAft>
                <a:spcPts val="400"/>
              </a:spcAft>
              <a:buSzTx/>
              <a:buNone/>
            </a:pPr>
            <a:endParaRPr lang="en-US" sz="20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3FBBAD-E9A6-CF01-E9B8-F55935BB30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defTabSz="914367">
              <a:defRPr/>
            </a:pPr>
            <a:r>
              <a:rPr lang="es-ES" sz="10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© Copyright Microsoft Corporation. Todos los derechos reservados.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C20E227-719C-DBE9-4BD3-FE7B29D91AF9}"/>
              </a:ext>
            </a:extLst>
          </p:cNvPr>
          <p:cNvGrpSpPr/>
          <p:nvPr/>
        </p:nvGrpSpPr>
        <p:grpSpPr>
          <a:xfrm>
            <a:off x="5374103" y="1409889"/>
            <a:ext cx="6596835" cy="4833141"/>
            <a:chOff x="5352332" y="1379529"/>
            <a:chExt cx="6596835" cy="4833141"/>
          </a:xfrm>
        </p:grpSpPr>
        <p:grpSp>
          <p:nvGrpSpPr>
            <p:cNvPr id="6" name="Group 5" descr="Diagram showing Azure AI Language features.">
              <a:extLst>
                <a:ext uri="{FF2B5EF4-FFF2-40B4-BE49-F238E27FC236}">
                  <a16:creationId xmlns:a16="http://schemas.microsoft.com/office/drawing/2014/main" id="{94409C27-2623-95C8-B41A-66CBFA45D50C}"/>
                </a:ext>
              </a:extLst>
            </p:cNvPr>
            <p:cNvGrpSpPr/>
            <p:nvPr/>
          </p:nvGrpSpPr>
          <p:grpSpPr>
            <a:xfrm>
              <a:off x="5352332" y="1379529"/>
              <a:ext cx="6596835" cy="4833141"/>
              <a:chOff x="5352332" y="1379529"/>
              <a:chExt cx="6596835" cy="4833141"/>
            </a:xfrm>
          </p:grpSpPr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9F8348E-F560-4748-A41D-EA6A11876871}"/>
                  </a:ext>
                </a:extLst>
              </p:cNvPr>
              <p:cNvSpPr txBox="1"/>
              <p:nvPr/>
            </p:nvSpPr>
            <p:spPr>
              <a:xfrm>
                <a:off x="5352332" y="4252382"/>
                <a:ext cx="2142750" cy="493844"/>
              </a:xfrm>
              <a:prstGeom prst="rect">
                <a:avLst/>
              </a:prstGeom>
              <a:noFill/>
            </p:spPr>
            <p:txBody>
              <a:bodyPr wrap="none" lIns="182880" tIns="146304" rIns="182880" bIns="146304" rtlCol="0">
                <a:spAutoFit/>
              </a:bodyPr>
              <a:lstStyle/>
              <a:p>
                <a:pPr>
                  <a:lnSpc>
                    <a:spcPct val="90000"/>
                  </a:lnSpc>
                  <a:spcAft>
                    <a:spcPts val="600"/>
                  </a:spcAft>
                </a:pPr>
                <a:r>
                  <a:rPr lang="es-ES" sz="1400" b="1" i="0" strike="noStrike" cap="none" baseline="0">
                    <a:solidFill>
                      <a:srgbClr val="000000"/>
                    </a:solidFill>
                    <a:effectLst/>
                    <a:latin typeface="Segoe UI"/>
                    <a:ea typeface="Segoe UI"/>
                    <a:cs typeface="Segoe UI"/>
                  </a:rPr>
                  <a:t>Idioma:</a:t>
                </a:r>
                <a:r>
                  <a:rPr lang="es-ES" sz="1400" b="0" i="0" strike="noStrike" cap="none" baseline="0">
                    <a:solidFill>
                      <a:srgbClr val="000000"/>
                    </a:solidFill>
                    <a:effectLst/>
                    <a:latin typeface="Segoe UI"/>
                    <a:ea typeface="Segoe UI"/>
                    <a:cs typeface="Segoe UI"/>
                  </a:rPr>
                  <a:t> inglés (en)</a:t>
                </a:r>
              </a:p>
            </p:txBody>
          </p:sp>
          <p:cxnSp>
            <p:nvCxnSpPr>
              <p:cNvPr id="4" name="Straight Arrow Connector 3">
                <a:extLst>
                  <a:ext uri="{FF2B5EF4-FFF2-40B4-BE49-F238E27FC236}">
                    <a16:creationId xmlns:a16="http://schemas.microsoft.com/office/drawing/2014/main" id="{12A58C78-9536-499A-84B9-BE330F4EAB00}"/>
                  </a:ext>
                </a:extLst>
              </p:cNvPr>
              <p:cNvCxnSpPr/>
              <p:nvPr/>
            </p:nvCxnSpPr>
            <p:spPr>
              <a:xfrm flipV="1">
                <a:off x="8536371" y="4396846"/>
                <a:ext cx="1" cy="505163"/>
              </a:xfrm>
              <a:prstGeom prst="straightConnector1">
                <a:avLst/>
              </a:prstGeom>
              <a:ln w="38100">
                <a:solidFill>
                  <a:schemeClr val="bg1">
                    <a:lumMod val="50000"/>
                  </a:schemeClr>
                </a:solidFill>
                <a:headEnd type="none"/>
                <a:tailEnd type="triangle" w="med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7" name="Graphic 6" descr="Document outline">
                <a:extLst>
                  <a:ext uri="{FF2B5EF4-FFF2-40B4-BE49-F238E27FC236}">
                    <a16:creationId xmlns:a16="http://schemas.microsoft.com/office/drawing/2014/main" id="{BBB46B63-2CF5-4E1C-9C1B-16C0E9F509C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7943574" y="4932179"/>
                <a:ext cx="1280491" cy="1280491"/>
              </a:xfrm>
              <a:prstGeom prst="rect">
                <a:avLst/>
              </a:prstGeom>
            </p:spPr>
          </p:pic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D839E4E-5A7E-453D-AD2C-CB12C1C74CC7}"/>
                  </a:ext>
                </a:extLst>
              </p:cNvPr>
              <p:cNvSpPr txBox="1"/>
              <p:nvPr/>
            </p:nvSpPr>
            <p:spPr>
              <a:xfrm>
                <a:off x="5909815" y="1379529"/>
                <a:ext cx="2626555" cy="1333251"/>
              </a:xfrm>
              <a:prstGeom prst="rect">
                <a:avLst/>
              </a:prstGeom>
              <a:noFill/>
            </p:spPr>
            <p:txBody>
              <a:bodyPr wrap="square" lIns="182880" tIns="146304" rIns="182880" bIns="146304" rtlCol="0">
                <a:spAutoFit/>
              </a:bodyPr>
              <a:lstStyle/>
              <a:p>
                <a:pPr>
                  <a:lnSpc>
                    <a:spcPct val="90000"/>
                  </a:lnSpc>
                  <a:spcAft>
                    <a:spcPts val="600"/>
                  </a:spcAft>
                </a:pPr>
                <a:r>
                  <a:rPr lang="es-ES" sz="1400" b="1" i="0" strike="noStrike" cap="none" baseline="0" dirty="0">
                    <a:solidFill>
                      <a:srgbClr val="000000"/>
                    </a:solidFill>
                    <a:effectLst/>
                    <a:latin typeface="Segoe UI"/>
                    <a:ea typeface="Segoe UI"/>
                    <a:cs typeface="Segoe UI"/>
                  </a:rPr>
                  <a:t>Entidades:</a:t>
                </a:r>
              </a:p>
              <a:p>
                <a:pPr>
                  <a:lnSpc>
                    <a:spcPct val="90000"/>
                  </a:lnSpc>
                </a:pPr>
                <a:r>
                  <a:rPr lang="es-ES" sz="1400" b="0" i="0" strike="noStrike" cap="none" baseline="0" dirty="0">
                    <a:solidFill>
                      <a:srgbClr val="000000"/>
                    </a:solidFill>
                    <a:effectLst/>
                    <a:latin typeface="Segoe UI"/>
                    <a:ea typeface="Segoe UI"/>
                    <a:cs typeface="Segoe UI"/>
                  </a:rPr>
                  <a:t>John Smith (persona)</a:t>
                </a:r>
              </a:p>
              <a:p>
                <a:pPr>
                  <a:lnSpc>
                    <a:spcPct val="90000"/>
                  </a:lnSpc>
                </a:pPr>
                <a:r>
                  <a:rPr lang="es-ES" sz="1400" b="0" i="0" strike="noStrike" cap="none" baseline="0" dirty="0">
                    <a:solidFill>
                      <a:srgbClr val="000000"/>
                    </a:solidFill>
                    <a:effectLst/>
                    <a:latin typeface="Segoe UI"/>
                    <a:ea typeface="Segoe UI"/>
                    <a:cs typeface="Segoe UI"/>
                  </a:rPr>
                  <a:t>Contoso Bank (organización)</a:t>
                </a:r>
              </a:p>
              <a:p>
                <a:pPr>
                  <a:lnSpc>
                    <a:spcPct val="90000"/>
                  </a:lnSpc>
                </a:pPr>
                <a:r>
                  <a:rPr lang="es-ES" sz="1400" b="0" i="0" strike="noStrike" cap="none" baseline="0" dirty="0">
                    <a:solidFill>
                      <a:srgbClr val="000000"/>
                    </a:solidFill>
                    <a:effectLst/>
                    <a:latin typeface="Segoe UI"/>
                    <a:ea typeface="Segoe UI"/>
                    <a:cs typeface="Segoe UI"/>
                  </a:rPr>
                  <a:t>Seattle (lugar)</a:t>
                </a:r>
              </a:p>
            </p:txBody>
          </p:sp>
          <p:cxnSp>
            <p:nvCxnSpPr>
              <p:cNvPr id="26" name="Straight Arrow Connector 25">
                <a:extLst>
                  <a:ext uri="{FF2B5EF4-FFF2-40B4-BE49-F238E27FC236}">
                    <a16:creationId xmlns:a16="http://schemas.microsoft.com/office/drawing/2014/main" id="{3DB51C3A-21B6-4AA1-9CE7-4475BAAD0542}"/>
                  </a:ext>
                </a:extLst>
              </p:cNvPr>
              <p:cNvCxnSpPr/>
              <p:nvPr/>
            </p:nvCxnSpPr>
            <p:spPr>
              <a:xfrm flipH="1">
                <a:off x="6896610" y="4066805"/>
                <a:ext cx="925828" cy="225943"/>
              </a:xfrm>
              <a:prstGeom prst="straightConnector1">
                <a:avLst/>
              </a:prstGeom>
              <a:ln w="38100">
                <a:solidFill>
                  <a:schemeClr val="bg1">
                    <a:lumMod val="50000"/>
                  </a:schemeClr>
                </a:solidFill>
                <a:headEnd type="none"/>
                <a:tailEnd type="triangle" w="med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Arrow Connector 27">
                <a:extLst>
                  <a:ext uri="{FF2B5EF4-FFF2-40B4-BE49-F238E27FC236}">
                    <a16:creationId xmlns:a16="http://schemas.microsoft.com/office/drawing/2014/main" id="{98080F88-8710-4F7F-A5FC-53C68225694F}"/>
                  </a:ext>
                </a:extLst>
              </p:cNvPr>
              <p:cNvCxnSpPr/>
              <p:nvPr/>
            </p:nvCxnSpPr>
            <p:spPr>
              <a:xfrm flipH="1" flipV="1">
                <a:off x="7362717" y="2573944"/>
                <a:ext cx="670116" cy="589126"/>
              </a:xfrm>
              <a:prstGeom prst="straightConnector1">
                <a:avLst/>
              </a:prstGeom>
              <a:ln w="38100">
                <a:solidFill>
                  <a:schemeClr val="bg1">
                    <a:lumMod val="50000"/>
                  </a:schemeClr>
                </a:solidFill>
                <a:headEnd type="none"/>
                <a:tailEnd type="triangle" w="med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9CC02B80-8987-5FB5-0DA6-B770E4C05B3C}"/>
                  </a:ext>
                </a:extLst>
              </p:cNvPr>
              <p:cNvSpPr txBox="1"/>
              <p:nvPr/>
            </p:nvSpPr>
            <p:spPr>
              <a:xfrm>
                <a:off x="9969394" y="2836597"/>
                <a:ext cx="1979773" cy="1535805"/>
              </a:xfrm>
              <a:prstGeom prst="rect">
                <a:avLst/>
              </a:prstGeom>
              <a:noFill/>
            </p:spPr>
            <p:txBody>
              <a:bodyPr wrap="none" lIns="182880" tIns="146304" rIns="182880" bIns="146304" rtlCol="0">
                <a:spAutoFit/>
              </a:bodyPr>
              <a:lstStyle/>
              <a:p>
                <a:pPr>
                  <a:lnSpc>
                    <a:spcPct val="90000"/>
                  </a:lnSpc>
                  <a:spcAft>
                    <a:spcPts val="600"/>
                  </a:spcAft>
                </a:pPr>
                <a:r>
                  <a:rPr lang="es-ES" sz="1400" b="1" i="0" strike="noStrike" cap="none" baseline="0" dirty="0">
                    <a:solidFill>
                      <a:srgbClr val="000000"/>
                    </a:solidFill>
                    <a:effectLst/>
                    <a:latin typeface="Segoe UI"/>
                    <a:ea typeface="Aptos"/>
                    <a:cs typeface="Aptos"/>
                  </a:rPr>
                  <a:t>DCP</a:t>
                </a:r>
                <a:r>
                  <a:rPr lang="es-ES" sz="1400" b="0" i="0" strike="noStrike" cap="none" baseline="0" dirty="0">
                    <a:solidFill>
                      <a:srgbClr val="000000"/>
                    </a:solidFill>
                    <a:effectLst/>
                    <a:latin typeface="Segoe UI"/>
                    <a:ea typeface="Segoe UI"/>
                    <a:cs typeface="Segoe UI"/>
                  </a:rPr>
                  <a:t>:</a:t>
                </a:r>
              </a:p>
              <a:p>
                <a:pPr>
                  <a:lnSpc>
                    <a:spcPct val="90000"/>
                  </a:lnSpc>
                </a:pPr>
                <a:r>
                  <a:rPr lang="es-ES" sz="1400" b="0" i="0" strike="noStrike" cap="none" baseline="0" dirty="0">
                    <a:solidFill>
                      <a:srgbClr val="000000"/>
                    </a:solidFill>
                    <a:effectLst/>
                    <a:latin typeface="Segoe UI"/>
                    <a:ea typeface="Aptos"/>
                    <a:cs typeface="Segoe UI"/>
                  </a:rPr>
                  <a:t>Persona</a:t>
                </a:r>
              </a:p>
              <a:p>
                <a:pPr>
                  <a:lnSpc>
                    <a:spcPct val="90000"/>
                  </a:lnSpc>
                </a:pPr>
                <a:r>
                  <a:rPr lang="es-ES" sz="1400" b="0" i="0" strike="noStrike" cap="none" baseline="0" dirty="0">
                    <a:solidFill>
                      <a:srgbClr val="000000"/>
                    </a:solidFill>
                    <a:effectLst/>
                    <a:latin typeface="Segoe UI"/>
                    <a:ea typeface="Segoe UI"/>
                    <a:cs typeface="Segoe UI"/>
                  </a:rPr>
                  <a:t>Número de cuenta</a:t>
                </a:r>
              </a:p>
              <a:p>
                <a:pPr>
                  <a:lnSpc>
                    <a:spcPct val="90000"/>
                  </a:lnSpc>
                </a:pPr>
                <a:r>
                  <a:rPr lang="es-ES" sz="1400" b="0" i="0" strike="noStrike" cap="none" baseline="0" dirty="0">
                    <a:solidFill>
                      <a:srgbClr val="000000"/>
                    </a:solidFill>
                    <a:effectLst/>
                    <a:latin typeface="Segoe UI"/>
                    <a:ea typeface="Segoe UI"/>
                    <a:cs typeface="Segoe UI"/>
                  </a:rPr>
                  <a:t>Dirección de correo</a:t>
                </a:r>
                <a:br>
                  <a:rPr lang="es-ES" sz="1400" b="0" i="0" strike="noStrike" cap="none" baseline="0" dirty="0">
                    <a:solidFill>
                      <a:srgbClr val="000000"/>
                    </a:solidFill>
                    <a:effectLst/>
                    <a:latin typeface="Segoe UI"/>
                    <a:ea typeface="Segoe UI"/>
                    <a:cs typeface="Segoe UI"/>
                  </a:rPr>
                </a:br>
                <a:r>
                  <a:rPr lang="es-ES" sz="1400" b="0" i="0" strike="noStrike" cap="none" baseline="0" dirty="0">
                    <a:solidFill>
                      <a:srgbClr val="000000"/>
                    </a:solidFill>
                    <a:effectLst/>
                    <a:latin typeface="Segoe UI"/>
                    <a:ea typeface="Segoe UI"/>
                    <a:cs typeface="Segoe UI"/>
                  </a:rPr>
                  <a:t>electrónico</a:t>
                </a:r>
              </a:p>
              <a:p>
                <a:pPr>
                  <a:lnSpc>
                    <a:spcPct val="90000"/>
                  </a:lnSpc>
                </a:pPr>
                <a:r>
                  <a:rPr lang="es-ES" sz="1400" b="0" i="0" strike="noStrike" cap="none" baseline="0" dirty="0">
                    <a:solidFill>
                      <a:srgbClr val="000000"/>
                    </a:solidFill>
                    <a:effectLst/>
                    <a:latin typeface="Segoe UI"/>
                    <a:ea typeface="Segoe UI"/>
                    <a:cs typeface="Segoe UI"/>
                  </a:rPr>
                  <a:t>Número de teléfono</a:t>
                </a:r>
              </a:p>
            </p:txBody>
          </p:sp>
          <p:cxnSp>
            <p:nvCxnSpPr>
              <p:cNvPr id="42" name="Straight Arrow Connector 41">
                <a:extLst>
                  <a:ext uri="{FF2B5EF4-FFF2-40B4-BE49-F238E27FC236}">
                    <a16:creationId xmlns:a16="http://schemas.microsoft.com/office/drawing/2014/main" id="{6D846A64-366B-5F38-421D-EEBD55A3E9BA}"/>
                  </a:ext>
                </a:extLst>
              </p:cNvPr>
              <p:cNvCxnSpPr>
                <a:endCxn id="41" idx="1"/>
              </p:cNvCxnSpPr>
              <p:nvPr/>
            </p:nvCxnSpPr>
            <p:spPr>
              <a:xfrm>
                <a:off x="9173190" y="3576721"/>
                <a:ext cx="796204" cy="27779"/>
              </a:xfrm>
              <a:prstGeom prst="straightConnector1">
                <a:avLst/>
              </a:prstGeom>
              <a:ln w="38100">
                <a:solidFill>
                  <a:schemeClr val="bg1">
                    <a:lumMod val="50000"/>
                  </a:schemeClr>
                </a:solidFill>
                <a:headEnd type="none"/>
                <a:tailEnd type="triangle" w="med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10" name="Picture 9" descr="A blue square with a black square&#10;&#10;AI-generated content may be incorrect.">
              <a:extLst>
                <a:ext uri="{FF2B5EF4-FFF2-40B4-BE49-F238E27FC236}">
                  <a16:creationId xmlns:a16="http://schemas.microsoft.com/office/drawing/2014/main" id="{97F9B897-F7C3-7AC2-959A-6A64E1C397C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793147" y="3053373"/>
              <a:ext cx="1430918" cy="143091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42229344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Arrow Connector 1048">
            <a:extLst>
              <a:ext uri="{FF2B5EF4-FFF2-40B4-BE49-F238E27FC236}">
                <a16:creationId xmlns:a16="http://schemas.microsoft.com/office/drawing/2014/main" id="{FC0BAB81-07DB-E2BC-0CD8-55628E1FFAE8}"/>
              </a:ext>
            </a:extLst>
          </p:cNvPr>
          <p:cNvCxnSpPr>
            <a:cxnSpLocks/>
          </p:cNvCxnSpPr>
          <p:nvPr/>
        </p:nvCxnSpPr>
        <p:spPr>
          <a:xfrm rot="10800000">
            <a:off x="9563451" y="2735483"/>
            <a:ext cx="543230" cy="1820706"/>
          </a:xfrm>
          <a:prstGeom prst="bentConnector2">
            <a:avLst/>
          </a:prstGeom>
          <a:ln w="28575">
            <a:solidFill>
              <a:srgbClr val="00B0F0"/>
            </a:solidFill>
            <a:headEnd type="none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B24C9004-A8CE-BB57-E0AF-E06945E997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11013474" cy="487680"/>
          </a:xfrm>
        </p:spPr>
        <p:txBody>
          <a:bodyPr/>
          <a:lstStyle/>
          <a:p>
            <a:r>
              <a:rPr lang="es-ES" sz="3200" b="0" i="0" strike="noStrike" cap="none" baseline="0">
                <a:solidFill>
                  <a:srgbClr val="000000"/>
                </a:solidFill>
                <a:effectLst/>
                <a:latin typeface="Segoe UI Semibold"/>
                <a:ea typeface="Segoe UI Semibold"/>
                <a:cs typeface="Segoe UI Semibold"/>
              </a:rPr>
              <a:t>Uso de la API de Text Analytics</a:t>
            </a:r>
          </a:p>
        </p:txBody>
      </p:sp>
      <p:sp>
        <p:nvSpPr>
          <p:cNvPr id="1035" name="TextBox 1034">
            <a:extLst>
              <a:ext uri="{FF2B5EF4-FFF2-40B4-BE49-F238E27FC236}">
                <a16:creationId xmlns:a16="http://schemas.microsoft.com/office/drawing/2014/main" id="{873755CD-D014-8765-7E23-549F6023E32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/>
        </p:nvSpPr>
        <p:spPr>
          <a:xfrm>
            <a:off x="598899" y="1699451"/>
            <a:ext cx="6161056" cy="430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l">
              <a:spcAft>
                <a:spcPts val="600"/>
              </a:spcAft>
              <a:buClr>
                <a:schemeClr val="accent2">
                  <a:lumMod val="75000"/>
                </a:schemeClr>
              </a:buClr>
              <a:buFont typeface="+mj-lt"/>
              <a:buAutoNum type="arabicPeriod"/>
            </a:pPr>
            <a:r>
              <a:rPr lang="es-ES" sz="2200" b="0" i="0" strike="noStrike" cap="none" baseline="0" dirty="0">
                <a:solidFill>
                  <a:srgbClr val="161616"/>
                </a:solidFill>
                <a:effectLst/>
                <a:latin typeface="Segoe UI"/>
                <a:ea typeface="Segoe UI"/>
                <a:cs typeface="Segoe UI"/>
              </a:rPr>
              <a:t>Conectarse a la API</a:t>
            </a:r>
          </a:p>
          <a:p>
            <a:pPr marL="914383" lvl="1" indent="-457200">
              <a:spcAft>
                <a:spcPts val="600"/>
              </a:spcAft>
              <a:buClr>
                <a:schemeClr val="accent2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s-ES" sz="2000" b="1" i="0" strike="noStrike" cap="none" baseline="0" dirty="0">
                <a:solidFill>
                  <a:srgbClr val="161616"/>
                </a:solidFill>
                <a:effectLst/>
                <a:latin typeface="Segoe UI"/>
                <a:ea typeface="Segoe UI"/>
                <a:cs typeface="Segoe UI"/>
              </a:rPr>
              <a:t>Punto de conexión:</a:t>
            </a:r>
          </a:p>
          <a:p>
            <a:pPr marL="1371567" lvl="2" indent="-457200">
              <a:spcAft>
                <a:spcPts val="600"/>
              </a:spcAft>
              <a:buClr>
                <a:schemeClr val="accent2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s-ES" sz="1800" b="0" i="0" strike="noStrike" cap="none" baseline="0" dirty="0">
                <a:solidFill>
                  <a:srgbClr val="161616"/>
                </a:solidFill>
                <a:effectLst/>
                <a:latin typeface="Segoe UI"/>
                <a:ea typeface="Segoe UI"/>
                <a:cs typeface="Segoe UI"/>
              </a:rPr>
              <a:t>Recurso de Microsoft </a:t>
            </a:r>
            <a:r>
              <a:rPr lang="es-ES" sz="1800" b="0" i="0" strike="noStrike" cap="none" baseline="0" dirty="0" err="1">
                <a:solidFill>
                  <a:srgbClr val="161616"/>
                </a:solidFill>
                <a:effectLst/>
                <a:latin typeface="Segoe UI"/>
                <a:ea typeface="Segoe UI"/>
                <a:cs typeface="Segoe UI"/>
              </a:rPr>
              <a:t>Foundry</a:t>
            </a:r>
            <a:r>
              <a:rPr lang="es-ES" sz="1800" b="0" i="0" strike="noStrike" cap="none" baseline="0" dirty="0">
                <a:solidFill>
                  <a:srgbClr val="161616"/>
                </a:solidFill>
                <a:effectLst/>
                <a:latin typeface="Segoe UI"/>
                <a:ea typeface="Segoe UI"/>
                <a:cs typeface="Segoe UI"/>
              </a:rPr>
              <a:t>*</a:t>
            </a:r>
          </a:p>
          <a:p>
            <a:pPr marL="914383" lvl="1" indent="-457200">
              <a:spcAft>
                <a:spcPts val="600"/>
              </a:spcAft>
              <a:buClr>
                <a:schemeClr val="accent2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s-ES" sz="2000" b="1" i="0" strike="noStrike" cap="none" baseline="0" dirty="0">
                <a:solidFill>
                  <a:srgbClr val="161616"/>
                </a:solidFill>
                <a:effectLst/>
                <a:latin typeface="Segoe UI"/>
                <a:ea typeface="Segoe UI"/>
                <a:cs typeface="Segoe UI"/>
              </a:rPr>
              <a:t>Credenciales:</a:t>
            </a:r>
          </a:p>
          <a:p>
            <a:pPr marL="1371567" lvl="2" indent="-457200">
              <a:spcAft>
                <a:spcPts val="600"/>
              </a:spcAft>
              <a:buClr>
                <a:schemeClr val="accent2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s-ES" sz="1800" b="0" i="0" strike="noStrike" cap="none" baseline="0" dirty="0">
                <a:solidFill>
                  <a:srgbClr val="161616"/>
                </a:solidFill>
                <a:effectLst/>
                <a:latin typeface="Segoe UI"/>
                <a:ea typeface="Segoe UI"/>
                <a:cs typeface="Segoe UI"/>
              </a:rPr>
              <a:t>Clave de API del proyecto de Microsoft </a:t>
            </a:r>
            <a:r>
              <a:rPr lang="es-ES" sz="1800" b="0" i="0" strike="noStrike" cap="none" baseline="0" dirty="0" err="1">
                <a:solidFill>
                  <a:srgbClr val="161616"/>
                </a:solidFill>
                <a:effectLst/>
                <a:latin typeface="Segoe UI"/>
                <a:ea typeface="Segoe UI"/>
                <a:cs typeface="Segoe UI"/>
              </a:rPr>
              <a:t>Foundry</a:t>
            </a:r>
            <a:endParaRPr lang="es-ES" sz="1800" b="0" i="0" strike="noStrike" cap="none" baseline="0" dirty="0">
              <a:solidFill>
                <a:srgbClr val="161616"/>
              </a:solidFill>
              <a:effectLst/>
              <a:latin typeface="Segoe UI"/>
              <a:ea typeface="Segoe UI"/>
              <a:cs typeface="Segoe UI"/>
            </a:endParaRPr>
          </a:p>
          <a:p>
            <a:pPr marL="1371567" lvl="2" indent="-457200">
              <a:spcAft>
                <a:spcPts val="600"/>
              </a:spcAft>
              <a:buClr>
                <a:schemeClr val="accent2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s-ES" sz="1800" b="0" i="0" strike="noStrike" cap="none" baseline="0" dirty="0">
                <a:solidFill>
                  <a:srgbClr val="161616"/>
                </a:solidFill>
                <a:effectLst/>
                <a:latin typeface="Segoe UI"/>
                <a:ea typeface="Segoe UI"/>
                <a:cs typeface="Segoe UI"/>
              </a:rPr>
              <a:t>Microsoft Entra ID</a:t>
            </a:r>
          </a:p>
          <a:p>
            <a:pPr marL="457200" indent="-457200">
              <a:spcAft>
                <a:spcPts val="600"/>
              </a:spcAft>
              <a:buClr>
                <a:schemeClr val="accent2">
                  <a:lumMod val="75000"/>
                </a:schemeClr>
              </a:buClr>
              <a:buFont typeface="+mj-lt"/>
              <a:buAutoNum type="arabicPeriod"/>
            </a:pPr>
            <a:r>
              <a:rPr lang="es-ES" sz="2000" b="0" i="0" strike="noStrike" cap="none" baseline="0" dirty="0">
                <a:solidFill>
                  <a:srgbClr val="161616"/>
                </a:solidFill>
                <a:effectLst/>
                <a:latin typeface="Segoe UI"/>
                <a:ea typeface="Segoe UI"/>
                <a:cs typeface="Segoe UI"/>
              </a:rPr>
              <a:t>Usar </a:t>
            </a:r>
            <a:r>
              <a:rPr lang="es-ES" sz="2000" b="0" i="1" strike="noStrike" cap="none" baseline="0" dirty="0" err="1">
                <a:solidFill>
                  <a:srgbClr val="161616"/>
                </a:solidFill>
                <a:effectLst/>
                <a:latin typeface="Segoe UI"/>
                <a:ea typeface="Segoe UI"/>
                <a:cs typeface="Segoe UI"/>
              </a:rPr>
              <a:t>TextAnalyticsClient</a:t>
            </a:r>
            <a:r>
              <a:rPr lang="es-ES" sz="2000" b="0" i="0" strike="noStrike" cap="none" baseline="0" dirty="0">
                <a:solidFill>
                  <a:srgbClr val="161616"/>
                </a:solidFill>
                <a:effectLst/>
                <a:latin typeface="Segoe UI"/>
                <a:ea typeface="Segoe UI"/>
                <a:cs typeface="Segoe UI"/>
              </a:rPr>
              <a:t> para llamar a la función adecuada para la tarea</a:t>
            </a:r>
          </a:p>
          <a:p>
            <a:pPr marL="914383" lvl="1" indent="-457200">
              <a:spcAft>
                <a:spcPts val="600"/>
              </a:spcAft>
              <a:buClr>
                <a:schemeClr val="accent2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s-ES" sz="2000" b="1" i="0" strike="noStrike" cap="none" baseline="0" dirty="0">
                <a:solidFill>
                  <a:srgbClr val="161616"/>
                </a:solidFill>
                <a:effectLst/>
                <a:latin typeface="Segoe UI"/>
                <a:ea typeface="Segoe UI"/>
                <a:cs typeface="Segoe UI"/>
              </a:rPr>
              <a:t>Solicitud</a:t>
            </a:r>
            <a:r>
              <a:rPr lang="es-ES" sz="2000" b="0" i="0" strike="noStrike" cap="none" baseline="0" dirty="0">
                <a:solidFill>
                  <a:srgbClr val="161616"/>
                </a:solidFill>
                <a:effectLst/>
                <a:latin typeface="Segoe UI"/>
                <a:ea typeface="Segoe UI"/>
                <a:cs typeface="Segoe UI"/>
              </a:rPr>
              <a:t>: uno o varios documentos de texto</a:t>
            </a:r>
          </a:p>
          <a:p>
            <a:pPr marL="914383" lvl="1" indent="-457200">
              <a:spcAft>
                <a:spcPts val="600"/>
              </a:spcAft>
              <a:buClr>
                <a:schemeClr val="accent2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s-ES" sz="2000" b="1" i="0" strike="noStrike" cap="none" baseline="0" dirty="0">
                <a:solidFill>
                  <a:srgbClr val="161616"/>
                </a:solidFill>
                <a:effectLst/>
                <a:latin typeface="Segoe UI"/>
                <a:ea typeface="Segoe UI"/>
                <a:cs typeface="Segoe UI"/>
              </a:rPr>
              <a:t>Respuesta</a:t>
            </a:r>
            <a:r>
              <a:rPr lang="es-ES" sz="2000" b="0" i="0" strike="noStrike" cap="none" baseline="0" dirty="0">
                <a:solidFill>
                  <a:srgbClr val="161616"/>
                </a:solidFill>
                <a:effectLst/>
                <a:latin typeface="Segoe UI"/>
                <a:ea typeface="Segoe UI"/>
                <a:cs typeface="Segoe UI"/>
              </a:rPr>
              <a:t>: colección de resultados específicos de la tarea (uno por documento)</a:t>
            </a:r>
            <a:endParaRPr lang="en-US" sz="2000" b="1" i="0" dirty="0">
              <a:solidFill>
                <a:srgbClr val="161616"/>
              </a:solidFill>
              <a:effectLst/>
              <a:latin typeface="Segoe UI" panose="020B0502040204020203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A27469-2790-AD64-22AC-29FD753A56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9918" y="6421083"/>
            <a:ext cx="4151312" cy="197976"/>
          </a:xfrm>
        </p:spPr>
        <p:txBody>
          <a:bodyPr/>
          <a:lstStyle/>
          <a:p>
            <a:pPr defTabSz="914367">
              <a:defRPr/>
            </a:pPr>
            <a:r>
              <a:rPr lang="es-ES" sz="10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© Copyright Microsoft Corporation. Todos los derechos reservados.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9C9FF9F-95A1-E4BC-B387-A994F17EF595}"/>
              </a:ext>
            </a:extLst>
          </p:cNvPr>
          <p:cNvGrpSpPr/>
          <p:nvPr/>
        </p:nvGrpSpPr>
        <p:grpSpPr>
          <a:xfrm>
            <a:off x="6792698" y="822203"/>
            <a:ext cx="4981296" cy="5210854"/>
            <a:chOff x="6792698" y="822203"/>
            <a:chExt cx="4981296" cy="5210854"/>
          </a:xfrm>
        </p:grpSpPr>
        <p:sp>
          <p:nvSpPr>
            <p:cNvPr id="1027" name="Rectangle 1026">
              <a:extLst>
                <a:ext uri="{FF2B5EF4-FFF2-40B4-BE49-F238E27FC236}">
                  <a16:creationId xmlns:a16="http://schemas.microsoft.com/office/drawing/2014/main" id="{A2D73389-E155-8510-B125-B69AF25AAEF7}"/>
                </a:ext>
              </a:extLst>
            </p:cNvPr>
            <p:cNvSpPr/>
            <p:nvPr/>
          </p:nvSpPr>
          <p:spPr bwMode="auto">
            <a:xfrm>
              <a:off x="10475395" y="4470400"/>
              <a:ext cx="174516" cy="312052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2400" err="1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endParaRPr>
            </a:p>
          </p:txBody>
        </p:sp>
        <p:pic>
          <p:nvPicPr>
            <p:cNvPr id="1038" name="Graphic 1037">
              <a:extLst>
                <a:ext uri="{FF2B5EF4-FFF2-40B4-BE49-F238E27FC236}">
                  <a16:creationId xmlns:a16="http://schemas.microsoft.com/office/drawing/2014/main" id="{F4BFDD79-51F6-5732-F50B-66F070B3F1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891863" y="2312393"/>
              <a:ext cx="515253" cy="541764"/>
            </a:xfrm>
            <a:prstGeom prst="rect">
              <a:avLst/>
            </a:prstGeom>
          </p:spPr>
        </p:pic>
        <p:sp>
          <p:nvSpPr>
            <p:cNvPr id="1041" name="TextBox 1040">
              <a:extLst>
                <a:ext uri="{FF2B5EF4-FFF2-40B4-BE49-F238E27FC236}">
                  <a16:creationId xmlns:a16="http://schemas.microsoft.com/office/drawing/2014/main" id="{8C144538-9D97-0CE0-5A85-A6F5C3669101}"/>
                </a:ext>
              </a:extLst>
            </p:cNvPr>
            <p:cNvSpPr txBox="1"/>
            <p:nvPr/>
          </p:nvSpPr>
          <p:spPr>
            <a:xfrm>
              <a:off x="6792698" y="2114069"/>
              <a:ext cx="1429609" cy="18470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/>
              <a:r>
                <a:rPr lang="es-ES" sz="1200" b="0" i="0" strike="noStrike" cap="none" baseline="0">
                  <a:solidFill>
                    <a:srgbClr val="000000"/>
                  </a:solidFill>
                  <a:effectLst/>
                  <a:latin typeface="Segoe UI Semibold"/>
                  <a:ea typeface="Segoe UI Semibold"/>
                  <a:cs typeface="Segoe UI Semibold"/>
                </a:rPr>
                <a:t>Punto de conexión</a:t>
              </a:r>
            </a:p>
          </p:txBody>
        </p:sp>
        <p:sp>
          <p:nvSpPr>
            <p:cNvPr id="1040" name="TextBox 1039">
              <a:extLst>
                <a:ext uri="{FF2B5EF4-FFF2-40B4-BE49-F238E27FC236}">
                  <a16:creationId xmlns:a16="http://schemas.microsoft.com/office/drawing/2014/main" id="{539C78AA-C634-8CF6-9110-C4CC9ADD69BC}"/>
                </a:ext>
                <a:ext uri="{C183D7F6-B498-43B3-948B-1728B52AA6E4}">
                  <adec:decorative xmlns:adec="http://schemas.microsoft.com/office/drawing/2017/decorative" val="0"/>
                </a:ext>
              </a:extLst>
            </p:cNvPr>
            <p:cNvSpPr txBox="1"/>
            <p:nvPr/>
          </p:nvSpPr>
          <p:spPr>
            <a:xfrm>
              <a:off x="7352905" y="2396929"/>
              <a:ext cx="4421089" cy="5791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ES" sz="1600" b="0" i="1" strike="noStrike" cap="none" baseline="0" dirty="0">
                  <a:solidFill>
                    <a:srgbClr val="161616"/>
                  </a:solidFill>
                  <a:effectLst/>
                  <a:latin typeface="SFMono-Regular"/>
                  <a:ea typeface="SFMono-Regular"/>
                  <a:cs typeface="SFMono-Regular"/>
                </a:rPr>
                <a:t>https://{foundry_resource}.services.ai.azure.com/</a:t>
              </a:r>
              <a:endParaRPr lang="en-US" sz="1600" i="1" dirty="0"/>
            </a:p>
          </p:txBody>
        </p:sp>
        <p:cxnSp>
          <p:nvCxnSpPr>
            <p:cNvPr id="1059" name="Straight Arrow Connector 1048">
              <a:extLst>
                <a:ext uri="{FF2B5EF4-FFF2-40B4-BE49-F238E27FC236}">
                  <a16:creationId xmlns:a16="http://schemas.microsoft.com/office/drawing/2014/main" id="{924C549C-38F7-EA6C-6E5B-29673A5CEE5C}"/>
                </a:ext>
              </a:extLst>
            </p:cNvPr>
            <p:cNvCxnSpPr>
              <a:stCxn id="1047" idx="3"/>
              <a:endCxn id="1040" idx="2"/>
            </p:cNvCxnSpPr>
            <p:nvPr/>
          </p:nvCxnSpPr>
          <p:spPr>
            <a:xfrm flipV="1">
              <a:off x="9087514" y="2976049"/>
              <a:ext cx="475937" cy="1579122"/>
            </a:xfrm>
            <a:prstGeom prst="bentConnector2">
              <a:avLst/>
            </a:prstGeom>
            <a:ln w="28575">
              <a:solidFill>
                <a:srgbClr val="00B0F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259FEEB2-DCD6-E3CB-6273-B80ED7092D12}"/>
                </a:ext>
              </a:extLst>
            </p:cNvPr>
            <p:cNvGrpSpPr/>
            <p:nvPr/>
          </p:nvGrpSpPr>
          <p:grpSpPr>
            <a:xfrm>
              <a:off x="8924092" y="4616349"/>
              <a:ext cx="1347382" cy="1416708"/>
              <a:chOff x="9069933" y="5258633"/>
              <a:chExt cx="1030507" cy="1083527"/>
            </a:xfrm>
          </p:grpSpPr>
          <p:sp>
            <p:nvSpPr>
              <p:cNvPr id="50" name="Rectangle: Top Corners Snipped 49">
                <a:extLst>
                  <a:ext uri="{FF2B5EF4-FFF2-40B4-BE49-F238E27FC236}">
                    <a16:creationId xmlns:a16="http://schemas.microsoft.com/office/drawing/2014/main" id="{1B0307C0-232D-6008-0C11-4D783D0B52E2}"/>
                  </a:ext>
                </a:extLst>
              </p:cNvPr>
              <p:cNvSpPr/>
              <p:nvPr/>
            </p:nvSpPr>
            <p:spPr bwMode="auto">
              <a:xfrm>
                <a:off x="9246530" y="5820280"/>
                <a:ext cx="681208" cy="382092"/>
              </a:xfrm>
              <a:prstGeom prst="snip2SameRect">
                <a:avLst>
                  <a:gd name="adj1" fmla="val 50000"/>
                  <a:gd name="adj2" fmla="val 0"/>
                </a:avLst>
              </a:prstGeom>
              <a:solidFill>
                <a:schemeClr val="tx2">
                  <a:lumMod val="25000"/>
                  <a:lumOff val="75000"/>
                </a:schemeClr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 defTabSz="932472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2400" err="1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F1B86F8E-DBFE-9437-00BE-1C5065C50B81}"/>
                  </a:ext>
                </a:extLst>
              </p:cNvPr>
              <p:cNvSpPr/>
              <p:nvPr/>
            </p:nvSpPr>
            <p:spPr bwMode="auto">
              <a:xfrm>
                <a:off x="9495600" y="5723741"/>
                <a:ext cx="189440" cy="15225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 defTabSz="932472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2400" err="1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43D84873-CD49-5E26-7919-F5A574CEC7C4}"/>
                  </a:ext>
                </a:extLst>
              </p:cNvPr>
              <p:cNvSpPr/>
              <p:nvPr/>
            </p:nvSpPr>
            <p:spPr bwMode="auto">
              <a:xfrm>
                <a:off x="9427033" y="6052458"/>
                <a:ext cx="310635" cy="24645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 defTabSz="932472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2400" err="1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CF462E18-CECD-7A04-8E4F-55A52AA687DB}"/>
                  </a:ext>
                </a:extLst>
              </p:cNvPr>
              <p:cNvSpPr/>
              <p:nvPr/>
            </p:nvSpPr>
            <p:spPr bwMode="auto">
              <a:xfrm>
                <a:off x="9450285" y="5442620"/>
                <a:ext cx="287383" cy="338554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 defTabSz="932472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2400" err="1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  <p:pic>
            <p:nvPicPr>
              <p:cNvPr id="1043" name="Graphic 1042" descr="Programmer male with solid fill">
                <a:extLst>
                  <a:ext uri="{FF2B5EF4-FFF2-40B4-BE49-F238E27FC236}">
                    <a16:creationId xmlns:a16="http://schemas.microsoft.com/office/drawing/2014/main" id="{89DDB244-B67B-CC0E-0E9A-9F6F4DD20CA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9069933" y="5258633"/>
                <a:ext cx="1030507" cy="1083527"/>
              </a:xfrm>
              <a:prstGeom prst="rect">
                <a:avLst/>
              </a:prstGeom>
            </p:spPr>
          </p:pic>
        </p:grpSp>
        <p:pic>
          <p:nvPicPr>
            <p:cNvPr id="1045" name="Graphic 1044" descr="Employee badge with solid fill">
              <a:extLst>
                <a:ext uri="{FF2B5EF4-FFF2-40B4-BE49-F238E27FC236}">
                  <a16:creationId xmlns:a16="http://schemas.microsoft.com/office/drawing/2014/main" id="{D8A07F36-04C6-2EFC-ADB3-1E6C83E4D9F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0106681" y="4215435"/>
              <a:ext cx="648160" cy="681508"/>
            </a:xfrm>
            <a:prstGeom prst="rect">
              <a:avLst/>
            </a:prstGeom>
          </p:spPr>
        </p:pic>
        <p:pic>
          <p:nvPicPr>
            <p:cNvPr id="1047" name="Graphic 1046" descr="Key with solid fill">
              <a:extLst>
                <a:ext uri="{FF2B5EF4-FFF2-40B4-BE49-F238E27FC236}">
                  <a16:creationId xmlns:a16="http://schemas.microsoft.com/office/drawing/2014/main" id="{EAD5756D-2761-8061-7E16-89855F4A92E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8439354" y="4214417"/>
              <a:ext cx="648160" cy="681508"/>
            </a:xfrm>
            <a:prstGeom prst="rect">
              <a:avLst/>
            </a:prstGeom>
          </p:spPr>
        </p:pic>
        <p:cxnSp>
          <p:nvCxnSpPr>
            <p:cNvPr id="1049" name="Straight Arrow Connector 1048">
              <a:extLst>
                <a:ext uri="{FF2B5EF4-FFF2-40B4-BE49-F238E27FC236}">
                  <a16:creationId xmlns:a16="http://schemas.microsoft.com/office/drawing/2014/main" id="{B21A5CCF-2BAE-4604-FB81-8070906A43D1}"/>
                </a:ext>
              </a:extLst>
            </p:cNvPr>
            <p:cNvCxnSpPr>
              <a:stCxn id="50" idx="2"/>
            </p:cNvCxnSpPr>
            <p:nvPr/>
          </p:nvCxnSpPr>
          <p:spPr>
            <a:xfrm rot="10800000">
              <a:off x="8769900" y="4712537"/>
              <a:ext cx="385093" cy="887957"/>
            </a:xfrm>
            <a:prstGeom prst="bentConnector2">
              <a:avLst/>
            </a:prstGeom>
            <a:ln w="28575">
              <a:solidFill>
                <a:srgbClr val="00B0F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1" name="Straight Arrow Connector 1048">
              <a:extLst>
                <a:ext uri="{FF2B5EF4-FFF2-40B4-BE49-F238E27FC236}">
                  <a16:creationId xmlns:a16="http://schemas.microsoft.com/office/drawing/2014/main" id="{DC7027E8-76EB-D3E0-53B6-49E3CBABFC2D}"/>
                </a:ext>
              </a:extLst>
            </p:cNvPr>
            <p:cNvCxnSpPr>
              <a:stCxn id="50" idx="0"/>
              <a:endCxn id="1045" idx="2"/>
            </p:cNvCxnSpPr>
            <p:nvPr/>
          </p:nvCxnSpPr>
          <p:spPr>
            <a:xfrm flipV="1">
              <a:off x="10045668" y="4896943"/>
              <a:ext cx="385093" cy="703550"/>
            </a:xfrm>
            <a:prstGeom prst="bentConnector2">
              <a:avLst/>
            </a:prstGeom>
            <a:ln w="28575">
              <a:solidFill>
                <a:srgbClr val="00B0F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83" name="TextBox 1082">
              <a:extLst>
                <a:ext uri="{FF2B5EF4-FFF2-40B4-BE49-F238E27FC236}">
                  <a16:creationId xmlns:a16="http://schemas.microsoft.com/office/drawing/2014/main" id="{0FE5D0D2-82F1-72D0-DE81-62C3E79C9C66}"/>
                </a:ext>
              </a:extLst>
            </p:cNvPr>
            <p:cNvSpPr txBox="1"/>
            <p:nvPr/>
          </p:nvSpPr>
          <p:spPr>
            <a:xfrm>
              <a:off x="8309744" y="4139551"/>
              <a:ext cx="966835" cy="18470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/>
              <a:r>
                <a:rPr lang="es-ES" sz="1200" b="0" i="0" strike="noStrike" cap="none" baseline="0">
                  <a:solidFill>
                    <a:srgbClr val="000000"/>
                  </a:solidFill>
                  <a:effectLst/>
                  <a:latin typeface="Segoe UI Semibold"/>
                  <a:ea typeface="Segoe UI Semibold"/>
                  <a:cs typeface="Segoe UI Semibold"/>
                </a:rPr>
                <a:t>Clave de API</a:t>
              </a:r>
            </a:p>
          </p:txBody>
        </p:sp>
        <p:sp>
          <p:nvSpPr>
            <p:cNvPr id="1084" name="TextBox 1083">
              <a:extLst>
                <a:ext uri="{FF2B5EF4-FFF2-40B4-BE49-F238E27FC236}">
                  <a16:creationId xmlns:a16="http://schemas.microsoft.com/office/drawing/2014/main" id="{CC9E1E83-DE8B-8101-E47D-17C1367EF998}"/>
                </a:ext>
              </a:extLst>
            </p:cNvPr>
            <p:cNvSpPr txBox="1"/>
            <p:nvPr/>
          </p:nvSpPr>
          <p:spPr>
            <a:xfrm>
              <a:off x="9958905" y="4111417"/>
              <a:ext cx="1379228" cy="18470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/>
              <a:r>
                <a:rPr lang="es-ES" sz="1200" b="0" i="0" strike="noStrike" cap="none" baseline="0">
                  <a:solidFill>
                    <a:srgbClr val="000000"/>
                  </a:solidFill>
                  <a:effectLst/>
                  <a:latin typeface="Segoe UI Semibold"/>
                  <a:ea typeface="Segoe UI Semibold"/>
                  <a:cs typeface="Segoe UI Semibold"/>
                </a:rPr>
                <a:t>Microsoft Entra ID</a:t>
              </a:r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76D26080-36E4-265D-389C-E6A2DCB6AFA4}"/>
                </a:ext>
              </a:extLst>
            </p:cNvPr>
            <p:cNvGrpSpPr/>
            <p:nvPr/>
          </p:nvGrpSpPr>
          <p:grpSpPr>
            <a:xfrm>
              <a:off x="8583945" y="822203"/>
              <a:ext cx="1461723" cy="1469228"/>
              <a:chOff x="7099202" y="2357199"/>
              <a:chExt cx="916211" cy="875852"/>
            </a:xfrm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95D6B263-2B12-8997-D74E-E5779487EA0D}"/>
                  </a:ext>
                </a:extLst>
              </p:cNvPr>
              <p:cNvSpPr/>
              <p:nvPr/>
            </p:nvSpPr>
            <p:spPr bwMode="auto">
              <a:xfrm>
                <a:off x="7320947" y="2651342"/>
                <a:ext cx="694466" cy="581709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rgbClr val="7030A0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 defTabSz="932472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2400" err="1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F4C4AE98-526D-F6A9-2795-3C6E82CA16A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7099202" y="2357199"/>
                <a:ext cx="549437" cy="588287"/>
              </a:xfrm>
              <a:prstGeom prst="rect">
                <a:avLst/>
              </a:prstGeom>
            </p:spPr>
          </p:pic>
          <p:pic>
            <p:nvPicPr>
              <p:cNvPr id="8" name="Picture 7" descr="A blue square with a black square&#10;&#10;AI-generated content may be incorrect.">
                <a:extLst>
                  <a:ext uri="{FF2B5EF4-FFF2-40B4-BE49-F238E27FC236}">
                    <a16:creationId xmlns:a16="http://schemas.microsoft.com/office/drawing/2014/main" id="{09C76C74-E06A-BA3E-906D-2DAAB96B582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7439580" y="2720696"/>
                <a:ext cx="457200" cy="457200"/>
              </a:xfrm>
              <a:prstGeom prst="rect">
                <a:avLst/>
              </a:prstGeom>
            </p:spPr>
          </p:pic>
        </p:grpSp>
        <p:grpSp>
          <p:nvGrpSpPr>
            <p:cNvPr id="1053" name="Group 1052">
              <a:extLst>
                <a:ext uri="{FF2B5EF4-FFF2-40B4-BE49-F238E27FC236}">
                  <a16:creationId xmlns:a16="http://schemas.microsoft.com/office/drawing/2014/main" id="{7211E2B6-181C-C0A6-ED4D-E436FCCEA52D}"/>
                </a:ext>
              </a:extLst>
            </p:cNvPr>
            <p:cNvGrpSpPr/>
            <p:nvPr/>
          </p:nvGrpSpPr>
          <p:grpSpPr>
            <a:xfrm>
              <a:off x="9125910" y="3021923"/>
              <a:ext cx="408656" cy="634863"/>
              <a:chOff x="9003515" y="3074037"/>
              <a:chExt cx="408656" cy="634863"/>
            </a:xfrm>
          </p:grpSpPr>
          <p:cxnSp>
            <p:nvCxnSpPr>
              <p:cNvPr id="44" name="Straight Arrow Connector 43">
                <a:extLst>
                  <a:ext uri="{FF2B5EF4-FFF2-40B4-BE49-F238E27FC236}">
                    <a16:creationId xmlns:a16="http://schemas.microsoft.com/office/drawing/2014/main" id="{DF79ABAE-0764-0AA0-D88D-71F6EDEE99B6}"/>
                  </a:ext>
                </a:extLst>
              </p:cNvPr>
              <p:cNvCxnSpPr>
                <a:stCxn id="40" idx="1"/>
              </p:cNvCxnSpPr>
              <p:nvPr/>
            </p:nvCxnSpPr>
            <p:spPr>
              <a:xfrm flipH="1" flipV="1">
                <a:off x="9169507" y="3074037"/>
                <a:ext cx="0" cy="608747"/>
              </a:xfrm>
              <a:prstGeom prst="straightConnector1">
                <a:avLst/>
              </a:prstGeom>
              <a:ln w="38100">
                <a:solidFill>
                  <a:schemeClr val="tx2">
                    <a:lumMod val="50000"/>
                    <a:lumOff val="50000"/>
                  </a:schemeClr>
                </a:solidFill>
                <a:headEnd type="none" w="lg" len="med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2" name="Group 41">
                <a:extLst>
                  <a:ext uri="{FF2B5EF4-FFF2-40B4-BE49-F238E27FC236}">
                    <a16:creationId xmlns:a16="http://schemas.microsoft.com/office/drawing/2014/main" id="{83246A9D-0990-7F0E-AD3F-4AF3DB820E40}"/>
                  </a:ext>
                </a:extLst>
              </p:cNvPr>
              <p:cNvGrpSpPr/>
              <p:nvPr/>
            </p:nvGrpSpPr>
            <p:grpSpPr>
              <a:xfrm>
                <a:off x="9003515" y="3265482"/>
                <a:ext cx="408656" cy="443418"/>
                <a:chOff x="6535951" y="4416034"/>
                <a:chExt cx="1123530" cy="1219100"/>
              </a:xfrm>
            </p:grpSpPr>
            <p:grpSp>
              <p:nvGrpSpPr>
                <p:cNvPr id="35" name="Group 34">
                  <a:extLst>
                    <a:ext uri="{FF2B5EF4-FFF2-40B4-BE49-F238E27FC236}">
                      <a16:creationId xmlns:a16="http://schemas.microsoft.com/office/drawing/2014/main" id="{6C79CCA5-FF62-C4F7-9F0F-96F664D13C7C}"/>
                    </a:ext>
                  </a:extLst>
                </p:cNvPr>
                <p:cNvGrpSpPr/>
                <p:nvPr/>
              </p:nvGrpSpPr>
              <p:grpSpPr>
                <a:xfrm>
                  <a:off x="6745081" y="4416034"/>
                  <a:ext cx="914400" cy="914400"/>
                  <a:chOff x="6745081" y="4416034"/>
                  <a:chExt cx="914400" cy="914400"/>
                </a:xfrm>
              </p:grpSpPr>
              <p:sp>
                <p:nvSpPr>
                  <p:cNvPr id="34" name="Rectangle: Single Corner Snipped 33">
                    <a:extLst>
                      <a:ext uri="{FF2B5EF4-FFF2-40B4-BE49-F238E27FC236}">
                        <a16:creationId xmlns:a16="http://schemas.microsoft.com/office/drawing/2014/main" id="{A05F8CE6-A692-C989-276B-EF2C0526737E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6914606" y="4497917"/>
                    <a:ext cx="573683" cy="760716"/>
                  </a:xfrm>
                  <a:prstGeom prst="snip1Rect">
                    <a:avLst>
                      <a:gd name="adj" fmla="val 30329"/>
                    </a:avLst>
                  </a:prstGeom>
                  <a:solidFill>
                    <a:schemeClr val="bg1"/>
                  </a:solidFill>
                  <a:ln>
                    <a:noFill/>
                    <a:headEnd type="none" w="med" len="med"/>
                    <a:tailEnd type="none" w="med" len="med"/>
                  </a:ln>
                  <a:effectLst/>
                </p:spPr>
                <p:style>
                  <a:lnRef idx="1">
                    <a:schemeClr val="accent2"/>
                  </a:lnRef>
                  <a:fillRef idx="3">
                    <a:schemeClr val="accent2"/>
                  </a:fillRef>
                  <a:effectRef idx="2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 defTabSz="932472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 sz="2400" err="1">
                      <a:gradFill>
                        <a:gsLst>
                          <a:gs pos="0">
                            <a:srgbClr val="FFFFFF"/>
                          </a:gs>
                          <a:gs pos="100000">
                            <a:srgbClr val="FFFFFF"/>
                          </a:gs>
                        </a:gsLst>
                        <a:lin ang="5400000" scaled="0"/>
                      </a:gradFill>
                      <a:ea typeface="Segoe UI" pitchFamily="34" charset="0"/>
                      <a:cs typeface="Segoe UI" pitchFamily="34" charset="0"/>
                    </a:endParaRPr>
                  </a:p>
                </p:txBody>
              </p:sp>
              <p:pic>
                <p:nvPicPr>
                  <p:cNvPr id="31" name="Graphic 30" descr="Document outline">
                    <a:extLst>
                      <a:ext uri="{FF2B5EF4-FFF2-40B4-BE49-F238E27FC236}">
                        <a16:creationId xmlns:a16="http://schemas.microsoft.com/office/drawing/2014/main" id="{EBE01DAE-69F8-0AA6-6452-949914C6826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9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6745081" y="4416034"/>
                    <a:ext cx="914400" cy="914400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36" name="Group 35">
                  <a:extLst>
                    <a:ext uri="{FF2B5EF4-FFF2-40B4-BE49-F238E27FC236}">
                      <a16:creationId xmlns:a16="http://schemas.microsoft.com/office/drawing/2014/main" id="{73F7B11D-0F88-F1F9-28B8-472E51E4AF2C}"/>
                    </a:ext>
                  </a:extLst>
                </p:cNvPr>
                <p:cNvGrpSpPr/>
                <p:nvPr/>
              </p:nvGrpSpPr>
              <p:grpSpPr>
                <a:xfrm>
                  <a:off x="6640516" y="4568384"/>
                  <a:ext cx="914400" cy="914400"/>
                  <a:chOff x="6745081" y="4416034"/>
                  <a:chExt cx="914400" cy="914400"/>
                </a:xfrm>
              </p:grpSpPr>
              <p:sp>
                <p:nvSpPr>
                  <p:cNvPr id="37" name="Rectangle: Single Corner Snipped 36">
                    <a:extLst>
                      <a:ext uri="{FF2B5EF4-FFF2-40B4-BE49-F238E27FC236}">
                        <a16:creationId xmlns:a16="http://schemas.microsoft.com/office/drawing/2014/main" id="{6D7A1F75-0A1C-9F43-4DFF-652FDE142E60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6914606" y="4497917"/>
                    <a:ext cx="573683" cy="760716"/>
                  </a:xfrm>
                  <a:prstGeom prst="snip1Rect">
                    <a:avLst>
                      <a:gd name="adj" fmla="val 30329"/>
                    </a:avLst>
                  </a:prstGeom>
                  <a:solidFill>
                    <a:schemeClr val="bg1"/>
                  </a:solidFill>
                  <a:ln>
                    <a:noFill/>
                    <a:headEnd type="none" w="med" len="med"/>
                    <a:tailEnd type="none" w="med" len="med"/>
                  </a:ln>
                  <a:effectLst/>
                </p:spPr>
                <p:style>
                  <a:lnRef idx="1">
                    <a:schemeClr val="accent2"/>
                  </a:lnRef>
                  <a:fillRef idx="3">
                    <a:schemeClr val="accent2"/>
                  </a:fillRef>
                  <a:effectRef idx="2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 defTabSz="932472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 sz="2400" err="1">
                      <a:gradFill>
                        <a:gsLst>
                          <a:gs pos="0">
                            <a:srgbClr val="FFFFFF"/>
                          </a:gs>
                          <a:gs pos="100000">
                            <a:srgbClr val="FFFFFF"/>
                          </a:gs>
                        </a:gsLst>
                        <a:lin ang="5400000" scaled="0"/>
                      </a:gradFill>
                      <a:ea typeface="Segoe UI" pitchFamily="34" charset="0"/>
                      <a:cs typeface="Segoe UI" pitchFamily="34" charset="0"/>
                    </a:endParaRPr>
                  </a:p>
                </p:txBody>
              </p:sp>
              <p:pic>
                <p:nvPicPr>
                  <p:cNvPr id="38" name="Graphic 37" descr="Document outline">
                    <a:extLst>
                      <a:ext uri="{FF2B5EF4-FFF2-40B4-BE49-F238E27FC236}">
                        <a16:creationId xmlns:a16="http://schemas.microsoft.com/office/drawing/2014/main" id="{AF5D9833-2E1B-6735-7167-7D76B19C488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9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6745081" y="4416034"/>
                    <a:ext cx="914400" cy="914400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39" name="Group 38">
                  <a:extLst>
                    <a:ext uri="{FF2B5EF4-FFF2-40B4-BE49-F238E27FC236}">
                      <a16:creationId xmlns:a16="http://schemas.microsoft.com/office/drawing/2014/main" id="{44AA5A50-3EB2-5C23-6996-2E21D01B36E1}"/>
                    </a:ext>
                  </a:extLst>
                </p:cNvPr>
                <p:cNvGrpSpPr/>
                <p:nvPr/>
              </p:nvGrpSpPr>
              <p:grpSpPr>
                <a:xfrm>
                  <a:off x="6535951" y="4720734"/>
                  <a:ext cx="914400" cy="914400"/>
                  <a:chOff x="6745081" y="4416034"/>
                  <a:chExt cx="914400" cy="914400"/>
                </a:xfrm>
              </p:grpSpPr>
              <p:sp>
                <p:nvSpPr>
                  <p:cNvPr id="40" name="Rectangle: Single Corner Snipped 39">
                    <a:extLst>
                      <a:ext uri="{FF2B5EF4-FFF2-40B4-BE49-F238E27FC236}">
                        <a16:creationId xmlns:a16="http://schemas.microsoft.com/office/drawing/2014/main" id="{6F92241D-AD72-A280-0637-158B0D1F1012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6914606" y="4497917"/>
                    <a:ext cx="573683" cy="760716"/>
                  </a:xfrm>
                  <a:prstGeom prst="snip1Rect">
                    <a:avLst>
                      <a:gd name="adj" fmla="val 30329"/>
                    </a:avLst>
                  </a:prstGeom>
                  <a:solidFill>
                    <a:schemeClr val="bg1"/>
                  </a:solidFill>
                  <a:ln>
                    <a:noFill/>
                    <a:headEnd type="none" w="med" len="med"/>
                    <a:tailEnd type="none" w="med" len="med"/>
                  </a:ln>
                  <a:effectLst/>
                </p:spPr>
                <p:style>
                  <a:lnRef idx="1">
                    <a:schemeClr val="accent2"/>
                  </a:lnRef>
                  <a:fillRef idx="3">
                    <a:schemeClr val="accent2"/>
                  </a:fillRef>
                  <a:effectRef idx="2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 defTabSz="932472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 sz="2400" err="1">
                      <a:gradFill>
                        <a:gsLst>
                          <a:gs pos="0">
                            <a:srgbClr val="FFFFFF"/>
                          </a:gs>
                          <a:gs pos="100000">
                            <a:srgbClr val="FFFFFF"/>
                          </a:gs>
                        </a:gsLst>
                        <a:lin ang="5400000" scaled="0"/>
                      </a:gradFill>
                      <a:ea typeface="Segoe UI" pitchFamily="34" charset="0"/>
                      <a:cs typeface="Segoe UI" pitchFamily="34" charset="0"/>
                    </a:endParaRPr>
                  </a:p>
                </p:txBody>
              </p:sp>
              <p:pic>
                <p:nvPicPr>
                  <p:cNvPr id="41" name="Graphic 40" descr="Document outline">
                    <a:extLst>
                      <a:ext uri="{FF2B5EF4-FFF2-40B4-BE49-F238E27FC236}">
                        <a16:creationId xmlns:a16="http://schemas.microsoft.com/office/drawing/2014/main" id="{C73B87F1-1AAA-6C14-C47D-DDEA131CC21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9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6745081" y="4416034"/>
                    <a:ext cx="914400" cy="914400"/>
                  </a:xfrm>
                  <a:prstGeom prst="rect">
                    <a:avLst/>
                  </a:prstGeom>
                </p:spPr>
              </p:pic>
            </p:grpSp>
          </p:grpSp>
        </p:grpSp>
        <p:grpSp>
          <p:nvGrpSpPr>
            <p:cNvPr id="1054" name="Group 1053">
              <a:extLst>
                <a:ext uri="{FF2B5EF4-FFF2-40B4-BE49-F238E27FC236}">
                  <a16:creationId xmlns:a16="http://schemas.microsoft.com/office/drawing/2014/main" id="{AE384B95-DE1D-14DB-369C-BB5D0889B430}"/>
                </a:ext>
              </a:extLst>
            </p:cNvPr>
            <p:cNvGrpSpPr/>
            <p:nvPr/>
          </p:nvGrpSpPr>
          <p:grpSpPr>
            <a:xfrm>
              <a:off x="9587572" y="2911629"/>
              <a:ext cx="420876" cy="629589"/>
              <a:chOff x="9757527" y="2904639"/>
              <a:chExt cx="420876" cy="629589"/>
            </a:xfrm>
          </p:grpSpPr>
          <p:cxnSp>
            <p:nvCxnSpPr>
              <p:cNvPr id="45" name="Straight Arrow Connector 44">
                <a:extLst>
                  <a:ext uri="{FF2B5EF4-FFF2-40B4-BE49-F238E27FC236}">
                    <a16:creationId xmlns:a16="http://schemas.microsoft.com/office/drawing/2014/main" id="{829A0779-6D8D-7647-E2A3-7A85B95E50EE}"/>
                  </a:ext>
                </a:extLst>
              </p:cNvPr>
              <p:cNvCxnSpPr/>
              <p:nvPr/>
            </p:nvCxnSpPr>
            <p:spPr>
              <a:xfrm flipH="1">
                <a:off x="9980906" y="2937119"/>
                <a:ext cx="0" cy="597109"/>
              </a:xfrm>
              <a:prstGeom prst="straightConnector1">
                <a:avLst/>
              </a:prstGeom>
              <a:ln w="38100">
                <a:solidFill>
                  <a:schemeClr val="tx2">
                    <a:lumMod val="50000"/>
                    <a:lumOff val="50000"/>
                  </a:schemeClr>
                </a:solidFill>
                <a:headEnd type="none" w="lg" len="med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7" name="Group 46">
                <a:extLst>
                  <a:ext uri="{FF2B5EF4-FFF2-40B4-BE49-F238E27FC236}">
                    <a16:creationId xmlns:a16="http://schemas.microsoft.com/office/drawing/2014/main" id="{162ADD13-5966-A182-99D4-6EB0BF5A1A8B}"/>
                  </a:ext>
                </a:extLst>
              </p:cNvPr>
              <p:cNvGrpSpPr/>
              <p:nvPr/>
            </p:nvGrpSpPr>
            <p:grpSpPr>
              <a:xfrm>
                <a:off x="9757527" y="2904639"/>
                <a:ext cx="420876" cy="420874"/>
                <a:chOff x="7227493" y="3849473"/>
                <a:chExt cx="568371" cy="568371"/>
              </a:xfrm>
            </p:grpSpPr>
            <p:sp>
              <p:nvSpPr>
                <p:cNvPr id="46" name="Rectangle 45">
                  <a:extLst>
                    <a:ext uri="{FF2B5EF4-FFF2-40B4-BE49-F238E27FC236}">
                      <a16:creationId xmlns:a16="http://schemas.microsoft.com/office/drawing/2014/main" id="{900720F8-60F2-CCFD-1FA2-07B5882A696A}"/>
                    </a:ext>
                  </a:extLst>
                </p:cNvPr>
                <p:cNvSpPr/>
                <p:nvPr/>
              </p:nvSpPr>
              <p:spPr bwMode="auto">
                <a:xfrm>
                  <a:off x="7352906" y="3898408"/>
                  <a:ext cx="329146" cy="473673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400" err="1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endParaRPr>
                </a:p>
              </p:txBody>
            </p:sp>
            <p:pic>
              <p:nvPicPr>
                <p:cNvPr id="33" name="Graphic 32" descr="List outline">
                  <a:extLst>
                    <a:ext uri="{FF2B5EF4-FFF2-40B4-BE49-F238E27FC236}">
                      <a16:creationId xmlns:a16="http://schemas.microsoft.com/office/drawing/2014/main" id="{28503841-8AC8-1B88-404B-B7D5617D6AA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1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227493" y="3849473"/>
                  <a:ext cx="568371" cy="568371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1046" name="Group 1045">
              <a:extLst>
                <a:ext uri="{FF2B5EF4-FFF2-40B4-BE49-F238E27FC236}">
                  <a16:creationId xmlns:a16="http://schemas.microsoft.com/office/drawing/2014/main" id="{8AE46D0E-16D2-851C-F88B-77B99C03672D}"/>
                </a:ext>
              </a:extLst>
            </p:cNvPr>
            <p:cNvGrpSpPr/>
            <p:nvPr/>
          </p:nvGrpSpPr>
          <p:grpSpPr>
            <a:xfrm>
              <a:off x="9309185" y="3951236"/>
              <a:ext cx="517812" cy="569344"/>
              <a:chOff x="6572847" y="3570561"/>
              <a:chExt cx="495300" cy="544593"/>
            </a:xfrm>
          </p:grpSpPr>
          <p:sp>
            <p:nvSpPr>
              <p:cNvPr id="1044" name="Rectangle: Single Corner Snipped 1043">
                <a:extLst>
                  <a:ext uri="{FF2B5EF4-FFF2-40B4-BE49-F238E27FC236}">
                    <a16:creationId xmlns:a16="http://schemas.microsoft.com/office/drawing/2014/main" id="{3C4579DE-21F8-8356-C39A-51C05F3701B0}"/>
                  </a:ext>
                </a:extLst>
              </p:cNvPr>
              <p:cNvSpPr/>
              <p:nvPr/>
            </p:nvSpPr>
            <p:spPr bwMode="auto">
              <a:xfrm>
                <a:off x="6669741" y="3598738"/>
                <a:ext cx="293391" cy="424812"/>
              </a:xfrm>
              <a:prstGeom prst="snip1Rect">
                <a:avLst>
                  <a:gd name="adj" fmla="val 28334"/>
                </a:avLst>
              </a:prstGeom>
              <a:solidFill>
                <a:schemeClr val="bg1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 defTabSz="932472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2000" err="1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  <p:grpSp>
            <p:nvGrpSpPr>
              <p:cNvPr id="1042" name="Group 1041">
                <a:extLst>
                  <a:ext uri="{FF2B5EF4-FFF2-40B4-BE49-F238E27FC236}">
                    <a16:creationId xmlns:a16="http://schemas.microsoft.com/office/drawing/2014/main" id="{6241A371-7C1E-1576-B360-BE6E4C4616FC}"/>
                  </a:ext>
                </a:extLst>
              </p:cNvPr>
              <p:cNvGrpSpPr/>
              <p:nvPr/>
            </p:nvGrpSpPr>
            <p:grpSpPr>
              <a:xfrm>
                <a:off x="6572847" y="3570561"/>
                <a:ext cx="495300" cy="544593"/>
                <a:chOff x="6774786" y="3669824"/>
                <a:chExt cx="495300" cy="544593"/>
              </a:xfrm>
            </p:grpSpPr>
            <p:grpSp>
              <p:nvGrpSpPr>
                <p:cNvPr id="1037" name="Group 1036">
                  <a:extLst>
                    <a:ext uri="{FF2B5EF4-FFF2-40B4-BE49-F238E27FC236}">
                      <a16:creationId xmlns:a16="http://schemas.microsoft.com/office/drawing/2014/main" id="{FCC276D5-93AC-971B-3BA2-B0EE010496D3}"/>
                    </a:ext>
                  </a:extLst>
                </p:cNvPr>
                <p:cNvGrpSpPr/>
                <p:nvPr/>
              </p:nvGrpSpPr>
              <p:grpSpPr>
                <a:xfrm>
                  <a:off x="6774786" y="3669824"/>
                  <a:ext cx="495300" cy="544593"/>
                  <a:chOff x="5638800" y="2971800"/>
                  <a:chExt cx="914400" cy="1005403"/>
                </a:xfrm>
              </p:grpSpPr>
              <p:pic>
                <p:nvPicPr>
                  <p:cNvPr id="1032" name="Graphic 1031" descr="Paper outline">
                    <a:extLst>
                      <a:ext uri="{FF2B5EF4-FFF2-40B4-BE49-F238E27FC236}">
                        <a16:creationId xmlns:a16="http://schemas.microsoft.com/office/drawing/2014/main" id="{8F3DA39A-2FC0-34A4-4F79-992E25C9A2B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11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638800" y="2971800"/>
                    <a:ext cx="914400" cy="914400"/>
                  </a:xfrm>
                  <a:prstGeom prst="rect">
                    <a:avLst/>
                  </a:prstGeom>
                </p:spPr>
              </p:pic>
              <p:pic>
                <p:nvPicPr>
                  <p:cNvPr id="1034" name="Graphic 1033" descr="Single gear with solid fill">
                    <a:extLst>
                      <a:ext uri="{FF2B5EF4-FFF2-40B4-BE49-F238E27FC236}">
                        <a16:creationId xmlns:a16="http://schemas.microsoft.com/office/drawing/2014/main" id="{C8642B72-818E-DA9A-7B6D-782944E0087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12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926837" y="3353524"/>
                    <a:ext cx="623679" cy="623679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1039" name="TextBox 1038">
                  <a:extLst>
                    <a:ext uri="{FF2B5EF4-FFF2-40B4-BE49-F238E27FC236}">
                      <a16:creationId xmlns:a16="http://schemas.microsoft.com/office/drawing/2014/main" id="{4F842303-79A1-FCC2-B65B-9E2A60D9F9E4}"/>
                    </a:ext>
                  </a:extLst>
                </p:cNvPr>
                <p:cNvSpPr txBox="1"/>
                <p:nvPr/>
              </p:nvSpPr>
              <p:spPr>
                <a:xfrm>
                  <a:off x="6949393" y="3698000"/>
                  <a:ext cx="165727" cy="2716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l"/>
                  <a:r>
                    <a:rPr lang="en-US" sz="1400"/>
                    <a:t>…</a:t>
                  </a:r>
                </a:p>
              </p:txBody>
            </p:sp>
          </p:grpSp>
        </p:grpSp>
        <p:sp>
          <p:nvSpPr>
            <p:cNvPr id="1055" name="TextBox 1054">
              <a:extLst>
                <a:ext uri="{FF2B5EF4-FFF2-40B4-BE49-F238E27FC236}">
                  <a16:creationId xmlns:a16="http://schemas.microsoft.com/office/drawing/2014/main" id="{59714542-A198-F936-7B48-F7E5968379C2}"/>
                </a:ext>
              </a:extLst>
            </p:cNvPr>
            <p:cNvSpPr txBox="1"/>
            <p:nvPr/>
          </p:nvSpPr>
          <p:spPr>
            <a:xfrm>
              <a:off x="8906939" y="3797107"/>
              <a:ext cx="1462278" cy="184709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tIns="0" rIns="0" bIns="0" rtlCol="0">
              <a:spAutoFit/>
            </a:bodyPr>
            <a:lstStyle/>
            <a:p>
              <a:pPr algn="l"/>
              <a:r>
                <a:rPr lang="es-ES" sz="1200" b="0" i="0" strike="noStrike" cap="none" baseline="0">
                  <a:solidFill>
                    <a:srgbClr val="000000"/>
                  </a:solidFill>
                  <a:effectLst/>
                  <a:latin typeface="Segoe UI Semibold"/>
                  <a:ea typeface="Segoe UI Semibold"/>
                  <a:cs typeface="Segoe UI Semibold"/>
                </a:rPr>
                <a:t>TextAnalyticsClient</a:t>
              </a:r>
              <a:endParaRPr lang="en-US" sz="1200">
                <a:latin typeface="+mj-lt"/>
              </a:endParaRP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C9FD13FB-AF9B-066C-5184-D12805EF07C4}"/>
              </a:ext>
            </a:extLst>
          </p:cNvPr>
          <p:cNvSpPr txBox="1"/>
          <p:nvPr/>
        </p:nvSpPr>
        <p:spPr>
          <a:xfrm>
            <a:off x="8821435" y="6550227"/>
            <a:ext cx="3832066" cy="18470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s-ES" sz="12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* </a:t>
            </a:r>
            <a:r>
              <a:rPr lang="es-ES" sz="1200" b="0" i="1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también se admite cognitiveservices.azure.com</a:t>
            </a:r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1112320717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E99DDC3-D86E-56F4-6D01-7C584D24DF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724807" y="2052313"/>
            <a:ext cx="4630848" cy="3278110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C31C62F3-2AB4-01B3-A6DC-D8FEB3C0A9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5652201" cy="487680"/>
          </a:xfrm>
        </p:spPr>
        <p:txBody>
          <a:bodyPr/>
          <a:lstStyle/>
          <a:p>
            <a:r>
              <a:rPr lang="es-ES" sz="3200" b="0" i="0" strike="noStrike" cap="none" baseline="0">
                <a:solidFill>
                  <a:srgbClr val="000000"/>
                </a:solidFill>
                <a:effectLst/>
                <a:latin typeface="Segoe UI Semibold"/>
                <a:ea typeface="Segoe UI Semibold"/>
                <a:cs typeface="Segoe UI Semibold"/>
              </a:rPr>
              <a:t>Ejercicio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489270F-9EF7-9F08-4517-BEDF258E3E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199" y="1594155"/>
            <a:ext cx="5654573" cy="304800"/>
          </a:xfrm>
        </p:spPr>
        <p:txBody>
          <a:bodyPr/>
          <a:lstStyle/>
          <a:p>
            <a:r>
              <a:rPr lang="es-ES" sz="2000" b="0" i="0" strike="noStrike" cap="none" baseline="0">
                <a:solidFill>
                  <a:srgbClr val="000000"/>
                </a:solidFill>
                <a:effectLst/>
                <a:latin typeface="Segoe UI Semibold"/>
                <a:ea typeface="Segoe UI Semibold"/>
                <a:cs typeface="Segoe UI Semibold"/>
              </a:rPr>
              <a:t>Análisis de texto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3562903-AEDA-A6D3-0839-99AD53EE32D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89" y="2085764"/>
            <a:ext cx="5652201" cy="1511808"/>
          </a:xfrm>
        </p:spPr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s-ES" sz="16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En este ejercicio, usarás Azure Language para lo siguiente:</a:t>
            </a:r>
          </a:p>
          <a:p>
            <a:pPr marL="285750" marR="0" lvl="0" indent="-285750" algn="l" defTabSz="914367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s-ES" sz="16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Detección de idioma</a:t>
            </a:r>
          </a:p>
          <a:p>
            <a:pPr marL="285750" marR="0" lvl="0" indent="-285750" algn="l" defTabSz="914367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s-ES" sz="16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Extracción de entidades </a:t>
            </a:r>
          </a:p>
          <a:p>
            <a:pPr marL="285750" marR="0" lvl="0" indent="-285750" algn="l" defTabSz="914367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s-ES" sz="16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Extracción de datos personales</a:t>
            </a:r>
          </a:p>
          <a:p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B36A80B-6AE9-1EEE-0C02-31D345F3EE82}"/>
              </a:ext>
            </a:extLst>
          </p:cNvPr>
          <p:cNvSpPr txBox="1"/>
          <p:nvPr/>
        </p:nvSpPr>
        <p:spPr>
          <a:xfrm>
            <a:off x="487330" y="3561343"/>
            <a:ext cx="4607087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s-ES" sz="16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Inicia el ejercicio en:</a:t>
            </a:r>
          </a:p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s-ES" sz="16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  <a:hlinkClick r:id="rId4" history="0"/>
              </a:rPr>
              <a:t>https://go.microsoft.com/fwlink/?linkid=2356343</a:t>
            </a:r>
            <a:r>
              <a:rPr lang="es-ES" sz="16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 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FECD59-9234-1833-F144-6077BB6A41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s-ES" sz="10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© Copyright Microsoft Corporation. Todos los derechos reservados.</a:t>
            </a:r>
          </a:p>
        </p:txBody>
      </p:sp>
      <p:sp>
        <p:nvSpPr>
          <p:cNvPr id="11" name="Flowchart: Off-page Connector 44">
            <a:extLst>
              <a:ext uri="{FF2B5EF4-FFF2-40B4-BE49-F238E27FC236}">
                <a16:creationId xmlns:a16="http://schemas.microsoft.com/office/drawing/2014/main" id="{3FDB94ED-2CC1-7ECD-F6AA-402A38DEBC9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 bwMode="auto">
          <a:xfrm rot="5400000">
            <a:off x="5960050" y="2240301"/>
            <a:ext cx="1865376" cy="3566160"/>
          </a:xfrm>
          <a:prstGeom prst="flowChartOffpageConnector">
            <a:avLst/>
          </a:prstGeom>
          <a:solidFill>
            <a:schemeClr val="accent3">
              <a:lumMod val="75000"/>
            </a:schemeClr>
          </a:solidFill>
          <a:ln>
            <a:noFill/>
            <a:headEnd type="none" w="med" len="med"/>
            <a:tailEnd type="none" w="med" len="med"/>
          </a:ln>
          <a:effectLst>
            <a:outerShdw blurRad="317500" algn="ctr" rotWithShape="0">
              <a:prstClr val="black">
                <a:alpha val="20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vert270" wrap="square" lIns="274320" tIns="585216" rIns="274320" bIns="1828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lang="es-ES" sz="1700" b="1" i="0" strike="noStrike" cap="none" baseline="0" dirty="0">
                <a:solidFill>
                  <a:srgbClr val="FFFFFF"/>
                </a:solidFill>
                <a:effectLst/>
                <a:latin typeface="Segoe UI Semibold"/>
                <a:ea typeface="Segoe UI Semibold"/>
                <a:cs typeface="Segoe UI Semibold"/>
              </a:rPr>
              <a:t>Instructores:</a:t>
            </a:r>
            <a:r>
              <a:rPr lang="es-ES" sz="1800" b="1" i="0" strike="noStrike" cap="none" baseline="0" dirty="0">
                <a:solidFill>
                  <a:srgbClr val="FFFFFF"/>
                </a:solidFill>
                <a:effectLst/>
                <a:latin typeface="Segoe UI Semibold"/>
                <a:ea typeface="Segoe UI Semibold"/>
                <a:cs typeface="Segoe UI Semibold"/>
              </a:rPr>
              <a:t> 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Semibold"/>
              <a:ea typeface="Segoe UI" pitchFamily="34" charset="0"/>
              <a:cs typeface="Segoe UI" pitchFamily="34" charset="0"/>
            </a:endParaRPr>
          </a:p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lang="es-ES" sz="1250" b="0" i="0" strike="noStrike" cap="none" baseline="0" dirty="0">
                <a:solidFill>
                  <a:srgbClr val="FFFFFF"/>
                </a:solidFill>
                <a:effectLst/>
                <a:latin typeface="Segoe UI"/>
                <a:ea typeface="Segoe UI"/>
                <a:cs typeface="Segoe UI"/>
              </a:rPr>
              <a:t>Personaliza esta diapositiva para incluir el vínculo</a:t>
            </a:r>
            <a:br>
              <a:rPr lang="es-ES" sz="1250" b="0" i="0" strike="noStrike" cap="none" baseline="0" dirty="0">
                <a:solidFill>
                  <a:srgbClr val="FFFFFF"/>
                </a:solidFill>
                <a:effectLst/>
                <a:latin typeface="Segoe UI"/>
                <a:ea typeface="Segoe UI"/>
                <a:cs typeface="Segoe UI"/>
              </a:rPr>
            </a:br>
            <a:r>
              <a:rPr lang="es-ES" sz="1250" b="0" i="0" strike="noStrike" cap="none" baseline="0" dirty="0">
                <a:solidFill>
                  <a:srgbClr val="FFFFFF"/>
                </a:solidFill>
                <a:effectLst/>
                <a:latin typeface="Segoe UI"/>
                <a:ea typeface="Segoe UI"/>
                <a:cs typeface="Segoe UI"/>
              </a:rPr>
              <a:t>al entorno de laboratorio hospedado y las instrucciones personalizadas.</a:t>
            </a:r>
          </a:p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lang="es-ES" sz="1250" b="0" i="0" strike="noStrike" cap="none" baseline="0" dirty="0">
                <a:solidFill>
                  <a:srgbClr val="FFFFFF"/>
                </a:solidFill>
                <a:effectLst/>
                <a:latin typeface="Segoe UI"/>
                <a:ea typeface="Segoe UI"/>
                <a:cs typeface="Segoe UI"/>
              </a:rPr>
              <a:t>(a continuación,</a:t>
            </a:r>
            <a:br>
              <a:rPr lang="es-ES" sz="1250" b="0" i="0" strike="noStrike" cap="none" baseline="0" dirty="0">
                <a:solidFill>
                  <a:srgbClr val="FFFFFF"/>
                </a:solidFill>
                <a:effectLst/>
                <a:latin typeface="Segoe UI"/>
                <a:ea typeface="Segoe UI"/>
                <a:cs typeface="Segoe UI"/>
              </a:rPr>
            </a:br>
            <a:r>
              <a:rPr lang="es-ES" sz="1250" b="0" i="0" strike="noStrike" cap="none" baseline="0" dirty="0">
                <a:solidFill>
                  <a:srgbClr val="FFFFFF"/>
                </a:solidFill>
                <a:effectLst/>
                <a:latin typeface="Segoe UI"/>
                <a:ea typeface="Segoe UI"/>
                <a:cs typeface="Segoe UI"/>
              </a:rPr>
              <a:t>quita esta flecha)</a:t>
            </a:r>
          </a:p>
        </p:txBody>
      </p:sp>
    </p:spTree>
    <p:extLst>
      <p:ext uri="{BB962C8B-B14F-4D97-AF65-F5344CB8AC3E}">
        <p14:creationId xmlns:p14="http://schemas.microsoft.com/office/powerpoint/2010/main" val="700601554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900A34-DA73-69D2-B830-35DC1C6BF9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2DA1A0-32BF-F463-CE9C-BBE4F48C78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3200" b="0" i="0" strike="noStrike" cap="none" baseline="0">
                <a:solidFill>
                  <a:srgbClr val="000000"/>
                </a:solidFill>
                <a:effectLst/>
                <a:latin typeface="Segoe UI Semibold"/>
                <a:ea typeface="Segoe UI Semibold"/>
                <a:cs typeface="Segoe UI Semibold"/>
              </a:rPr>
              <a:t>Prueba de conocimientos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A3C8FCA-4F45-B2A3-DB3E-B3E2BB2302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235075" y="2243242"/>
            <a:ext cx="8778782" cy="426720"/>
          </a:xfrm>
        </p:spPr>
        <p:txBody>
          <a:bodyPr/>
          <a:lstStyle/>
          <a:p>
            <a:r>
              <a:rPr lang="es-ES" sz="1400" b="0" i="0" strike="noStrike" cap="none" baseline="0" dirty="0">
                <a:solidFill>
                  <a:srgbClr val="000000"/>
                </a:solidFill>
                <a:effectLst/>
                <a:latin typeface="Segoe UI Semibold"/>
                <a:ea typeface="Segoe UI Semibold"/>
                <a:cs typeface="Segoe UI Semibold"/>
              </a:rPr>
              <a:t>¿Cómo debes crear una aplicación que analice artículos de noticias y extraiga personas, lugares y fechas clave que se mencionan para la indexación?</a:t>
            </a:r>
            <a:endParaRPr lang="en-US" b="1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1C12844-4DEE-068A-E1E0-561949433B2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35075" y="2749887"/>
            <a:ext cx="8775098" cy="938784"/>
          </a:xfrm>
          <a:noFill/>
        </p:spPr>
        <p:txBody>
          <a:bodyPr/>
          <a:lstStyle/>
          <a:p>
            <a:r>
              <a:rPr lang="es-ES" sz="14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Utilice un modelo de IA generativa con una herramienta de funciones personalizadas que coincida cadenas mediante una expresión regular.</a:t>
            </a:r>
            <a:endParaRPr lang="en-US" noProof="0" dirty="0">
              <a:solidFill>
                <a:srgbClr val="000000"/>
              </a:solidFill>
            </a:endParaRPr>
          </a:p>
          <a:p>
            <a:r>
              <a:rPr lang="es-ES" sz="14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Utilizar Azure </a:t>
            </a:r>
            <a:r>
              <a:rPr lang="es-ES" sz="1400" b="0" i="0" strike="noStrike" cap="none" baseline="0" dirty="0" err="1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Language</a:t>
            </a:r>
            <a:r>
              <a:rPr lang="es-ES" sz="14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 en </a:t>
            </a:r>
            <a:r>
              <a:rPr lang="es-ES" sz="1400" b="0" i="0" strike="noStrike" cap="none" baseline="0" dirty="0" err="1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Foundry</a:t>
            </a:r>
            <a:r>
              <a:rPr lang="es-ES" sz="14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 Tools para extraer entidades DCP.</a:t>
            </a:r>
          </a:p>
          <a:p>
            <a:r>
              <a:rPr lang="es-ES" sz="14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Utilizar Azure </a:t>
            </a:r>
            <a:r>
              <a:rPr lang="es-ES" sz="1400" b="0" i="0" strike="noStrike" cap="none" baseline="0" dirty="0" err="1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Language</a:t>
            </a:r>
            <a:r>
              <a:rPr lang="es-ES" sz="14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 en </a:t>
            </a:r>
            <a:r>
              <a:rPr lang="es-ES" sz="1400" b="0" i="0" strike="noStrike" cap="none" baseline="0" dirty="0" err="1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Foundry</a:t>
            </a:r>
            <a:r>
              <a:rPr lang="es-ES" sz="14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 Tools para extraer entidades con nombre.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53AB6FD1-57CF-221C-5D16-0227C050AC7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235075" y="4034002"/>
            <a:ext cx="8778782" cy="426720"/>
          </a:xfrm>
        </p:spPr>
        <p:txBody>
          <a:bodyPr/>
          <a:lstStyle/>
          <a:p>
            <a:r>
              <a:rPr lang="es-ES" sz="1400" b="0" i="0" strike="noStrike" cap="none" baseline="0">
                <a:solidFill>
                  <a:srgbClr val="000000"/>
                </a:solidFill>
                <a:effectLst/>
                <a:latin typeface="Segoe UI Semibold"/>
                <a:ea typeface="Segoe UI Semibold"/>
                <a:cs typeface="Segoe UI Semibold"/>
              </a:rPr>
              <a:t>Deseas publicar extractos de testimonios de clientes en un sitio web. Debes quitar los detalles personales del texto antes de publicarlo. ¿Qué tiene que hacer?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3D449513-CE1B-1BE9-0EAA-70FB7322E50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235074" y="4554359"/>
            <a:ext cx="8775098" cy="1152144"/>
          </a:xfrm>
        </p:spPr>
        <p:txBody>
          <a:bodyPr/>
          <a:lstStyle/>
          <a:p>
            <a:r>
              <a:rPr lang="es-ES" sz="14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Utilice Azure Language en Foundry Tools para encontrar y ocultar entidades de información de identificación personal (PII).</a:t>
            </a:r>
          </a:p>
          <a:p>
            <a:r>
              <a:rPr lang="es-ES" sz="14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Usa Azure Language en Foundry Tools para detectar el idioma y publicar solo los testimonios en inglés.</a:t>
            </a:r>
          </a:p>
          <a:p>
            <a:r>
              <a:rPr lang="es-ES" sz="14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Usa un modelo GPT-4.1 para crear nuevas opiniones de clientes generadas por IA.</a:t>
            </a:r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CA81D8C2-06AC-9696-29C4-75EAC4A09F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722582" y="2238707"/>
            <a:ext cx="399208" cy="39920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indent="0" algn="ctr" defTabSz="91440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s-ES" sz="1800" b="1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1</a:t>
            </a:r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E0D83A3C-CB16-5EC6-C25C-48CDA1C37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722582" y="4034466"/>
            <a:ext cx="399208" cy="39920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indent="0" algn="ctr" defTabSz="91440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s-ES" sz="1800" b="1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2</a:t>
            </a:r>
          </a:p>
        </p:txBody>
      </p:sp>
      <p:sp>
        <p:nvSpPr>
          <p:cNvPr id="80" name="Graphic 26">
            <a:extLst>
              <a:ext uri="{FF2B5EF4-FFF2-40B4-BE49-F238E27FC236}">
                <a16:creationId xmlns:a16="http://schemas.microsoft.com/office/drawing/2014/main" id="{0940ADA0-4512-A138-9B73-83CB59A176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62366" y="4573539"/>
            <a:ext cx="163976" cy="115172"/>
          </a:xfrm>
          <a:custGeom>
            <a:avLst/>
            <a:gdLst>
              <a:gd name="connsiteX0" fmla="*/ 249301 w 273255"/>
              <a:gd name="connsiteY0" fmla="*/ 0 h 191929"/>
              <a:gd name="connsiteX1" fmla="*/ 97887 w 273255"/>
              <a:gd name="connsiteY1" fmla="*/ 143134 h 191929"/>
              <a:gd name="connsiteX2" fmla="*/ 25137 w 273255"/>
              <a:gd name="connsiteY2" fmla="*/ 68610 h 191929"/>
              <a:gd name="connsiteX3" fmla="*/ 0 w 273255"/>
              <a:gd name="connsiteY3" fmla="*/ 92564 h 191929"/>
              <a:gd name="connsiteX4" fmla="*/ 96704 w 273255"/>
              <a:gd name="connsiteY4" fmla="*/ 191930 h 191929"/>
              <a:gd name="connsiteX5" fmla="*/ 122137 w 273255"/>
              <a:gd name="connsiteY5" fmla="*/ 168271 h 191929"/>
              <a:gd name="connsiteX6" fmla="*/ 273256 w 273255"/>
              <a:gd name="connsiteY6" fmla="*/ 24841 h 191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73255" h="191929">
                <a:moveTo>
                  <a:pt x="249301" y="0"/>
                </a:moveTo>
                <a:lnTo>
                  <a:pt x="97887" y="143134"/>
                </a:lnTo>
                <a:lnTo>
                  <a:pt x="25137" y="68610"/>
                </a:lnTo>
                <a:lnTo>
                  <a:pt x="0" y="92564"/>
                </a:lnTo>
                <a:lnTo>
                  <a:pt x="96704" y="191930"/>
                </a:lnTo>
                <a:lnTo>
                  <a:pt x="122137" y="168271"/>
                </a:lnTo>
                <a:lnTo>
                  <a:pt x="273256" y="24841"/>
                </a:lnTo>
                <a:close/>
              </a:path>
            </a:pathLst>
          </a:custGeom>
          <a:noFill/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3" name="Graphic 26">
            <a:extLst>
              <a:ext uri="{FF2B5EF4-FFF2-40B4-BE49-F238E27FC236}">
                <a16:creationId xmlns:a16="http://schemas.microsoft.com/office/drawing/2014/main" id="{F6B70CA7-ACF2-C638-A658-102B675523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60114" y="3497139"/>
            <a:ext cx="163976" cy="115172"/>
          </a:xfrm>
          <a:custGeom>
            <a:avLst/>
            <a:gdLst>
              <a:gd name="connsiteX0" fmla="*/ 249301 w 273255"/>
              <a:gd name="connsiteY0" fmla="*/ 0 h 191929"/>
              <a:gd name="connsiteX1" fmla="*/ 97887 w 273255"/>
              <a:gd name="connsiteY1" fmla="*/ 143134 h 191929"/>
              <a:gd name="connsiteX2" fmla="*/ 25137 w 273255"/>
              <a:gd name="connsiteY2" fmla="*/ 68610 h 191929"/>
              <a:gd name="connsiteX3" fmla="*/ 0 w 273255"/>
              <a:gd name="connsiteY3" fmla="*/ 92564 h 191929"/>
              <a:gd name="connsiteX4" fmla="*/ 96704 w 273255"/>
              <a:gd name="connsiteY4" fmla="*/ 191930 h 191929"/>
              <a:gd name="connsiteX5" fmla="*/ 122137 w 273255"/>
              <a:gd name="connsiteY5" fmla="*/ 168271 h 191929"/>
              <a:gd name="connsiteX6" fmla="*/ 273256 w 273255"/>
              <a:gd name="connsiteY6" fmla="*/ 24841 h 191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73255" h="191929">
                <a:moveTo>
                  <a:pt x="249301" y="0"/>
                </a:moveTo>
                <a:lnTo>
                  <a:pt x="97887" y="143134"/>
                </a:lnTo>
                <a:lnTo>
                  <a:pt x="25137" y="68610"/>
                </a:lnTo>
                <a:lnTo>
                  <a:pt x="0" y="92564"/>
                </a:lnTo>
                <a:lnTo>
                  <a:pt x="96704" y="191930"/>
                </a:lnTo>
                <a:lnTo>
                  <a:pt x="122137" y="168271"/>
                </a:lnTo>
                <a:lnTo>
                  <a:pt x="273256" y="24841"/>
                </a:lnTo>
                <a:close/>
              </a:path>
            </a:pathLst>
          </a:custGeom>
          <a:noFill/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50E26365-DEDE-DE47-6D7A-4D0E83AF25E8}"/>
              </a:ext>
            </a:extLst>
          </p:cNvPr>
          <p:cNvSpPr txBox="1"/>
          <p:nvPr/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s-ES" sz="10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© Copyright Microsoft Corporation. Todos los derechos reservados.</a:t>
            </a:r>
            <a:endParaRPr lang="en-US" sz="1000">
              <a:solidFill>
                <a:srgbClr val="000000"/>
              </a:solidFill>
              <a:latin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21572683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" grpId="0" animBg="1"/>
      <p:bldP spid="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892B27-FDC3-82E1-88D9-8B498949C2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33109-1251-2BDD-6EBE-AB012B8DE5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9911" y="1561763"/>
            <a:ext cx="6891339" cy="2438400"/>
          </a:xfrm>
        </p:spPr>
        <p:txBody>
          <a:bodyPr/>
          <a:lstStyle/>
          <a:p>
            <a:r>
              <a:rPr lang="es-ES" sz="40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Desarrollo de un agente de análisis de texto con el servidor MCP de Azure </a:t>
            </a:r>
            <a:r>
              <a:rPr lang="es-ES" sz="4000" b="0" i="0" strike="noStrike" cap="none" baseline="0" dirty="0" err="1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Language</a:t>
            </a:r>
            <a:endParaRPr lang="en-US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98BBD85-A39F-869A-AFA1-313B3561225E}"/>
              </a:ext>
            </a:extLst>
          </p:cNvPr>
          <p:cNvSpPr txBox="1"/>
          <p:nvPr/>
        </p:nvSpPr>
        <p:spPr>
          <a:xfrm>
            <a:off x="478471" y="4000163"/>
            <a:ext cx="5879298" cy="3611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765" b="0" i="0" strike="noStrike" cap="none" baseline="0">
                <a:solidFill>
                  <a:srgbClr val="BF3AC4"/>
                </a:solidFill>
                <a:effectLst/>
                <a:latin typeface="Segoe UI"/>
                <a:ea typeface="Segoe UI"/>
                <a:cs typeface="Segoe UI"/>
              </a:rPr>
              <a:t>https://aka.ms/mslearn-language-mcp</a:t>
            </a:r>
          </a:p>
        </p:txBody>
      </p:sp>
    </p:spTree>
    <p:extLst>
      <p:ext uri="{BB962C8B-B14F-4D97-AF65-F5344CB8AC3E}">
        <p14:creationId xmlns:p14="http://schemas.microsoft.com/office/powerpoint/2010/main" val="3872211501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37832C6-F4A5-4728-82DE-85FDED2240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487680"/>
          </a:xfrm>
        </p:spPr>
        <p:txBody>
          <a:bodyPr/>
          <a:lstStyle/>
          <a:p>
            <a:r>
              <a:rPr lang="es-ES" sz="3200" b="0" i="0" strike="noStrike" cap="none" baseline="0">
                <a:solidFill>
                  <a:srgbClr val="000000"/>
                </a:solidFill>
                <a:effectLst/>
                <a:latin typeface="Segoe UI Semibold"/>
                <a:ea typeface="Segoe UI Semibold"/>
                <a:cs typeface="Segoe UI Semibold"/>
              </a:rPr>
              <a:t>El servidor MCP de Azure Language</a:t>
            </a:r>
          </a:p>
        </p:txBody>
      </p:sp>
      <p:sp>
        <p:nvSpPr>
          <p:cNvPr id="35" name="Footer Placeholder 34">
            <a:extLst>
              <a:ext uri="{FF2B5EF4-FFF2-40B4-BE49-F238E27FC236}">
                <a16:creationId xmlns:a16="http://schemas.microsoft.com/office/drawing/2014/main" id="{7D43CBA2-48F0-6667-B80C-5A2CA1CF69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defTabSz="914367">
              <a:defRPr/>
            </a:pPr>
            <a:r>
              <a:rPr lang="es-ES" sz="10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© Copyright Microsoft Corporation. Todos los derechos reservados.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D3E43A0-01B2-EBCE-659D-DBE226A8F1FA}"/>
              </a:ext>
            </a:extLst>
          </p:cNvPr>
          <p:cNvSpPr txBox="1"/>
          <p:nvPr/>
        </p:nvSpPr>
        <p:spPr>
          <a:xfrm>
            <a:off x="764079" y="3941069"/>
            <a:ext cx="11326321" cy="2276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spcAft>
                <a:spcPts val="600"/>
              </a:spcAft>
              <a:buClr>
                <a:schemeClr val="accent1"/>
              </a:buClr>
              <a:buSzPct val="110000"/>
              <a:buFont typeface="+mj-lt"/>
              <a:buAutoNum type="arabicPeriod"/>
            </a:pPr>
            <a:r>
              <a:rPr lang="es-ES" sz="1670" b="0" i="0" strike="noStrike" cap="none" baseline="0" dirty="0">
                <a:solidFill>
                  <a:srgbClr val="161616"/>
                </a:solidFill>
                <a:effectLst/>
                <a:latin typeface="Segoe UI"/>
                <a:ea typeface="Segoe UI"/>
                <a:cs typeface="Segoe UI"/>
              </a:rPr>
              <a:t>Un usuario envía una indicación a un agente.</a:t>
            </a:r>
          </a:p>
          <a:p>
            <a:pPr marL="342900" indent="-342900" algn="l">
              <a:spcAft>
                <a:spcPts val="600"/>
              </a:spcAft>
              <a:buClr>
                <a:schemeClr val="accent1"/>
              </a:buClr>
              <a:buSzPct val="110000"/>
              <a:buFont typeface="+mj-lt"/>
              <a:buAutoNum type="arabicPeriod"/>
            </a:pPr>
            <a:r>
              <a:rPr lang="es-ES" sz="1670" b="0" i="0" strike="noStrike" cap="none" baseline="0" dirty="0">
                <a:solidFill>
                  <a:srgbClr val="161616"/>
                </a:solidFill>
                <a:effectLst/>
                <a:latin typeface="Segoe UI"/>
                <a:ea typeface="Segoe UI"/>
                <a:cs typeface="Segoe UI"/>
              </a:rPr>
              <a:t>El agente determina la tarea (o las tareas) que se van a realizar.</a:t>
            </a:r>
          </a:p>
          <a:p>
            <a:pPr marL="342900" indent="-342900" algn="l">
              <a:spcAft>
                <a:spcPts val="600"/>
              </a:spcAft>
              <a:buClr>
                <a:schemeClr val="accent1"/>
              </a:buClr>
              <a:buSzPct val="110000"/>
              <a:buFont typeface="+mj-lt"/>
              <a:buAutoNum type="arabicPeriod"/>
            </a:pPr>
            <a:r>
              <a:rPr lang="es-ES" sz="1670" b="0" i="0" strike="noStrike" cap="none" baseline="0" dirty="0">
                <a:solidFill>
                  <a:srgbClr val="161616"/>
                </a:solidFill>
                <a:effectLst/>
                <a:latin typeface="Segoe UI"/>
                <a:ea typeface="Segoe UI"/>
                <a:cs typeface="Segoe UI"/>
              </a:rPr>
              <a:t>El agente comprueba las herramientas de MCP disponibles para encontrar la mejor coincidencia.</a:t>
            </a:r>
          </a:p>
          <a:p>
            <a:pPr marL="342900" indent="-342900" algn="l">
              <a:spcAft>
                <a:spcPts val="600"/>
              </a:spcAft>
              <a:buClr>
                <a:schemeClr val="accent1"/>
              </a:buClr>
              <a:buSzPct val="110000"/>
              <a:buFont typeface="+mj-lt"/>
              <a:buAutoNum type="arabicPeriod"/>
            </a:pPr>
            <a:r>
              <a:rPr lang="es-ES" sz="1670" b="0" i="0" strike="noStrike" cap="none" baseline="0" dirty="0">
                <a:solidFill>
                  <a:srgbClr val="161616"/>
                </a:solidFill>
                <a:effectLst/>
                <a:latin typeface="Segoe UI"/>
                <a:ea typeface="Segoe UI"/>
                <a:cs typeface="Segoe UI"/>
              </a:rPr>
              <a:t>El agente llama a la herramienta seleccionada a través del servidor MCP y pasa el texto de entrada correspondiente.</a:t>
            </a:r>
          </a:p>
          <a:p>
            <a:pPr marL="342900" indent="-342900" algn="l">
              <a:spcAft>
                <a:spcPts val="600"/>
              </a:spcAft>
              <a:buClr>
                <a:schemeClr val="accent1"/>
              </a:buClr>
              <a:buSzPct val="110000"/>
              <a:buFont typeface="+mj-lt"/>
              <a:buAutoNum type="arabicPeriod"/>
            </a:pPr>
            <a:r>
              <a:rPr lang="es-ES" sz="1670" b="0" i="0" strike="noStrike" cap="none" baseline="0" dirty="0">
                <a:solidFill>
                  <a:srgbClr val="161616"/>
                </a:solidFill>
                <a:effectLst/>
                <a:latin typeface="Segoe UI"/>
                <a:ea typeface="Segoe UI"/>
                <a:cs typeface="Segoe UI"/>
              </a:rPr>
              <a:t>El servidor MCP procesa la solicitud mediante la funcionalidad adecuada de Azure </a:t>
            </a:r>
            <a:r>
              <a:rPr lang="es-ES" sz="1670" b="0" i="0" strike="noStrike" cap="none" baseline="0" dirty="0" err="1">
                <a:solidFill>
                  <a:srgbClr val="161616"/>
                </a:solidFill>
                <a:effectLst/>
                <a:latin typeface="Segoe UI"/>
                <a:ea typeface="Segoe UI"/>
                <a:cs typeface="Segoe UI"/>
              </a:rPr>
              <a:t>Language</a:t>
            </a:r>
            <a:r>
              <a:rPr lang="es-ES" sz="1670" b="0" i="0" strike="noStrike" cap="none" baseline="0" dirty="0">
                <a:solidFill>
                  <a:srgbClr val="161616"/>
                </a:solidFill>
                <a:effectLst/>
                <a:latin typeface="Segoe UI"/>
                <a:ea typeface="Segoe UI"/>
                <a:cs typeface="Segoe UI"/>
              </a:rPr>
              <a:t> y devuelve</a:t>
            </a:r>
            <a:br>
              <a:rPr lang="es-ES" sz="1670" b="0" i="0" strike="noStrike" cap="none" baseline="0" dirty="0">
                <a:solidFill>
                  <a:srgbClr val="161616"/>
                </a:solidFill>
                <a:effectLst/>
                <a:latin typeface="Segoe UI"/>
                <a:ea typeface="Segoe UI"/>
                <a:cs typeface="Segoe UI"/>
              </a:rPr>
            </a:br>
            <a:r>
              <a:rPr lang="es-ES" sz="1670" b="0" i="0" strike="noStrike" cap="none" baseline="0" dirty="0">
                <a:solidFill>
                  <a:srgbClr val="161616"/>
                </a:solidFill>
                <a:effectLst/>
                <a:latin typeface="Segoe UI"/>
                <a:ea typeface="Segoe UI"/>
                <a:cs typeface="Segoe UI"/>
              </a:rPr>
              <a:t>los resultados.</a:t>
            </a:r>
          </a:p>
          <a:p>
            <a:pPr marL="342900" indent="-342900" algn="l">
              <a:spcAft>
                <a:spcPts val="600"/>
              </a:spcAft>
              <a:buClr>
                <a:schemeClr val="accent1"/>
              </a:buClr>
              <a:buSzPct val="110000"/>
              <a:buFont typeface="+mj-lt"/>
              <a:buAutoNum type="arabicPeriod"/>
            </a:pPr>
            <a:r>
              <a:rPr lang="es-ES" sz="1670" b="0" i="0" strike="noStrike" cap="none" baseline="0" dirty="0">
                <a:solidFill>
                  <a:srgbClr val="161616"/>
                </a:solidFill>
                <a:effectLst/>
                <a:latin typeface="Segoe UI"/>
                <a:ea typeface="Segoe UI"/>
                <a:cs typeface="Segoe UI"/>
              </a:rPr>
              <a:t>El agente combina los resultados en una respuesta en lenguaje natural para el usuario.</a:t>
            </a:r>
          </a:p>
        </p:txBody>
      </p: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39727B53-55F1-CDEF-9B74-0321BB4BBF30}"/>
              </a:ext>
            </a:extLst>
          </p:cNvPr>
          <p:cNvGrpSpPr/>
          <p:nvPr/>
        </p:nvGrpSpPr>
        <p:grpSpPr>
          <a:xfrm>
            <a:off x="1024733" y="1291835"/>
            <a:ext cx="10105331" cy="2566438"/>
            <a:chOff x="1024733" y="1378922"/>
            <a:chExt cx="10105331" cy="2566438"/>
          </a:xfrm>
        </p:grpSpPr>
        <p:grpSp>
          <p:nvGrpSpPr>
            <p:cNvPr id="87" name="Group 86">
              <a:extLst>
                <a:ext uri="{FF2B5EF4-FFF2-40B4-BE49-F238E27FC236}">
                  <a16:creationId xmlns:a16="http://schemas.microsoft.com/office/drawing/2014/main" id="{3A44CC15-E293-49ED-8441-42C222036EA1}"/>
                </a:ext>
              </a:extLst>
            </p:cNvPr>
            <p:cNvGrpSpPr/>
            <p:nvPr/>
          </p:nvGrpSpPr>
          <p:grpSpPr>
            <a:xfrm>
              <a:off x="4031565" y="1577926"/>
              <a:ext cx="2851047" cy="1851074"/>
              <a:chOff x="3779010" y="1577926"/>
              <a:chExt cx="2851047" cy="1851074"/>
            </a:xfrm>
          </p:grpSpPr>
          <p:sp>
            <p:nvSpPr>
              <p:cNvPr id="22" name="Flowchart: Alternate Process 21">
                <a:extLst>
                  <a:ext uri="{FF2B5EF4-FFF2-40B4-BE49-F238E27FC236}">
                    <a16:creationId xmlns:a16="http://schemas.microsoft.com/office/drawing/2014/main" id="{FA0CA707-C28A-54EC-AC38-C91A40456C45}"/>
                  </a:ext>
                </a:extLst>
              </p:cNvPr>
              <p:cNvSpPr/>
              <p:nvPr/>
            </p:nvSpPr>
            <p:spPr bwMode="auto">
              <a:xfrm>
                <a:off x="3779010" y="1887583"/>
                <a:ext cx="2194560" cy="1541417"/>
              </a:xfrm>
              <a:prstGeom prst="flowChartAlternateProcess">
                <a:avLst/>
              </a:prstGeom>
              <a:solidFill>
                <a:schemeClr val="bg1"/>
              </a:solidFill>
              <a:ln w="38100">
                <a:solidFill>
                  <a:schemeClr val="tx2">
                    <a:lumMod val="75000"/>
                    <a:lumOff val="25000"/>
                  </a:schemeClr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 defTabSz="932472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2400" err="1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  <p:pic>
            <p:nvPicPr>
              <p:cNvPr id="19" name="Graphic 18" descr="Robot with solid fill">
                <a:extLst>
                  <a:ext uri="{FF2B5EF4-FFF2-40B4-BE49-F238E27FC236}">
                    <a16:creationId xmlns:a16="http://schemas.microsoft.com/office/drawing/2014/main" id="{E85617FD-9EA3-C341-D2F8-EC7244980E6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3996724" y="1854925"/>
                <a:ext cx="1367246" cy="1367246"/>
              </a:xfrm>
              <a:prstGeom prst="rect">
                <a:avLst/>
              </a:prstGeom>
            </p:spPr>
          </p:pic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0D609A22-46B6-B054-C0E6-4D7CC9B451AD}"/>
                  </a:ext>
                </a:extLst>
              </p:cNvPr>
              <p:cNvSpPr txBox="1"/>
              <p:nvPr/>
            </p:nvSpPr>
            <p:spPr>
              <a:xfrm>
                <a:off x="5469484" y="2406416"/>
                <a:ext cx="1385316" cy="831190"/>
              </a:xfrm>
              <a:prstGeom prst="rect">
                <a:avLst/>
              </a:prstGeom>
              <a:solidFill>
                <a:srgbClr val="FFFFFF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:endParaRPr lang="en-US" sz="1800" dirty="0">
                  <a:latin typeface="+mj-lt"/>
                </a:endParaRPr>
              </a:p>
              <a:p>
                <a:pPr algn="l"/>
                <a:endParaRPr lang="en-US" sz="1800" dirty="0">
                  <a:latin typeface="+mj-lt"/>
                </a:endParaRPr>
              </a:p>
              <a:p>
                <a:pPr algn="l"/>
                <a:r>
                  <a:rPr lang="es-ES" sz="1800" b="0" i="0" strike="noStrike" cap="none" baseline="0" dirty="0">
                    <a:solidFill>
                      <a:srgbClr val="000000"/>
                    </a:solidFill>
                    <a:effectLst/>
                    <a:latin typeface="Segoe UI Semibold"/>
                    <a:ea typeface="Segoe UI Semibold"/>
                    <a:cs typeface="Segoe UI Semibold"/>
                  </a:rPr>
                  <a:t>Cliente MCP</a:t>
                </a: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9BD1BC69-0884-4E9C-C73E-79763A10CE89}"/>
                  </a:ext>
                </a:extLst>
              </p:cNvPr>
              <p:cNvSpPr txBox="1"/>
              <p:nvPr/>
            </p:nvSpPr>
            <p:spPr>
              <a:xfrm>
                <a:off x="4546013" y="1577926"/>
                <a:ext cx="524304" cy="27706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:r>
                  <a:rPr lang="es-ES" sz="1800" b="0" i="0" strike="noStrike" cap="none" baseline="0">
                    <a:solidFill>
                      <a:srgbClr val="000000"/>
                    </a:solidFill>
                    <a:effectLst/>
                    <a:latin typeface="Segoe UI Semibold"/>
                    <a:ea typeface="Segoe UI Semibold"/>
                    <a:cs typeface="Segoe UI Semibold"/>
                  </a:rPr>
                  <a:t>Host</a:t>
                </a:r>
              </a:p>
            </p:txBody>
          </p:sp>
          <p:pic>
            <p:nvPicPr>
              <p:cNvPr id="25" name="Graphic 24" descr="Ethernet with solid fill">
                <a:extLst>
                  <a:ext uri="{FF2B5EF4-FFF2-40B4-BE49-F238E27FC236}">
                    <a16:creationId xmlns:a16="http://schemas.microsoft.com/office/drawing/2014/main" id="{5126643C-1075-318F-77A1-BC947EB5FDE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5516370" y="2201091"/>
                <a:ext cx="914400" cy="914400"/>
              </a:xfrm>
              <a:prstGeom prst="rect">
                <a:avLst/>
              </a:prstGeom>
            </p:spPr>
          </p:pic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17B99FDC-415C-A3E8-495A-F195E3194EBD}"/>
                  </a:ext>
                </a:extLst>
              </p:cNvPr>
              <p:cNvSpPr txBox="1"/>
              <p:nvPr/>
            </p:nvSpPr>
            <p:spPr>
              <a:xfrm>
                <a:off x="4426265" y="3083671"/>
                <a:ext cx="734346" cy="24627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:r>
                  <a:rPr lang="es-ES" sz="1600" b="0" i="0" strike="noStrike" cap="none" baseline="0" dirty="0">
                    <a:solidFill>
                      <a:srgbClr val="000000"/>
                    </a:solidFill>
                    <a:effectLst/>
                    <a:latin typeface="Segoe UI Semibold"/>
                    <a:ea typeface="Segoe UI Semibold"/>
                    <a:cs typeface="Segoe UI Semibold"/>
                  </a:rPr>
                  <a:t>Agente</a:t>
                </a:r>
                <a:endParaRPr lang="en-US" sz="1800" dirty="0">
                  <a:latin typeface="+mj-lt"/>
                </a:endParaRPr>
              </a:p>
            </p:txBody>
          </p:sp>
          <p:pic>
            <p:nvPicPr>
              <p:cNvPr id="45" name="Graphic 44" descr="Tools with solid fill">
                <a:extLst>
                  <a:ext uri="{FF2B5EF4-FFF2-40B4-BE49-F238E27FC236}">
                    <a16:creationId xmlns:a16="http://schemas.microsoft.com/office/drawing/2014/main" id="{1A33EFE9-5199-058A-F3DD-442EDCB8965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5185444" y="2479765"/>
                <a:ext cx="357051" cy="357051"/>
              </a:xfrm>
              <a:prstGeom prst="rect">
                <a:avLst/>
              </a:prstGeom>
            </p:spPr>
          </p:pic>
        </p:grpSp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C8E58235-AD16-4DB2-3D6A-EF883EED7EA9}"/>
                </a:ext>
              </a:extLst>
            </p:cNvPr>
            <p:cNvGrpSpPr/>
            <p:nvPr/>
          </p:nvGrpSpPr>
          <p:grpSpPr>
            <a:xfrm>
              <a:off x="6683325" y="1378922"/>
              <a:ext cx="4446739" cy="2067496"/>
              <a:chOff x="6683325" y="1361504"/>
              <a:chExt cx="4446739" cy="2067496"/>
            </a:xfrm>
          </p:grpSpPr>
          <p:sp>
            <p:nvSpPr>
              <p:cNvPr id="32" name="Flowchart: Alternate Process 31">
                <a:extLst>
                  <a:ext uri="{FF2B5EF4-FFF2-40B4-BE49-F238E27FC236}">
                    <a16:creationId xmlns:a16="http://schemas.microsoft.com/office/drawing/2014/main" id="{99C2766D-CF03-3F93-193C-0ACD8A44117F}"/>
                  </a:ext>
                </a:extLst>
              </p:cNvPr>
              <p:cNvSpPr/>
              <p:nvPr/>
            </p:nvSpPr>
            <p:spPr bwMode="auto">
              <a:xfrm>
                <a:off x="8102815" y="1887583"/>
                <a:ext cx="3027249" cy="1541417"/>
              </a:xfrm>
              <a:prstGeom prst="flowChartAlternateProcess">
                <a:avLst/>
              </a:prstGeom>
              <a:solidFill>
                <a:schemeClr val="bg1"/>
              </a:solidFill>
              <a:ln w="38100">
                <a:solidFill>
                  <a:srgbClr val="8661C5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 defTabSz="932472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2400" err="1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5AEDE8FF-BB83-B28C-C068-3799AFB90380}"/>
                  </a:ext>
                </a:extLst>
              </p:cNvPr>
              <p:cNvSpPr txBox="1"/>
              <p:nvPr/>
            </p:nvSpPr>
            <p:spPr>
              <a:xfrm>
                <a:off x="7550724" y="2962589"/>
                <a:ext cx="1572429" cy="274320"/>
              </a:xfrm>
              <a:prstGeom prst="rect">
                <a:avLst/>
              </a:prstGeom>
              <a:solidFill>
                <a:srgbClr val="FFFFFF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 algn="l"/>
                <a:r>
                  <a:rPr lang="es-ES" sz="1800" b="0" i="0" strike="noStrike" cap="none" baseline="0">
                    <a:solidFill>
                      <a:srgbClr val="000000"/>
                    </a:solidFill>
                    <a:effectLst/>
                    <a:latin typeface="Segoe UI Semibold"/>
                    <a:ea typeface="Segoe UI Semibold"/>
                    <a:cs typeface="Segoe UI Semibold"/>
                  </a:rPr>
                  <a:t>Servidor MCP</a:t>
                </a:r>
              </a:p>
            </p:txBody>
          </p:sp>
          <p:cxnSp>
            <p:nvCxnSpPr>
              <p:cNvPr id="37" name="Straight Arrow Connector 36">
                <a:extLst>
                  <a:ext uri="{FF2B5EF4-FFF2-40B4-BE49-F238E27FC236}">
                    <a16:creationId xmlns:a16="http://schemas.microsoft.com/office/drawing/2014/main" id="{9F22B716-62CD-3AAC-6BD9-A03278B4DC14}"/>
                  </a:ext>
                </a:extLst>
              </p:cNvPr>
              <p:cNvCxnSpPr>
                <a:stCxn id="25" idx="3"/>
                <a:endCxn id="34" idx="1"/>
              </p:cNvCxnSpPr>
              <p:nvPr/>
            </p:nvCxnSpPr>
            <p:spPr>
              <a:xfrm>
                <a:off x="6683325" y="2640873"/>
                <a:ext cx="1039137" cy="17201"/>
              </a:xfrm>
              <a:prstGeom prst="straightConnector1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prstDash val="sysDot"/>
                <a:headEnd type="none" w="lg" len="med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34" name="Graphic 33" descr="Gears with solid fill">
                <a:extLst>
                  <a:ext uri="{FF2B5EF4-FFF2-40B4-BE49-F238E27FC236}">
                    <a16:creationId xmlns:a16="http://schemas.microsoft.com/office/drawing/2014/main" id="{3F6D25D7-FC2B-A98C-4CA9-0A0B4BE9476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7722462" y="2293945"/>
                <a:ext cx="728258" cy="728258"/>
              </a:xfrm>
              <a:prstGeom prst="rect">
                <a:avLst/>
              </a:prstGeom>
            </p:spPr>
          </p:pic>
          <p:cxnSp>
            <p:nvCxnSpPr>
              <p:cNvPr id="55" name="Straight Arrow Connector 54">
                <a:extLst>
                  <a:ext uri="{FF2B5EF4-FFF2-40B4-BE49-F238E27FC236}">
                    <a16:creationId xmlns:a16="http://schemas.microsoft.com/office/drawing/2014/main" id="{9B38CA58-48B6-846E-99E4-CFAA2362EE31}"/>
                  </a:ext>
                </a:extLst>
              </p:cNvPr>
              <p:cNvCxnSpPr/>
              <p:nvPr/>
            </p:nvCxnSpPr>
            <p:spPr>
              <a:xfrm flipV="1">
                <a:off x="8351937" y="2652644"/>
                <a:ext cx="1317158" cy="5647"/>
              </a:xfrm>
              <a:prstGeom prst="straightConnector1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prstDash val="sysDot"/>
                <a:headEnd type="none" w="lg" len="med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7E700F97-1700-17C9-F87C-E1BA6CE51657}"/>
                  </a:ext>
                </a:extLst>
              </p:cNvPr>
              <p:cNvSpPr txBox="1"/>
              <p:nvPr/>
            </p:nvSpPr>
            <p:spPr>
              <a:xfrm>
                <a:off x="9200094" y="2745204"/>
                <a:ext cx="1747089" cy="48768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/>
                <a:r>
                  <a:rPr lang="es-ES" sz="1600" b="0" i="0" strike="noStrike" cap="none" baseline="0" dirty="0">
                    <a:solidFill>
                      <a:srgbClr val="000000"/>
                    </a:solidFill>
                    <a:effectLst/>
                    <a:latin typeface="Segoe UI Semibold"/>
                    <a:ea typeface="Segoe UI Semibold"/>
                    <a:cs typeface="Segoe UI Semibold"/>
                  </a:rPr>
                  <a:t>Azure </a:t>
                </a:r>
                <a:r>
                  <a:rPr lang="es-ES" sz="1600" b="0" i="0" strike="noStrike" cap="none" baseline="0" dirty="0" err="1">
                    <a:solidFill>
                      <a:srgbClr val="000000"/>
                    </a:solidFill>
                    <a:effectLst/>
                    <a:latin typeface="Segoe UI Semibold"/>
                    <a:ea typeface="Segoe UI Semibold"/>
                    <a:cs typeface="Segoe UI Semibold"/>
                  </a:rPr>
                  <a:t>Language</a:t>
                </a:r>
                <a:r>
                  <a:rPr lang="es-ES" sz="1600" b="0" i="0" strike="noStrike" cap="none" baseline="0" dirty="0">
                    <a:solidFill>
                      <a:srgbClr val="000000"/>
                    </a:solidFill>
                    <a:effectLst/>
                    <a:latin typeface="Segoe UI Semibold"/>
                    <a:ea typeface="Segoe UI Semibold"/>
                    <a:cs typeface="Segoe UI Semibold"/>
                  </a:rPr>
                  <a:t> en </a:t>
                </a:r>
                <a:r>
                  <a:rPr lang="es-ES" sz="1600" b="0" i="0" strike="noStrike" cap="none" baseline="0" dirty="0" err="1">
                    <a:solidFill>
                      <a:srgbClr val="000000"/>
                    </a:solidFill>
                    <a:effectLst/>
                    <a:latin typeface="Segoe UI Semibold"/>
                    <a:ea typeface="Segoe UI Semibold"/>
                    <a:cs typeface="Segoe UI Semibold"/>
                  </a:rPr>
                  <a:t>Foundry</a:t>
                </a:r>
                <a:r>
                  <a:rPr lang="es-ES" sz="1600" b="0" i="0" strike="noStrike" cap="none" baseline="0" dirty="0">
                    <a:solidFill>
                      <a:srgbClr val="000000"/>
                    </a:solidFill>
                    <a:effectLst/>
                    <a:latin typeface="Segoe UI Semibold"/>
                    <a:ea typeface="Segoe UI Semibold"/>
                    <a:cs typeface="Segoe UI Semibold"/>
                  </a:rPr>
                  <a:t> Tools</a:t>
                </a:r>
              </a:p>
            </p:txBody>
          </p:sp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0D7B4D01-7224-8B40-9A28-5C15B3A185D8}"/>
                  </a:ext>
                </a:extLst>
              </p:cNvPr>
              <p:cNvSpPr txBox="1"/>
              <p:nvPr/>
            </p:nvSpPr>
            <p:spPr>
              <a:xfrm>
                <a:off x="8728472" y="1557613"/>
                <a:ext cx="2057406" cy="27706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:r>
                  <a:rPr lang="es-ES" sz="1800" b="0" i="0" strike="noStrike" cap="none" baseline="0">
                    <a:solidFill>
                      <a:srgbClr val="000000"/>
                    </a:solidFill>
                    <a:effectLst/>
                    <a:latin typeface="Segoe UI Semibold"/>
                    <a:ea typeface="Segoe UI Semibold"/>
                    <a:cs typeface="Segoe UI Semibold"/>
                  </a:rPr>
                  <a:t>Microsoft Foundry</a:t>
                </a:r>
              </a:p>
            </p:txBody>
          </p:sp>
          <p:pic>
            <p:nvPicPr>
              <p:cNvPr id="50" name="Picture 49">
                <a:extLst>
                  <a:ext uri="{FF2B5EF4-FFF2-40B4-BE49-F238E27FC236}">
                    <a16:creationId xmlns:a16="http://schemas.microsoft.com/office/drawing/2014/main" id="{DD04028D-E63E-4D2A-16ED-1609FD7EF8B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7683444" y="1361504"/>
                <a:ext cx="876572" cy="986842"/>
              </a:xfrm>
              <a:prstGeom prst="rect">
                <a:avLst/>
              </a:prstGeom>
            </p:spPr>
          </p:pic>
          <p:pic>
            <p:nvPicPr>
              <p:cNvPr id="51" name="Picture 50" descr="A blue square with a black square&#10;&#10;AI-generated content may be incorrect.">
                <a:extLst>
                  <a:ext uri="{FF2B5EF4-FFF2-40B4-BE49-F238E27FC236}">
                    <a16:creationId xmlns:a16="http://schemas.microsoft.com/office/drawing/2014/main" id="{BAC47DF7-344E-1BEB-FA8D-8999BA085CF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9628698" y="2108899"/>
                <a:ext cx="698438" cy="734372"/>
              </a:xfrm>
              <a:prstGeom prst="rect">
                <a:avLst/>
              </a:prstGeom>
            </p:spPr>
          </p:pic>
        </p:grpSp>
        <p:grpSp>
          <p:nvGrpSpPr>
            <p:cNvPr id="86" name="Group 85">
              <a:extLst>
                <a:ext uri="{FF2B5EF4-FFF2-40B4-BE49-F238E27FC236}">
                  <a16:creationId xmlns:a16="http://schemas.microsoft.com/office/drawing/2014/main" id="{A2A16718-8957-EE5E-2DF1-CC1565C9A27A}"/>
                </a:ext>
              </a:extLst>
            </p:cNvPr>
            <p:cNvGrpSpPr/>
            <p:nvPr/>
          </p:nvGrpSpPr>
          <p:grpSpPr>
            <a:xfrm>
              <a:off x="1024733" y="1545047"/>
              <a:ext cx="3635112" cy="2400313"/>
              <a:chOff x="-3071962" y="1070383"/>
              <a:chExt cx="5072804" cy="3349642"/>
            </a:xfrm>
          </p:grpSpPr>
          <p:grpSp>
            <p:nvGrpSpPr>
              <p:cNvPr id="66" name="Group 65">
                <a:extLst>
                  <a:ext uri="{FF2B5EF4-FFF2-40B4-BE49-F238E27FC236}">
                    <a16:creationId xmlns:a16="http://schemas.microsoft.com/office/drawing/2014/main" id="{81FD979F-99EB-703F-6374-9DD7A19F01DB}"/>
                  </a:ext>
                </a:extLst>
              </p:cNvPr>
              <p:cNvGrpSpPr/>
              <p:nvPr/>
            </p:nvGrpSpPr>
            <p:grpSpPr>
              <a:xfrm>
                <a:off x="-3071962" y="1113508"/>
                <a:ext cx="2639179" cy="2639179"/>
                <a:chOff x="10521113" y="3976905"/>
                <a:chExt cx="2099670" cy="2099670"/>
              </a:xfrm>
            </p:grpSpPr>
            <p:grpSp>
              <p:nvGrpSpPr>
                <p:cNvPr id="74" name="Group 73">
                  <a:extLst>
                    <a:ext uri="{FF2B5EF4-FFF2-40B4-BE49-F238E27FC236}">
                      <a16:creationId xmlns:a16="http://schemas.microsoft.com/office/drawing/2014/main" id="{08073CA7-B1AC-C23E-907E-E89062F53FEF}"/>
                    </a:ext>
                  </a:extLst>
                </p:cNvPr>
                <p:cNvGrpSpPr/>
                <p:nvPr/>
              </p:nvGrpSpPr>
              <p:grpSpPr>
                <a:xfrm>
                  <a:off x="10521113" y="3976905"/>
                  <a:ext cx="2099670" cy="2099670"/>
                  <a:chOff x="1491914" y="3563162"/>
                  <a:chExt cx="1686910" cy="1686910"/>
                </a:xfrm>
              </p:grpSpPr>
              <p:sp>
                <p:nvSpPr>
                  <p:cNvPr id="81" name="Rectangle 80">
                    <a:extLst>
                      <a:ext uri="{FF2B5EF4-FFF2-40B4-BE49-F238E27FC236}">
                        <a16:creationId xmlns:a16="http://schemas.microsoft.com/office/drawing/2014/main" id="{BE31A2AE-65AE-8117-99E6-75FFE6E866AC}"/>
                      </a:ext>
                    </a:extLst>
                  </p:cNvPr>
                  <p:cNvSpPr/>
                  <p:nvPr/>
                </p:nvSpPr>
                <p:spPr>
                  <a:xfrm>
                    <a:off x="2130417" y="3899339"/>
                    <a:ext cx="438843" cy="628662"/>
                  </a:xfrm>
                  <a:prstGeom prst="rect">
                    <a:avLst/>
                  </a:prstGeom>
                  <a:solidFill>
                    <a:srgbClr val="FFCCCC"/>
                  </a:solidFill>
                  <a:ln w="1905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en-US" sz="6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82" name="Rectangle 81">
                    <a:extLst>
                      <a:ext uri="{FF2B5EF4-FFF2-40B4-BE49-F238E27FC236}">
                        <a16:creationId xmlns:a16="http://schemas.microsoft.com/office/drawing/2014/main" id="{79D2BDAE-F90C-9320-AC1C-97C2494540AB}"/>
                      </a:ext>
                    </a:extLst>
                  </p:cNvPr>
                  <p:cNvSpPr/>
                  <p:nvPr/>
                </p:nvSpPr>
                <p:spPr>
                  <a:xfrm>
                    <a:off x="2102069" y="4580468"/>
                    <a:ext cx="409903" cy="506539"/>
                  </a:xfrm>
                  <a:prstGeom prst="rect">
                    <a:avLst/>
                  </a:prstGeom>
                  <a:solidFill>
                    <a:sysClr val="window" lastClr="FFFFFF"/>
                  </a:solidFill>
                  <a:ln w="1905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en-US" sz="6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  <p:pic>
                <p:nvPicPr>
                  <p:cNvPr id="83" name="Graphic 82" descr="Office worker female with solid fill">
                    <a:extLst>
                      <a:ext uri="{FF2B5EF4-FFF2-40B4-BE49-F238E27FC236}">
                        <a16:creationId xmlns:a16="http://schemas.microsoft.com/office/drawing/2014/main" id="{205DBCD4-1AD5-0B13-D75D-2242B35118B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9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491914" y="3563162"/>
                    <a:ext cx="1686910" cy="1686910"/>
                  </a:xfrm>
                  <a:prstGeom prst="rect">
                    <a:avLst/>
                  </a:prstGeom>
                </p:spPr>
              </p:pic>
              <p:pic>
                <p:nvPicPr>
                  <p:cNvPr id="84" name="Graphic 83" descr="Office worker female with solid fill">
                    <a:extLst>
                      <a:ext uri="{FF2B5EF4-FFF2-40B4-BE49-F238E27FC236}">
                        <a16:creationId xmlns:a16="http://schemas.microsoft.com/office/drawing/2014/main" id="{E130EBB3-113E-E9B7-BEBC-EB9E5EF3DE3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10"/>
                      </a:ext>
                    </a:extLst>
                  </a:blip>
                  <a:srcRect b="47789"/>
                  <a:stretch>
                    <a:fillRect/>
                  </a:stretch>
                </p:blipFill>
                <p:spPr>
                  <a:xfrm>
                    <a:off x="1491914" y="3563162"/>
                    <a:ext cx="1686910" cy="880758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75" name="Rectangle: Rounded Corners 74">
                  <a:extLst>
                    <a:ext uri="{FF2B5EF4-FFF2-40B4-BE49-F238E27FC236}">
                      <a16:creationId xmlns:a16="http://schemas.microsoft.com/office/drawing/2014/main" id="{66CA6941-6C08-1571-17C8-0BE062470C47}"/>
                    </a:ext>
                  </a:extLst>
                </p:cNvPr>
                <p:cNvSpPr/>
                <p:nvPr/>
              </p:nvSpPr>
              <p:spPr>
                <a:xfrm>
                  <a:off x="11086623" y="5347785"/>
                  <a:ext cx="1010689" cy="690063"/>
                </a:xfrm>
                <a:prstGeom prst="roundRect">
                  <a:avLst>
                    <a:gd name="adj" fmla="val 7594"/>
                  </a:avLst>
                </a:prstGeom>
                <a:solidFill>
                  <a:sysClr val="window" lastClr="FFFFFF">
                    <a:lumMod val="95000"/>
                  </a:sysClr>
                </a:solidFill>
                <a:ln w="19050" cap="flat" cmpd="sng" algn="ctr">
                  <a:solidFill>
                    <a:srgbClr val="156082">
                      <a:shade val="1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6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grpSp>
              <p:nvGrpSpPr>
                <p:cNvPr id="76" name="Group 75">
                  <a:extLst>
                    <a:ext uri="{FF2B5EF4-FFF2-40B4-BE49-F238E27FC236}">
                      <a16:creationId xmlns:a16="http://schemas.microsoft.com/office/drawing/2014/main" id="{A306165F-6F14-B218-A38A-1A2933C17F79}"/>
                    </a:ext>
                  </a:extLst>
                </p:cNvPr>
                <p:cNvGrpSpPr/>
                <p:nvPr/>
              </p:nvGrpSpPr>
              <p:grpSpPr>
                <a:xfrm>
                  <a:off x="11510972" y="5603112"/>
                  <a:ext cx="197934" cy="197934"/>
                  <a:chOff x="8716215" y="1027821"/>
                  <a:chExt cx="232631" cy="232631"/>
                </a:xfrm>
              </p:grpSpPr>
              <p:sp>
                <p:nvSpPr>
                  <p:cNvPr id="77" name="Rectangle 76">
                    <a:extLst>
                      <a:ext uri="{FF2B5EF4-FFF2-40B4-BE49-F238E27FC236}">
                        <a16:creationId xmlns:a16="http://schemas.microsoft.com/office/drawing/2014/main" id="{DAD03944-7CC8-C58B-C473-495AD602F24C}"/>
                      </a:ext>
                    </a:extLst>
                  </p:cNvPr>
                  <p:cNvSpPr/>
                  <p:nvPr/>
                </p:nvSpPr>
                <p:spPr>
                  <a:xfrm>
                    <a:off x="8716215" y="1027821"/>
                    <a:ext cx="109492" cy="109492"/>
                  </a:xfrm>
                  <a:prstGeom prst="rect">
                    <a:avLst/>
                  </a:prstGeom>
                  <a:solidFill>
                    <a:srgbClr val="E8E8E8">
                      <a:lumMod val="75000"/>
                    </a:srgbClr>
                  </a:solidFill>
                  <a:ln w="1905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en-US" sz="6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78" name="Rectangle 77">
                    <a:extLst>
                      <a:ext uri="{FF2B5EF4-FFF2-40B4-BE49-F238E27FC236}">
                        <a16:creationId xmlns:a16="http://schemas.microsoft.com/office/drawing/2014/main" id="{E75EDE6B-D72F-4DB5-EDCB-256707E826EE}"/>
                      </a:ext>
                    </a:extLst>
                  </p:cNvPr>
                  <p:cNvSpPr/>
                  <p:nvPr/>
                </p:nvSpPr>
                <p:spPr>
                  <a:xfrm>
                    <a:off x="8839354" y="1027821"/>
                    <a:ext cx="109492" cy="109492"/>
                  </a:xfrm>
                  <a:prstGeom prst="rect">
                    <a:avLst/>
                  </a:prstGeom>
                  <a:solidFill>
                    <a:srgbClr val="E8E8E8">
                      <a:lumMod val="75000"/>
                    </a:srgbClr>
                  </a:solidFill>
                  <a:ln w="1905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en-US" sz="6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79" name="Rectangle 78">
                    <a:extLst>
                      <a:ext uri="{FF2B5EF4-FFF2-40B4-BE49-F238E27FC236}">
                        <a16:creationId xmlns:a16="http://schemas.microsoft.com/office/drawing/2014/main" id="{024FC2B4-A7E0-29FF-38DE-E38A251427DB}"/>
                      </a:ext>
                    </a:extLst>
                  </p:cNvPr>
                  <p:cNvSpPr/>
                  <p:nvPr/>
                </p:nvSpPr>
                <p:spPr>
                  <a:xfrm>
                    <a:off x="8716215" y="1150960"/>
                    <a:ext cx="109492" cy="109492"/>
                  </a:xfrm>
                  <a:prstGeom prst="rect">
                    <a:avLst/>
                  </a:prstGeom>
                  <a:solidFill>
                    <a:srgbClr val="E8E8E8">
                      <a:lumMod val="75000"/>
                    </a:srgbClr>
                  </a:solidFill>
                  <a:ln w="1905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en-US" sz="6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80" name="Rectangle 79">
                    <a:extLst>
                      <a:ext uri="{FF2B5EF4-FFF2-40B4-BE49-F238E27FC236}">
                        <a16:creationId xmlns:a16="http://schemas.microsoft.com/office/drawing/2014/main" id="{BB84A5A5-384B-8662-F310-8EC519BBF7E3}"/>
                      </a:ext>
                    </a:extLst>
                  </p:cNvPr>
                  <p:cNvSpPr/>
                  <p:nvPr/>
                </p:nvSpPr>
                <p:spPr>
                  <a:xfrm>
                    <a:off x="8839354" y="1150960"/>
                    <a:ext cx="109492" cy="109492"/>
                  </a:xfrm>
                  <a:prstGeom prst="rect">
                    <a:avLst/>
                  </a:prstGeom>
                  <a:solidFill>
                    <a:srgbClr val="E8E8E8">
                      <a:lumMod val="75000"/>
                    </a:srgbClr>
                  </a:solidFill>
                  <a:ln w="1905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en-US" sz="6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p:grpSp>
          </p:grpSp>
          <p:grpSp>
            <p:nvGrpSpPr>
              <p:cNvPr id="85" name="Group 84">
                <a:extLst>
                  <a:ext uri="{FF2B5EF4-FFF2-40B4-BE49-F238E27FC236}">
                    <a16:creationId xmlns:a16="http://schemas.microsoft.com/office/drawing/2014/main" id="{93CC870A-4CEA-3E5A-8D15-5213E8B49B49}"/>
                  </a:ext>
                </a:extLst>
              </p:cNvPr>
              <p:cNvGrpSpPr/>
              <p:nvPr/>
            </p:nvGrpSpPr>
            <p:grpSpPr>
              <a:xfrm>
                <a:off x="-1132182" y="1070383"/>
                <a:ext cx="3133024" cy="3349642"/>
                <a:chOff x="-1132182" y="1070383"/>
                <a:chExt cx="3133024" cy="3349642"/>
              </a:xfrm>
            </p:grpSpPr>
            <p:grpSp>
              <p:nvGrpSpPr>
                <p:cNvPr id="68" name="Group 67">
                  <a:extLst>
                    <a:ext uri="{FF2B5EF4-FFF2-40B4-BE49-F238E27FC236}">
                      <a16:creationId xmlns:a16="http://schemas.microsoft.com/office/drawing/2014/main" id="{A95204CA-5BCC-7843-69BB-27E73711D4C2}"/>
                    </a:ext>
                  </a:extLst>
                </p:cNvPr>
                <p:cNvGrpSpPr/>
                <p:nvPr/>
              </p:nvGrpSpPr>
              <p:grpSpPr>
                <a:xfrm>
                  <a:off x="-1132182" y="1070383"/>
                  <a:ext cx="2175971" cy="2175972"/>
                  <a:chOff x="4773569" y="2029437"/>
                  <a:chExt cx="1854942" cy="1854942"/>
                </a:xfrm>
              </p:grpSpPr>
              <p:pic>
                <p:nvPicPr>
                  <p:cNvPr id="72" name="Graphic 71" descr="Speech with solid fill">
                    <a:extLst>
                      <a:ext uri="{FF2B5EF4-FFF2-40B4-BE49-F238E27FC236}">
                        <a16:creationId xmlns:a16="http://schemas.microsoft.com/office/drawing/2014/main" id="{B4F10AD8-0AD2-7A93-E29D-93B259DFBD6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11"/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4773569" y="2029437"/>
                    <a:ext cx="1854942" cy="1854942"/>
                  </a:xfrm>
                  <a:prstGeom prst="rect">
                    <a:avLst/>
                  </a:prstGeom>
                </p:spPr>
              </p:pic>
              <p:sp>
                <p:nvSpPr>
                  <p:cNvPr id="73" name="TextBox 72">
                    <a:extLst>
                      <a:ext uri="{FF2B5EF4-FFF2-40B4-BE49-F238E27FC236}">
                        <a16:creationId xmlns:a16="http://schemas.microsoft.com/office/drawing/2014/main" id="{A4C27B65-6257-E343-DBF9-4E9D84850D53}"/>
                      </a:ext>
                    </a:extLst>
                  </p:cNvPr>
                  <p:cNvSpPr txBox="1"/>
                  <p:nvPr/>
                </p:nvSpPr>
                <p:spPr>
                  <a:xfrm>
                    <a:off x="5327594" y="2449781"/>
                    <a:ext cx="939930" cy="69565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defTabSz="914400"/>
                    <a:r>
                      <a:rPr lang="en-US" sz="3200" b="1">
                        <a:solidFill>
                          <a:prstClr val="black"/>
                        </a:solidFill>
                        <a:latin typeface="Aptos Display" panose="02110004020202020204"/>
                      </a:rPr>
                      <a:t>…?</a:t>
                    </a:r>
                  </a:p>
                </p:txBody>
              </p:sp>
            </p:grpSp>
            <p:grpSp>
              <p:nvGrpSpPr>
                <p:cNvPr id="69" name="Group 68">
                  <a:extLst>
                    <a:ext uri="{FF2B5EF4-FFF2-40B4-BE49-F238E27FC236}">
                      <a16:creationId xmlns:a16="http://schemas.microsoft.com/office/drawing/2014/main" id="{BA19191B-D19D-F68F-145F-2E36EEF151C5}"/>
                    </a:ext>
                  </a:extLst>
                </p:cNvPr>
                <p:cNvGrpSpPr/>
                <p:nvPr/>
              </p:nvGrpSpPr>
              <p:grpSpPr>
                <a:xfrm>
                  <a:off x="-175129" y="2244054"/>
                  <a:ext cx="2175971" cy="2175971"/>
                  <a:chOff x="5261069" y="3314734"/>
                  <a:chExt cx="1854942" cy="1854942"/>
                </a:xfrm>
              </p:grpSpPr>
              <p:pic>
                <p:nvPicPr>
                  <p:cNvPr id="70" name="Graphic 69" descr="Speech with solid fill">
                    <a:extLst>
                      <a:ext uri="{FF2B5EF4-FFF2-40B4-BE49-F238E27FC236}">
                        <a16:creationId xmlns:a16="http://schemas.microsoft.com/office/drawing/2014/main" id="{BEA303A3-31BD-5571-BC98-1A166ADD6AF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12"/>
                      </a:ext>
                    </a:extLst>
                  </a:blip>
                  <a:stretch>
                    <a:fillRect/>
                  </a:stretch>
                </p:blipFill>
                <p:spPr>
                  <a:xfrm flipV="1">
                    <a:off x="5261069" y="3314734"/>
                    <a:ext cx="1854942" cy="1854942"/>
                  </a:xfrm>
                  <a:prstGeom prst="rect">
                    <a:avLst/>
                  </a:prstGeom>
                </p:spPr>
              </p:pic>
              <p:sp>
                <p:nvSpPr>
                  <p:cNvPr id="71" name="TextBox 70">
                    <a:extLst>
                      <a:ext uri="{FF2B5EF4-FFF2-40B4-BE49-F238E27FC236}">
                        <a16:creationId xmlns:a16="http://schemas.microsoft.com/office/drawing/2014/main" id="{B85FFA4B-43FE-5310-E8D6-5CBA5367DD2A}"/>
                      </a:ext>
                    </a:extLst>
                  </p:cNvPr>
                  <p:cNvSpPr txBox="1"/>
                  <p:nvPr/>
                </p:nvSpPr>
                <p:spPr>
                  <a:xfrm>
                    <a:off x="5819201" y="3986056"/>
                    <a:ext cx="768405" cy="69565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defTabSz="914400"/>
                    <a:r>
                      <a:rPr lang="en-US" sz="3200" b="1">
                        <a:solidFill>
                          <a:prstClr val="black"/>
                        </a:solidFill>
                        <a:latin typeface="Aptos Display" panose="02110004020202020204"/>
                      </a:rPr>
                      <a:t>…!</a:t>
                    </a:r>
                  </a:p>
                </p:txBody>
              </p:sp>
            </p:grpSp>
          </p:grpSp>
        </p:grpSp>
        <p:pic>
          <p:nvPicPr>
            <p:cNvPr id="90" name="Graphic 89" descr="Badge 4 with solid fill">
              <a:extLst>
                <a:ext uri="{FF2B5EF4-FFF2-40B4-BE49-F238E27FC236}">
                  <a16:creationId xmlns:a16="http://schemas.microsoft.com/office/drawing/2014/main" id="{F3262B82-AF1A-4B22-6CE5-E9F74AB3169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6861312" y="2260451"/>
              <a:ext cx="550271" cy="550271"/>
            </a:xfrm>
            <a:prstGeom prst="rect">
              <a:avLst/>
            </a:prstGeom>
          </p:spPr>
        </p:pic>
        <p:pic>
          <p:nvPicPr>
            <p:cNvPr id="92" name="Graphic 91" descr="Badge 6 with solid fill">
              <a:extLst>
                <a:ext uri="{FF2B5EF4-FFF2-40B4-BE49-F238E27FC236}">
                  <a16:creationId xmlns:a16="http://schemas.microsoft.com/office/drawing/2014/main" id="{F8EC4060-7448-BF26-C630-81EBFC604D1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2911318" y="3079050"/>
              <a:ext cx="550271" cy="550271"/>
            </a:xfrm>
            <a:prstGeom prst="rect">
              <a:avLst/>
            </a:prstGeom>
          </p:spPr>
        </p:pic>
        <p:pic>
          <p:nvPicPr>
            <p:cNvPr id="94" name="Graphic 93" descr="Badge with solid fill">
              <a:extLst>
                <a:ext uri="{FF2B5EF4-FFF2-40B4-BE49-F238E27FC236}">
                  <a16:creationId xmlns:a16="http://schemas.microsoft.com/office/drawing/2014/main" id="{AFD902F5-CB02-6247-D532-09DBE50DCDA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4152046" y="1736363"/>
              <a:ext cx="550271" cy="550271"/>
            </a:xfrm>
            <a:prstGeom prst="rect">
              <a:avLst/>
            </a:prstGeom>
          </p:spPr>
        </p:pic>
        <p:pic>
          <p:nvPicPr>
            <p:cNvPr id="96" name="Graphic 95" descr="Badge 3 with solid fill">
              <a:extLst>
                <a:ext uri="{FF2B5EF4-FFF2-40B4-BE49-F238E27FC236}">
                  <a16:creationId xmlns:a16="http://schemas.microsoft.com/office/drawing/2014/main" id="{B0E99A17-0336-A228-1947-8010387B24F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5291178" y="2013102"/>
              <a:ext cx="550271" cy="550271"/>
            </a:xfrm>
            <a:prstGeom prst="rect">
              <a:avLst/>
            </a:prstGeom>
          </p:spPr>
        </p:pic>
        <p:pic>
          <p:nvPicPr>
            <p:cNvPr id="98" name="Graphic 97" descr="Badge 1 with solid fill">
              <a:extLst>
                <a:ext uri="{FF2B5EF4-FFF2-40B4-BE49-F238E27FC236}">
                  <a16:creationId xmlns:a16="http://schemas.microsoft.com/office/drawing/2014/main" id="{B9D1CE8D-FEE9-F812-DE68-0249E72356F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2299110" y="1420688"/>
              <a:ext cx="550271" cy="550271"/>
            </a:xfrm>
            <a:prstGeom prst="rect">
              <a:avLst/>
            </a:prstGeom>
          </p:spPr>
        </p:pic>
        <p:pic>
          <p:nvPicPr>
            <p:cNvPr id="100" name="Graphic 99" descr="Badge 5 with solid fill">
              <a:extLst>
                <a:ext uri="{FF2B5EF4-FFF2-40B4-BE49-F238E27FC236}">
                  <a16:creationId xmlns:a16="http://schemas.microsoft.com/office/drawing/2014/main" id="{A581F47C-C31F-48DD-E094-1D32E7CDBEE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8693553" y="2248055"/>
              <a:ext cx="550271" cy="55027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48390145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ECE47-5D05-447E-8D50-DAB708F996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1" y="585216"/>
            <a:ext cx="11011601" cy="487680"/>
          </a:xfrm>
        </p:spPr>
        <p:txBody>
          <a:bodyPr/>
          <a:lstStyle/>
          <a:p>
            <a:r>
              <a:rPr lang="es-ES" sz="3200" b="0" i="0" strike="noStrike" cap="none" baseline="0">
                <a:solidFill>
                  <a:srgbClr val="000000"/>
                </a:solidFill>
                <a:effectLst/>
                <a:latin typeface="Segoe UI Semibold"/>
                <a:ea typeface="Segoe UI Semibold"/>
                <a:cs typeface="Segoe UI Semibold"/>
              </a:rPr>
              <a:t>Uso del servidor MCP de Azure Language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4787336-3E57-4E8A-EABA-ECF559FE34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defTabSz="914367">
              <a:defRPr/>
            </a:pPr>
            <a:r>
              <a:rPr lang="es-ES" sz="10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© Copyright Microsoft Corporation. Todos los derechos reservados.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5673EF26-58DD-C147-083A-6BE5CFC4AADC}"/>
              </a:ext>
            </a:extLst>
          </p:cNvPr>
          <p:cNvSpPr txBox="1"/>
          <p:nvPr/>
        </p:nvSpPr>
        <p:spPr>
          <a:xfrm>
            <a:off x="584199" y="1606551"/>
            <a:ext cx="4083595" cy="4896640"/>
          </a:xfrm>
          <a:prstGeom prst="rect">
            <a:avLst/>
          </a:prstGeom>
        </p:spPr>
        <p:txBody>
          <a:bodyPr/>
          <a:lstStyle>
            <a:lvl1pPr marL="137160" marR="0" indent="-13716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Arial" panose="020B0604020202020204" pitchFamily="34" charset="0"/>
              <a:buChar char="•"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Segoe UI" pitchFamily="34" charset="0"/>
              </a:defRPr>
            </a:lvl1pPr>
            <a:lvl2pPr marL="265176" marR="0" indent="-109728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Arial" panose="020B0604020202020204" pitchFamily="34" charset="0"/>
              <a:buChar char="•"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84048" marR="0" indent="-118872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Arial" panose="020B0604020202020204" pitchFamily="34" charset="0"/>
              <a:buChar char="•"/>
              <a:defRPr sz="12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Wingdings" panose="05000000000000000000" pitchFamily="2" charset="2"/>
              <a:buChar char=""/>
              <a:defRPr sz="1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Wingdings" panose="05000000000000000000" pitchFamily="2" charset="2"/>
              <a:buChar char=""/>
              <a:defRPr sz="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46278" lvl="1" indent="-457200">
              <a:spcBef>
                <a:spcPts val="600"/>
              </a:spcBef>
              <a:spcAft>
                <a:spcPts val="400"/>
              </a:spcAft>
              <a:buSzTx/>
              <a:buFont typeface="+mj-lt"/>
              <a:buAutoNum type="arabicPeriod"/>
            </a:pPr>
            <a:r>
              <a:rPr lang="es-ES" sz="22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Crear un agente</a:t>
            </a:r>
          </a:p>
          <a:p>
            <a:pPr marL="446278" lvl="1" indent="-457200">
              <a:spcBef>
                <a:spcPts val="600"/>
              </a:spcBef>
              <a:spcAft>
                <a:spcPts val="400"/>
              </a:spcAft>
              <a:buSzTx/>
              <a:buFont typeface="+mj-lt"/>
              <a:buAutoNum type="arabicPeriod"/>
            </a:pPr>
            <a:r>
              <a:rPr lang="es-ES" sz="22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Añadir la herramienta Servidor MCP de Azure </a:t>
            </a:r>
            <a:r>
              <a:rPr lang="es-ES" sz="2200" b="0" i="0" strike="noStrike" cap="none" baseline="0" dirty="0" err="1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Language</a:t>
            </a:r>
            <a:endParaRPr lang="es-ES" sz="2200" b="0" i="0" strike="noStrike" cap="none" baseline="0" dirty="0">
              <a:solidFill>
                <a:srgbClr val="000000"/>
              </a:solidFill>
              <a:effectLst/>
              <a:latin typeface="Segoe UI"/>
              <a:ea typeface="Segoe UI"/>
              <a:cs typeface="Segoe UI"/>
            </a:endParaRPr>
          </a:p>
          <a:p>
            <a:pPr marL="446278" lvl="1" indent="-457200">
              <a:spcBef>
                <a:spcPts val="600"/>
              </a:spcBef>
              <a:spcAft>
                <a:spcPts val="400"/>
              </a:spcAft>
              <a:buSzTx/>
              <a:buFont typeface="+mj-lt"/>
              <a:buAutoNum type="arabicPeriod"/>
            </a:pPr>
            <a:r>
              <a:rPr lang="es-ES" sz="22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Especificar las instrucciones del agente para seleccionar la herramienta cuando corresponda</a:t>
            </a:r>
          </a:p>
          <a:p>
            <a:pPr marL="446278" lvl="1" indent="-457200">
              <a:spcBef>
                <a:spcPts val="600"/>
              </a:spcBef>
              <a:spcAft>
                <a:spcPts val="400"/>
              </a:spcAft>
              <a:buSzTx/>
              <a:buFont typeface="+mj-lt"/>
              <a:buAutoNum type="arabicPeriod"/>
            </a:pPr>
            <a:r>
              <a:rPr lang="es-ES" sz="22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Prueba en el entorno</a:t>
            </a:r>
            <a:br>
              <a:rPr lang="es-ES" sz="22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</a:br>
            <a:r>
              <a:rPr lang="es-ES" sz="22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de pruebas del agente</a:t>
            </a:r>
          </a:p>
          <a:p>
            <a:pPr marL="446278" lvl="1" indent="-457200">
              <a:spcBef>
                <a:spcPts val="600"/>
              </a:spcBef>
              <a:spcAft>
                <a:spcPts val="400"/>
              </a:spcAft>
              <a:buSzTx/>
              <a:buFont typeface="+mj-lt"/>
              <a:buAutoNum type="arabicPeriod"/>
            </a:pPr>
            <a:r>
              <a:rPr lang="es-ES" sz="22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Compilar una aplicación cliente que use el agente</a:t>
            </a:r>
          </a:p>
          <a:p>
            <a:pPr marL="446278" lvl="1" indent="-457200">
              <a:spcBef>
                <a:spcPts val="600"/>
              </a:spcBef>
              <a:spcAft>
                <a:spcPts val="400"/>
              </a:spcAft>
              <a:buSzTx/>
              <a:buFont typeface="+mj-lt"/>
              <a:buAutoNum type="arabicPeriod"/>
            </a:pPr>
            <a:endParaRPr lang="en-US" sz="2200" dirty="0"/>
          </a:p>
          <a:p>
            <a:pPr marL="446278" lvl="1" indent="-457200">
              <a:spcBef>
                <a:spcPts val="600"/>
              </a:spcBef>
              <a:spcAft>
                <a:spcPts val="400"/>
              </a:spcAft>
              <a:buSzTx/>
              <a:buFont typeface="+mj-lt"/>
              <a:buAutoNum type="arabicPeriod"/>
            </a:pPr>
            <a:endParaRPr lang="en-US" sz="2200" dirty="0"/>
          </a:p>
          <a:p>
            <a:pPr marL="446278" lvl="1" indent="-457200">
              <a:spcBef>
                <a:spcPts val="600"/>
              </a:spcBef>
              <a:spcAft>
                <a:spcPts val="400"/>
              </a:spcAft>
              <a:buSzTx/>
              <a:buFont typeface="+mj-lt"/>
              <a:buAutoNum type="arabicPeriod"/>
            </a:pPr>
            <a:endParaRPr lang="en-US" sz="2200" dirty="0"/>
          </a:p>
          <a:p>
            <a:pPr marL="565150" lvl="2" indent="-457200">
              <a:spcBef>
                <a:spcPts val="200"/>
              </a:spcBef>
              <a:spcAft>
                <a:spcPts val="400"/>
              </a:spcAft>
              <a:buSzTx/>
              <a:buFont typeface="+mj-lt"/>
              <a:buAutoNum type="arabicPeriod"/>
            </a:pPr>
            <a:endParaRPr lang="en-US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BF398CF-BEC3-9097-7FCA-77BA654BC64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915406" y="1855256"/>
            <a:ext cx="6958873" cy="3788229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45539770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E47552-EEAE-49ED-0FC6-A9EBF357EB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CAB0A77-4366-5209-CF88-ABCA886572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1" t="120" r="23203" b="-120"/>
          <a:stretch>
            <a:fillRect/>
          </a:stretch>
        </p:blipFill>
        <p:spPr>
          <a:xfrm>
            <a:off x="7699682" y="2014938"/>
            <a:ext cx="4598998" cy="3344462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4CDC83EA-47A7-7D0F-E2CF-0952D2B048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5652201" cy="487680"/>
          </a:xfrm>
        </p:spPr>
        <p:txBody>
          <a:bodyPr/>
          <a:lstStyle/>
          <a:p>
            <a:r>
              <a:rPr lang="es-ES" sz="3200" b="0" i="0" strike="noStrike" cap="none" baseline="0">
                <a:solidFill>
                  <a:srgbClr val="000000"/>
                </a:solidFill>
                <a:effectLst/>
                <a:latin typeface="Segoe UI Semibold"/>
                <a:ea typeface="Segoe UI Semibold"/>
                <a:cs typeface="Segoe UI Semibold"/>
              </a:rPr>
              <a:t>Ejercicio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BED4495-5A6B-65EE-D726-A5C072FE47D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199" y="1594155"/>
            <a:ext cx="5654573" cy="304800"/>
          </a:xfrm>
        </p:spPr>
        <p:txBody>
          <a:bodyPr/>
          <a:lstStyle/>
          <a:p>
            <a:r>
              <a:rPr lang="es-ES" sz="2000" b="0" i="0" strike="noStrike" cap="none" baseline="0">
                <a:solidFill>
                  <a:srgbClr val="000000"/>
                </a:solidFill>
                <a:effectLst/>
                <a:latin typeface="Segoe UI Semibold"/>
                <a:ea typeface="Segoe UI Semibold"/>
                <a:cs typeface="Segoe UI Semibold"/>
              </a:rPr>
              <a:t>Desarrollar un agente de análisis de texto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3027B89-0569-77D0-F1A0-77E3D79254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89" y="2085764"/>
            <a:ext cx="5652201" cy="1511808"/>
          </a:xfrm>
        </p:spPr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s-ES" sz="16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En este ejercicio aprenderás a:</a:t>
            </a:r>
          </a:p>
          <a:p>
            <a:pPr defTabSz="914367">
              <a:spcBef>
                <a:spcPct val="0"/>
              </a:spcBef>
              <a:buSzTx/>
              <a:defRPr/>
            </a:pPr>
            <a:r>
              <a:rPr lang="es-ES" sz="16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Crear un agente en Microsoft Foundry</a:t>
            </a:r>
          </a:p>
          <a:p>
            <a:pPr defTabSz="914367">
              <a:spcBef>
                <a:spcPct val="0"/>
              </a:spcBef>
              <a:buSzTx/>
              <a:defRPr/>
            </a:pPr>
            <a:r>
              <a:rPr lang="es-ES" sz="16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Añadir y probar la herramienta MCP de Azure Language</a:t>
            </a:r>
          </a:p>
          <a:p>
            <a:pPr defTabSz="914367">
              <a:spcBef>
                <a:spcPct val="0"/>
              </a:spcBef>
              <a:buSzTx/>
              <a:defRPr/>
            </a:pPr>
            <a:r>
              <a:rPr lang="es-ES" sz="16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Crear una aplicación cliente para el agente</a:t>
            </a:r>
          </a:p>
          <a:p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41FA5DB-9671-EC85-80C8-6BC6769B39C4}"/>
              </a:ext>
            </a:extLst>
          </p:cNvPr>
          <p:cNvSpPr txBox="1"/>
          <p:nvPr/>
        </p:nvSpPr>
        <p:spPr>
          <a:xfrm>
            <a:off x="487330" y="3561343"/>
            <a:ext cx="4607087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s-ES" sz="16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Inicia el ejercicio en:</a:t>
            </a:r>
          </a:p>
          <a:p>
            <a:pPr lvl="0">
              <a:defRPr/>
            </a:pPr>
            <a:r>
              <a:rPr lang="es-ES" sz="16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  <a:hlinkClick r:id="rId4" history="0"/>
              </a:rPr>
              <a:t>https://go.microsoft.com/fwlink/?linkid=2356518</a:t>
            </a:r>
            <a:r>
              <a:rPr lang="es-ES" sz="16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 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9D66C76-E130-ED46-BEA5-56A6CFF05C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s-ES" sz="10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© Copyright Microsoft Corporation. Todos los derechos reservados.</a:t>
            </a:r>
          </a:p>
        </p:txBody>
      </p:sp>
      <p:sp>
        <p:nvSpPr>
          <p:cNvPr id="11" name="Flowchart: Off-page Connector 44">
            <a:extLst>
              <a:ext uri="{FF2B5EF4-FFF2-40B4-BE49-F238E27FC236}">
                <a16:creationId xmlns:a16="http://schemas.microsoft.com/office/drawing/2014/main" id="{4F05B9B2-0A07-5BE4-6F8A-150D4C29A25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 bwMode="auto">
          <a:xfrm rot="5400000">
            <a:off x="5960050" y="2240301"/>
            <a:ext cx="1865376" cy="3566160"/>
          </a:xfrm>
          <a:prstGeom prst="flowChartOffpageConnector">
            <a:avLst/>
          </a:prstGeom>
          <a:solidFill>
            <a:schemeClr val="accent3">
              <a:lumMod val="75000"/>
            </a:schemeClr>
          </a:solidFill>
          <a:ln>
            <a:noFill/>
            <a:headEnd type="none" w="med" len="med"/>
            <a:tailEnd type="none" w="med" len="med"/>
          </a:ln>
          <a:effectLst>
            <a:outerShdw blurRad="317500" algn="ctr" rotWithShape="0">
              <a:prstClr val="black">
                <a:alpha val="20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vert270" wrap="square" lIns="274320" tIns="585216" rIns="274320" bIns="1828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lang="es-ES" sz="1700" b="1" i="0" strike="noStrike" cap="none" baseline="0" dirty="0">
                <a:solidFill>
                  <a:srgbClr val="FFFFFF"/>
                </a:solidFill>
                <a:effectLst/>
                <a:latin typeface="Segoe UI Semibold"/>
                <a:ea typeface="Segoe UI Semibold"/>
                <a:cs typeface="Segoe UI Semibold"/>
              </a:rPr>
              <a:t>Instructores:</a:t>
            </a:r>
            <a:r>
              <a:rPr lang="es-ES" sz="1800" b="1" i="0" strike="noStrike" cap="none" baseline="0" dirty="0">
                <a:solidFill>
                  <a:srgbClr val="FFFFFF"/>
                </a:solidFill>
                <a:effectLst/>
                <a:latin typeface="Segoe UI Semibold"/>
                <a:ea typeface="Segoe UI Semibold"/>
                <a:cs typeface="Segoe UI Semibold"/>
              </a:rPr>
              <a:t> 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Semibold"/>
              <a:ea typeface="Segoe UI" pitchFamily="34" charset="0"/>
              <a:cs typeface="Segoe UI" pitchFamily="34" charset="0"/>
            </a:endParaRPr>
          </a:p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lang="es-ES" sz="1250" b="0" i="0" strike="noStrike" cap="none" baseline="0" dirty="0">
                <a:solidFill>
                  <a:srgbClr val="FFFFFF"/>
                </a:solidFill>
                <a:effectLst/>
                <a:latin typeface="Segoe UI"/>
                <a:ea typeface="Segoe UI"/>
                <a:cs typeface="Segoe UI"/>
              </a:rPr>
              <a:t>Personaliza esta diapositiva para incluir el vínculo</a:t>
            </a:r>
            <a:br>
              <a:rPr lang="es-ES" sz="1250" b="0" i="0" strike="noStrike" cap="none" baseline="0" dirty="0">
                <a:solidFill>
                  <a:srgbClr val="FFFFFF"/>
                </a:solidFill>
                <a:effectLst/>
                <a:latin typeface="Segoe UI"/>
                <a:ea typeface="Segoe UI"/>
                <a:cs typeface="Segoe UI"/>
              </a:rPr>
            </a:br>
            <a:r>
              <a:rPr lang="es-ES" sz="1250" b="0" i="0" strike="noStrike" cap="none" baseline="0" dirty="0">
                <a:solidFill>
                  <a:srgbClr val="FFFFFF"/>
                </a:solidFill>
                <a:effectLst/>
                <a:latin typeface="Segoe UI"/>
                <a:ea typeface="Segoe UI"/>
                <a:cs typeface="Segoe UI"/>
              </a:rPr>
              <a:t>al entorno de laboratorio hospedado y las instrucciones personalizadas.</a:t>
            </a:r>
          </a:p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lang="es-ES" sz="1250" b="0" i="0" strike="noStrike" cap="none" baseline="0" dirty="0">
                <a:solidFill>
                  <a:srgbClr val="FFFFFF"/>
                </a:solidFill>
                <a:effectLst/>
                <a:latin typeface="Segoe UI"/>
                <a:ea typeface="Segoe UI"/>
                <a:cs typeface="Segoe UI"/>
              </a:rPr>
              <a:t>(a continuación,</a:t>
            </a:r>
            <a:br>
              <a:rPr lang="es-ES" sz="1250" b="0" i="0" strike="noStrike" cap="none" baseline="0" dirty="0">
                <a:solidFill>
                  <a:srgbClr val="FFFFFF"/>
                </a:solidFill>
                <a:effectLst/>
                <a:latin typeface="Segoe UI"/>
                <a:ea typeface="Segoe UI"/>
                <a:cs typeface="Segoe UI"/>
              </a:rPr>
            </a:br>
            <a:r>
              <a:rPr lang="es-ES" sz="1250" b="0" i="0" strike="noStrike" cap="none" baseline="0" dirty="0">
                <a:solidFill>
                  <a:srgbClr val="FFFFFF"/>
                </a:solidFill>
                <a:effectLst/>
                <a:latin typeface="Segoe UI"/>
                <a:ea typeface="Segoe UI"/>
                <a:cs typeface="Segoe UI"/>
              </a:rPr>
              <a:t>quita esta flecha)</a:t>
            </a:r>
          </a:p>
        </p:txBody>
      </p:sp>
    </p:spTree>
    <p:extLst>
      <p:ext uri="{BB962C8B-B14F-4D97-AF65-F5344CB8AC3E}">
        <p14:creationId xmlns:p14="http://schemas.microsoft.com/office/powerpoint/2010/main" val="1995003353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DC152-A6E3-6F33-7CA2-CA9F67824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276E6D-D0D9-2B59-A302-8D7E5FD410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3200" b="0" i="0" strike="noStrike" cap="none" baseline="0">
                <a:solidFill>
                  <a:srgbClr val="000000"/>
                </a:solidFill>
                <a:effectLst/>
                <a:latin typeface="Segoe UI Semibold"/>
                <a:ea typeface="Segoe UI Semibold"/>
                <a:cs typeface="Segoe UI Semibold"/>
              </a:rPr>
              <a:t>Prueba de conocimientos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15826A6-6599-C39F-FB74-667354C560A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235075" y="2348106"/>
            <a:ext cx="8778782" cy="213360"/>
          </a:xfrm>
        </p:spPr>
        <p:txBody>
          <a:bodyPr/>
          <a:lstStyle/>
          <a:p>
            <a:r>
              <a:rPr lang="es-ES" sz="1400" b="1" i="0" strike="noStrike" cap="none" baseline="0">
                <a:solidFill>
                  <a:srgbClr val="000000"/>
                </a:solidFill>
                <a:effectLst/>
                <a:latin typeface="Segoe UI Semibold"/>
                <a:ea typeface="Segoe UI Semibold"/>
                <a:cs typeface="Segoe UI Semibold"/>
              </a:rPr>
              <a:t>¿Cuál es el rol principal del servidor MCP de Azure Language?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4B120D2-420C-9741-DA22-426253811E9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35075" y="2673319"/>
            <a:ext cx="8775098" cy="938784"/>
          </a:xfrm>
          <a:noFill/>
        </p:spPr>
        <p:txBody>
          <a:bodyPr/>
          <a:lstStyle/>
          <a:p>
            <a:r>
              <a:rPr lang="es-ES" sz="14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Entrenar y ajustar modelos de lenguaje personalizados para su uso por parte de agentes de IA.</a:t>
            </a:r>
          </a:p>
          <a:p>
            <a:r>
              <a:rPr lang="es-ES" sz="14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Exponer funcionalidades de análisis de texto de Azure Language como herramientas MCP para agentes.</a:t>
            </a:r>
          </a:p>
          <a:p>
            <a:r>
              <a:rPr lang="es-ES" sz="14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Implementar y administrar modelos de lenguaje grandes en una suscripción a Azure.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10D9CF5-5AD8-3F28-6509-E6D4A9D4651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235075" y="3979935"/>
            <a:ext cx="8778782" cy="426720"/>
          </a:xfrm>
        </p:spPr>
        <p:txBody>
          <a:bodyPr/>
          <a:lstStyle/>
          <a:p>
            <a:r>
              <a:rPr lang="es-ES" sz="1400" b="1" i="0" strike="noStrike" cap="none" baseline="0" dirty="0">
                <a:solidFill>
                  <a:srgbClr val="000000"/>
                </a:solidFill>
                <a:effectLst/>
                <a:latin typeface="Segoe UI Semibold"/>
                <a:ea typeface="Segoe UI Semibold"/>
                <a:cs typeface="Segoe UI Semibold"/>
              </a:rPr>
              <a:t>¿Cómo determina un agente qué herramienta MCP de Azure </a:t>
            </a:r>
            <a:r>
              <a:rPr lang="es-ES" sz="1400" b="1" i="0" strike="noStrike" cap="none" baseline="0" dirty="0" err="1">
                <a:solidFill>
                  <a:srgbClr val="000000"/>
                </a:solidFill>
                <a:effectLst/>
                <a:latin typeface="Segoe UI Semibold"/>
                <a:ea typeface="Segoe UI Semibold"/>
                <a:cs typeface="Segoe UI Semibold"/>
              </a:rPr>
              <a:t>Language</a:t>
            </a:r>
            <a:r>
              <a:rPr lang="es-ES" sz="1400" b="1" i="0" strike="noStrike" cap="none" baseline="0" dirty="0">
                <a:solidFill>
                  <a:srgbClr val="000000"/>
                </a:solidFill>
                <a:effectLst/>
                <a:latin typeface="Segoe UI Semibold"/>
                <a:ea typeface="Segoe UI Semibold"/>
                <a:cs typeface="Segoe UI Semibold"/>
              </a:rPr>
              <a:t> debe llamar al procesar la indicación de un usuario?</a:t>
            </a:r>
            <a:endParaRPr lang="en-US" noProof="0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85615F16-5D3B-2FD7-4DB2-9595560BBCC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235074" y="4429767"/>
            <a:ext cx="8775098" cy="1152144"/>
          </a:xfrm>
        </p:spPr>
        <p:txBody>
          <a:bodyPr/>
          <a:lstStyle/>
          <a:p>
            <a:r>
              <a:rPr lang="es-ES" sz="14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El desarrollador escribe la lógica de cálculo de ruta para dirigir cada indicación a una herramienta específica.</a:t>
            </a:r>
          </a:p>
          <a:p>
            <a:r>
              <a:rPr lang="es-ES" sz="14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El agente compara la indicación con las descripciones de herramientas recibidas del servidor MCP.</a:t>
            </a:r>
          </a:p>
          <a:p>
            <a:r>
              <a:rPr lang="es-ES" sz="14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El servidor MCP analiza la indicación y la redirige automáticamente a una herramienta.</a:t>
            </a:r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404D9578-F100-2D27-DEF8-9703F8D678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722582" y="2261021"/>
            <a:ext cx="399208" cy="39920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indent="0" algn="ctr" defTabSz="91440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s-ES" sz="1800" b="1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1</a:t>
            </a:r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CA0DE29A-C331-F24E-4543-D1D46F54BB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722582" y="3986749"/>
            <a:ext cx="399208" cy="39920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indent="0" algn="ctr" defTabSz="91440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s-ES" sz="1800" b="1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2</a:t>
            </a:r>
          </a:p>
        </p:txBody>
      </p:sp>
      <p:sp>
        <p:nvSpPr>
          <p:cNvPr id="80" name="Graphic 26">
            <a:extLst>
              <a:ext uri="{FF2B5EF4-FFF2-40B4-BE49-F238E27FC236}">
                <a16:creationId xmlns:a16="http://schemas.microsoft.com/office/drawing/2014/main" id="{2B49D44A-D582-8833-4A99-5DA197C758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63852" y="4738435"/>
            <a:ext cx="163976" cy="115172"/>
          </a:xfrm>
          <a:custGeom>
            <a:avLst/>
            <a:gdLst>
              <a:gd name="connsiteX0" fmla="*/ 249301 w 273255"/>
              <a:gd name="connsiteY0" fmla="*/ 0 h 191929"/>
              <a:gd name="connsiteX1" fmla="*/ 97887 w 273255"/>
              <a:gd name="connsiteY1" fmla="*/ 143134 h 191929"/>
              <a:gd name="connsiteX2" fmla="*/ 25137 w 273255"/>
              <a:gd name="connsiteY2" fmla="*/ 68610 h 191929"/>
              <a:gd name="connsiteX3" fmla="*/ 0 w 273255"/>
              <a:gd name="connsiteY3" fmla="*/ 92564 h 191929"/>
              <a:gd name="connsiteX4" fmla="*/ 96704 w 273255"/>
              <a:gd name="connsiteY4" fmla="*/ 191930 h 191929"/>
              <a:gd name="connsiteX5" fmla="*/ 122137 w 273255"/>
              <a:gd name="connsiteY5" fmla="*/ 168271 h 191929"/>
              <a:gd name="connsiteX6" fmla="*/ 273256 w 273255"/>
              <a:gd name="connsiteY6" fmla="*/ 24841 h 191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73255" h="191929">
                <a:moveTo>
                  <a:pt x="249301" y="0"/>
                </a:moveTo>
                <a:lnTo>
                  <a:pt x="97887" y="143134"/>
                </a:lnTo>
                <a:lnTo>
                  <a:pt x="25137" y="68610"/>
                </a:lnTo>
                <a:lnTo>
                  <a:pt x="0" y="92564"/>
                </a:lnTo>
                <a:lnTo>
                  <a:pt x="96704" y="191930"/>
                </a:lnTo>
                <a:lnTo>
                  <a:pt x="122137" y="168271"/>
                </a:lnTo>
                <a:lnTo>
                  <a:pt x="273256" y="24841"/>
                </a:lnTo>
                <a:close/>
              </a:path>
            </a:pathLst>
          </a:custGeom>
          <a:noFill/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3" name="Graphic 26">
            <a:extLst>
              <a:ext uri="{FF2B5EF4-FFF2-40B4-BE49-F238E27FC236}">
                <a16:creationId xmlns:a16="http://schemas.microsoft.com/office/drawing/2014/main" id="{1C179E01-8A91-4C85-2C92-1ABCFAFBA8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64986" y="2964225"/>
            <a:ext cx="163976" cy="115172"/>
          </a:xfrm>
          <a:custGeom>
            <a:avLst/>
            <a:gdLst>
              <a:gd name="connsiteX0" fmla="*/ 249301 w 273255"/>
              <a:gd name="connsiteY0" fmla="*/ 0 h 191929"/>
              <a:gd name="connsiteX1" fmla="*/ 97887 w 273255"/>
              <a:gd name="connsiteY1" fmla="*/ 143134 h 191929"/>
              <a:gd name="connsiteX2" fmla="*/ 25137 w 273255"/>
              <a:gd name="connsiteY2" fmla="*/ 68610 h 191929"/>
              <a:gd name="connsiteX3" fmla="*/ 0 w 273255"/>
              <a:gd name="connsiteY3" fmla="*/ 92564 h 191929"/>
              <a:gd name="connsiteX4" fmla="*/ 96704 w 273255"/>
              <a:gd name="connsiteY4" fmla="*/ 191930 h 191929"/>
              <a:gd name="connsiteX5" fmla="*/ 122137 w 273255"/>
              <a:gd name="connsiteY5" fmla="*/ 168271 h 191929"/>
              <a:gd name="connsiteX6" fmla="*/ 273256 w 273255"/>
              <a:gd name="connsiteY6" fmla="*/ 24841 h 191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73255" h="191929">
                <a:moveTo>
                  <a:pt x="249301" y="0"/>
                </a:moveTo>
                <a:lnTo>
                  <a:pt x="97887" y="143134"/>
                </a:lnTo>
                <a:lnTo>
                  <a:pt x="25137" y="68610"/>
                </a:lnTo>
                <a:lnTo>
                  <a:pt x="0" y="92564"/>
                </a:lnTo>
                <a:lnTo>
                  <a:pt x="96704" y="191930"/>
                </a:lnTo>
                <a:lnTo>
                  <a:pt x="122137" y="168271"/>
                </a:lnTo>
                <a:lnTo>
                  <a:pt x="273256" y="24841"/>
                </a:lnTo>
                <a:close/>
              </a:path>
            </a:pathLst>
          </a:custGeom>
          <a:noFill/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3779C37C-59DB-5718-00C0-4E21AC635426}"/>
              </a:ext>
            </a:extLst>
          </p:cNvPr>
          <p:cNvSpPr txBox="1"/>
          <p:nvPr/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 eaLnBrk="1" latinLnBrk="0" hangingPunct="1"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s-ES" sz="10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© Copyright Microsoft Corporation. Todos los derechos reservados.</a:t>
            </a:r>
            <a:endParaRPr lang="en-US" sz="1000">
              <a:solidFill>
                <a:srgbClr val="000000"/>
              </a:solidFill>
              <a:latin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10867745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" grpId="0" animBg="1"/>
      <p:bldP spid="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93CA20-1163-462A-B916-12EFD5AF27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BD5724-7E0A-08AD-8472-6701F1CE5B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9911" y="1561763"/>
            <a:ext cx="7316789" cy="2438400"/>
          </a:xfrm>
        </p:spPr>
        <p:txBody>
          <a:bodyPr/>
          <a:lstStyle/>
          <a:p>
            <a:r>
              <a:rPr lang="es-ES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Desarrollo de una aplicación de IA generativa compatible con voz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6F5E27-6326-E274-D124-D23423508AF4}"/>
              </a:ext>
            </a:extLst>
          </p:cNvPr>
          <p:cNvSpPr txBox="1"/>
          <p:nvPr/>
        </p:nvSpPr>
        <p:spPr>
          <a:xfrm>
            <a:off x="478471" y="4000163"/>
            <a:ext cx="5230566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s-ES" sz="1765" b="0" i="0" strike="noStrike" cap="none" baseline="0">
                <a:solidFill>
                  <a:srgbClr val="BF3AC4"/>
                </a:solidFill>
                <a:effectLst/>
                <a:latin typeface="Segoe UI"/>
                <a:ea typeface="Segoe UI"/>
                <a:cs typeface="Segoe UI"/>
              </a:rPr>
              <a:t>https://aka.ms/mslearn-generative-ai-speech</a:t>
            </a:r>
          </a:p>
        </p:txBody>
      </p:sp>
    </p:spTree>
    <p:extLst>
      <p:ext uri="{BB962C8B-B14F-4D97-AF65-F5344CB8AC3E}">
        <p14:creationId xmlns:p14="http://schemas.microsoft.com/office/powerpoint/2010/main" val="3074231582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48A511-8EFF-4188-D863-4A7619E831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956818F-E974-9BCE-F01E-80CD788908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1" y="585216"/>
            <a:ext cx="10102599" cy="975360"/>
          </a:xfrm>
        </p:spPr>
        <p:txBody>
          <a:bodyPr/>
          <a:lstStyle/>
          <a:p>
            <a:r>
              <a:rPr lang="es-ES" sz="3200" b="0" i="0" strike="noStrike" cap="none" baseline="0" dirty="0">
                <a:solidFill>
                  <a:srgbClr val="000000"/>
                </a:solidFill>
                <a:effectLst/>
                <a:latin typeface="Segoe UI Semibold"/>
                <a:ea typeface="Segoe UI Semibold"/>
                <a:cs typeface="Segoe UI Semibold"/>
              </a:rPr>
              <a:t>Modelos compatibles con voz en modelos de Microsoft </a:t>
            </a:r>
            <a:r>
              <a:rPr lang="es-ES" sz="3200" b="0" i="0" strike="noStrike" cap="none" baseline="0" dirty="0" err="1">
                <a:solidFill>
                  <a:srgbClr val="000000"/>
                </a:solidFill>
                <a:effectLst/>
                <a:latin typeface="Segoe UI Semibold"/>
                <a:ea typeface="Segoe UI Semibold"/>
                <a:cs typeface="Segoe UI Semibold"/>
              </a:rPr>
              <a:t>Foundry</a:t>
            </a:r>
            <a:endParaRPr lang="es-ES" sz="3200" b="0" i="0" strike="noStrike" cap="none" baseline="0" dirty="0">
              <a:solidFill>
                <a:srgbClr val="000000"/>
              </a:solidFill>
              <a:effectLst/>
              <a:latin typeface="Segoe UI Semibold"/>
              <a:ea typeface="Segoe UI Semibold"/>
              <a:cs typeface="Segoe UI Semibold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251CB8-3635-05D4-B785-8FAFDE0FD7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s-ES" sz="10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© Copyright Microsoft Corporation. Todos los derechos reservados.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16706E3-46BE-33FF-D0AF-8979E527B91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73720" y="2208237"/>
            <a:ext cx="5163755" cy="1686560"/>
          </a:xfrm>
        </p:spPr>
        <p:txBody>
          <a:bodyPr/>
          <a:lstStyle/>
          <a:p>
            <a:pPr>
              <a:defRPr/>
            </a:pPr>
            <a:r>
              <a:rPr lang="es-ES" sz="2400" b="0" i="0" strike="noStrike" cap="none" baseline="0">
                <a:solidFill>
                  <a:srgbClr val="000000"/>
                </a:solidFill>
                <a:effectLst/>
                <a:latin typeface="Segoe UI Semibold"/>
                <a:ea typeface="Segoe UI Semibold"/>
                <a:cs typeface="Segoe UI Semibold"/>
              </a:rPr>
              <a:t>Filtrar y buscar:</a:t>
            </a:r>
          </a:p>
          <a:p>
            <a:pPr marL="280988" lvl="1" indent="-180975">
              <a:spcBef>
                <a:spcPts val="200"/>
              </a:spcBef>
              <a:spcAft>
                <a:spcPts val="400"/>
              </a:spcAft>
              <a:defRPr/>
            </a:pPr>
            <a:r>
              <a:rPr lang="es-ES" sz="20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Modelos de IA generativa que pueden convertir voz en texto</a:t>
            </a:r>
          </a:p>
          <a:p>
            <a:pPr marL="280988" lvl="1" indent="-180975">
              <a:spcBef>
                <a:spcPts val="200"/>
              </a:spcBef>
              <a:spcAft>
                <a:spcPts val="400"/>
              </a:spcAft>
              <a:defRPr/>
            </a:pPr>
            <a:r>
              <a:rPr lang="es-ES" sz="20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Modelos de IA generativa que pueden sintetizar texto a voz</a:t>
            </a:r>
            <a:endParaRPr lang="en-US" sz="16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3E01DE-EC31-5DC1-84F0-60FD07ABAFE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830671" y="1501084"/>
            <a:ext cx="6049812" cy="4713812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3028157638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48A511-8EFF-4188-D863-4A7619E831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46D84DA5-D77E-F472-B3BD-93515B5CA995}"/>
              </a:ext>
            </a:extLst>
          </p:cNvPr>
          <p:cNvSpPr/>
          <p:nvPr/>
        </p:nvSpPr>
        <p:spPr bwMode="auto">
          <a:xfrm>
            <a:off x="1871187" y="1857645"/>
            <a:ext cx="8163358" cy="1486893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463668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956818F-E974-9BCE-F01E-80CD788908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1" y="585216"/>
            <a:ext cx="11011601" cy="975360"/>
          </a:xfrm>
        </p:spPr>
        <p:txBody>
          <a:bodyPr/>
          <a:lstStyle/>
          <a:p>
            <a:r>
              <a:rPr lang="es-ES" sz="3200" b="0" i="0" strike="noStrike" cap="none" baseline="0">
                <a:solidFill>
                  <a:srgbClr val="000000"/>
                </a:solidFill>
                <a:effectLst/>
                <a:latin typeface="Segoe UI Semibold"/>
                <a:ea typeface="Segoe UI Semibold"/>
                <a:cs typeface="Segoe UI Semibold"/>
              </a:rPr>
              <a:t>Uso de modelos de IA generativa compatibles con voz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251CB8-3635-05D4-B785-8FAFDE0FD7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s-ES" sz="10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© Copyright Microsoft Corporation. Todos los derechos reservados.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F828394-ADC0-56F7-88A6-614F514519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96431" y="1436443"/>
            <a:ext cx="876572" cy="986842"/>
          </a:xfrm>
          <a:prstGeom prst="rect">
            <a:avLst/>
          </a:prstGeom>
        </p:spPr>
      </p:pic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61F831D4-D4BA-FE65-10A9-B6BBF70090D8}"/>
              </a:ext>
            </a:extLst>
          </p:cNvPr>
          <p:cNvSpPr/>
          <p:nvPr/>
        </p:nvSpPr>
        <p:spPr bwMode="auto">
          <a:xfrm>
            <a:off x="2682218" y="2279064"/>
            <a:ext cx="6501539" cy="986250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463668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E02A792-CB6A-7378-0297-16ADFEEEF9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49742" y="1850348"/>
            <a:ext cx="794161" cy="79416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1A60807-FDFC-FD9C-E419-C316B95CEA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6856" y="2322549"/>
            <a:ext cx="645238" cy="645238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2D7EAB47-76D7-11D9-1085-752A1A2173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24612" y="2322549"/>
            <a:ext cx="645238" cy="645238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CB2BA871-C56A-7FC7-E83B-8A57DDDE826C}"/>
              </a:ext>
            </a:extLst>
          </p:cNvPr>
          <p:cNvSpPr txBox="1"/>
          <p:nvPr/>
        </p:nvSpPr>
        <p:spPr>
          <a:xfrm>
            <a:off x="2373003" y="1564372"/>
            <a:ext cx="1831655" cy="24627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s-ES" sz="1600" b="0" i="0" strike="noStrike" cap="none" baseline="0">
                <a:solidFill>
                  <a:srgbClr val="000000"/>
                </a:solidFill>
                <a:effectLst/>
                <a:latin typeface="Segoe UI Semibold"/>
                <a:ea typeface="Segoe UI Semibold"/>
                <a:cs typeface="Segoe UI Semibold"/>
              </a:rPr>
              <a:t>Microsoft Foundry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E248C89-57FF-E93A-ED2E-2599704EC100}"/>
              </a:ext>
            </a:extLst>
          </p:cNvPr>
          <p:cNvSpPr txBox="1"/>
          <p:nvPr/>
        </p:nvSpPr>
        <p:spPr>
          <a:xfrm>
            <a:off x="2981935" y="1981537"/>
            <a:ext cx="2180590" cy="24627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s-ES" sz="1600" b="0" i="0" strike="noStrike" cap="none" baseline="0">
                <a:solidFill>
                  <a:srgbClr val="000000"/>
                </a:solidFill>
                <a:effectLst/>
                <a:latin typeface="Segoe UI Semibold"/>
                <a:ea typeface="Segoe UI Semibold"/>
                <a:cs typeface="Segoe UI Semibold"/>
              </a:rPr>
              <a:t>Modelos de fundición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401BF74-D0AD-2F18-18E5-D2DB1EBC1544}"/>
              </a:ext>
            </a:extLst>
          </p:cNvPr>
          <p:cNvSpPr txBox="1"/>
          <p:nvPr/>
        </p:nvSpPr>
        <p:spPr>
          <a:xfrm>
            <a:off x="4056642" y="2884289"/>
            <a:ext cx="1785158" cy="24627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en-US"/>
            </a:defPPr>
            <a:lvl1pPr>
              <a:defRPr sz="1600">
                <a:latin typeface="+mj-lt"/>
              </a:defRPr>
            </a:lvl1pPr>
          </a:lstStyle>
          <a:p>
            <a:r>
              <a:rPr lang="es-ES" sz="16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gpt-4o-transcribe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D66F61C-5164-403B-8626-AB83E178D432}"/>
              </a:ext>
            </a:extLst>
          </p:cNvPr>
          <p:cNvSpPr txBox="1"/>
          <p:nvPr/>
        </p:nvSpPr>
        <p:spPr>
          <a:xfrm>
            <a:off x="6935439" y="2870329"/>
            <a:ext cx="1013934" cy="24627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en-US"/>
            </a:defPPr>
            <a:lvl1pPr>
              <a:defRPr sz="1600">
                <a:latin typeface="+mj-lt"/>
              </a:defRPr>
            </a:lvl1pPr>
          </a:lstStyle>
          <a:p>
            <a:r>
              <a:rPr lang="es-ES" sz="16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gpt-4o-tts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28A21FB1-171D-4BF2-F91C-D516B9B11F73}"/>
              </a:ext>
            </a:extLst>
          </p:cNvPr>
          <p:cNvGrpSpPr/>
          <p:nvPr/>
        </p:nvGrpSpPr>
        <p:grpSpPr>
          <a:xfrm>
            <a:off x="5126271" y="4055245"/>
            <a:ext cx="1891205" cy="1891204"/>
            <a:chOff x="10521113" y="3976905"/>
            <a:chExt cx="2099670" cy="2099670"/>
          </a:xfrm>
        </p:grpSpPr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642EA151-F206-6197-6625-31A2CCDEC105}"/>
                </a:ext>
              </a:extLst>
            </p:cNvPr>
            <p:cNvGrpSpPr/>
            <p:nvPr/>
          </p:nvGrpSpPr>
          <p:grpSpPr>
            <a:xfrm>
              <a:off x="10521113" y="3976905"/>
              <a:ext cx="2099670" cy="2099670"/>
              <a:chOff x="1491914" y="3563162"/>
              <a:chExt cx="1686910" cy="1686910"/>
            </a:xfrm>
          </p:grpSpPr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5C7DF437-9C2B-EA7E-2DF5-4DAC413A62C8}"/>
                  </a:ext>
                </a:extLst>
              </p:cNvPr>
              <p:cNvSpPr/>
              <p:nvPr/>
            </p:nvSpPr>
            <p:spPr>
              <a:xfrm>
                <a:off x="2130417" y="3899339"/>
                <a:ext cx="438843" cy="628662"/>
              </a:xfrm>
              <a:prstGeom prst="rect">
                <a:avLst/>
              </a:prstGeom>
              <a:solidFill>
                <a:srgbClr val="FFCCCC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6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7C7D422C-5A7F-2BAE-6007-AFF6C6501576}"/>
                  </a:ext>
                </a:extLst>
              </p:cNvPr>
              <p:cNvSpPr/>
              <p:nvPr/>
            </p:nvSpPr>
            <p:spPr>
              <a:xfrm>
                <a:off x="2102069" y="4580468"/>
                <a:ext cx="409903" cy="506539"/>
              </a:xfrm>
              <a:prstGeom prst="rect">
                <a:avLst/>
              </a:prstGeom>
              <a:solidFill>
                <a:sysClr val="window" lastClr="FFFFFF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6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pic>
            <p:nvPicPr>
              <p:cNvPr id="58" name="Graphic 57" descr="Office worker female with solid fill">
                <a:extLst>
                  <a:ext uri="{FF2B5EF4-FFF2-40B4-BE49-F238E27FC236}">
                    <a16:creationId xmlns:a16="http://schemas.microsoft.com/office/drawing/2014/main" id="{CDDE01D5-9C6E-5AEE-4C3C-24C4A7561B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1491914" y="3563162"/>
                <a:ext cx="1686910" cy="1686910"/>
              </a:xfrm>
              <a:prstGeom prst="rect">
                <a:avLst/>
              </a:prstGeom>
            </p:spPr>
          </p:pic>
          <p:pic>
            <p:nvPicPr>
              <p:cNvPr id="59" name="Graphic 58" descr="Office worker female with solid fill">
                <a:extLst>
                  <a:ext uri="{FF2B5EF4-FFF2-40B4-BE49-F238E27FC236}">
                    <a16:creationId xmlns:a16="http://schemas.microsoft.com/office/drawing/2014/main" id="{2A851BAB-4B53-AF83-46B0-F304CC87A8A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rcRect b="47789"/>
              <a:stretch>
                <a:fillRect/>
              </a:stretch>
            </p:blipFill>
            <p:spPr>
              <a:xfrm>
                <a:off x="1491914" y="3563162"/>
                <a:ext cx="1686910" cy="880758"/>
              </a:xfrm>
              <a:prstGeom prst="rect">
                <a:avLst/>
              </a:prstGeom>
            </p:spPr>
          </p:pic>
        </p:grpSp>
        <p:sp>
          <p:nvSpPr>
            <p:cNvPr id="50" name="Rectangle: Rounded Corners 49">
              <a:extLst>
                <a:ext uri="{FF2B5EF4-FFF2-40B4-BE49-F238E27FC236}">
                  <a16:creationId xmlns:a16="http://schemas.microsoft.com/office/drawing/2014/main" id="{3D341C4E-13D7-5944-C3BE-B8C76F73928B}"/>
                </a:ext>
              </a:extLst>
            </p:cNvPr>
            <p:cNvSpPr/>
            <p:nvPr/>
          </p:nvSpPr>
          <p:spPr>
            <a:xfrm>
              <a:off x="11086623" y="5347785"/>
              <a:ext cx="1010689" cy="690063"/>
            </a:xfrm>
            <a:prstGeom prst="roundRect">
              <a:avLst>
                <a:gd name="adj" fmla="val 7594"/>
              </a:avLst>
            </a:prstGeom>
            <a:solidFill>
              <a:sysClr val="window" lastClr="FFFFFF">
                <a:lumMod val="95000"/>
              </a:sysClr>
            </a:solidFill>
            <a:ln w="19050" cap="flat" cmpd="sng" algn="ctr">
              <a:solidFill>
                <a:srgbClr val="156082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6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2E667216-1635-26E7-988F-DF853C151DF7}"/>
                </a:ext>
              </a:extLst>
            </p:cNvPr>
            <p:cNvGrpSpPr/>
            <p:nvPr/>
          </p:nvGrpSpPr>
          <p:grpSpPr>
            <a:xfrm>
              <a:off x="11510972" y="5603112"/>
              <a:ext cx="197934" cy="197934"/>
              <a:chOff x="8716215" y="1027821"/>
              <a:chExt cx="232631" cy="232631"/>
            </a:xfrm>
          </p:grpSpPr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07973EEB-B9B0-7084-FE88-BF92236E0549}"/>
                  </a:ext>
                </a:extLst>
              </p:cNvPr>
              <p:cNvSpPr/>
              <p:nvPr/>
            </p:nvSpPr>
            <p:spPr>
              <a:xfrm>
                <a:off x="8716215" y="1027821"/>
                <a:ext cx="109492" cy="109492"/>
              </a:xfrm>
              <a:prstGeom prst="rect">
                <a:avLst/>
              </a:prstGeom>
              <a:solidFill>
                <a:srgbClr val="E8E8E8">
                  <a:lumMod val="75000"/>
                </a:srgbClr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6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5CDA763B-55D9-82E9-E977-96AC3F3E09E9}"/>
                  </a:ext>
                </a:extLst>
              </p:cNvPr>
              <p:cNvSpPr/>
              <p:nvPr/>
            </p:nvSpPr>
            <p:spPr>
              <a:xfrm>
                <a:off x="8839354" y="1027821"/>
                <a:ext cx="109492" cy="109492"/>
              </a:xfrm>
              <a:prstGeom prst="rect">
                <a:avLst/>
              </a:prstGeom>
              <a:solidFill>
                <a:srgbClr val="E8E8E8">
                  <a:lumMod val="75000"/>
                </a:srgbClr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6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26DAD10E-151E-495C-AFCB-D11EEC61EA33}"/>
                  </a:ext>
                </a:extLst>
              </p:cNvPr>
              <p:cNvSpPr/>
              <p:nvPr/>
            </p:nvSpPr>
            <p:spPr>
              <a:xfrm>
                <a:off x="8716215" y="1150960"/>
                <a:ext cx="109492" cy="109492"/>
              </a:xfrm>
              <a:prstGeom prst="rect">
                <a:avLst/>
              </a:prstGeom>
              <a:solidFill>
                <a:srgbClr val="E8E8E8">
                  <a:lumMod val="75000"/>
                </a:srgbClr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6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BF872AA7-DBB1-00D4-6054-0B89D37C0D8D}"/>
                  </a:ext>
                </a:extLst>
              </p:cNvPr>
              <p:cNvSpPr/>
              <p:nvPr/>
            </p:nvSpPr>
            <p:spPr>
              <a:xfrm>
                <a:off x="8839354" y="1150960"/>
                <a:ext cx="109492" cy="109492"/>
              </a:xfrm>
              <a:prstGeom prst="rect">
                <a:avLst/>
              </a:prstGeom>
              <a:solidFill>
                <a:srgbClr val="E8E8E8">
                  <a:lumMod val="75000"/>
                </a:srgbClr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6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</p:grpSp>
      <p:pic>
        <p:nvPicPr>
          <p:cNvPr id="47" name="Graphic 46" descr="Speech with solid fill">
            <a:extLst>
              <a:ext uri="{FF2B5EF4-FFF2-40B4-BE49-F238E27FC236}">
                <a16:creationId xmlns:a16="http://schemas.microsoft.com/office/drawing/2014/main" id="{1DB6B3E6-714E-BE63-F844-BFD3A965B49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H="1">
            <a:off x="6358171" y="3821563"/>
            <a:ext cx="1559275" cy="1559275"/>
          </a:xfrm>
          <a:prstGeom prst="rect">
            <a:avLst/>
          </a:prstGeom>
        </p:spPr>
      </p:pic>
      <p:grpSp>
        <p:nvGrpSpPr>
          <p:cNvPr id="80" name="Group 79">
            <a:extLst>
              <a:ext uri="{FF2B5EF4-FFF2-40B4-BE49-F238E27FC236}">
                <a16:creationId xmlns:a16="http://schemas.microsoft.com/office/drawing/2014/main" id="{6CFDE465-627B-C1FA-0A56-81495DA4DC13}"/>
              </a:ext>
            </a:extLst>
          </p:cNvPr>
          <p:cNvGrpSpPr/>
          <p:nvPr/>
        </p:nvGrpSpPr>
        <p:grpSpPr>
          <a:xfrm>
            <a:off x="4258956" y="3809560"/>
            <a:ext cx="1559275" cy="1559275"/>
            <a:chOff x="4163541" y="3904976"/>
            <a:chExt cx="1559275" cy="1559275"/>
          </a:xfrm>
        </p:grpSpPr>
        <p:pic>
          <p:nvPicPr>
            <p:cNvPr id="77" name="Graphic 76" descr="Speech with solid fill">
              <a:extLst>
                <a:ext uri="{FF2B5EF4-FFF2-40B4-BE49-F238E27FC236}">
                  <a16:creationId xmlns:a16="http://schemas.microsoft.com/office/drawing/2014/main" id="{9A69F2B4-A530-77DC-48D6-08E43DCF5BC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4163541" y="3904976"/>
              <a:ext cx="1559275" cy="1559275"/>
            </a:xfrm>
            <a:prstGeom prst="rect">
              <a:avLst/>
            </a:prstGeom>
          </p:spPr>
        </p:pic>
        <p:pic>
          <p:nvPicPr>
            <p:cNvPr id="79" name="Graphic 78" descr="Voice with solid fill">
              <a:extLst>
                <a:ext uri="{FF2B5EF4-FFF2-40B4-BE49-F238E27FC236}">
                  <a16:creationId xmlns:a16="http://schemas.microsoft.com/office/drawing/2014/main" id="{84A829BC-B0B2-C777-88EE-624047B3742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534154" y="4089951"/>
              <a:ext cx="914400" cy="914400"/>
            </a:xfrm>
            <a:prstGeom prst="rect">
              <a:avLst/>
            </a:prstGeom>
          </p:spPr>
        </p:pic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A684DD14-5FB1-3DFF-E439-D41C46BC0B18}"/>
              </a:ext>
            </a:extLst>
          </p:cNvPr>
          <p:cNvGrpSpPr/>
          <p:nvPr/>
        </p:nvGrpSpPr>
        <p:grpSpPr>
          <a:xfrm>
            <a:off x="7264968" y="2967787"/>
            <a:ext cx="1559275" cy="1559275"/>
            <a:chOff x="7169553" y="3063203"/>
            <a:chExt cx="1559275" cy="1559275"/>
          </a:xfrm>
        </p:grpSpPr>
        <p:pic>
          <p:nvPicPr>
            <p:cNvPr id="76" name="Graphic 75" descr="Speech with solid fill">
              <a:extLst>
                <a:ext uri="{FF2B5EF4-FFF2-40B4-BE49-F238E27FC236}">
                  <a16:creationId xmlns:a16="http://schemas.microsoft.com/office/drawing/2014/main" id="{1B9A04FD-613E-BA83-ABBD-4DCC39C5396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 flipH="1" flipV="1">
              <a:off x="7169553" y="3063203"/>
              <a:ext cx="1559275" cy="1559275"/>
            </a:xfrm>
            <a:prstGeom prst="rect">
              <a:avLst/>
            </a:prstGeom>
          </p:spPr>
        </p:pic>
        <p:pic>
          <p:nvPicPr>
            <p:cNvPr id="81" name="Graphic 80" descr="Voice with solid fill">
              <a:extLst>
                <a:ext uri="{FF2B5EF4-FFF2-40B4-BE49-F238E27FC236}">
                  <a16:creationId xmlns:a16="http://schemas.microsoft.com/office/drawing/2014/main" id="{79F2DB5B-3499-910A-3935-8BC4A975AA2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7512782" y="3494795"/>
              <a:ext cx="914400" cy="914400"/>
            </a:xfrm>
            <a:prstGeom prst="rect">
              <a:avLst/>
            </a:prstGeom>
          </p:spPr>
        </p:pic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5A40C36E-79C6-421A-5CBA-688EE963E631}"/>
              </a:ext>
            </a:extLst>
          </p:cNvPr>
          <p:cNvGrpSpPr/>
          <p:nvPr/>
        </p:nvGrpSpPr>
        <p:grpSpPr>
          <a:xfrm>
            <a:off x="3395445" y="3008285"/>
            <a:ext cx="1559275" cy="1559275"/>
            <a:chOff x="3395445" y="3008285"/>
            <a:chExt cx="1559275" cy="1559275"/>
          </a:xfrm>
        </p:grpSpPr>
        <p:pic>
          <p:nvPicPr>
            <p:cNvPr id="45" name="Graphic 44" descr="Speech with solid fill">
              <a:extLst>
                <a:ext uri="{FF2B5EF4-FFF2-40B4-BE49-F238E27FC236}">
                  <a16:creationId xmlns:a16="http://schemas.microsoft.com/office/drawing/2014/main" id="{6376E827-E195-E2F7-E086-793E510AEB3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 flipV="1">
              <a:off x="3395445" y="3008285"/>
              <a:ext cx="1559275" cy="1559275"/>
            </a:xfrm>
            <a:prstGeom prst="rect">
              <a:avLst/>
            </a:prstGeom>
          </p:spPr>
        </p:pic>
        <p:grpSp>
          <p:nvGrpSpPr>
            <p:cNvPr id="87" name="Group 86">
              <a:extLst>
                <a:ext uri="{FF2B5EF4-FFF2-40B4-BE49-F238E27FC236}">
                  <a16:creationId xmlns:a16="http://schemas.microsoft.com/office/drawing/2014/main" id="{BE600458-8E1B-E2A4-FC34-563170B51047}"/>
                </a:ext>
              </a:extLst>
            </p:cNvPr>
            <p:cNvGrpSpPr/>
            <p:nvPr/>
          </p:nvGrpSpPr>
          <p:grpSpPr>
            <a:xfrm>
              <a:off x="3856993" y="3773797"/>
              <a:ext cx="571883" cy="212067"/>
              <a:chOff x="1240403" y="4253948"/>
              <a:chExt cx="357809" cy="193482"/>
            </a:xfrm>
          </p:grpSpPr>
          <p:cxnSp>
            <p:nvCxnSpPr>
              <p:cNvPr id="84" name="Straight Connector 83">
                <a:extLst>
                  <a:ext uri="{FF2B5EF4-FFF2-40B4-BE49-F238E27FC236}">
                    <a16:creationId xmlns:a16="http://schemas.microsoft.com/office/drawing/2014/main" id="{65DD374A-F190-A961-313A-AF8451D0C72D}"/>
                  </a:ext>
                </a:extLst>
              </p:cNvPr>
              <p:cNvCxnSpPr/>
              <p:nvPr/>
            </p:nvCxnSpPr>
            <p:spPr>
              <a:xfrm>
                <a:off x="1240403" y="4253948"/>
                <a:ext cx="357809" cy="0"/>
              </a:xfrm>
              <a:prstGeom prst="line">
                <a:avLst/>
              </a:prstGeom>
              <a:ln w="38100">
                <a:solidFill>
                  <a:schemeClr val="tx1"/>
                </a:solidFill>
                <a:headEnd type="none" w="lg" len="med"/>
                <a:tailEnd type="non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>
                <a:extLst>
                  <a:ext uri="{FF2B5EF4-FFF2-40B4-BE49-F238E27FC236}">
                    <a16:creationId xmlns:a16="http://schemas.microsoft.com/office/drawing/2014/main" id="{7C1A21E5-9B4D-76DB-4CE7-F78A40FC4EA4}"/>
                  </a:ext>
                </a:extLst>
              </p:cNvPr>
              <p:cNvCxnSpPr/>
              <p:nvPr/>
            </p:nvCxnSpPr>
            <p:spPr>
              <a:xfrm>
                <a:off x="1240403" y="4350689"/>
                <a:ext cx="357809" cy="0"/>
              </a:xfrm>
              <a:prstGeom prst="line">
                <a:avLst/>
              </a:prstGeom>
              <a:ln w="38100">
                <a:solidFill>
                  <a:schemeClr val="tx1"/>
                </a:solidFill>
                <a:headEnd type="none" w="lg" len="med"/>
                <a:tailEnd type="non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>
                <a:extLst>
                  <a:ext uri="{FF2B5EF4-FFF2-40B4-BE49-F238E27FC236}">
                    <a16:creationId xmlns:a16="http://schemas.microsoft.com/office/drawing/2014/main" id="{A296A1A8-5ED1-46A1-F10C-E1B25187C2D2}"/>
                  </a:ext>
                </a:extLst>
              </p:cNvPr>
              <p:cNvCxnSpPr/>
              <p:nvPr/>
            </p:nvCxnSpPr>
            <p:spPr>
              <a:xfrm>
                <a:off x="1240403" y="4447430"/>
                <a:ext cx="357809" cy="0"/>
              </a:xfrm>
              <a:prstGeom prst="line">
                <a:avLst/>
              </a:prstGeom>
              <a:ln w="38100">
                <a:solidFill>
                  <a:schemeClr val="tx1"/>
                </a:solidFill>
                <a:headEnd type="none" w="lg" len="med"/>
                <a:tailEnd type="non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CE2A229C-DDFD-E719-B151-15BA4FF7C5F3}"/>
              </a:ext>
            </a:extLst>
          </p:cNvPr>
          <p:cNvGrpSpPr/>
          <p:nvPr/>
        </p:nvGrpSpPr>
        <p:grpSpPr>
          <a:xfrm>
            <a:off x="6827625" y="4345701"/>
            <a:ext cx="571883" cy="212067"/>
            <a:chOff x="1240403" y="4253948"/>
            <a:chExt cx="357809" cy="193482"/>
          </a:xfrm>
        </p:grpSpPr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EB46B34B-F08E-1D2E-116F-439345B8ADF5}"/>
                </a:ext>
              </a:extLst>
            </p:cNvPr>
            <p:cNvCxnSpPr/>
            <p:nvPr/>
          </p:nvCxnSpPr>
          <p:spPr>
            <a:xfrm>
              <a:off x="1240403" y="4253948"/>
              <a:ext cx="357809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lg" len="med"/>
              <a:tailEnd type="non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255474AC-E567-5117-066B-6C0B6568632A}"/>
                </a:ext>
              </a:extLst>
            </p:cNvPr>
            <p:cNvCxnSpPr/>
            <p:nvPr/>
          </p:nvCxnSpPr>
          <p:spPr>
            <a:xfrm>
              <a:off x="1240403" y="4350689"/>
              <a:ext cx="357809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lg" len="med"/>
              <a:tailEnd type="non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C5C9F267-2AC4-15A8-1989-E3F8B215E50F}"/>
                </a:ext>
              </a:extLst>
            </p:cNvPr>
            <p:cNvCxnSpPr/>
            <p:nvPr/>
          </p:nvCxnSpPr>
          <p:spPr>
            <a:xfrm>
              <a:off x="1240403" y="4447430"/>
              <a:ext cx="357809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lg" len="med"/>
              <a:tailEnd type="non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2" name="TextBox 91">
            <a:extLst>
              <a:ext uri="{FF2B5EF4-FFF2-40B4-BE49-F238E27FC236}">
                <a16:creationId xmlns:a16="http://schemas.microsoft.com/office/drawing/2014/main" id="{F76A6780-22B5-0215-ADB4-B466ED420005}"/>
              </a:ext>
            </a:extLst>
          </p:cNvPr>
          <p:cNvSpPr txBox="1"/>
          <p:nvPr/>
        </p:nvSpPr>
        <p:spPr>
          <a:xfrm>
            <a:off x="1521443" y="5042668"/>
            <a:ext cx="3549626" cy="98488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s-ES" sz="1600" b="1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Modelos de transcripción: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ES" sz="16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La indicación incluye datos de audio</a:t>
            </a:r>
            <a:br>
              <a:rPr lang="es-ES" sz="16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</a:br>
            <a:r>
              <a:rPr lang="es-ES" sz="16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binarios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ES" sz="16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La respuesta contiene voz transcrita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7428AD53-BF99-C023-5570-8ED6A7576AB1}"/>
              </a:ext>
            </a:extLst>
          </p:cNvPr>
          <p:cNvSpPr txBox="1"/>
          <p:nvPr/>
        </p:nvSpPr>
        <p:spPr>
          <a:xfrm>
            <a:off x="7229768" y="5042212"/>
            <a:ext cx="4150476" cy="73883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s-ES" sz="1600" b="1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Modelos de síntesis de voz: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ES" sz="16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La indicación incluye texto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ES" sz="16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La respuesta contiene datos de audio</a:t>
            </a:r>
          </a:p>
        </p:txBody>
      </p:sp>
    </p:spTree>
    <p:extLst>
      <p:ext uri="{BB962C8B-B14F-4D97-AF65-F5344CB8AC3E}">
        <p14:creationId xmlns:p14="http://schemas.microsoft.com/office/powerpoint/2010/main" val="373113518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044B04-F3C9-C998-3AE5-BA350A4CEB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1CCCAF5E-925F-ACCC-50F3-86D8299C07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/>
          <a:srcRect t="53" b="5137"/>
          <a:stretch>
            <a:fillRect/>
          </a:stretch>
        </p:blipFill>
        <p:spPr bwMode="auto">
          <a:xfrm>
            <a:off x="7718864" y="2029636"/>
            <a:ext cx="4473135" cy="33056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6EBDA992-C21D-B233-3286-3395C51AEB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5652201" cy="487680"/>
          </a:xfrm>
        </p:spPr>
        <p:txBody>
          <a:bodyPr/>
          <a:lstStyle/>
          <a:p>
            <a:r>
              <a:rPr lang="es-ES" sz="3200" b="0" i="0" strike="noStrike" cap="none" baseline="0">
                <a:solidFill>
                  <a:srgbClr val="000000"/>
                </a:solidFill>
                <a:effectLst/>
                <a:latin typeface="Segoe UI Semibold"/>
                <a:ea typeface="Segoe UI Semibold"/>
                <a:cs typeface="Segoe UI Semibold"/>
              </a:rPr>
              <a:t>Ejercicio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15B4054-BF32-DF3C-D20F-758743887BB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199" y="1594155"/>
            <a:ext cx="6223001" cy="609600"/>
          </a:xfrm>
        </p:spPr>
        <p:txBody>
          <a:bodyPr/>
          <a:lstStyle/>
          <a:p>
            <a:r>
              <a:rPr lang="es-ES" sz="2000" b="0" i="0" strike="noStrike" cap="none" baseline="0" dirty="0">
                <a:solidFill>
                  <a:srgbClr val="000000"/>
                </a:solidFill>
                <a:effectLst/>
                <a:latin typeface="Segoe UI Semibold"/>
                <a:ea typeface="Segoe UI Semibold"/>
                <a:cs typeface="Segoe UI Semibold"/>
              </a:rPr>
              <a:t>Usar modelos de IA generativa compatibles con voz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3E23995-D6F0-E0E3-5B95-DE11D52D6EF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89" y="2085764"/>
            <a:ext cx="5909827" cy="1511808"/>
          </a:xfrm>
        </p:spPr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s-ES" sz="16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En este ejercicio aprenderás a:</a:t>
            </a:r>
          </a:p>
          <a:p>
            <a:pPr defTabSz="914367">
              <a:spcBef>
                <a:spcPct val="0"/>
              </a:spcBef>
              <a:buSzTx/>
              <a:defRPr/>
            </a:pPr>
            <a:r>
              <a:rPr lang="es-ES" sz="16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Buscar e implementar modelos compatibles con voz</a:t>
            </a:r>
            <a:br>
              <a:rPr lang="es-ES" sz="16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</a:br>
            <a:r>
              <a:rPr lang="es-ES" sz="16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en Microsoft </a:t>
            </a:r>
            <a:r>
              <a:rPr lang="es-ES" sz="1600" b="0" i="0" strike="noStrike" cap="none" baseline="0" dirty="0" err="1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Foundry</a:t>
            </a:r>
            <a:endParaRPr lang="es-ES" sz="1600" b="0" i="0" strike="noStrike" cap="none" baseline="0" dirty="0">
              <a:solidFill>
                <a:srgbClr val="000000"/>
              </a:solidFill>
              <a:effectLst/>
              <a:latin typeface="Segoe UI"/>
              <a:ea typeface="Segoe UI"/>
              <a:cs typeface="Segoe UI"/>
            </a:endParaRPr>
          </a:p>
          <a:p>
            <a:pPr defTabSz="914367">
              <a:spcBef>
                <a:spcPct val="0"/>
              </a:spcBef>
              <a:buSzTx/>
              <a:defRPr/>
            </a:pPr>
            <a:r>
              <a:rPr lang="es-ES" sz="16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Crear una aplicación de síntesis de voz</a:t>
            </a:r>
          </a:p>
          <a:p>
            <a:pPr defTabSz="914367">
              <a:spcBef>
                <a:spcPct val="0"/>
              </a:spcBef>
              <a:buSzTx/>
              <a:defRPr/>
            </a:pPr>
            <a:r>
              <a:rPr lang="es-ES" sz="16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Crear una aplicación de transcripción de voz</a:t>
            </a:r>
          </a:p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E1DA2C4-A7E0-D470-6D35-DFEA4BCBA2DB}"/>
              </a:ext>
            </a:extLst>
          </p:cNvPr>
          <p:cNvSpPr txBox="1"/>
          <p:nvPr/>
        </p:nvSpPr>
        <p:spPr>
          <a:xfrm>
            <a:off x="487330" y="3561343"/>
            <a:ext cx="4607087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s-ES" sz="16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Inicia el ejercicio en:</a:t>
            </a:r>
          </a:p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s-ES" sz="16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  <a:hlinkClick r:id="rId4" history="0"/>
              </a:rPr>
              <a:t>https://go.microsoft.com/fwlink/?linkid=2356363</a:t>
            </a:r>
            <a:r>
              <a:rPr lang="es-ES" sz="16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 </a:t>
            </a:r>
          </a:p>
        </p:txBody>
      </p:sp>
      <p:sp>
        <p:nvSpPr>
          <p:cNvPr id="11" name="Flowchart: Off-page Connector 44">
            <a:extLst>
              <a:ext uri="{FF2B5EF4-FFF2-40B4-BE49-F238E27FC236}">
                <a16:creationId xmlns:a16="http://schemas.microsoft.com/office/drawing/2014/main" id="{C45AA031-7C9F-36A0-FB79-75740C6476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 rot="5400000">
            <a:off x="5960050" y="2240301"/>
            <a:ext cx="1865376" cy="3566160"/>
          </a:xfrm>
          <a:prstGeom prst="flowChartOffpageConnector">
            <a:avLst/>
          </a:prstGeom>
          <a:solidFill>
            <a:schemeClr val="accent3">
              <a:lumMod val="75000"/>
            </a:schemeClr>
          </a:solidFill>
          <a:ln>
            <a:noFill/>
            <a:headEnd type="none" w="med" len="med"/>
            <a:tailEnd type="none" w="med" len="med"/>
          </a:ln>
          <a:effectLst>
            <a:outerShdw blurRad="317500" algn="ctr" rotWithShape="0">
              <a:prstClr val="black">
                <a:alpha val="20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vert270" wrap="square" lIns="274320" tIns="585216" rIns="274320" bIns="1828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lang="es-ES" sz="1700" b="1" i="0" strike="noStrike" cap="none" baseline="0" dirty="0">
                <a:solidFill>
                  <a:srgbClr val="FFFFFF"/>
                </a:solidFill>
                <a:effectLst/>
                <a:latin typeface="Segoe UI Semibold"/>
                <a:ea typeface="Segoe UI Semibold"/>
                <a:cs typeface="Segoe UI Semibold"/>
              </a:rPr>
              <a:t>Instructores:</a:t>
            </a:r>
            <a:r>
              <a:rPr lang="es-ES" sz="1800" b="1" i="0" strike="noStrike" cap="none" baseline="0" dirty="0">
                <a:solidFill>
                  <a:srgbClr val="FFFFFF"/>
                </a:solidFill>
                <a:effectLst/>
                <a:latin typeface="Segoe UI Semibold"/>
                <a:ea typeface="Segoe UI Semibold"/>
                <a:cs typeface="Segoe UI Semibold"/>
              </a:rPr>
              <a:t> 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Semibold"/>
              <a:ea typeface="Segoe UI" pitchFamily="34" charset="0"/>
              <a:cs typeface="Segoe UI" pitchFamily="34" charset="0"/>
            </a:endParaRPr>
          </a:p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lang="es-ES" sz="1250" b="0" i="0" strike="noStrike" cap="none" baseline="0" dirty="0">
                <a:solidFill>
                  <a:srgbClr val="FFFFFF"/>
                </a:solidFill>
                <a:effectLst/>
                <a:latin typeface="Segoe UI"/>
                <a:ea typeface="Segoe UI"/>
                <a:cs typeface="Segoe UI"/>
              </a:rPr>
              <a:t>Personaliza esta diapositiva para incluir el vínculo</a:t>
            </a:r>
            <a:br>
              <a:rPr lang="es-ES" sz="1250" b="0" i="0" strike="noStrike" cap="none" baseline="0" dirty="0">
                <a:solidFill>
                  <a:srgbClr val="FFFFFF"/>
                </a:solidFill>
                <a:effectLst/>
                <a:latin typeface="Segoe UI"/>
                <a:ea typeface="Segoe UI"/>
                <a:cs typeface="Segoe UI"/>
              </a:rPr>
            </a:br>
            <a:r>
              <a:rPr lang="es-ES" sz="1250" b="0" i="0" strike="noStrike" cap="none" baseline="0" dirty="0">
                <a:solidFill>
                  <a:srgbClr val="FFFFFF"/>
                </a:solidFill>
                <a:effectLst/>
                <a:latin typeface="Segoe UI"/>
                <a:ea typeface="Segoe UI"/>
                <a:cs typeface="Segoe UI"/>
              </a:rPr>
              <a:t>al entorno de laboratorio hospedado y las instrucciones personalizadas.</a:t>
            </a:r>
          </a:p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lang="es-ES" sz="1250" b="0" i="0" strike="noStrike" cap="none" baseline="0" dirty="0">
                <a:solidFill>
                  <a:srgbClr val="FFFFFF"/>
                </a:solidFill>
                <a:effectLst/>
                <a:latin typeface="Segoe UI"/>
                <a:ea typeface="Segoe UI"/>
                <a:cs typeface="Segoe UI"/>
              </a:rPr>
              <a:t>(a continuación,</a:t>
            </a:r>
            <a:br>
              <a:rPr lang="es-ES" sz="1250" b="0" i="0" strike="noStrike" cap="none" baseline="0" dirty="0">
                <a:solidFill>
                  <a:srgbClr val="FFFFFF"/>
                </a:solidFill>
                <a:effectLst/>
                <a:latin typeface="Segoe UI"/>
                <a:ea typeface="Segoe UI"/>
                <a:cs typeface="Segoe UI"/>
              </a:rPr>
            </a:br>
            <a:r>
              <a:rPr lang="es-ES" sz="1250" b="0" i="0" strike="noStrike" cap="none" baseline="0" dirty="0">
                <a:solidFill>
                  <a:srgbClr val="FFFFFF"/>
                </a:solidFill>
                <a:effectLst/>
                <a:latin typeface="Segoe UI"/>
                <a:ea typeface="Segoe UI"/>
                <a:cs typeface="Segoe UI"/>
              </a:rPr>
              <a:t>quita esta flecha)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834A2E-CA0D-2AD9-C606-39E2ECFC38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s-ES" sz="10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© Copyright Microsoft Corporation. Todos los derechos reservados.</a:t>
            </a:r>
          </a:p>
        </p:txBody>
      </p:sp>
    </p:spTree>
    <p:extLst>
      <p:ext uri="{BB962C8B-B14F-4D97-AF65-F5344CB8AC3E}">
        <p14:creationId xmlns:p14="http://schemas.microsoft.com/office/powerpoint/2010/main" val="2570216783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0BAF64-EF56-C759-5B86-8F392D01C6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A54AB4-31C7-0C67-0C6F-31F3D00F13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487680"/>
          </a:xfrm>
        </p:spPr>
        <p:txBody>
          <a:bodyPr/>
          <a:lstStyle/>
          <a:p>
            <a:r>
              <a:rPr lang="es-ES" sz="3200" b="0" i="0" strike="noStrike" cap="none" baseline="0">
                <a:solidFill>
                  <a:srgbClr val="000000"/>
                </a:solidFill>
                <a:effectLst/>
                <a:latin typeface="Segoe UI Semibold"/>
                <a:ea typeface="Segoe UI Semibold"/>
                <a:cs typeface="Segoe UI Semibold"/>
              </a:rPr>
              <a:t>Prueba de conocimientos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8A96C201-BBCE-C156-D930-DF50E7B4280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231993" y="2003224"/>
            <a:ext cx="8778782" cy="243840"/>
          </a:xfrm>
        </p:spPr>
        <p:txBody>
          <a:bodyPr/>
          <a:lstStyle/>
          <a:p>
            <a:r>
              <a:rPr lang="es-ES" sz="1600" b="0" i="0" strike="noStrike" cap="none" baseline="0">
                <a:solidFill>
                  <a:srgbClr val="000000"/>
                </a:solidFill>
                <a:effectLst/>
                <a:latin typeface="Segoe UI Semibold"/>
                <a:ea typeface="Segoe UI Semibold"/>
                <a:cs typeface="Segoe UI Semibold"/>
              </a:rPr>
              <a:t>¿Qué modelo puedes usar para generar texto a partir de voz?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B1A8D6C-0F02-10BA-54C4-2282A70428B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36663" y="2412023"/>
            <a:ext cx="8775700" cy="725424"/>
          </a:xfrm>
        </p:spPr>
        <p:txBody>
          <a:bodyPr/>
          <a:lstStyle/>
          <a:p>
            <a:r>
              <a:rPr lang="es-ES" sz="14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gpt-4o-mini</a:t>
            </a:r>
          </a:p>
          <a:p>
            <a:r>
              <a:rPr lang="es-ES" sz="14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gpt-4o-mini-tts</a:t>
            </a:r>
          </a:p>
          <a:p>
            <a:r>
              <a:rPr lang="es-ES" sz="14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gpt-4o-mini-transcribe</a:t>
            </a:r>
          </a:p>
        </p:txBody>
      </p:sp>
      <p:sp>
        <p:nvSpPr>
          <p:cNvPr id="5" name="Graphic 26" descr="Checkmark">
            <a:extLst>
              <a:ext uri="{FF2B5EF4-FFF2-40B4-BE49-F238E27FC236}">
                <a16:creationId xmlns:a16="http://schemas.microsoft.com/office/drawing/2014/main" id="{588EA9C3-6BFE-BAAB-67B4-C544F4D8D065}"/>
              </a:ext>
            </a:extLst>
          </p:cNvPr>
          <p:cNvSpPr/>
          <p:nvPr/>
        </p:nvSpPr>
        <p:spPr>
          <a:xfrm>
            <a:off x="1266510" y="2975771"/>
            <a:ext cx="135234" cy="94984"/>
          </a:xfrm>
          <a:custGeom>
            <a:avLst/>
            <a:gdLst>
              <a:gd name="connsiteX0" fmla="*/ 249301 w 273255"/>
              <a:gd name="connsiteY0" fmla="*/ 0 h 191929"/>
              <a:gd name="connsiteX1" fmla="*/ 97887 w 273255"/>
              <a:gd name="connsiteY1" fmla="*/ 143134 h 191929"/>
              <a:gd name="connsiteX2" fmla="*/ 25137 w 273255"/>
              <a:gd name="connsiteY2" fmla="*/ 68610 h 191929"/>
              <a:gd name="connsiteX3" fmla="*/ 0 w 273255"/>
              <a:gd name="connsiteY3" fmla="*/ 92564 h 191929"/>
              <a:gd name="connsiteX4" fmla="*/ 96704 w 273255"/>
              <a:gd name="connsiteY4" fmla="*/ 191930 h 191929"/>
              <a:gd name="connsiteX5" fmla="*/ 122137 w 273255"/>
              <a:gd name="connsiteY5" fmla="*/ 168271 h 191929"/>
              <a:gd name="connsiteX6" fmla="*/ 273256 w 273255"/>
              <a:gd name="connsiteY6" fmla="*/ 24841 h 191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73255" h="191929">
                <a:moveTo>
                  <a:pt x="249301" y="0"/>
                </a:moveTo>
                <a:lnTo>
                  <a:pt x="97887" y="143134"/>
                </a:lnTo>
                <a:lnTo>
                  <a:pt x="25137" y="68610"/>
                </a:lnTo>
                <a:lnTo>
                  <a:pt x="0" y="92564"/>
                </a:lnTo>
                <a:lnTo>
                  <a:pt x="96704" y="191930"/>
                </a:lnTo>
                <a:lnTo>
                  <a:pt x="122137" y="168271"/>
                </a:lnTo>
                <a:lnTo>
                  <a:pt x="273256" y="24841"/>
                </a:lnTo>
                <a:close/>
              </a:path>
            </a:pathLst>
          </a:custGeom>
          <a:solidFill>
            <a:srgbClr val="0070C0"/>
          </a:solidFill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765" b="0" i="0" u="none" strike="noStrike" kern="1200" cap="none" spc="0" normalizeH="0" baseline="0" noProof="0">
              <a:ln>
                <a:noFill/>
              </a:ln>
              <a:solidFill>
                <a:srgbClr val="702573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62A5895B-892C-8A56-7D49-9149569C031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235075" y="3862988"/>
            <a:ext cx="8778782" cy="243840"/>
          </a:xfrm>
        </p:spPr>
        <p:txBody>
          <a:bodyPr/>
          <a:lstStyle/>
          <a:p>
            <a:r>
              <a:rPr lang="es-ES" sz="1600" b="0" i="0" strike="noStrike" cap="none" baseline="0">
                <a:solidFill>
                  <a:srgbClr val="000000"/>
                </a:solidFill>
                <a:effectLst/>
                <a:latin typeface="Segoe UI Semibold"/>
                <a:ea typeface="Segoe UI Semibold"/>
                <a:cs typeface="Segoe UI Semibold"/>
              </a:rPr>
              <a:t>¿Qué modelo puedes usar para sintetizar voz a partir de texto?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1A17891F-5768-3BFF-3BA9-1F22D09B3D8D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266510" y="4185199"/>
            <a:ext cx="8775700" cy="725424"/>
          </a:xfrm>
        </p:spPr>
        <p:txBody>
          <a:bodyPr/>
          <a:lstStyle/>
          <a:p>
            <a:r>
              <a:rPr lang="es-ES" sz="14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gpt-4o-mini</a:t>
            </a:r>
          </a:p>
          <a:p>
            <a:r>
              <a:rPr lang="es-ES" sz="14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gpt-4o-mini-tts</a:t>
            </a:r>
          </a:p>
          <a:p>
            <a:r>
              <a:rPr lang="es-ES" sz="14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gpt-4o-mini-transcribe</a:t>
            </a:r>
          </a:p>
        </p:txBody>
      </p:sp>
      <p:sp>
        <p:nvSpPr>
          <p:cNvPr id="42" name="Graphic 26" descr="Checkmark">
            <a:extLst>
              <a:ext uri="{FF2B5EF4-FFF2-40B4-BE49-F238E27FC236}">
                <a16:creationId xmlns:a16="http://schemas.microsoft.com/office/drawing/2014/main" id="{7CB73E53-AFEE-A815-B329-36EF7FB4176D}"/>
              </a:ext>
            </a:extLst>
          </p:cNvPr>
          <p:cNvSpPr/>
          <p:nvPr/>
        </p:nvSpPr>
        <p:spPr>
          <a:xfrm>
            <a:off x="1297980" y="4488511"/>
            <a:ext cx="135234" cy="94984"/>
          </a:xfrm>
          <a:custGeom>
            <a:avLst/>
            <a:gdLst>
              <a:gd name="connsiteX0" fmla="*/ 249301 w 273255"/>
              <a:gd name="connsiteY0" fmla="*/ 0 h 191929"/>
              <a:gd name="connsiteX1" fmla="*/ 97887 w 273255"/>
              <a:gd name="connsiteY1" fmla="*/ 143134 h 191929"/>
              <a:gd name="connsiteX2" fmla="*/ 25137 w 273255"/>
              <a:gd name="connsiteY2" fmla="*/ 68610 h 191929"/>
              <a:gd name="connsiteX3" fmla="*/ 0 w 273255"/>
              <a:gd name="connsiteY3" fmla="*/ 92564 h 191929"/>
              <a:gd name="connsiteX4" fmla="*/ 96704 w 273255"/>
              <a:gd name="connsiteY4" fmla="*/ 191930 h 191929"/>
              <a:gd name="connsiteX5" fmla="*/ 122137 w 273255"/>
              <a:gd name="connsiteY5" fmla="*/ 168271 h 191929"/>
              <a:gd name="connsiteX6" fmla="*/ 273256 w 273255"/>
              <a:gd name="connsiteY6" fmla="*/ 24841 h 191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73255" h="191929">
                <a:moveTo>
                  <a:pt x="249301" y="0"/>
                </a:moveTo>
                <a:lnTo>
                  <a:pt x="97887" y="143134"/>
                </a:lnTo>
                <a:lnTo>
                  <a:pt x="25137" y="68610"/>
                </a:lnTo>
                <a:lnTo>
                  <a:pt x="0" y="92564"/>
                </a:lnTo>
                <a:lnTo>
                  <a:pt x="96704" y="191930"/>
                </a:lnTo>
                <a:lnTo>
                  <a:pt x="122137" y="168271"/>
                </a:lnTo>
                <a:lnTo>
                  <a:pt x="273256" y="24841"/>
                </a:lnTo>
                <a:close/>
              </a:path>
            </a:pathLst>
          </a:custGeom>
          <a:solidFill>
            <a:srgbClr val="0070C0"/>
          </a:solidFill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765" b="0" i="0" u="none" strike="noStrike" kern="1200" cap="none" spc="0" normalizeH="0" baseline="0" noProof="0">
              <a:ln>
                <a:noFill/>
              </a:ln>
              <a:solidFill>
                <a:srgbClr val="702573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6BF6D8-F5F4-5ABC-7980-AEDF86E0B6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s-ES" sz="10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© Copyright Microsoft Corporation. Todos los derechos reservados.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707A7B3-FC2F-EC85-330A-5FA9B5E3B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722582" y="1916538"/>
            <a:ext cx="399208" cy="39920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s-ES" sz="1800" b="1" i="0" strike="noStrike" cap="none" baseline="0" dirty="0">
              <a:solidFill>
                <a:srgbClr val="000000"/>
              </a:solidFill>
              <a:effectLst/>
              <a:latin typeface="Segoe UI"/>
              <a:ea typeface="Segoe UI"/>
              <a:cs typeface="Segoe UI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s-ES" sz="1800" b="1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1</a:t>
            </a:r>
            <a:r>
              <a:rPr lang="es-ES" sz="18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
          </a:t>
            </a:r>
            <a:endParaRPr kumimoji="0" lang="en-IN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193BFCB-2861-B191-ED61-2B3319C755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722582" y="3785991"/>
            <a:ext cx="399208" cy="39920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s-ES" sz="1800" b="1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2</a:t>
            </a:r>
            <a:endParaRPr kumimoji="0" lang="en-IN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4113950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42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07C2C26-EFD2-E847-AEA7-5CEF245E09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9911" y="2171363"/>
            <a:ext cx="6345239" cy="1828800"/>
          </a:xfrm>
        </p:spPr>
        <p:txBody>
          <a:bodyPr/>
          <a:lstStyle/>
          <a:p>
            <a:r>
              <a:rPr lang="es-ES" sz="40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Creación de aplicaciones habilitadas para voz con Microsoft </a:t>
            </a:r>
            <a:r>
              <a:rPr lang="es-ES" sz="4000" b="0" i="0" strike="noStrike" cap="none" baseline="0" dirty="0" err="1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Foundry</a:t>
            </a:r>
            <a:endParaRPr lang="es-ES" sz="4000" b="0" i="0" strike="noStrike" cap="none" baseline="0" dirty="0">
              <a:solidFill>
                <a:srgbClr val="000000"/>
              </a:solidFill>
              <a:effectLst/>
              <a:latin typeface="Segoe UI"/>
              <a:ea typeface="Segoe UI"/>
              <a:cs typeface="Segoe UI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E604EFB-E75F-BE5C-E624-C75664DA94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defTabSz="914367">
              <a:defRPr/>
            </a:pPr>
            <a:r>
              <a:rPr lang="es-ES" sz="10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© Copyright Microsoft Corporation. Todos los derechos reservados.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82A508-7E30-833C-183E-CCD30EF3BDC4}"/>
              </a:ext>
            </a:extLst>
          </p:cNvPr>
          <p:cNvSpPr txBox="1"/>
          <p:nvPr/>
        </p:nvSpPr>
        <p:spPr>
          <a:xfrm>
            <a:off x="478471" y="4000163"/>
            <a:ext cx="5879298" cy="3611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765" b="0" i="0" strike="noStrike" cap="none" baseline="0">
                <a:solidFill>
                  <a:srgbClr val="BF3AC4"/>
                </a:solidFill>
                <a:effectLst/>
                <a:latin typeface="Segoe UI"/>
                <a:ea typeface="Segoe UI"/>
                <a:cs typeface="Segoe UI"/>
              </a:rPr>
              <a:t>https://aka.ms/mslearn-speech-app</a:t>
            </a:r>
          </a:p>
        </p:txBody>
      </p:sp>
    </p:spTree>
    <p:extLst>
      <p:ext uri="{BB962C8B-B14F-4D97-AF65-F5344CB8AC3E}">
        <p14:creationId xmlns:p14="http://schemas.microsoft.com/office/powerpoint/2010/main" val="19478835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11DC8-3147-4BB0-B44B-37EE38FF77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1" y="585216"/>
            <a:ext cx="6587239" cy="487680"/>
          </a:xfrm>
        </p:spPr>
        <p:txBody>
          <a:bodyPr/>
          <a:lstStyle/>
          <a:p>
            <a:r>
              <a:rPr lang="es-ES" sz="3200" b="0" i="0" strike="noStrike" cap="none" baseline="0">
                <a:solidFill>
                  <a:srgbClr val="000000"/>
                </a:solidFill>
                <a:effectLst/>
                <a:latin typeface="Segoe UI Semibold"/>
                <a:ea typeface="Segoe UI Semibold"/>
                <a:cs typeface="Segoe UI Semibold"/>
              </a:rPr>
              <a:t>Azure Speech en Foundry Tools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16B650-0E57-FB88-A571-F39976BD5D3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369826" y="3413213"/>
            <a:ext cx="7713973" cy="2057400"/>
          </a:xfrm>
        </p:spPr>
        <p:txBody>
          <a:bodyPr/>
          <a:lstStyle/>
          <a:p>
            <a:pPr marL="339725" lvl="2" indent="-231775">
              <a:spcBef>
                <a:spcPts val="200"/>
              </a:spcBef>
              <a:spcAft>
                <a:spcPts val="400"/>
              </a:spcAft>
              <a:buSzTx/>
            </a:pPr>
            <a:r>
              <a:rPr lang="es-ES" sz="2000" b="1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Conversión de voz en texto</a:t>
            </a:r>
            <a:r>
              <a:rPr lang="es-ES" sz="20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: transcripción de audio hablado</a:t>
            </a:r>
          </a:p>
          <a:p>
            <a:pPr marL="339725" lvl="2" indent="-231775">
              <a:spcBef>
                <a:spcPts val="200"/>
              </a:spcBef>
              <a:spcAft>
                <a:spcPts val="400"/>
              </a:spcAft>
              <a:buSzTx/>
            </a:pPr>
            <a:r>
              <a:rPr lang="es-ES" sz="2000" b="1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Texto a </a:t>
            </a:r>
            <a:r>
              <a:rPr lang="es-ES" sz="2000" b="1" i="0" strike="noStrike" cap="none" baseline="0" dirty="0" err="1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voz</a:t>
            </a:r>
            <a:r>
              <a:rPr lang="es-ES" sz="2000" b="0" i="0" strike="noStrike" cap="none" baseline="0" dirty="0" err="1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:síntesis</a:t>
            </a:r>
            <a:r>
              <a:rPr lang="es-ES" sz="20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 de voz </a:t>
            </a:r>
          </a:p>
          <a:p>
            <a:pPr marL="339725" lvl="2" indent="-231775">
              <a:spcBef>
                <a:spcPts val="200"/>
              </a:spcBef>
              <a:spcAft>
                <a:spcPts val="400"/>
              </a:spcAft>
              <a:buSzTx/>
            </a:pPr>
            <a:r>
              <a:rPr lang="es-ES" sz="2000" b="1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Voice Live</a:t>
            </a:r>
            <a:r>
              <a:rPr lang="es-ES" sz="20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: interacciones de voz conversacionales en tiempo real</a:t>
            </a:r>
          </a:p>
          <a:p>
            <a:pPr marL="339725" lvl="2" indent="-231775">
              <a:spcBef>
                <a:spcPts val="200"/>
              </a:spcBef>
              <a:spcAft>
                <a:spcPts val="400"/>
              </a:spcAft>
              <a:buSzTx/>
            </a:pPr>
            <a:r>
              <a:rPr lang="es-ES" sz="2000" b="1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Speech </a:t>
            </a:r>
            <a:r>
              <a:rPr lang="es-ES" sz="2000" b="1" i="0" strike="noStrike" cap="none" baseline="0" dirty="0" err="1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Translation</a:t>
            </a:r>
            <a:r>
              <a:rPr lang="es-ES" sz="20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: traducción multilingüe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442A31-542B-0FB0-77E7-651CD90FFB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defTabSz="914367">
              <a:defRPr/>
            </a:pPr>
            <a:r>
              <a:rPr lang="es-ES" sz="10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© Copyright Microsoft Corporation. Todos los derechos reservados.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5A894FC7-A105-8779-568A-88E0D2ADFC82}"/>
              </a:ext>
            </a:extLst>
          </p:cNvPr>
          <p:cNvGrpSpPr/>
          <p:nvPr/>
        </p:nvGrpSpPr>
        <p:grpSpPr>
          <a:xfrm>
            <a:off x="2526283" y="1517976"/>
            <a:ext cx="6097015" cy="1673846"/>
            <a:chOff x="3194652" y="1706298"/>
            <a:chExt cx="4725073" cy="1297201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EA35C0AF-F3D5-6BD5-7912-D8BB6290F6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/>
          </p:nvGrpSpPr>
          <p:grpSpPr>
            <a:xfrm>
              <a:off x="3194652" y="1706298"/>
              <a:ext cx="4725073" cy="1297201"/>
              <a:chOff x="5936067" y="1465354"/>
              <a:chExt cx="4725073" cy="1297201"/>
            </a:xfrm>
          </p:grpSpPr>
          <p:cxnSp>
            <p:nvCxnSpPr>
              <p:cNvPr id="6" name="Straight Arrow Connector 5">
                <a:extLst>
                  <a:ext uri="{FF2B5EF4-FFF2-40B4-BE49-F238E27FC236}">
                    <a16:creationId xmlns:a16="http://schemas.microsoft.com/office/drawing/2014/main" id="{CFAC9DD1-BED3-8D7D-E90C-CA6AEAF1E4AD}"/>
                  </a:ext>
                </a:extLst>
              </p:cNvPr>
              <p:cNvCxnSpPr/>
              <p:nvPr/>
            </p:nvCxnSpPr>
            <p:spPr>
              <a:xfrm>
                <a:off x="6968308" y="2132586"/>
                <a:ext cx="2459657" cy="0"/>
              </a:xfrm>
              <a:prstGeom prst="straightConnector1">
                <a:avLst/>
              </a:prstGeom>
              <a:ln w="50800">
                <a:solidFill>
                  <a:srgbClr val="0078D4"/>
                </a:solidFill>
                <a:headEnd type="triangle" w="med" len="sm"/>
                <a:tailEnd type="triangle" w="med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2" name="Graphic 11" descr="Document outline">
                <a:extLst>
                  <a:ext uri="{FF2B5EF4-FFF2-40B4-BE49-F238E27FC236}">
                    <a16:creationId xmlns:a16="http://schemas.microsoft.com/office/drawing/2014/main" id="{B203CDA2-4B29-ACE9-5C84-13F59FCEA99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5936067" y="1565880"/>
                <a:ext cx="1032241" cy="1032242"/>
              </a:xfrm>
              <a:prstGeom prst="rect">
                <a:avLst/>
              </a:prstGeom>
            </p:spPr>
          </p:pic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779AFBA1-A04C-B854-36DF-53304A5B92D2}"/>
                  </a:ext>
                </a:extLst>
              </p:cNvPr>
              <p:cNvGrpSpPr/>
              <p:nvPr/>
            </p:nvGrpSpPr>
            <p:grpSpPr>
              <a:xfrm>
                <a:off x="9363941" y="1465354"/>
                <a:ext cx="1297199" cy="1297201"/>
                <a:chOff x="8365053" y="1347474"/>
                <a:chExt cx="1297199" cy="1297201"/>
              </a:xfrm>
            </p:grpSpPr>
            <p:pic>
              <p:nvPicPr>
                <p:cNvPr id="14" name="Graphic 13" descr="Speech outline">
                  <a:extLst>
                    <a:ext uri="{FF2B5EF4-FFF2-40B4-BE49-F238E27FC236}">
                      <a16:creationId xmlns:a16="http://schemas.microsoft.com/office/drawing/2014/main" id="{4958C52E-0E01-AEB0-44BF-5E3D850EC19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365053" y="1347474"/>
                  <a:ext cx="1297199" cy="1297201"/>
                </a:xfrm>
                <a:prstGeom prst="rect">
                  <a:avLst/>
                </a:prstGeom>
              </p:spPr>
            </p:pic>
            <p:pic>
              <p:nvPicPr>
                <p:cNvPr id="15" name="Graphic 14" descr="Voice with solid fill">
                  <a:extLst>
                    <a:ext uri="{FF2B5EF4-FFF2-40B4-BE49-F238E27FC236}">
                      <a16:creationId xmlns:a16="http://schemas.microsoft.com/office/drawing/2014/main" id="{ECFFED5B-1E70-D57C-2F97-C098A01A54A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655848" y="1563209"/>
                  <a:ext cx="715608" cy="715608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8D695673-3852-58D1-CA16-094C8A0A3E27}"/>
                </a:ext>
              </a:extLst>
            </p:cNvPr>
            <p:cNvGrpSpPr/>
            <p:nvPr/>
          </p:nvGrpSpPr>
          <p:grpSpPr>
            <a:xfrm>
              <a:off x="5039270" y="1987731"/>
              <a:ext cx="834902" cy="811966"/>
              <a:chOff x="6446932" y="2762555"/>
              <a:chExt cx="1671457" cy="1625538"/>
            </a:xfrm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25119FF9-D116-8915-D79F-7F6ED2F20D95}"/>
                  </a:ext>
                </a:extLst>
              </p:cNvPr>
              <p:cNvSpPr/>
              <p:nvPr/>
            </p:nvSpPr>
            <p:spPr bwMode="auto">
              <a:xfrm>
                <a:off x="6446932" y="2948343"/>
                <a:ext cx="1671457" cy="126324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 defTabSz="932472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2400" err="1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  <p:pic>
            <p:nvPicPr>
              <p:cNvPr id="8" name="Picture 7" descr="A blue and black logo&#10;&#10;AI-generated content may be incorrect.">
                <a:extLst>
                  <a:ext uri="{FF2B5EF4-FFF2-40B4-BE49-F238E27FC236}">
                    <a16:creationId xmlns:a16="http://schemas.microsoft.com/office/drawing/2014/main" id="{7E8C0ADE-85C1-0ACC-A859-774BC3E85E6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6492851" y="2762555"/>
                <a:ext cx="1625538" cy="1625538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337545828"/>
      </p:ext>
    </p:extLst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Arrow Connector 1048">
            <a:extLst>
              <a:ext uri="{FF2B5EF4-FFF2-40B4-BE49-F238E27FC236}">
                <a16:creationId xmlns:a16="http://schemas.microsoft.com/office/drawing/2014/main" id="{0D042C9A-9800-C3F9-C766-A2673A67E9A1}"/>
              </a:ext>
            </a:extLst>
          </p:cNvPr>
          <p:cNvCxnSpPr>
            <a:cxnSpLocks/>
          </p:cNvCxnSpPr>
          <p:nvPr/>
        </p:nvCxnSpPr>
        <p:spPr>
          <a:xfrm rot="10800000">
            <a:off x="9430101" y="2754533"/>
            <a:ext cx="543230" cy="1820706"/>
          </a:xfrm>
          <a:prstGeom prst="bentConnector2">
            <a:avLst/>
          </a:prstGeom>
          <a:ln w="28575">
            <a:solidFill>
              <a:srgbClr val="00B0F0"/>
            </a:solidFill>
            <a:headEnd type="none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57011DC8-3147-4BB0-B44B-37EE38FF77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1" y="585216"/>
            <a:ext cx="8396989" cy="487680"/>
          </a:xfrm>
        </p:spPr>
        <p:txBody>
          <a:bodyPr/>
          <a:lstStyle/>
          <a:p>
            <a:r>
              <a:rPr lang="es-ES" sz="3200" b="0" i="0" strike="noStrike" cap="none" baseline="0">
                <a:solidFill>
                  <a:srgbClr val="000000"/>
                </a:solidFill>
                <a:effectLst/>
                <a:latin typeface="Segoe UI Semibold"/>
                <a:ea typeface="Segoe UI Semibold"/>
                <a:cs typeface="Segoe UI Semibold"/>
              </a:rPr>
              <a:t>Uso de Azure Speech en Foundry Tools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442A31-542B-0FB0-77E7-651CD90FFB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defTabSz="914367">
              <a:defRPr/>
            </a:pPr>
            <a:r>
              <a:rPr lang="es-ES" sz="10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© Copyright Microsoft Corporation. Todos los derechos reservados.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CFE2B8B-6732-5119-992F-8B9BF379571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/>
        </p:nvSpPr>
        <p:spPr>
          <a:xfrm>
            <a:off x="598899" y="1699451"/>
            <a:ext cx="583753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l">
              <a:spcAft>
                <a:spcPts val="600"/>
              </a:spcAft>
              <a:buClr>
                <a:schemeClr val="accent2">
                  <a:lumMod val="75000"/>
                </a:schemeClr>
              </a:buClr>
              <a:buFont typeface="+mj-lt"/>
              <a:buAutoNum type="arabicPeriod"/>
            </a:pPr>
            <a:r>
              <a:rPr lang="es-ES" sz="2200" b="0" i="0" strike="noStrike" cap="none" baseline="0" dirty="0">
                <a:solidFill>
                  <a:srgbClr val="161616"/>
                </a:solidFill>
                <a:effectLst/>
                <a:latin typeface="Segoe UI"/>
                <a:ea typeface="Segoe UI"/>
                <a:cs typeface="Segoe UI"/>
              </a:rPr>
              <a:t>Conectarse a la API</a:t>
            </a:r>
          </a:p>
          <a:p>
            <a:pPr marL="914383" lvl="1" indent="-457200">
              <a:spcAft>
                <a:spcPts val="600"/>
              </a:spcAft>
              <a:buClr>
                <a:schemeClr val="accent2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s-ES" sz="2000" b="1" i="0" strike="noStrike" cap="none" baseline="0" dirty="0">
                <a:solidFill>
                  <a:srgbClr val="161616"/>
                </a:solidFill>
                <a:effectLst/>
                <a:latin typeface="Segoe UI"/>
                <a:ea typeface="Segoe UI"/>
                <a:cs typeface="Segoe UI"/>
              </a:rPr>
              <a:t>Punto de conexión:</a:t>
            </a:r>
          </a:p>
          <a:p>
            <a:pPr marL="1371567" lvl="2" indent="-457200">
              <a:spcAft>
                <a:spcPts val="600"/>
              </a:spcAft>
              <a:buClr>
                <a:schemeClr val="accent2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s-ES" sz="1800" b="0" i="0" strike="noStrike" cap="none" baseline="0" dirty="0">
                <a:solidFill>
                  <a:srgbClr val="161616"/>
                </a:solidFill>
                <a:effectLst/>
                <a:latin typeface="Segoe UI"/>
                <a:ea typeface="Segoe UI"/>
                <a:cs typeface="Segoe UI"/>
              </a:rPr>
              <a:t>Recurso de Microsoft </a:t>
            </a:r>
            <a:r>
              <a:rPr lang="es-ES" sz="1800" b="0" i="0" strike="noStrike" cap="none" baseline="0" dirty="0" err="1">
                <a:solidFill>
                  <a:srgbClr val="161616"/>
                </a:solidFill>
                <a:effectLst/>
                <a:latin typeface="Segoe UI"/>
                <a:ea typeface="Segoe UI"/>
                <a:cs typeface="Segoe UI"/>
              </a:rPr>
              <a:t>Foundry</a:t>
            </a:r>
            <a:r>
              <a:rPr lang="es-ES" sz="1800" b="0" i="0" strike="noStrike" cap="none" baseline="0" dirty="0">
                <a:solidFill>
                  <a:srgbClr val="161616"/>
                </a:solidFill>
                <a:effectLst/>
                <a:latin typeface="Segoe UI"/>
                <a:ea typeface="Segoe UI"/>
                <a:cs typeface="Segoe UI"/>
              </a:rPr>
              <a:t>*</a:t>
            </a:r>
          </a:p>
          <a:p>
            <a:pPr marL="1371567" lvl="2" indent="-457200">
              <a:spcAft>
                <a:spcPts val="600"/>
              </a:spcAft>
              <a:buClr>
                <a:schemeClr val="accent2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s-ES" sz="1800" b="0" i="0" strike="noStrike" cap="none" baseline="0" dirty="0">
                <a:solidFill>
                  <a:srgbClr val="161616"/>
                </a:solidFill>
                <a:effectLst/>
                <a:latin typeface="Segoe UI"/>
                <a:ea typeface="Segoe UI"/>
                <a:cs typeface="Segoe UI"/>
              </a:rPr>
              <a:t>Punto de conexión global/regional</a:t>
            </a:r>
          </a:p>
          <a:p>
            <a:pPr marL="914383" lvl="1" indent="-457200">
              <a:spcAft>
                <a:spcPts val="600"/>
              </a:spcAft>
              <a:buClr>
                <a:schemeClr val="accent2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s-ES" sz="2000" b="1" i="0" strike="noStrike" cap="none" baseline="0" dirty="0">
                <a:solidFill>
                  <a:srgbClr val="161616"/>
                </a:solidFill>
                <a:effectLst/>
                <a:latin typeface="Segoe UI"/>
                <a:ea typeface="Segoe UI"/>
                <a:cs typeface="Segoe UI"/>
              </a:rPr>
              <a:t>Credenciales:</a:t>
            </a:r>
          </a:p>
          <a:p>
            <a:pPr marL="1371567" lvl="2" indent="-457200">
              <a:spcAft>
                <a:spcPts val="600"/>
              </a:spcAft>
              <a:buClr>
                <a:schemeClr val="accent2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s-ES" sz="1800" b="0" i="0" strike="noStrike" cap="none" baseline="0" dirty="0">
                <a:solidFill>
                  <a:srgbClr val="161616"/>
                </a:solidFill>
                <a:effectLst/>
                <a:latin typeface="Segoe UI"/>
                <a:ea typeface="Segoe UI"/>
                <a:cs typeface="Segoe UI"/>
              </a:rPr>
              <a:t>Clave de API del proyecto</a:t>
            </a:r>
            <a:br>
              <a:rPr lang="es-ES" sz="1800" b="0" i="0" strike="noStrike" cap="none" baseline="0" dirty="0">
                <a:solidFill>
                  <a:srgbClr val="161616"/>
                </a:solidFill>
                <a:effectLst/>
                <a:latin typeface="Segoe UI"/>
                <a:ea typeface="Segoe UI"/>
                <a:cs typeface="Segoe UI"/>
              </a:rPr>
            </a:br>
            <a:r>
              <a:rPr lang="es-ES" sz="1800" b="0" i="0" strike="noStrike" cap="none" baseline="0" dirty="0">
                <a:solidFill>
                  <a:srgbClr val="161616"/>
                </a:solidFill>
                <a:effectLst/>
                <a:latin typeface="Segoe UI"/>
                <a:ea typeface="Segoe UI"/>
                <a:cs typeface="Segoe UI"/>
              </a:rPr>
              <a:t>de Microsoft </a:t>
            </a:r>
            <a:r>
              <a:rPr lang="es-ES" sz="1800" b="0" i="0" strike="noStrike" cap="none" baseline="0" dirty="0" err="1">
                <a:solidFill>
                  <a:srgbClr val="161616"/>
                </a:solidFill>
                <a:effectLst/>
                <a:latin typeface="Segoe UI"/>
                <a:ea typeface="Segoe UI"/>
                <a:cs typeface="Segoe UI"/>
              </a:rPr>
              <a:t>Foundry</a:t>
            </a:r>
            <a:endParaRPr lang="es-ES" sz="1800" b="0" i="0" strike="noStrike" cap="none" baseline="0" dirty="0">
              <a:solidFill>
                <a:srgbClr val="161616"/>
              </a:solidFill>
              <a:effectLst/>
              <a:latin typeface="Segoe UI"/>
              <a:ea typeface="Segoe UI"/>
              <a:cs typeface="Segoe UI"/>
            </a:endParaRPr>
          </a:p>
          <a:p>
            <a:pPr marL="1371567" lvl="2" indent="-457200">
              <a:spcAft>
                <a:spcPts val="600"/>
              </a:spcAft>
              <a:buClr>
                <a:schemeClr val="accent2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s-ES" sz="1800" b="0" i="0" strike="noStrike" cap="none" baseline="0" dirty="0">
                <a:solidFill>
                  <a:srgbClr val="161616"/>
                </a:solidFill>
                <a:effectLst/>
                <a:latin typeface="Segoe UI"/>
                <a:ea typeface="Segoe UI"/>
                <a:cs typeface="Segoe UI"/>
              </a:rPr>
              <a:t>Microsoft Entra ID</a:t>
            </a:r>
          </a:p>
          <a:p>
            <a:pPr marL="457200" indent="-457200">
              <a:spcAft>
                <a:spcPts val="600"/>
              </a:spcAft>
              <a:buClr>
                <a:schemeClr val="accent2">
                  <a:lumMod val="75000"/>
                </a:schemeClr>
              </a:buClr>
              <a:buFont typeface="+mj-lt"/>
              <a:buAutoNum type="arabicPeriod"/>
            </a:pPr>
            <a:r>
              <a:rPr lang="es-ES" sz="2000" b="0" i="0" strike="noStrike" cap="none" baseline="0" dirty="0">
                <a:solidFill>
                  <a:srgbClr val="161616"/>
                </a:solidFill>
                <a:effectLst/>
                <a:latin typeface="Segoe UI"/>
                <a:ea typeface="Segoe UI"/>
                <a:cs typeface="Segoe UI"/>
              </a:rPr>
              <a:t>Crear un objeto </a:t>
            </a:r>
            <a:r>
              <a:rPr lang="es-ES" sz="2000" b="0" i="1" strike="noStrike" cap="none" baseline="0" dirty="0" err="1">
                <a:solidFill>
                  <a:srgbClr val="161616"/>
                </a:solidFill>
                <a:effectLst/>
                <a:latin typeface="Segoe UI"/>
                <a:ea typeface="Segoe UI"/>
                <a:cs typeface="Segoe UI"/>
              </a:rPr>
              <a:t>SpeechConfig</a:t>
            </a:r>
            <a:endParaRPr lang="es-ES" sz="2000" b="0" i="1" strike="noStrike" cap="none" baseline="0" dirty="0">
              <a:solidFill>
                <a:srgbClr val="161616"/>
              </a:solidFill>
              <a:effectLst/>
              <a:latin typeface="Segoe UI"/>
              <a:ea typeface="Segoe UI"/>
              <a:cs typeface="Segoe UI"/>
            </a:endParaRPr>
          </a:p>
          <a:p>
            <a:pPr marL="914383" lvl="1" indent="-457200">
              <a:spcAft>
                <a:spcPts val="600"/>
              </a:spcAft>
              <a:buClr>
                <a:schemeClr val="accent2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s-ES" sz="2000" b="0" i="0" strike="noStrike" cap="none" baseline="0" dirty="0">
                <a:solidFill>
                  <a:srgbClr val="161616"/>
                </a:solidFill>
                <a:effectLst/>
                <a:latin typeface="Segoe UI"/>
                <a:ea typeface="Segoe UI"/>
                <a:cs typeface="Segoe UI"/>
              </a:rPr>
              <a:t>Objeto proxy para las operaciones</a:t>
            </a:r>
            <a:br>
              <a:rPr lang="es-ES" sz="2000" b="0" i="0" strike="noStrike" cap="none" baseline="0" dirty="0">
                <a:solidFill>
                  <a:srgbClr val="161616"/>
                </a:solidFill>
                <a:effectLst/>
                <a:latin typeface="Segoe UI"/>
                <a:ea typeface="Segoe UI"/>
                <a:cs typeface="Segoe UI"/>
              </a:rPr>
            </a:br>
            <a:r>
              <a:rPr lang="es-ES" sz="2000" b="0" i="0" strike="noStrike" cap="none" baseline="0" dirty="0">
                <a:solidFill>
                  <a:srgbClr val="161616"/>
                </a:solidFill>
                <a:effectLst/>
                <a:latin typeface="Segoe UI"/>
                <a:ea typeface="Segoe UI"/>
                <a:cs typeface="Segoe UI"/>
              </a:rPr>
              <a:t>de Speech API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4FDFBDF-5C39-FC4D-35B7-6CCFB445740C}"/>
              </a:ext>
            </a:extLst>
          </p:cNvPr>
          <p:cNvSpPr/>
          <p:nvPr/>
        </p:nvSpPr>
        <p:spPr bwMode="auto">
          <a:xfrm>
            <a:off x="10342045" y="4489450"/>
            <a:ext cx="174516" cy="31205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23" name="Graphic 22">
            <a:extLst>
              <a:ext uri="{FF2B5EF4-FFF2-40B4-BE49-F238E27FC236}">
                <a16:creationId xmlns:a16="http://schemas.microsoft.com/office/drawing/2014/main" id="{5D9CC01B-0D8D-F696-BDA5-5C28152F43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58513" y="2331443"/>
            <a:ext cx="515253" cy="541764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74C2365C-E6E8-C55C-D4E9-7712E33E09A2}"/>
              </a:ext>
            </a:extLst>
          </p:cNvPr>
          <p:cNvSpPr txBox="1"/>
          <p:nvPr/>
        </p:nvSpPr>
        <p:spPr>
          <a:xfrm>
            <a:off x="6659348" y="2133119"/>
            <a:ext cx="1429609" cy="18470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s-ES" sz="1200" b="0" i="0" strike="noStrike" cap="none" baseline="0">
                <a:solidFill>
                  <a:srgbClr val="000000"/>
                </a:solidFill>
                <a:effectLst/>
                <a:latin typeface="Segoe UI Semibold"/>
                <a:ea typeface="Segoe UI Semibold"/>
                <a:cs typeface="Segoe UI Semibold"/>
              </a:rPr>
              <a:t>Punto de conexión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DEF0B2B-6364-92DD-6AA7-C0BCB4C4872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/>
        </p:nvSpPr>
        <p:spPr>
          <a:xfrm>
            <a:off x="7219556" y="2415979"/>
            <a:ext cx="4421089" cy="57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b="0" i="1" strike="noStrike" cap="none" baseline="0" dirty="0">
                <a:solidFill>
                  <a:srgbClr val="161616"/>
                </a:solidFill>
                <a:effectLst/>
                <a:latin typeface="SFMono-Regular"/>
                <a:ea typeface="SFMono-Regular"/>
                <a:cs typeface="SFMono-Regular"/>
              </a:rPr>
              <a:t>https://{foundry_resource}.services.ai.azure.com/</a:t>
            </a:r>
            <a:endParaRPr lang="en-US" sz="1600" i="1" dirty="0"/>
          </a:p>
        </p:txBody>
      </p:sp>
      <p:cxnSp>
        <p:nvCxnSpPr>
          <p:cNvPr id="26" name="Straight Arrow Connector 1048">
            <a:extLst>
              <a:ext uri="{FF2B5EF4-FFF2-40B4-BE49-F238E27FC236}">
                <a16:creationId xmlns:a16="http://schemas.microsoft.com/office/drawing/2014/main" id="{60999E3A-3E5D-B602-2E35-EBC011E7723B}"/>
              </a:ext>
            </a:extLst>
          </p:cNvPr>
          <p:cNvCxnSpPr>
            <a:stCxn id="29" idx="3"/>
            <a:endCxn id="25" idx="2"/>
          </p:cNvCxnSpPr>
          <p:nvPr/>
        </p:nvCxnSpPr>
        <p:spPr>
          <a:xfrm flipV="1">
            <a:off x="8954164" y="2995099"/>
            <a:ext cx="475937" cy="1579122"/>
          </a:xfrm>
          <a:prstGeom prst="bentConnector2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Group 26">
            <a:extLst>
              <a:ext uri="{FF2B5EF4-FFF2-40B4-BE49-F238E27FC236}">
                <a16:creationId xmlns:a16="http://schemas.microsoft.com/office/drawing/2014/main" id="{85F946D4-7250-22FF-2582-24ACDF4DD735}"/>
              </a:ext>
            </a:extLst>
          </p:cNvPr>
          <p:cNvGrpSpPr/>
          <p:nvPr/>
        </p:nvGrpSpPr>
        <p:grpSpPr>
          <a:xfrm>
            <a:off x="8790742" y="4635399"/>
            <a:ext cx="1347382" cy="1416708"/>
            <a:chOff x="9069933" y="5258633"/>
            <a:chExt cx="1030507" cy="1083527"/>
          </a:xfrm>
        </p:grpSpPr>
        <p:sp>
          <p:nvSpPr>
            <p:cNvPr id="53" name="Rectangle: Top Corners Snipped 52">
              <a:extLst>
                <a:ext uri="{FF2B5EF4-FFF2-40B4-BE49-F238E27FC236}">
                  <a16:creationId xmlns:a16="http://schemas.microsoft.com/office/drawing/2014/main" id="{B33778D0-9A3B-0480-572C-6AB51B93CBDD}"/>
                </a:ext>
              </a:extLst>
            </p:cNvPr>
            <p:cNvSpPr/>
            <p:nvPr/>
          </p:nvSpPr>
          <p:spPr bwMode="auto">
            <a:xfrm>
              <a:off x="9246530" y="5820280"/>
              <a:ext cx="681208" cy="382092"/>
            </a:xfrm>
            <a:prstGeom prst="snip2SameRect">
              <a:avLst>
                <a:gd name="adj1" fmla="val 50000"/>
                <a:gd name="adj2" fmla="val 0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2400" err="1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633BD95D-B677-6C8C-CFDA-0EAEEDAEAA44}"/>
                </a:ext>
              </a:extLst>
            </p:cNvPr>
            <p:cNvSpPr/>
            <p:nvPr/>
          </p:nvSpPr>
          <p:spPr bwMode="auto">
            <a:xfrm>
              <a:off x="9495600" y="5723741"/>
              <a:ext cx="189440" cy="152254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2400" err="1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7A9B2BA2-F355-D32E-F45A-CF6C0D780C5E}"/>
                </a:ext>
              </a:extLst>
            </p:cNvPr>
            <p:cNvSpPr/>
            <p:nvPr/>
          </p:nvSpPr>
          <p:spPr bwMode="auto">
            <a:xfrm>
              <a:off x="9427033" y="6052458"/>
              <a:ext cx="310635" cy="246453"/>
            </a:xfrm>
            <a:prstGeom prst="rect">
              <a:avLst/>
            </a:prstGeom>
            <a:solidFill>
              <a:schemeClr val="bg1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2400" err="1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80E2B6C7-6F97-F5ED-5C28-5B1E39AF3983}"/>
                </a:ext>
              </a:extLst>
            </p:cNvPr>
            <p:cNvSpPr/>
            <p:nvPr/>
          </p:nvSpPr>
          <p:spPr bwMode="auto">
            <a:xfrm>
              <a:off x="9450285" y="5442620"/>
              <a:ext cx="287383" cy="338554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2400" err="1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endParaRPr>
            </a:p>
          </p:txBody>
        </p:sp>
        <p:pic>
          <p:nvPicPr>
            <p:cNvPr id="57" name="Graphic 56" descr="Programmer male with solid fill">
              <a:extLst>
                <a:ext uri="{FF2B5EF4-FFF2-40B4-BE49-F238E27FC236}">
                  <a16:creationId xmlns:a16="http://schemas.microsoft.com/office/drawing/2014/main" id="{61FEF3A9-B6F9-50A1-F75F-46248FB63D2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069933" y="5258633"/>
              <a:ext cx="1030507" cy="1083527"/>
            </a:xfrm>
            <a:prstGeom prst="rect">
              <a:avLst/>
            </a:prstGeom>
          </p:spPr>
        </p:pic>
      </p:grpSp>
      <p:pic>
        <p:nvPicPr>
          <p:cNvPr id="28" name="Graphic 27" descr="Employee badge with solid fill">
            <a:extLst>
              <a:ext uri="{FF2B5EF4-FFF2-40B4-BE49-F238E27FC236}">
                <a16:creationId xmlns:a16="http://schemas.microsoft.com/office/drawing/2014/main" id="{634C9761-9AE9-07C4-1A46-588A71A85F1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973331" y="4234485"/>
            <a:ext cx="648160" cy="681508"/>
          </a:xfrm>
          <a:prstGeom prst="rect">
            <a:avLst/>
          </a:prstGeom>
        </p:spPr>
      </p:pic>
      <p:pic>
        <p:nvPicPr>
          <p:cNvPr id="29" name="Graphic 28" descr="Key with solid fill">
            <a:extLst>
              <a:ext uri="{FF2B5EF4-FFF2-40B4-BE49-F238E27FC236}">
                <a16:creationId xmlns:a16="http://schemas.microsoft.com/office/drawing/2014/main" id="{D80A755C-4600-8559-3228-7B48AE0A208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06004" y="4233467"/>
            <a:ext cx="648160" cy="681508"/>
          </a:xfrm>
          <a:prstGeom prst="rect">
            <a:avLst/>
          </a:prstGeom>
        </p:spPr>
      </p:pic>
      <p:cxnSp>
        <p:nvCxnSpPr>
          <p:cNvPr id="30" name="Straight Arrow Connector 1048">
            <a:extLst>
              <a:ext uri="{FF2B5EF4-FFF2-40B4-BE49-F238E27FC236}">
                <a16:creationId xmlns:a16="http://schemas.microsoft.com/office/drawing/2014/main" id="{A472841B-69B1-E372-560F-5F95BD19D56F}"/>
              </a:ext>
            </a:extLst>
          </p:cNvPr>
          <p:cNvCxnSpPr>
            <a:stCxn id="53" idx="2"/>
          </p:cNvCxnSpPr>
          <p:nvPr/>
        </p:nvCxnSpPr>
        <p:spPr>
          <a:xfrm rot="10800000">
            <a:off x="8636550" y="4731587"/>
            <a:ext cx="385093" cy="887957"/>
          </a:xfrm>
          <a:prstGeom prst="bentConnector2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1048">
            <a:extLst>
              <a:ext uri="{FF2B5EF4-FFF2-40B4-BE49-F238E27FC236}">
                <a16:creationId xmlns:a16="http://schemas.microsoft.com/office/drawing/2014/main" id="{8BE916A2-8996-BCA2-351E-7E711251931C}"/>
              </a:ext>
            </a:extLst>
          </p:cNvPr>
          <p:cNvCxnSpPr>
            <a:stCxn id="53" idx="0"/>
            <a:endCxn id="28" idx="2"/>
          </p:cNvCxnSpPr>
          <p:nvPr/>
        </p:nvCxnSpPr>
        <p:spPr>
          <a:xfrm flipV="1">
            <a:off x="9912318" y="4915993"/>
            <a:ext cx="385093" cy="703550"/>
          </a:xfrm>
          <a:prstGeom prst="bentConnector2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0467463F-AB9D-7C70-CFEF-4F1738EAC5DA}"/>
              </a:ext>
            </a:extLst>
          </p:cNvPr>
          <p:cNvSpPr txBox="1"/>
          <p:nvPr/>
        </p:nvSpPr>
        <p:spPr>
          <a:xfrm>
            <a:off x="8176394" y="4158601"/>
            <a:ext cx="966835" cy="18470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s-ES" sz="1200" b="0" i="0" strike="noStrike" cap="none" baseline="0">
                <a:solidFill>
                  <a:srgbClr val="000000"/>
                </a:solidFill>
                <a:effectLst/>
                <a:latin typeface="Segoe UI Semibold"/>
                <a:ea typeface="Segoe UI Semibold"/>
                <a:cs typeface="Segoe UI Semibold"/>
              </a:rPr>
              <a:t>Clave de API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63F0F8A-6386-CFA8-4799-7B91456BD7EB}"/>
              </a:ext>
            </a:extLst>
          </p:cNvPr>
          <p:cNvSpPr txBox="1"/>
          <p:nvPr/>
        </p:nvSpPr>
        <p:spPr>
          <a:xfrm>
            <a:off x="8958561" y="3332960"/>
            <a:ext cx="1063038" cy="184709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s-ES" sz="1200" b="0" i="0" strike="noStrike" cap="none" baseline="0">
                <a:solidFill>
                  <a:srgbClr val="000000"/>
                </a:solidFill>
                <a:effectLst/>
                <a:latin typeface="Segoe UI Semibold"/>
                <a:ea typeface="Segoe UI Semibold"/>
                <a:cs typeface="Segoe UI Semibold"/>
              </a:rPr>
              <a:t>SpeechConfig</a:t>
            </a:r>
            <a:endParaRPr lang="en-US" sz="1200">
              <a:latin typeface="+mj-lt"/>
            </a:endParaRP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312A9B8B-44CE-B61F-96C9-A53444DA3BFE}"/>
              </a:ext>
            </a:extLst>
          </p:cNvPr>
          <p:cNvGrpSpPr/>
          <p:nvPr/>
        </p:nvGrpSpPr>
        <p:grpSpPr>
          <a:xfrm>
            <a:off x="8450595" y="841253"/>
            <a:ext cx="1461723" cy="1469228"/>
            <a:chOff x="7099202" y="2357199"/>
            <a:chExt cx="916211" cy="875852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1F59CD15-EBC5-3573-DB29-A06AD6FDDE8B}"/>
                </a:ext>
              </a:extLst>
            </p:cNvPr>
            <p:cNvSpPr/>
            <p:nvPr/>
          </p:nvSpPr>
          <p:spPr bwMode="auto">
            <a:xfrm>
              <a:off x="7320947" y="2651342"/>
              <a:ext cx="694466" cy="581709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7030A0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2400" err="1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endParaRPr>
            </a:p>
          </p:txBody>
        </p:sp>
        <p:pic>
          <p:nvPicPr>
            <p:cNvPr id="51" name="Picture 50">
              <a:extLst>
                <a:ext uri="{FF2B5EF4-FFF2-40B4-BE49-F238E27FC236}">
                  <a16:creationId xmlns:a16="http://schemas.microsoft.com/office/drawing/2014/main" id="{AC90FE18-38E7-D73E-3052-EFAEBA8337E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099202" y="2357199"/>
              <a:ext cx="549437" cy="588287"/>
            </a:xfrm>
            <a:prstGeom prst="rect">
              <a:avLst/>
            </a:prstGeom>
          </p:spPr>
        </p:pic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26AC21F4-AEEB-D6C1-5986-469F25F2F11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439580" y="2731882"/>
              <a:ext cx="457200" cy="434828"/>
            </a:xfrm>
            <a:prstGeom prst="rect">
              <a:avLst/>
            </a:prstGeom>
          </p:spPr>
        </p:pic>
      </p:grpSp>
      <p:sp>
        <p:nvSpPr>
          <p:cNvPr id="63" name="TextBox 62">
            <a:extLst>
              <a:ext uri="{FF2B5EF4-FFF2-40B4-BE49-F238E27FC236}">
                <a16:creationId xmlns:a16="http://schemas.microsoft.com/office/drawing/2014/main" id="{38FE0328-2987-826C-27BE-5BB3D48BE082}"/>
              </a:ext>
            </a:extLst>
          </p:cNvPr>
          <p:cNvSpPr txBox="1"/>
          <p:nvPr/>
        </p:nvSpPr>
        <p:spPr>
          <a:xfrm>
            <a:off x="9732648" y="4144404"/>
            <a:ext cx="1379228" cy="18470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s-ES" sz="1200" b="0" i="0" strike="noStrike" cap="none" baseline="0">
                <a:solidFill>
                  <a:srgbClr val="000000"/>
                </a:solidFill>
                <a:effectLst/>
                <a:latin typeface="Segoe UI Semibold"/>
                <a:ea typeface="Segoe UI Semibold"/>
                <a:cs typeface="Segoe UI Semibold"/>
              </a:rPr>
              <a:t>Microsoft Entra ID</a:t>
            </a:r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014C7B6C-8430-6399-E4DD-F3B3EC9B65F4}"/>
              </a:ext>
            </a:extLst>
          </p:cNvPr>
          <p:cNvGrpSpPr/>
          <p:nvPr/>
        </p:nvGrpSpPr>
        <p:grpSpPr>
          <a:xfrm>
            <a:off x="9029602" y="3371711"/>
            <a:ext cx="855812" cy="855814"/>
            <a:chOff x="5750484" y="3034642"/>
            <a:chExt cx="855812" cy="855814"/>
          </a:xfrm>
        </p:grpSpPr>
        <p:pic>
          <p:nvPicPr>
            <p:cNvPr id="61" name="Graphic 60" descr="Speech with solid fill">
              <a:extLst>
                <a:ext uri="{FF2B5EF4-FFF2-40B4-BE49-F238E27FC236}">
                  <a16:creationId xmlns:a16="http://schemas.microsoft.com/office/drawing/2014/main" id="{CA975431-B065-E6E5-1E2D-BF5A872529A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5750484" y="3034642"/>
              <a:ext cx="855812" cy="855814"/>
            </a:xfrm>
            <a:prstGeom prst="rect">
              <a:avLst/>
            </a:prstGeom>
          </p:spPr>
        </p:pic>
        <p:pic>
          <p:nvPicPr>
            <p:cNvPr id="59" name="Graphic 58" descr="Single gear with solid fill">
              <a:extLst>
                <a:ext uri="{FF2B5EF4-FFF2-40B4-BE49-F238E27FC236}">
                  <a16:creationId xmlns:a16="http://schemas.microsoft.com/office/drawing/2014/main" id="{64489EC1-F42E-3421-4DFB-0B63F566C05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6129873" y="3154106"/>
              <a:ext cx="295108" cy="295110"/>
            </a:xfrm>
            <a:prstGeom prst="rect">
              <a:avLst/>
            </a:prstGeom>
          </p:spPr>
        </p:pic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53735A53-91C1-A8AE-2BDD-A6D366E45657}"/>
                </a:ext>
              </a:extLst>
            </p:cNvPr>
            <p:cNvGrpSpPr/>
            <p:nvPr/>
          </p:nvGrpSpPr>
          <p:grpSpPr>
            <a:xfrm>
              <a:off x="5906222" y="3224134"/>
              <a:ext cx="426323" cy="396581"/>
              <a:chOff x="4575454" y="1355599"/>
              <a:chExt cx="789033" cy="715316"/>
            </a:xfrm>
            <a:solidFill>
              <a:schemeClr val="bg1"/>
            </a:solidFill>
          </p:grpSpPr>
          <p:pic>
            <p:nvPicPr>
              <p:cNvPr id="64" name="Graphic 63" descr="Key with solid fill">
                <a:extLst>
                  <a:ext uri="{FF2B5EF4-FFF2-40B4-BE49-F238E27FC236}">
                    <a16:creationId xmlns:a16="http://schemas.microsoft.com/office/drawing/2014/main" id="{051D2A29-F2B0-4624-72CE-D898B938342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 rot="18959996">
                <a:off x="4791643" y="1498079"/>
                <a:ext cx="572844" cy="572836"/>
              </a:xfrm>
              <a:prstGeom prst="rect">
                <a:avLst/>
              </a:prstGeom>
            </p:spPr>
          </p:pic>
          <p:pic>
            <p:nvPicPr>
              <p:cNvPr id="65" name="Graphic 64" descr="World with solid fill">
                <a:extLst>
                  <a:ext uri="{FF2B5EF4-FFF2-40B4-BE49-F238E27FC236}">
                    <a16:creationId xmlns:a16="http://schemas.microsoft.com/office/drawing/2014/main" id="{91054985-C07A-3A24-E3EB-AC0BB06103E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4575454" y="1355599"/>
                <a:ext cx="486185" cy="486186"/>
              </a:xfrm>
              <a:prstGeom prst="rect">
                <a:avLst/>
              </a:prstGeom>
            </p:spPr>
          </p:pic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F7FAA352-62F6-D47A-87B2-4DC6641D52D1}"/>
              </a:ext>
            </a:extLst>
          </p:cNvPr>
          <p:cNvSpPr txBox="1"/>
          <p:nvPr/>
        </p:nvSpPr>
        <p:spPr>
          <a:xfrm>
            <a:off x="8821435" y="6550227"/>
            <a:ext cx="3832066" cy="18470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s-ES" sz="12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* </a:t>
            </a:r>
            <a:r>
              <a:rPr lang="es-ES" sz="1200" b="0" i="1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también se admite cognitiveservices.azure.com</a:t>
            </a:r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322558285"/>
      </p:ext>
    </p:extLst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95D42ED-902B-7562-9943-845330A93A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487680"/>
          </a:xfrm>
        </p:spPr>
        <p:txBody>
          <a:bodyPr/>
          <a:lstStyle/>
          <a:p>
            <a:r>
              <a:rPr lang="es-ES" sz="3200" b="0" i="0" strike="noStrike" cap="none" baseline="0">
                <a:solidFill>
                  <a:srgbClr val="000000"/>
                </a:solidFill>
                <a:effectLst/>
                <a:latin typeface="Segoe UI Semibold"/>
                <a:ea typeface="Segoe UI Semibold"/>
                <a:cs typeface="Segoe UI Semibold"/>
              </a:rPr>
              <a:t>Conversión de voz en texto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A450967-7EF2-81E0-8526-05649A0353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4568067" y="3580853"/>
            <a:ext cx="152647" cy="309911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chemeClr val="tx1"/>
              </a:solidFill>
              <a:ea typeface="Segoe UI" pitchFamily="34" charset="0"/>
              <a:cs typeface="Segoe UI" pitchFamily="34" charset="0"/>
            </a:endParaRPr>
          </a:p>
        </p:txBody>
      </p:sp>
      <p:grpSp>
        <p:nvGrpSpPr>
          <p:cNvPr id="30" name="Group 29" descr="Diagram showing the flow of an app implementing speech to text.">
            <a:extLst>
              <a:ext uri="{FF2B5EF4-FFF2-40B4-BE49-F238E27FC236}">
                <a16:creationId xmlns:a16="http://schemas.microsoft.com/office/drawing/2014/main" id="{11B9DECE-BA32-24B7-42A2-A9CCFF8D2C44}"/>
              </a:ext>
            </a:extLst>
          </p:cNvPr>
          <p:cNvGrpSpPr/>
          <p:nvPr/>
        </p:nvGrpSpPr>
        <p:grpSpPr>
          <a:xfrm>
            <a:off x="238939" y="2089278"/>
            <a:ext cx="11517169" cy="2899629"/>
            <a:chOff x="211973" y="1532686"/>
            <a:chExt cx="11517169" cy="2899629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B7B9B276-288C-DF5C-7D1B-53BEB401571D}"/>
                </a:ext>
              </a:extLst>
            </p:cNvPr>
            <p:cNvGrpSpPr/>
            <p:nvPr/>
          </p:nvGrpSpPr>
          <p:grpSpPr>
            <a:xfrm>
              <a:off x="211973" y="1532686"/>
              <a:ext cx="11517169" cy="2899629"/>
              <a:chOff x="211973" y="1532686"/>
              <a:chExt cx="11517169" cy="2899629"/>
            </a:xfrm>
          </p:grpSpPr>
          <p:grpSp>
            <p:nvGrpSpPr>
              <p:cNvPr id="3" name="Group 2" descr="Diagram showing flow of Speech to Text API.">
                <a:extLst>
                  <a:ext uri="{FF2B5EF4-FFF2-40B4-BE49-F238E27FC236}">
                    <a16:creationId xmlns:a16="http://schemas.microsoft.com/office/drawing/2014/main" id="{2F48AFD8-B291-AF88-2CA5-23C39658C2B3}"/>
                  </a:ext>
                </a:extLst>
              </p:cNvPr>
              <p:cNvGrpSpPr/>
              <p:nvPr/>
            </p:nvGrpSpPr>
            <p:grpSpPr>
              <a:xfrm>
                <a:off x="211973" y="1532686"/>
                <a:ext cx="11517169" cy="2899629"/>
                <a:chOff x="211973" y="1514207"/>
                <a:chExt cx="11517169" cy="2899629"/>
              </a:xfrm>
            </p:grpSpPr>
            <p:grpSp>
              <p:nvGrpSpPr>
                <p:cNvPr id="14" name="Group 13">
                  <a:extLst>
                    <a:ext uri="{FF2B5EF4-FFF2-40B4-BE49-F238E27FC236}">
                      <a16:creationId xmlns:a16="http://schemas.microsoft.com/office/drawing/2014/main" id="{84CC9299-564B-1B16-78DA-6B0C140C58A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/>
                <p:nvPr/>
              </p:nvGrpSpPr>
              <p:grpSpPr>
                <a:xfrm>
                  <a:off x="2343685" y="1547590"/>
                  <a:ext cx="1082252" cy="929580"/>
                  <a:chOff x="4651461" y="3787461"/>
                  <a:chExt cx="1125578" cy="966794"/>
                </a:xfrm>
                <a:solidFill>
                  <a:srgbClr val="243A5E"/>
                </a:solidFill>
              </p:grpSpPr>
              <p:pic>
                <p:nvPicPr>
                  <p:cNvPr id="16" name="Graphic 15" descr="Key with solid fill">
                    <a:extLst>
                      <a:ext uri="{FF2B5EF4-FFF2-40B4-BE49-F238E27FC236}">
                        <a16:creationId xmlns:a16="http://schemas.microsoft.com/office/drawing/2014/main" id="{B959E0FB-9D1F-7937-4FB7-AC0A979AC16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 rot="18959996">
                    <a:off x="5019426" y="3996642"/>
                    <a:ext cx="757613" cy="757613"/>
                  </a:xfrm>
                  <a:prstGeom prst="rect">
                    <a:avLst/>
                  </a:prstGeom>
                </p:spPr>
              </p:pic>
              <p:pic>
                <p:nvPicPr>
                  <p:cNvPr id="17" name="Graphic 16" descr="World with solid fill">
                    <a:extLst>
                      <a:ext uri="{FF2B5EF4-FFF2-40B4-BE49-F238E27FC236}">
                        <a16:creationId xmlns:a16="http://schemas.microsoft.com/office/drawing/2014/main" id="{EA2072F7-C74A-0738-3007-8325A1C0142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651461" y="3787461"/>
                    <a:ext cx="690819" cy="690819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18761556-406C-A756-2C4D-3164E8DCF568}"/>
                    </a:ext>
                  </a:extLst>
                </p:cNvPr>
                <p:cNvSpPr txBox="1"/>
                <p:nvPr/>
              </p:nvSpPr>
              <p:spPr>
                <a:xfrm>
                  <a:off x="2146572" y="2395195"/>
                  <a:ext cx="1361270" cy="323165"/>
                </a:xfrm>
                <a:prstGeom prst="rect">
                  <a:avLst/>
                </a:prstGeom>
                <a:noFill/>
              </p:spPr>
              <p:txBody>
                <a:bodyPr wrap="none" lIns="91440" tIns="45720" rIns="91440" bIns="45720" rtlCol="0">
                  <a:spAutoFit/>
                </a:bodyPr>
                <a:lstStyle/>
                <a:p>
                  <a:pPr algn="ctr">
                    <a:spcAft>
                      <a:spcPts val="600"/>
                    </a:spcAft>
                  </a:pPr>
                  <a:r>
                    <a:rPr lang="es-ES" sz="1500" b="0" i="0" strike="noStrike" cap="none" baseline="0" dirty="0" err="1">
                      <a:solidFill>
                        <a:srgbClr val="000000"/>
                      </a:solidFill>
                      <a:effectLst/>
                      <a:latin typeface="Segoe UI"/>
                      <a:ea typeface="Segoe UI"/>
                      <a:cs typeface="Segoe UI"/>
                    </a:rPr>
                    <a:t>SpeechConfig</a:t>
                  </a:r>
                  <a:endParaRPr lang="en-US" sz="1500" dirty="0"/>
                </a:p>
              </p:txBody>
            </p:sp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B9DFE4A8-0E7E-CC3C-DE69-6E2A9EED6D88}"/>
                    </a:ext>
                  </a:extLst>
                </p:cNvPr>
                <p:cNvSpPr txBox="1"/>
                <p:nvPr/>
              </p:nvSpPr>
              <p:spPr>
                <a:xfrm>
                  <a:off x="2052346" y="4078556"/>
                  <a:ext cx="1682084" cy="335280"/>
                </a:xfrm>
                <a:prstGeom prst="rect">
                  <a:avLst/>
                </a:prstGeom>
                <a:noFill/>
              </p:spPr>
              <p:txBody>
                <a:bodyPr wrap="square" lIns="91440" tIns="45720" rIns="91440" bIns="45720" rtlCol="0">
                  <a:spAutoFit/>
                </a:bodyPr>
                <a:lstStyle/>
                <a:p>
                  <a:pPr algn="ctr">
                    <a:spcAft>
                      <a:spcPts val="600"/>
                    </a:spcAft>
                  </a:pPr>
                  <a:r>
                    <a:rPr lang="es-ES" sz="1500" b="0" i="0" strike="noStrike" cap="none" baseline="0" dirty="0" err="1">
                      <a:solidFill>
                        <a:srgbClr val="000000"/>
                      </a:solidFill>
                      <a:effectLst/>
                      <a:latin typeface="Segoe UI"/>
                      <a:ea typeface="Segoe UI"/>
                      <a:cs typeface="Segoe UI"/>
                    </a:rPr>
                    <a:t>AudioConfig</a:t>
                  </a:r>
                  <a:endParaRPr lang="en-US" sz="1500" dirty="0"/>
                </a:p>
              </p:txBody>
            </p:sp>
            <p:sp>
              <p:nvSpPr>
                <p:cNvPr id="33" name="Rectangle: Top Corners Rounded 32">
                  <a:extLst>
                    <a:ext uri="{FF2B5EF4-FFF2-40B4-BE49-F238E27FC236}">
                      <a16:creationId xmlns:a16="http://schemas.microsoft.com/office/drawing/2014/main" id="{E32893C3-996F-9137-CC33-77FC879BA16F}"/>
                    </a:ext>
                  </a:extLst>
                </p:cNvPr>
                <p:cNvSpPr/>
                <p:nvPr/>
              </p:nvSpPr>
              <p:spPr bwMode="auto">
                <a:xfrm>
                  <a:off x="211973" y="1514207"/>
                  <a:ext cx="1855904" cy="951498"/>
                </a:xfrm>
                <a:prstGeom prst="round2SameRect">
                  <a:avLst/>
                </a:prstGeom>
                <a:ln w="19050">
                  <a:solidFill>
                    <a:schemeClr val="tx2">
                      <a:lumMod val="50000"/>
                      <a:lumOff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s-ES" sz="1400" b="0" i="0" strike="noStrike" cap="none" baseline="0" dirty="0">
                      <a:solidFill>
                        <a:srgbClr val="000000"/>
                      </a:solidFill>
                      <a:effectLst/>
                      <a:latin typeface="Segoe UI"/>
                      <a:ea typeface="Segoe UI"/>
                      <a:cs typeface="Segoe UI"/>
                    </a:rPr>
                    <a:t>Conexión a Azure Speech</a:t>
                  </a:r>
                </a:p>
              </p:txBody>
            </p:sp>
            <p:sp>
              <p:nvSpPr>
                <p:cNvPr id="34" name="Rectangle: Top Corners Rounded 33">
                  <a:extLst>
                    <a:ext uri="{FF2B5EF4-FFF2-40B4-BE49-F238E27FC236}">
                      <a16:creationId xmlns:a16="http://schemas.microsoft.com/office/drawing/2014/main" id="{65862945-3EE7-6298-3956-B7E6E6862D98}"/>
                    </a:ext>
                  </a:extLst>
                </p:cNvPr>
                <p:cNvSpPr/>
                <p:nvPr/>
              </p:nvSpPr>
              <p:spPr bwMode="auto">
                <a:xfrm>
                  <a:off x="252434" y="3422915"/>
                  <a:ext cx="1851499" cy="951498"/>
                </a:xfrm>
                <a:prstGeom prst="round2SameRect">
                  <a:avLst>
                    <a:gd name="adj1" fmla="val 0"/>
                    <a:gd name="adj2" fmla="val 17352"/>
                  </a:avLst>
                </a:prstGeom>
                <a:ln w="19050">
                  <a:solidFill>
                    <a:schemeClr val="tx2">
                      <a:lumMod val="50000"/>
                      <a:lumOff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s-ES" sz="1400" b="0" i="0" strike="noStrike" cap="none" baseline="0" dirty="0">
                      <a:solidFill>
                        <a:srgbClr val="000000"/>
                      </a:solidFill>
                      <a:effectLst/>
                      <a:latin typeface="Segoe UI"/>
                      <a:ea typeface="Segoe UI"/>
                      <a:cs typeface="Segoe UI"/>
                    </a:rPr>
                    <a:t>Micrófono (predeterminado) o archivo</a:t>
                  </a:r>
                </a:p>
              </p:txBody>
            </p:sp>
            <p:sp>
              <p:nvSpPr>
                <p:cNvPr id="36" name="Rectangle 35">
                  <a:extLst>
                    <a:ext uri="{FF2B5EF4-FFF2-40B4-BE49-F238E27FC236}">
                      <a16:creationId xmlns:a16="http://schemas.microsoft.com/office/drawing/2014/main" id="{3CA8C083-C3D4-5670-FA6D-07EE030F9101}"/>
                    </a:ext>
                  </a:extLst>
                </p:cNvPr>
                <p:cNvSpPr/>
                <p:nvPr/>
              </p:nvSpPr>
              <p:spPr>
                <a:xfrm>
                  <a:off x="7696118" y="2211818"/>
                  <a:ext cx="2318507" cy="1873554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</p:spPr>
              <p:txBody>
                <a:bodyPr wrap="square" numCol="1" anchor="ctr">
                  <a:noAutofit/>
                </a:bodyPr>
                <a:lstStyle/>
                <a:p>
                  <a:pPr lvl="0" defTabSz="914367">
                    <a:spcBef>
                      <a:spcPts val="300"/>
                    </a:spcBef>
                  </a:pPr>
                  <a:r>
                    <a:rPr lang="es-ES" sz="1400" b="0" i="0" strike="noStrike" cap="none" baseline="0" dirty="0">
                      <a:solidFill>
                        <a:srgbClr val="000000"/>
                      </a:solidFill>
                      <a:effectLst/>
                      <a:latin typeface="Segoe UI"/>
                      <a:ea typeface="Segoe UI"/>
                      <a:cs typeface="Segoe UI"/>
                    </a:rPr>
                    <a:t>El resultado incluye:</a:t>
                  </a:r>
                </a:p>
                <a:p>
                  <a:pPr marL="228600" lvl="0" indent="-228600" defTabSz="914367">
                    <a:spcBef>
                      <a:spcPts val="300"/>
                    </a:spcBef>
                    <a:buFont typeface="Arial" panose="020B0604020202020204" pitchFamily="34" charset="0"/>
                    <a:buChar char="•"/>
                  </a:pPr>
                  <a:r>
                    <a:rPr lang="es-ES" sz="1400" b="0" i="0" strike="noStrike" cap="none" baseline="0" dirty="0">
                      <a:solidFill>
                        <a:srgbClr val="000000"/>
                      </a:solidFill>
                      <a:effectLst/>
                      <a:latin typeface="Segoe UI"/>
                      <a:ea typeface="Segoe UI"/>
                      <a:cs typeface="Segoe UI"/>
                    </a:rPr>
                    <a:t>Duración	</a:t>
                  </a:r>
                </a:p>
                <a:p>
                  <a:pPr marL="228600" lvl="0" indent="-228600" defTabSz="914367">
                    <a:spcBef>
                      <a:spcPts val="300"/>
                    </a:spcBef>
                    <a:buFont typeface="Arial" panose="020B0604020202020204" pitchFamily="34" charset="0"/>
                    <a:buChar char="•"/>
                  </a:pPr>
                  <a:r>
                    <a:rPr lang="es-ES" sz="1400" b="0" i="0" strike="noStrike" cap="none" baseline="0" dirty="0">
                      <a:solidFill>
                        <a:srgbClr val="000000"/>
                      </a:solidFill>
                      <a:effectLst/>
                      <a:latin typeface="Segoe UI"/>
                      <a:ea typeface="Segoe UI"/>
                      <a:cs typeface="Segoe UI"/>
                    </a:rPr>
                    <a:t>Desplazamiento	</a:t>
                  </a:r>
                </a:p>
                <a:p>
                  <a:pPr marL="228600" lvl="0" indent="-228600" defTabSz="914367">
                    <a:spcBef>
                      <a:spcPts val="300"/>
                    </a:spcBef>
                    <a:buFont typeface="Arial" panose="020B0604020202020204" pitchFamily="34" charset="0"/>
                    <a:buChar char="•"/>
                  </a:pPr>
                  <a:r>
                    <a:rPr lang="es-ES" sz="1400" b="0" i="0" strike="noStrike" cap="none" baseline="0" dirty="0">
                      <a:solidFill>
                        <a:srgbClr val="000000"/>
                      </a:solidFill>
                      <a:effectLst/>
                      <a:latin typeface="Segoe UI"/>
                      <a:ea typeface="Segoe UI"/>
                      <a:cs typeface="Segoe UI"/>
                    </a:rPr>
                    <a:t>Propiedades	</a:t>
                  </a:r>
                </a:p>
                <a:p>
                  <a:pPr marL="228600" lvl="0" indent="-228600" defTabSz="914367">
                    <a:spcBef>
                      <a:spcPts val="300"/>
                    </a:spcBef>
                    <a:buFont typeface="Arial" panose="020B0604020202020204" pitchFamily="34" charset="0"/>
                    <a:buChar char="•"/>
                  </a:pPr>
                  <a:r>
                    <a:rPr lang="es-ES" sz="1400" b="0" i="0" strike="noStrike" cap="none" baseline="0" dirty="0">
                      <a:solidFill>
                        <a:srgbClr val="000000"/>
                      </a:solidFill>
                      <a:effectLst/>
                      <a:latin typeface="Segoe UI"/>
                      <a:ea typeface="Segoe UI"/>
                      <a:cs typeface="Segoe UI"/>
                    </a:rPr>
                    <a:t>Motivo	</a:t>
                  </a:r>
                </a:p>
                <a:p>
                  <a:pPr marL="228600" lvl="0" indent="-228600" defTabSz="914367">
                    <a:spcBef>
                      <a:spcPts val="300"/>
                    </a:spcBef>
                    <a:buFont typeface="Arial" panose="020B0604020202020204" pitchFamily="34" charset="0"/>
                    <a:buChar char="•"/>
                  </a:pPr>
                  <a:r>
                    <a:rPr lang="es-ES" sz="1400" b="0" i="0" strike="noStrike" cap="none" baseline="0" dirty="0">
                      <a:solidFill>
                        <a:srgbClr val="000000"/>
                      </a:solidFill>
                      <a:effectLst/>
                      <a:latin typeface="Segoe UI"/>
                      <a:ea typeface="Segoe UI"/>
                      <a:cs typeface="Segoe UI"/>
                    </a:rPr>
                    <a:t>Transcripción</a:t>
                  </a:r>
                  <a:br>
                    <a:rPr lang="es-ES" sz="1400" b="0" i="0" strike="noStrike" cap="none" baseline="0" dirty="0">
                      <a:solidFill>
                        <a:srgbClr val="000000"/>
                      </a:solidFill>
                      <a:effectLst/>
                      <a:latin typeface="Segoe UI"/>
                      <a:ea typeface="Segoe UI"/>
                      <a:cs typeface="Segoe UI"/>
                    </a:rPr>
                  </a:br>
                  <a:r>
                    <a:rPr lang="es-ES" sz="1400" b="0" i="0" strike="noStrike" cap="none" baseline="0" dirty="0">
                      <a:solidFill>
                        <a:srgbClr val="000000"/>
                      </a:solidFill>
                      <a:effectLst/>
                      <a:latin typeface="Segoe UI"/>
                      <a:ea typeface="Segoe UI"/>
                      <a:cs typeface="Segoe UI"/>
                    </a:rPr>
                    <a:t>de texto</a:t>
                  </a:r>
                </a:p>
              </p:txBody>
            </p:sp>
            <p:cxnSp>
              <p:nvCxnSpPr>
                <p:cNvPr id="37" name="Straight Arrow Connector 32">
                  <a:extLst>
                    <a:ext uri="{FF2B5EF4-FFF2-40B4-BE49-F238E27FC236}">
                      <a16:creationId xmlns:a16="http://schemas.microsoft.com/office/drawing/2014/main" id="{1081A870-A3E9-1D0F-BFEB-75A43B050F82}"/>
                    </a:ext>
                  </a:extLst>
                </p:cNvPr>
                <p:cNvCxnSpPr/>
                <p:nvPr/>
              </p:nvCxnSpPr>
              <p:spPr>
                <a:xfrm>
                  <a:off x="5992083" y="3355893"/>
                  <a:ext cx="1443216" cy="1368"/>
                </a:xfrm>
                <a:prstGeom prst="straightConnector1">
                  <a:avLst/>
                </a:prstGeom>
                <a:ln w="50800">
                  <a:solidFill>
                    <a:schemeClr val="bg1">
                      <a:lumMod val="50000"/>
                    </a:schemeClr>
                  </a:solidFill>
                  <a:headEnd type="none"/>
                  <a:tailEnd type="triangle" w="lg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1" name="Rectangle: Top Corners Rounded 40">
                  <a:extLst>
                    <a:ext uri="{FF2B5EF4-FFF2-40B4-BE49-F238E27FC236}">
                      <a16:creationId xmlns:a16="http://schemas.microsoft.com/office/drawing/2014/main" id="{1BC1B078-49E9-1487-0046-0B8C378F47A5}"/>
                    </a:ext>
                  </a:extLst>
                </p:cNvPr>
                <p:cNvSpPr/>
                <p:nvPr/>
              </p:nvSpPr>
              <p:spPr bwMode="auto">
                <a:xfrm>
                  <a:off x="9566644" y="2471299"/>
                  <a:ext cx="2162498" cy="1378026"/>
                </a:xfrm>
                <a:prstGeom prst="round2SameRect">
                  <a:avLst>
                    <a:gd name="adj1" fmla="val 0"/>
                    <a:gd name="adj2" fmla="val 0"/>
                  </a:avLst>
                </a:prstGeom>
                <a:ln w="19050">
                  <a:solidFill>
                    <a:schemeClr val="tx2">
                      <a:lumMod val="50000"/>
                      <a:lumOff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defTabSz="932472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s-ES" sz="1400" b="0" i="0" strike="noStrike" cap="none" baseline="0" dirty="0">
                      <a:solidFill>
                        <a:srgbClr val="000000"/>
                      </a:solidFill>
                      <a:effectLst/>
                      <a:latin typeface="Segoe UI"/>
                      <a:ea typeface="Segoe UI"/>
                      <a:cs typeface="Segoe UI"/>
                    </a:rPr>
                    <a:t>Motivo del resultado:</a:t>
                  </a:r>
                </a:p>
                <a:p>
                  <a:pPr marL="177800" indent="-114300" defTabSz="932472" fontAlgn="base">
                    <a:spcBef>
                      <a:spcPts val="100"/>
                    </a:spcBef>
                    <a:spcAft>
                      <a:spcPts val="200"/>
                    </a:spcAft>
                    <a:buFont typeface="Arial" panose="020B0604020202020204" pitchFamily="34" charset="0"/>
                    <a:buChar char="•"/>
                  </a:pPr>
                  <a:r>
                    <a:rPr lang="es-ES" sz="1300" b="0" i="0" strike="noStrike" cap="none" baseline="0" dirty="0" err="1">
                      <a:solidFill>
                        <a:srgbClr val="000000"/>
                      </a:solidFill>
                      <a:effectLst/>
                      <a:latin typeface="Segoe UI"/>
                      <a:ea typeface="Segoe UI"/>
                      <a:cs typeface="Segoe UI"/>
                    </a:rPr>
                    <a:t>RecognizedSpeech</a:t>
                  </a:r>
                  <a:endParaRPr lang="en-US" sz="1300" dirty="0">
                    <a:solidFill>
                      <a:schemeClr val="tx1"/>
                    </a:solidFill>
                    <a:ea typeface="Segoe UI" pitchFamily="34" charset="0"/>
                    <a:cs typeface="Segoe UI" pitchFamily="34" charset="0"/>
                  </a:endParaRPr>
                </a:p>
                <a:p>
                  <a:pPr marL="177800" indent="-114300" defTabSz="932472" fontAlgn="base">
                    <a:spcBef>
                      <a:spcPts val="100"/>
                    </a:spcBef>
                    <a:spcAft>
                      <a:spcPts val="200"/>
                    </a:spcAft>
                    <a:buFont typeface="Arial" panose="020B0604020202020204" pitchFamily="34" charset="0"/>
                    <a:buChar char="•"/>
                  </a:pPr>
                  <a:r>
                    <a:rPr lang="es-ES" sz="1300" b="0" i="0" strike="noStrike" cap="none" baseline="0" dirty="0" err="1">
                      <a:solidFill>
                        <a:srgbClr val="000000"/>
                      </a:solidFill>
                      <a:effectLst/>
                      <a:latin typeface="Segoe UI"/>
                      <a:ea typeface="Segoe UI"/>
                      <a:cs typeface="Segoe UI"/>
                    </a:rPr>
                    <a:t>NoMatch</a:t>
                  </a:r>
                  <a:endParaRPr lang="en-US" sz="1300" dirty="0">
                    <a:solidFill>
                      <a:schemeClr val="tx1"/>
                    </a:solidFill>
                    <a:ea typeface="Segoe UI" pitchFamily="34" charset="0"/>
                    <a:cs typeface="Segoe UI" pitchFamily="34" charset="0"/>
                  </a:endParaRPr>
                </a:p>
                <a:p>
                  <a:pPr marL="177800" indent="-114300" defTabSz="932472" fontAlgn="base">
                    <a:spcBef>
                      <a:spcPts val="100"/>
                    </a:spcBef>
                    <a:spcAft>
                      <a:spcPts val="200"/>
                    </a:spcAft>
                    <a:buFont typeface="Arial" panose="020B0604020202020204" pitchFamily="34" charset="0"/>
                    <a:buChar char="•"/>
                  </a:pPr>
                  <a:r>
                    <a:rPr lang="es-ES" sz="1300" b="0" i="0" strike="noStrike" cap="none" baseline="0" dirty="0" err="1">
                      <a:solidFill>
                        <a:srgbClr val="000000"/>
                      </a:solidFill>
                      <a:effectLst/>
                      <a:latin typeface="Segoe UI"/>
                      <a:ea typeface="Segoe UI"/>
                      <a:cs typeface="Segoe UI"/>
                    </a:rPr>
                    <a:t>Cancelled</a:t>
                  </a:r>
                  <a:endParaRPr lang="es-ES" sz="1300" b="0" i="0" strike="noStrike" cap="none" baseline="0" dirty="0">
                    <a:solidFill>
                      <a:srgbClr val="000000"/>
                    </a:solidFill>
                    <a:effectLst/>
                    <a:latin typeface="Segoe UI"/>
                    <a:ea typeface="Segoe UI"/>
                    <a:cs typeface="Segoe UI"/>
                  </a:endParaRPr>
                </a:p>
                <a:p>
                  <a:pPr marL="398463" lvl="1" indent="-114300" defTabSz="932472" fontAlgn="base">
                    <a:spcBef>
                      <a:spcPts val="100"/>
                    </a:spcBef>
                    <a:spcAft>
                      <a:spcPts val="200"/>
                    </a:spcAft>
                    <a:buFont typeface="Arial" panose="020B0604020202020204" pitchFamily="34" charset="0"/>
                    <a:buChar char="•"/>
                  </a:pPr>
                  <a:r>
                    <a:rPr lang="es-ES" sz="1100" b="0" i="0" strike="noStrike" cap="none" baseline="0" dirty="0">
                      <a:solidFill>
                        <a:srgbClr val="000000"/>
                      </a:solidFill>
                      <a:effectLst/>
                      <a:latin typeface="Segoe UI"/>
                      <a:ea typeface="Segoe UI"/>
                      <a:cs typeface="Segoe UI"/>
                    </a:rPr>
                    <a:t>Detalles</a:t>
                  </a:r>
                </a:p>
              </p:txBody>
            </p:sp>
            <p:grpSp>
              <p:nvGrpSpPr>
                <p:cNvPr id="55" name="Group 54">
                  <a:extLst>
                    <a:ext uri="{FF2B5EF4-FFF2-40B4-BE49-F238E27FC236}">
                      <a16:creationId xmlns:a16="http://schemas.microsoft.com/office/drawing/2014/main" id="{DDBC5E20-3845-3181-EEF6-E1B1BCADA086}"/>
                    </a:ext>
                  </a:extLst>
                </p:cNvPr>
                <p:cNvGrpSpPr/>
                <p:nvPr/>
              </p:nvGrpSpPr>
              <p:grpSpPr>
                <a:xfrm>
                  <a:off x="3544711" y="2564472"/>
                  <a:ext cx="996390" cy="1582842"/>
                  <a:chOff x="3544711" y="2564472"/>
                  <a:chExt cx="996390" cy="1582842"/>
                </a:xfrm>
              </p:grpSpPr>
              <p:cxnSp>
                <p:nvCxnSpPr>
                  <p:cNvPr id="50" name="Straight Arrow Connector 49">
                    <a:extLst>
                      <a:ext uri="{FF2B5EF4-FFF2-40B4-BE49-F238E27FC236}">
                        <a16:creationId xmlns:a16="http://schemas.microsoft.com/office/drawing/2014/main" id="{C14E8D1E-2F51-E64B-C4DB-424C1867CE1D}"/>
                      </a:ext>
                    </a:extLst>
                  </p:cNvPr>
                  <p:cNvCxnSpPr/>
                  <p:nvPr/>
                </p:nvCxnSpPr>
                <p:spPr>
                  <a:xfrm>
                    <a:off x="3857625" y="3357366"/>
                    <a:ext cx="683476" cy="0"/>
                  </a:xfrm>
                  <a:prstGeom prst="straightConnector1">
                    <a:avLst/>
                  </a:prstGeom>
                  <a:ln w="50800">
                    <a:solidFill>
                      <a:schemeClr val="bg1">
                        <a:lumMod val="50000"/>
                      </a:schemeClr>
                    </a:solidFill>
                    <a:headEnd type="none"/>
                    <a:tailEnd type="triangle" w="lg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4" name="Straight Arrow Connector 32">
                    <a:extLst>
                      <a:ext uri="{FF2B5EF4-FFF2-40B4-BE49-F238E27FC236}">
                        <a16:creationId xmlns:a16="http://schemas.microsoft.com/office/drawing/2014/main" id="{6EF88936-7A9E-5E2B-4C96-F355997B5AA8}"/>
                      </a:ext>
                    </a:extLst>
                  </p:cNvPr>
                  <p:cNvCxnSpPr/>
                  <p:nvPr/>
                </p:nvCxnSpPr>
                <p:spPr>
                  <a:xfrm>
                    <a:off x="3544711" y="2564472"/>
                    <a:ext cx="12700" cy="1582842"/>
                  </a:xfrm>
                  <a:prstGeom prst="bentConnector3">
                    <a:avLst>
                      <a:gd name="adj1" fmla="val 2325000"/>
                    </a:avLst>
                  </a:prstGeom>
                  <a:ln w="50800">
                    <a:solidFill>
                      <a:schemeClr val="bg1">
                        <a:lumMod val="50000"/>
                      </a:schemeClr>
                    </a:solidFill>
                    <a:headEnd type="none"/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576EB121-0002-9BC9-3675-286EC7ECAD12}"/>
                    </a:ext>
                  </a:extLst>
                </p:cNvPr>
                <p:cNvSpPr txBox="1"/>
                <p:nvPr/>
              </p:nvSpPr>
              <p:spPr>
                <a:xfrm>
                  <a:off x="4195437" y="3520448"/>
                  <a:ext cx="1735860" cy="323165"/>
                </a:xfrm>
                <a:prstGeom prst="rect">
                  <a:avLst/>
                </a:prstGeom>
                <a:noFill/>
              </p:spPr>
              <p:txBody>
                <a:bodyPr wrap="none" lIns="91440" tIns="45720" rIns="91440" bIns="45720" rtlCol="0">
                  <a:spAutoFit/>
                </a:bodyPr>
                <a:lstStyle/>
                <a:p>
                  <a:pPr algn="ctr">
                    <a:spcAft>
                      <a:spcPts val="600"/>
                    </a:spcAft>
                  </a:pPr>
                  <a:r>
                    <a:rPr lang="es-ES" sz="1500" b="0" i="0" strike="noStrike" cap="none" baseline="0" dirty="0" err="1">
                      <a:solidFill>
                        <a:srgbClr val="000000"/>
                      </a:solidFill>
                      <a:effectLst/>
                      <a:latin typeface="Segoe UI"/>
                      <a:ea typeface="Segoe UI"/>
                      <a:cs typeface="Segoe UI"/>
                    </a:rPr>
                    <a:t>SpeechRecognizer</a:t>
                  </a:r>
                  <a:endParaRPr lang="en-US" sz="1500" dirty="0"/>
                </a:p>
              </p:txBody>
            </p:sp>
          </p:grpSp>
          <p:grpSp>
            <p:nvGrpSpPr>
              <p:cNvPr id="26" name="Group 25">
                <a:extLst>
                  <a:ext uri="{FF2B5EF4-FFF2-40B4-BE49-F238E27FC236}">
                    <a16:creationId xmlns:a16="http://schemas.microsoft.com/office/drawing/2014/main" id="{93AC90A0-7D15-B447-67B0-F3D9CC7F3EE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/>
            </p:nvGrpSpPr>
            <p:grpSpPr>
              <a:xfrm>
                <a:off x="4449989" y="2439654"/>
                <a:ext cx="1226757" cy="1142707"/>
                <a:chOff x="2171069" y="4753308"/>
                <a:chExt cx="1360077" cy="1274863"/>
              </a:xfrm>
              <a:solidFill>
                <a:schemeClr val="tx2">
                  <a:lumMod val="50000"/>
                  <a:lumOff val="50000"/>
                </a:schemeClr>
              </a:solidFill>
            </p:grpSpPr>
            <p:pic>
              <p:nvPicPr>
                <p:cNvPr id="28" name="Graphic 27" descr="Gears with solid fill">
                  <a:extLst>
                    <a:ext uri="{FF2B5EF4-FFF2-40B4-BE49-F238E27FC236}">
                      <a16:creationId xmlns:a16="http://schemas.microsoft.com/office/drawing/2014/main" id="{18554E37-BCE3-E888-041E-E8E4FD6D230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616746" y="5113771"/>
                  <a:ext cx="914400" cy="914400"/>
                </a:xfrm>
                <a:prstGeom prst="rect">
                  <a:avLst/>
                </a:prstGeom>
              </p:spPr>
            </p:pic>
            <p:pic>
              <p:nvPicPr>
                <p:cNvPr id="29" name="Graphic 28" descr="Chat bubble with solid fill">
                  <a:extLst>
                    <a:ext uri="{FF2B5EF4-FFF2-40B4-BE49-F238E27FC236}">
                      <a16:creationId xmlns:a16="http://schemas.microsoft.com/office/drawing/2014/main" id="{9D3144B3-E97C-546A-4BC4-AC9BBD18075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tretch>
                  <a:fillRect/>
                </a:stretch>
              </p:blipFill>
              <p:spPr>
                <a:xfrm flipH="1">
                  <a:off x="2171069" y="4753308"/>
                  <a:ext cx="914400" cy="914400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0208D492-CEFB-3CD3-2209-3D4A5E6B00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/>
          </p:nvGrpSpPr>
          <p:grpSpPr>
            <a:xfrm>
              <a:off x="2324789" y="3348678"/>
              <a:ext cx="1138417" cy="790542"/>
              <a:chOff x="4755806" y="5536066"/>
              <a:chExt cx="1183993" cy="822183"/>
            </a:xfrm>
            <a:solidFill>
              <a:schemeClr val="tx2">
                <a:lumMod val="50000"/>
                <a:lumOff val="50000"/>
              </a:schemeClr>
            </a:solidFill>
          </p:grpSpPr>
          <p:pic>
            <p:nvPicPr>
              <p:cNvPr id="21" name="Graphic 20" descr="Radio microphone with solid fill">
                <a:extLst>
                  <a:ext uri="{FF2B5EF4-FFF2-40B4-BE49-F238E27FC236}">
                    <a16:creationId xmlns:a16="http://schemas.microsoft.com/office/drawing/2014/main" id="{FBDB64CB-097C-5013-A70C-1B1F7155950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5248677" y="5667128"/>
                <a:ext cx="691122" cy="691121"/>
              </a:xfrm>
              <a:prstGeom prst="rect">
                <a:avLst/>
              </a:prstGeom>
            </p:spPr>
          </p:pic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4FD04DD8-5AA1-F766-66FF-9054927C9A8E}"/>
                  </a:ext>
                </a:extLst>
              </p:cNvPr>
              <p:cNvGrpSpPr/>
              <p:nvPr/>
            </p:nvGrpSpPr>
            <p:grpSpPr>
              <a:xfrm>
                <a:off x="4755806" y="5536066"/>
                <a:ext cx="757574" cy="757574"/>
                <a:chOff x="4775238" y="5457370"/>
                <a:chExt cx="914400" cy="914400"/>
              </a:xfrm>
              <a:grpFill/>
            </p:grpSpPr>
            <p:pic>
              <p:nvPicPr>
                <p:cNvPr id="23" name="Graphic 22" descr="Paper outline">
                  <a:extLst>
                    <a:ext uri="{FF2B5EF4-FFF2-40B4-BE49-F238E27FC236}">
                      <a16:creationId xmlns:a16="http://schemas.microsoft.com/office/drawing/2014/main" id="{ED8E2A64-993E-4B11-B5D1-46A77738B91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775238" y="5457370"/>
                  <a:ext cx="914400" cy="914400"/>
                </a:xfrm>
                <a:prstGeom prst="rect">
                  <a:avLst/>
                </a:prstGeom>
              </p:spPr>
            </p:pic>
            <p:pic>
              <p:nvPicPr>
                <p:cNvPr id="24" name="Graphic 23" descr="Voice with solid fill">
                  <a:extLst>
                    <a:ext uri="{FF2B5EF4-FFF2-40B4-BE49-F238E27FC236}">
                      <a16:creationId xmlns:a16="http://schemas.microsoft.com/office/drawing/2014/main" id="{AD8CBB34-F3C0-D367-0FF9-F847368FEC7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9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977711" y="5655444"/>
                  <a:ext cx="509427" cy="509426"/>
                </a:xfrm>
                <a:prstGeom prst="rect">
                  <a:avLst/>
                </a:prstGeom>
              </p:spPr>
            </p:pic>
          </p:grpSp>
        </p:grpSp>
      </p:grp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85C349-32DD-7E9E-5D6E-AABF2F28FA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defTabSz="914367">
              <a:defRPr/>
            </a:pPr>
            <a:r>
              <a:rPr lang="es-ES" sz="10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© Copyright Microsoft Corporation. Todos los derechos reservados.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F95D80F-4340-67B4-DFCA-8BBA21944CC9}"/>
              </a:ext>
            </a:extLst>
          </p:cNvPr>
          <p:cNvSpPr txBox="1"/>
          <p:nvPr/>
        </p:nvSpPr>
        <p:spPr>
          <a:xfrm>
            <a:off x="5771388" y="3551588"/>
            <a:ext cx="2462949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300" b="0" i="0" strike="noStrike" cap="none" baseline="0" dirty="0" err="1">
                <a:solidFill>
                  <a:srgbClr val="161616"/>
                </a:solidFill>
                <a:effectLst/>
                <a:latin typeface="Segoe UI Variable Text"/>
                <a:ea typeface="Segoe UI Variable Text"/>
                <a:cs typeface="Segoe UI Variable Text"/>
              </a:rPr>
              <a:t>RecognizeOnceAsync</a:t>
            </a:r>
            <a:r>
              <a:rPr lang="es-ES" sz="1300" b="0" i="0" strike="noStrike" cap="none" baseline="0" dirty="0">
                <a:solidFill>
                  <a:srgbClr val="161616"/>
                </a:solidFill>
                <a:effectLst/>
                <a:latin typeface="Segoe UI Variable Text"/>
                <a:ea typeface="Segoe UI Variable Text"/>
                <a:cs typeface="Segoe UI Variable Text"/>
              </a:rPr>
              <a:t>()</a:t>
            </a:r>
            <a:endParaRPr lang="en-US" sz="1300" dirty="0">
              <a:latin typeface="Segoe UI Variable Tex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2852620"/>
      </p:ext>
    </p:extLst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95D42ED-902B-7562-9943-845330A93A3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487680"/>
          </a:xfrm>
        </p:spPr>
        <p:txBody>
          <a:bodyPr/>
          <a:lstStyle/>
          <a:p>
            <a:r>
              <a:rPr lang="es-ES" sz="3200" b="0" i="0" strike="noStrike" cap="none" baseline="0">
                <a:solidFill>
                  <a:srgbClr val="000000"/>
                </a:solidFill>
                <a:effectLst/>
                <a:latin typeface="Segoe UI Semibold"/>
                <a:ea typeface="Segoe UI Semibold"/>
                <a:cs typeface="Segoe UI Semibold"/>
              </a:rPr>
              <a:t>Texto a voz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85C349-32DD-7E9E-5D6E-AABF2F28FA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defTabSz="914367">
              <a:defRPr/>
            </a:pPr>
            <a:r>
              <a:rPr lang="es-ES" sz="10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© Copyright Microsoft Corporation. Todos los derechos reservados.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55E28B70-27D2-2D8A-3750-4A11F36E0DD0}"/>
              </a:ext>
            </a:extLst>
          </p:cNvPr>
          <p:cNvGrpSpPr/>
          <p:nvPr/>
        </p:nvGrpSpPr>
        <p:grpSpPr>
          <a:xfrm>
            <a:off x="1951739" y="2120084"/>
            <a:ext cx="9967579" cy="2925584"/>
            <a:chOff x="1995281" y="2040571"/>
            <a:chExt cx="9967579" cy="2925584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4CC9299-564B-1B16-78DA-6B0C140C58A3}"/>
                </a:ext>
              </a:extLst>
            </p:cNvPr>
            <p:cNvGrpSpPr/>
            <p:nvPr/>
          </p:nvGrpSpPr>
          <p:grpSpPr>
            <a:xfrm>
              <a:off x="2351636" y="2040571"/>
              <a:ext cx="1082252" cy="929580"/>
              <a:chOff x="4651461" y="3787461"/>
              <a:chExt cx="1125578" cy="966794"/>
            </a:xfrm>
            <a:solidFill>
              <a:srgbClr val="243A5E"/>
            </a:solidFill>
          </p:grpSpPr>
          <p:pic>
            <p:nvPicPr>
              <p:cNvPr id="16" name="Graphic 15" descr="Key with solid fill">
                <a:extLst>
                  <a:ext uri="{FF2B5EF4-FFF2-40B4-BE49-F238E27FC236}">
                    <a16:creationId xmlns:a16="http://schemas.microsoft.com/office/drawing/2014/main" id="{B959E0FB-9D1F-7937-4FB7-AC0A979AC16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 rot="18959996">
                <a:off x="5019426" y="3996642"/>
                <a:ext cx="757613" cy="757613"/>
              </a:xfrm>
              <a:prstGeom prst="rect">
                <a:avLst/>
              </a:prstGeom>
            </p:spPr>
          </p:pic>
          <p:pic>
            <p:nvPicPr>
              <p:cNvPr id="17" name="Graphic 16" descr="World with solid fill">
                <a:extLst>
                  <a:ext uri="{FF2B5EF4-FFF2-40B4-BE49-F238E27FC236}">
                    <a16:creationId xmlns:a16="http://schemas.microsoft.com/office/drawing/2014/main" id="{EA2072F7-C74A-0738-3007-8325A1C0142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4651461" y="3787461"/>
                <a:ext cx="690819" cy="690819"/>
              </a:xfrm>
              <a:prstGeom prst="rect">
                <a:avLst/>
              </a:prstGeom>
            </p:spPr>
          </p:pic>
        </p:grp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8761556-406C-A756-2C4D-3164E8DCF568}"/>
                </a:ext>
              </a:extLst>
            </p:cNvPr>
            <p:cNvSpPr txBox="1"/>
            <p:nvPr/>
          </p:nvSpPr>
          <p:spPr>
            <a:xfrm>
              <a:off x="2193796" y="2888176"/>
              <a:ext cx="1282723" cy="307777"/>
            </a:xfrm>
            <a:prstGeom prst="rect">
              <a:avLst/>
            </a:prstGeom>
            <a:noFill/>
          </p:spPr>
          <p:txBody>
            <a:bodyPr wrap="none" lIns="91440" tIns="45720" rIns="91440" bIns="45720" rtlCol="0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es-ES" sz="1400" b="0" i="0" strike="noStrike" cap="none" baseline="0" dirty="0" err="1">
                  <a:solidFill>
                    <a:srgbClr val="000000"/>
                  </a:solidFill>
                  <a:effectLst/>
                  <a:latin typeface="Segoe UI"/>
                  <a:ea typeface="Segoe UI"/>
                  <a:cs typeface="Segoe UI"/>
                </a:rPr>
                <a:t>SpeechConfig</a:t>
              </a:r>
              <a:endParaRPr lang="en-US" sz="1400" dirty="0"/>
            </a:p>
          </p:txBody>
        </p: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0208D492-CEFB-3CD3-2209-3D4A5E6B0098}"/>
                </a:ext>
              </a:extLst>
            </p:cNvPr>
            <p:cNvGrpSpPr/>
            <p:nvPr/>
          </p:nvGrpSpPr>
          <p:grpSpPr>
            <a:xfrm>
              <a:off x="2364741" y="3823643"/>
              <a:ext cx="1173277" cy="1001525"/>
              <a:chOff x="4819078" y="5406645"/>
              <a:chExt cx="1220248" cy="1041617"/>
            </a:xfrm>
            <a:solidFill>
              <a:srgbClr val="463668"/>
            </a:solidFill>
          </p:grpSpPr>
          <p:pic>
            <p:nvPicPr>
              <p:cNvPr id="21" name="Graphic 20" descr="Volume with solid fill">
                <a:extLst>
                  <a:ext uri="{FF2B5EF4-FFF2-40B4-BE49-F238E27FC236}">
                    <a16:creationId xmlns:a16="http://schemas.microsoft.com/office/drawing/2014/main" id="{FBDB64CB-097C-5013-A70C-1B1F7155950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5281752" y="5690690"/>
                <a:ext cx="757574" cy="757572"/>
              </a:xfrm>
              <a:prstGeom prst="rect">
                <a:avLst/>
              </a:prstGeom>
            </p:spPr>
          </p:pic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4FD04DD8-5AA1-F766-66FF-9054927C9A8E}"/>
                  </a:ext>
                </a:extLst>
              </p:cNvPr>
              <p:cNvGrpSpPr/>
              <p:nvPr/>
            </p:nvGrpSpPr>
            <p:grpSpPr>
              <a:xfrm>
                <a:off x="4819078" y="5406645"/>
                <a:ext cx="757574" cy="757574"/>
                <a:chOff x="4851606" y="5301154"/>
                <a:chExt cx="914400" cy="914400"/>
              </a:xfrm>
              <a:grpFill/>
            </p:grpSpPr>
            <p:pic>
              <p:nvPicPr>
                <p:cNvPr id="23" name="Graphic 22" descr="Paper outline">
                  <a:extLst>
                    <a:ext uri="{FF2B5EF4-FFF2-40B4-BE49-F238E27FC236}">
                      <a16:creationId xmlns:a16="http://schemas.microsoft.com/office/drawing/2014/main" id="{ED8E2A64-993E-4B11-B5D1-46A77738B91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851606" y="5301154"/>
                  <a:ext cx="914400" cy="914400"/>
                </a:xfrm>
                <a:prstGeom prst="rect">
                  <a:avLst/>
                </a:prstGeom>
              </p:spPr>
            </p:pic>
            <p:pic>
              <p:nvPicPr>
                <p:cNvPr id="24" name="Graphic 23" descr="Voice with solid fill">
                  <a:extLst>
                    <a:ext uri="{FF2B5EF4-FFF2-40B4-BE49-F238E27FC236}">
                      <a16:creationId xmlns:a16="http://schemas.microsoft.com/office/drawing/2014/main" id="{AD8CBB34-F3C0-D367-0FF9-F847368FEC7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054068" y="5535669"/>
                  <a:ext cx="509427" cy="509427"/>
                </a:xfrm>
                <a:prstGeom prst="rect">
                  <a:avLst/>
                </a:prstGeom>
              </p:spPr>
            </p:pic>
          </p:grp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B9DFE4A8-0E7E-CC3C-DE69-6E2A9EED6D88}"/>
                </a:ext>
              </a:extLst>
            </p:cNvPr>
            <p:cNvSpPr txBox="1"/>
            <p:nvPr/>
          </p:nvSpPr>
          <p:spPr>
            <a:xfrm>
              <a:off x="1995281" y="4658378"/>
              <a:ext cx="2004674" cy="307777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es-ES" sz="1400" b="0" i="0" strike="noStrike" cap="none" baseline="0" dirty="0" err="1">
                  <a:solidFill>
                    <a:srgbClr val="000000"/>
                  </a:solidFill>
                  <a:effectLst/>
                  <a:latin typeface="Segoe UI"/>
                  <a:ea typeface="Segoe UI"/>
                  <a:cs typeface="Segoe UI"/>
                </a:rPr>
                <a:t>AudioOutputConfig</a:t>
              </a:r>
              <a:endParaRPr lang="en-US" sz="1400" dirty="0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5A450967-7EF2-81E0-8526-05649A03531A}"/>
                </a:ext>
              </a:extLst>
            </p:cNvPr>
            <p:cNvSpPr/>
            <p:nvPr/>
          </p:nvSpPr>
          <p:spPr bwMode="auto">
            <a:xfrm>
              <a:off x="4549052" y="3517242"/>
              <a:ext cx="152647" cy="309911"/>
            </a:xfrm>
            <a:prstGeom prst="rect">
              <a:avLst/>
            </a:prstGeom>
            <a:noFill/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chemeClr val="tx1"/>
                </a:solidFill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3CA8C083-C3D4-5670-FA6D-07EE030F9101}"/>
                </a:ext>
              </a:extLst>
            </p:cNvPr>
            <p:cNvSpPr/>
            <p:nvPr/>
          </p:nvSpPr>
          <p:spPr>
            <a:xfrm>
              <a:off x="7088772" y="2676279"/>
              <a:ext cx="2318507" cy="18735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square" numCol="1" anchor="ctr">
              <a:noAutofit/>
            </a:bodyPr>
            <a:lstStyle/>
            <a:p>
              <a:pPr lvl="0" defTabSz="914367">
                <a:spcBef>
                  <a:spcPts val="300"/>
                </a:spcBef>
              </a:pPr>
              <a:r>
                <a:rPr lang="es-ES" sz="1400" b="0" i="0" strike="noStrike" cap="none" baseline="0" dirty="0">
                  <a:solidFill>
                    <a:srgbClr val="000000"/>
                  </a:solidFill>
                  <a:effectLst/>
                  <a:latin typeface="Segoe UI"/>
                  <a:ea typeface="Segoe UI"/>
                  <a:cs typeface="Segoe UI"/>
                </a:rPr>
                <a:t>Los resultados</a:t>
              </a:r>
              <a:br>
                <a:rPr lang="es-ES" sz="1400" b="0" i="0" strike="noStrike" cap="none" baseline="0" dirty="0">
                  <a:solidFill>
                    <a:srgbClr val="000000"/>
                  </a:solidFill>
                  <a:effectLst/>
                  <a:latin typeface="Segoe UI"/>
                  <a:ea typeface="Segoe UI"/>
                  <a:cs typeface="Segoe UI"/>
                </a:rPr>
              </a:br>
              <a:r>
                <a:rPr lang="es-ES" sz="1400" b="0" i="0" strike="noStrike" cap="none" baseline="0" dirty="0">
                  <a:solidFill>
                    <a:srgbClr val="000000"/>
                  </a:solidFill>
                  <a:effectLst/>
                  <a:latin typeface="Segoe UI"/>
                  <a:ea typeface="Segoe UI"/>
                  <a:cs typeface="Segoe UI"/>
                </a:rPr>
                <a:t>incluyen</a:t>
              </a:r>
            </a:p>
            <a:p>
              <a:pPr marL="228600" lvl="0" indent="-228600" defTabSz="914367">
                <a:spcBef>
                  <a:spcPts val="300"/>
                </a:spcBef>
                <a:buFont typeface="Arial" panose="020B0604020202020204" pitchFamily="34" charset="0"/>
                <a:buChar char="•"/>
              </a:pPr>
              <a:r>
                <a:rPr lang="es-ES" sz="1400" b="0" i="0" strike="noStrike" cap="none" baseline="0" dirty="0">
                  <a:solidFill>
                    <a:srgbClr val="000000"/>
                  </a:solidFill>
                  <a:effectLst/>
                  <a:latin typeface="Segoe UI"/>
                  <a:ea typeface="Segoe UI"/>
                  <a:cs typeface="Segoe UI"/>
                </a:rPr>
                <a:t>Secuencia de audio</a:t>
              </a:r>
            </a:p>
            <a:p>
              <a:pPr marL="228600" lvl="0" indent="-228600" defTabSz="914367">
                <a:spcBef>
                  <a:spcPts val="300"/>
                </a:spcBef>
                <a:buFont typeface="Arial" panose="020B0604020202020204" pitchFamily="34" charset="0"/>
                <a:buChar char="•"/>
              </a:pPr>
              <a:r>
                <a:rPr lang="es-ES" sz="1400" b="0" i="0" strike="noStrike" cap="none" baseline="0" dirty="0">
                  <a:solidFill>
                    <a:srgbClr val="000000"/>
                  </a:solidFill>
                  <a:effectLst/>
                  <a:latin typeface="Segoe UI"/>
                  <a:ea typeface="Segoe UI"/>
                  <a:cs typeface="Segoe UI"/>
                </a:rPr>
                <a:t>Propiedades</a:t>
              </a:r>
            </a:p>
            <a:p>
              <a:pPr marL="228600" lvl="0" indent="-228600" defTabSz="914367">
                <a:spcBef>
                  <a:spcPts val="300"/>
                </a:spcBef>
                <a:buFont typeface="Arial" panose="020B0604020202020204" pitchFamily="34" charset="0"/>
                <a:buChar char="•"/>
              </a:pPr>
              <a:r>
                <a:rPr lang="es-ES" sz="1400" b="0" i="0" strike="noStrike" cap="none" baseline="0" dirty="0">
                  <a:solidFill>
                    <a:srgbClr val="000000"/>
                  </a:solidFill>
                  <a:effectLst/>
                  <a:latin typeface="Segoe UI"/>
                  <a:ea typeface="Segoe UI"/>
                  <a:cs typeface="Segoe UI"/>
                </a:rPr>
                <a:t>Motivo</a:t>
              </a:r>
            </a:p>
            <a:p>
              <a:pPr marL="228600" lvl="0" indent="-228600" defTabSz="914367">
                <a:spcBef>
                  <a:spcPts val="300"/>
                </a:spcBef>
                <a:buFont typeface="Arial" panose="020B0604020202020204" pitchFamily="34" charset="0"/>
                <a:buChar char="•"/>
              </a:pPr>
              <a:r>
                <a:rPr lang="es-ES" sz="1400" b="0" i="0" strike="noStrike" cap="none" baseline="0" dirty="0">
                  <a:solidFill>
                    <a:srgbClr val="000000"/>
                  </a:solidFill>
                  <a:effectLst/>
                  <a:latin typeface="Segoe UI"/>
                  <a:ea typeface="Segoe UI"/>
                  <a:cs typeface="Segoe UI"/>
                </a:rPr>
                <a:t>Id. de resultado</a:t>
              </a:r>
            </a:p>
          </p:txBody>
        </p:sp>
        <p:cxnSp>
          <p:nvCxnSpPr>
            <p:cNvPr id="37" name="Straight Arrow Connector 32">
              <a:extLst>
                <a:ext uri="{FF2B5EF4-FFF2-40B4-BE49-F238E27FC236}">
                  <a16:creationId xmlns:a16="http://schemas.microsoft.com/office/drawing/2014/main" id="{1081A870-A3E9-1D0F-BFEB-75A43B050F82}"/>
                </a:ext>
              </a:extLst>
            </p:cNvPr>
            <p:cNvCxnSpPr/>
            <p:nvPr/>
          </p:nvCxnSpPr>
          <p:spPr>
            <a:xfrm>
              <a:off x="5564558" y="3764377"/>
              <a:ext cx="1448492" cy="0"/>
            </a:xfrm>
            <a:prstGeom prst="straightConnector1">
              <a:avLst/>
            </a:prstGeom>
            <a:ln w="50800">
              <a:solidFill>
                <a:schemeClr val="bg1">
                  <a:lumMod val="50000"/>
                </a:schemeClr>
              </a:solidFill>
              <a:headEnd type="none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Rectangle: Top Corners Rounded 40">
              <a:extLst>
                <a:ext uri="{FF2B5EF4-FFF2-40B4-BE49-F238E27FC236}">
                  <a16:creationId xmlns:a16="http://schemas.microsoft.com/office/drawing/2014/main" id="{1BC1B078-49E9-1487-0046-0B8C378F47A5}"/>
                </a:ext>
              </a:extLst>
            </p:cNvPr>
            <p:cNvSpPr/>
            <p:nvPr/>
          </p:nvSpPr>
          <p:spPr bwMode="auto">
            <a:xfrm>
              <a:off x="8965056" y="3028578"/>
              <a:ext cx="2997804" cy="1193896"/>
            </a:xfrm>
            <a:prstGeom prst="round2SameRect">
              <a:avLst>
                <a:gd name="adj1" fmla="val 0"/>
                <a:gd name="adj2" fmla="val 0"/>
              </a:avLst>
            </a:prstGeom>
            <a:ln w="19050">
              <a:solidFill>
                <a:srgbClr val="00B0F0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932472" fontAlgn="base">
                <a:spcBef>
                  <a:spcPct val="0"/>
                </a:spcBef>
                <a:spcAft>
                  <a:spcPct val="0"/>
                </a:spcAft>
              </a:pPr>
              <a:r>
                <a:rPr lang="es-ES" sz="1400" b="0" i="0" strike="noStrike" cap="none" baseline="0" dirty="0">
                  <a:solidFill>
                    <a:srgbClr val="000000"/>
                  </a:solidFill>
                  <a:effectLst/>
                  <a:latin typeface="Segoe UI"/>
                  <a:ea typeface="Segoe UI"/>
                  <a:cs typeface="Segoe UI"/>
                </a:rPr>
                <a:t>Motivo del resultado:</a:t>
              </a:r>
            </a:p>
            <a:p>
              <a:pPr marL="177800" indent="-114300" defTabSz="932472" fontAlgn="base">
                <a:spcBef>
                  <a:spcPts val="100"/>
                </a:spcBef>
                <a:spcAft>
                  <a:spcPts val="200"/>
                </a:spcAft>
                <a:buFont typeface="Arial" panose="020B0604020202020204" pitchFamily="34" charset="0"/>
                <a:buChar char="•"/>
              </a:pPr>
              <a:r>
                <a:rPr lang="es-ES" sz="1400" b="0" i="0" strike="noStrike" cap="none" baseline="0" dirty="0" err="1">
                  <a:solidFill>
                    <a:srgbClr val="000000"/>
                  </a:solidFill>
                  <a:effectLst/>
                  <a:latin typeface="Segoe UI"/>
                  <a:ea typeface="Segoe UI"/>
                  <a:cs typeface="Segoe UI"/>
                </a:rPr>
                <a:t>SynthesizingAudioCompleted</a:t>
              </a:r>
              <a:endParaRPr lang="en-US" sz="1400" dirty="0">
                <a:solidFill>
                  <a:schemeClr val="tx1"/>
                </a:solidFill>
                <a:cs typeface="Segoe UI" pitchFamily="34" charset="0"/>
              </a:endParaRPr>
            </a:p>
            <a:p>
              <a:pPr marL="177800" indent="-114300" defTabSz="932472" fontAlgn="base">
                <a:spcBef>
                  <a:spcPts val="100"/>
                </a:spcBef>
                <a:spcAft>
                  <a:spcPts val="200"/>
                </a:spcAft>
                <a:buFont typeface="Arial" panose="020B0604020202020204" pitchFamily="34" charset="0"/>
                <a:buChar char="•"/>
              </a:pPr>
              <a:r>
                <a:rPr lang="es-ES" sz="1400" b="0" i="0" strike="noStrike" cap="none" baseline="0" dirty="0" err="1">
                  <a:solidFill>
                    <a:srgbClr val="000000"/>
                  </a:solidFill>
                  <a:effectLst/>
                  <a:latin typeface="Segoe UI"/>
                  <a:ea typeface="Segoe UI"/>
                  <a:cs typeface="Segoe UI"/>
                </a:rPr>
                <a:t>Cancelled</a:t>
              </a:r>
              <a:endParaRPr lang="es-ES" sz="14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endParaRPr>
            </a:p>
            <a:p>
              <a:pPr marL="341313" lvl="1" indent="-114300" defTabSz="932472" fontAlgn="base">
                <a:spcBef>
                  <a:spcPts val="100"/>
                </a:spcBef>
                <a:spcAft>
                  <a:spcPts val="200"/>
                </a:spcAft>
                <a:buFont typeface="Arial" panose="020B0604020202020204" pitchFamily="34" charset="0"/>
                <a:buChar char="•"/>
              </a:pPr>
              <a:r>
                <a:rPr lang="es-ES" sz="1100" b="0" i="0" strike="noStrike" cap="none" baseline="0" dirty="0">
                  <a:solidFill>
                    <a:srgbClr val="000000"/>
                  </a:solidFill>
                  <a:effectLst/>
                  <a:latin typeface="Segoe UI"/>
                  <a:ea typeface="Segoe UI"/>
                  <a:cs typeface="Segoe UI"/>
                </a:rPr>
                <a:t>Detalles</a:t>
              </a:r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4B990F3A-1F8C-9552-DA8A-63D8902F5FBC}"/>
                </a:ext>
              </a:extLst>
            </p:cNvPr>
            <p:cNvGrpSpPr/>
            <p:nvPr/>
          </p:nvGrpSpPr>
          <p:grpSpPr>
            <a:xfrm>
              <a:off x="3552662" y="3057453"/>
              <a:ext cx="996390" cy="1582842"/>
              <a:chOff x="3544711" y="2564472"/>
              <a:chExt cx="996390" cy="1582842"/>
            </a:xfrm>
          </p:grpSpPr>
          <p:cxnSp>
            <p:nvCxnSpPr>
              <p:cNvPr id="3" name="Straight Arrow Connector 2">
                <a:extLst>
                  <a:ext uri="{FF2B5EF4-FFF2-40B4-BE49-F238E27FC236}">
                    <a16:creationId xmlns:a16="http://schemas.microsoft.com/office/drawing/2014/main" id="{272C6469-543D-4616-008E-72DD56B99F24}"/>
                  </a:ext>
                </a:extLst>
              </p:cNvPr>
              <p:cNvCxnSpPr/>
              <p:nvPr/>
            </p:nvCxnSpPr>
            <p:spPr>
              <a:xfrm>
                <a:off x="3857625" y="3250282"/>
                <a:ext cx="683476" cy="0"/>
              </a:xfrm>
              <a:prstGeom prst="straightConnector1">
                <a:avLst/>
              </a:prstGeom>
              <a:ln w="50800">
                <a:solidFill>
                  <a:schemeClr val="bg1">
                    <a:lumMod val="50000"/>
                  </a:schemeClr>
                </a:solidFill>
                <a:headEnd type="none"/>
                <a:tailEnd type="triangl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" name="Straight Arrow Connector 32">
                <a:extLst>
                  <a:ext uri="{FF2B5EF4-FFF2-40B4-BE49-F238E27FC236}">
                    <a16:creationId xmlns:a16="http://schemas.microsoft.com/office/drawing/2014/main" id="{FBA06E29-2567-4FA0-2C51-EE7B9C1DE633}"/>
                  </a:ext>
                </a:extLst>
              </p:cNvPr>
              <p:cNvCxnSpPr/>
              <p:nvPr/>
            </p:nvCxnSpPr>
            <p:spPr>
              <a:xfrm>
                <a:off x="3544711" y="2564472"/>
                <a:ext cx="12700" cy="1582842"/>
              </a:xfrm>
              <a:prstGeom prst="bentConnector3">
                <a:avLst>
                  <a:gd name="adj1" fmla="val 2325000"/>
                </a:avLst>
              </a:prstGeom>
              <a:ln w="50800">
                <a:solidFill>
                  <a:schemeClr val="bg1">
                    <a:lumMod val="50000"/>
                  </a:schemeClr>
                </a:solidFill>
                <a:headEnd type="non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4E8363B3-585E-8165-E325-A3F3621825AD}"/>
                </a:ext>
              </a:extLst>
            </p:cNvPr>
            <p:cNvSpPr txBox="1"/>
            <p:nvPr/>
          </p:nvSpPr>
          <p:spPr>
            <a:xfrm>
              <a:off x="4013239" y="3888113"/>
              <a:ext cx="1781257" cy="784830"/>
            </a:xfrm>
            <a:prstGeom prst="rect">
              <a:avLst/>
            </a:prstGeom>
            <a:noFill/>
          </p:spPr>
          <p:txBody>
            <a:bodyPr wrap="none" lIns="91440" tIns="45720" rIns="91440" bIns="45720" rtlCol="0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es-ES" sz="1400" b="0" i="0" strike="noStrike" cap="none" baseline="0" dirty="0" err="1">
                  <a:solidFill>
                    <a:srgbClr val="000000"/>
                  </a:solidFill>
                  <a:effectLst/>
                  <a:latin typeface="Segoe UI"/>
                  <a:ea typeface="Segoe UI"/>
                  <a:cs typeface="Consolas"/>
                </a:rPr>
                <a:t>SpeechSynthesizer</a:t>
              </a:r>
              <a:endParaRPr lang="en-US" sz="1400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s-ES" sz="1300" b="0" i="0" strike="noStrike" cap="none" baseline="0" dirty="0">
                  <a:solidFill>
                    <a:srgbClr val="000000"/>
                  </a:solidFill>
                  <a:effectLst/>
                  <a:latin typeface="Segoe UI"/>
                  <a:ea typeface="Segoe UI"/>
                  <a:cs typeface="Segoe UI"/>
                </a:rPr>
                <a:t>y Voice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s-ES" sz="1300" b="0" i="0" strike="noStrike" cap="none" baseline="0" dirty="0">
                  <a:solidFill>
                    <a:srgbClr val="000000"/>
                  </a:solidFill>
                  <a:effectLst/>
                  <a:latin typeface="Segoe UI"/>
                  <a:ea typeface="Segoe UI"/>
                  <a:cs typeface="Consolas"/>
                </a:rPr>
                <a:t>Formato de audio</a:t>
              </a:r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D8B34B92-C590-848F-5B0D-E35CE6255079}"/>
                </a:ext>
              </a:extLst>
            </p:cNvPr>
            <p:cNvGrpSpPr/>
            <p:nvPr/>
          </p:nvGrpSpPr>
          <p:grpSpPr>
            <a:xfrm>
              <a:off x="4370443" y="2847788"/>
              <a:ext cx="1194114" cy="1148901"/>
              <a:chOff x="4362492" y="2354807"/>
              <a:chExt cx="1194114" cy="1148901"/>
            </a:xfrm>
          </p:grpSpPr>
          <p:grpSp>
            <p:nvGrpSpPr>
              <p:cNvPr id="26" name="Group 25">
                <a:extLst>
                  <a:ext uri="{FF2B5EF4-FFF2-40B4-BE49-F238E27FC236}">
                    <a16:creationId xmlns:a16="http://schemas.microsoft.com/office/drawing/2014/main" id="{93AC90A0-7D15-B447-67B0-F3D9CC7F3EEE}"/>
                  </a:ext>
                </a:extLst>
              </p:cNvPr>
              <p:cNvGrpSpPr/>
              <p:nvPr/>
            </p:nvGrpSpPr>
            <p:grpSpPr>
              <a:xfrm>
                <a:off x="4362492" y="2354807"/>
                <a:ext cx="1194114" cy="1148901"/>
                <a:chOff x="2784800" y="4401907"/>
                <a:chExt cx="1241918" cy="1194893"/>
              </a:xfrm>
              <a:solidFill>
                <a:srgbClr val="243A5E"/>
              </a:solidFill>
            </p:grpSpPr>
            <p:pic>
              <p:nvPicPr>
                <p:cNvPr id="28" name="Graphic 27" descr="Gears with solid fill">
                  <a:extLst>
                    <a:ext uri="{FF2B5EF4-FFF2-40B4-BE49-F238E27FC236}">
                      <a16:creationId xmlns:a16="http://schemas.microsoft.com/office/drawing/2014/main" id="{18554E37-BCE3-E888-041E-E8E4FD6D230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112318" y="4682400"/>
                  <a:ext cx="914400" cy="914400"/>
                </a:xfrm>
                <a:prstGeom prst="rect">
                  <a:avLst/>
                </a:prstGeom>
              </p:spPr>
            </p:pic>
            <p:pic>
              <p:nvPicPr>
                <p:cNvPr id="29" name="Graphic 28" descr="Speech with solid fill">
                  <a:extLst>
                    <a:ext uri="{FF2B5EF4-FFF2-40B4-BE49-F238E27FC236}">
                      <a16:creationId xmlns:a16="http://schemas.microsoft.com/office/drawing/2014/main" id="{9D3144B3-E97C-546A-4BC4-AC9BBD18075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9"/>
                    </a:ext>
                  </a:extLst>
                </a:blip>
                <a:stretch>
                  <a:fillRect/>
                </a:stretch>
              </p:blipFill>
              <p:spPr>
                <a:xfrm flipH="1">
                  <a:off x="2784800" y="4401907"/>
                  <a:ext cx="914400" cy="914399"/>
                </a:xfrm>
                <a:prstGeom prst="rect">
                  <a:avLst/>
                </a:prstGeom>
              </p:spPr>
            </p:pic>
          </p:grpSp>
          <p:pic>
            <p:nvPicPr>
              <p:cNvPr id="11" name="Graphic 10" descr="Voice with solid fill">
                <a:extLst>
                  <a:ext uri="{FF2B5EF4-FFF2-40B4-BE49-F238E27FC236}">
                    <a16:creationId xmlns:a16="http://schemas.microsoft.com/office/drawing/2014/main" id="{4ABDB61A-E6DB-2B27-D696-83E5A49322F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 flipH="1">
                <a:off x="4583098" y="2523918"/>
                <a:ext cx="405811" cy="405812"/>
              </a:xfrm>
              <a:prstGeom prst="rect">
                <a:avLst/>
              </a:prstGeom>
            </p:spPr>
          </p:pic>
        </p:grp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681EAF2-C213-9CD4-D192-7FE32110F408}"/>
                </a:ext>
              </a:extLst>
            </p:cNvPr>
            <p:cNvSpPr txBox="1"/>
            <p:nvPr/>
          </p:nvSpPr>
          <p:spPr>
            <a:xfrm>
              <a:off x="5591070" y="3341540"/>
              <a:ext cx="1564470" cy="29238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ES" sz="1300" b="0" i="0" strike="noStrike" cap="none" baseline="0" dirty="0" err="1">
                  <a:solidFill>
                    <a:srgbClr val="161616"/>
                  </a:solidFill>
                  <a:effectLst/>
                  <a:latin typeface="Segoe UI Variable Text"/>
                  <a:ea typeface="Segoe UI Variable Text"/>
                  <a:cs typeface="Segoe UI Variable Text"/>
                </a:rPr>
                <a:t>SpeakTextAsync</a:t>
              </a:r>
              <a:r>
                <a:rPr lang="es-ES" sz="1300" b="0" i="0" strike="noStrike" cap="none" baseline="0" dirty="0">
                  <a:solidFill>
                    <a:srgbClr val="161616"/>
                  </a:solidFill>
                  <a:effectLst/>
                  <a:latin typeface="Segoe UI Variable Text"/>
                  <a:ea typeface="Segoe UI Variable Text"/>
                  <a:cs typeface="Segoe UI Variable Text"/>
                </a:rPr>
                <a:t>()</a:t>
              </a:r>
              <a:endParaRPr lang="en-US" sz="1300" dirty="0">
                <a:latin typeface="Segoe UI Variable Text" pitchFamily="2" charset="0"/>
              </a:endParaRPr>
            </a:p>
          </p:txBody>
        </p:sp>
      </p:grpSp>
      <p:sp>
        <p:nvSpPr>
          <p:cNvPr id="38" name="Rectangle: Top Corners Rounded 37">
            <a:extLst>
              <a:ext uri="{FF2B5EF4-FFF2-40B4-BE49-F238E27FC236}">
                <a16:creationId xmlns:a16="http://schemas.microsoft.com/office/drawing/2014/main" id="{1BBBEEE3-CE9A-581A-8B40-E422996875A3}"/>
              </a:ext>
            </a:extLst>
          </p:cNvPr>
          <p:cNvSpPr/>
          <p:nvPr/>
        </p:nvSpPr>
        <p:spPr bwMode="auto">
          <a:xfrm>
            <a:off x="152400" y="2089278"/>
            <a:ext cx="1848102" cy="951498"/>
          </a:xfrm>
          <a:prstGeom prst="round2SameRect">
            <a:avLst/>
          </a:prstGeom>
          <a:ln w="19050">
            <a:solidFill>
              <a:schemeClr val="tx2">
                <a:lumMod val="50000"/>
                <a:lumOff val="50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s-ES" sz="14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Conexión a Azure Speech</a:t>
            </a:r>
          </a:p>
        </p:txBody>
      </p:sp>
      <p:sp>
        <p:nvSpPr>
          <p:cNvPr id="46" name="Rectangle: Top Corners Rounded 45">
            <a:extLst>
              <a:ext uri="{FF2B5EF4-FFF2-40B4-BE49-F238E27FC236}">
                <a16:creationId xmlns:a16="http://schemas.microsoft.com/office/drawing/2014/main" id="{1B4E7A3B-7F3D-7F55-7862-FADA57683040}"/>
              </a:ext>
            </a:extLst>
          </p:cNvPr>
          <p:cNvSpPr/>
          <p:nvPr/>
        </p:nvSpPr>
        <p:spPr bwMode="auto">
          <a:xfrm>
            <a:off x="192842" y="3997986"/>
            <a:ext cx="1843716" cy="951498"/>
          </a:xfrm>
          <a:prstGeom prst="round2SameRect">
            <a:avLst>
              <a:gd name="adj1" fmla="val 0"/>
              <a:gd name="adj2" fmla="val 17352"/>
            </a:avLst>
          </a:prstGeom>
          <a:ln w="19050">
            <a:solidFill>
              <a:schemeClr val="tx2">
                <a:lumMod val="50000"/>
                <a:lumOff val="50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s-ES" sz="14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Altavoz (predeterminado) o archivo</a:t>
            </a:r>
          </a:p>
        </p:txBody>
      </p:sp>
    </p:spTree>
    <p:extLst>
      <p:ext uri="{BB962C8B-B14F-4D97-AF65-F5344CB8AC3E}">
        <p14:creationId xmlns:p14="http://schemas.microsoft.com/office/powerpoint/2010/main" val="4059943029"/>
      </p:ext>
    </p:extLst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A3EABE0-DEDA-B74D-741E-B0EF65BEB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462106"/>
            <a:ext cx="9476488" cy="492443"/>
          </a:xfrm>
        </p:spPr>
        <p:txBody>
          <a:bodyPr vert="horz" wrap="square" lIns="0" tIns="0" rIns="0" bIns="0" rtlCol="0" anchor="b">
            <a:spAutoFit/>
          </a:bodyPr>
          <a:lstStyle/>
          <a:p>
            <a:r>
              <a:rPr lang="es-ES" sz="3200" b="0" i="0" strike="noStrike" cap="none" baseline="0" dirty="0">
                <a:solidFill>
                  <a:srgbClr val="000000"/>
                </a:solidFill>
                <a:effectLst/>
                <a:latin typeface="Segoe UI Semibold"/>
                <a:ea typeface="Segoe UI Semibold"/>
                <a:cs typeface="Segoe UI Semibold"/>
              </a:rPr>
              <a:t>Lenguaje de marcado de síntesis de voz (SSML)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C400B6A0-7BFB-78BA-B682-0F4B9515AF1E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588262" y="1114309"/>
            <a:ext cx="10239980" cy="274320"/>
          </a:xfrm>
        </p:spPr>
        <p:txBody>
          <a:bodyPr/>
          <a:lstStyle/>
          <a:p>
            <a:pPr marL="0" indent="0">
              <a:spcBef>
                <a:spcPct val="0"/>
              </a:spcBef>
              <a:spcAft>
                <a:spcPts val="600"/>
              </a:spcAft>
              <a:buNone/>
            </a:pPr>
            <a:r>
              <a:rPr lang="es-ES" sz="1800" b="0" i="0" strike="noStrike" cap="none" baseline="0">
                <a:solidFill>
                  <a:srgbClr val="000000"/>
                </a:solidFill>
                <a:effectLst/>
                <a:latin typeface="Segoe UI Semibold"/>
                <a:ea typeface="Segoe UI Semibold"/>
                <a:cs typeface="Segoe UI Semibold"/>
              </a:rPr>
              <a:t>Lenguaje basado en XML con opciones de personalización: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DC36A7A-2963-7AAA-B66B-143BD0092A2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/>
        </p:nvSpPr>
        <p:spPr>
          <a:xfrm>
            <a:off x="671669" y="1391835"/>
            <a:ext cx="10835961" cy="1704340"/>
          </a:xfrm>
          <a:prstGeom prst="rect">
            <a:avLst/>
          </a:prstGeom>
          <a:noFill/>
        </p:spPr>
        <p:txBody>
          <a:bodyPr wrap="square" numCol="2">
            <a:spAutoFit/>
          </a:bodyPr>
          <a:lstStyle/>
          <a:p>
            <a:pPr marL="347663" indent="-227013">
              <a:spcBef>
                <a:spcPts val="1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s-ES" sz="18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Estilos de habla (solo voces neuronales)</a:t>
            </a:r>
          </a:p>
          <a:p>
            <a:pPr marL="347663" indent="-227013">
              <a:spcBef>
                <a:spcPts val="1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s-ES" sz="18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Pausas y silencios</a:t>
            </a:r>
          </a:p>
          <a:p>
            <a:pPr marL="347663" indent="-227013">
              <a:spcBef>
                <a:spcPts val="1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s-ES" sz="18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Fonemas (pronunciaciones fonéticas)</a:t>
            </a:r>
          </a:p>
          <a:p>
            <a:pPr marL="120650">
              <a:spcBef>
                <a:spcPts val="100"/>
              </a:spcBef>
              <a:spcAft>
                <a:spcPts val="300"/>
              </a:spcAft>
            </a:pPr>
            <a:endParaRPr lang="en-US" sz="1800"/>
          </a:p>
          <a:p>
            <a:pPr marL="120650">
              <a:spcBef>
                <a:spcPts val="100"/>
              </a:spcBef>
              <a:spcAft>
                <a:spcPts val="300"/>
              </a:spcAft>
            </a:pPr>
            <a:endParaRPr lang="en-US" sz="1800"/>
          </a:p>
          <a:p>
            <a:pPr marL="347663" lvl="1" indent="-227013" defTabSz="932742">
              <a:spcBef>
                <a:spcPts val="100"/>
              </a:spcBef>
              <a:spcAft>
                <a:spcPts val="300"/>
              </a:spcAft>
              <a:buSzPct val="90000"/>
              <a:buFont typeface="Arial" panose="020B0604020202020204" pitchFamily="34" charset="0"/>
              <a:buChar char="•"/>
              <a:defRPr/>
            </a:pPr>
            <a:r>
              <a:rPr lang="es-ES" sz="18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Prosodia (tono de voz, alcance, velocidad, etc.)</a:t>
            </a:r>
          </a:p>
          <a:p>
            <a:pPr marL="347663" lvl="1" indent="-227013" defTabSz="932742">
              <a:spcBef>
                <a:spcPts val="100"/>
              </a:spcBef>
              <a:spcAft>
                <a:spcPts val="300"/>
              </a:spcAft>
              <a:buSzPct val="90000"/>
              <a:buFont typeface="Arial" panose="020B0604020202020204" pitchFamily="34" charset="0"/>
              <a:buChar char="•"/>
              <a:defRPr/>
            </a:pPr>
            <a:r>
              <a:rPr lang="es-ES" sz="18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"say-as" (número, fecha, hora, dirección, etc.)</a:t>
            </a:r>
          </a:p>
          <a:p>
            <a:pPr marL="347663" lvl="1" indent="-227013" defTabSz="932742">
              <a:spcBef>
                <a:spcPts val="100"/>
              </a:spcBef>
              <a:spcAft>
                <a:spcPts val="300"/>
              </a:spcAft>
              <a:buSzPct val="90000"/>
              <a:buFont typeface="Arial" panose="020B0604020202020204" pitchFamily="34" charset="0"/>
              <a:buChar char="•"/>
              <a:defRPr/>
            </a:pPr>
            <a:r>
              <a:rPr lang="es-ES" sz="18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Inserción de voz grabada o audio de fondo</a:t>
            </a:r>
          </a:p>
        </p:txBody>
      </p:sp>
      <p:grpSp>
        <p:nvGrpSpPr>
          <p:cNvPr id="5" name="Group 4" descr="Diagram showing an example SSML string.">
            <a:extLst>
              <a:ext uri="{FF2B5EF4-FFF2-40B4-BE49-F238E27FC236}">
                <a16:creationId xmlns:a16="http://schemas.microsoft.com/office/drawing/2014/main" id="{D53A45BD-0F8F-7568-C6C3-8EC5BABB2AA3}"/>
              </a:ext>
            </a:extLst>
          </p:cNvPr>
          <p:cNvGrpSpPr/>
          <p:nvPr/>
        </p:nvGrpSpPr>
        <p:grpSpPr>
          <a:xfrm>
            <a:off x="654078" y="2585340"/>
            <a:ext cx="10174164" cy="3106154"/>
            <a:chOff x="654078" y="2305634"/>
            <a:chExt cx="10174164" cy="3106154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CF2A107-4996-02A4-1199-47991D2BCB54}"/>
                </a:ext>
              </a:extLst>
            </p:cNvPr>
            <p:cNvSpPr txBox="1"/>
            <p:nvPr/>
          </p:nvSpPr>
          <p:spPr>
            <a:xfrm>
              <a:off x="4429550" y="2305634"/>
              <a:ext cx="3999459" cy="550504"/>
            </a:xfrm>
            <a:prstGeom prst="rect">
              <a:avLst/>
            </a:prstGeom>
            <a:noFill/>
          </p:spPr>
          <p:txBody>
            <a:bodyPr wrap="none" lIns="182880" tIns="146304" rIns="182880" bIns="146304" rtlCol="0">
              <a:spAutoFit/>
            </a:bodyPr>
            <a:lstStyle/>
            <a:p>
              <a:pPr>
                <a:lnSpc>
                  <a:spcPct val="90000"/>
                </a:lnSpc>
                <a:spcAft>
                  <a:spcPts val="600"/>
                </a:spcAft>
              </a:pPr>
              <a:r>
                <a:rPr lang="es-ES" sz="1800" b="0" i="0" strike="noStrike" cap="none" baseline="0">
                  <a:solidFill>
                    <a:srgbClr val="000000"/>
                  </a:solidFill>
                  <a:effectLst/>
                  <a:latin typeface="Consolas"/>
                  <a:ea typeface="Consolas"/>
                  <a:cs typeface="Consolas"/>
                </a:rPr>
                <a:t>SpeakSsmlAsync</a:t>
              </a:r>
              <a:r>
                <a:rPr lang="es-ES" sz="1800" b="0" i="0" strike="noStrike" cap="none" baseline="0">
                  <a:gradFill>
                    <a:gsLst>
                      <a:gs pos="2917">
                        <a:srgbClr val="000000"/>
                      </a:gs>
                      <a:gs pos="30000">
                        <a:srgbClr val="000000"/>
                      </a:gs>
                    </a:gsLst>
                    <a:lin ang="5400000"/>
                    <a:tileRect l="-100000" t="-100000"/>
                  </a:gradFill>
                  <a:effectLst/>
                  <a:latin typeface="Consolas"/>
                  <a:ea typeface="Consolas"/>
                  <a:cs typeface="Consolas"/>
                </a:rPr>
                <a:t>( </a:t>
              </a:r>
              <a:r>
                <a:rPr lang="es-ES" sz="1800" b="0" i="1" strike="noStrike" cap="none" baseline="0">
                  <a:solidFill>
                    <a:srgbClr val="702573"/>
                  </a:solidFill>
                  <a:effectLst/>
                  <a:latin typeface="Consolas"/>
                  <a:ea typeface="Consolas"/>
                  <a:cs typeface="Consolas"/>
                </a:rPr>
                <a:t>ssml-string</a:t>
              </a:r>
              <a:r>
                <a:rPr lang="es-ES" sz="1800" b="0" i="0" strike="noStrike" cap="none" baseline="0">
                  <a:gradFill>
                    <a:gsLst>
                      <a:gs pos="2917">
                        <a:srgbClr val="000000"/>
                      </a:gs>
                      <a:gs pos="30000">
                        <a:srgbClr val="000000"/>
                      </a:gs>
                    </a:gsLst>
                    <a:lin ang="5400000"/>
                    <a:tileRect l="-100000" t="-100000"/>
                  </a:gradFill>
                  <a:effectLst/>
                  <a:latin typeface="Consolas"/>
                  <a:ea typeface="Consolas"/>
                  <a:cs typeface="Consolas"/>
                </a:rPr>
                <a:t> );</a:t>
              </a:r>
            </a:p>
          </p:txBody>
        </p:sp>
        <p:sp>
          <p:nvSpPr>
            <p:cNvPr id="16" name="Left Brace 15">
              <a:extLst>
                <a:ext uri="{FF2B5EF4-FFF2-40B4-BE49-F238E27FC236}">
                  <a16:creationId xmlns:a16="http://schemas.microsoft.com/office/drawing/2014/main" id="{95E57165-253D-9444-484E-AC3C0B7B3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5400000">
              <a:off x="6159396" y="-1709145"/>
              <a:ext cx="270185" cy="9067507"/>
            </a:xfrm>
            <a:prstGeom prst="leftBrace">
              <a:avLst>
                <a:gd name="adj1" fmla="val 8333"/>
                <a:gd name="adj2" fmla="val 38889"/>
              </a:avLst>
            </a:prstGeom>
            <a:ln w="28575">
              <a:solidFill>
                <a:schemeClr val="accent1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Consolas" panose="020B0609020204030204" pitchFamily="49" charset="0"/>
              </a:endParaRPr>
            </a:p>
          </p:txBody>
        </p:sp>
        <p:sp>
          <p:nvSpPr>
            <p:cNvPr id="11" name="Rectangle: Top Corners Rounded 10">
              <a:extLst>
                <a:ext uri="{FF2B5EF4-FFF2-40B4-BE49-F238E27FC236}">
                  <a16:creationId xmlns:a16="http://schemas.microsoft.com/office/drawing/2014/main" id="{DE15C876-9A88-57AD-6DA9-B79FCD9FF316}"/>
                </a:ext>
              </a:extLst>
            </p:cNvPr>
            <p:cNvSpPr/>
            <p:nvPr/>
          </p:nvSpPr>
          <p:spPr bwMode="auto">
            <a:xfrm>
              <a:off x="654078" y="3595185"/>
              <a:ext cx="1478097" cy="1001288"/>
            </a:xfrm>
            <a:prstGeom prst="round2SameRect">
              <a:avLst>
                <a:gd name="adj1" fmla="val 0"/>
                <a:gd name="adj2" fmla="val 0"/>
              </a:avLst>
            </a:prstGeom>
            <a:ln w="19050">
              <a:solidFill>
                <a:srgbClr val="00B0F0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s-ES" sz="1600" b="0" i="0" strike="noStrike" cap="none" baseline="0">
                  <a:solidFill>
                    <a:srgbClr val="000000"/>
                  </a:solidFill>
                  <a:effectLst/>
                  <a:latin typeface="Segoe UI"/>
                  <a:ea typeface="Segoe UI"/>
                  <a:cs typeface="Segoe UI"/>
                </a:rPr>
                <a:t>Varias voces en una sola síntesis</a:t>
              </a:r>
              <a:endParaRPr lang="en-US" sz="1200">
                <a:solidFill>
                  <a:schemeClr val="tx1"/>
                </a:solidFill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14" name="Rectangle: Top Corners Rounded 13">
              <a:extLst>
                <a:ext uri="{FF2B5EF4-FFF2-40B4-BE49-F238E27FC236}">
                  <a16:creationId xmlns:a16="http://schemas.microsoft.com/office/drawing/2014/main" id="{1AE0BF7C-C993-8860-2AED-8019C8052614}"/>
                </a:ext>
              </a:extLst>
            </p:cNvPr>
            <p:cNvSpPr/>
            <p:nvPr/>
          </p:nvSpPr>
          <p:spPr bwMode="auto">
            <a:xfrm>
              <a:off x="1153848" y="5135316"/>
              <a:ext cx="1420675" cy="276472"/>
            </a:xfrm>
            <a:prstGeom prst="round2SameRect">
              <a:avLst>
                <a:gd name="adj1" fmla="val 0"/>
                <a:gd name="adj2" fmla="val 0"/>
              </a:avLst>
            </a:prstGeom>
            <a:ln w="19050">
              <a:solidFill>
                <a:srgbClr val="00B0F0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s-ES" sz="1600" b="0" i="0" strike="noStrike" cap="none" baseline="0">
                  <a:solidFill>
                    <a:srgbClr val="000000"/>
                  </a:solidFill>
                  <a:effectLst/>
                  <a:latin typeface="Consolas"/>
                  <a:ea typeface="Consolas"/>
                  <a:cs typeface="Consolas"/>
                </a:rPr>
                <a:t>Pausar</a:t>
              </a:r>
              <a:endParaRPr lang="en-US" sz="1200">
                <a:solidFill>
                  <a:schemeClr val="tx1"/>
                </a:solidFill>
                <a:latin typeface="Consolas" panose="020B0609020204030204" pitchFamily="49" charset="0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12" name="Rectangle: Top Corners Rounded 11">
              <a:extLst>
                <a:ext uri="{FF2B5EF4-FFF2-40B4-BE49-F238E27FC236}">
                  <a16:creationId xmlns:a16="http://schemas.microsoft.com/office/drawing/2014/main" id="{4BD2401C-41BC-C217-3AFE-8FC3B57DC8E5}"/>
                </a:ext>
              </a:extLst>
            </p:cNvPr>
            <p:cNvSpPr/>
            <p:nvPr/>
          </p:nvSpPr>
          <p:spPr bwMode="auto">
            <a:xfrm>
              <a:off x="6567058" y="3603935"/>
              <a:ext cx="1940838" cy="418530"/>
            </a:xfrm>
            <a:prstGeom prst="round2SameRect">
              <a:avLst>
                <a:gd name="adj1" fmla="val 0"/>
                <a:gd name="adj2" fmla="val 0"/>
              </a:avLst>
            </a:prstGeom>
            <a:ln w="19050">
              <a:solidFill>
                <a:srgbClr val="00B0F0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s-ES" sz="1600" b="0" i="0" strike="noStrike" cap="none" baseline="0">
                  <a:solidFill>
                    <a:srgbClr val="000000"/>
                  </a:solidFill>
                  <a:effectLst/>
                  <a:latin typeface="Segoe UI"/>
                  <a:ea typeface="Segoe UI"/>
                  <a:cs typeface="Segoe UI"/>
                </a:rPr>
                <a:t>Estilo del habla</a:t>
              </a:r>
              <a:endParaRPr lang="en-US" sz="1200">
                <a:solidFill>
                  <a:schemeClr val="tx1"/>
                </a:solidFill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13" name="Rectangle: Top Corners Rounded 12">
              <a:extLst>
                <a:ext uri="{FF2B5EF4-FFF2-40B4-BE49-F238E27FC236}">
                  <a16:creationId xmlns:a16="http://schemas.microsoft.com/office/drawing/2014/main" id="{80DE433A-E4D1-EC14-B7E3-572628434F3B}"/>
                </a:ext>
              </a:extLst>
            </p:cNvPr>
            <p:cNvSpPr/>
            <p:nvPr/>
          </p:nvSpPr>
          <p:spPr bwMode="auto">
            <a:xfrm>
              <a:off x="6345576" y="4300830"/>
              <a:ext cx="1814174" cy="599153"/>
            </a:xfrm>
            <a:prstGeom prst="round2SameRect">
              <a:avLst/>
            </a:prstGeom>
            <a:ln w="19050">
              <a:solidFill>
                <a:srgbClr val="00B0F0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s-ES" sz="1600" b="0" i="0" strike="noStrike" cap="none" baseline="0">
                  <a:solidFill>
                    <a:srgbClr val="000000"/>
                  </a:solidFill>
                  <a:effectLst/>
                  <a:latin typeface="Segoe UI"/>
                  <a:ea typeface="Segoe UI"/>
                  <a:cs typeface="Segoe UI"/>
                </a:rPr>
                <a:t>Pronunciación fonética</a:t>
              </a:r>
              <a:endParaRPr lang="en-US" sz="1200">
                <a:solidFill>
                  <a:schemeClr val="tx1"/>
                </a:solidFill>
                <a:ea typeface="Segoe UI" pitchFamily="34" charset="0"/>
                <a:cs typeface="Segoe UI" pitchFamily="34" charset="0"/>
              </a:endParaRPr>
            </a:p>
          </p:txBody>
        </p:sp>
      </p:grp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5FAEF30-6C97-BD79-1DE5-630F9C7BC3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defTabSz="914367">
              <a:defRPr/>
            </a:pPr>
            <a:r>
              <a:rPr lang="es-ES" sz="10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© Copyright Microsoft Corporation. Todos los derechos reservados.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2F49FC-BAEB-75B1-49FD-4407E29FB0EF}"/>
              </a:ext>
            </a:extLst>
          </p:cNvPr>
          <p:cNvSpPr txBox="1"/>
          <p:nvPr/>
        </p:nvSpPr>
        <p:spPr>
          <a:xfrm>
            <a:off x="1632404" y="3183349"/>
            <a:ext cx="9776645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dirty="0">
                <a:solidFill>
                  <a:schemeClr val="accent1"/>
                </a:solidFill>
                <a:effectLst/>
                <a:latin typeface="Consolas" panose="020B0609020204030204" pitchFamily="49" charset="0"/>
              </a:rPr>
              <a:t>&lt;speak version="1.0" </a:t>
            </a:r>
            <a:r>
              <a:rPr lang="en-US" sz="1600" b="0" dirty="0" err="1">
                <a:solidFill>
                  <a:schemeClr val="accent1"/>
                </a:solidFill>
                <a:effectLst/>
                <a:latin typeface="Consolas" panose="020B0609020204030204" pitchFamily="49" charset="0"/>
              </a:rPr>
              <a:t>xmlns</a:t>
            </a:r>
            <a:r>
              <a:rPr lang="en-US" sz="1600" b="0" dirty="0">
                <a:solidFill>
                  <a:schemeClr val="accent1"/>
                </a:solidFill>
                <a:effectLst/>
                <a:latin typeface="Consolas" panose="020B0609020204030204" pitchFamily="49" charset="0"/>
              </a:rPr>
              <a:t>="http://www.w3.org/2001/10/synthesis" </a:t>
            </a:r>
          </a:p>
          <a:p>
            <a:r>
              <a:rPr lang="en-US" sz="1600" b="0" dirty="0">
                <a:solidFill>
                  <a:schemeClr val="accent1"/>
                </a:solidFill>
                <a:effectLst/>
                <a:latin typeface="Consolas" panose="020B0609020204030204" pitchFamily="49" charset="0"/>
              </a:rPr>
              <a:t>                     </a:t>
            </a:r>
            <a:r>
              <a:rPr lang="en-US" sz="1600" b="0" dirty="0" err="1">
                <a:solidFill>
                  <a:schemeClr val="accent1"/>
                </a:solidFill>
                <a:effectLst/>
                <a:latin typeface="Consolas" panose="020B0609020204030204" pitchFamily="49" charset="0"/>
              </a:rPr>
              <a:t>xmlns:mstts</a:t>
            </a:r>
            <a:r>
              <a:rPr lang="en-US" sz="1600" b="0" dirty="0">
                <a:solidFill>
                  <a:schemeClr val="accent1"/>
                </a:solidFill>
                <a:effectLst/>
                <a:latin typeface="Consolas" panose="020B0609020204030204" pitchFamily="49" charset="0"/>
              </a:rPr>
              <a:t>="https://www.w3.org/2001/mstts" </a:t>
            </a:r>
            <a:r>
              <a:rPr lang="en-US" sz="1600" b="0" dirty="0" err="1">
                <a:solidFill>
                  <a:schemeClr val="accent1"/>
                </a:solidFill>
                <a:effectLst/>
                <a:latin typeface="Consolas" panose="020B0609020204030204" pitchFamily="49" charset="0"/>
              </a:rPr>
              <a:t>xml:lang</a:t>
            </a:r>
            <a:r>
              <a:rPr lang="en-US" sz="1600" b="0" dirty="0">
                <a:solidFill>
                  <a:schemeClr val="accent1"/>
                </a:solidFill>
                <a:effectLst/>
                <a:latin typeface="Consolas" panose="020B0609020204030204" pitchFamily="49" charset="0"/>
              </a:rPr>
              <a:t>="</a:t>
            </a:r>
            <a:r>
              <a:rPr lang="en-US" sz="1600" b="0" dirty="0" err="1">
                <a:solidFill>
                  <a:schemeClr val="accent1"/>
                </a:solidFill>
                <a:effectLst/>
                <a:latin typeface="Consolas" panose="020B0609020204030204" pitchFamily="49" charset="0"/>
              </a:rPr>
              <a:t>en</a:t>
            </a:r>
            <a:r>
              <a:rPr lang="en-US" sz="1600" b="0" dirty="0">
                <a:solidFill>
                  <a:schemeClr val="accent1"/>
                </a:solidFill>
                <a:effectLst/>
                <a:latin typeface="Consolas" panose="020B0609020204030204" pitchFamily="49" charset="0"/>
              </a:rPr>
              <a:t>-US"&gt; </a:t>
            </a:r>
          </a:p>
          <a:p>
            <a:r>
              <a:rPr lang="en-US" sz="1600" b="0" dirty="0">
                <a:solidFill>
                  <a:schemeClr val="accent1"/>
                </a:solidFill>
                <a:effectLst/>
                <a:latin typeface="Consolas" panose="020B0609020204030204" pitchFamily="49" charset="0"/>
              </a:rPr>
              <a:t>    &lt;voice name="</a:t>
            </a:r>
            <a:r>
              <a:rPr lang="en-US" sz="1600" b="0" dirty="0" err="1">
                <a:solidFill>
                  <a:schemeClr val="accent1"/>
                </a:solidFill>
                <a:effectLst/>
                <a:latin typeface="Consolas" panose="020B0609020204030204" pitchFamily="49" charset="0"/>
              </a:rPr>
              <a:t>en</a:t>
            </a:r>
            <a:r>
              <a:rPr lang="en-US" sz="1600" b="0" dirty="0">
                <a:solidFill>
                  <a:schemeClr val="accent1"/>
                </a:solidFill>
                <a:effectLst/>
                <a:latin typeface="Consolas" panose="020B0609020204030204" pitchFamily="49" charset="0"/>
              </a:rPr>
              <a:t>-US-</a:t>
            </a:r>
            <a:r>
              <a:rPr lang="en-US" sz="1600" b="0" dirty="0" err="1">
                <a:solidFill>
                  <a:schemeClr val="accent1"/>
                </a:solidFill>
                <a:effectLst/>
                <a:latin typeface="Consolas" panose="020B0609020204030204" pitchFamily="49" charset="0"/>
              </a:rPr>
              <a:t>AriaNeural</a:t>
            </a:r>
            <a:r>
              <a:rPr lang="en-US" sz="1600" b="0" dirty="0">
                <a:solidFill>
                  <a:schemeClr val="accent1"/>
                </a:solidFill>
                <a:effectLst/>
                <a:latin typeface="Consolas" panose="020B0609020204030204" pitchFamily="49" charset="0"/>
              </a:rPr>
              <a:t>"&gt; </a:t>
            </a:r>
          </a:p>
          <a:p>
            <a:r>
              <a:rPr lang="en-US" sz="1600" b="0" dirty="0">
                <a:solidFill>
                  <a:schemeClr val="accent1"/>
                </a:solidFill>
                <a:effectLst/>
                <a:latin typeface="Consolas" panose="020B0609020204030204" pitchFamily="49" charset="0"/>
              </a:rPr>
              <a:t>        &lt;</a:t>
            </a:r>
            <a:r>
              <a:rPr lang="en-US" sz="1600" b="0" dirty="0" err="1">
                <a:solidFill>
                  <a:schemeClr val="accent1"/>
                </a:solidFill>
                <a:effectLst/>
                <a:latin typeface="Consolas" panose="020B0609020204030204" pitchFamily="49" charset="0"/>
              </a:rPr>
              <a:t>mstts:express-as</a:t>
            </a:r>
            <a:r>
              <a:rPr lang="en-US" sz="1600" b="0" dirty="0">
                <a:solidFill>
                  <a:schemeClr val="accent1"/>
                </a:solidFill>
                <a:effectLst/>
                <a:latin typeface="Consolas" panose="020B0609020204030204" pitchFamily="49" charset="0"/>
              </a:rPr>
              <a:t> style="cheerful"&gt; </a:t>
            </a:r>
          </a:p>
          <a:p>
            <a:r>
              <a:rPr lang="en-US" sz="1600" b="0" dirty="0">
                <a:solidFill>
                  <a:schemeClr val="accent1"/>
                </a:solidFill>
                <a:effectLst/>
                <a:latin typeface="Consolas" panose="020B0609020204030204" pitchFamily="49" charset="0"/>
              </a:rPr>
              <a:t>          I say tomato </a:t>
            </a:r>
          </a:p>
          <a:p>
            <a:r>
              <a:rPr lang="en-US" sz="1600" b="0" dirty="0">
                <a:solidFill>
                  <a:schemeClr val="accent1"/>
                </a:solidFill>
                <a:effectLst/>
                <a:latin typeface="Consolas" panose="020B0609020204030204" pitchFamily="49" charset="0"/>
              </a:rPr>
              <a:t>        &lt;/</a:t>
            </a:r>
            <a:r>
              <a:rPr lang="en-US" sz="1600" b="0" dirty="0" err="1">
                <a:solidFill>
                  <a:schemeClr val="accent1"/>
                </a:solidFill>
                <a:effectLst/>
                <a:latin typeface="Consolas" panose="020B0609020204030204" pitchFamily="49" charset="0"/>
              </a:rPr>
              <a:t>mstts:express-as</a:t>
            </a:r>
            <a:r>
              <a:rPr lang="en-US" sz="1600" b="0" dirty="0">
                <a:solidFill>
                  <a:schemeClr val="accent1"/>
                </a:solidFill>
                <a:effectLst/>
                <a:latin typeface="Consolas" panose="020B0609020204030204" pitchFamily="49" charset="0"/>
              </a:rPr>
              <a:t>&gt; </a:t>
            </a:r>
          </a:p>
          <a:p>
            <a:r>
              <a:rPr lang="en-US" sz="1600" b="0" dirty="0">
                <a:solidFill>
                  <a:schemeClr val="accent1"/>
                </a:solidFill>
                <a:effectLst/>
                <a:latin typeface="Consolas" panose="020B0609020204030204" pitchFamily="49" charset="0"/>
              </a:rPr>
              <a:t>    &lt;/voice&gt; </a:t>
            </a:r>
          </a:p>
          <a:p>
            <a:r>
              <a:rPr lang="en-US" sz="1600" b="0" dirty="0">
                <a:solidFill>
                  <a:schemeClr val="accent1"/>
                </a:solidFill>
                <a:effectLst/>
                <a:latin typeface="Consolas" panose="020B0609020204030204" pitchFamily="49" charset="0"/>
              </a:rPr>
              <a:t>    &lt;voice name="</a:t>
            </a:r>
            <a:r>
              <a:rPr lang="en-US" sz="1600" b="0" dirty="0" err="1">
                <a:solidFill>
                  <a:schemeClr val="accent1"/>
                </a:solidFill>
                <a:effectLst/>
                <a:latin typeface="Consolas" panose="020B0609020204030204" pitchFamily="49" charset="0"/>
              </a:rPr>
              <a:t>en</a:t>
            </a:r>
            <a:r>
              <a:rPr lang="en-US" sz="1600" b="0" dirty="0">
                <a:solidFill>
                  <a:schemeClr val="accent1"/>
                </a:solidFill>
                <a:effectLst/>
                <a:latin typeface="Consolas" panose="020B0609020204030204" pitchFamily="49" charset="0"/>
              </a:rPr>
              <a:t>-US-</a:t>
            </a:r>
            <a:r>
              <a:rPr lang="en-US" sz="1600" b="0" dirty="0" err="1">
                <a:solidFill>
                  <a:schemeClr val="accent1"/>
                </a:solidFill>
                <a:effectLst/>
                <a:latin typeface="Consolas" panose="020B0609020204030204" pitchFamily="49" charset="0"/>
              </a:rPr>
              <a:t>GuyNeural</a:t>
            </a:r>
            <a:r>
              <a:rPr lang="en-US" sz="1600" b="0" dirty="0">
                <a:solidFill>
                  <a:schemeClr val="accent1"/>
                </a:solidFill>
                <a:effectLst/>
                <a:latin typeface="Consolas" panose="020B0609020204030204" pitchFamily="49" charset="0"/>
              </a:rPr>
              <a:t>"&gt; </a:t>
            </a:r>
          </a:p>
          <a:p>
            <a:r>
              <a:rPr lang="en-US" sz="1600" b="0" dirty="0">
                <a:solidFill>
                  <a:schemeClr val="accent1"/>
                </a:solidFill>
                <a:effectLst/>
                <a:latin typeface="Consolas" panose="020B0609020204030204" pitchFamily="49" charset="0"/>
              </a:rPr>
              <a:t>        I say &lt;phoneme alphabet="</a:t>
            </a:r>
            <a:r>
              <a:rPr lang="en-US" sz="1600" b="0" dirty="0" err="1">
                <a:solidFill>
                  <a:schemeClr val="accent1"/>
                </a:solidFill>
                <a:effectLst/>
                <a:latin typeface="Consolas" panose="020B0609020204030204" pitchFamily="49" charset="0"/>
              </a:rPr>
              <a:t>sapi</a:t>
            </a:r>
            <a:r>
              <a:rPr lang="en-US" sz="1600" b="0" dirty="0">
                <a:solidFill>
                  <a:schemeClr val="accent1"/>
                </a:solidFill>
                <a:effectLst/>
                <a:latin typeface="Consolas" panose="020B0609020204030204" pitchFamily="49" charset="0"/>
              </a:rPr>
              <a:t>" </a:t>
            </a:r>
            <a:r>
              <a:rPr lang="en-US" sz="1600" b="0" dirty="0" err="1">
                <a:solidFill>
                  <a:schemeClr val="accent1"/>
                </a:solidFill>
                <a:effectLst/>
                <a:latin typeface="Consolas" panose="020B0609020204030204" pitchFamily="49" charset="0"/>
              </a:rPr>
              <a:t>ph</a:t>
            </a:r>
            <a:r>
              <a:rPr lang="en-US" sz="1600" b="0" dirty="0">
                <a:solidFill>
                  <a:schemeClr val="accent1"/>
                </a:solidFill>
                <a:effectLst/>
                <a:latin typeface="Consolas" panose="020B0609020204030204" pitchFamily="49" charset="0"/>
              </a:rPr>
              <a:t>="t </a:t>
            </a:r>
            <a:r>
              <a:rPr lang="en-US" sz="1600" b="0" dirty="0" err="1">
                <a:solidFill>
                  <a:schemeClr val="accent1"/>
                </a:solidFill>
                <a:effectLst/>
                <a:latin typeface="Consolas" panose="020B0609020204030204" pitchFamily="49" charset="0"/>
              </a:rPr>
              <a:t>ao</a:t>
            </a:r>
            <a:r>
              <a:rPr lang="en-US" sz="1600" b="0" dirty="0">
                <a:solidFill>
                  <a:schemeClr val="accent1"/>
                </a:solidFill>
                <a:effectLst/>
                <a:latin typeface="Consolas" panose="020B0609020204030204" pitchFamily="49" charset="0"/>
              </a:rPr>
              <a:t> m ae t ow"&gt; tomato &lt;/phoneme&gt;. </a:t>
            </a:r>
          </a:p>
          <a:p>
            <a:r>
              <a:rPr lang="en-US" sz="1600" b="0" dirty="0">
                <a:solidFill>
                  <a:schemeClr val="accent1"/>
                </a:solidFill>
                <a:effectLst/>
                <a:latin typeface="Consolas" panose="020B0609020204030204" pitchFamily="49" charset="0"/>
              </a:rPr>
              <a:t>        &lt;break strength="weak"/&gt;Lets call the whole thing off! </a:t>
            </a:r>
          </a:p>
          <a:p>
            <a:r>
              <a:rPr lang="en-US" sz="1600" b="0" dirty="0">
                <a:solidFill>
                  <a:schemeClr val="accent1"/>
                </a:solidFill>
                <a:effectLst/>
                <a:latin typeface="Consolas" panose="020B0609020204030204" pitchFamily="49" charset="0"/>
              </a:rPr>
              <a:t>    &lt;/voice&gt; </a:t>
            </a:r>
          </a:p>
          <a:p>
            <a:r>
              <a:rPr lang="en-US" sz="1600" b="0" dirty="0">
                <a:solidFill>
                  <a:schemeClr val="accent1"/>
                </a:solidFill>
                <a:effectLst/>
                <a:latin typeface="Consolas" panose="020B0609020204030204" pitchFamily="49" charset="0"/>
              </a:rPr>
              <a:t>&lt;/speak&gt;</a:t>
            </a:r>
          </a:p>
        </p:txBody>
      </p:sp>
    </p:spTree>
    <p:extLst>
      <p:ext uri="{BB962C8B-B14F-4D97-AF65-F5344CB8AC3E}">
        <p14:creationId xmlns:p14="http://schemas.microsoft.com/office/powerpoint/2010/main" val="2077282547"/>
      </p:ext>
    </p:extLst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5D2B80-01E2-2C26-B349-FE72CF7FC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44511395-ABCF-1D4D-1527-8EABBC3A4C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/>
        </p:blipFill>
        <p:spPr bwMode="auto">
          <a:xfrm>
            <a:off x="7718404" y="2046233"/>
            <a:ext cx="4669926" cy="33046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81005701-68D0-9AE3-5700-6A9CEE3AF56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5652201" cy="487680"/>
          </a:xfrm>
        </p:spPr>
        <p:txBody>
          <a:bodyPr/>
          <a:lstStyle/>
          <a:p>
            <a:r>
              <a:rPr lang="es-ES" sz="3200" b="0" i="0" strike="noStrike" cap="none" baseline="0">
                <a:solidFill>
                  <a:srgbClr val="000000"/>
                </a:solidFill>
                <a:effectLst/>
                <a:latin typeface="Segoe UI Semibold"/>
                <a:ea typeface="Segoe UI Semibold"/>
                <a:cs typeface="Segoe UI Semibold"/>
              </a:rPr>
              <a:t>Ejercicio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3FBDEED-49C8-5456-66DC-6289EFDD5A8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199" y="1594155"/>
            <a:ext cx="5654573" cy="304800"/>
          </a:xfrm>
        </p:spPr>
        <p:txBody>
          <a:bodyPr/>
          <a:lstStyle/>
          <a:p>
            <a:r>
              <a:rPr lang="es-ES" sz="2000" b="0" i="0" strike="noStrike" cap="none" baseline="0">
                <a:solidFill>
                  <a:srgbClr val="000000"/>
                </a:solidFill>
                <a:effectLst/>
                <a:latin typeface="Segoe UI Semibold"/>
                <a:ea typeface="Segoe UI Semibold"/>
                <a:cs typeface="Segoe UI Semibold"/>
              </a:rPr>
              <a:t>Reconocimiento y síntesis de voz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22409A2-BD54-60F4-965B-65DCE0CEC72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89" y="2085764"/>
            <a:ext cx="5060031" cy="1267968"/>
          </a:xfrm>
        </p:spPr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s-ES" sz="16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En este ejercicio, utilizarás Azure Speech para compilar una aplicación capaz de lo siguiente:</a:t>
            </a:r>
          </a:p>
          <a:p>
            <a:pPr defTabSz="914367">
              <a:spcBef>
                <a:spcPct val="0"/>
              </a:spcBef>
              <a:buSzTx/>
              <a:defRPr/>
            </a:pPr>
            <a:r>
              <a:rPr lang="es-ES" sz="16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Sintetizar voz</a:t>
            </a:r>
          </a:p>
          <a:p>
            <a:pPr defTabSz="914367">
              <a:spcBef>
                <a:spcPct val="0"/>
              </a:spcBef>
              <a:buSzTx/>
              <a:defRPr/>
            </a:pPr>
            <a:r>
              <a:rPr lang="es-ES" sz="16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Reconocer la voz</a:t>
            </a:r>
          </a:p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3602FB4-2E08-E8FE-A7C3-995CB6B9BAAB}"/>
              </a:ext>
            </a:extLst>
          </p:cNvPr>
          <p:cNvSpPr txBox="1"/>
          <p:nvPr/>
        </p:nvSpPr>
        <p:spPr>
          <a:xfrm>
            <a:off x="487330" y="3561343"/>
            <a:ext cx="4607087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s-ES" sz="16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Inicia el ejercicio en:</a:t>
            </a:r>
          </a:p>
          <a:p>
            <a:pPr lvl="0">
              <a:defRPr/>
            </a:pPr>
            <a:r>
              <a:rPr lang="es-ES" sz="16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  <a:hlinkClick r:id="rId4" history="0"/>
              </a:rPr>
              <a:t>https://go.microsoft.com/fwlink/?linkid=2356350</a:t>
            </a:r>
            <a:r>
              <a:rPr lang="es-ES" sz="16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 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1" name="Flowchart: Off-page Connector 44">
            <a:extLst>
              <a:ext uri="{FF2B5EF4-FFF2-40B4-BE49-F238E27FC236}">
                <a16:creationId xmlns:a16="http://schemas.microsoft.com/office/drawing/2014/main" id="{4CFA5C6E-B2A2-721D-22C0-1659D5BA31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 rot="5400000">
            <a:off x="5960050" y="2240301"/>
            <a:ext cx="1865376" cy="3566160"/>
          </a:xfrm>
          <a:prstGeom prst="flowChartOffpageConnector">
            <a:avLst/>
          </a:prstGeom>
          <a:solidFill>
            <a:schemeClr val="accent3">
              <a:lumMod val="75000"/>
            </a:schemeClr>
          </a:solidFill>
          <a:ln>
            <a:noFill/>
            <a:headEnd type="none" w="med" len="med"/>
            <a:tailEnd type="none" w="med" len="med"/>
          </a:ln>
          <a:effectLst>
            <a:outerShdw blurRad="317500" algn="ctr" rotWithShape="0">
              <a:prstClr val="black">
                <a:alpha val="20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vert270" wrap="square" lIns="274320" tIns="585216" rIns="274320" bIns="1828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lang="es-ES" sz="1700" b="1" i="0" strike="noStrike" cap="none" baseline="0" dirty="0">
                <a:solidFill>
                  <a:srgbClr val="FFFFFF"/>
                </a:solidFill>
                <a:effectLst/>
                <a:latin typeface="Segoe UI Semibold"/>
                <a:ea typeface="Segoe UI Semibold"/>
                <a:cs typeface="Segoe UI Semibold"/>
              </a:rPr>
              <a:t>Instructores:</a:t>
            </a:r>
            <a:r>
              <a:rPr lang="es-ES" sz="1800" b="1" i="0" strike="noStrike" cap="none" baseline="0" dirty="0">
                <a:solidFill>
                  <a:srgbClr val="FFFFFF"/>
                </a:solidFill>
                <a:effectLst/>
                <a:latin typeface="Segoe UI Semibold"/>
                <a:ea typeface="Segoe UI Semibold"/>
                <a:cs typeface="Segoe UI Semibold"/>
              </a:rPr>
              <a:t> 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Semibold"/>
              <a:ea typeface="Segoe UI" pitchFamily="34" charset="0"/>
              <a:cs typeface="Segoe UI" pitchFamily="34" charset="0"/>
            </a:endParaRPr>
          </a:p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lang="es-ES" sz="1250" b="0" i="0" strike="noStrike" cap="none" baseline="0" dirty="0">
                <a:solidFill>
                  <a:srgbClr val="FFFFFF"/>
                </a:solidFill>
                <a:effectLst/>
                <a:latin typeface="Segoe UI"/>
                <a:ea typeface="Segoe UI"/>
                <a:cs typeface="Segoe UI"/>
              </a:rPr>
              <a:t>Personaliza esta diapositiva para incluir el vínculo</a:t>
            </a:r>
            <a:br>
              <a:rPr lang="es-ES" sz="1250" b="0" i="0" strike="noStrike" cap="none" baseline="0" dirty="0">
                <a:solidFill>
                  <a:srgbClr val="FFFFFF"/>
                </a:solidFill>
                <a:effectLst/>
                <a:latin typeface="Segoe UI"/>
                <a:ea typeface="Segoe UI"/>
                <a:cs typeface="Segoe UI"/>
              </a:rPr>
            </a:br>
            <a:r>
              <a:rPr lang="es-ES" sz="1250" b="0" i="0" strike="noStrike" cap="none" baseline="0" dirty="0">
                <a:solidFill>
                  <a:srgbClr val="FFFFFF"/>
                </a:solidFill>
                <a:effectLst/>
                <a:latin typeface="Segoe UI"/>
                <a:ea typeface="Segoe UI"/>
                <a:cs typeface="Segoe UI"/>
              </a:rPr>
              <a:t>al entorno de laboratorio hospedado y las instrucciones personalizadas.</a:t>
            </a:r>
          </a:p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lang="es-ES" sz="1250" b="0" i="0" strike="noStrike" cap="none" baseline="0" dirty="0">
                <a:solidFill>
                  <a:srgbClr val="FFFFFF"/>
                </a:solidFill>
                <a:effectLst/>
                <a:latin typeface="Segoe UI"/>
                <a:ea typeface="Segoe UI"/>
                <a:cs typeface="Segoe UI"/>
              </a:rPr>
              <a:t>(a continuación,</a:t>
            </a:r>
            <a:br>
              <a:rPr lang="es-ES" sz="1250" b="0" i="0" strike="noStrike" cap="none" baseline="0" dirty="0">
                <a:solidFill>
                  <a:srgbClr val="FFFFFF"/>
                </a:solidFill>
                <a:effectLst/>
                <a:latin typeface="Segoe UI"/>
                <a:ea typeface="Segoe UI"/>
                <a:cs typeface="Segoe UI"/>
              </a:rPr>
            </a:br>
            <a:r>
              <a:rPr lang="es-ES" sz="1250" b="0" i="0" strike="noStrike" cap="none" baseline="0" dirty="0">
                <a:solidFill>
                  <a:srgbClr val="FFFFFF"/>
                </a:solidFill>
                <a:effectLst/>
                <a:latin typeface="Segoe UI"/>
                <a:ea typeface="Segoe UI"/>
                <a:cs typeface="Segoe UI"/>
              </a:rPr>
              <a:t>quita esta flecha)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7C169D-CA03-BD33-82EE-5D03490A9E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s-ES" sz="10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© Copyright Microsoft Corporation. Todos los derechos reservados.</a:t>
            </a:r>
          </a:p>
        </p:txBody>
      </p:sp>
    </p:spTree>
    <p:extLst>
      <p:ext uri="{BB962C8B-B14F-4D97-AF65-F5344CB8AC3E}">
        <p14:creationId xmlns:p14="http://schemas.microsoft.com/office/powerpoint/2010/main" val="3663157232"/>
      </p:ext>
    </p:extLst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E5FCF-B252-4FCE-BD44-0A5779C8AF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487680"/>
          </a:xfrm>
        </p:spPr>
        <p:txBody>
          <a:bodyPr/>
          <a:lstStyle/>
          <a:p>
            <a:r>
              <a:rPr lang="es-ES" sz="3200" b="0" i="0" strike="noStrike" cap="none" baseline="0">
                <a:solidFill>
                  <a:srgbClr val="000000"/>
                </a:solidFill>
                <a:effectLst/>
                <a:latin typeface="Segoe UI Semibold"/>
                <a:ea typeface="Segoe UI Semibold"/>
                <a:cs typeface="Segoe UI Semibold"/>
              </a:rPr>
              <a:t>Prueba de conocimientos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B39BE27F-DE09-4284-3691-845C496FB59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235075" y="1595378"/>
            <a:ext cx="8778782" cy="487680"/>
          </a:xfrm>
        </p:spPr>
        <p:txBody>
          <a:bodyPr/>
          <a:lstStyle/>
          <a:p>
            <a:r>
              <a:rPr lang="es-ES" sz="1600" b="0" i="0" strike="noStrike" cap="none" baseline="0" dirty="0">
                <a:solidFill>
                  <a:srgbClr val="000000"/>
                </a:solidFill>
                <a:effectLst/>
                <a:latin typeface="Segoe UI Semibold"/>
                <a:ea typeface="Segoe UI Semibold"/>
                <a:cs typeface="Segoe UI Semibold"/>
              </a:rPr>
              <a:t>¿Qué información necesitas del recurso de Microsoft </a:t>
            </a:r>
            <a:r>
              <a:rPr lang="es-ES" sz="1600" b="0" i="0" strike="noStrike" cap="none" baseline="0" dirty="0" err="1">
                <a:solidFill>
                  <a:srgbClr val="000000"/>
                </a:solidFill>
                <a:effectLst/>
                <a:latin typeface="Segoe UI Semibold"/>
                <a:ea typeface="Segoe UI Semibold"/>
                <a:cs typeface="Segoe UI Semibold"/>
              </a:rPr>
              <a:t>Foundry</a:t>
            </a:r>
            <a:r>
              <a:rPr lang="es-ES" sz="1600" b="0" i="0" strike="noStrike" cap="none" baseline="0" dirty="0">
                <a:solidFill>
                  <a:srgbClr val="000000"/>
                </a:solidFill>
                <a:effectLst/>
                <a:latin typeface="Segoe UI Semibold"/>
                <a:ea typeface="Segoe UI Semibold"/>
                <a:cs typeface="Segoe UI Semibold"/>
              </a:rPr>
              <a:t> para consumirla con el SDK</a:t>
            </a:r>
            <a:br>
              <a:rPr lang="es-ES" sz="1600" b="0" i="0" strike="noStrike" cap="none" baseline="0" dirty="0">
                <a:solidFill>
                  <a:srgbClr val="000000"/>
                </a:solidFill>
                <a:effectLst/>
                <a:latin typeface="Segoe UI Semibold"/>
                <a:ea typeface="Segoe UI Semibold"/>
                <a:cs typeface="Segoe UI Semibold"/>
              </a:rPr>
            </a:br>
            <a:r>
              <a:rPr lang="es-ES" sz="1600" b="0" i="0" strike="noStrike" cap="none" baseline="0" dirty="0">
                <a:solidFill>
                  <a:srgbClr val="000000"/>
                </a:solidFill>
                <a:effectLst/>
                <a:latin typeface="Segoe UI Semibold"/>
                <a:ea typeface="Segoe UI Semibold"/>
                <a:cs typeface="Segoe UI Semibold"/>
              </a:rPr>
              <a:t>de Azure Speech?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1DA124E-811D-21D5-134A-40D99E68F87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36663" y="2136253"/>
            <a:ext cx="8775700" cy="725424"/>
          </a:xfrm>
        </p:spPr>
        <p:txBody>
          <a:bodyPr/>
          <a:lstStyle/>
          <a:p>
            <a:r>
              <a:rPr lang="es-ES" sz="14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El punto de conexión y la clave</a:t>
            </a:r>
          </a:p>
          <a:p>
            <a:r>
              <a:rPr lang="es-ES" sz="14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Las zonas principales y secundarias</a:t>
            </a:r>
          </a:p>
          <a:p>
            <a:r>
              <a:rPr lang="es-ES" sz="14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El id. de la suscripción a Azure y el nombre del grupo de recursos</a:t>
            </a:r>
          </a:p>
        </p:txBody>
      </p:sp>
      <p:sp>
        <p:nvSpPr>
          <p:cNvPr id="5" name="Graphic 26" descr="Checkmark">
            <a:extLst>
              <a:ext uri="{FF2B5EF4-FFF2-40B4-BE49-F238E27FC236}">
                <a16:creationId xmlns:a16="http://schemas.microsoft.com/office/drawing/2014/main" id="{55FD6304-2F37-4FEC-8FB1-C9BC50E98F54}"/>
              </a:ext>
            </a:extLst>
          </p:cNvPr>
          <p:cNvSpPr/>
          <p:nvPr/>
        </p:nvSpPr>
        <p:spPr>
          <a:xfrm>
            <a:off x="1266510" y="2193504"/>
            <a:ext cx="135234" cy="94984"/>
          </a:xfrm>
          <a:custGeom>
            <a:avLst/>
            <a:gdLst>
              <a:gd name="connsiteX0" fmla="*/ 249301 w 273255"/>
              <a:gd name="connsiteY0" fmla="*/ 0 h 191929"/>
              <a:gd name="connsiteX1" fmla="*/ 97887 w 273255"/>
              <a:gd name="connsiteY1" fmla="*/ 143134 h 191929"/>
              <a:gd name="connsiteX2" fmla="*/ 25137 w 273255"/>
              <a:gd name="connsiteY2" fmla="*/ 68610 h 191929"/>
              <a:gd name="connsiteX3" fmla="*/ 0 w 273255"/>
              <a:gd name="connsiteY3" fmla="*/ 92564 h 191929"/>
              <a:gd name="connsiteX4" fmla="*/ 96704 w 273255"/>
              <a:gd name="connsiteY4" fmla="*/ 191930 h 191929"/>
              <a:gd name="connsiteX5" fmla="*/ 122137 w 273255"/>
              <a:gd name="connsiteY5" fmla="*/ 168271 h 191929"/>
              <a:gd name="connsiteX6" fmla="*/ 273256 w 273255"/>
              <a:gd name="connsiteY6" fmla="*/ 24841 h 191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73255" h="191929">
                <a:moveTo>
                  <a:pt x="249301" y="0"/>
                </a:moveTo>
                <a:lnTo>
                  <a:pt x="97887" y="143134"/>
                </a:lnTo>
                <a:lnTo>
                  <a:pt x="25137" y="68610"/>
                </a:lnTo>
                <a:lnTo>
                  <a:pt x="0" y="92564"/>
                </a:lnTo>
                <a:lnTo>
                  <a:pt x="96704" y="191930"/>
                </a:lnTo>
                <a:lnTo>
                  <a:pt x="122137" y="168271"/>
                </a:lnTo>
                <a:lnTo>
                  <a:pt x="273256" y="24841"/>
                </a:lnTo>
                <a:close/>
              </a:path>
            </a:pathLst>
          </a:custGeom>
          <a:solidFill>
            <a:srgbClr val="0070C0"/>
          </a:solidFill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accent1"/>
              </a:solidFill>
            </a:endParaRPr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15C1BC66-25E2-C9A9-3CE9-87A81BCFEBD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235075" y="3096454"/>
            <a:ext cx="8778782" cy="487680"/>
          </a:xfrm>
        </p:spPr>
        <p:txBody>
          <a:bodyPr/>
          <a:lstStyle/>
          <a:p>
            <a:r>
              <a:rPr lang="es-ES" sz="1600" b="0" i="0" strike="noStrike" cap="none" baseline="0">
                <a:solidFill>
                  <a:srgbClr val="000000"/>
                </a:solidFill>
                <a:effectLst/>
                <a:latin typeface="Segoe UI Semibold"/>
                <a:ea typeface="Segoe UI Semibold"/>
                <a:cs typeface="Segoe UI Semibold"/>
              </a:rPr>
              <a:t>¿Qué objeto debe usar para especificar que la entrada de voz que se va a transcribir a texto está en un archivo de audio?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7483CA56-1EBA-FC32-1936-575A8F33474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235075" y="3607153"/>
            <a:ext cx="8775700" cy="725424"/>
          </a:xfrm>
        </p:spPr>
        <p:txBody>
          <a:bodyPr/>
          <a:lstStyle/>
          <a:p>
            <a:r>
              <a:rPr lang="es-ES" sz="14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SpeechConfig</a:t>
            </a:r>
            <a:endParaRPr lang="en-US"/>
          </a:p>
          <a:p>
            <a:r>
              <a:rPr lang="es-ES" sz="14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AudioConfig</a:t>
            </a:r>
            <a:endParaRPr lang="en-US"/>
          </a:p>
          <a:p>
            <a:r>
              <a:rPr lang="es-ES" sz="14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SpeechRecognizer</a:t>
            </a:r>
            <a:endParaRPr lang="en-US"/>
          </a:p>
        </p:txBody>
      </p:sp>
      <p:sp>
        <p:nvSpPr>
          <p:cNvPr id="42" name="Graphic 26" descr="Checkmark">
            <a:extLst>
              <a:ext uri="{FF2B5EF4-FFF2-40B4-BE49-F238E27FC236}">
                <a16:creationId xmlns:a16="http://schemas.microsoft.com/office/drawing/2014/main" id="{107CD834-34F4-A73D-74A8-7344CCC80ABB}"/>
              </a:ext>
            </a:extLst>
          </p:cNvPr>
          <p:cNvSpPr/>
          <p:nvPr/>
        </p:nvSpPr>
        <p:spPr>
          <a:xfrm>
            <a:off x="1266510" y="3905940"/>
            <a:ext cx="135234" cy="94984"/>
          </a:xfrm>
          <a:custGeom>
            <a:avLst/>
            <a:gdLst>
              <a:gd name="connsiteX0" fmla="*/ 249301 w 273255"/>
              <a:gd name="connsiteY0" fmla="*/ 0 h 191929"/>
              <a:gd name="connsiteX1" fmla="*/ 97887 w 273255"/>
              <a:gd name="connsiteY1" fmla="*/ 143134 h 191929"/>
              <a:gd name="connsiteX2" fmla="*/ 25137 w 273255"/>
              <a:gd name="connsiteY2" fmla="*/ 68610 h 191929"/>
              <a:gd name="connsiteX3" fmla="*/ 0 w 273255"/>
              <a:gd name="connsiteY3" fmla="*/ 92564 h 191929"/>
              <a:gd name="connsiteX4" fmla="*/ 96704 w 273255"/>
              <a:gd name="connsiteY4" fmla="*/ 191930 h 191929"/>
              <a:gd name="connsiteX5" fmla="*/ 122137 w 273255"/>
              <a:gd name="connsiteY5" fmla="*/ 168271 h 191929"/>
              <a:gd name="connsiteX6" fmla="*/ 273256 w 273255"/>
              <a:gd name="connsiteY6" fmla="*/ 24841 h 191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73255" h="191929">
                <a:moveTo>
                  <a:pt x="249301" y="0"/>
                </a:moveTo>
                <a:lnTo>
                  <a:pt x="97887" y="143134"/>
                </a:lnTo>
                <a:lnTo>
                  <a:pt x="25137" y="68610"/>
                </a:lnTo>
                <a:lnTo>
                  <a:pt x="0" y="92564"/>
                </a:lnTo>
                <a:lnTo>
                  <a:pt x="96704" y="191930"/>
                </a:lnTo>
                <a:lnTo>
                  <a:pt x="122137" y="168271"/>
                </a:lnTo>
                <a:lnTo>
                  <a:pt x="273256" y="24841"/>
                </a:lnTo>
                <a:close/>
              </a:path>
            </a:pathLst>
          </a:custGeom>
          <a:solidFill>
            <a:srgbClr val="0070C0"/>
          </a:solidFill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accent1"/>
              </a:solidFill>
            </a:endParaRP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74423B7B-5CB8-0FAE-7DBE-FD71CBF24B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235075" y="4585680"/>
            <a:ext cx="8778782" cy="243840"/>
          </a:xfrm>
        </p:spPr>
        <p:txBody>
          <a:bodyPr/>
          <a:lstStyle/>
          <a:p>
            <a:r>
              <a:rPr lang="es-ES" sz="1600" b="0" i="0" strike="noStrike" cap="none" baseline="0">
                <a:solidFill>
                  <a:srgbClr val="000000"/>
                </a:solidFill>
                <a:effectLst/>
                <a:latin typeface="Segoe UI Semibold"/>
                <a:ea typeface="Segoe UI Semibold"/>
                <a:cs typeface="Segoe UI Semibold"/>
              </a:rPr>
              <a:t>¿Qué puede hacer para cambiar la voz usada en la síntesis de voz?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B5F50F77-56EB-6EEF-863A-EC1E6C8C9F8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235075" y="4938257"/>
            <a:ext cx="8775700" cy="938784"/>
          </a:xfrm>
        </p:spPr>
        <p:txBody>
          <a:bodyPr/>
          <a:lstStyle/>
          <a:p>
            <a:r>
              <a:rPr lang="es-ES" sz="14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Especifica una enumeración SpeechSynthesisOutputFormat en el objeto SpeechConfig</a:t>
            </a:r>
          </a:p>
          <a:p>
            <a:r>
              <a:rPr lang="es-ES" sz="14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Establece la propiedad SpeechSynthesisVoiceName del objeto SpeechConfig en el nombre de voz deseado</a:t>
            </a:r>
          </a:p>
          <a:p>
            <a:r>
              <a:rPr lang="es-ES" sz="14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Especifica un nombre de archivo en el objeto AudioConfig</a:t>
            </a:r>
          </a:p>
        </p:txBody>
      </p:sp>
      <p:sp>
        <p:nvSpPr>
          <p:cNvPr id="43" name="Graphic 26" descr="Checkmark">
            <a:extLst>
              <a:ext uri="{FF2B5EF4-FFF2-40B4-BE49-F238E27FC236}">
                <a16:creationId xmlns:a16="http://schemas.microsoft.com/office/drawing/2014/main" id="{7CB63913-2631-E0DE-5047-5F6575D31218}"/>
              </a:ext>
            </a:extLst>
          </p:cNvPr>
          <p:cNvSpPr/>
          <p:nvPr/>
        </p:nvSpPr>
        <p:spPr>
          <a:xfrm>
            <a:off x="1266510" y="5240691"/>
            <a:ext cx="135234" cy="94984"/>
          </a:xfrm>
          <a:custGeom>
            <a:avLst/>
            <a:gdLst>
              <a:gd name="connsiteX0" fmla="*/ 249301 w 273255"/>
              <a:gd name="connsiteY0" fmla="*/ 0 h 191929"/>
              <a:gd name="connsiteX1" fmla="*/ 97887 w 273255"/>
              <a:gd name="connsiteY1" fmla="*/ 143134 h 191929"/>
              <a:gd name="connsiteX2" fmla="*/ 25137 w 273255"/>
              <a:gd name="connsiteY2" fmla="*/ 68610 h 191929"/>
              <a:gd name="connsiteX3" fmla="*/ 0 w 273255"/>
              <a:gd name="connsiteY3" fmla="*/ 92564 h 191929"/>
              <a:gd name="connsiteX4" fmla="*/ 96704 w 273255"/>
              <a:gd name="connsiteY4" fmla="*/ 191930 h 191929"/>
              <a:gd name="connsiteX5" fmla="*/ 122137 w 273255"/>
              <a:gd name="connsiteY5" fmla="*/ 168271 h 191929"/>
              <a:gd name="connsiteX6" fmla="*/ 273256 w 273255"/>
              <a:gd name="connsiteY6" fmla="*/ 24841 h 191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73255" h="191929">
                <a:moveTo>
                  <a:pt x="249301" y="0"/>
                </a:moveTo>
                <a:lnTo>
                  <a:pt x="97887" y="143134"/>
                </a:lnTo>
                <a:lnTo>
                  <a:pt x="25137" y="68610"/>
                </a:lnTo>
                <a:lnTo>
                  <a:pt x="0" y="92564"/>
                </a:lnTo>
                <a:lnTo>
                  <a:pt x="96704" y="191930"/>
                </a:lnTo>
                <a:lnTo>
                  <a:pt x="122137" y="168271"/>
                </a:lnTo>
                <a:lnTo>
                  <a:pt x="273256" y="24841"/>
                </a:lnTo>
                <a:close/>
              </a:path>
            </a:pathLst>
          </a:custGeom>
          <a:solidFill>
            <a:srgbClr val="0070C0"/>
          </a:solidFill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accent1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3BBF82D-0D86-22CD-AAFD-308F318F84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defTabSz="914367">
              <a:defRPr/>
            </a:pPr>
            <a:r>
              <a:rPr lang="es-ES" sz="10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© Copyright Microsoft Corporation. Todos los derechos reservados.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D90E07E-DD82-48A0-95DD-B809EAC0F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722582" y="1640768"/>
            <a:ext cx="399208" cy="39920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indent="0" algn="ctr" defTabSz="91440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br>
              <a:rPr lang="es-ES" sz="1800" b="1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</a:br>
            <a:r>
              <a:rPr lang="es-ES" sz="1800" b="1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1</a:t>
            </a:r>
            <a:r>
              <a:rPr lang="es-ES" sz="18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
          </a:t>
            </a:r>
            <a:endParaRPr kumimoji="0" lang="en-IN" sz="1800" b="1" i="0" u="none" strike="noStrike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CB00AB5-CC35-77A8-EFD5-6649B177C0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722582" y="3108357"/>
            <a:ext cx="399208" cy="39920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indent="0" algn="ctr" defTabSz="91440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s-ES" sz="1800" b="1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2</a:t>
            </a:r>
            <a:endParaRPr kumimoji="0" lang="en-IN" sz="1800" b="1" i="0" u="none" strike="noStrike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FF15016-8334-752F-C16E-D98E030FE8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722582" y="4539049"/>
            <a:ext cx="399208" cy="39920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indent="0" algn="ctr" defTabSz="91440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s-ES" sz="1800" b="1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3</a:t>
            </a:r>
            <a:endParaRPr kumimoji="0" lang="en-IN" sz="1800" b="1" i="0" u="none" strike="noStrike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78636241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42" grpId="0" animBg="1"/>
      <p:bldP spid="43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0359BA-603E-33C4-39E2-95387B74E2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4E38A5F-3CE9-85BD-7BE8-63140BF1F0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9911" y="2171363"/>
            <a:ext cx="5787858" cy="1828800"/>
          </a:xfrm>
        </p:spPr>
        <p:txBody>
          <a:bodyPr/>
          <a:lstStyle/>
          <a:p>
            <a:r>
              <a:rPr lang="es-ES" sz="40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Desarrollo de un agente de voz con el servidor MCP de Azure Speech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86548D1-115F-C612-DECA-0ACBBFDFCF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s-ES" sz="10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© Copyright Microsoft Corporation. Todos los derechos reservados.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48A030-6EB7-971F-1104-50599C6AA77B}"/>
              </a:ext>
            </a:extLst>
          </p:cNvPr>
          <p:cNvSpPr txBox="1"/>
          <p:nvPr/>
        </p:nvSpPr>
        <p:spPr>
          <a:xfrm>
            <a:off x="478471" y="4000163"/>
            <a:ext cx="5879298" cy="3611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s-ES" sz="1765" b="0" i="0" strike="noStrike" cap="none" baseline="0">
                <a:solidFill>
                  <a:srgbClr val="BF3AC4"/>
                </a:solidFill>
                <a:effectLst/>
                <a:latin typeface="Segoe UI"/>
                <a:ea typeface="Segoe UI"/>
                <a:cs typeface="Segoe UI"/>
              </a:rPr>
              <a:t>https://aka.ms/mslearn-speech-mcp</a:t>
            </a:r>
          </a:p>
        </p:txBody>
      </p:sp>
    </p:spTree>
    <p:extLst>
      <p:ext uri="{BB962C8B-B14F-4D97-AF65-F5344CB8AC3E}">
        <p14:creationId xmlns:p14="http://schemas.microsoft.com/office/powerpoint/2010/main" val="26851575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263764-0FB0-5AA2-973C-C4935FCC0F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296A897-075E-3E0B-0675-A3F7DC454B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487680"/>
          </a:xfrm>
        </p:spPr>
        <p:txBody>
          <a:bodyPr/>
          <a:lstStyle/>
          <a:p>
            <a:r>
              <a:rPr lang="es-ES" sz="3200" b="0" i="0" strike="noStrike" cap="none" baseline="0">
                <a:solidFill>
                  <a:srgbClr val="000000"/>
                </a:solidFill>
                <a:effectLst/>
                <a:latin typeface="Segoe UI Semibold"/>
                <a:ea typeface="Segoe UI Semibold"/>
                <a:cs typeface="Segoe UI Semibold"/>
              </a:rPr>
              <a:t>El servidor MCP de Azure Speech</a:t>
            </a:r>
          </a:p>
        </p:txBody>
      </p:sp>
      <p:sp>
        <p:nvSpPr>
          <p:cNvPr id="35" name="Footer Placeholder 34">
            <a:extLst>
              <a:ext uri="{FF2B5EF4-FFF2-40B4-BE49-F238E27FC236}">
                <a16:creationId xmlns:a16="http://schemas.microsoft.com/office/drawing/2014/main" id="{96F3119F-EA5D-8B53-DE7B-D21D2ED808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s-ES" sz="10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© Copyright Microsoft Corporation. Todos los derechos reservados.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8CBA284-08BF-064F-2E03-8731C30089C3}"/>
              </a:ext>
            </a:extLst>
          </p:cNvPr>
          <p:cNvSpPr txBox="1"/>
          <p:nvPr/>
        </p:nvSpPr>
        <p:spPr>
          <a:xfrm>
            <a:off x="764079" y="3847063"/>
            <a:ext cx="11076491" cy="28469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367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>
                <a:srgbClr val="702573"/>
              </a:buClr>
              <a:buSzPct val="110000"/>
              <a:buFont typeface="+mj-lt"/>
              <a:buAutoNum type="arabicPeriod"/>
              <a:defRPr/>
            </a:pPr>
            <a:r>
              <a:rPr lang="es-ES" sz="1600" b="0" i="0" strike="noStrike" cap="none" baseline="0" dirty="0">
                <a:solidFill>
                  <a:srgbClr val="161616"/>
                </a:solidFill>
                <a:effectLst/>
                <a:latin typeface="Segoe UI"/>
                <a:ea typeface="Segoe UI"/>
                <a:cs typeface="Segoe UI"/>
              </a:rPr>
              <a:t>Un usuario envía una indicación a un agente y esa contiene texto o un vínculo a un archivo</a:t>
            </a:r>
            <a:br>
              <a:rPr lang="es-ES" sz="1600" b="0" i="0" strike="noStrike" cap="none" baseline="0" dirty="0">
                <a:solidFill>
                  <a:srgbClr val="161616"/>
                </a:solidFill>
                <a:effectLst/>
                <a:latin typeface="Segoe UI"/>
                <a:ea typeface="Segoe UI"/>
                <a:cs typeface="Segoe UI"/>
              </a:rPr>
            </a:br>
            <a:r>
              <a:rPr lang="es-ES" sz="1600" b="0" i="0" strike="noStrike" cap="none" baseline="0" dirty="0">
                <a:solidFill>
                  <a:srgbClr val="161616"/>
                </a:solidFill>
                <a:effectLst/>
                <a:latin typeface="Segoe UI"/>
                <a:ea typeface="Segoe UI"/>
                <a:cs typeface="Segoe UI"/>
              </a:rPr>
              <a:t>de audio.</a:t>
            </a:r>
          </a:p>
          <a:p>
            <a:pPr marL="342900" marR="0" lvl="0" indent="-342900" algn="l" defTabSz="914367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>
                <a:srgbClr val="702573"/>
              </a:buClr>
              <a:buSzPct val="110000"/>
              <a:buFont typeface="+mj-lt"/>
              <a:buAutoNum type="arabicPeriod"/>
              <a:defRPr/>
            </a:pPr>
            <a:r>
              <a:rPr lang="es-ES" sz="1600" b="0" i="0" strike="noStrike" cap="none" baseline="0" dirty="0">
                <a:solidFill>
                  <a:srgbClr val="161616"/>
                </a:solidFill>
                <a:effectLst/>
                <a:latin typeface="Segoe UI"/>
                <a:ea typeface="Segoe UI"/>
                <a:cs typeface="Segoe UI"/>
              </a:rPr>
              <a:t>El agente determina la tarea (o las tareas) que se van a realizar.</a:t>
            </a:r>
          </a:p>
          <a:p>
            <a:pPr marL="342900" marR="0" lvl="0" indent="-342900" algn="l" defTabSz="914367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>
                <a:srgbClr val="702573"/>
              </a:buClr>
              <a:buSzPct val="110000"/>
              <a:buFont typeface="+mj-lt"/>
              <a:buAutoNum type="arabicPeriod"/>
              <a:defRPr/>
            </a:pPr>
            <a:r>
              <a:rPr lang="es-ES" sz="1600" b="0" i="0" strike="noStrike" cap="none" baseline="0" dirty="0">
                <a:solidFill>
                  <a:srgbClr val="161616"/>
                </a:solidFill>
                <a:effectLst/>
                <a:latin typeface="Segoe UI"/>
                <a:ea typeface="Segoe UI"/>
                <a:cs typeface="Segoe UI"/>
              </a:rPr>
              <a:t>El agente comprueba las herramientas de MCP disponibles para encontrar la mejor coincidencia.</a:t>
            </a:r>
          </a:p>
          <a:p>
            <a:pPr marL="342900" marR="0" lvl="0" indent="-342900" algn="l" defTabSz="914367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>
                <a:srgbClr val="702573"/>
              </a:buClr>
              <a:buSzPct val="110000"/>
              <a:buFont typeface="+mj-lt"/>
              <a:buAutoNum type="arabicPeriod"/>
              <a:defRPr/>
            </a:pPr>
            <a:r>
              <a:rPr lang="es-ES" sz="1600" b="0" i="0" strike="noStrike" cap="none" baseline="0" dirty="0">
                <a:solidFill>
                  <a:srgbClr val="161616"/>
                </a:solidFill>
                <a:effectLst/>
                <a:latin typeface="Segoe UI"/>
                <a:ea typeface="Segoe UI"/>
                <a:cs typeface="Segoe UI"/>
              </a:rPr>
              <a:t>El agente llama a la herramienta seleccionada a través del servidor MCP y pasa la entrada pertinente.</a:t>
            </a:r>
          </a:p>
          <a:p>
            <a:pPr marL="342900" marR="0" lvl="0" indent="-342900" algn="l" defTabSz="914367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>
                <a:srgbClr val="702573"/>
              </a:buClr>
              <a:buSzPct val="110000"/>
              <a:buFont typeface="+mj-lt"/>
              <a:buAutoNum type="arabicPeriod"/>
              <a:defRPr/>
            </a:pPr>
            <a:r>
              <a:rPr lang="es-ES" sz="1600" b="0" i="0" strike="noStrike" cap="none" baseline="0" dirty="0">
                <a:solidFill>
                  <a:srgbClr val="161616"/>
                </a:solidFill>
                <a:effectLst/>
                <a:latin typeface="Segoe UI"/>
                <a:ea typeface="Segoe UI"/>
                <a:cs typeface="Segoe UI"/>
              </a:rPr>
              <a:t>El servidor MCP procesa la solicitud mediante Azure Speech (texto a voz o voz a texto).</a:t>
            </a:r>
          </a:p>
          <a:p>
            <a:pPr marL="342900" marR="0" lvl="0" indent="-342900" algn="l" defTabSz="914367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>
                <a:srgbClr val="702573"/>
              </a:buClr>
              <a:buSzPct val="110000"/>
              <a:buFont typeface="+mj-lt"/>
              <a:buAutoNum type="arabicPeriod"/>
              <a:defRPr/>
            </a:pPr>
            <a:r>
              <a:rPr lang="es-ES" sz="1600" b="0" i="0" strike="noStrike" cap="none" baseline="0" dirty="0">
                <a:solidFill>
                  <a:srgbClr val="161616"/>
                </a:solidFill>
                <a:effectLst/>
                <a:latin typeface="Segoe UI"/>
                <a:ea typeface="Segoe UI"/>
                <a:cs typeface="Segoe UI"/>
              </a:rPr>
              <a:t>En el caso de texto a voz, el audio generado se guarda como un archivo en Azure Storage.</a:t>
            </a:r>
          </a:p>
          <a:p>
            <a:pPr marL="342900" marR="0" lvl="0" indent="-342900" algn="l" defTabSz="914367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>
                <a:srgbClr val="702573"/>
              </a:buClr>
              <a:buSzPct val="110000"/>
              <a:buFont typeface="+mj-lt"/>
              <a:buAutoNum type="arabicPeriod"/>
              <a:defRPr/>
            </a:pPr>
            <a:r>
              <a:rPr lang="es-ES" sz="1600" b="0" i="0" strike="noStrike" cap="none" baseline="0" dirty="0">
                <a:solidFill>
                  <a:srgbClr val="161616"/>
                </a:solidFill>
                <a:effectLst/>
                <a:latin typeface="Segoe UI"/>
                <a:ea typeface="Segoe UI"/>
                <a:cs typeface="Segoe UI"/>
              </a:rPr>
              <a:t>El agente responde al usuario con texto transcrito o un vínculo al archivo de audio generado.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161616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+mn-cs"/>
            </a:endParaRPr>
          </a:p>
          <a:p>
            <a:pPr marL="342900" marR="0" lvl="0" indent="-342900" algn="l" defTabSz="914367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>
                <a:srgbClr val="702573"/>
              </a:buClr>
              <a:buSzPct val="110000"/>
              <a:buFont typeface="+mj-lt"/>
              <a:buAutoNum type="arabicPeriod"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161616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+mn-cs"/>
            </a:endParaRPr>
          </a:p>
        </p:txBody>
      </p: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FFFFBFE4-589D-31D2-4FCD-026039718F6C}"/>
              </a:ext>
            </a:extLst>
          </p:cNvPr>
          <p:cNvGrpSpPr/>
          <p:nvPr/>
        </p:nvGrpSpPr>
        <p:grpSpPr>
          <a:xfrm>
            <a:off x="1024733" y="1291835"/>
            <a:ext cx="10175947" cy="3115623"/>
            <a:chOff x="1024733" y="1378922"/>
            <a:chExt cx="10175947" cy="3115623"/>
          </a:xfrm>
        </p:grpSpPr>
        <p:grpSp>
          <p:nvGrpSpPr>
            <p:cNvPr id="87" name="Group 86">
              <a:extLst>
                <a:ext uri="{FF2B5EF4-FFF2-40B4-BE49-F238E27FC236}">
                  <a16:creationId xmlns:a16="http://schemas.microsoft.com/office/drawing/2014/main" id="{54F18A71-19D4-482F-8A0A-0AF7BEE4BD21}"/>
                </a:ext>
              </a:extLst>
            </p:cNvPr>
            <p:cNvGrpSpPr/>
            <p:nvPr/>
          </p:nvGrpSpPr>
          <p:grpSpPr>
            <a:xfrm>
              <a:off x="4031565" y="1577926"/>
              <a:ext cx="3075790" cy="1851074"/>
              <a:chOff x="3779010" y="1577926"/>
              <a:chExt cx="3075790" cy="1851074"/>
            </a:xfrm>
          </p:grpSpPr>
          <p:sp>
            <p:nvSpPr>
              <p:cNvPr id="22" name="Flowchart: Alternate Process 21">
                <a:extLst>
                  <a:ext uri="{FF2B5EF4-FFF2-40B4-BE49-F238E27FC236}">
                    <a16:creationId xmlns:a16="http://schemas.microsoft.com/office/drawing/2014/main" id="{E5F2EA6F-46C0-1B20-85D9-650DC36F1678}"/>
                  </a:ext>
                </a:extLst>
              </p:cNvPr>
              <p:cNvSpPr/>
              <p:nvPr/>
            </p:nvSpPr>
            <p:spPr bwMode="auto">
              <a:xfrm>
                <a:off x="3779010" y="1887583"/>
                <a:ext cx="2194560" cy="1541417"/>
              </a:xfrm>
              <a:prstGeom prst="flowChartAlternateProcess">
                <a:avLst/>
              </a:prstGeom>
              <a:solidFill>
                <a:schemeClr val="bg1"/>
              </a:solidFill>
              <a:ln w="38100">
                <a:solidFill>
                  <a:schemeClr val="tx2">
                    <a:lumMod val="75000"/>
                    <a:lumOff val="25000"/>
                  </a:schemeClr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2400" b="0" i="0" u="none" strike="noStrike" kern="1200" cap="none" spc="0" normalizeH="0" baseline="0" noProof="0" err="1">
                  <a:ln>
                    <a:noFill/>
                  </a:ln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Segoe UI"/>
                  <a:ea typeface="Segoe UI" pitchFamily="34" charset="0"/>
                  <a:cs typeface="Segoe UI" pitchFamily="34" charset="0"/>
                </a:endParaRPr>
              </a:p>
            </p:txBody>
          </p:sp>
          <p:pic>
            <p:nvPicPr>
              <p:cNvPr id="19" name="Graphic 18" descr="Robot with solid fill">
                <a:extLst>
                  <a:ext uri="{FF2B5EF4-FFF2-40B4-BE49-F238E27FC236}">
                    <a16:creationId xmlns:a16="http://schemas.microsoft.com/office/drawing/2014/main" id="{8706197B-5D7F-E017-2D60-1277EA4DD93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3996724" y="1854925"/>
                <a:ext cx="1367246" cy="1367246"/>
              </a:xfrm>
              <a:prstGeom prst="rect">
                <a:avLst/>
              </a:prstGeom>
            </p:spPr>
          </p:pic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7A1D8FC0-FBB5-1AFE-46C7-6272D158B230}"/>
                  </a:ext>
                </a:extLst>
              </p:cNvPr>
              <p:cNvSpPr txBox="1"/>
              <p:nvPr/>
            </p:nvSpPr>
            <p:spPr>
              <a:xfrm>
                <a:off x="5469484" y="2406416"/>
                <a:ext cx="1385316" cy="831190"/>
              </a:xfrm>
              <a:prstGeom prst="rect">
                <a:avLst/>
              </a:prstGeom>
              <a:solidFill>
                <a:srgbClr val="FFFFFF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367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UI Semibold"/>
                  <a:ea typeface="+mn-ea"/>
                  <a:cs typeface="+mn-cs"/>
                </a:endParaRPr>
              </a:p>
              <a:p>
                <a:pPr marL="0" marR="0" lvl="0" indent="0" algn="l" defTabSz="914367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UI Semibold"/>
                  <a:ea typeface="+mn-ea"/>
                  <a:cs typeface="+mn-cs"/>
                </a:endParaRPr>
              </a:p>
              <a:p>
                <a:pPr marL="0" marR="0" lvl="0" indent="0" algn="l" defTabSz="914367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lang="es-ES" sz="1800" b="0" i="0" strike="noStrike" cap="none" baseline="0" dirty="0">
                    <a:solidFill>
                      <a:srgbClr val="000000"/>
                    </a:solidFill>
                    <a:effectLst/>
                    <a:latin typeface="Segoe UI Semibold"/>
                    <a:ea typeface="Segoe UI Semibold"/>
                    <a:cs typeface="Segoe UI Semibold"/>
                  </a:rPr>
                  <a:t>Cliente MCP</a:t>
                </a: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F0B8FDEC-B3A4-FA7D-CDE3-D74CC20EC9EE}"/>
                  </a:ext>
                </a:extLst>
              </p:cNvPr>
              <p:cNvSpPr txBox="1"/>
              <p:nvPr/>
            </p:nvSpPr>
            <p:spPr>
              <a:xfrm>
                <a:off x="4546012" y="1577926"/>
                <a:ext cx="524304" cy="27706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367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lang="es-ES" sz="1800" b="0" i="0" strike="noStrike" cap="none" baseline="0" dirty="0">
                    <a:solidFill>
                      <a:srgbClr val="000000"/>
                    </a:solidFill>
                    <a:effectLst/>
                    <a:latin typeface="Segoe UI Semibold"/>
                    <a:ea typeface="Segoe UI Semibold"/>
                    <a:cs typeface="Segoe UI Semibold"/>
                  </a:rPr>
                  <a:t>Host</a:t>
                </a:r>
              </a:p>
            </p:txBody>
          </p:sp>
          <p:pic>
            <p:nvPicPr>
              <p:cNvPr id="25" name="Graphic 24" descr="Ethernet with solid fill">
                <a:extLst>
                  <a:ext uri="{FF2B5EF4-FFF2-40B4-BE49-F238E27FC236}">
                    <a16:creationId xmlns:a16="http://schemas.microsoft.com/office/drawing/2014/main" id="{8178C847-371C-5284-CEBD-74D5C491FA6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5516370" y="2201091"/>
                <a:ext cx="914400" cy="914400"/>
              </a:xfrm>
              <a:prstGeom prst="rect">
                <a:avLst/>
              </a:prstGeom>
            </p:spPr>
          </p:pic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F94BD0BE-1756-3093-EB0D-BD9FF4D09BC3}"/>
                  </a:ext>
                </a:extLst>
              </p:cNvPr>
              <p:cNvSpPr txBox="1"/>
              <p:nvPr/>
            </p:nvSpPr>
            <p:spPr>
              <a:xfrm>
                <a:off x="4426265" y="3083671"/>
                <a:ext cx="630429" cy="2308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367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lang="es-ES" sz="1500" b="0" i="0" strike="noStrike" cap="none" baseline="0" dirty="0">
                    <a:solidFill>
                      <a:srgbClr val="000000"/>
                    </a:solidFill>
                    <a:effectLst/>
                    <a:latin typeface="Segoe UI Semibold"/>
                    <a:ea typeface="Segoe UI Semibold"/>
                    <a:cs typeface="Segoe UI Semibold"/>
                  </a:rPr>
                  <a:t>Agente</a:t>
                </a:r>
                <a:endParaRPr kumimoji="0" lang="en-US" sz="15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UI Semibold"/>
                  <a:ea typeface="+mn-ea"/>
                  <a:cs typeface="+mn-cs"/>
                </a:endParaRPr>
              </a:p>
            </p:txBody>
          </p:sp>
          <p:pic>
            <p:nvPicPr>
              <p:cNvPr id="45" name="Graphic 44" descr="Tools with solid fill">
                <a:extLst>
                  <a:ext uri="{FF2B5EF4-FFF2-40B4-BE49-F238E27FC236}">
                    <a16:creationId xmlns:a16="http://schemas.microsoft.com/office/drawing/2014/main" id="{E67554DB-57F3-9B19-0B13-8F8B0EFEBD1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5185444" y="2479765"/>
                <a:ext cx="357051" cy="357051"/>
              </a:xfrm>
              <a:prstGeom prst="rect">
                <a:avLst/>
              </a:prstGeom>
            </p:spPr>
          </p:pic>
        </p:grpSp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0947E930-5A21-FC2D-0CBF-F29FBB336F95}"/>
                </a:ext>
              </a:extLst>
            </p:cNvPr>
            <p:cNvGrpSpPr/>
            <p:nvPr/>
          </p:nvGrpSpPr>
          <p:grpSpPr>
            <a:xfrm>
              <a:off x="6683325" y="1378922"/>
              <a:ext cx="4517355" cy="3115623"/>
              <a:chOff x="6683325" y="1361504"/>
              <a:chExt cx="4517355" cy="3115623"/>
            </a:xfrm>
          </p:grpSpPr>
          <p:sp>
            <p:nvSpPr>
              <p:cNvPr id="32" name="Flowchart: Alternate Process 31">
                <a:extLst>
                  <a:ext uri="{FF2B5EF4-FFF2-40B4-BE49-F238E27FC236}">
                    <a16:creationId xmlns:a16="http://schemas.microsoft.com/office/drawing/2014/main" id="{5612C74B-1D6E-DE4E-9A44-D4068AF25F4B}"/>
                  </a:ext>
                </a:extLst>
              </p:cNvPr>
              <p:cNvSpPr/>
              <p:nvPr/>
            </p:nvSpPr>
            <p:spPr bwMode="auto">
              <a:xfrm>
                <a:off x="8102815" y="1887583"/>
                <a:ext cx="3027249" cy="1541417"/>
              </a:xfrm>
              <a:prstGeom prst="flowChartAlternateProcess">
                <a:avLst/>
              </a:prstGeom>
              <a:solidFill>
                <a:schemeClr val="bg1"/>
              </a:solidFill>
              <a:ln w="38100">
                <a:solidFill>
                  <a:srgbClr val="8661C5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2400" b="0" i="0" u="none" strike="noStrike" kern="1200" cap="none" spc="0" normalizeH="0" baseline="0" noProof="0" err="1">
                  <a:ln>
                    <a:noFill/>
                  </a:ln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Segoe UI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EAC32DB0-E3B0-B2B9-0622-9ED7E61FA383}"/>
                  </a:ext>
                </a:extLst>
              </p:cNvPr>
              <p:cNvSpPr txBox="1"/>
              <p:nvPr/>
            </p:nvSpPr>
            <p:spPr>
              <a:xfrm>
                <a:off x="7550725" y="2962589"/>
                <a:ext cx="1572429" cy="274320"/>
              </a:xfrm>
              <a:prstGeom prst="rect">
                <a:avLst/>
              </a:prstGeom>
              <a:solidFill>
                <a:srgbClr val="FFFFFF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algn="l" defTabSz="914367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lang="es-ES" sz="1800" b="0" i="0" strike="noStrike" cap="none" baseline="0" dirty="0">
                    <a:solidFill>
                      <a:srgbClr val="000000"/>
                    </a:solidFill>
                    <a:effectLst/>
                    <a:latin typeface="Segoe UI Semibold"/>
                    <a:ea typeface="Segoe UI Semibold"/>
                    <a:cs typeface="Segoe UI Semibold"/>
                  </a:rPr>
                  <a:t>Servidor MCP</a:t>
                </a:r>
              </a:p>
            </p:txBody>
          </p:sp>
          <p:cxnSp>
            <p:nvCxnSpPr>
              <p:cNvPr id="37" name="Straight Arrow Connector 36">
                <a:extLst>
                  <a:ext uri="{FF2B5EF4-FFF2-40B4-BE49-F238E27FC236}">
                    <a16:creationId xmlns:a16="http://schemas.microsoft.com/office/drawing/2014/main" id="{852EBAC0-F0FC-3207-D1FE-6704F8C5F6CA}"/>
                  </a:ext>
                </a:extLst>
              </p:cNvPr>
              <p:cNvCxnSpPr>
                <a:stCxn id="25" idx="3"/>
                <a:endCxn id="34" idx="1"/>
              </p:cNvCxnSpPr>
              <p:nvPr/>
            </p:nvCxnSpPr>
            <p:spPr>
              <a:xfrm>
                <a:off x="6683325" y="2640873"/>
                <a:ext cx="1039137" cy="17201"/>
              </a:xfrm>
              <a:prstGeom prst="straightConnector1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prstDash val="sysDot"/>
                <a:headEnd type="none" w="lg" len="med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34" name="Graphic 33" descr="Gears with solid fill">
                <a:extLst>
                  <a:ext uri="{FF2B5EF4-FFF2-40B4-BE49-F238E27FC236}">
                    <a16:creationId xmlns:a16="http://schemas.microsoft.com/office/drawing/2014/main" id="{B992D163-AF13-62C5-8280-ED166A21E98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7722462" y="2293945"/>
                <a:ext cx="728258" cy="728258"/>
              </a:xfrm>
              <a:prstGeom prst="rect">
                <a:avLst/>
              </a:prstGeom>
            </p:spPr>
          </p:pic>
          <p:cxnSp>
            <p:nvCxnSpPr>
              <p:cNvPr id="55" name="Straight Arrow Connector 54">
                <a:extLst>
                  <a:ext uri="{FF2B5EF4-FFF2-40B4-BE49-F238E27FC236}">
                    <a16:creationId xmlns:a16="http://schemas.microsoft.com/office/drawing/2014/main" id="{2DEB6A52-3DEB-2A8B-1424-43B604A071CD}"/>
                  </a:ext>
                </a:extLst>
              </p:cNvPr>
              <p:cNvCxnSpPr/>
              <p:nvPr/>
            </p:nvCxnSpPr>
            <p:spPr>
              <a:xfrm flipV="1">
                <a:off x="8351937" y="2650780"/>
                <a:ext cx="1422848" cy="7511"/>
              </a:xfrm>
              <a:prstGeom prst="straightConnector1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prstDash val="sysDot"/>
                <a:headEnd type="none" w="lg" len="med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DBDD7BD4-1FDE-CDAE-2748-CC28C9C0E271}"/>
                  </a:ext>
                </a:extLst>
              </p:cNvPr>
              <p:cNvSpPr txBox="1"/>
              <p:nvPr/>
            </p:nvSpPr>
            <p:spPr>
              <a:xfrm>
                <a:off x="9420178" y="2703751"/>
                <a:ext cx="1747089" cy="46166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algn="l" defTabSz="914367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lang="es-ES" sz="1500" b="0" i="0" strike="noStrike" cap="none" baseline="0" dirty="0">
                    <a:solidFill>
                      <a:srgbClr val="000000"/>
                    </a:solidFill>
                    <a:effectLst/>
                    <a:latin typeface="Segoe UI Semibold"/>
                    <a:ea typeface="Segoe UI Semibold"/>
                    <a:cs typeface="Segoe UI Semibold"/>
                  </a:rPr>
                  <a:t>Azure Speech en </a:t>
                </a:r>
                <a:r>
                  <a:rPr lang="es-ES" sz="1500" b="0" i="0" strike="noStrike" cap="none" baseline="0" dirty="0" err="1">
                    <a:solidFill>
                      <a:srgbClr val="000000"/>
                    </a:solidFill>
                    <a:effectLst/>
                    <a:latin typeface="Segoe UI Semibold"/>
                    <a:ea typeface="Segoe UI Semibold"/>
                    <a:cs typeface="Segoe UI Semibold"/>
                  </a:rPr>
                  <a:t>Foundry</a:t>
                </a:r>
                <a:r>
                  <a:rPr lang="es-ES" sz="1500" b="0" i="0" strike="noStrike" cap="none" baseline="0" dirty="0">
                    <a:solidFill>
                      <a:srgbClr val="000000"/>
                    </a:solidFill>
                    <a:effectLst/>
                    <a:latin typeface="Segoe UI Semibold"/>
                    <a:ea typeface="Segoe UI Semibold"/>
                    <a:cs typeface="Segoe UI Semibold"/>
                  </a:rPr>
                  <a:t> Tools</a:t>
                </a:r>
              </a:p>
            </p:txBody>
          </p:sp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D464F296-72FF-01C0-B051-FFF2315FBFC5}"/>
                  </a:ext>
                </a:extLst>
              </p:cNvPr>
              <p:cNvSpPr txBox="1"/>
              <p:nvPr/>
            </p:nvSpPr>
            <p:spPr>
              <a:xfrm>
                <a:off x="8728473" y="1557613"/>
                <a:ext cx="2057406" cy="27706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367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lang="es-ES" sz="1800" b="0" i="0" strike="noStrike" cap="none" baseline="0" dirty="0">
                    <a:solidFill>
                      <a:srgbClr val="000000"/>
                    </a:solidFill>
                    <a:effectLst/>
                    <a:latin typeface="Segoe UI Semibold"/>
                    <a:ea typeface="Segoe UI Semibold"/>
                    <a:cs typeface="Segoe UI Semibold"/>
                  </a:rPr>
                  <a:t>Microsoft </a:t>
                </a:r>
                <a:r>
                  <a:rPr lang="es-ES" sz="1800" b="0" i="0" strike="noStrike" cap="none" baseline="0" dirty="0" err="1">
                    <a:solidFill>
                      <a:srgbClr val="000000"/>
                    </a:solidFill>
                    <a:effectLst/>
                    <a:latin typeface="Segoe UI Semibold"/>
                    <a:ea typeface="Segoe UI Semibold"/>
                    <a:cs typeface="Segoe UI Semibold"/>
                  </a:rPr>
                  <a:t>Foundry</a:t>
                </a:r>
                <a:endParaRPr lang="es-ES" sz="1800" b="0" i="0" strike="noStrike" cap="none" baseline="0" dirty="0">
                  <a:solidFill>
                    <a:srgbClr val="000000"/>
                  </a:solidFill>
                  <a:effectLst/>
                  <a:latin typeface="Segoe UI Semibold"/>
                  <a:ea typeface="Segoe UI Semibold"/>
                  <a:cs typeface="Segoe UI Semibold"/>
                </a:endParaRPr>
              </a:p>
            </p:txBody>
          </p:sp>
          <p:pic>
            <p:nvPicPr>
              <p:cNvPr id="50" name="Picture 49">
                <a:extLst>
                  <a:ext uri="{FF2B5EF4-FFF2-40B4-BE49-F238E27FC236}">
                    <a16:creationId xmlns:a16="http://schemas.microsoft.com/office/drawing/2014/main" id="{1AC312AB-E0B2-7411-DBAC-57CA2532773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7683444" y="1361504"/>
                <a:ext cx="876572" cy="986842"/>
              </a:xfrm>
              <a:prstGeom prst="rect">
                <a:avLst/>
              </a:prstGeom>
            </p:spPr>
          </p:pic>
          <p:pic>
            <p:nvPicPr>
              <p:cNvPr id="51" name="Picture 50">
                <a:extLst>
                  <a:ext uri="{FF2B5EF4-FFF2-40B4-BE49-F238E27FC236}">
                    <a16:creationId xmlns:a16="http://schemas.microsoft.com/office/drawing/2014/main" id="{F5447EB4-21C2-59C7-2C8A-6837004CB32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761984" y="2157505"/>
                <a:ext cx="563598" cy="563598"/>
              </a:xfrm>
              <a:prstGeom prst="rect">
                <a:avLst/>
              </a:prstGeom>
            </p:spPr>
          </p:pic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BF125A4-2228-9DE4-4A6A-BB12053A7B57}"/>
                  </a:ext>
                </a:extLst>
              </p:cNvPr>
              <p:cNvSpPr txBox="1"/>
              <p:nvPr/>
            </p:nvSpPr>
            <p:spPr>
              <a:xfrm>
                <a:off x="9453591" y="4246295"/>
                <a:ext cx="1747089" cy="2308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algn="l" defTabSz="914367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lang="es-ES" sz="1500" b="0" i="0" strike="noStrike" cap="none" baseline="0" dirty="0">
                    <a:solidFill>
                      <a:srgbClr val="000000"/>
                    </a:solidFill>
                    <a:effectLst/>
                    <a:latin typeface="Segoe UI Semibold"/>
                    <a:ea typeface="Segoe UI Semibold"/>
                    <a:cs typeface="Segoe UI Semibold"/>
                  </a:rPr>
                  <a:t>Azure Storage</a:t>
                </a:r>
              </a:p>
            </p:txBody>
          </p:sp>
          <p:cxnSp>
            <p:nvCxnSpPr>
              <p:cNvPr id="9" name="Straight Arrow Connector 8">
                <a:extLst>
                  <a:ext uri="{FF2B5EF4-FFF2-40B4-BE49-F238E27FC236}">
                    <a16:creationId xmlns:a16="http://schemas.microsoft.com/office/drawing/2014/main" id="{0BEF3FB5-E7DF-32A3-7DA7-6E407DF08541}"/>
                  </a:ext>
                </a:extLst>
              </p:cNvPr>
              <p:cNvCxnSpPr/>
              <p:nvPr/>
            </p:nvCxnSpPr>
            <p:spPr>
              <a:xfrm flipH="1">
                <a:off x="10155113" y="3219995"/>
                <a:ext cx="0" cy="468524"/>
              </a:xfrm>
              <a:prstGeom prst="straightConnector1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prstDash val="sysDot"/>
                <a:headEnd type="none" w="lg" len="med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6" name="Group 85">
              <a:extLst>
                <a:ext uri="{FF2B5EF4-FFF2-40B4-BE49-F238E27FC236}">
                  <a16:creationId xmlns:a16="http://schemas.microsoft.com/office/drawing/2014/main" id="{6E3340DA-EA0E-E588-E668-6140DE1BF37A}"/>
                </a:ext>
              </a:extLst>
            </p:cNvPr>
            <p:cNvGrpSpPr/>
            <p:nvPr/>
          </p:nvGrpSpPr>
          <p:grpSpPr>
            <a:xfrm>
              <a:off x="1024733" y="1545047"/>
              <a:ext cx="3635112" cy="2400313"/>
              <a:chOff x="-3071962" y="1070383"/>
              <a:chExt cx="5072804" cy="3349642"/>
            </a:xfrm>
          </p:grpSpPr>
          <p:grpSp>
            <p:nvGrpSpPr>
              <p:cNvPr id="66" name="Group 65">
                <a:extLst>
                  <a:ext uri="{FF2B5EF4-FFF2-40B4-BE49-F238E27FC236}">
                    <a16:creationId xmlns:a16="http://schemas.microsoft.com/office/drawing/2014/main" id="{42B8644C-89B7-6C40-9777-CB841FF7A33D}"/>
                  </a:ext>
                </a:extLst>
              </p:cNvPr>
              <p:cNvGrpSpPr/>
              <p:nvPr/>
            </p:nvGrpSpPr>
            <p:grpSpPr>
              <a:xfrm>
                <a:off x="-3071962" y="1113508"/>
                <a:ext cx="2639179" cy="2639179"/>
                <a:chOff x="10521113" y="3976905"/>
                <a:chExt cx="2099670" cy="2099670"/>
              </a:xfrm>
            </p:grpSpPr>
            <p:grpSp>
              <p:nvGrpSpPr>
                <p:cNvPr id="74" name="Group 73">
                  <a:extLst>
                    <a:ext uri="{FF2B5EF4-FFF2-40B4-BE49-F238E27FC236}">
                      <a16:creationId xmlns:a16="http://schemas.microsoft.com/office/drawing/2014/main" id="{036C786B-5585-BED6-01D6-FDAC46DCA12D}"/>
                    </a:ext>
                  </a:extLst>
                </p:cNvPr>
                <p:cNvGrpSpPr/>
                <p:nvPr/>
              </p:nvGrpSpPr>
              <p:grpSpPr>
                <a:xfrm>
                  <a:off x="10521113" y="3976905"/>
                  <a:ext cx="2099670" cy="2099670"/>
                  <a:chOff x="1491914" y="3563162"/>
                  <a:chExt cx="1686910" cy="1686910"/>
                </a:xfrm>
              </p:grpSpPr>
              <p:sp>
                <p:nvSpPr>
                  <p:cNvPr id="81" name="Rectangle 80">
                    <a:extLst>
                      <a:ext uri="{FF2B5EF4-FFF2-40B4-BE49-F238E27FC236}">
                        <a16:creationId xmlns:a16="http://schemas.microsoft.com/office/drawing/2014/main" id="{8C16E384-4B1F-27DE-E288-1CEBA9C98C48}"/>
                      </a:ext>
                    </a:extLst>
                  </p:cNvPr>
                  <p:cNvSpPr/>
                  <p:nvPr/>
                </p:nvSpPr>
                <p:spPr>
                  <a:xfrm>
                    <a:off x="2130417" y="3899339"/>
                    <a:ext cx="438843" cy="628662"/>
                  </a:xfrm>
                  <a:prstGeom prst="rect">
                    <a:avLst/>
                  </a:prstGeom>
                  <a:solidFill>
                    <a:srgbClr val="FFCCCC"/>
                  </a:solidFill>
                  <a:ln w="1905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en-US" sz="6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82" name="Rectangle 81">
                    <a:extLst>
                      <a:ext uri="{FF2B5EF4-FFF2-40B4-BE49-F238E27FC236}">
                        <a16:creationId xmlns:a16="http://schemas.microsoft.com/office/drawing/2014/main" id="{7DF5CA09-062D-520C-7312-049C8A3102A4}"/>
                      </a:ext>
                    </a:extLst>
                  </p:cNvPr>
                  <p:cNvSpPr/>
                  <p:nvPr/>
                </p:nvSpPr>
                <p:spPr>
                  <a:xfrm>
                    <a:off x="2102069" y="4580468"/>
                    <a:ext cx="409903" cy="506539"/>
                  </a:xfrm>
                  <a:prstGeom prst="rect">
                    <a:avLst/>
                  </a:prstGeom>
                  <a:solidFill>
                    <a:sysClr val="window" lastClr="FFFFFF"/>
                  </a:solidFill>
                  <a:ln w="1905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en-US" sz="6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  <p:pic>
                <p:nvPicPr>
                  <p:cNvPr id="83" name="Graphic 82" descr="Office worker female with solid fill">
                    <a:extLst>
                      <a:ext uri="{FF2B5EF4-FFF2-40B4-BE49-F238E27FC236}">
                        <a16:creationId xmlns:a16="http://schemas.microsoft.com/office/drawing/2014/main" id="{465794FA-0408-E00C-F8D8-695F3B1AEAC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9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491914" y="3563162"/>
                    <a:ext cx="1686910" cy="1686910"/>
                  </a:xfrm>
                  <a:prstGeom prst="rect">
                    <a:avLst/>
                  </a:prstGeom>
                </p:spPr>
              </p:pic>
              <p:pic>
                <p:nvPicPr>
                  <p:cNvPr id="84" name="Graphic 83" descr="Office worker female with solid fill">
                    <a:extLst>
                      <a:ext uri="{FF2B5EF4-FFF2-40B4-BE49-F238E27FC236}">
                        <a16:creationId xmlns:a16="http://schemas.microsoft.com/office/drawing/2014/main" id="{755B37DC-DAF1-C3D1-101D-A2786607EE5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10"/>
                      </a:ext>
                    </a:extLst>
                  </a:blip>
                  <a:srcRect b="47789"/>
                  <a:stretch>
                    <a:fillRect/>
                  </a:stretch>
                </p:blipFill>
                <p:spPr>
                  <a:xfrm>
                    <a:off x="1491914" y="3563162"/>
                    <a:ext cx="1686910" cy="880758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75" name="Rectangle: Rounded Corners 74">
                  <a:extLst>
                    <a:ext uri="{FF2B5EF4-FFF2-40B4-BE49-F238E27FC236}">
                      <a16:creationId xmlns:a16="http://schemas.microsoft.com/office/drawing/2014/main" id="{2F667720-C559-F381-9FF9-B177529BDC86}"/>
                    </a:ext>
                  </a:extLst>
                </p:cNvPr>
                <p:cNvSpPr/>
                <p:nvPr/>
              </p:nvSpPr>
              <p:spPr>
                <a:xfrm>
                  <a:off x="11086623" y="5347785"/>
                  <a:ext cx="1010689" cy="690063"/>
                </a:xfrm>
                <a:prstGeom prst="roundRect">
                  <a:avLst>
                    <a:gd name="adj" fmla="val 7594"/>
                  </a:avLst>
                </a:prstGeom>
                <a:solidFill>
                  <a:sysClr val="window" lastClr="FFFFFF">
                    <a:lumMod val="95000"/>
                  </a:sysClr>
                </a:solidFill>
                <a:ln w="19050" cap="flat" cmpd="sng" algn="ctr">
                  <a:solidFill>
                    <a:srgbClr val="156082">
                      <a:shade val="1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6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grpSp>
              <p:nvGrpSpPr>
                <p:cNvPr id="76" name="Group 75">
                  <a:extLst>
                    <a:ext uri="{FF2B5EF4-FFF2-40B4-BE49-F238E27FC236}">
                      <a16:creationId xmlns:a16="http://schemas.microsoft.com/office/drawing/2014/main" id="{E323C504-36AA-58F6-987E-D993BF7969F3}"/>
                    </a:ext>
                  </a:extLst>
                </p:cNvPr>
                <p:cNvGrpSpPr/>
                <p:nvPr/>
              </p:nvGrpSpPr>
              <p:grpSpPr>
                <a:xfrm>
                  <a:off x="11510972" y="5603112"/>
                  <a:ext cx="197934" cy="197934"/>
                  <a:chOff x="8716215" y="1027821"/>
                  <a:chExt cx="232631" cy="232631"/>
                </a:xfrm>
              </p:grpSpPr>
              <p:sp>
                <p:nvSpPr>
                  <p:cNvPr id="77" name="Rectangle 76">
                    <a:extLst>
                      <a:ext uri="{FF2B5EF4-FFF2-40B4-BE49-F238E27FC236}">
                        <a16:creationId xmlns:a16="http://schemas.microsoft.com/office/drawing/2014/main" id="{E6FE74F7-F560-28DD-02DB-3D3638A0B5FC}"/>
                      </a:ext>
                    </a:extLst>
                  </p:cNvPr>
                  <p:cNvSpPr/>
                  <p:nvPr/>
                </p:nvSpPr>
                <p:spPr>
                  <a:xfrm>
                    <a:off x="8716215" y="1027821"/>
                    <a:ext cx="109492" cy="109492"/>
                  </a:xfrm>
                  <a:prstGeom prst="rect">
                    <a:avLst/>
                  </a:prstGeom>
                  <a:solidFill>
                    <a:srgbClr val="E8E8E8">
                      <a:lumMod val="75000"/>
                    </a:srgbClr>
                  </a:solidFill>
                  <a:ln w="1905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en-US" sz="6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78" name="Rectangle 77">
                    <a:extLst>
                      <a:ext uri="{FF2B5EF4-FFF2-40B4-BE49-F238E27FC236}">
                        <a16:creationId xmlns:a16="http://schemas.microsoft.com/office/drawing/2014/main" id="{F628E3AA-668A-150E-9F7A-8E98DFD77BBA}"/>
                      </a:ext>
                    </a:extLst>
                  </p:cNvPr>
                  <p:cNvSpPr/>
                  <p:nvPr/>
                </p:nvSpPr>
                <p:spPr>
                  <a:xfrm>
                    <a:off x="8839354" y="1027821"/>
                    <a:ext cx="109492" cy="109492"/>
                  </a:xfrm>
                  <a:prstGeom prst="rect">
                    <a:avLst/>
                  </a:prstGeom>
                  <a:solidFill>
                    <a:srgbClr val="E8E8E8">
                      <a:lumMod val="75000"/>
                    </a:srgbClr>
                  </a:solidFill>
                  <a:ln w="1905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en-US" sz="6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79" name="Rectangle 78">
                    <a:extLst>
                      <a:ext uri="{FF2B5EF4-FFF2-40B4-BE49-F238E27FC236}">
                        <a16:creationId xmlns:a16="http://schemas.microsoft.com/office/drawing/2014/main" id="{8D48CD34-2C87-7F10-9459-D8DD3727F8BE}"/>
                      </a:ext>
                    </a:extLst>
                  </p:cNvPr>
                  <p:cNvSpPr/>
                  <p:nvPr/>
                </p:nvSpPr>
                <p:spPr>
                  <a:xfrm>
                    <a:off x="8716215" y="1150960"/>
                    <a:ext cx="109492" cy="109492"/>
                  </a:xfrm>
                  <a:prstGeom prst="rect">
                    <a:avLst/>
                  </a:prstGeom>
                  <a:solidFill>
                    <a:srgbClr val="E8E8E8">
                      <a:lumMod val="75000"/>
                    </a:srgbClr>
                  </a:solidFill>
                  <a:ln w="1905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en-US" sz="6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80" name="Rectangle 79">
                    <a:extLst>
                      <a:ext uri="{FF2B5EF4-FFF2-40B4-BE49-F238E27FC236}">
                        <a16:creationId xmlns:a16="http://schemas.microsoft.com/office/drawing/2014/main" id="{A78177E4-B93D-FE13-6BDC-EACE1C6A9EE0}"/>
                      </a:ext>
                    </a:extLst>
                  </p:cNvPr>
                  <p:cNvSpPr/>
                  <p:nvPr/>
                </p:nvSpPr>
                <p:spPr>
                  <a:xfrm>
                    <a:off x="8839354" y="1150960"/>
                    <a:ext cx="109492" cy="109492"/>
                  </a:xfrm>
                  <a:prstGeom prst="rect">
                    <a:avLst/>
                  </a:prstGeom>
                  <a:solidFill>
                    <a:srgbClr val="E8E8E8">
                      <a:lumMod val="75000"/>
                    </a:srgbClr>
                  </a:solidFill>
                  <a:ln w="1905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en-US" sz="6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p:grpSp>
          </p:grpSp>
          <p:grpSp>
            <p:nvGrpSpPr>
              <p:cNvPr id="85" name="Group 84">
                <a:extLst>
                  <a:ext uri="{FF2B5EF4-FFF2-40B4-BE49-F238E27FC236}">
                    <a16:creationId xmlns:a16="http://schemas.microsoft.com/office/drawing/2014/main" id="{C7512DD5-CE8B-3C78-6B4C-C407C4BCA850}"/>
                  </a:ext>
                </a:extLst>
              </p:cNvPr>
              <p:cNvGrpSpPr/>
              <p:nvPr/>
            </p:nvGrpSpPr>
            <p:grpSpPr>
              <a:xfrm>
                <a:off x="-1132182" y="1070383"/>
                <a:ext cx="3133024" cy="3349642"/>
                <a:chOff x="-1132182" y="1070383"/>
                <a:chExt cx="3133024" cy="3349642"/>
              </a:xfrm>
            </p:grpSpPr>
            <p:grpSp>
              <p:nvGrpSpPr>
                <p:cNvPr id="68" name="Group 67">
                  <a:extLst>
                    <a:ext uri="{FF2B5EF4-FFF2-40B4-BE49-F238E27FC236}">
                      <a16:creationId xmlns:a16="http://schemas.microsoft.com/office/drawing/2014/main" id="{1DF3349D-20E2-FFE3-D8C8-0D2F8CE1A30E}"/>
                    </a:ext>
                  </a:extLst>
                </p:cNvPr>
                <p:cNvGrpSpPr/>
                <p:nvPr/>
              </p:nvGrpSpPr>
              <p:grpSpPr>
                <a:xfrm>
                  <a:off x="-1132182" y="1070383"/>
                  <a:ext cx="2175971" cy="2175972"/>
                  <a:chOff x="4773569" y="2029437"/>
                  <a:chExt cx="1854942" cy="1854942"/>
                </a:xfrm>
              </p:grpSpPr>
              <p:pic>
                <p:nvPicPr>
                  <p:cNvPr id="72" name="Graphic 71" descr="Speech with solid fill">
                    <a:extLst>
                      <a:ext uri="{FF2B5EF4-FFF2-40B4-BE49-F238E27FC236}">
                        <a16:creationId xmlns:a16="http://schemas.microsoft.com/office/drawing/2014/main" id="{37535612-723D-31FC-0BE0-69E35F6169C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11"/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4773569" y="2029437"/>
                    <a:ext cx="1854942" cy="1854942"/>
                  </a:xfrm>
                  <a:prstGeom prst="rect">
                    <a:avLst/>
                  </a:prstGeom>
                </p:spPr>
              </p:pic>
              <p:sp>
                <p:nvSpPr>
                  <p:cNvPr id="73" name="TextBox 72">
                    <a:extLst>
                      <a:ext uri="{FF2B5EF4-FFF2-40B4-BE49-F238E27FC236}">
                        <a16:creationId xmlns:a16="http://schemas.microsoft.com/office/drawing/2014/main" id="{CD03EED6-F644-1BE9-317C-F31089546339}"/>
                      </a:ext>
                    </a:extLst>
                  </p:cNvPr>
                  <p:cNvSpPr txBox="1"/>
                  <p:nvPr/>
                </p:nvSpPr>
                <p:spPr>
                  <a:xfrm>
                    <a:off x="5327594" y="2449781"/>
                    <a:ext cx="939930" cy="69565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:r>
                      <a:rPr kumimoji="0" lang="en-US" sz="3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 Display" panose="02110004020202020204"/>
                        <a:ea typeface="+mn-ea"/>
                        <a:cs typeface="+mn-cs"/>
                      </a:rPr>
                      <a:t>…?</a:t>
                    </a:r>
                  </a:p>
                </p:txBody>
              </p:sp>
            </p:grpSp>
            <p:grpSp>
              <p:nvGrpSpPr>
                <p:cNvPr id="69" name="Group 68">
                  <a:extLst>
                    <a:ext uri="{FF2B5EF4-FFF2-40B4-BE49-F238E27FC236}">
                      <a16:creationId xmlns:a16="http://schemas.microsoft.com/office/drawing/2014/main" id="{C9E22266-89BB-0FDA-3461-A3F798390273}"/>
                    </a:ext>
                  </a:extLst>
                </p:cNvPr>
                <p:cNvGrpSpPr/>
                <p:nvPr/>
              </p:nvGrpSpPr>
              <p:grpSpPr>
                <a:xfrm>
                  <a:off x="-175129" y="2244054"/>
                  <a:ext cx="2175971" cy="2175971"/>
                  <a:chOff x="5261069" y="3314734"/>
                  <a:chExt cx="1854942" cy="1854942"/>
                </a:xfrm>
              </p:grpSpPr>
              <p:pic>
                <p:nvPicPr>
                  <p:cNvPr id="70" name="Graphic 69" descr="Speech with solid fill">
                    <a:extLst>
                      <a:ext uri="{FF2B5EF4-FFF2-40B4-BE49-F238E27FC236}">
                        <a16:creationId xmlns:a16="http://schemas.microsoft.com/office/drawing/2014/main" id="{7FC071C1-3DB8-4DBF-B354-54EF741661F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12"/>
                      </a:ext>
                    </a:extLst>
                  </a:blip>
                  <a:stretch>
                    <a:fillRect/>
                  </a:stretch>
                </p:blipFill>
                <p:spPr>
                  <a:xfrm flipV="1">
                    <a:off x="5261069" y="3314734"/>
                    <a:ext cx="1854942" cy="1854942"/>
                  </a:xfrm>
                  <a:prstGeom prst="rect">
                    <a:avLst/>
                  </a:prstGeom>
                </p:spPr>
              </p:pic>
              <p:sp>
                <p:nvSpPr>
                  <p:cNvPr id="71" name="TextBox 70">
                    <a:extLst>
                      <a:ext uri="{FF2B5EF4-FFF2-40B4-BE49-F238E27FC236}">
                        <a16:creationId xmlns:a16="http://schemas.microsoft.com/office/drawing/2014/main" id="{F8A1C485-A258-AE21-FBDA-09F72F0F043C}"/>
                      </a:ext>
                    </a:extLst>
                  </p:cNvPr>
                  <p:cNvSpPr txBox="1"/>
                  <p:nvPr/>
                </p:nvSpPr>
                <p:spPr>
                  <a:xfrm>
                    <a:off x="5819201" y="3986056"/>
                    <a:ext cx="768405" cy="69565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:r>
                      <a:rPr kumimoji="0" lang="en-US" sz="3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 Display" panose="02110004020202020204"/>
                        <a:ea typeface="+mn-ea"/>
                        <a:cs typeface="+mn-cs"/>
                      </a:rPr>
                      <a:t>…!</a:t>
                    </a:r>
                  </a:p>
                </p:txBody>
              </p:sp>
            </p:grpSp>
          </p:grpSp>
        </p:grpSp>
        <p:pic>
          <p:nvPicPr>
            <p:cNvPr id="90" name="Graphic 89" descr="Badge 4 with solid fill">
              <a:extLst>
                <a:ext uri="{FF2B5EF4-FFF2-40B4-BE49-F238E27FC236}">
                  <a16:creationId xmlns:a16="http://schemas.microsoft.com/office/drawing/2014/main" id="{9D906089-FDC0-413F-B661-F1F2A9F884A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6861312" y="2260451"/>
              <a:ext cx="550271" cy="550271"/>
            </a:xfrm>
            <a:prstGeom prst="rect">
              <a:avLst/>
            </a:prstGeom>
          </p:spPr>
        </p:pic>
        <p:pic>
          <p:nvPicPr>
            <p:cNvPr id="92" name="Graphic 91" descr="Badge 7 with solid fill">
              <a:extLst>
                <a:ext uri="{FF2B5EF4-FFF2-40B4-BE49-F238E27FC236}">
                  <a16:creationId xmlns:a16="http://schemas.microsoft.com/office/drawing/2014/main" id="{2AE97DA0-77D1-468E-7741-BBC4FF7528B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2911318" y="3079050"/>
              <a:ext cx="550271" cy="550271"/>
            </a:xfrm>
            <a:prstGeom prst="rect">
              <a:avLst/>
            </a:prstGeom>
          </p:spPr>
        </p:pic>
        <p:pic>
          <p:nvPicPr>
            <p:cNvPr id="94" name="Graphic 93" descr="Badge with solid fill">
              <a:extLst>
                <a:ext uri="{FF2B5EF4-FFF2-40B4-BE49-F238E27FC236}">
                  <a16:creationId xmlns:a16="http://schemas.microsoft.com/office/drawing/2014/main" id="{0DC45F90-014C-29AB-2DF7-E9A3F8D957D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4152046" y="1736363"/>
              <a:ext cx="550271" cy="550271"/>
            </a:xfrm>
            <a:prstGeom prst="rect">
              <a:avLst/>
            </a:prstGeom>
          </p:spPr>
        </p:pic>
        <p:pic>
          <p:nvPicPr>
            <p:cNvPr id="96" name="Graphic 95" descr="Badge 3 with solid fill">
              <a:extLst>
                <a:ext uri="{FF2B5EF4-FFF2-40B4-BE49-F238E27FC236}">
                  <a16:creationId xmlns:a16="http://schemas.microsoft.com/office/drawing/2014/main" id="{A6660B39-B2A3-659E-A9D7-2F575A2DA14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5291178" y="2013102"/>
              <a:ext cx="550271" cy="550271"/>
            </a:xfrm>
            <a:prstGeom prst="rect">
              <a:avLst/>
            </a:prstGeom>
          </p:spPr>
        </p:pic>
        <p:pic>
          <p:nvPicPr>
            <p:cNvPr id="98" name="Graphic 97" descr="Badge 1 with solid fill">
              <a:extLst>
                <a:ext uri="{FF2B5EF4-FFF2-40B4-BE49-F238E27FC236}">
                  <a16:creationId xmlns:a16="http://schemas.microsoft.com/office/drawing/2014/main" id="{A1D926A6-1E60-61F3-C705-FCE9BAD093D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2299110" y="1420688"/>
              <a:ext cx="550271" cy="550271"/>
            </a:xfrm>
            <a:prstGeom prst="rect">
              <a:avLst/>
            </a:prstGeom>
          </p:spPr>
        </p:pic>
        <p:pic>
          <p:nvPicPr>
            <p:cNvPr id="100" name="Graphic 99" descr="Badge 5 with solid fill">
              <a:extLst>
                <a:ext uri="{FF2B5EF4-FFF2-40B4-BE49-F238E27FC236}">
                  <a16:creationId xmlns:a16="http://schemas.microsoft.com/office/drawing/2014/main" id="{072D5021-8679-2AED-5D1B-653BB280015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8693553" y="2248055"/>
              <a:ext cx="550271" cy="550271"/>
            </a:xfrm>
            <a:prstGeom prst="rect">
              <a:avLst/>
            </a:prstGeom>
          </p:spPr>
        </p:pic>
        <p:pic>
          <p:nvPicPr>
            <p:cNvPr id="14" name="Graphic 13" descr="Badge 6 with solid fill">
              <a:extLst>
                <a:ext uri="{FF2B5EF4-FFF2-40B4-BE49-F238E27FC236}">
                  <a16:creationId xmlns:a16="http://schemas.microsoft.com/office/drawing/2014/main" id="{F7945597-54D9-237B-1CE7-065C17A57E1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10307209" y="3348741"/>
              <a:ext cx="550271" cy="550271"/>
            </a:xfrm>
            <a:prstGeom prst="rect">
              <a:avLst/>
            </a:prstGeom>
          </p:spPr>
        </p:pic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9151C748-A94B-8F84-25C3-16B4FD19B4A6}"/>
              </a:ext>
            </a:extLst>
          </p:cNvPr>
          <p:cNvGrpSpPr/>
          <p:nvPr/>
        </p:nvGrpSpPr>
        <p:grpSpPr>
          <a:xfrm>
            <a:off x="9600149" y="3422073"/>
            <a:ext cx="810134" cy="814133"/>
            <a:chOff x="8630768" y="3679638"/>
            <a:chExt cx="810134" cy="814133"/>
          </a:xfrm>
        </p:grpSpPr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40C33E02-1639-D1A6-F484-44530812FC5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8805404" y="3858273"/>
              <a:ext cx="635498" cy="635498"/>
            </a:xfrm>
            <a:prstGeom prst="rect">
              <a:avLst/>
            </a:prstGeom>
          </p:spPr>
        </p:pic>
        <p:pic>
          <p:nvPicPr>
            <p:cNvPr id="3" name="Graphic 2" descr="Open folder with solid fill">
              <a:extLst>
                <a:ext uri="{FF2B5EF4-FFF2-40B4-BE49-F238E27FC236}">
                  <a16:creationId xmlns:a16="http://schemas.microsoft.com/office/drawing/2014/main" id="{19AFE98B-0231-E635-CFEC-37410252F4A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8630768" y="3679638"/>
              <a:ext cx="587872" cy="58787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60259781"/>
      </p:ext>
    </p:extLst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C2E8C1-C073-7BBD-B898-0558759027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A0F35-77FD-6652-2197-2269FB234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1" y="585216"/>
            <a:ext cx="11011601" cy="487680"/>
          </a:xfrm>
        </p:spPr>
        <p:txBody>
          <a:bodyPr/>
          <a:lstStyle/>
          <a:p>
            <a:r>
              <a:rPr lang="es-ES" sz="3200" b="0" i="0" strike="noStrike" cap="none" baseline="0">
                <a:solidFill>
                  <a:srgbClr val="000000"/>
                </a:solidFill>
                <a:effectLst/>
                <a:latin typeface="Segoe UI Semibold"/>
                <a:ea typeface="Segoe UI Semibold"/>
                <a:cs typeface="Segoe UI Semibold"/>
              </a:rPr>
              <a:t>Uso del servidor MCP de Azure Speech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0244CCF-26CB-618A-2C09-A26BCA901C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s-ES" sz="10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© Copyright Microsoft Corporation. Todos los derechos reservados.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30230902-45A2-7AC4-F789-0CBA3F211A70}"/>
              </a:ext>
            </a:extLst>
          </p:cNvPr>
          <p:cNvSpPr txBox="1"/>
          <p:nvPr/>
        </p:nvSpPr>
        <p:spPr>
          <a:xfrm>
            <a:off x="584199" y="1606551"/>
            <a:ext cx="4972051" cy="4896640"/>
          </a:xfrm>
          <a:prstGeom prst="rect">
            <a:avLst/>
          </a:prstGeom>
        </p:spPr>
        <p:txBody>
          <a:bodyPr/>
          <a:lstStyle>
            <a:lvl1pPr marL="137160" marR="0" indent="-13716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Arial" panose="020B0604020202020204" pitchFamily="34" charset="0"/>
              <a:buChar char="•"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Segoe UI" pitchFamily="34" charset="0"/>
              </a:defRPr>
            </a:lvl1pPr>
            <a:lvl2pPr marL="265176" marR="0" indent="-109728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Arial" panose="020B0604020202020204" pitchFamily="34" charset="0"/>
              <a:buChar char="•"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84048" marR="0" indent="-118872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Arial" panose="020B0604020202020204" pitchFamily="34" charset="0"/>
              <a:buChar char="•"/>
              <a:defRPr sz="12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Wingdings" panose="05000000000000000000" pitchFamily="2" charset="2"/>
              <a:buChar char=""/>
              <a:defRPr sz="1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Wingdings" panose="05000000000000000000" pitchFamily="2" charset="2"/>
              <a:buChar char=""/>
              <a:defRPr sz="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46278" marR="0" lvl="1" indent="-457200" algn="l" defTabSz="932742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ClrTx/>
              <a:buSzTx/>
              <a:buFont typeface="+mj-lt"/>
              <a:buAutoNum type="arabicPeriod"/>
              <a:defRPr/>
            </a:pPr>
            <a:r>
              <a:rPr lang="es-ES" sz="22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Crear un agente</a:t>
            </a:r>
          </a:p>
          <a:p>
            <a:pPr marL="446278" marR="0" lvl="1" indent="-457200" algn="l" defTabSz="932742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ClrTx/>
              <a:buSzTx/>
              <a:buFont typeface="+mj-lt"/>
              <a:buAutoNum type="arabicPeriod"/>
              <a:defRPr/>
            </a:pPr>
            <a:r>
              <a:rPr lang="es-ES" sz="22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 Semibold"/>
              </a:rPr>
              <a:t>Conectar la herramienta Servidor MCP de Azure Speech</a:t>
            </a:r>
            <a:endParaRPr lang="en-US" sz="2200" dirty="0">
              <a:solidFill>
                <a:srgbClr val="000000"/>
              </a:solidFill>
              <a:latin typeface="Segoe UI"/>
            </a:endParaRPr>
          </a:p>
          <a:p>
            <a:pPr marL="398462" lvl="2" indent="0">
              <a:spcBef>
                <a:spcPts val="600"/>
              </a:spcBef>
              <a:spcAft>
                <a:spcPts val="400"/>
              </a:spcAft>
              <a:buSzTx/>
              <a:buNone/>
            </a:pPr>
            <a:r>
              <a:rPr lang="es-ES" sz="18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Requiere una dirección URL SAS</a:t>
            </a:r>
            <a:br>
              <a:rPr lang="es-ES" sz="18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</a:br>
            <a:r>
              <a:rPr lang="es-ES" sz="18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de un contenedor de Azure Storage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  <a:p>
            <a:pPr marL="446278" marR="0" lvl="1" indent="-457200" algn="l" defTabSz="932742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ClrTx/>
              <a:buSzTx/>
              <a:buFont typeface="+mj-lt"/>
              <a:buAutoNum type="arabicPeriod"/>
              <a:defRPr/>
            </a:pPr>
            <a:r>
              <a:rPr lang="es-ES" sz="22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Especificar las instrucciones</a:t>
            </a:r>
            <a:br>
              <a:rPr lang="es-ES" sz="22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</a:br>
            <a:r>
              <a:rPr lang="es-ES" sz="22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del agente para seleccionar la herramienta cuando corresponda</a:t>
            </a:r>
          </a:p>
          <a:p>
            <a:pPr marL="446278" marR="0" lvl="1" indent="-457200" algn="l" defTabSz="932742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ClrTx/>
              <a:buSzTx/>
              <a:buFont typeface="+mj-lt"/>
              <a:buAutoNum type="arabicPeriod"/>
              <a:defRPr/>
            </a:pPr>
            <a:r>
              <a:rPr lang="es-ES" sz="22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Prueba en el entorno de pruebas del agente</a:t>
            </a:r>
          </a:p>
          <a:p>
            <a:pPr marL="446278" marR="0" lvl="1" indent="-457200" algn="l" defTabSz="932742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ClrTx/>
              <a:buSzTx/>
              <a:buFont typeface="+mj-lt"/>
              <a:buAutoNum type="arabicPeriod"/>
              <a:defRPr/>
            </a:pPr>
            <a:r>
              <a:rPr lang="es-ES" sz="22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Compilar una aplicación cliente que use el agente</a:t>
            </a:r>
          </a:p>
          <a:p>
            <a:pPr marL="446278" marR="0" lvl="1" indent="-457200" algn="l" defTabSz="932742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ClrTx/>
              <a:buSzTx/>
              <a:buFont typeface="+mj-lt"/>
              <a:buAutoNum type="arabicPeriod"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  <a:p>
            <a:pPr marL="446278" marR="0" lvl="1" indent="-457200" algn="l" defTabSz="932742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ClrTx/>
              <a:buSzTx/>
              <a:buFont typeface="+mj-lt"/>
              <a:buAutoNum type="arabicPeriod"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  <a:p>
            <a:pPr marL="446278" marR="0" lvl="1" indent="-457200" algn="l" defTabSz="932742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ClrTx/>
              <a:buSzTx/>
              <a:buFont typeface="+mj-lt"/>
              <a:buAutoNum type="arabicPeriod"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  <a:p>
            <a:pPr marL="565150" marR="0" lvl="2" indent="-457200" algn="l" defTabSz="932742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SzTx/>
              <a:buFont typeface="+mj-lt"/>
              <a:buAutoNum type="arabicPeriod"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C20578F-3377-7978-A678-7DAE0718C09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0336" t="12538" r="19985" b="12187"/>
          <a:stretch>
            <a:fillRect/>
          </a:stretch>
        </p:blipFill>
        <p:spPr>
          <a:xfrm>
            <a:off x="5813373" y="1664607"/>
            <a:ext cx="5590315" cy="3995963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21729594"/>
      </p:ext>
    </p:extLst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BE5295-1A35-101D-049E-3A93364F2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7394CA3-1A13-7988-9035-250CB36A00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036" r="11036"/>
          <a:stretch/>
        </p:blipFill>
        <p:spPr>
          <a:xfrm>
            <a:off x="7699682" y="2014938"/>
            <a:ext cx="4598998" cy="3344462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188CB477-9CCA-3205-D84D-341BBF0DA2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5652201" cy="487680"/>
          </a:xfrm>
        </p:spPr>
        <p:txBody>
          <a:bodyPr/>
          <a:lstStyle/>
          <a:p>
            <a:r>
              <a:rPr lang="es-ES" sz="3200" b="0" i="0" strike="noStrike" cap="none" baseline="0">
                <a:solidFill>
                  <a:srgbClr val="000000"/>
                </a:solidFill>
                <a:effectLst/>
                <a:latin typeface="Segoe UI Semibold"/>
                <a:ea typeface="Segoe UI Semibold"/>
                <a:cs typeface="Segoe UI Semibold"/>
              </a:rPr>
              <a:t>Ejercicio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8533215-7516-2751-A8F9-F0B34A421CE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199" y="1594155"/>
            <a:ext cx="5654573" cy="304800"/>
          </a:xfrm>
        </p:spPr>
        <p:txBody>
          <a:bodyPr/>
          <a:lstStyle/>
          <a:p>
            <a:r>
              <a:rPr lang="es-ES" sz="2000" b="0" i="0" strike="noStrike" cap="none" baseline="0">
                <a:solidFill>
                  <a:srgbClr val="000000"/>
                </a:solidFill>
                <a:effectLst/>
                <a:latin typeface="Segoe UI Semibold"/>
                <a:ea typeface="Segoe UI Semibold"/>
                <a:cs typeface="Segoe UI Semibold"/>
              </a:rPr>
              <a:t>Usar Azure Speech en un agente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64B9E51-5ED2-9E72-A7B5-539CC078CEA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89" y="2085764"/>
            <a:ext cx="5652201" cy="1267968"/>
          </a:xfrm>
        </p:spPr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s-ES" sz="16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En este ejercicio aprenderás a:</a:t>
            </a:r>
          </a:p>
          <a:p>
            <a:pPr defTabSz="914367">
              <a:spcBef>
                <a:spcPct val="0"/>
              </a:spcBef>
              <a:buSzTx/>
              <a:defRPr/>
            </a:pPr>
            <a:r>
              <a:rPr lang="es-ES" sz="16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Crear un agente en Microsoft Foundry</a:t>
            </a:r>
          </a:p>
          <a:p>
            <a:pPr defTabSz="914367">
              <a:spcBef>
                <a:spcPct val="0"/>
              </a:spcBef>
              <a:buSzTx/>
              <a:defRPr/>
            </a:pPr>
            <a:r>
              <a:rPr lang="es-ES" sz="16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Añadir y probar la herramienta MCP de Azure Speech</a:t>
            </a:r>
          </a:p>
          <a:p>
            <a:pPr defTabSz="914367">
              <a:spcBef>
                <a:spcPct val="0"/>
              </a:spcBef>
              <a:buSzTx/>
              <a:defRPr/>
            </a:pPr>
            <a:r>
              <a:rPr lang="es-ES" sz="16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Crear una aplicación cliente para el agente</a:t>
            </a:r>
          </a:p>
          <a:p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56C33C6-EC00-BA58-1465-562D316CB246}"/>
              </a:ext>
            </a:extLst>
          </p:cNvPr>
          <p:cNvSpPr txBox="1"/>
          <p:nvPr/>
        </p:nvSpPr>
        <p:spPr>
          <a:xfrm>
            <a:off x="487330" y="3561343"/>
            <a:ext cx="4607087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s-ES" sz="16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 Semibold"/>
                <a:cs typeface="Segoe UI"/>
              </a:rPr>
              <a:t>Inicia el ejercicio en:</a:t>
            </a:r>
          </a:p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s-ES" sz="16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  <a:hlinkClick r:id="rId4" history="0"/>
              </a:rPr>
              <a:t>https://go.microsoft.com/fwlink/?linkid=2356519</a:t>
            </a:r>
            <a:r>
              <a:rPr lang="es-ES" sz="16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 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76B08FD-B53B-526E-911E-CEECC42893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s-ES" sz="10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© Copyright Microsoft Corporation. Todos los derechos reservados.</a:t>
            </a:r>
          </a:p>
        </p:txBody>
      </p:sp>
      <p:sp>
        <p:nvSpPr>
          <p:cNvPr id="11" name="Flowchart: Off-page Connector 44">
            <a:extLst>
              <a:ext uri="{FF2B5EF4-FFF2-40B4-BE49-F238E27FC236}">
                <a16:creationId xmlns:a16="http://schemas.microsoft.com/office/drawing/2014/main" id="{1840DEE6-7BBE-A067-3DBB-2178403E2A3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 bwMode="auto">
          <a:xfrm rot="5400000">
            <a:off x="5960050" y="2240301"/>
            <a:ext cx="1865376" cy="3566160"/>
          </a:xfrm>
          <a:prstGeom prst="flowChartOffpageConnector">
            <a:avLst/>
          </a:prstGeom>
          <a:solidFill>
            <a:schemeClr val="accent3">
              <a:lumMod val="75000"/>
            </a:schemeClr>
          </a:solidFill>
          <a:ln>
            <a:noFill/>
            <a:headEnd type="none" w="med" len="med"/>
            <a:tailEnd type="none" w="med" len="med"/>
          </a:ln>
          <a:effectLst>
            <a:outerShdw blurRad="317500" algn="ctr" rotWithShape="0">
              <a:prstClr val="black">
                <a:alpha val="20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vert270" wrap="square" lIns="274320" tIns="585216" rIns="274320" bIns="1828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lang="es-ES" sz="1700" b="1" i="0" strike="noStrike" cap="none" baseline="0" dirty="0">
                <a:solidFill>
                  <a:srgbClr val="FFFFFF"/>
                </a:solidFill>
                <a:effectLst/>
                <a:latin typeface="Segoe UI Semibold"/>
                <a:ea typeface="Segoe UI Semibold"/>
                <a:cs typeface="Segoe UI Semibold"/>
              </a:rPr>
              <a:t>Instructores:</a:t>
            </a:r>
            <a:r>
              <a:rPr lang="es-ES" sz="1800" b="1" i="0" strike="noStrike" cap="none" baseline="0" dirty="0">
                <a:solidFill>
                  <a:srgbClr val="FFFFFF"/>
                </a:solidFill>
                <a:effectLst/>
                <a:latin typeface="Segoe UI Semibold"/>
                <a:ea typeface="Segoe UI Semibold"/>
                <a:cs typeface="Segoe UI Semibold"/>
              </a:rPr>
              <a:t> 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Semibold"/>
              <a:ea typeface="Segoe UI" pitchFamily="34" charset="0"/>
              <a:cs typeface="Segoe UI" pitchFamily="34" charset="0"/>
            </a:endParaRPr>
          </a:p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lang="es-ES" sz="1250" b="0" i="0" strike="noStrike" cap="none" baseline="0" dirty="0">
                <a:solidFill>
                  <a:srgbClr val="FFFFFF"/>
                </a:solidFill>
                <a:effectLst/>
                <a:latin typeface="Segoe UI"/>
                <a:ea typeface="Segoe UI"/>
                <a:cs typeface="Segoe UI"/>
              </a:rPr>
              <a:t>Personaliza esta diapositiva para incluir el vínculo</a:t>
            </a:r>
            <a:br>
              <a:rPr lang="es-ES" sz="1250" b="0" i="0" strike="noStrike" cap="none" baseline="0" dirty="0">
                <a:solidFill>
                  <a:srgbClr val="FFFFFF"/>
                </a:solidFill>
                <a:effectLst/>
                <a:latin typeface="Segoe UI"/>
                <a:ea typeface="Segoe UI"/>
                <a:cs typeface="Segoe UI"/>
              </a:rPr>
            </a:br>
            <a:r>
              <a:rPr lang="es-ES" sz="1250" b="0" i="0" strike="noStrike" cap="none" baseline="0" dirty="0">
                <a:solidFill>
                  <a:srgbClr val="FFFFFF"/>
                </a:solidFill>
                <a:effectLst/>
                <a:latin typeface="Segoe UI"/>
                <a:ea typeface="Segoe UI"/>
                <a:cs typeface="Segoe UI"/>
              </a:rPr>
              <a:t>al entorno de laboratorio hospedado y las instrucciones personalizadas.</a:t>
            </a:r>
          </a:p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lang="es-ES" sz="1250" b="0" i="0" strike="noStrike" cap="none" baseline="0" dirty="0">
                <a:solidFill>
                  <a:srgbClr val="FFFFFF"/>
                </a:solidFill>
                <a:effectLst/>
                <a:latin typeface="Segoe UI"/>
                <a:ea typeface="Segoe UI"/>
                <a:cs typeface="Segoe UI"/>
              </a:rPr>
              <a:t>(a continuación,</a:t>
            </a:r>
            <a:br>
              <a:rPr lang="es-ES" sz="1250" b="0" i="0" strike="noStrike" cap="none" baseline="0" dirty="0">
                <a:solidFill>
                  <a:srgbClr val="FFFFFF"/>
                </a:solidFill>
                <a:effectLst/>
                <a:latin typeface="Segoe UI"/>
                <a:ea typeface="Segoe UI"/>
                <a:cs typeface="Segoe UI"/>
              </a:rPr>
            </a:br>
            <a:r>
              <a:rPr lang="es-ES" sz="1250" b="0" i="0" strike="noStrike" cap="none" baseline="0" dirty="0">
                <a:solidFill>
                  <a:srgbClr val="FFFFFF"/>
                </a:solidFill>
                <a:effectLst/>
                <a:latin typeface="Segoe UI"/>
                <a:ea typeface="Segoe UI"/>
                <a:cs typeface="Segoe UI"/>
              </a:rPr>
              <a:t>quita esta flecha)</a:t>
            </a:r>
          </a:p>
        </p:txBody>
      </p:sp>
    </p:spTree>
    <p:extLst>
      <p:ext uri="{BB962C8B-B14F-4D97-AF65-F5344CB8AC3E}">
        <p14:creationId xmlns:p14="http://schemas.microsoft.com/office/powerpoint/2010/main" val="1964668447"/>
      </p:ext>
    </p:extLst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007E86-008F-B0D5-2BA0-1DB3CE4762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55250F-9600-BBFB-EBBA-5C23262BCE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487680"/>
          </a:xfrm>
        </p:spPr>
        <p:txBody>
          <a:bodyPr/>
          <a:lstStyle/>
          <a:p>
            <a:r>
              <a:rPr lang="es-ES" sz="3200" b="0" i="0" strike="noStrike" cap="none" baseline="0">
                <a:solidFill>
                  <a:srgbClr val="000000"/>
                </a:solidFill>
                <a:effectLst/>
                <a:latin typeface="Segoe UI Semibold"/>
                <a:ea typeface="Segoe UI Semibold"/>
                <a:cs typeface="Segoe UI Semibold"/>
              </a:rPr>
              <a:t>Prueba de conocimientos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9EE76C72-F0B0-7BBB-4917-4F70B5284A1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235075" y="1694254"/>
            <a:ext cx="8778782" cy="487680"/>
          </a:xfrm>
        </p:spPr>
        <p:txBody>
          <a:bodyPr/>
          <a:lstStyle/>
          <a:p>
            <a:r>
              <a:rPr lang="es-ES" sz="1600" b="0" i="0" strike="noStrike" cap="none" baseline="0">
                <a:solidFill>
                  <a:srgbClr val="000000"/>
                </a:solidFill>
                <a:effectLst/>
                <a:latin typeface="Segoe UI Semibold"/>
                <a:ea typeface="Segoe UI Semibold"/>
                <a:cs typeface="Segoe UI Semibold"/>
              </a:rPr>
              <a:t>¿Qué dos capacidades principales expone el servidor MCP de Azure Speech a los agentes?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E8FE713B-B9CB-FC0E-CC4F-A08BB6B2039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36663" y="2082732"/>
            <a:ext cx="8775700" cy="725424"/>
          </a:xfrm>
        </p:spPr>
        <p:txBody>
          <a:bodyPr/>
          <a:lstStyle/>
          <a:p>
            <a:r>
              <a:rPr lang="es-ES" sz="14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Traducción de idiomas y resumen de textos.</a:t>
            </a:r>
          </a:p>
          <a:p>
            <a:r>
              <a:rPr lang="es-ES" sz="14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Reconocimiento de voz a texto y síntesis de texto a voz.</a:t>
            </a:r>
          </a:p>
          <a:p>
            <a:r>
              <a:rPr lang="es-ES" sz="14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Reconocimiento de entidades con nombre y análisis de sentimiento.</a:t>
            </a:r>
          </a:p>
        </p:txBody>
      </p:sp>
      <p:sp>
        <p:nvSpPr>
          <p:cNvPr id="5" name="Graphic 26" descr="Checkmark">
            <a:extLst>
              <a:ext uri="{FF2B5EF4-FFF2-40B4-BE49-F238E27FC236}">
                <a16:creationId xmlns:a16="http://schemas.microsoft.com/office/drawing/2014/main" id="{2F46302A-5115-3F55-4712-020BD330087D}"/>
              </a:ext>
            </a:extLst>
          </p:cNvPr>
          <p:cNvSpPr/>
          <p:nvPr/>
        </p:nvSpPr>
        <p:spPr>
          <a:xfrm>
            <a:off x="1266510" y="2395038"/>
            <a:ext cx="135234" cy="94984"/>
          </a:xfrm>
          <a:custGeom>
            <a:avLst/>
            <a:gdLst>
              <a:gd name="connsiteX0" fmla="*/ 249301 w 273255"/>
              <a:gd name="connsiteY0" fmla="*/ 0 h 191929"/>
              <a:gd name="connsiteX1" fmla="*/ 97887 w 273255"/>
              <a:gd name="connsiteY1" fmla="*/ 143134 h 191929"/>
              <a:gd name="connsiteX2" fmla="*/ 25137 w 273255"/>
              <a:gd name="connsiteY2" fmla="*/ 68610 h 191929"/>
              <a:gd name="connsiteX3" fmla="*/ 0 w 273255"/>
              <a:gd name="connsiteY3" fmla="*/ 92564 h 191929"/>
              <a:gd name="connsiteX4" fmla="*/ 96704 w 273255"/>
              <a:gd name="connsiteY4" fmla="*/ 191930 h 191929"/>
              <a:gd name="connsiteX5" fmla="*/ 122137 w 273255"/>
              <a:gd name="connsiteY5" fmla="*/ 168271 h 191929"/>
              <a:gd name="connsiteX6" fmla="*/ 273256 w 273255"/>
              <a:gd name="connsiteY6" fmla="*/ 24841 h 191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73255" h="191929">
                <a:moveTo>
                  <a:pt x="249301" y="0"/>
                </a:moveTo>
                <a:lnTo>
                  <a:pt x="97887" y="143134"/>
                </a:lnTo>
                <a:lnTo>
                  <a:pt x="25137" y="68610"/>
                </a:lnTo>
                <a:lnTo>
                  <a:pt x="0" y="92564"/>
                </a:lnTo>
                <a:lnTo>
                  <a:pt x="96704" y="191930"/>
                </a:lnTo>
                <a:lnTo>
                  <a:pt x="122137" y="168271"/>
                </a:lnTo>
                <a:lnTo>
                  <a:pt x="273256" y="24841"/>
                </a:lnTo>
                <a:close/>
              </a:path>
            </a:pathLst>
          </a:custGeom>
          <a:solidFill>
            <a:srgbClr val="0070C0"/>
          </a:solidFill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accent1"/>
              </a:solidFill>
            </a:endParaRPr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AF72933D-98E2-DA74-576A-BD7B93224DE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235075" y="3064704"/>
            <a:ext cx="8778782" cy="243840"/>
          </a:xfrm>
        </p:spPr>
        <p:txBody>
          <a:bodyPr/>
          <a:lstStyle/>
          <a:p>
            <a:r>
              <a:rPr lang="es-ES" sz="1600" b="0" i="0" strike="noStrike" cap="none" baseline="0">
                <a:solidFill>
                  <a:srgbClr val="000000"/>
                </a:solidFill>
                <a:effectLst/>
                <a:latin typeface="Segoe UI Semibold"/>
                <a:ea typeface="Segoe UI Semibold"/>
                <a:cs typeface="Segoe UI Semibold"/>
              </a:rPr>
              <a:t>¿Por qué el servidor MCP de Azure Speech requiere una cuenta de Azure Storage?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383C4580-E41E-05E0-7C40-B59281F9891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235075" y="3444777"/>
            <a:ext cx="8775700" cy="1152144"/>
          </a:xfrm>
        </p:spPr>
        <p:txBody>
          <a:bodyPr/>
          <a:lstStyle/>
          <a:p>
            <a:r>
              <a:rPr lang="es-ES" sz="14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Para almacenar las instrucciones y los ajustes de configuración del agente.</a:t>
            </a:r>
          </a:p>
          <a:p>
            <a:r>
              <a:rPr lang="es-ES" sz="14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Para almacenar archivos de audio de entrada y archivos de audio de salida generados por las herramientas de voz.</a:t>
            </a:r>
          </a:p>
          <a:p>
            <a:r>
              <a:rPr lang="es-ES" sz="14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Para almacenar en caché las definiciones de herramientas del servidor MCP para una detección más rápida.</a:t>
            </a:r>
          </a:p>
        </p:txBody>
      </p:sp>
      <p:sp>
        <p:nvSpPr>
          <p:cNvPr id="42" name="Graphic 26" descr="Checkmark">
            <a:extLst>
              <a:ext uri="{FF2B5EF4-FFF2-40B4-BE49-F238E27FC236}">
                <a16:creationId xmlns:a16="http://schemas.microsoft.com/office/drawing/2014/main" id="{4AA85E5C-F620-B467-32CC-0B244870A30C}"/>
              </a:ext>
            </a:extLst>
          </p:cNvPr>
          <p:cNvSpPr/>
          <p:nvPr/>
        </p:nvSpPr>
        <p:spPr>
          <a:xfrm>
            <a:off x="1266510" y="3768964"/>
            <a:ext cx="135234" cy="94984"/>
          </a:xfrm>
          <a:custGeom>
            <a:avLst/>
            <a:gdLst>
              <a:gd name="connsiteX0" fmla="*/ 249301 w 273255"/>
              <a:gd name="connsiteY0" fmla="*/ 0 h 191929"/>
              <a:gd name="connsiteX1" fmla="*/ 97887 w 273255"/>
              <a:gd name="connsiteY1" fmla="*/ 143134 h 191929"/>
              <a:gd name="connsiteX2" fmla="*/ 25137 w 273255"/>
              <a:gd name="connsiteY2" fmla="*/ 68610 h 191929"/>
              <a:gd name="connsiteX3" fmla="*/ 0 w 273255"/>
              <a:gd name="connsiteY3" fmla="*/ 92564 h 191929"/>
              <a:gd name="connsiteX4" fmla="*/ 96704 w 273255"/>
              <a:gd name="connsiteY4" fmla="*/ 191930 h 191929"/>
              <a:gd name="connsiteX5" fmla="*/ 122137 w 273255"/>
              <a:gd name="connsiteY5" fmla="*/ 168271 h 191929"/>
              <a:gd name="connsiteX6" fmla="*/ 273256 w 273255"/>
              <a:gd name="connsiteY6" fmla="*/ 24841 h 191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73255" h="191929">
                <a:moveTo>
                  <a:pt x="249301" y="0"/>
                </a:moveTo>
                <a:lnTo>
                  <a:pt x="97887" y="143134"/>
                </a:lnTo>
                <a:lnTo>
                  <a:pt x="25137" y="68610"/>
                </a:lnTo>
                <a:lnTo>
                  <a:pt x="0" y="92564"/>
                </a:lnTo>
                <a:lnTo>
                  <a:pt x="96704" y="191930"/>
                </a:lnTo>
                <a:lnTo>
                  <a:pt x="122137" y="168271"/>
                </a:lnTo>
                <a:lnTo>
                  <a:pt x="273256" y="24841"/>
                </a:lnTo>
                <a:close/>
              </a:path>
            </a:pathLst>
          </a:custGeom>
          <a:solidFill>
            <a:srgbClr val="0070C0"/>
          </a:solidFill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accent1"/>
              </a:solidFill>
            </a:endParaRP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06FF6F0F-2EB6-31F8-428A-72E0C00D1BB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235075" y="4585680"/>
            <a:ext cx="8778782" cy="487680"/>
          </a:xfrm>
        </p:spPr>
        <p:txBody>
          <a:bodyPr/>
          <a:lstStyle/>
          <a:p>
            <a:r>
              <a:rPr lang="es-ES" sz="1600" b="0" i="0" strike="noStrike" cap="none" baseline="0" dirty="0">
                <a:solidFill>
                  <a:srgbClr val="000000"/>
                </a:solidFill>
                <a:effectLst/>
                <a:latin typeface="Segoe UI Semibold"/>
                <a:ea typeface="Segoe UI Semibold"/>
                <a:cs typeface="Segoe UI Semibold"/>
              </a:rPr>
              <a:t>¿Qué credenciales se necesitan al conectar el servidor MCP de Azure Speech a un agente</a:t>
            </a:r>
            <a:br>
              <a:rPr lang="es-ES" sz="1600" b="0" i="0" strike="noStrike" cap="none" baseline="0" dirty="0">
                <a:solidFill>
                  <a:srgbClr val="000000"/>
                </a:solidFill>
                <a:effectLst/>
                <a:latin typeface="Segoe UI Semibold"/>
                <a:ea typeface="Segoe UI Semibold"/>
                <a:cs typeface="Segoe UI Semibold"/>
              </a:rPr>
            </a:br>
            <a:r>
              <a:rPr lang="es-ES" sz="1600" b="0" i="0" strike="noStrike" cap="none" baseline="0" dirty="0">
                <a:solidFill>
                  <a:srgbClr val="000000"/>
                </a:solidFill>
                <a:effectLst/>
                <a:latin typeface="Segoe UI Semibold"/>
                <a:ea typeface="Segoe UI Semibold"/>
                <a:cs typeface="Segoe UI Semibold"/>
              </a:rPr>
              <a:t>de </a:t>
            </a:r>
            <a:r>
              <a:rPr lang="es-ES" sz="1600" b="0" i="0" strike="noStrike" cap="none" baseline="0" dirty="0" err="1">
                <a:solidFill>
                  <a:srgbClr val="000000"/>
                </a:solidFill>
                <a:effectLst/>
                <a:latin typeface="Segoe UI Semibold"/>
                <a:ea typeface="Segoe UI Semibold"/>
                <a:cs typeface="Segoe UI Semibold"/>
              </a:rPr>
              <a:t>Foundry</a:t>
            </a:r>
            <a:r>
              <a:rPr lang="es-ES" sz="1600" b="0" i="0" strike="noStrike" cap="none" baseline="0" dirty="0">
                <a:solidFill>
                  <a:srgbClr val="000000"/>
                </a:solidFill>
                <a:effectLst/>
                <a:latin typeface="Segoe UI Semibold"/>
                <a:ea typeface="Segoe UI Semibold"/>
                <a:cs typeface="Segoe UI Semibold"/>
              </a:rPr>
              <a:t>?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721FDFA6-615A-C352-ACE9-B1E9F47DFF1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235075" y="5134196"/>
            <a:ext cx="8775700" cy="938784"/>
          </a:xfrm>
        </p:spPr>
        <p:txBody>
          <a:bodyPr/>
          <a:lstStyle/>
          <a:p>
            <a:r>
              <a:rPr lang="es-ES" sz="14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Un token de OAuth 2.0 y una dirección URL del punto de conexión de la identidad administrada.</a:t>
            </a:r>
          </a:p>
          <a:p>
            <a:r>
              <a:rPr lang="es-ES" sz="14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Una clave de recurso de Foundry y una dirección URL SAS para un contenedor de blobs.</a:t>
            </a:r>
          </a:p>
          <a:p>
            <a:r>
              <a:rPr lang="es-ES" sz="14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Un certificado de cliente y el id. de la suscripción a Azure.</a:t>
            </a:r>
          </a:p>
        </p:txBody>
      </p:sp>
      <p:sp>
        <p:nvSpPr>
          <p:cNvPr id="43" name="Graphic 26" descr="Checkmark">
            <a:extLst>
              <a:ext uri="{FF2B5EF4-FFF2-40B4-BE49-F238E27FC236}">
                <a16:creationId xmlns:a16="http://schemas.microsoft.com/office/drawing/2014/main" id="{E14E377B-A61B-C7AD-A615-C5C84A2B7A58}"/>
              </a:ext>
            </a:extLst>
          </p:cNvPr>
          <p:cNvSpPr/>
          <p:nvPr/>
        </p:nvSpPr>
        <p:spPr>
          <a:xfrm>
            <a:off x="1266510" y="5442980"/>
            <a:ext cx="135234" cy="94984"/>
          </a:xfrm>
          <a:custGeom>
            <a:avLst/>
            <a:gdLst>
              <a:gd name="connsiteX0" fmla="*/ 249301 w 273255"/>
              <a:gd name="connsiteY0" fmla="*/ 0 h 191929"/>
              <a:gd name="connsiteX1" fmla="*/ 97887 w 273255"/>
              <a:gd name="connsiteY1" fmla="*/ 143134 h 191929"/>
              <a:gd name="connsiteX2" fmla="*/ 25137 w 273255"/>
              <a:gd name="connsiteY2" fmla="*/ 68610 h 191929"/>
              <a:gd name="connsiteX3" fmla="*/ 0 w 273255"/>
              <a:gd name="connsiteY3" fmla="*/ 92564 h 191929"/>
              <a:gd name="connsiteX4" fmla="*/ 96704 w 273255"/>
              <a:gd name="connsiteY4" fmla="*/ 191930 h 191929"/>
              <a:gd name="connsiteX5" fmla="*/ 122137 w 273255"/>
              <a:gd name="connsiteY5" fmla="*/ 168271 h 191929"/>
              <a:gd name="connsiteX6" fmla="*/ 273256 w 273255"/>
              <a:gd name="connsiteY6" fmla="*/ 24841 h 191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73255" h="191929">
                <a:moveTo>
                  <a:pt x="249301" y="0"/>
                </a:moveTo>
                <a:lnTo>
                  <a:pt x="97887" y="143134"/>
                </a:lnTo>
                <a:lnTo>
                  <a:pt x="25137" y="68610"/>
                </a:lnTo>
                <a:lnTo>
                  <a:pt x="0" y="92564"/>
                </a:lnTo>
                <a:lnTo>
                  <a:pt x="96704" y="191930"/>
                </a:lnTo>
                <a:lnTo>
                  <a:pt x="122137" y="168271"/>
                </a:lnTo>
                <a:lnTo>
                  <a:pt x="273256" y="24841"/>
                </a:lnTo>
                <a:close/>
              </a:path>
            </a:pathLst>
          </a:custGeom>
          <a:solidFill>
            <a:srgbClr val="0070C0"/>
          </a:solidFill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accent1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6E61423-D4B0-DF82-F08E-67E87F49D2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defTabSz="914367">
              <a:defRPr/>
            </a:pPr>
            <a:r>
              <a:rPr lang="es-ES" sz="10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© Copyright Microsoft Corporation. Todos los derechos reservados.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C7574B71-F6FC-5D24-52BD-214AAFADA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722582" y="1628068"/>
            <a:ext cx="399208" cy="39920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indent="0" algn="ctr" defTabSz="91440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s-ES" sz="1800" b="1" i="0" strike="noStrike" cap="none" baseline="0" dirty="0">
              <a:solidFill>
                <a:srgbClr val="000000"/>
              </a:solidFill>
              <a:effectLst/>
              <a:latin typeface="Segoe UI"/>
              <a:ea typeface="Segoe UI"/>
              <a:cs typeface="Segoe UI"/>
            </a:endParaRPr>
          </a:p>
          <a:p>
            <a:pPr marR="0" lvl="0" indent="0" algn="ctr" defTabSz="91440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s-ES" sz="1800" b="1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1</a:t>
            </a:r>
            <a:r>
              <a:rPr lang="es-ES" sz="18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
          </a:t>
            </a:r>
            <a:endParaRPr kumimoji="0" lang="en-IN" sz="1800" b="1" i="0" u="none" strike="noStrike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DFE319B-C07A-B82A-DF6A-68C5C9788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722582" y="2987707"/>
            <a:ext cx="399208" cy="39920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indent="0" algn="ctr" defTabSz="91440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s-ES" sz="1800" b="1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 Semibold"/>
              </a:rPr>
              <a:t>2</a:t>
            </a:r>
            <a:endParaRPr kumimoji="0" lang="en-IN" sz="1800" b="1" i="0" u="none" strike="noStrike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64D9D03-869C-43DD-C0DB-FF4CB18B4E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722582" y="4608899"/>
            <a:ext cx="399208" cy="39920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indent="0" algn="ctr" defTabSz="91440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s-ES" sz="1800" b="1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3</a:t>
            </a:r>
            <a:endParaRPr kumimoji="0" lang="en-IN" sz="1800" b="1" i="0" u="none" strike="noStrike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68989199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42" grpId="0" animBg="1"/>
      <p:bldP spid="43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0359BA-603E-33C4-39E2-95387B74E2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4E38A5F-3CE9-85BD-7BE8-63140BF1F0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9911" y="2171363"/>
            <a:ext cx="7086375" cy="1828800"/>
          </a:xfrm>
        </p:spPr>
        <p:txBody>
          <a:bodyPr/>
          <a:lstStyle/>
          <a:p>
            <a:r>
              <a:rPr lang="es-ES" sz="40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Desarrollo de un agente</a:t>
            </a:r>
            <a:r>
              <a:rPr lang="es-ES" dirty="0">
                <a:solidFill>
                  <a:srgbClr val="000000"/>
                </a:solidFill>
                <a:latin typeface="Segoe UI"/>
                <a:ea typeface="Segoe UI"/>
                <a:cs typeface="Segoe UI"/>
              </a:rPr>
              <a:t> </a:t>
            </a:r>
            <a:r>
              <a:rPr lang="es-ES" sz="40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de Azure Speech Voice Live en Microsoft </a:t>
            </a:r>
            <a:r>
              <a:rPr lang="es-ES" sz="4000" b="0" i="0" strike="noStrike" cap="none" baseline="0" dirty="0" err="1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Foundry</a:t>
            </a:r>
            <a:endParaRPr lang="es-ES" sz="4000" b="0" i="0" strike="noStrike" cap="none" baseline="0" dirty="0">
              <a:solidFill>
                <a:srgbClr val="000000"/>
              </a:solidFill>
              <a:effectLst/>
              <a:latin typeface="Segoe UI"/>
              <a:ea typeface="Segoe UI"/>
              <a:cs typeface="Segoe UI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86548D1-115F-C612-DECA-0ACBBFDFCF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s-ES" sz="10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© Copyright Microsoft Corporation. Todos los derechos reservados.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48A030-6EB7-971F-1104-50599C6AA77B}"/>
              </a:ext>
            </a:extLst>
          </p:cNvPr>
          <p:cNvSpPr txBox="1"/>
          <p:nvPr/>
        </p:nvSpPr>
        <p:spPr>
          <a:xfrm>
            <a:off x="478471" y="4000163"/>
            <a:ext cx="5879298" cy="3611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s-ES" sz="1765" b="0" i="0" strike="noStrike" cap="none" baseline="0">
                <a:solidFill>
                  <a:srgbClr val="BF3AC4"/>
                </a:solidFill>
                <a:effectLst/>
                <a:latin typeface="Segoe UI"/>
                <a:ea typeface="Segoe UI"/>
                <a:cs typeface="Segoe UI"/>
              </a:rPr>
              <a:t>https://aka.ms/mslearn-voice-live-agent</a:t>
            </a:r>
          </a:p>
        </p:txBody>
      </p:sp>
    </p:spTree>
    <p:extLst>
      <p:ext uri="{BB962C8B-B14F-4D97-AF65-F5344CB8AC3E}">
        <p14:creationId xmlns:p14="http://schemas.microsoft.com/office/powerpoint/2010/main" val="27838286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Title 79">
            <a:extLst>
              <a:ext uri="{FF2B5EF4-FFF2-40B4-BE49-F238E27FC236}">
                <a16:creationId xmlns:a16="http://schemas.microsoft.com/office/drawing/2014/main" id="{833C43F5-8E52-0501-9C28-58D486011F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487680"/>
          </a:xfrm>
        </p:spPr>
        <p:txBody>
          <a:bodyPr/>
          <a:lstStyle/>
          <a:p>
            <a:r>
              <a:rPr lang="es-ES" sz="3200" b="0" i="0" strike="noStrike" cap="none" baseline="0">
                <a:solidFill>
                  <a:srgbClr val="000000"/>
                </a:solidFill>
                <a:effectLst/>
                <a:latin typeface="Segoe UI Semibold"/>
                <a:ea typeface="Segoe UI Semibold"/>
                <a:cs typeface="Segoe UI Semibold"/>
              </a:rPr>
              <a:t>Azure Speech Voice Live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6D31B6B-B998-744D-5E59-D6448D8B9F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defTabSz="914367">
              <a:defRPr/>
            </a:pPr>
            <a:r>
              <a:rPr lang="es-ES" sz="10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© Copyright Microsoft Corporation. Todos los derechos reservados.</a:t>
            </a:r>
          </a:p>
        </p:txBody>
      </p:sp>
      <p:pic>
        <p:nvPicPr>
          <p:cNvPr id="7" name="Graphic 6" descr="Chat with solid fill">
            <a:extLst>
              <a:ext uri="{FF2B5EF4-FFF2-40B4-BE49-F238E27FC236}">
                <a16:creationId xmlns:a16="http://schemas.microsoft.com/office/drawing/2014/main" id="{FC35F07F-8A39-6E9F-3DF9-7EE49181266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14558" y="2659758"/>
            <a:ext cx="1201057" cy="1201057"/>
          </a:xfrm>
          <a:prstGeom prst="rect">
            <a:avLst/>
          </a:prstGeom>
        </p:spPr>
      </p:pic>
      <p:grpSp>
        <p:nvGrpSpPr>
          <p:cNvPr id="25" name="Group 24">
            <a:extLst>
              <a:ext uri="{FF2B5EF4-FFF2-40B4-BE49-F238E27FC236}">
                <a16:creationId xmlns:a16="http://schemas.microsoft.com/office/drawing/2014/main" id="{11E95D2A-1974-D861-DF95-018B22E960B3}"/>
              </a:ext>
            </a:extLst>
          </p:cNvPr>
          <p:cNvGrpSpPr/>
          <p:nvPr/>
        </p:nvGrpSpPr>
        <p:grpSpPr>
          <a:xfrm>
            <a:off x="8844691" y="4157592"/>
            <a:ext cx="1432978" cy="1432977"/>
            <a:chOff x="10521113" y="3976905"/>
            <a:chExt cx="2099670" cy="2099670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6D172176-DB4E-55F8-1B35-F0ADFEB39963}"/>
                </a:ext>
              </a:extLst>
            </p:cNvPr>
            <p:cNvGrpSpPr/>
            <p:nvPr/>
          </p:nvGrpSpPr>
          <p:grpSpPr>
            <a:xfrm>
              <a:off x="10521113" y="3976905"/>
              <a:ext cx="2099670" cy="2099670"/>
              <a:chOff x="1491914" y="3563162"/>
              <a:chExt cx="1686910" cy="1686910"/>
            </a:xfrm>
          </p:grpSpPr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663F5558-4DF0-EAC5-D204-49427715EE80}"/>
                  </a:ext>
                </a:extLst>
              </p:cNvPr>
              <p:cNvSpPr/>
              <p:nvPr/>
            </p:nvSpPr>
            <p:spPr>
              <a:xfrm>
                <a:off x="2130417" y="3899339"/>
                <a:ext cx="438843" cy="628662"/>
              </a:xfrm>
              <a:prstGeom prst="rect">
                <a:avLst/>
              </a:prstGeom>
              <a:solidFill>
                <a:srgbClr val="FFCCCC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6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9BBBC920-D458-C498-5BD1-1A5AC232585A}"/>
                  </a:ext>
                </a:extLst>
              </p:cNvPr>
              <p:cNvSpPr/>
              <p:nvPr/>
            </p:nvSpPr>
            <p:spPr>
              <a:xfrm>
                <a:off x="2102069" y="4580468"/>
                <a:ext cx="409903" cy="506539"/>
              </a:xfrm>
              <a:prstGeom prst="rect">
                <a:avLst/>
              </a:prstGeom>
              <a:solidFill>
                <a:sysClr val="window" lastClr="FFFFFF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6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pic>
            <p:nvPicPr>
              <p:cNvPr id="42" name="Graphic 41" descr="Office worker female with solid fill">
                <a:extLst>
                  <a:ext uri="{FF2B5EF4-FFF2-40B4-BE49-F238E27FC236}">
                    <a16:creationId xmlns:a16="http://schemas.microsoft.com/office/drawing/2014/main" id="{E6693BFA-436C-86B5-7A39-A120136E73A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1491914" y="3563162"/>
                <a:ext cx="1686910" cy="1686910"/>
              </a:xfrm>
              <a:prstGeom prst="rect">
                <a:avLst/>
              </a:prstGeom>
            </p:spPr>
          </p:pic>
          <p:pic>
            <p:nvPicPr>
              <p:cNvPr id="43" name="Graphic 42" descr="Office worker female with solid fill">
                <a:extLst>
                  <a:ext uri="{FF2B5EF4-FFF2-40B4-BE49-F238E27FC236}">
                    <a16:creationId xmlns:a16="http://schemas.microsoft.com/office/drawing/2014/main" id="{CF6CA9BA-3E80-AFC0-9AD9-71E9ADB3168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rcRect b="47789"/>
              <a:stretch>
                <a:fillRect/>
              </a:stretch>
            </p:blipFill>
            <p:spPr>
              <a:xfrm>
                <a:off x="1491914" y="3563162"/>
                <a:ext cx="1686910" cy="880758"/>
              </a:xfrm>
              <a:prstGeom prst="rect">
                <a:avLst/>
              </a:prstGeom>
            </p:spPr>
          </p:pic>
        </p:grpSp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CF39AC5E-478E-6C6D-7864-320402B25D03}"/>
                </a:ext>
              </a:extLst>
            </p:cNvPr>
            <p:cNvSpPr/>
            <p:nvPr/>
          </p:nvSpPr>
          <p:spPr>
            <a:xfrm>
              <a:off x="11086623" y="5347785"/>
              <a:ext cx="1010689" cy="690063"/>
            </a:xfrm>
            <a:prstGeom prst="roundRect">
              <a:avLst>
                <a:gd name="adj" fmla="val 7594"/>
              </a:avLst>
            </a:prstGeom>
            <a:solidFill>
              <a:sysClr val="window" lastClr="FFFFFF">
                <a:lumMod val="95000"/>
              </a:sysClr>
            </a:solidFill>
            <a:ln w="19050" cap="flat" cmpd="sng" algn="ctr">
              <a:solidFill>
                <a:srgbClr val="156082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6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24570E88-F909-ADB1-0B14-48DFDA800EB5}"/>
                </a:ext>
              </a:extLst>
            </p:cNvPr>
            <p:cNvGrpSpPr/>
            <p:nvPr/>
          </p:nvGrpSpPr>
          <p:grpSpPr>
            <a:xfrm>
              <a:off x="11510972" y="5603112"/>
              <a:ext cx="197934" cy="197934"/>
              <a:chOff x="8716215" y="1027821"/>
              <a:chExt cx="232631" cy="232631"/>
            </a:xfrm>
          </p:grpSpPr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A4BF2BB4-0234-FDDA-01BD-AFD8B3182405}"/>
                  </a:ext>
                </a:extLst>
              </p:cNvPr>
              <p:cNvSpPr/>
              <p:nvPr/>
            </p:nvSpPr>
            <p:spPr>
              <a:xfrm>
                <a:off x="8716215" y="1027821"/>
                <a:ext cx="109492" cy="109492"/>
              </a:xfrm>
              <a:prstGeom prst="rect">
                <a:avLst/>
              </a:prstGeom>
              <a:solidFill>
                <a:srgbClr val="E8E8E8">
                  <a:lumMod val="75000"/>
                </a:srgbClr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6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E056B849-A8CE-AC8E-C9C6-545EAD9B9389}"/>
                  </a:ext>
                </a:extLst>
              </p:cNvPr>
              <p:cNvSpPr/>
              <p:nvPr/>
            </p:nvSpPr>
            <p:spPr>
              <a:xfrm>
                <a:off x="8839354" y="1027821"/>
                <a:ext cx="109492" cy="109492"/>
              </a:xfrm>
              <a:prstGeom prst="rect">
                <a:avLst/>
              </a:prstGeom>
              <a:solidFill>
                <a:srgbClr val="E8E8E8">
                  <a:lumMod val="75000"/>
                </a:srgbClr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6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4C155FF4-C774-FAA5-665C-730B89BAD8A0}"/>
                  </a:ext>
                </a:extLst>
              </p:cNvPr>
              <p:cNvSpPr/>
              <p:nvPr/>
            </p:nvSpPr>
            <p:spPr>
              <a:xfrm>
                <a:off x="8716215" y="1150960"/>
                <a:ext cx="109492" cy="109492"/>
              </a:xfrm>
              <a:prstGeom prst="rect">
                <a:avLst/>
              </a:prstGeom>
              <a:solidFill>
                <a:srgbClr val="E8E8E8">
                  <a:lumMod val="75000"/>
                </a:srgbClr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6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94004956-9C59-CF3E-FA99-BA7D6D8C5341}"/>
                  </a:ext>
                </a:extLst>
              </p:cNvPr>
              <p:cNvSpPr/>
              <p:nvPr/>
            </p:nvSpPr>
            <p:spPr>
              <a:xfrm>
                <a:off x="8839354" y="1150960"/>
                <a:ext cx="109492" cy="109492"/>
              </a:xfrm>
              <a:prstGeom prst="rect">
                <a:avLst/>
              </a:prstGeom>
              <a:solidFill>
                <a:srgbClr val="E8E8E8">
                  <a:lumMod val="75000"/>
                </a:srgbClr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6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62" name="TextBox 61">
            <a:extLst>
              <a:ext uri="{FF2B5EF4-FFF2-40B4-BE49-F238E27FC236}">
                <a16:creationId xmlns:a16="http://schemas.microsoft.com/office/drawing/2014/main" id="{67F07FC5-1469-31ED-2E38-B90DFFE61ED0}"/>
              </a:ext>
            </a:extLst>
          </p:cNvPr>
          <p:cNvSpPr txBox="1"/>
          <p:nvPr/>
        </p:nvSpPr>
        <p:spPr>
          <a:xfrm>
            <a:off x="8838023" y="3569299"/>
            <a:ext cx="1834749" cy="21549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s-ES" sz="1400" b="0" i="0" strike="noStrike" cap="none" baseline="0">
                <a:solidFill>
                  <a:srgbClr val="000000"/>
                </a:solidFill>
                <a:effectLst/>
                <a:latin typeface="Segoe UI Semibold"/>
                <a:ea typeface="Segoe UI Semibold"/>
                <a:cs typeface="Segoe UI Semibold"/>
              </a:rPr>
              <a:t>Sesión de Voice Live</a:t>
            </a:r>
          </a:p>
        </p:txBody>
      </p:sp>
      <p:grpSp>
        <p:nvGrpSpPr>
          <p:cNvPr id="88" name="Group 87">
            <a:extLst>
              <a:ext uri="{FF2B5EF4-FFF2-40B4-BE49-F238E27FC236}">
                <a16:creationId xmlns:a16="http://schemas.microsoft.com/office/drawing/2014/main" id="{2622CB50-69B9-A6AF-5C42-A75D7D5E0576}"/>
              </a:ext>
            </a:extLst>
          </p:cNvPr>
          <p:cNvGrpSpPr/>
          <p:nvPr/>
        </p:nvGrpSpPr>
        <p:grpSpPr>
          <a:xfrm>
            <a:off x="7628837" y="1623101"/>
            <a:ext cx="1493554" cy="1044704"/>
            <a:chOff x="7711838" y="2272203"/>
            <a:chExt cx="1493554" cy="1044704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34EF975A-1789-0F1D-298F-DEEF1964599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038334" y="2272203"/>
              <a:ext cx="652562" cy="652562"/>
            </a:xfrm>
            <a:prstGeom prst="rect">
              <a:avLst/>
            </a:prstGeom>
          </p:spPr>
        </p:pic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15DF784C-DF5F-24C8-11EA-B5547BC48411}"/>
                </a:ext>
              </a:extLst>
            </p:cNvPr>
            <p:cNvSpPr txBox="1"/>
            <p:nvPr/>
          </p:nvSpPr>
          <p:spPr>
            <a:xfrm>
              <a:off x="7711837" y="2886020"/>
              <a:ext cx="1493554" cy="64008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s-ES" sz="1400" b="0" i="0" strike="noStrike" cap="none" baseline="0">
                  <a:solidFill>
                    <a:srgbClr val="000000"/>
                  </a:solidFill>
                  <a:effectLst/>
                  <a:latin typeface="Segoe UI Semibold"/>
                  <a:ea typeface="Segoe UI Semibold"/>
                  <a:cs typeface="Segoe UI Semibold"/>
                </a:rPr>
                <a:t>Azure Speech en Foundry Tools</a:t>
              </a:r>
            </a:p>
          </p:txBody>
        </p: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A56E81C7-76EF-AD62-9D3C-AF63D847E39C}"/>
              </a:ext>
            </a:extLst>
          </p:cNvPr>
          <p:cNvGrpSpPr/>
          <p:nvPr/>
        </p:nvGrpSpPr>
        <p:grpSpPr>
          <a:xfrm>
            <a:off x="9858530" y="1524716"/>
            <a:ext cx="1328056" cy="1108271"/>
            <a:chOff x="9582759" y="1997178"/>
            <a:chExt cx="1328056" cy="1108271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C4BC7670-D865-3857-15F1-3D559097C38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9821368" y="1997178"/>
              <a:ext cx="794161" cy="794161"/>
            </a:xfrm>
            <a:prstGeom prst="rect">
              <a:avLst/>
            </a:prstGeom>
          </p:spPr>
        </p:pic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E925FC39-6865-648E-0B77-B5142B7B6EEE}"/>
                </a:ext>
              </a:extLst>
            </p:cNvPr>
            <p:cNvGrpSpPr/>
            <p:nvPr/>
          </p:nvGrpSpPr>
          <p:grpSpPr>
            <a:xfrm>
              <a:off x="10218449" y="2394259"/>
              <a:ext cx="583144" cy="583144"/>
              <a:chOff x="3625999" y="3780035"/>
              <a:chExt cx="914400" cy="914400"/>
            </a:xfrm>
          </p:grpSpPr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1C250E7E-9E04-FFFA-34EA-0B9EC63A4D8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988857" y="4073024"/>
                <a:ext cx="459772" cy="459772"/>
              </a:xfrm>
              <a:prstGeom prst="rect">
                <a:avLst/>
              </a:prstGeom>
              <a:scene3d>
                <a:camera prst="isometricOffAxis1Right"/>
                <a:lightRig rig="threePt" dir="t"/>
              </a:scene3d>
            </p:spPr>
          </p:pic>
          <p:pic>
            <p:nvPicPr>
              <p:cNvPr id="12" name="Graphic 11" descr="Cube with solid fill">
                <a:extLst>
                  <a:ext uri="{FF2B5EF4-FFF2-40B4-BE49-F238E27FC236}">
                    <a16:creationId xmlns:a16="http://schemas.microsoft.com/office/drawing/2014/main" id="{7DE65B9C-2692-138C-3A71-40671A6F5C1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3625999" y="3780035"/>
                <a:ext cx="914400" cy="914400"/>
              </a:xfrm>
              <a:prstGeom prst="rect">
                <a:avLst/>
              </a:prstGeom>
            </p:spPr>
          </p:pic>
        </p:grp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4919ED24-31DF-EBA9-3B95-20E965025E10}"/>
                </a:ext>
              </a:extLst>
            </p:cNvPr>
            <p:cNvSpPr txBox="1"/>
            <p:nvPr/>
          </p:nvSpPr>
          <p:spPr>
            <a:xfrm>
              <a:off x="9582759" y="2890005"/>
              <a:ext cx="1911223" cy="21549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/>
              <a:r>
                <a:rPr lang="es-ES" sz="1400" b="0" i="0" strike="noStrike" cap="none" baseline="0" dirty="0">
                  <a:solidFill>
                    <a:srgbClr val="000000"/>
                  </a:solidFill>
                  <a:effectLst/>
                  <a:latin typeface="Segoe UI Semibold"/>
                  <a:ea typeface="Segoe UI Semibold"/>
                  <a:cs typeface="Segoe UI Semibold"/>
                </a:rPr>
                <a:t>Modelos de fundición</a:t>
              </a:r>
            </a:p>
          </p:txBody>
        </p:sp>
      </p:grp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D6D498A1-4B21-0672-2B51-4B2E46B29CB1}"/>
              </a:ext>
            </a:extLst>
          </p:cNvPr>
          <p:cNvCxnSpPr>
            <a:stCxn id="43" idx="0"/>
            <a:endCxn id="62" idx="2"/>
          </p:cNvCxnSpPr>
          <p:nvPr/>
        </p:nvCxnSpPr>
        <p:spPr>
          <a:xfrm flipV="1">
            <a:off x="9561181" y="3784793"/>
            <a:ext cx="194218" cy="372799"/>
          </a:xfrm>
          <a:prstGeom prst="straightConnector1">
            <a:avLst/>
          </a:prstGeom>
          <a:ln w="38100">
            <a:solidFill>
              <a:srgbClr val="00B0F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30E6FC85-3CA7-097A-6488-49393223D9B7}"/>
              </a:ext>
            </a:extLst>
          </p:cNvPr>
          <p:cNvCxnSpPr>
            <a:stCxn id="7" idx="1"/>
            <a:endCxn id="63" idx="2"/>
          </p:cNvCxnSpPr>
          <p:nvPr/>
        </p:nvCxnSpPr>
        <p:spPr>
          <a:xfrm rot="10800000">
            <a:off x="8375613" y="2876998"/>
            <a:ext cx="438945" cy="383289"/>
          </a:xfrm>
          <a:prstGeom prst="bentConnector2">
            <a:avLst/>
          </a:prstGeom>
          <a:ln w="38100">
            <a:solidFill>
              <a:srgbClr val="00B0F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E4A04981-577A-11CD-D998-0AE75497F5D6}"/>
              </a:ext>
            </a:extLst>
          </p:cNvPr>
          <p:cNvCxnSpPr>
            <a:stCxn id="7" idx="3"/>
            <a:endCxn id="64" idx="2"/>
          </p:cNvCxnSpPr>
          <p:nvPr/>
        </p:nvCxnSpPr>
        <p:spPr>
          <a:xfrm flipV="1">
            <a:off x="10015615" y="2633037"/>
            <a:ext cx="798526" cy="627250"/>
          </a:xfrm>
          <a:prstGeom prst="bentConnector2">
            <a:avLst/>
          </a:prstGeom>
          <a:ln w="38100">
            <a:solidFill>
              <a:srgbClr val="00B0F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Box 81">
            <a:extLst>
              <a:ext uri="{FF2B5EF4-FFF2-40B4-BE49-F238E27FC236}">
                <a16:creationId xmlns:a16="http://schemas.microsoft.com/office/drawing/2014/main" id="{272BC2E9-5B35-AD34-BED0-8BB0B8520B92}"/>
              </a:ext>
            </a:extLst>
          </p:cNvPr>
          <p:cNvSpPr txBox="1"/>
          <p:nvPr/>
        </p:nvSpPr>
        <p:spPr>
          <a:xfrm>
            <a:off x="549210" y="1561973"/>
            <a:ext cx="7048866" cy="4539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s-ES" sz="2000" b="0" i="0" strike="noStrike" cap="none" baseline="0" dirty="0">
                <a:solidFill>
                  <a:srgbClr val="161616"/>
                </a:solidFill>
                <a:effectLst/>
                <a:latin typeface="Segoe UI"/>
                <a:ea typeface="Segoe UI"/>
                <a:cs typeface="Segoe UI"/>
              </a:rPr>
              <a:t>Marco de conversación basado en eventos en tiempo real</a:t>
            </a:r>
          </a:p>
          <a:p>
            <a:pPr marL="285750" indent="-285750" algn="l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s-ES" sz="2000" b="0" i="0" strike="noStrike" cap="none" baseline="0" dirty="0">
                <a:solidFill>
                  <a:srgbClr val="161616"/>
                </a:solidFill>
                <a:effectLst/>
                <a:latin typeface="Segoe UI"/>
                <a:ea typeface="Segoe UI"/>
                <a:cs typeface="Segoe UI"/>
              </a:rPr>
              <a:t>Conecta modelos a conversaciones de voz en una </a:t>
            </a:r>
            <a:r>
              <a:rPr lang="es-ES" sz="2000" b="0" i="1" strike="noStrike" cap="none" baseline="0" dirty="0">
                <a:solidFill>
                  <a:srgbClr val="161616"/>
                </a:solidFill>
                <a:effectLst/>
                <a:latin typeface="Segoe UI"/>
                <a:ea typeface="Segoe UI"/>
                <a:cs typeface="Segoe UI"/>
              </a:rPr>
              <a:t>sesión de Voice Live</a:t>
            </a:r>
          </a:p>
          <a:p>
            <a:pPr marL="285750" indent="-285750" algn="l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s-ES" sz="2000" b="0" i="0" strike="noStrike" cap="none" baseline="0" dirty="0">
                <a:solidFill>
                  <a:srgbClr val="161616"/>
                </a:solidFill>
                <a:effectLst/>
                <a:latin typeface="Segoe UI"/>
                <a:ea typeface="Segoe UI"/>
                <a:cs typeface="Segoe UI"/>
              </a:rPr>
              <a:t>Las opciones de autenticación son las siguientes:</a:t>
            </a:r>
          </a:p>
          <a:p>
            <a:pPr marL="742933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s-ES" sz="1800" b="0" i="0" strike="noStrike" cap="none" baseline="0" dirty="0">
                <a:solidFill>
                  <a:srgbClr val="161616"/>
                </a:solidFill>
                <a:effectLst/>
                <a:latin typeface="Segoe UI"/>
                <a:ea typeface="Segoe UI"/>
                <a:cs typeface="Segoe UI"/>
              </a:rPr>
              <a:t>Microsoft Entra ID (sin clave)</a:t>
            </a:r>
          </a:p>
          <a:p>
            <a:pPr marL="742933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s-ES" sz="1800" b="0" i="0" strike="noStrike" cap="none" baseline="0" dirty="0">
                <a:solidFill>
                  <a:srgbClr val="161616"/>
                </a:solidFill>
                <a:effectLst/>
                <a:latin typeface="Segoe UI"/>
                <a:ea typeface="Segoe UI"/>
                <a:cs typeface="Segoe UI"/>
              </a:rPr>
              <a:t>Clave de API</a:t>
            </a:r>
          </a:p>
          <a:p>
            <a:pPr marL="285750" indent="-285750" algn="l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s-ES" sz="2000" b="0" i="0" strike="noStrike" cap="none" baseline="0" dirty="0">
                <a:solidFill>
                  <a:srgbClr val="161616"/>
                </a:solidFill>
                <a:effectLst/>
                <a:latin typeface="Segoe UI"/>
                <a:ea typeface="Segoe UI"/>
                <a:cs typeface="Segoe UI"/>
              </a:rPr>
              <a:t>Las características avanzadas incluyen las siguientes:</a:t>
            </a:r>
          </a:p>
          <a:p>
            <a:pPr marL="742933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s-ES" sz="1800" b="0" i="0" strike="noStrike" cap="none" baseline="0" dirty="0">
                <a:solidFill>
                  <a:srgbClr val="161616"/>
                </a:solidFill>
                <a:effectLst/>
                <a:latin typeface="Segoe UI"/>
                <a:ea typeface="Segoe UI"/>
                <a:cs typeface="Segoe UI"/>
              </a:rPr>
              <a:t>Procesamiento de audio en tiempo real compatible con varios formatos como PCM16 y G.711</a:t>
            </a:r>
          </a:p>
          <a:p>
            <a:pPr marL="742933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s-ES" sz="1800" b="0" i="0" strike="noStrike" cap="none" baseline="0" dirty="0">
                <a:solidFill>
                  <a:srgbClr val="161616"/>
                </a:solidFill>
                <a:effectLst/>
                <a:latin typeface="Segoe UI"/>
                <a:ea typeface="Segoe UI"/>
                <a:cs typeface="Segoe UI"/>
              </a:rPr>
              <a:t>Opciones de voz, incluidas las voces de </a:t>
            </a:r>
            <a:r>
              <a:rPr lang="es-ES" sz="1800" b="0" i="0" strike="noStrike" cap="none" baseline="0" dirty="0" err="1">
                <a:solidFill>
                  <a:srgbClr val="161616"/>
                </a:solidFill>
                <a:effectLst/>
                <a:latin typeface="Segoe UI"/>
                <a:ea typeface="Segoe UI"/>
                <a:cs typeface="Segoe UI"/>
              </a:rPr>
              <a:t>OpenAI</a:t>
            </a:r>
            <a:r>
              <a:rPr lang="es-ES" sz="1800" b="0" i="0" strike="noStrike" cap="none" baseline="0" dirty="0">
                <a:solidFill>
                  <a:srgbClr val="161616"/>
                </a:solidFill>
                <a:effectLst/>
                <a:latin typeface="Segoe UI"/>
                <a:ea typeface="Segoe UI"/>
                <a:cs typeface="Segoe UI"/>
              </a:rPr>
              <a:t> y las voces personalizadas de Azure</a:t>
            </a:r>
          </a:p>
          <a:p>
            <a:pPr marL="742933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s-ES" sz="1800" b="0" i="0" strike="noStrike" cap="none" baseline="0" dirty="0">
                <a:solidFill>
                  <a:srgbClr val="161616"/>
                </a:solidFill>
                <a:effectLst/>
                <a:latin typeface="Segoe UI"/>
                <a:ea typeface="Segoe UI"/>
                <a:cs typeface="Segoe UI"/>
              </a:rPr>
              <a:t>Integración de avatares con </a:t>
            </a:r>
            <a:r>
              <a:rPr lang="es-ES" sz="1800" b="0" i="0" strike="noStrike" cap="none" baseline="0" dirty="0" err="1">
                <a:solidFill>
                  <a:srgbClr val="161616"/>
                </a:solidFill>
                <a:effectLst/>
                <a:latin typeface="Segoe UI"/>
                <a:ea typeface="Segoe UI"/>
                <a:cs typeface="Segoe UI"/>
              </a:rPr>
              <a:t>WebRTC</a:t>
            </a:r>
            <a:r>
              <a:rPr lang="es-ES" sz="1800" b="0" i="0" strike="noStrike" cap="none" baseline="0" dirty="0">
                <a:solidFill>
                  <a:srgbClr val="161616"/>
                </a:solidFill>
                <a:effectLst/>
                <a:latin typeface="Segoe UI"/>
                <a:ea typeface="Segoe UI"/>
                <a:cs typeface="Segoe UI"/>
              </a:rPr>
              <a:t> para vídeo y animación</a:t>
            </a:r>
          </a:p>
          <a:p>
            <a:pPr marL="742933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s-ES" sz="1800" b="0" i="0" strike="noStrike" cap="none" baseline="0" dirty="0">
                <a:solidFill>
                  <a:srgbClr val="161616"/>
                </a:solidFill>
                <a:effectLst/>
                <a:latin typeface="Segoe UI"/>
                <a:ea typeface="Segoe UI"/>
                <a:cs typeface="Segoe UI"/>
              </a:rPr>
              <a:t>Reducción de ruido y cancelación de eco integradas</a:t>
            </a:r>
          </a:p>
        </p:txBody>
      </p:sp>
    </p:spTree>
    <p:extLst>
      <p:ext uri="{BB962C8B-B14F-4D97-AF65-F5344CB8AC3E}">
        <p14:creationId xmlns:p14="http://schemas.microsoft.com/office/powerpoint/2010/main" val="2364851866"/>
      </p:ext>
    </p:extLst>
  </p:cSld>
  <p:clrMapOvr>
    <a:masterClrMapping/>
  </p:clrMapOvr>
  <p:transition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2F94A8E-88F2-1041-54A1-B8E6CB889A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426720"/>
          </a:xfrm>
        </p:spPr>
        <p:txBody>
          <a:bodyPr/>
          <a:lstStyle/>
          <a:p>
            <a:r>
              <a:rPr lang="es-ES" sz="2800" b="0" i="0" strike="noStrike" cap="none" baseline="0">
                <a:solidFill>
                  <a:srgbClr val="000000"/>
                </a:solidFill>
                <a:effectLst/>
                <a:latin typeface="Segoe UI Semibold"/>
                <a:ea typeface="Segoe UI Semibold"/>
                <a:cs typeface="Segoe UI Semibold"/>
              </a:rPr>
              <a:t>Crear un agente de Voice Live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6D31B6B-B998-744D-5E59-D6448D8B9F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defTabSz="914367">
              <a:defRPr/>
            </a:pPr>
            <a:r>
              <a:rPr lang="es-ES" sz="10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© Copyright Microsoft Corporation. Todos los derechos reservados.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61E3CE-F0D5-C4E2-A6F2-2ACAA905B259}"/>
              </a:ext>
            </a:extLst>
          </p:cNvPr>
          <p:cNvSpPr txBox="1"/>
          <p:nvPr/>
        </p:nvSpPr>
        <p:spPr>
          <a:xfrm>
            <a:off x="496383" y="1644435"/>
            <a:ext cx="5722988" cy="43788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s-ES" sz="2000" b="0" i="0" strike="noStrike" cap="none" baseline="0" dirty="0">
                <a:solidFill>
                  <a:srgbClr val="161616"/>
                </a:solidFill>
                <a:effectLst/>
                <a:latin typeface="Segoe UI"/>
                <a:ea typeface="Segoe UI"/>
                <a:cs typeface="Segoe UI"/>
              </a:rPr>
              <a:t>Habilitar el </a:t>
            </a:r>
            <a:r>
              <a:rPr lang="es-ES" sz="2000" b="1" i="0" strike="noStrike" cap="none" baseline="0" dirty="0">
                <a:solidFill>
                  <a:srgbClr val="161616"/>
                </a:solidFill>
                <a:effectLst/>
                <a:latin typeface="Segoe UI"/>
                <a:ea typeface="Segoe UI"/>
                <a:cs typeface="Segoe UI"/>
              </a:rPr>
              <a:t>Modo de audio </a:t>
            </a:r>
            <a:r>
              <a:rPr lang="es-ES" sz="2000" b="0" i="0" strike="noStrike" cap="none" baseline="0" dirty="0">
                <a:solidFill>
                  <a:srgbClr val="161616"/>
                </a:solidFill>
                <a:effectLst/>
                <a:latin typeface="Segoe UI"/>
                <a:ea typeface="Segoe UI"/>
                <a:cs typeface="Segoe UI"/>
              </a:rPr>
              <a:t>en el área de juegos del agente</a:t>
            </a:r>
          </a:p>
          <a:p>
            <a:pPr marL="742933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s-ES" sz="2000" b="0" i="0" strike="noStrike" cap="none" baseline="0" dirty="0">
                <a:solidFill>
                  <a:srgbClr val="161616"/>
                </a:solidFill>
                <a:effectLst/>
                <a:latin typeface="Segoe UI"/>
                <a:ea typeface="Segoe UI"/>
                <a:cs typeface="Segoe UI"/>
              </a:rPr>
              <a:t>Configurar los ajustes de </a:t>
            </a:r>
            <a:r>
              <a:rPr lang="es-ES" sz="2000" b="0" i="1" strike="noStrike" cap="none" baseline="0" dirty="0">
                <a:solidFill>
                  <a:srgbClr val="161616"/>
                </a:solidFill>
                <a:effectLst/>
                <a:latin typeface="Segoe UI"/>
                <a:ea typeface="Segoe UI"/>
                <a:cs typeface="Segoe UI"/>
              </a:rPr>
              <a:t>Voice Live</a:t>
            </a:r>
            <a:r>
              <a:rPr lang="es-ES" sz="2000" b="0" i="0" strike="noStrike" cap="none" baseline="0" dirty="0">
                <a:solidFill>
                  <a:srgbClr val="161616"/>
                </a:solidFill>
                <a:effectLst/>
                <a:latin typeface="Segoe UI"/>
                <a:ea typeface="Segoe UI"/>
                <a:cs typeface="Segoe UI"/>
              </a:rPr>
              <a:t> para</a:t>
            </a:r>
            <a:br>
              <a:rPr lang="es-ES" sz="2000" b="0" i="0" strike="noStrike" cap="none" baseline="0" dirty="0">
                <a:solidFill>
                  <a:srgbClr val="161616"/>
                </a:solidFill>
                <a:effectLst/>
                <a:latin typeface="Segoe UI"/>
                <a:ea typeface="Segoe UI"/>
                <a:cs typeface="Segoe UI"/>
              </a:rPr>
            </a:br>
            <a:r>
              <a:rPr lang="es-ES" sz="2000" b="0" i="0" strike="noStrike" cap="none" baseline="0" dirty="0">
                <a:solidFill>
                  <a:srgbClr val="161616"/>
                </a:solidFill>
                <a:effectLst/>
                <a:latin typeface="Segoe UI"/>
                <a:ea typeface="Segoe UI"/>
                <a:cs typeface="Segoe UI"/>
              </a:rPr>
              <a:t>el agente</a:t>
            </a:r>
            <a:endParaRPr lang="en-US" sz="2000" b="0" i="1" dirty="0">
              <a:solidFill>
                <a:srgbClr val="161616"/>
              </a:solidFill>
              <a:effectLst/>
            </a:endParaRPr>
          </a:p>
          <a:p>
            <a:pPr marL="285750" indent="-285750" algn="l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s-ES" sz="2000" b="0" i="0" strike="noStrike" cap="none" baseline="0" dirty="0">
                <a:solidFill>
                  <a:srgbClr val="161616"/>
                </a:solidFill>
                <a:effectLst/>
                <a:latin typeface="Segoe UI"/>
                <a:ea typeface="Segoe UI"/>
                <a:cs typeface="Segoe UI"/>
              </a:rPr>
              <a:t>Crear una aplicación cliente que use el SDK</a:t>
            </a:r>
            <a:br>
              <a:rPr lang="es-ES" sz="2000" b="0" i="0" strike="noStrike" cap="none" baseline="0" dirty="0">
                <a:solidFill>
                  <a:srgbClr val="161616"/>
                </a:solidFill>
                <a:effectLst/>
                <a:latin typeface="Segoe UI"/>
                <a:ea typeface="Segoe UI"/>
                <a:cs typeface="Segoe UI"/>
              </a:rPr>
            </a:br>
            <a:r>
              <a:rPr lang="es-ES" sz="2000" b="0" i="0" strike="noStrike" cap="none" baseline="0" dirty="0">
                <a:solidFill>
                  <a:srgbClr val="161616"/>
                </a:solidFill>
                <a:effectLst/>
                <a:latin typeface="Segoe UI"/>
                <a:ea typeface="Segoe UI"/>
                <a:cs typeface="Segoe UI"/>
              </a:rPr>
              <a:t>de Voice Live para lo siguiente:</a:t>
            </a:r>
          </a:p>
          <a:p>
            <a:pPr marL="800083" lvl="1" indent="-342900">
              <a:spcBef>
                <a:spcPts val="600"/>
              </a:spcBef>
              <a:buFont typeface="+mj-lt"/>
              <a:buAutoNum type="arabicPeriod"/>
            </a:pPr>
            <a:r>
              <a:rPr lang="es-ES" sz="1765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Conectarse el agente</a:t>
            </a:r>
          </a:p>
          <a:p>
            <a:pPr marL="800083" lvl="1" indent="-342900">
              <a:spcBef>
                <a:spcPts val="600"/>
              </a:spcBef>
              <a:buFont typeface="+mj-lt"/>
              <a:buAutoNum type="arabicPeriod"/>
            </a:pPr>
            <a:r>
              <a:rPr lang="es-ES" sz="1765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Configurar la entrada y la salida del hardware de audio</a:t>
            </a:r>
          </a:p>
          <a:p>
            <a:pPr marL="800083" lvl="1" indent="-342900">
              <a:spcBef>
                <a:spcPts val="600"/>
              </a:spcBef>
              <a:buFont typeface="+mj-lt"/>
              <a:buAutoNum type="arabicPeriod"/>
            </a:pPr>
            <a:r>
              <a:rPr lang="es-ES" sz="1765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Establecer una sesión de </a:t>
            </a:r>
            <a:r>
              <a:rPr lang="es-ES" sz="1765" b="0" i="1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Voice Live</a:t>
            </a:r>
          </a:p>
          <a:p>
            <a:pPr marL="800083" lvl="1" indent="-342900">
              <a:spcBef>
                <a:spcPts val="600"/>
              </a:spcBef>
              <a:buFont typeface="+mj-lt"/>
              <a:buAutoNum type="arabicPeriod"/>
            </a:pPr>
            <a:r>
              <a:rPr lang="es-ES" sz="1765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Supervisar la actividad de los sistemas de audio</a:t>
            </a:r>
          </a:p>
          <a:p>
            <a:pPr marL="800083" lvl="1" indent="-342900">
              <a:spcBef>
                <a:spcPts val="600"/>
              </a:spcBef>
              <a:buFont typeface="+mj-lt"/>
              <a:buAutoNum type="arabicPeriod"/>
            </a:pPr>
            <a:r>
              <a:rPr lang="es-ES" sz="1765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Procesar eventos (como la entrada de voz</a:t>
            </a:r>
            <a:br>
              <a:rPr lang="es-ES" sz="1765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</a:br>
            <a:r>
              <a:rPr lang="es-ES" sz="1765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del usuario y las respuestas del agente)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CE56C1F-990D-442F-951F-F0D0288F2D5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395276" y="1441234"/>
            <a:ext cx="5495267" cy="4373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2439954"/>
      </p:ext>
    </p:extLst>
  </p:cSld>
  <p:clrMapOvr>
    <a:masterClrMapping/>
  </p:clrMapOvr>
  <p:transition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E4E372-AD0D-5889-6E41-803C3BC97D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FE8D4F0-527C-DF2B-F3F6-D7B9A1B5D6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257" b="4257"/>
          <a:stretch/>
        </p:blipFill>
        <p:spPr>
          <a:xfrm>
            <a:off x="7699682" y="2014938"/>
            <a:ext cx="4598998" cy="3344462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5054479B-8DED-7A00-0EA8-E3BECBA3B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5652201" cy="487680"/>
          </a:xfrm>
        </p:spPr>
        <p:txBody>
          <a:bodyPr/>
          <a:lstStyle/>
          <a:p>
            <a:r>
              <a:rPr lang="es-ES" sz="3200" b="0" i="0" strike="noStrike" cap="none" baseline="0">
                <a:solidFill>
                  <a:srgbClr val="000000"/>
                </a:solidFill>
                <a:effectLst/>
                <a:latin typeface="Segoe UI Semibold"/>
                <a:ea typeface="Segoe UI Semibold"/>
                <a:cs typeface="Segoe UI Semibold"/>
              </a:rPr>
              <a:t>Ejercicio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0E00091-8037-D791-88B0-7DD1C592E27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199" y="1594155"/>
            <a:ext cx="5654573" cy="304800"/>
          </a:xfrm>
        </p:spPr>
        <p:txBody>
          <a:bodyPr/>
          <a:lstStyle/>
          <a:p>
            <a:r>
              <a:rPr lang="es-ES" sz="2000" b="0" i="0" strike="noStrike" cap="none" baseline="0">
                <a:solidFill>
                  <a:srgbClr val="000000"/>
                </a:solidFill>
                <a:effectLst/>
                <a:latin typeface="Segoe UI Semibold"/>
                <a:ea typeface="Segoe UI Semibold"/>
                <a:cs typeface="Segoe UI Semibold"/>
              </a:rPr>
              <a:t>Desarrollar un agente de Voice Live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78F7AFF-79AD-1149-59CB-D8C12085A39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89" y="2085764"/>
            <a:ext cx="5652201" cy="1034129"/>
          </a:xfrm>
        </p:spPr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s-ES" sz="16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En este ejercicio aprenderás a:</a:t>
            </a:r>
          </a:p>
          <a:p>
            <a:pPr defTabSz="914367">
              <a:spcBef>
                <a:spcPct val="0"/>
              </a:spcBef>
              <a:buSzTx/>
              <a:defRPr/>
            </a:pPr>
            <a:r>
              <a:rPr lang="es-ES" sz="16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Habilitar y configurar Azure Speech Voice Live para un agente</a:t>
            </a:r>
          </a:p>
          <a:p>
            <a:r>
              <a:rPr lang="es-ES" sz="16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Implementar una aplicación conversacional que utilice</a:t>
            </a:r>
            <a:br>
              <a:rPr lang="es-ES" sz="16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</a:br>
            <a:r>
              <a:rPr lang="es-ES" sz="16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el agente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55D3A3C-8027-FD92-A474-CED0051B87E1}"/>
              </a:ext>
            </a:extLst>
          </p:cNvPr>
          <p:cNvSpPr txBox="1"/>
          <p:nvPr/>
        </p:nvSpPr>
        <p:spPr>
          <a:xfrm>
            <a:off x="487330" y="3561343"/>
            <a:ext cx="4607087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s-ES" sz="16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Inicia el ejercicio en:</a:t>
            </a:r>
          </a:p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s-ES" sz="16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  <a:hlinkClick r:id="rId4" history="0"/>
              </a:rPr>
              <a:t>https://go.microsoft.com/fwlink/?linkid=2356168</a:t>
            </a:r>
            <a:r>
              <a:rPr lang="es-ES" sz="16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 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210430-500A-6D2A-B0AE-49AAF0BDF2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s-ES" sz="10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© Copyright Microsoft Corporation. Todos los derechos reservados.</a:t>
            </a:r>
          </a:p>
        </p:txBody>
      </p:sp>
      <p:sp>
        <p:nvSpPr>
          <p:cNvPr id="11" name="Flowchart: Off-page Connector 44">
            <a:extLst>
              <a:ext uri="{FF2B5EF4-FFF2-40B4-BE49-F238E27FC236}">
                <a16:creationId xmlns:a16="http://schemas.microsoft.com/office/drawing/2014/main" id="{8C646288-FEAE-A8D4-07F6-00FCBE6F525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 bwMode="auto">
          <a:xfrm rot="5400000">
            <a:off x="5960050" y="2240301"/>
            <a:ext cx="1865376" cy="3566160"/>
          </a:xfrm>
          <a:prstGeom prst="flowChartOffpageConnector">
            <a:avLst/>
          </a:prstGeom>
          <a:solidFill>
            <a:schemeClr val="accent3">
              <a:lumMod val="75000"/>
            </a:schemeClr>
          </a:solidFill>
          <a:ln>
            <a:noFill/>
            <a:headEnd type="none" w="med" len="med"/>
            <a:tailEnd type="none" w="med" len="med"/>
          </a:ln>
          <a:effectLst>
            <a:outerShdw blurRad="317500" algn="ctr" rotWithShape="0">
              <a:prstClr val="black">
                <a:alpha val="20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vert270" wrap="square" lIns="274320" tIns="585216" rIns="274320" bIns="1828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lang="es-ES" sz="1700" b="1" i="0" strike="noStrike" cap="none" baseline="0" dirty="0">
                <a:solidFill>
                  <a:srgbClr val="FFFFFF"/>
                </a:solidFill>
                <a:effectLst/>
                <a:latin typeface="Segoe UI Semibold"/>
                <a:ea typeface="Segoe UI Semibold"/>
                <a:cs typeface="Segoe UI Semibold"/>
              </a:rPr>
              <a:t>Instructores:</a:t>
            </a:r>
            <a:r>
              <a:rPr lang="es-ES" sz="1800" b="1" i="0" strike="noStrike" cap="none" baseline="0" dirty="0">
                <a:solidFill>
                  <a:srgbClr val="FFFFFF"/>
                </a:solidFill>
                <a:effectLst/>
                <a:latin typeface="Segoe UI Semibold"/>
                <a:ea typeface="Segoe UI Semibold"/>
                <a:cs typeface="Segoe UI Semibold"/>
              </a:rPr>
              <a:t> 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Semibold"/>
              <a:ea typeface="Segoe UI" pitchFamily="34" charset="0"/>
              <a:cs typeface="Segoe UI" pitchFamily="34" charset="0"/>
            </a:endParaRPr>
          </a:p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lang="es-ES" sz="1250" b="0" i="0" strike="noStrike" cap="none" baseline="0" dirty="0">
                <a:solidFill>
                  <a:srgbClr val="FFFFFF"/>
                </a:solidFill>
                <a:effectLst/>
                <a:latin typeface="Segoe UI"/>
                <a:ea typeface="Segoe UI"/>
                <a:cs typeface="Segoe UI"/>
              </a:rPr>
              <a:t>Personaliza esta diapositiva para incluir el vínculo</a:t>
            </a:r>
            <a:br>
              <a:rPr lang="es-ES" sz="1250" b="0" i="0" strike="noStrike" cap="none" baseline="0" dirty="0">
                <a:solidFill>
                  <a:srgbClr val="FFFFFF"/>
                </a:solidFill>
                <a:effectLst/>
                <a:latin typeface="Segoe UI"/>
                <a:ea typeface="Segoe UI"/>
                <a:cs typeface="Segoe UI"/>
              </a:rPr>
            </a:br>
            <a:r>
              <a:rPr lang="es-ES" sz="1250" b="0" i="0" strike="noStrike" cap="none" baseline="0" dirty="0">
                <a:solidFill>
                  <a:srgbClr val="FFFFFF"/>
                </a:solidFill>
                <a:effectLst/>
                <a:latin typeface="Segoe UI"/>
                <a:ea typeface="Segoe UI"/>
                <a:cs typeface="Segoe UI"/>
              </a:rPr>
              <a:t>al entorno de laboratorio hospedado y las instrucciones personalizadas.</a:t>
            </a:r>
          </a:p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lang="es-ES" sz="1250" b="0" i="0" strike="noStrike" cap="none" baseline="0" dirty="0">
                <a:solidFill>
                  <a:srgbClr val="FFFFFF"/>
                </a:solidFill>
                <a:effectLst/>
                <a:latin typeface="Segoe UI"/>
                <a:ea typeface="Segoe UI"/>
                <a:cs typeface="Segoe UI"/>
              </a:rPr>
              <a:t>(a continuación,</a:t>
            </a:r>
            <a:br>
              <a:rPr lang="es-ES" sz="1250" b="0" i="0" strike="noStrike" cap="none" baseline="0" dirty="0">
                <a:solidFill>
                  <a:srgbClr val="FFFFFF"/>
                </a:solidFill>
                <a:effectLst/>
                <a:latin typeface="Segoe UI"/>
                <a:ea typeface="Segoe UI"/>
                <a:cs typeface="Segoe UI"/>
              </a:rPr>
            </a:br>
            <a:r>
              <a:rPr lang="es-ES" sz="1250" b="0" i="0" strike="noStrike" cap="none" baseline="0" dirty="0">
                <a:solidFill>
                  <a:srgbClr val="FFFFFF"/>
                </a:solidFill>
                <a:effectLst/>
                <a:latin typeface="Segoe UI"/>
                <a:ea typeface="Segoe UI"/>
                <a:cs typeface="Segoe UI"/>
              </a:rPr>
              <a:t>quita esta flecha)</a:t>
            </a:r>
          </a:p>
        </p:txBody>
      </p:sp>
    </p:spTree>
    <p:extLst>
      <p:ext uri="{BB962C8B-B14F-4D97-AF65-F5344CB8AC3E}">
        <p14:creationId xmlns:p14="http://schemas.microsoft.com/office/powerpoint/2010/main" val="2292348616"/>
      </p:ext>
    </p:extLst>
  </p:cSld>
  <p:clrMapOvr>
    <a:masterClrMapping/>
  </p:clrMapOvr>
  <p:transition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85F3BE-8C90-1B0C-C3ED-9032C18B2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894FFF-D821-DCAF-BE32-3532BB546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487680"/>
          </a:xfrm>
        </p:spPr>
        <p:txBody>
          <a:bodyPr/>
          <a:lstStyle/>
          <a:p>
            <a:r>
              <a:rPr lang="es-ES" sz="3200" b="0" i="0" strike="noStrike" cap="none" baseline="0">
                <a:solidFill>
                  <a:srgbClr val="000000"/>
                </a:solidFill>
                <a:effectLst/>
                <a:latin typeface="Segoe UI Semibold"/>
                <a:ea typeface="Segoe UI Semibold"/>
                <a:cs typeface="Segoe UI Semibold"/>
              </a:rPr>
              <a:t>Prueba de conocimientos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6EA4EA3F-CA5A-65A4-EDCA-6F190F99108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235075" y="1704233"/>
            <a:ext cx="8778782" cy="243840"/>
          </a:xfrm>
        </p:spPr>
        <p:txBody>
          <a:bodyPr/>
          <a:lstStyle/>
          <a:p>
            <a:r>
              <a:rPr lang="es-ES" sz="1600" b="0" i="0" strike="noStrike" cap="none" baseline="0">
                <a:solidFill>
                  <a:srgbClr val="000000"/>
                </a:solidFill>
                <a:effectLst/>
                <a:latin typeface="Segoe UI Semibold"/>
                <a:ea typeface="Segoe UI Semibold"/>
                <a:cs typeface="Segoe UI Semibold"/>
              </a:rPr>
              <a:t>¿Cuáles son los dos métodos de autenticación que admite la API de Voice Live?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8BAD8D3-3B95-9BF6-1795-2E32306EBCA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36663" y="2060053"/>
            <a:ext cx="8775700" cy="725424"/>
          </a:xfrm>
        </p:spPr>
        <p:txBody>
          <a:bodyPr/>
          <a:lstStyle/>
          <a:p>
            <a:r>
              <a:rPr lang="es-ES" sz="14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OAuth 2.0 y JWT (JSON Web Tokens).</a:t>
            </a:r>
          </a:p>
          <a:p>
            <a:r>
              <a:rPr lang="es-ES" sz="14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Autenticación básica y claves de API.</a:t>
            </a:r>
          </a:p>
          <a:p>
            <a:r>
              <a:rPr lang="es-ES" sz="14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Microsoft Entra (sin clave) y clave de API.</a:t>
            </a:r>
          </a:p>
        </p:txBody>
      </p:sp>
      <p:sp>
        <p:nvSpPr>
          <p:cNvPr id="5" name="Graphic 26" descr="Checkmark">
            <a:extLst>
              <a:ext uri="{FF2B5EF4-FFF2-40B4-BE49-F238E27FC236}">
                <a16:creationId xmlns:a16="http://schemas.microsoft.com/office/drawing/2014/main" id="{C7296DE2-A674-7BD8-3E09-2256FD845614}"/>
              </a:ext>
            </a:extLst>
          </p:cNvPr>
          <p:cNvSpPr/>
          <p:nvPr/>
        </p:nvSpPr>
        <p:spPr>
          <a:xfrm>
            <a:off x="1279210" y="2623106"/>
            <a:ext cx="135234" cy="94984"/>
          </a:xfrm>
          <a:custGeom>
            <a:avLst/>
            <a:gdLst>
              <a:gd name="connsiteX0" fmla="*/ 249301 w 273255"/>
              <a:gd name="connsiteY0" fmla="*/ 0 h 191929"/>
              <a:gd name="connsiteX1" fmla="*/ 97887 w 273255"/>
              <a:gd name="connsiteY1" fmla="*/ 143134 h 191929"/>
              <a:gd name="connsiteX2" fmla="*/ 25137 w 273255"/>
              <a:gd name="connsiteY2" fmla="*/ 68610 h 191929"/>
              <a:gd name="connsiteX3" fmla="*/ 0 w 273255"/>
              <a:gd name="connsiteY3" fmla="*/ 92564 h 191929"/>
              <a:gd name="connsiteX4" fmla="*/ 96704 w 273255"/>
              <a:gd name="connsiteY4" fmla="*/ 191930 h 191929"/>
              <a:gd name="connsiteX5" fmla="*/ 122137 w 273255"/>
              <a:gd name="connsiteY5" fmla="*/ 168271 h 191929"/>
              <a:gd name="connsiteX6" fmla="*/ 273256 w 273255"/>
              <a:gd name="connsiteY6" fmla="*/ 24841 h 191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73255" h="191929">
                <a:moveTo>
                  <a:pt x="249301" y="0"/>
                </a:moveTo>
                <a:lnTo>
                  <a:pt x="97887" y="143134"/>
                </a:lnTo>
                <a:lnTo>
                  <a:pt x="25137" y="68610"/>
                </a:lnTo>
                <a:lnTo>
                  <a:pt x="0" y="92564"/>
                </a:lnTo>
                <a:lnTo>
                  <a:pt x="96704" y="191930"/>
                </a:lnTo>
                <a:lnTo>
                  <a:pt x="122137" y="168271"/>
                </a:lnTo>
                <a:lnTo>
                  <a:pt x="273256" y="24841"/>
                </a:lnTo>
                <a:close/>
              </a:path>
            </a:pathLst>
          </a:custGeom>
          <a:solidFill>
            <a:srgbClr val="0070C0"/>
          </a:solidFill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accent1"/>
              </a:solidFill>
            </a:endParaRPr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D6C3D6BC-AB91-597F-887A-D26BF96218B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235074" y="3166304"/>
            <a:ext cx="9407525" cy="487680"/>
          </a:xfrm>
        </p:spPr>
        <p:txBody>
          <a:bodyPr/>
          <a:lstStyle/>
          <a:p>
            <a:r>
              <a:rPr lang="es-ES" sz="1600" b="0" i="0" strike="noStrike" cap="none" baseline="0" dirty="0">
                <a:solidFill>
                  <a:srgbClr val="000000"/>
                </a:solidFill>
                <a:effectLst/>
                <a:latin typeface="Segoe UI Semibold"/>
                <a:ea typeface="Segoe UI Semibold"/>
                <a:cs typeface="Segoe UI Semibold"/>
              </a:rPr>
              <a:t>¿Cómo se </a:t>
            </a:r>
            <a:r>
              <a:rPr lang="es-ES" sz="1600" b="1" i="0" strike="noStrike" cap="none" baseline="0" dirty="0">
                <a:solidFill>
                  <a:srgbClr val="000000"/>
                </a:solidFill>
                <a:effectLst/>
                <a:latin typeface="Segoe UI Semibold"/>
                <a:ea typeface="Segoe UI Semibold"/>
                <a:cs typeface="Segoe UI Semibold"/>
              </a:rPr>
              <a:t>configura y prueba la integración de Voice Live para agentes en el portal de </a:t>
            </a:r>
            <a:r>
              <a:rPr lang="es-ES" sz="1600" b="1" i="0" strike="noStrike" cap="none" baseline="0" dirty="0" err="1">
                <a:solidFill>
                  <a:srgbClr val="000000"/>
                </a:solidFill>
                <a:effectLst/>
                <a:latin typeface="Segoe UI Semibold"/>
                <a:ea typeface="Segoe UI Semibold"/>
                <a:cs typeface="Segoe UI Semibold"/>
              </a:rPr>
              <a:t>Foundry</a:t>
            </a:r>
            <a:r>
              <a:rPr lang="es-ES" sz="1600" b="1" i="0" strike="noStrike" cap="none" baseline="0" dirty="0">
                <a:solidFill>
                  <a:srgbClr val="000000"/>
                </a:solidFill>
                <a:effectLst/>
                <a:latin typeface="Segoe UI Semibold"/>
                <a:ea typeface="Segoe UI Semibold"/>
                <a:cs typeface="Segoe UI Semibold"/>
              </a:rPr>
              <a:t>?</a:t>
            </a:r>
            <a:endParaRPr lang="en-US" sz="1600" dirty="0"/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EEF51691-7165-89CB-57F5-05F638C6DD7D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235075" y="3524605"/>
            <a:ext cx="8775700" cy="725424"/>
          </a:xfrm>
        </p:spPr>
        <p:txBody>
          <a:bodyPr/>
          <a:lstStyle/>
          <a:p>
            <a:r>
              <a:rPr lang="es-ES" sz="14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No es posible: Voice Live solo es accesible a través de la API de REST o el SDK de Python.</a:t>
            </a:r>
          </a:p>
          <a:p>
            <a:r>
              <a:rPr lang="es-ES" sz="14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En el área de juegos de Voice Live de Azure Speech en </a:t>
            </a:r>
            <a:r>
              <a:rPr lang="es-ES" sz="1400" b="0" i="0" strike="noStrike" cap="none" baseline="0" dirty="0" err="1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Foundry</a:t>
            </a:r>
            <a:r>
              <a:rPr lang="es-ES" sz="14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 Tools.</a:t>
            </a:r>
          </a:p>
          <a:p>
            <a:r>
              <a:rPr lang="es-ES" sz="14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Habilitando el </a:t>
            </a:r>
            <a:r>
              <a:rPr lang="es-ES" sz="1400" b="1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Modo de voz</a:t>
            </a:r>
            <a:r>
              <a:rPr lang="es-ES" sz="14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 en el área de juegos del agente.</a:t>
            </a:r>
          </a:p>
        </p:txBody>
      </p:sp>
      <p:sp>
        <p:nvSpPr>
          <p:cNvPr id="42" name="Graphic 26" descr="Checkmark">
            <a:extLst>
              <a:ext uri="{FF2B5EF4-FFF2-40B4-BE49-F238E27FC236}">
                <a16:creationId xmlns:a16="http://schemas.microsoft.com/office/drawing/2014/main" id="{FEBDC1F9-9B37-F595-10F1-DF098CBAF3C2}"/>
              </a:ext>
            </a:extLst>
          </p:cNvPr>
          <p:cNvSpPr/>
          <p:nvPr/>
        </p:nvSpPr>
        <p:spPr>
          <a:xfrm>
            <a:off x="1279210" y="4087477"/>
            <a:ext cx="135234" cy="94984"/>
          </a:xfrm>
          <a:custGeom>
            <a:avLst/>
            <a:gdLst>
              <a:gd name="connsiteX0" fmla="*/ 249301 w 273255"/>
              <a:gd name="connsiteY0" fmla="*/ 0 h 191929"/>
              <a:gd name="connsiteX1" fmla="*/ 97887 w 273255"/>
              <a:gd name="connsiteY1" fmla="*/ 143134 h 191929"/>
              <a:gd name="connsiteX2" fmla="*/ 25137 w 273255"/>
              <a:gd name="connsiteY2" fmla="*/ 68610 h 191929"/>
              <a:gd name="connsiteX3" fmla="*/ 0 w 273255"/>
              <a:gd name="connsiteY3" fmla="*/ 92564 h 191929"/>
              <a:gd name="connsiteX4" fmla="*/ 96704 w 273255"/>
              <a:gd name="connsiteY4" fmla="*/ 191930 h 191929"/>
              <a:gd name="connsiteX5" fmla="*/ 122137 w 273255"/>
              <a:gd name="connsiteY5" fmla="*/ 168271 h 191929"/>
              <a:gd name="connsiteX6" fmla="*/ 273256 w 273255"/>
              <a:gd name="connsiteY6" fmla="*/ 24841 h 191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73255" h="191929">
                <a:moveTo>
                  <a:pt x="249301" y="0"/>
                </a:moveTo>
                <a:lnTo>
                  <a:pt x="97887" y="143134"/>
                </a:lnTo>
                <a:lnTo>
                  <a:pt x="25137" y="68610"/>
                </a:lnTo>
                <a:lnTo>
                  <a:pt x="0" y="92564"/>
                </a:lnTo>
                <a:lnTo>
                  <a:pt x="96704" y="191930"/>
                </a:lnTo>
                <a:lnTo>
                  <a:pt x="122137" y="168271"/>
                </a:lnTo>
                <a:lnTo>
                  <a:pt x="273256" y="24841"/>
                </a:lnTo>
                <a:close/>
              </a:path>
            </a:pathLst>
          </a:custGeom>
          <a:solidFill>
            <a:srgbClr val="0070C0"/>
          </a:solidFill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accent1"/>
              </a:solidFill>
            </a:endParaRP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8FC05C35-F042-D8B0-46C6-0AF7CEAF1F9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235074" y="4585680"/>
            <a:ext cx="9166225" cy="487680"/>
          </a:xfrm>
        </p:spPr>
        <p:txBody>
          <a:bodyPr/>
          <a:lstStyle/>
          <a:p>
            <a:r>
              <a:rPr lang="es-ES" sz="1600" b="0" i="0" strike="noStrike" cap="none" baseline="0" dirty="0">
                <a:solidFill>
                  <a:srgbClr val="000000"/>
                </a:solidFill>
                <a:effectLst/>
                <a:latin typeface="Segoe UI Semibold"/>
                <a:ea typeface="Segoe UI Semibold"/>
                <a:cs typeface="Segoe UI Semibold"/>
              </a:rPr>
              <a:t>¿Cómo puedes detener la reproducción de audio cuando un usuario interrumpe al agente de voz?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201F28FE-2E62-F2B3-729F-93AD29F0D9C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235075" y="4938257"/>
            <a:ext cx="8775700" cy="725424"/>
          </a:xfrm>
        </p:spPr>
        <p:txBody>
          <a:bodyPr/>
          <a:lstStyle/>
          <a:p>
            <a:r>
              <a:rPr lang="es-ES" sz="14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No es posible: el usuario debe esperar a que finalice el agente.</a:t>
            </a:r>
          </a:p>
          <a:p>
            <a:r>
              <a:rPr lang="es-ES" sz="14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Controlando el evento </a:t>
            </a:r>
            <a:r>
              <a:rPr lang="es-ES" sz="1400" b="0" i="1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INPUT_AUDIO_BUFFER_SPEECH_STARTED</a:t>
            </a:r>
            <a:r>
              <a:rPr lang="es-ES" sz="14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.</a:t>
            </a:r>
          </a:p>
          <a:p>
            <a:r>
              <a:rPr lang="es-ES" sz="14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Restableciendo la sesión de Voice Live y borrando el historial de conversaciones.</a:t>
            </a:r>
          </a:p>
        </p:txBody>
      </p:sp>
      <p:sp>
        <p:nvSpPr>
          <p:cNvPr id="43" name="Graphic 26" descr="Checkmark">
            <a:extLst>
              <a:ext uri="{FF2B5EF4-FFF2-40B4-BE49-F238E27FC236}">
                <a16:creationId xmlns:a16="http://schemas.microsoft.com/office/drawing/2014/main" id="{381A766A-CF39-74B6-6C81-989A7EE871F3}"/>
              </a:ext>
            </a:extLst>
          </p:cNvPr>
          <p:cNvSpPr/>
          <p:nvPr/>
        </p:nvSpPr>
        <p:spPr>
          <a:xfrm>
            <a:off x="1272860" y="5247041"/>
            <a:ext cx="135234" cy="94984"/>
          </a:xfrm>
          <a:custGeom>
            <a:avLst/>
            <a:gdLst>
              <a:gd name="connsiteX0" fmla="*/ 249301 w 273255"/>
              <a:gd name="connsiteY0" fmla="*/ 0 h 191929"/>
              <a:gd name="connsiteX1" fmla="*/ 97887 w 273255"/>
              <a:gd name="connsiteY1" fmla="*/ 143134 h 191929"/>
              <a:gd name="connsiteX2" fmla="*/ 25137 w 273255"/>
              <a:gd name="connsiteY2" fmla="*/ 68610 h 191929"/>
              <a:gd name="connsiteX3" fmla="*/ 0 w 273255"/>
              <a:gd name="connsiteY3" fmla="*/ 92564 h 191929"/>
              <a:gd name="connsiteX4" fmla="*/ 96704 w 273255"/>
              <a:gd name="connsiteY4" fmla="*/ 191930 h 191929"/>
              <a:gd name="connsiteX5" fmla="*/ 122137 w 273255"/>
              <a:gd name="connsiteY5" fmla="*/ 168271 h 191929"/>
              <a:gd name="connsiteX6" fmla="*/ 273256 w 273255"/>
              <a:gd name="connsiteY6" fmla="*/ 24841 h 191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73255" h="191929">
                <a:moveTo>
                  <a:pt x="249301" y="0"/>
                </a:moveTo>
                <a:lnTo>
                  <a:pt x="97887" y="143134"/>
                </a:lnTo>
                <a:lnTo>
                  <a:pt x="25137" y="68610"/>
                </a:lnTo>
                <a:lnTo>
                  <a:pt x="0" y="92564"/>
                </a:lnTo>
                <a:lnTo>
                  <a:pt x="96704" y="191930"/>
                </a:lnTo>
                <a:lnTo>
                  <a:pt x="122137" y="168271"/>
                </a:lnTo>
                <a:lnTo>
                  <a:pt x="273256" y="24841"/>
                </a:lnTo>
                <a:close/>
              </a:path>
            </a:pathLst>
          </a:custGeom>
          <a:solidFill>
            <a:srgbClr val="0070C0"/>
          </a:solidFill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accent1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AC1DACC-1013-F1E3-7D11-B92F163FDB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defTabSz="914367">
              <a:defRPr/>
            </a:pPr>
            <a:r>
              <a:rPr lang="es-ES" sz="10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© Copyright Microsoft Corporation. Todos los derechos reservados.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01BF15A-3768-D528-7A55-2C5189AC15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722582" y="1640768"/>
            <a:ext cx="399208" cy="39920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indent="0" algn="ctr" defTabSz="91440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br>
              <a:rPr lang="es-ES" sz="1800" b="1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</a:br>
            <a:r>
              <a:rPr lang="es-ES" sz="1800" b="1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1</a:t>
            </a:r>
            <a:r>
              <a:rPr lang="es-ES" sz="18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
          </a:t>
            </a:r>
            <a:endParaRPr kumimoji="0" lang="en-IN" sz="1800" b="1" i="0" u="none" strike="noStrike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39B48C3-3B82-8292-2577-FFEC5C41AB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722582" y="3108357"/>
            <a:ext cx="399208" cy="39920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indent="0" algn="ctr" defTabSz="91440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s-ES" sz="1800" b="1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2</a:t>
            </a:r>
            <a:endParaRPr kumimoji="0" lang="en-IN" sz="1800" b="1" i="0" u="none" strike="noStrike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D7FF9F0-E286-B558-3564-70D0890D3A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722582" y="4539049"/>
            <a:ext cx="399208" cy="39920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indent="0" algn="ctr" defTabSz="91440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s-ES" sz="1800" b="1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3</a:t>
            </a:r>
            <a:endParaRPr kumimoji="0" lang="en-IN" sz="1800" b="1" i="0" u="none" strike="noStrike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42282464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42" grpId="0" animBg="1"/>
      <p:bldP spid="43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07C2C26-EFD2-E847-AEA7-5CEF245E09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9911" y="2769057"/>
            <a:ext cx="6582919" cy="1231106"/>
          </a:xfrm>
        </p:spPr>
        <p:txBody>
          <a:bodyPr/>
          <a:lstStyle/>
          <a:p>
            <a:r>
              <a:rPr lang="es-ES" sz="40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Traducción de texto y voz con Microsoft </a:t>
            </a:r>
            <a:r>
              <a:rPr lang="es-ES" sz="4000" b="0" i="0" strike="noStrike" cap="none" baseline="0" dirty="0" err="1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Foundry</a:t>
            </a:r>
            <a:r>
              <a:rPr lang="es-ES" sz="40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 Tools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FDB435B-0EFD-9BED-B44E-FEA27988FF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defTabSz="914367">
              <a:defRPr/>
            </a:pPr>
            <a:r>
              <a:rPr lang="es-ES" sz="10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© Copyright Microsoft Corporation. Todos los derechos reservados.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727F09-3B50-2C44-2277-61F175D08C9B}"/>
              </a:ext>
            </a:extLst>
          </p:cNvPr>
          <p:cNvSpPr txBox="1"/>
          <p:nvPr/>
        </p:nvSpPr>
        <p:spPr>
          <a:xfrm>
            <a:off x="478471" y="4000163"/>
            <a:ext cx="5879298" cy="3611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765" b="0" i="0" strike="noStrike" cap="none" baseline="0">
                <a:solidFill>
                  <a:srgbClr val="BF3AC4"/>
                </a:solidFill>
                <a:effectLst/>
                <a:latin typeface="Segoe UI"/>
                <a:ea typeface="Segoe UI"/>
                <a:cs typeface="Segoe UI"/>
              </a:rPr>
              <a:t>https://aka.ms/mslearn-translate</a:t>
            </a:r>
          </a:p>
        </p:txBody>
      </p:sp>
    </p:spTree>
    <p:extLst>
      <p:ext uri="{BB962C8B-B14F-4D97-AF65-F5344CB8AC3E}">
        <p14:creationId xmlns:p14="http://schemas.microsoft.com/office/powerpoint/2010/main" val="948106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11DC8-3147-4BB0-B44B-37EE38FF77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1" y="585216"/>
            <a:ext cx="6523739" cy="975360"/>
          </a:xfrm>
        </p:spPr>
        <p:txBody>
          <a:bodyPr/>
          <a:lstStyle/>
          <a:p>
            <a:r>
              <a:rPr lang="es-ES" sz="3200" b="0" i="0" strike="noStrike" cap="none" baseline="0">
                <a:solidFill>
                  <a:srgbClr val="000000"/>
                </a:solidFill>
                <a:effectLst/>
                <a:latin typeface="Segoe UI Semibold"/>
                <a:ea typeface="Segoe UI Semibold"/>
                <a:cs typeface="Segoe UI Semibold"/>
              </a:rPr>
              <a:t>Traducción en Microsoft Foundry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A0D34A3C-F3E4-0B7D-7663-83ACEB20C8D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594155"/>
            <a:ext cx="5041900" cy="4866639"/>
          </a:xfrm>
        </p:spPr>
        <p:txBody>
          <a:bodyPr/>
          <a:lstStyle/>
          <a:p>
            <a:pPr marL="107950" lvl="2" indent="0">
              <a:spcBef>
                <a:spcPts val="200"/>
              </a:spcBef>
              <a:spcAft>
                <a:spcPts val="400"/>
              </a:spcAft>
              <a:buSzTx/>
              <a:buNone/>
            </a:pPr>
            <a:endParaRPr lang="en-US" sz="1800" i="1" dirty="0">
              <a:solidFill>
                <a:srgbClr val="1A1A1A"/>
              </a:solidFill>
            </a:endParaRPr>
          </a:p>
          <a:p>
            <a:pPr marL="107950" lvl="2" indent="0">
              <a:spcBef>
                <a:spcPts val="200"/>
              </a:spcBef>
              <a:spcAft>
                <a:spcPts val="400"/>
              </a:spcAft>
              <a:buSzTx/>
              <a:buNone/>
            </a:pPr>
            <a:r>
              <a:rPr lang="es-ES" sz="2000" b="1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Azure </a:t>
            </a:r>
            <a:r>
              <a:rPr lang="es-ES" sz="2000" b="1" i="0" strike="noStrike" cap="none" baseline="0" dirty="0" err="1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Translator</a:t>
            </a:r>
            <a:r>
              <a:rPr lang="es-ES" sz="2000" b="1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 en </a:t>
            </a:r>
            <a:r>
              <a:rPr lang="es-ES" sz="2000" b="1" i="0" strike="noStrike" cap="none" baseline="0" dirty="0" err="1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Foundry</a:t>
            </a:r>
            <a:r>
              <a:rPr lang="es-ES" sz="2000" b="1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 Tools</a:t>
            </a:r>
          </a:p>
          <a:p>
            <a:pPr marL="450850" lvl="2" indent="-342900">
              <a:spcBef>
                <a:spcPts val="200"/>
              </a:spcBef>
              <a:spcAft>
                <a:spcPts val="400"/>
              </a:spcAft>
              <a:buSzTx/>
            </a:pPr>
            <a:r>
              <a:rPr lang="es-ES" sz="20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Traducción multilingüe para lo siguiente:</a:t>
            </a:r>
          </a:p>
          <a:p>
            <a:pPr marL="739775" lvl="3" indent="-173038">
              <a:spcBef>
                <a:spcPts val="200"/>
              </a:spcBef>
              <a:spcAft>
                <a:spcPts val="400"/>
              </a:spcAft>
              <a:buSzTx/>
            </a:pPr>
            <a:r>
              <a:rPr lang="es-ES" sz="1800" b="0" i="0" strike="noStrike" cap="none" baseline="0" dirty="0"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/>
                  <a:tileRect l="-100000" t="-100000"/>
                </a:gradFill>
                <a:effectLst/>
                <a:latin typeface="Segoe UI"/>
                <a:ea typeface="Segoe UI"/>
                <a:cs typeface="Segoe UI"/>
              </a:rPr>
              <a:t>Texto</a:t>
            </a:r>
          </a:p>
          <a:p>
            <a:pPr marL="739775" lvl="3" indent="-173038">
              <a:spcBef>
                <a:spcPts val="200"/>
              </a:spcBef>
              <a:spcAft>
                <a:spcPts val="400"/>
              </a:spcAft>
              <a:buSzTx/>
            </a:pPr>
            <a:r>
              <a:rPr lang="es-ES" sz="1800" b="0" i="0" strike="noStrike" cap="none" baseline="0" dirty="0" err="1"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/>
                  <a:tileRect l="-100000" t="-100000"/>
                </a:gradFill>
                <a:effectLst/>
                <a:latin typeface="Segoe UI"/>
                <a:ea typeface="Segoe UI"/>
                <a:cs typeface="Segoe UI"/>
              </a:rPr>
              <a:t>Documents</a:t>
            </a:r>
            <a:endParaRPr lang="es-ES" sz="1800" b="0" i="0" strike="noStrike" cap="none" baseline="0" dirty="0">
              <a:gradFill>
                <a:gsLst>
                  <a:gs pos="1250">
                    <a:srgbClr val="000000"/>
                  </a:gs>
                  <a:gs pos="100000">
                    <a:srgbClr val="000000"/>
                  </a:gs>
                </a:gsLst>
                <a:lin ang="5400000"/>
                <a:tileRect l="-100000" t="-100000"/>
              </a:gradFill>
              <a:effectLst/>
              <a:latin typeface="Segoe UI"/>
              <a:ea typeface="Segoe UI"/>
              <a:cs typeface="Segoe UI"/>
            </a:endParaRPr>
          </a:p>
          <a:p>
            <a:pPr marL="107950" lvl="2" indent="0">
              <a:spcBef>
                <a:spcPts val="200"/>
              </a:spcBef>
              <a:spcAft>
                <a:spcPts val="400"/>
              </a:spcAft>
              <a:buSzTx/>
              <a:buNone/>
            </a:pPr>
            <a:endParaRPr lang="en-US" sz="2000" i="1" dirty="0">
              <a:solidFill>
                <a:srgbClr val="1A1A1A"/>
              </a:solidFill>
            </a:endParaRPr>
          </a:p>
          <a:p>
            <a:pPr marL="107950" lvl="2" indent="0">
              <a:spcBef>
                <a:spcPts val="200"/>
              </a:spcBef>
              <a:spcAft>
                <a:spcPts val="400"/>
              </a:spcAft>
              <a:buSzTx/>
              <a:buNone/>
            </a:pPr>
            <a:r>
              <a:rPr lang="es-ES" sz="2000" b="1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Azure Speech en </a:t>
            </a:r>
            <a:r>
              <a:rPr lang="es-ES" sz="2000" b="1" i="0" strike="noStrike" cap="none" baseline="0" dirty="0" err="1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Foundry</a:t>
            </a:r>
            <a:r>
              <a:rPr lang="es-ES" sz="2000" b="1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 Tools</a:t>
            </a:r>
          </a:p>
          <a:p>
            <a:pPr marL="450850" lvl="2" indent="-342900">
              <a:spcBef>
                <a:spcPts val="200"/>
              </a:spcBef>
              <a:spcAft>
                <a:spcPts val="400"/>
              </a:spcAft>
              <a:buSzTx/>
            </a:pPr>
            <a:r>
              <a:rPr lang="es-ES" sz="20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Traducción de voz multilingüe:</a:t>
            </a:r>
          </a:p>
          <a:p>
            <a:pPr marL="739775" lvl="3" indent="-173038">
              <a:spcBef>
                <a:spcPts val="200"/>
              </a:spcBef>
              <a:spcAft>
                <a:spcPts val="400"/>
              </a:spcAft>
              <a:buSzTx/>
            </a:pPr>
            <a:r>
              <a:rPr lang="es-ES" sz="1800" b="0" i="0" strike="noStrike" cap="none" baseline="0" dirty="0"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/>
                  <a:tileRect l="-100000" t="-100000"/>
                </a:gradFill>
                <a:effectLst/>
                <a:latin typeface="Segoe UI"/>
                <a:ea typeface="Segoe UI"/>
                <a:cs typeface="Segoe UI"/>
              </a:rPr>
              <a:t>Conversión de voz en texto</a:t>
            </a:r>
          </a:p>
          <a:p>
            <a:pPr marL="739775" lvl="3" indent="-173038">
              <a:spcBef>
                <a:spcPts val="200"/>
              </a:spcBef>
              <a:spcAft>
                <a:spcPts val="400"/>
              </a:spcAft>
              <a:buSzTx/>
            </a:pPr>
            <a:r>
              <a:rPr lang="es-ES" sz="1800" b="0" i="0" strike="noStrike" cap="none" baseline="0" dirty="0"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/>
                  <a:tileRect l="-100000" t="-100000"/>
                </a:gradFill>
                <a:effectLst/>
                <a:latin typeface="Segoe UI"/>
                <a:ea typeface="Segoe UI"/>
                <a:cs typeface="Segoe UI"/>
              </a:rPr>
              <a:t>Conversión de voz a voz</a:t>
            </a:r>
          </a:p>
          <a:p>
            <a:pPr marL="107950" lvl="2" indent="0">
              <a:spcBef>
                <a:spcPts val="200"/>
              </a:spcBef>
              <a:spcAft>
                <a:spcPts val="400"/>
              </a:spcAft>
              <a:buSzTx/>
              <a:buNone/>
            </a:pPr>
            <a:endParaRPr lang="en-US" sz="2000" i="1" dirty="0">
              <a:solidFill>
                <a:srgbClr val="1A1A1A"/>
              </a:solidFill>
            </a:endParaRPr>
          </a:p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994196-3B97-674D-A29B-4E05605585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defTabSz="914367">
              <a:defRPr/>
            </a:pPr>
            <a:r>
              <a:rPr lang="es-ES" sz="10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© Copyright Microsoft Corporation. Todos los derechos reservados.</a:t>
            </a:r>
          </a:p>
        </p:txBody>
      </p:sp>
      <p:pic>
        <p:nvPicPr>
          <p:cNvPr id="7" name="Picture 6" descr="Diagram of Foundry Tools for translation.">
            <a:extLst>
              <a:ext uri="{FF2B5EF4-FFF2-40B4-BE49-F238E27FC236}">
                <a16:creationId xmlns:a16="http://schemas.microsoft.com/office/drawing/2014/main" id="{6D1E13F2-E242-7B9C-C685-6BB19F5462C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14" t="1938" r="1751" b="2235"/>
          <a:stretch>
            <a:fillRect/>
          </a:stretch>
        </p:blipFill>
        <p:spPr>
          <a:xfrm>
            <a:off x="6190343" y="1407886"/>
            <a:ext cx="5087257" cy="4666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7781016"/>
      </p:ext>
    </p:extLst>
  </p:cSld>
  <p:clrMapOvr>
    <a:masterClrMapping/>
  </p:clrMapOvr>
  <p:transition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75D0EE-B248-0141-5C54-B26F797668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5D3AF55-90AD-DE65-CC4C-CA259687E5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1" y="585216"/>
            <a:ext cx="11011601" cy="487680"/>
          </a:xfrm>
        </p:spPr>
        <p:txBody>
          <a:bodyPr/>
          <a:lstStyle/>
          <a:p>
            <a:r>
              <a:rPr lang="es-ES" sz="3200" b="0" i="0" strike="noStrike" cap="none" baseline="0">
                <a:solidFill>
                  <a:srgbClr val="000000"/>
                </a:solidFill>
                <a:effectLst/>
                <a:latin typeface="Segoe UI Semibold"/>
                <a:ea typeface="Segoe UI Semibold"/>
                <a:cs typeface="Segoe UI Semibold"/>
              </a:rPr>
              <a:t>Traducción de texto con Azure Translator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9F469B7-FD1F-D22E-751E-6DF466FD3B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s-ES" sz="10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© Copyright Microsoft Corporation. Todos los derechos reservados.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AEEA49CE-FCE4-49CB-4482-28A68D28C8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23119" y="2295324"/>
            <a:ext cx="515253" cy="54176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1E2EE58-9103-EEED-9C99-184AFC372E62}"/>
              </a:ext>
            </a:extLst>
          </p:cNvPr>
          <p:cNvSpPr txBox="1"/>
          <p:nvPr/>
        </p:nvSpPr>
        <p:spPr>
          <a:xfrm>
            <a:off x="6686282" y="2110489"/>
            <a:ext cx="1429609" cy="18470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s-ES" sz="1200" b="0" i="0" strike="noStrike" cap="none" baseline="0">
                <a:solidFill>
                  <a:srgbClr val="000000"/>
                </a:solidFill>
                <a:effectLst/>
                <a:latin typeface="Segoe UI Semibold"/>
                <a:ea typeface="Segoe UI Semibold"/>
                <a:cs typeface="Segoe UI Semibold"/>
              </a:rPr>
              <a:t>Punto de conexión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2BFC25-889F-F7A3-D84C-A63237F227A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/>
        </p:nvSpPr>
        <p:spPr>
          <a:xfrm>
            <a:off x="7141032" y="2396929"/>
            <a:ext cx="4847766" cy="57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b="0" i="1" strike="noStrike" cap="none" baseline="0">
                <a:solidFill>
                  <a:srgbClr val="161616"/>
                </a:solidFill>
                <a:effectLst/>
                <a:latin typeface="SFMono-Regular"/>
                <a:ea typeface="SFMono-Regular"/>
                <a:cs typeface="SFMono-Regular"/>
              </a:rPr>
              <a:t>https://{foundry_resource}.cognitiveservices.azure.com/</a:t>
            </a:r>
            <a:endParaRPr lang="en-US" sz="1600" i="1"/>
          </a:p>
        </p:txBody>
      </p:sp>
      <p:cxnSp>
        <p:nvCxnSpPr>
          <p:cNvPr id="10" name="Straight Arrow Connector 1048">
            <a:extLst>
              <a:ext uri="{FF2B5EF4-FFF2-40B4-BE49-F238E27FC236}">
                <a16:creationId xmlns:a16="http://schemas.microsoft.com/office/drawing/2014/main" id="{0E3691AE-C30B-442F-9CB8-832D8E2C6742}"/>
              </a:ext>
            </a:extLst>
          </p:cNvPr>
          <p:cNvCxnSpPr>
            <a:stCxn id="13" idx="3"/>
            <a:endCxn id="9" idx="2"/>
          </p:cNvCxnSpPr>
          <p:nvPr/>
        </p:nvCxnSpPr>
        <p:spPr>
          <a:xfrm flipV="1">
            <a:off x="9087514" y="2976049"/>
            <a:ext cx="477402" cy="1579122"/>
          </a:xfrm>
          <a:prstGeom prst="bentConnector2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6DEAB58-686A-6FC5-E6BB-E754F2AE8971}"/>
              </a:ext>
            </a:extLst>
          </p:cNvPr>
          <p:cNvGrpSpPr/>
          <p:nvPr/>
        </p:nvGrpSpPr>
        <p:grpSpPr>
          <a:xfrm>
            <a:off x="8924092" y="4616349"/>
            <a:ext cx="1347382" cy="1416708"/>
            <a:chOff x="9069933" y="5258633"/>
            <a:chExt cx="1030507" cy="1083527"/>
          </a:xfrm>
        </p:grpSpPr>
        <p:sp>
          <p:nvSpPr>
            <p:cNvPr id="48" name="Rectangle: Top Corners Snipped 47">
              <a:extLst>
                <a:ext uri="{FF2B5EF4-FFF2-40B4-BE49-F238E27FC236}">
                  <a16:creationId xmlns:a16="http://schemas.microsoft.com/office/drawing/2014/main" id="{74CAAA93-460E-AA9E-8ECF-2BC9A9C9EF51}"/>
                </a:ext>
              </a:extLst>
            </p:cNvPr>
            <p:cNvSpPr/>
            <p:nvPr/>
          </p:nvSpPr>
          <p:spPr bwMode="auto">
            <a:xfrm>
              <a:off x="9246530" y="5820280"/>
              <a:ext cx="681208" cy="382092"/>
            </a:xfrm>
            <a:prstGeom prst="snip2SameRect">
              <a:avLst>
                <a:gd name="adj1" fmla="val 50000"/>
                <a:gd name="adj2" fmla="val 0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2400" err="1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E502D224-ED13-9A3E-D373-A5CE81DE7956}"/>
                </a:ext>
              </a:extLst>
            </p:cNvPr>
            <p:cNvSpPr/>
            <p:nvPr/>
          </p:nvSpPr>
          <p:spPr bwMode="auto">
            <a:xfrm>
              <a:off x="9495600" y="5723741"/>
              <a:ext cx="189440" cy="152254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2400" err="1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B9507F90-57A3-4880-FF47-566259325FFA}"/>
                </a:ext>
              </a:extLst>
            </p:cNvPr>
            <p:cNvSpPr/>
            <p:nvPr/>
          </p:nvSpPr>
          <p:spPr bwMode="auto">
            <a:xfrm>
              <a:off x="9427033" y="6052458"/>
              <a:ext cx="310635" cy="246453"/>
            </a:xfrm>
            <a:prstGeom prst="rect">
              <a:avLst/>
            </a:prstGeom>
            <a:solidFill>
              <a:schemeClr val="bg1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2400" err="1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67F96A8F-C44F-FC0D-B026-7DE1DF3EB369}"/>
                </a:ext>
              </a:extLst>
            </p:cNvPr>
            <p:cNvSpPr/>
            <p:nvPr/>
          </p:nvSpPr>
          <p:spPr bwMode="auto">
            <a:xfrm>
              <a:off x="9450285" y="5442620"/>
              <a:ext cx="287383" cy="338554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2400" err="1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endParaRPr>
            </a:p>
          </p:txBody>
        </p:sp>
        <p:pic>
          <p:nvPicPr>
            <p:cNvPr id="52" name="Graphic 51" descr="Programmer male with solid fill">
              <a:extLst>
                <a:ext uri="{FF2B5EF4-FFF2-40B4-BE49-F238E27FC236}">
                  <a16:creationId xmlns:a16="http://schemas.microsoft.com/office/drawing/2014/main" id="{A519C6B3-B9FF-F781-4A63-24B0FE30E8B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069933" y="5258633"/>
              <a:ext cx="1030507" cy="1083527"/>
            </a:xfrm>
            <a:prstGeom prst="rect">
              <a:avLst/>
            </a:prstGeom>
          </p:spPr>
        </p:pic>
      </p:grpSp>
      <p:pic>
        <p:nvPicPr>
          <p:cNvPr id="12" name="Graphic 11" descr="Ticket with solid fill">
            <a:extLst>
              <a:ext uri="{FF2B5EF4-FFF2-40B4-BE49-F238E27FC236}">
                <a16:creationId xmlns:a16="http://schemas.microsoft.com/office/drawing/2014/main" id="{8CB8E0AD-12B3-1C60-6BC9-E35827C74F2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06681" y="4297422"/>
            <a:ext cx="517812" cy="517812"/>
          </a:xfrm>
          <a:prstGeom prst="rect">
            <a:avLst/>
          </a:prstGeom>
        </p:spPr>
      </p:pic>
      <p:pic>
        <p:nvPicPr>
          <p:cNvPr id="13" name="Graphic 12" descr="Key with solid fill">
            <a:extLst>
              <a:ext uri="{FF2B5EF4-FFF2-40B4-BE49-F238E27FC236}">
                <a16:creationId xmlns:a16="http://schemas.microsoft.com/office/drawing/2014/main" id="{CF547699-CB08-3D51-EC0D-1E4D2446C6F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39354" y="4214417"/>
            <a:ext cx="648160" cy="681508"/>
          </a:xfrm>
          <a:prstGeom prst="rect">
            <a:avLst/>
          </a:prstGeom>
        </p:spPr>
      </p:pic>
      <p:cxnSp>
        <p:nvCxnSpPr>
          <p:cNvPr id="14" name="Straight Arrow Connector 1048">
            <a:extLst>
              <a:ext uri="{FF2B5EF4-FFF2-40B4-BE49-F238E27FC236}">
                <a16:creationId xmlns:a16="http://schemas.microsoft.com/office/drawing/2014/main" id="{8407EC48-C0BB-9B36-A2C4-CC645EF1E314}"/>
              </a:ext>
            </a:extLst>
          </p:cNvPr>
          <p:cNvCxnSpPr>
            <a:stCxn id="48" idx="2"/>
          </p:cNvCxnSpPr>
          <p:nvPr/>
        </p:nvCxnSpPr>
        <p:spPr>
          <a:xfrm rot="10800000">
            <a:off x="8769900" y="4712537"/>
            <a:ext cx="385093" cy="887957"/>
          </a:xfrm>
          <a:prstGeom prst="bentConnector2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048">
            <a:extLst>
              <a:ext uri="{FF2B5EF4-FFF2-40B4-BE49-F238E27FC236}">
                <a16:creationId xmlns:a16="http://schemas.microsoft.com/office/drawing/2014/main" id="{61A7B0F3-0C4E-8EC8-5D76-98488019AC2C}"/>
              </a:ext>
            </a:extLst>
          </p:cNvPr>
          <p:cNvCxnSpPr>
            <a:stCxn id="48" idx="0"/>
            <a:endCxn id="12" idx="2"/>
          </p:cNvCxnSpPr>
          <p:nvPr/>
        </p:nvCxnSpPr>
        <p:spPr>
          <a:xfrm flipV="1">
            <a:off x="10045668" y="4815234"/>
            <a:ext cx="319919" cy="785259"/>
          </a:xfrm>
          <a:prstGeom prst="bentConnector2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048">
            <a:extLst>
              <a:ext uri="{FF2B5EF4-FFF2-40B4-BE49-F238E27FC236}">
                <a16:creationId xmlns:a16="http://schemas.microsoft.com/office/drawing/2014/main" id="{424D3EF3-4D9A-6DE5-181A-2D1CDEB92DE9}"/>
              </a:ext>
            </a:extLst>
          </p:cNvPr>
          <p:cNvCxnSpPr>
            <a:stCxn id="12" idx="1"/>
            <a:endCxn id="9" idx="2"/>
          </p:cNvCxnSpPr>
          <p:nvPr/>
        </p:nvCxnSpPr>
        <p:spPr>
          <a:xfrm rot="10800000">
            <a:off x="9564915" y="2976049"/>
            <a:ext cx="541765" cy="1580279"/>
          </a:xfrm>
          <a:prstGeom prst="bentConnector2">
            <a:avLst/>
          </a:prstGeom>
          <a:ln w="28575">
            <a:solidFill>
              <a:srgbClr val="00B0F0"/>
            </a:solidFill>
            <a:headEnd type="none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3C0723BA-3337-B25C-D096-AE68BA8ECC28}"/>
              </a:ext>
            </a:extLst>
          </p:cNvPr>
          <p:cNvSpPr txBox="1"/>
          <p:nvPr/>
        </p:nvSpPr>
        <p:spPr>
          <a:xfrm>
            <a:off x="8309744" y="4139551"/>
            <a:ext cx="966835" cy="18470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s-ES" sz="1200" b="0" i="0" strike="noStrike" cap="none" baseline="0">
                <a:solidFill>
                  <a:srgbClr val="000000"/>
                </a:solidFill>
                <a:effectLst/>
                <a:latin typeface="Segoe UI Semibold"/>
                <a:ea typeface="Segoe UI Semibold"/>
                <a:cs typeface="Segoe UI Semibold"/>
              </a:rPr>
              <a:t>Clave de API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018D1A9-E921-08A0-32E7-4FA8AACEF3D1}"/>
              </a:ext>
            </a:extLst>
          </p:cNvPr>
          <p:cNvSpPr txBox="1"/>
          <p:nvPr/>
        </p:nvSpPr>
        <p:spPr>
          <a:xfrm>
            <a:off x="10022289" y="4118139"/>
            <a:ext cx="1781776" cy="18470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s-ES" sz="1200" b="0" i="0" strike="noStrike" cap="none" baseline="0">
                <a:solidFill>
                  <a:srgbClr val="000000"/>
                </a:solidFill>
                <a:effectLst/>
                <a:latin typeface="Segoe UI Semibold"/>
                <a:ea typeface="Segoe UI Semibold"/>
                <a:cs typeface="Segoe UI Semibold"/>
              </a:rPr>
              <a:t>Token de autenticación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D7865107-12FC-5492-D4CC-8366907115D1}"/>
              </a:ext>
            </a:extLst>
          </p:cNvPr>
          <p:cNvGrpSpPr/>
          <p:nvPr/>
        </p:nvGrpSpPr>
        <p:grpSpPr>
          <a:xfrm>
            <a:off x="8583945" y="822203"/>
            <a:ext cx="1461723" cy="1469228"/>
            <a:chOff x="7099202" y="2357199"/>
            <a:chExt cx="916211" cy="875852"/>
          </a:xfrm>
        </p:grpSpPr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0EFEAD80-8CB1-F5D0-C014-E02121A76874}"/>
                </a:ext>
              </a:extLst>
            </p:cNvPr>
            <p:cNvSpPr/>
            <p:nvPr/>
          </p:nvSpPr>
          <p:spPr bwMode="auto">
            <a:xfrm>
              <a:off x="7320947" y="2651342"/>
              <a:ext cx="694466" cy="581709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7030A0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2400" err="1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endParaRPr>
            </a:p>
          </p:txBody>
        </p:sp>
        <p:pic>
          <p:nvPicPr>
            <p:cNvPr id="46" name="Picture 45">
              <a:extLst>
                <a:ext uri="{FF2B5EF4-FFF2-40B4-BE49-F238E27FC236}">
                  <a16:creationId xmlns:a16="http://schemas.microsoft.com/office/drawing/2014/main" id="{1AB0AF16-B9C9-96F2-57F2-D91F6539D33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099202" y="2357199"/>
              <a:ext cx="549437" cy="588287"/>
            </a:xfrm>
            <a:prstGeom prst="rect">
              <a:avLst/>
            </a:prstGeom>
          </p:spPr>
        </p:pic>
        <p:pic>
          <p:nvPicPr>
            <p:cNvPr id="47" name="Picture 46">
              <a:extLst>
                <a:ext uri="{FF2B5EF4-FFF2-40B4-BE49-F238E27FC236}">
                  <a16:creationId xmlns:a16="http://schemas.microsoft.com/office/drawing/2014/main" id="{3B04C417-482F-58BB-B467-FA475B7170C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439580" y="2731882"/>
              <a:ext cx="457200" cy="434828"/>
            </a:xfrm>
            <a:prstGeom prst="rect">
              <a:avLst/>
            </a:prstGeom>
          </p:spPr>
        </p:pic>
      </p:grp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5B174111-43A5-A520-0002-9FBBDFE6AE9A}"/>
              </a:ext>
            </a:extLst>
          </p:cNvPr>
          <p:cNvCxnSpPr>
            <a:stCxn id="39" idx="1"/>
          </p:cNvCxnSpPr>
          <p:nvPr/>
        </p:nvCxnSpPr>
        <p:spPr>
          <a:xfrm flipH="1" flipV="1">
            <a:off x="9291902" y="3021923"/>
            <a:ext cx="0" cy="608747"/>
          </a:xfrm>
          <a:prstGeom prst="straightConnector1">
            <a:avLst/>
          </a:prstGeom>
          <a:ln w="38100">
            <a:solidFill>
              <a:schemeClr val="tx2">
                <a:lumMod val="50000"/>
                <a:lumOff val="50000"/>
              </a:schemeClr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5" name="Group 34">
            <a:extLst>
              <a:ext uri="{FF2B5EF4-FFF2-40B4-BE49-F238E27FC236}">
                <a16:creationId xmlns:a16="http://schemas.microsoft.com/office/drawing/2014/main" id="{24B1DEB5-E537-E2F6-1CB0-8E7ABA68EF19}"/>
              </a:ext>
            </a:extLst>
          </p:cNvPr>
          <p:cNvGrpSpPr/>
          <p:nvPr/>
        </p:nvGrpSpPr>
        <p:grpSpPr>
          <a:xfrm>
            <a:off x="9125910" y="3213368"/>
            <a:ext cx="408656" cy="443418"/>
            <a:chOff x="6535951" y="4416034"/>
            <a:chExt cx="1123530" cy="1219100"/>
          </a:xfrm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DCA7BF19-936F-2184-8729-F40D0ED91A7C}"/>
                </a:ext>
              </a:extLst>
            </p:cNvPr>
            <p:cNvGrpSpPr/>
            <p:nvPr/>
          </p:nvGrpSpPr>
          <p:grpSpPr>
            <a:xfrm>
              <a:off x="6745081" y="4416034"/>
              <a:ext cx="914400" cy="914400"/>
              <a:chOff x="6745081" y="4416034"/>
              <a:chExt cx="914400" cy="914400"/>
            </a:xfrm>
          </p:grpSpPr>
          <p:sp>
            <p:nvSpPr>
              <p:cNvPr id="43" name="Rectangle: Single Corner Snipped 42">
                <a:extLst>
                  <a:ext uri="{FF2B5EF4-FFF2-40B4-BE49-F238E27FC236}">
                    <a16:creationId xmlns:a16="http://schemas.microsoft.com/office/drawing/2014/main" id="{682ED58A-68C7-B38F-BF7A-E52CDB6A6160}"/>
                  </a:ext>
                </a:extLst>
              </p:cNvPr>
              <p:cNvSpPr/>
              <p:nvPr/>
            </p:nvSpPr>
            <p:spPr bwMode="auto">
              <a:xfrm>
                <a:off x="6914606" y="4497917"/>
                <a:ext cx="573683" cy="760716"/>
              </a:xfrm>
              <a:prstGeom prst="snip1Rect">
                <a:avLst>
                  <a:gd name="adj" fmla="val 30329"/>
                </a:avLst>
              </a:prstGeom>
              <a:solidFill>
                <a:schemeClr val="bg1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 defTabSz="932472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2400" err="1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  <p:pic>
            <p:nvPicPr>
              <p:cNvPr id="44" name="Graphic 43" descr="Document outline">
                <a:extLst>
                  <a:ext uri="{FF2B5EF4-FFF2-40B4-BE49-F238E27FC236}">
                    <a16:creationId xmlns:a16="http://schemas.microsoft.com/office/drawing/2014/main" id="{8788487A-B96C-A3DB-D213-F50FA9CF017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6745081" y="4416034"/>
                <a:ext cx="914400" cy="914400"/>
              </a:xfrm>
              <a:prstGeom prst="rect">
                <a:avLst/>
              </a:prstGeom>
            </p:spPr>
          </p:pic>
        </p:grp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6F8BB23F-6A97-5108-C3E3-58F7405BF8D8}"/>
                </a:ext>
              </a:extLst>
            </p:cNvPr>
            <p:cNvGrpSpPr/>
            <p:nvPr/>
          </p:nvGrpSpPr>
          <p:grpSpPr>
            <a:xfrm>
              <a:off x="6640516" y="4568384"/>
              <a:ext cx="914400" cy="914400"/>
              <a:chOff x="6745081" y="4416034"/>
              <a:chExt cx="914400" cy="914400"/>
            </a:xfrm>
          </p:grpSpPr>
          <p:sp>
            <p:nvSpPr>
              <p:cNvPr id="41" name="Rectangle: Single Corner Snipped 40">
                <a:extLst>
                  <a:ext uri="{FF2B5EF4-FFF2-40B4-BE49-F238E27FC236}">
                    <a16:creationId xmlns:a16="http://schemas.microsoft.com/office/drawing/2014/main" id="{28C4FC4E-DBD9-7AE7-C1DE-4F83475AFD3F}"/>
                  </a:ext>
                </a:extLst>
              </p:cNvPr>
              <p:cNvSpPr/>
              <p:nvPr/>
            </p:nvSpPr>
            <p:spPr bwMode="auto">
              <a:xfrm>
                <a:off x="6914606" y="4497917"/>
                <a:ext cx="573683" cy="760716"/>
              </a:xfrm>
              <a:prstGeom prst="snip1Rect">
                <a:avLst>
                  <a:gd name="adj" fmla="val 30329"/>
                </a:avLst>
              </a:prstGeom>
              <a:solidFill>
                <a:schemeClr val="bg1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 defTabSz="932472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2400" err="1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  <p:pic>
            <p:nvPicPr>
              <p:cNvPr id="42" name="Graphic 41" descr="Document outline">
                <a:extLst>
                  <a:ext uri="{FF2B5EF4-FFF2-40B4-BE49-F238E27FC236}">
                    <a16:creationId xmlns:a16="http://schemas.microsoft.com/office/drawing/2014/main" id="{05F7433B-6D83-1909-18EC-569E1E9144C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6745081" y="4416034"/>
                <a:ext cx="914400" cy="914400"/>
              </a:xfrm>
              <a:prstGeom prst="rect">
                <a:avLst/>
              </a:prstGeom>
            </p:spPr>
          </p:pic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48ADF1AF-4161-ACDB-C0F5-8CADD9804F58}"/>
                </a:ext>
              </a:extLst>
            </p:cNvPr>
            <p:cNvGrpSpPr/>
            <p:nvPr/>
          </p:nvGrpSpPr>
          <p:grpSpPr>
            <a:xfrm>
              <a:off x="6535951" y="4720734"/>
              <a:ext cx="914400" cy="914400"/>
              <a:chOff x="6745081" y="4416034"/>
              <a:chExt cx="914400" cy="914400"/>
            </a:xfrm>
          </p:grpSpPr>
          <p:sp>
            <p:nvSpPr>
              <p:cNvPr id="39" name="Rectangle: Single Corner Snipped 38">
                <a:extLst>
                  <a:ext uri="{FF2B5EF4-FFF2-40B4-BE49-F238E27FC236}">
                    <a16:creationId xmlns:a16="http://schemas.microsoft.com/office/drawing/2014/main" id="{B81D37EF-06C9-3AC3-74ED-A161AAD38E93}"/>
                  </a:ext>
                </a:extLst>
              </p:cNvPr>
              <p:cNvSpPr/>
              <p:nvPr/>
            </p:nvSpPr>
            <p:spPr bwMode="auto">
              <a:xfrm>
                <a:off x="6914606" y="4497917"/>
                <a:ext cx="573683" cy="760716"/>
              </a:xfrm>
              <a:prstGeom prst="snip1Rect">
                <a:avLst>
                  <a:gd name="adj" fmla="val 30329"/>
                </a:avLst>
              </a:prstGeom>
              <a:solidFill>
                <a:schemeClr val="bg1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 defTabSz="932472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2400" err="1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  <p:pic>
            <p:nvPicPr>
              <p:cNvPr id="40" name="Graphic 39" descr="Document outline">
                <a:extLst>
                  <a:ext uri="{FF2B5EF4-FFF2-40B4-BE49-F238E27FC236}">
                    <a16:creationId xmlns:a16="http://schemas.microsoft.com/office/drawing/2014/main" id="{1716B901-B6FB-0F05-856B-D2A700397B6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6745081" y="4416034"/>
                <a:ext cx="914400" cy="914400"/>
              </a:xfrm>
              <a:prstGeom prst="rect">
                <a:avLst/>
              </a:prstGeom>
            </p:spPr>
          </p:pic>
        </p:grpSp>
      </p:grp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117D1820-DCDE-7EE8-CD96-B92420D20F4E}"/>
              </a:ext>
            </a:extLst>
          </p:cNvPr>
          <p:cNvCxnSpPr/>
          <p:nvPr/>
        </p:nvCxnSpPr>
        <p:spPr>
          <a:xfrm flipH="1">
            <a:off x="9810951" y="2944109"/>
            <a:ext cx="0" cy="597109"/>
          </a:xfrm>
          <a:prstGeom prst="straightConnector1">
            <a:avLst/>
          </a:prstGeom>
          <a:ln w="38100">
            <a:solidFill>
              <a:schemeClr val="tx2">
                <a:lumMod val="50000"/>
                <a:lumOff val="50000"/>
              </a:schemeClr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" name="Group 21">
            <a:extLst>
              <a:ext uri="{FF2B5EF4-FFF2-40B4-BE49-F238E27FC236}">
                <a16:creationId xmlns:a16="http://schemas.microsoft.com/office/drawing/2014/main" id="{DA9CCB82-0E27-8BA0-E1F0-DE1D58BDD1F5}"/>
              </a:ext>
            </a:extLst>
          </p:cNvPr>
          <p:cNvGrpSpPr/>
          <p:nvPr/>
        </p:nvGrpSpPr>
        <p:grpSpPr>
          <a:xfrm>
            <a:off x="9364867" y="3932363"/>
            <a:ext cx="490724" cy="539888"/>
            <a:chOff x="6645874" y="3598738"/>
            <a:chExt cx="469392" cy="516418"/>
          </a:xfrm>
        </p:grpSpPr>
        <p:sp>
          <p:nvSpPr>
            <p:cNvPr id="24" name="Rectangle: Single Corner Snipped 23">
              <a:extLst>
                <a:ext uri="{FF2B5EF4-FFF2-40B4-BE49-F238E27FC236}">
                  <a16:creationId xmlns:a16="http://schemas.microsoft.com/office/drawing/2014/main" id="{15A03D3E-1810-D4FC-D42C-4FDC7BAFEA94}"/>
                </a:ext>
              </a:extLst>
            </p:cNvPr>
            <p:cNvSpPr/>
            <p:nvPr/>
          </p:nvSpPr>
          <p:spPr bwMode="auto">
            <a:xfrm>
              <a:off x="6669741" y="3598738"/>
              <a:ext cx="293391" cy="424812"/>
            </a:xfrm>
            <a:prstGeom prst="snip1Rect">
              <a:avLst>
                <a:gd name="adj" fmla="val 28334"/>
              </a:avLst>
            </a:prstGeom>
            <a:solidFill>
              <a:schemeClr val="bg1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2000" err="1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endParaRPr>
            </a:p>
          </p:txBody>
        </p: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4FB8951D-9AFF-9B53-212C-D4940B37C8A2}"/>
                </a:ext>
              </a:extLst>
            </p:cNvPr>
            <p:cNvGrpSpPr/>
            <p:nvPr/>
          </p:nvGrpSpPr>
          <p:grpSpPr>
            <a:xfrm>
              <a:off x="6645874" y="3643608"/>
              <a:ext cx="469392" cy="471548"/>
              <a:chOff x="5773647" y="3106653"/>
              <a:chExt cx="866574" cy="870550"/>
            </a:xfrm>
          </p:grpSpPr>
          <p:pic>
            <p:nvPicPr>
              <p:cNvPr id="28" name="Graphic 27" descr="Earth globe: Americas with solid fill">
                <a:extLst>
                  <a:ext uri="{FF2B5EF4-FFF2-40B4-BE49-F238E27FC236}">
                    <a16:creationId xmlns:a16="http://schemas.microsoft.com/office/drawing/2014/main" id="{BBF01C27-6BEA-23EC-8F4F-07E2805EF8D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5773647" y="3106653"/>
                <a:ext cx="644691" cy="644694"/>
              </a:xfrm>
              <a:prstGeom prst="rect">
                <a:avLst/>
              </a:prstGeom>
            </p:spPr>
          </p:pic>
          <p:pic>
            <p:nvPicPr>
              <p:cNvPr id="29" name="Graphic 28" descr="Single gear with solid fill">
                <a:extLst>
                  <a:ext uri="{FF2B5EF4-FFF2-40B4-BE49-F238E27FC236}">
                    <a16:creationId xmlns:a16="http://schemas.microsoft.com/office/drawing/2014/main" id="{A62C1C66-0BD0-7AB7-21B9-16E464D976B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6016544" y="3353524"/>
                <a:ext cx="623677" cy="623679"/>
              </a:xfrm>
              <a:prstGeom prst="rect">
                <a:avLst/>
              </a:prstGeom>
            </p:spPr>
          </p:pic>
        </p:grp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53F2AD75-43A4-6CD6-ACAA-20265BCE40D8}"/>
              </a:ext>
            </a:extLst>
          </p:cNvPr>
          <p:cNvSpPr txBox="1"/>
          <p:nvPr/>
        </p:nvSpPr>
        <p:spPr>
          <a:xfrm>
            <a:off x="8906939" y="3797107"/>
            <a:ext cx="1601596" cy="184709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s-ES" sz="1200" b="0" i="0" strike="noStrike" cap="none" baseline="0">
                <a:solidFill>
                  <a:srgbClr val="000000"/>
                </a:solidFill>
                <a:effectLst/>
                <a:latin typeface="Segoe UI Semibold"/>
                <a:ea typeface="Segoe UI Semibold"/>
                <a:cs typeface="Segoe UI Semibold"/>
              </a:rPr>
              <a:t>TextTranslationClient</a:t>
            </a:r>
            <a:endParaRPr lang="en-US" sz="1200">
              <a:latin typeface="+mj-lt"/>
            </a:endParaRP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9DB3B51B-C0F9-BF4B-9046-A6911055961A}"/>
              </a:ext>
            </a:extLst>
          </p:cNvPr>
          <p:cNvGrpSpPr/>
          <p:nvPr/>
        </p:nvGrpSpPr>
        <p:grpSpPr>
          <a:xfrm>
            <a:off x="9613633" y="2923209"/>
            <a:ext cx="408656" cy="443418"/>
            <a:chOff x="6535951" y="4416034"/>
            <a:chExt cx="1123530" cy="1219100"/>
          </a:xfrm>
        </p:grpSpPr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A9FCC410-735B-7AE0-798A-70B73DF9B197}"/>
                </a:ext>
              </a:extLst>
            </p:cNvPr>
            <p:cNvGrpSpPr/>
            <p:nvPr/>
          </p:nvGrpSpPr>
          <p:grpSpPr>
            <a:xfrm>
              <a:off x="6745081" y="4416034"/>
              <a:ext cx="914400" cy="914400"/>
              <a:chOff x="6745081" y="4416034"/>
              <a:chExt cx="914400" cy="914400"/>
            </a:xfrm>
          </p:grpSpPr>
          <p:sp>
            <p:nvSpPr>
              <p:cNvPr id="67" name="Rectangle: Single Corner Snipped 66">
                <a:extLst>
                  <a:ext uri="{FF2B5EF4-FFF2-40B4-BE49-F238E27FC236}">
                    <a16:creationId xmlns:a16="http://schemas.microsoft.com/office/drawing/2014/main" id="{F043A0EC-6C55-310D-B38E-9A18DE19B101}"/>
                  </a:ext>
                </a:extLst>
              </p:cNvPr>
              <p:cNvSpPr/>
              <p:nvPr/>
            </p:nvSpPr>
            <p:spPr bwMode="auto">
              <a:xfrm>
                <a:off x="6914606" y="4497917"/>
                <a:ext cx="573683" cy="760716"/>
              </a:xfrm>
              <a:prstGeom prst="snip1Rect">
                <a:avLst>
                  <a:gd name="adj" fmla="val 30329"/>
                </a:avLst>
              </a:prstGeom>
              <a:solidFill>
                <a:schemeClr val="bg1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 defTabSz="932472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2400" err="1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  <p:pic>
            <p:nvPicPr>
              <p:cNvPr id="68" name="Graphic 67" descr="Document outline">
                <a:extLst>
                  <a:ext uri="{FF2B5EF4-FFF2-40B4-BE49-F238E27FC236}">
                    <a16:creationId xmlns:a16="http://schemas.microsoft.com/office/drawing/2014/main" id="{FCB3B752-7A54-F5C0-B654-2DBC464EE49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6745081" y="4416034"/>
                <a:ext cx="914400" cy="914400"/>
              </a:xfrm>
              <a:prstGeom prst="rect">
                <a:avLst/>
              </a:prstGeom>
            </p:spPr>
          </p:pic>
        </p:grp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8D40C97C-859A-3A70-4EB9-A8F87905F327}"/>
                </a:ext>
              </a:extLst>
            </p:cNvPr>
            <p:cNvGrpSpPr/>
            <p:nvPr/>
          </p:nvGrpSpPr>
          <p:grpSpPr>
            <a:xfrm>
              <a:off x="6640516" y="4568384"/>
              <a:ext cx="914400" cy="914400"/>
              <a:chOff x="6745081" y="4416034"/>
              <a:chExt cx="914400" cy="914400"/>
            </a:xfrm>
          </p:grpSpPr>
          <p:sp>
            <p:nvSpPr>
              <p:cNvPr id="65" name="Rectangle: Single Corner Snipped 64">
                <a:extLst>
                  <a:ext uri="{FF2B5EF4-FFF2-40B4-BE49-F238E27FC236}">
                    <a16:creationId xmlns:a16="http://schemas.microsoft.com/office/drawing/2014/main" id="{BA169782-D439-EB13-07A0-86855A56E196}"/>
                  </a:ext>
                </a:extLst>
              </p:cNvPr>
              <p:cNvSpPr/>
              <p:nvPr/>
            </p:nvSpPr>
            <p:spPr bwMode="auto">
              <a:xfrm>
                <a:off x="6914606" y="4497917"/>
                <a:ext cx="573683" cy="760716"/>
              </a:xfrm>
              <a:prstGeom prst="snip1Rect">
                <a:avLst>
                  <a:gd name="adj" fmla="val 30329"/>
                </a:avLst>
              </a:prstGeom>
              <a:solidFill>
                <a:schemeClr val="bg1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 defTabSz="932472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2400" err="1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  <p:pic>
            <p:nvPicPr>
              <p:cNvPr id="66" name="Graphic 65" descr="Document outline">
                <a:extLst>
                  <a:ext uri="{FF2B5EF4-FFF2-40B4-BE49-F238E27FC236}">
                    <a16:creationId xmlns:a16="http://schemas.microsoft.com/office/drawing/2014/main" id="{37AC8774-7C34-2636-1FFD-1B4826E26F5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6745081" y="4416034"/>
                <a:ext cx="914400" cy="914400"/>
              </a:xfrm>
              <a:prstGeom prst="rect">
                <a:avLst/>
              </a:prstGeom>
            </p:spPr>
          </p:pic>
        </p:grp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365DCAF9-C443-7693-79B4-79A68951BA74}"/>
                </a:ext>
              </a:extLst>
            </p:cNvPr>
            <p:cNvGrpSpPr/>
            <p:nvPr/>
          </p:nvGrpSpPr>
          <p:grpSpPr>
            <a:xfrm>
              <a:off x="6535951" y="4720734"/>
              <a:ext cx="914400" cy="914400"/>
              <a:chOff x="6745081" y="4416034"/>
              <a:chExt cx="914400" cy="914400"/>
            </a:xfrm>
          </p:grpSpPr>
          <p:sp>
            <p:nvSpPr>
              <p:cNvPr id="63" name="Rectangle: Single Corner Snipped 62">
                <a:extLst>
                  <a:ext uri="{FF2B5EF4-FFF2-40B4-BE49-F238E27FC236}">
                    <a16:creationId xmlns:a16="http://schemas.microsoft.com/office/drawing/2014/main" id="{1CF45F30-1EDF-79BB-0945-8FB1E4D5C911}"/>
                  </a:ext>
                </a:extLst>
              </p:cNvPr>
              <p:cNvSpPr/>
              <p:nvPr/>
            </p:nvSpPr>
            <p:spPr bwMode="auto">
              <a:xfrm>
                <a:off x="6914606" y="4497917"/>
                <a:ext cx="573683" cy="760716"/>
              </a:xfrm>
              <a:prstGeom prst="snip1Rect">
                <a:avLst>
                  <a:gd name="adj" fmla="val 30329"/>
                </a:avLst>
              </a:prstGeom>
              <a:solidFill>
                <a:schemeClr val="bg1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 defTabSz="932472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2400" err="1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  <p:pic>
            <p:nvPicPr>
              <p:cNvPr id="64" name="Graphic 63" descr="Document outline">
                <a:extLst>
                  <a:ext uri="{FF2B5EF4-FFF2-40B4-BE49-F238E27FC236}">
                    <a16:creationId xmlns:a16="http://schemas.microsoft.com/office/drawing/2014/main" id="{04815919-FA1C-44C3-F457-41D71C6A010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6745081" y="4416034"/>
                <a:ext cx="914400" cy="914400"/>
              </a:xfrm>
              <a:prstGeom prst="rect">
                <a:avLst/>
              </a:prstGeom>
            </p:spPr>
          </p:pic>
        </p:grpSp>
      </p:grpSp>
      <p:sp>
        <p:nvSpPr>
          <p:cNvPr id="73" name="TextBox 72">
            <a:extLst>
              <a:ext uri="{FF2B5EF4-FFF2-40B4-BE49-F238E27FC236}">
                <a16:creationId xmlns:a16="http://schemas.microsoft.com/office/drawing/2014/main" id="{2B44DD74-212A-AF3A-8880-90B29788D0A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/>
        </p:nvSpPr>
        <p:spPr>
          <a:xfrm>
            <a:off x="598897" y="1699451"/>
            <a:ext cx="7255306" cy="441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l">
              <a:spcAft>
                <a:spcPts val="600"/>
              </a:spcAft>
              <a:buClr>
                <a:schemeClr val="accent2">
                  <a:lumMod val="75000"/>
                </a:schemeClr>
              </a:buClr>
              <a:buFont typeface="+mj-lt"/>
              <a:buAutoNum type="arabicPeriod"/>
            </a:pPr>
            <a:r>
              <a:rPr lang="es-ES" sz="2200" b="0" i="0" strike="noStrike" cap="none" baseline="0" dirty="0">
                <a:solidFill>
                  <a:srgbClr val="161616"/>
                </a:solidFill>
                <a:effectLst/>
                <a:latin typeface="Segoe UI"/>
                <a:ea typeface="Segoe UI"/>
                <a:cs typeface="Segoe UI"/>
              </a:rPr>
              <a:t>Conectarse a la API</a:t>
            </a:r>
          </a:p>
          <a:p>
            <a:pPr marL="914383" lvl="1" indent="-457200">
              <a:spcAft>
                <a:spcPts val="600"/>
              </a:spcAft>
              <a:buClr>
                <a:schemeClr val="accent2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s-ES" sz="2000" b="1" i="0" strike="noStrike" cap="none" baseline="0" dirty="0">
                <a:solidFill>
                  <a:srgbClr val="161616"/>
                </a:solidFill>
                <a:effectLst/>
                <a:latin typeface="Segoe UI"/>
                <a:ea typeface="Segoe UI"/>
                <a:cs typeface="Segoe UI"/>
              </a:rPr>
              <a:t>Punto de conexión:</a:t>
            </a:r>
          </a:p>
          <a:p>
            <a:pPr marL="1371567" lvl="2" indent="-457200">
              <a:spcAft>
                <a:spcPts val="600"/>
              </a:spcAft>
              <a:buClr>
                <a:schemeClr val="accent2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s-ES" sz="1800" b="0" i="0" strike="noStrike" cap="none" baseline="0" dirty="0">
                <a:solidFill>
                  <a:srgbClr val="161616"/>
                </a:solidFill>
                <a:effectLst/>
                <a:latin typeface="Segoe UI"/>
                <a:ea typeface="Segoe UI"/>
                <a:cs typeface="Segoe UI"/>
              </a:rPr>
              <a:t>Recurso de Microsoft </a:t>
            </a:r>
            <a:r>
              <a:rPr lang="es-ES" sz="1800" b="0" i="0" strike="noStrike" cap="none" baseline="0" dirty="0" err="1">
                <a:solidFill>
                  <a:srgbClr val="161616"/>
                </a:solidFill>
                <a:effectLst/>
                <a:latin typeface="Segoe UI"/>
                <a:ea typeface="Segoe UI"/>
                <a:cs typeface="Segoe UI"/>
              </a:rPr>
              <a:t>Foundry</a:t>
            </a:r>
            <a:endParaRPr lang="es-ES" sz="1800" b="0" i="0" strike="noStrike" cap="none" baseline="0" dirty="0">
              <a:solidFill>
                <a:srgbClr val="161616"/>
              </a:solidFill>
              <a:effectLst/>
              <a:latin typeface="Segoe UI"/>
              <a:ea typeface="Segoe UI"/>
              <a:cs typeface="Segoe UI"/>
            </a:endParaRPr>
          </a:p>
          <a:p>
            <a:pPr marL="1371567" lvl="2" indent="-457200">
              <a:spcAft>
                <a:spcPts val="600"/>
              </a:spcAft>
              <a:buClr>
                <a:schemeClr val="accent2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s-ES" sz="1800" b="0" i="0" strike="noStrike" cap="none" baseline="0" dirty="0">
                <a:solidFill>
                  <a:srgbClr val="161616"/>
                </a:solidFill>
                <a:effectLst/>
                <a:latin typeface="Segoe UI"/>
                <a:ea typeface="Segoe UI"/>
                <a:cs typeface="Segoe UI"/>
              </a:rPr>
              <a:t>Punto de conexión global/regional del traductor</a:t>
            </a:r>
          </a:p>
          <a:p>
            <a:pPr marL="914383" lvl="1" indent="-457200">
              <a:spcAft>
                <a:spcPts val="600"/>
              </a:spcAft>
              <a:buClr>
                <a:schemeClr val="accent2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s-ES" sz="2000" b="1" i="0" strike="noStrike" cap="none" baseline="0" dirty="0">
                <a:solidFill>
                  <a:srgbClr val="161616"/>
                </a:solidFill>
                <a:effectLst/>
                <a:latin typeface="Segoe UI"/>
                <a:ea typeface="Segoe UI"/>
                <a:cs typeface="Segoe UI"/>
              </a:rPr>
              <a:t>Credenciales:</a:t>
            </a:r>
          </a:p>
          <a:p>
            <a:pPr marL="1371567" lvl="2" indent="-457200">
              <a:spcAft>
                <a:spcPts val="600"/>
              </a:spcAft>
              <a:buClr>
                <a:schemeClr val="accent2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s-ES" sz="1800" b="0" i="0" strike="noStrike" cap="none" baseline="0" dirty="0">
                <a:solidFill>
                  <a:srgbClr val="161616"/>
                </a:solidFill>
                <a:effectLst/>
                <a:latin typeface="Segoe UI"/>
                <a:ea typeface="Segoe UI"/>
                <a:cs typeface="Segoe UI"/>
              </a:rPr>
              <a:t>Clave de API del proyecto de Microsoft </a:t>
            </a:r>
            <a:r>
              <a:rPr lang="es-ES" sz="1800" b="0" i="0" strike="noStrike" cap="none" baseline="0" dirty="0" err="1">
                <a:solidFill>
                  <a:srgbClr val="161616"/>
                </a:solidFill>
                <a:effectLst/>
                <a:latin typeface="Segoe UI"/>
                <a:ea typeface="Segoe UI"/>
                <a:cs typeface="Segoe UI"/>
              </a:rPr>
              <a:t>Foundry</a:t>
            </a:r>
            <a:endParaRPr lang="es-ES" sz="1800" b="0" i="0" strike="noStrike" cap="none" baseline="0" dirty="0">
              <a:solidFill>
                <a:srgbClr val="161616"/>
              </a:solidFill>
              <a:effectLst/>
              <a:latin typeface="Segoe UI"/>
              <a:ea typeface="Segoe UI"/>
              <a:cs typeface="Segoe UI"/>
            </a:endParaRPr>
          </a:p>
          <a:p>
            <a:pPr marL="1371567" lvl="2" indent="-457200">
              <a:spcAft>
                <a:spcPts val="600"/>
              </a:spcAft>
              <a:buClr>
                <a:schemeClr val="accent2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s-ES" sz="1800" b="0" i="0" strike="noStrike" cap="none" baseline="0" dirty="0">
                <a:solidFill>
                  <a:srgbClr val="161616"/>
                </a:solidFill>
                <a:effectLst/>
                <a:latin typeface="Segoe UI"/>
                <a:ea typeface="Segoe UI"/>
                <a:cs typeface="Segoe UI"/>
              </a:rPr>
              <a:t>Token de autenticación</a:t>
            </a:r>
          </a:p>
          <a:p>
            <a:pPr marL="457200" indent="-457200">
              <a:spcAft>
                <a:spcPts val="600"/>
              </a:spcAft>
              <a:buClr>
                <a:schemeClr val="accent2">
                  <a:lumMod val="75000"/>
                </a:schemeClr>
              </a:buClr>
              <a:buFont typeface="+mj-lt"/>
              <a:buAutoNum type="arabicPeriod"/>
            </a:pPr>
            <a:r>
              <a:rPr lang="es-ES" sz="2000" b="0" i="0" strike="noStrike" cap="none" baseline="0" dirty="0">
                <a:solidFill>
                  <a:srgbClr val="161616"/>
                </a:solidFill>
                <a:effectLst/>
                <a:latin typeface="Segoe UI"/>
                <a:ea typeface="Segoe UI"/>
                <a:cs typeface="Segoe UI"/>
              </a:rPr>
              <a:t>Usar </a:t>
            </a:r>
            <a:r>
              <a:rPr lang="es-ES" sz="2000" b="0" i="1" strike="noStrike" cap="none" baseline="0" dirty="0" err="1">
                <a:solidFill>
                  <a:srgbClr val="161616"/>
                </a:solidFill>
                <a:effectLst/>
                <a:latin typeface="Segoe UI"/>
                <a:ea typeface="Segoe UI"/>
                <a:cs typeface="Segoe UI"/>
              </a:rPr>
              <a:t>TextTranslationClient</a:t>
            </a:r>
            <a:r>
              <a:rPr lang="es-ES" sz="2000" b="0" i="0" strike="noStrike" cap="none" baseline="0" dirty="0">
                <a:solidFill>
                  <a:srgbClr val="161616"/>
                </a:solidFill>
                <a:effectLst/>
                <a:latin typeface="Segoe UI"/>
                <a:ea typeface="Segoe UI"/>
                <a:cs typeface="Segoe UI"/>
              </a:rPr>
              <a:t> para realizar las tareas</a:t>
            </a:r>
          </a:p>
          <a:p>
            <a:pPr marL="914383" lvl="1" indent="-457200">
              <a:spcAft>
                <a:spcPts val="600"/>
              </a:spcAft>
              <a:buClr>
                <a:schemeClr val="accent2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s-ES" sz="2000" b="0" i="0" strike="noStrike" cap="none" baseline="0" dirty="0">
                <a:solidFill>
                  <a:srgbClr val="161616"/>
                </a:solidFill>
                <a:effectLst/>
                <a:latin typeface="Segoe UI"/>
                <a:ea typeface="Segoe UI"/>
                <a:cs typeface="Segoe UI"/>
              </a:rPr>
              <a:t>Obtener los idiomas admitidos (por ejemplo, "en" : "English")</a:t>
            </a:r>
          </a:p>
          <a:p>
            <a:pPr marL="914383" lvl="1" indent="-457200">
              <a:spcAft>
                <a:spcPts val="600"/>
              </a:spcAft>
              <a:buClr>
                <a:schemeClr val="accent2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s-ES" sz="2000" b="0" i="0" strike="noStrike" cap="none" baseline="0" dirty="0">
                <a:solidFill>
                  <a:srgbClr val="161616"/>
                </a:solidFill>
                <a:effectLst/>
                <a:latin typeface="Segoe UI"/>
                <a:ea typeface="Segoe UI"/>
                <a:cs typeface="Segoe UI"/>
              </a:rPr>
              <a:t>Traducir texto ("</a:t>
            </a:r>
            <a:r>
              <a:rPr lang="es-ES" sz="1765" b="0" i="0" strike="noStrike" cap="none" baseline="0" dirty="0" err="1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こんにちは</a:t>
            </a:r>
            <a:r>
              <a:rPr lang="es-ES" sz="2000" b="0" i="0" strike="noStrike" cap="none" baseline="0" dirty="0">
                <a:solidFill>
                  <a:srgbClr val="161616"/>
                </a:solidFill>
                <a:effectLst/>
                <a:latin typeface="Segoe UI"/>
                <a:ea typeface="Segoe UI"/>
                <a:cs typeface="Segoe UI"/>
              </a:rPr>
              <a:t>" </a:t>
            </a:r>
            <a:r>
              <a:rPr lang="es-ES" sz="1765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= </a:t>
            </a:r>
            <a:r>
              <a:rPr lang="es-ES" sz="2000" b="0" i="0" strike="noStrike" cap="none" baseline="0" dirty="0">
                <a:solidFill>
                  <a:srgbClr val="161616"/>
                </a:solidFill>
                <a:effectLst/>
                <a:latin typeface="Segoe UI"/>
                <a:ea typeface="Segoe UI"/>
                <a:cs typeface="Segoe UI"/>
              </a:rPr>
              <a:t>"</a:t>
            </a:r>
            <a:r>
              <a:rPr lang="es-ES" sz="2000" b="0" i="0" strike="noStrike" cap="none" baseline="0" dirty="0" err="1">
                <a:solidFill>
                  <a:srgbClr val="161616"/>
                </a:solidFill>
                <a:effectLst/>
                <a:latin typeface="Segoe UI"/>
                <a:ea typeface="Segoe UI"/>
                <a:cs typeface="Segoe UI"/>
              </a:rPr>
              <a:t>Hello</a:t>
            </a:r>
            <a:r>
              <a:rPr lang="es-ES" sz="2000" b="0" i="0" strike="noStrike" cap="none" baseline="0" dirty="0">
                <a:solidFill>
                  <a:srgbClr val="161616"/>
                </a:solidFill>
                <a:effectLst/>
                <a:latin typeface="Segoe UI"/>
                <a:ea typeface="Segoe UI"/>
                <a:cs typeface="Segoe UI"/>
              </a:rPr>
              <a:t>")</a:t>
            </a:r>
          </a:p>
          <a:p>
            <a:pPr marL="914383" lvl="1" indent="-457200">
              <a:spcAft>
                <a:spcPts val="600"/>
              </a:spcAft>
              <a:buClr>
                <a:schemeClr val="accent2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s-ES" sz="2000" b="0" i="0" strike="noStrike" cap="none" baseline="0" dirty="0">
                <a:solidFill>
                  <a:srgbClr val="161616"/>
                </a:solidFill>
                <a:effectLst/>
                <a:latin typeface="Segoe UI"/>
                <a:ea typeface="Segoe UI"/>
                <a:cs typeface="Segoe UI"/>
              </a:rPr>
              <a:t>Transliterar texto ("</a:t>
            </a:r>
            <a:r>
              <a:rPr lang="es-ES" sz="2000" b="0" i="0" strike="noStrike" cap="none" baseline="0" dirty="0" err="1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こんにちは</a:t>
            </a:r>
            <a:r>
              <a:rPr lang="es-ES" sz="2000" b="0" i="0" strike="noStrike" cap="none" baseline="0" dirty="0">
                <a:solidFill>
                  <a:srgbClr val="161616"/>
                </a:solidFill>
                <a:effectLst/>
                <a:latin typeface="Segoe UI"/>
                <a:ea typeface="Segoe UI"/>
                <a:cs typeface="Segoe UI"/>
              </a:rPr>
              <a:t>" </a:t>
            </a:r>
            <a:r>
              <a:rPr lang="es-ES" sz="20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= </a:t>
            </a:r>
            <a:r>
              <a:rPr lang="es-ES" sz="2000" b="0" i="0" strike="noStrike" cap="none" baseline="0" dirty="0">
                <a:solidFill>
                  <a:srgbClr val="161616"/>
                </a:solidFill>
                <a:effectLst/>
                <a:latin typeface="Segoe UI"/>
                <a:ea typeface="Segoe UI"/>
                <a:cs typeface="Segoe UI"/>
              </a:rPr>
              <a:t>"</a:t>
            </a:r>
            <a:r>
              <a:rPr lang="es-ES" sz="2000" b="0" i="0" strike="noStrike" cap="none" baseline="0" dirty="0" err="1">
                <a:solidFill>
                  <a:srgbClr val="161616"/>
                </a:solidFill>
                <a:effectLst/>
                <a:latin typeface="Segoe UI"/>
                <a:ea typeface="Segoe UI"/>
                <a:cs typeface="Segoe UI"/>
              </a:rPr>
              <a:t>Kon'nichiwa</a:t>
            </a:r>
            <a:r>
              <a:rPr lang="es-ES" sz="2000" b="0" i="0" strike="noStrike" cap="none" baseline="0" dirty="0">
                <a:solidFill>
                  <a:srgbClr val="161616"/>
                </a:solidFill>
                <a:effectLst/>
                <a:latin typeface="Segoe UI"/>
                <a:ea typeface="Segoe UI"/>
                <a:cs typeface="Segoe UI"/>
              </a:rPr>
              <a:t>")</a:t>
            </a:r>
            <a:endParaRPr lang="en-US" sz="2000" i="0" dirty="0">
              <a:solidFill>
                <a:srgbClr val="161616"/>
              </a:solidFill>
              <a:effectLst/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8724253"/>
      </p:ext>
    </p:extLst>
  </p:cSld>
  <p:clrMapOvr>
    <a:masterClrMapping/>
  </p:clrMapOvr>
  <p:transition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D8E4C3-CF97-5E84-0A70-E19255266B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Straight Arrow Connector 1048">
            <a:extLst>
              <a:ext uri="{FF2B5EF4-FFF2-40B4-BE49-F238E27FC236}">
                <a16:creationId xmlns:a16="http://schemas.microsoft.com/office/drawing/2014/main" id="{39A90AE5-A281-01EB-FA5D-2353F96C2D5B}"/>
              </a:ext>
            </a:extLst>
          </p:cNvPr>
          <p:cNvCxnSpPr>
            <a:stCxn id="29" idx="3"/>
            <a:endCxn id="25" idx="2"/>
          </p:cNvCxnSpPr>
          <p:nvPr/>
        </p:nvCxnSpPr>
        <p:spPr>
          <a:xfrm flipV="1">
            <a:off x="8954164" y="2995099"/>
            <a:ext cx="475937" cy="1579122"/>
          </a:xfrm>
          <a:prstGeom prst="bentConnector2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1048">
            <a:extLst>
              <a:ext uri="{FF2B5EF4-FFF2-40B4-BE49-F238E27FC236}">
                <a16:creationId xmlns:a16="http://schemas.microsoft.com/office/drawing/2014/main" id="{1C611682-DFFF-259A-2410-D48860661051}"/>
              </a:ext>
            </a:extLst>
          </p:cNvPr>
          <p:cNvCxnSpPr>
            <a:stCxn id="28" idx="1"/>
            <a:endCxn id="25" idx="2"/>
          </p:cNvCxnSpPr>
          <p:nvPr/>
        </p:nvCxnSpPr>
        <p:spPr>
          <a:xfrm rot="10800000">
            <a:off x="9430100" y="2995099"/>
            <a:ext cx="543230" cy="1580140"/>
          </a:xfrm>
          <a:prstGeom prst="bentConnector2">
            <a:avLst/>
          </a:prstGeom>
          <a:ln w="28575">
            <a:solidFill>
              <a:srgbClr val="00B0F0"/>
            </a:solidFill>
            <a:headEnd type="none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53ACC3B4-5C33-4B39-7186-7163DC0ECF1F}"/>
              </a:ext>
            </a:extLst>
          </p:cNvPr>
          <p:cNvSpPr/>
          <p:nvPr/>
        </p:nvSpPr>
        <p:spPr bwMode="auto">
          <a:xfrm>
            <a:off x="9257648" y="3168616"/>
            <a:ext cx="337343" cy="221053"/>
          </a:xfrm>
          <a:prstGeom prst="rect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98AEB0-C7AB-2F12-ACF6-28A1FBC565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1" y="585216"/>
            <a:ext cx="8396989" cy="487680"/>
          </a:xfrm>
        </p:spPr>
        <p:txBody>
          <a:bodyPr/>
          <a:lstStyle/>
          <a:p>
            <a:r>
              <a:rPr lang="es-ES" sz="3200" b="0" i="0" strike="noStrike" cap="none" baseline="0">
                <a:solidFill>
                  <a:srgbClr val="000000"/>
                </a:solidFill>
                <a:effectLst/>
                <a:latin typeface="Segoe UI Semibold"/>
                <a:ea typeface="Segoe UI Semibold"/>
                <a:cs typeface="Segoe UI Semibold"/>
              </a:rPr>
              <a:t>Traducción de voz con Azure Speech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4CC7B1-4292-4FEB-EC3F-7821B11A8C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s-ES" sz="10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© Copyright Microsoft Corporation. Todos los derechos reservados.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198E358-A937-911F-EFE2-6111F793728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/>
        </p:nvSpPr>
        <p:spPr>
          <a:xfrm>
            <a:off x="598899" y="1699451"/>
            <a:ext cx="5837530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0" indent="-457200" algn="l" defTabSz="914367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>
                <a:srgbClr val="BF3AC4">
                  <a:lumMod val="75000"/>
                </a:srgbClr>
              </a:buClr>
              <a:buSzTx/>
              <a:buFont typeface="+mj-lt"/>
              <a:buAutoNum type="arabicPeriod"/>
              <a:defRPr/>
            </a:pPr>
            <a:r>
              <a:rPr lang="es-ES" sz="2200" b="0" i="0" strike="noStrike" cap="none" baseline="0" dirty="0">
                <a:solidFill>
                  <a:srgbClr val="161616"/>
                </a:solidFill>
                <a:effectLst/>
                <a:latin typeface="Segoe UI"/>
                <a:ea typeface="Segoe UI"/>
                <a:cs typeface="Segoe UI"/>
              </a:rPr>
              <a:t>Conectarse a la API</a:t>
            </a:r>
          </a:p>
          <a:p>
            <a:pPr marL="914383" marR="0" lvl="1" indent="-457200" algn="l" defTabSz="914367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>
                <a:srgbClr val="BF3AC4">
                  <a:lumMod val="75000"/>
                </a:srgbClr>
              </a:buClr>
              <a:buSzTx/>
              <a:buFont typeface="Arial" panose="020B0604020202020204" pitchFamily="34" charset="0"/>
              <a:buChar char="•"/>
              <a:defRPr/>
            </a:pPr>
            <a:r>
              <a:rPr lang="es-ES" sz="2000" b="1" i="0" strike="noStrike" cap="none" baseline="0" dirty="0">
                <a:solidFill>
                  <a:srgbClr val="161616"/>
                </a:solidFill>
                <a:effectLst/>
                <a:latin typeface="Segoe UI"/>
                <a:ea typeface="Segoe UI"/>
                <a:cs typeface="Segoe UI"/>
              </a:rPr>
              <a:t>Punto de conexión:</a:t>
            </a:r>
          </a:p>
          <a:p>
            <a:pPr marL="1371567" marR="0" lvl="2" indent="-457200" algn="l" defTabSz="914367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>
                <a:srgbClr val="BF3AC4">
                  <a:lumMod val="75000"/>
                </a:srgbClr>
              </a:buClr>
              <a:buSzTx/>
              <a:buFont typeface="Arial" panose="020B0604020202020204" pitchFamily="34" charset="0"/>
              <a:buChar char="•"/>
              <a:defRPr/>
            </a:pPr>
            <a:r>
              <a:rPr lang="es-ES" sz="1800" b="0" i="0" strike="noStrike" cap="none" baseline="0" dirty="0">
                <a:solidFill>
                  <a:srgbClr val="161616"/>
                </a:solidFill>
                <a:effectLst/>
                <a:latin typeface="Segoe UI"/>
                <a:ea typeface="Segoe UI"/>
                <a:cs typeface="Segoe UI"/>
              </a:rPr>
              <a:t>Recurso de Microsoft </a:t>
            </a:r>
            <a:r>
              <a:rPr lang="es-ES" sz="1800" b="0" i="0" strike="noStrike" cap="none" baseline="0" dirty="0" err="1">
                <a:solidFill>
                  <a:srgbClr val="161616"/>
                </a:solidFill>
                <a:effectLst/>
                <a:latin typeface="Segoe UI"/>
                <a:ea typeface="Segoe UI"/>
                <a:cs typeface="Segoe UI"/>
              </a:rPr>
              <a:t>Foundry</a:t>
            </a:r>
            <a:r>
              <a:rPr lang="es-ES" sz="1800" b="0" i="0" strike="noStrike" cap="none" baseline="0" dirty="0">
                <a:solidFill>
                  <a:srgbClr val="161616"/>
                </a:solidFill>
                <a:effectLst/>
                <a:latin typeface="Segoe UI"/>
                <a:ea typeface="Segoe UI"/>
                <a:cs typeface="Segoe UI"/>
              </a:rPr>
              <a:t>*</a:t>
            </a:r>
          </a:p>
          <a:p>
            <a:pPr marL="1371567" marR="0" lvl="2" indent="-457200" algn="l" defTabSz="914367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>
                <a:srgbClr val="BF3AC4">
                  <a:lumMod val="75000"/>
                </a:srgbClr>
              </a:buClr>
              <a:buSzTx/>
              <a:buFont typeface="Arial" panose="020B0604020202020204" pitchFamily="34" charset="0"/>
              <a:buChar char="•"/>
              <a:defRPr/>
            </a:pPr>
            <a:r>
              <a:rPr lang="es-ES" sz="1800" b="0" i="0" strike="noStrike" cap="none" baseline="0" dirty="0">
                <a:solidFill>
                  <a:srgbClr val="161616"/>
                </a:solidFill>
                <a:effectLst/>
                <a:latin typeface="Segoe UI"/>
                <a:ea typeface="Segoe UI"/>
                <a:cs typeface="Segoe UI"/>
              </a:rPr>
              <a:t>Punto de conexión global/regional</a:t>
            </a:r>
          </a:p>
          <a:p>
            <a:pPr marL="914383" marR="0" lvl="1" indent="-457200" algn="l" defTabSz="914367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>
                <a:srgbClr val="BF3AC4">
                  <a:lumMod val="75000"/>
                </a:srgbClr>
              </a:buClr>
              <a:buSzTx/>
              <a:buFont typeface="Arial" panose="020B0604020202020204" pitchFamily="34" charset="0"/>
              <a:buChar char="•"/>
              <a:defRPr/>
            </a:pPr>
            <a:r>
              <a:rPr lang="es-ES" sz="2000" b="1" i="0" strike="noStrike" cap="none" baseline="0" dirty="0">
                <a:solidFill>
                  <a:srgbClr val="161616"/>
                </a:solidFill>
                <a:effectLst/>
                <a:latin typeface="Segoe UI"/>
                <a:ea typeface="Segoe UI"/>
                <a:cs typeface="Segoe UI"/>
              </a:rPr>
              <a:t>Credenciales:</a:t>
            </a:r>
          </a:p>
          <a:p>
            <a:pPr marL="1371567" marR="0" lvl="2" indent="-457200" algn="l" defTabSz="914367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>
                <a:srgbClr val="BF3AC4">
                  <a:lumMod val="75000"/>
                </a:srgbClr>
              </a:buClr>
              <a:buSzTx/>
              <a:buFont typeface="Arial" panose="020B0604020202020204" pitchFamily="34" charset="0"/>
              <a:buChar char="•"/>
              <a:defRPr/>
            </a:pPr>
            <a:r>
              <a:rPr lang="es-ES" sz="1800" b="0" i="0" strike="noStrike" cap="none" baseline="0" dirty="0">
                <a:solidFill>
                  <a:srgbClr val="161616"/>
                </a:solidFill>
                <a:effectLst/>
                <a:latin typeface="Segoe UI"/>
                <a:ea typeface="Segoe UI"/>
                <a:cs typeface="Segoe UI"/>
              </a:rPr>
              <a:t>Clave de API del proyecto de Microsoft </a:t>
            </a:r>
            <a:r>
              <a:rPr lang="es-ES" sz="1800" b="0" i="0" strike="noStrike" cap="none" baseline="0" dirty="0" err="1">
                <a:solidFill>
                  <a:srgbClr val="161616"/>
                </a:solidFill>
                <a:effectLst/>
                <a:latin typeface="Segoe UI"/>
                <a:ea typeface="Segoe UI"/>
                <a:cs typeface="Segoe UI"/>
              </a:rPr>
              <a:t>Foundry</a:t>
            </a:r>
            <a:endParaRPr lang="es-ES" sz="1800" b="0" i="0" strike="noStrike" cap="none" baseline="0" dirty="0">
              <a:solidFill>
                <a:srgbClr val="161616"/>
              </a:solidFill>
              <a:effectLst/>
              <a:latin typeface="Segoe UI"/>
              <a:ea typeface="Segoe UI"/>
              <a:cs typeface="Segoe UI"/>
            </a:endParaRPr>
          </a:p>
          <a:p>
            <a:pPr marL="1371567" marR="0" lvl="2" indent="-457200" algn="l" defTabSz="914367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>
                <a:srgbClr val="BF3AC4">
                  <a:lumMod val="75000"/>
                </a:srgbClr>
              </a:buClr>
              <a:buSzTx/>
              <a:buFont typeface="Arial" panose="020B0604020202020204" pitchFamily="34" charset="0"/>
              <a:buChar char="•"/>
              <a:defRPr/>
            </a:pPr>
            <a:r>
              <a:rPr lang="es-ES" sz="1800" b="0" i="0" strike="noStrike" cap="none" baseline="0" dirty="0">
                <a:solidFill>
                  <a:srgbClr val="161616"/>
                </a:solidFill>
                <a:effectLst/>
                <a:latin typeface="Segoe UI"/>
                <a:ea typeface="Segoe UI"/>
                <a:cs typeface="Segoe UI"/>
              </a:rPr>
              <a:t>Microsoft Entra ID</a:t>
            </a:r>
          </a:p>
          <a:p>
            <a:pPr marL="457200" marR="0" lvl="0" indent="-457200" algn="l" defTabSz="914367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>
                <a:srgbClr val="BF3AC4">
                  <a:lumMod val="75000"/>
                </a:srgbClr>
              </a:buClr>
              <a:buSzTx/>
              <a:buFont typeface="+mj-lt"/>
              <a:buAutoNum type="arabicPeriod"/>
              <a:defRPr/>
            </a:pPr>
            <a:r>
              <a:rPr lang="es-ES" sz="2000" b="0" i="0" strike="noStrike" cap="none" baseline="0" dirty="0">
                <a:solidFill>
                  <a:srgbClr val="161616"/>
                </a:solidFill>
                <a:effectLst/>
                <a:latin typeface="Segoe UI"/>
                <a:ea typeface="Segoe UI"/>
                <a:cs typeface="Segoe UI"/>
              </a:rPr>
              <a:t>Crear un objeto </a:t>
            </a:r>
            <a:r>
              <a:rPr lang="es-ES" sz="2000" b="0" i="1" strike="noStrike" cap="none" baseline="0" dirty="0" err="1">
                <a:solidFill>
                  <a:srgbClr val="161616"/>
                </a:solidFill>
                <a:effectLst/>
                <a:latin typeface="Segoe UI"/>
                <a:ea typeface="Segoe UI"/>
                <a:cs typeface="Segoe UI"/>
              </a:rPr>
              <a:t>SpeechTranslationConfig</a:t>
            </a:r>
            <a:br>
              <a:rPr lang="es-ES" sz="2000" i="1" dirty="0">
                <a:solidFill>
                  <a:srgbClr val="161616"/>
                </a:solidFill>
                <a:latin typeface="Segoe UI"/>
                <a:ea typeface="Segoe UI"/>
                <a:cs typeface="Segoe UI"/>
              </a:rPr>
            </a:br>
            <a:r>
              <a:rPr lang="es-ES" sz="2000" b="0" i="0" strike="noStrike" cap="none" baseline="0" dirty="0">
                <a:solidFill>
                  <a:srgbClr val="161616"/>
                </a:solidFill>
                <a:effectLst/>
                <a:latin typeface="Segoe UI"/>
                <a:ea typeface="Segoe UI"/>
                <a:cs typeface="Segoe UI"/>
              </a:rPr>
              <a:t>para la conexión</a:t>
            </a:r>
          </a:p>
          <a:p>
            <a:pPr marL="457200" indent="-457200">
              <a:spcAft>
                <a:spcPts val="600"/>
              </a:spcAft>
              <a:buClr>
                <a:srgbClr val="BF3AC4">
                  <a:lumMod val="75000"/>
                </a:srgbClr>
              </a:buClr>
              <a:buFont typeface="+mj-lt"/>
              <a:buAutoNum type="arabicPeriod"/>
            </a:pPr>
            <a:r>
              <a:rPr lang="es-ES" sz="2000" b="0" i="0" strike="noStrike" cap="none" baseline="0" dirty="0">
                <a:solidFill>
                  <a:srgbClr val="161616"/>
                </a:solidFill>
                <a:effectLst/>
                <a:latin typeface="Segoe UI"/>
                <a:ea typeface="Segoe UI"/>
                <a:cs typeface="Segoe UI"/>
              </a:rPr>
              <a:t>Usar el objeto </a:t>
            </a:r>
            <a:r>
              <a:rPr lang="es-ES" sz="2000" b="0" i="1" strike="noStrike" cap="none" baseline="0" dirty="0" err="1">
                <a:solidFill>
                  <a:srgbClr val="161616"/>
                </a:solidFill>
                <a:effectLst/>
                <a:latin typeface="Segoe UI"/>
                <a:ea typeface="Segoe UI"/>
                <a:cs typeface="Segoe UI"/>
              </a:rPr>
              <a:t>TranslationRecognizer</a:t>
            </a:r>
            <a:r>
              <a:rPr lang="es-ES" sz="2000" b="0" i="0" strike="noStrike" cap="none" baseline="0" dirty="0">
                <a:solidFill>
                  <a:srgbClr val="161616"/>
                </a:solidFill>
                <a:effectLst/>
                <a:latin typeface="Segoe UI"/>
                <a:ea typeface="Segoe UI"/>
                <a:cs typeface="Segoe UI"/>
              </a:rPr>
              <a:t> para</a:t>
            </a:r>
            <a:br>
              <a:rPr lang="es-ES" sz="2000" b="0" i="0" strike="noStrike" cap="none" baseline="0" dirty="0">
                <a:solidFill>
                  <a:srgbClr val="161616"/>
                </a:solidFill>
                <a:effectLst/>
                <a:latin typeface="Segoe UI"/>
                <a:ea typeface="Segoe UI"/>
                <a:cs typeface="Segoe UI"/>
              </a:rPr>
            </a:br>
            <a:r>
              <a:rPr lang="es-ES" sz="2000" b="0" i="0" strike="noStrike" cap="none" baseline="0" dirty="0">
                <a:solidFill>
                  <a:srgbClr val="161616"/>
                </a:solidFill>
                <a:effectLst/>
                <a:latin typeface="Segoe UI"/>
                <a:ea typeface="Segoe UI"/>
                <a:cs typeface="Segoe UI"/>
              </a:rPr>
              <a:t>las operaciones de traducción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9681A10-3A61-923F-6DEB-9B4D32FA8060}"/>
              </a:ext>
            </a:extLst>
          </p:cNvPr>
          <p:cNvSpPr/>
          <p:nvPr/>
        </p:nvSpPr>
        <p:spPr bwMode="auto">
          <a:xfrm>
            <a:off x="10342045" y="4489450"/>
            <a:ext cx="174516" cy="31205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1200" cap="none" spc="0" normalizeH="0" baseline="0" noProof="0" err="1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Segoe UI"/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23" name="Graphic 22">
            <a:extLst>
              <a:ext uri="{FF2B5EF4-FFF2-40B4-BE49-F238E27FC236}">
                <a16:creationId xmlns:a16="http://schemas.microsoft.com/office/drawing/2014/main" id="{9AE88547-A8F9-F4A9-449E-941A746DC5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58513" y="2331443"/>
            <a:ext cx="515253" cy="513357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C4F119CD-3B08-7211-8AB2-1CD72F3C0393}"/>
              </a:ext>
            </a:extLst>
          </p:cNvPr>
          <p:cNvSpPr txBox="1"/>
          <p:nvPr/>
        </p:nvSpPr>
        <p:spPr>
          <a:xfrm>
            <a:off x="6659348" y="2133119"/>
            <a:ext cx="1429609" cy="18470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s-ES" sz="1200" b="0" i="0" strike="noStrike" cap="none" baseline="0">
                <a:solidFill>
                  <a:srgbClr val="000000"/>
                </a:solidFill>
                <a:effectLst/>
                <a:latin typeface="Segoe UI Semibold"/>
                <a:ea typeface="Segoe UI Semibold"/>
                <a:cs typeface="Segoe UI Semibold"/>
              </a:rPr>
              <a:t>Punto de conexión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E659075-B12D-57D1-59A0-1F056DAF549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/>
        </p:nvSpPr>
        <p:spPr>
          <a:xfrm>
            <a:off x="7219556" y="2415979"/>
            <a:ext cx="4421089" cy="57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s-ES" sz="1600" b="0" i="1" strike="noStrike" cap="none" baseline="0">
                <a:solidFill>
                  <a:srgbClr val="161616"/>
                </a:solidFill>
                <a:effectLst/>
                <a:latin typeface="SFMono-Regular"/>
                <a:ea typeface="SFMono-Regular"/>
                <a:cs typeface="SFMono-Regular"/>
              </a:rPr>
              <a:t>https://{foundry_resource}.services.ai.azure.com/</a:t>
            </a:r>
            <a:endParaRPr kumimoji="0" lang="en-US" sz="160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5DF72D8B-5DE6-1015-9CEE-DB623E5DA781}"/>
              </a:ext>
            </a:extLst>
          </p:cNvPr>
          <p:cNvGrpSpPr/>
          <p:nvPr/>
        </p:nvGrpSpPr>
        <p:grpSpPr>
          <a:xfrm>
            <a:off x="8790742" y="4635399"/>
            <a:ext cx="1347382" cy="1416708"/>
            <a:chOff x="9069933" y="5258633"/>
            <a:chExt cx="1030507" cy="1083527"/>
          </a:xfrm>
        </p:grpSpPr>
        <p:sp>
          <p:nvSpPr>
            <p:cNvPr id="53" name="Rectangle: Top Corners Snipped 52">
              <a:extLst>
                <a:ext uri="{FF2B5EF4-FFF2-40B4-BE49-F238E27FC236}">
                  <a16:creationId xmlns:a16="http://schemas.microsoft.com/office/drawing/2014/main" id="{1DD894FB-93FD-7A62-A8EF-081A50F1C9DA}"/>
                </a:ext>
              </a:extLst>
            </p:cNvPr>
            <p:cNvSpPr/>
            <p:nvPr/>
          </p:nvSpPr>
          <p:spPr bwMode="auto">
            <a:xfrm>
              <a:off x="9246530" y="5820280"/>
              <a:ext cx="681208" cy="382092"/>
            </a:xfrm>
            <a:prstGeom prst="snip2SameRect">
              <a:avLst>
                <a:gd name="adj1" fmla="val 50000"/>
                <a:gd name="adj2" fmla="val 0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2400" b="0" i="0" u="none" strike="noStrike" kern="1200" cap="none" spc="0" normalizeH="0" baseline="0" noProof="0" err="1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80F411EF-8E26-7F37-59F1-D2CBEAC458CB}"/>
                </a:ext>
              </a:extLst>
            </p:cNvPr>
            <p:cNvSpPr/>
            <p:nvPr/>
          </p:nvSpPr>
          <p:spPr bwMode="auto">
            <a:xfrm>
              <a:off x="9495600" y="5723741"/>
              <a:ext cx="189440" cy="152254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2400" b="0" i="0" u="none" strike="noStrike" kern="1200" cap="none" spc="0" normalizeH="0" baseline="0" noProof="0" err="1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E6E7CDF5-EA53-CC45-04D9-AC3D7B2B8C5C}"/>
                </a:ext>
              </a:extLst>
            </p:cNvPr>
            <p:cNvSpPr/>
            <p:nvPr/>
          </p:nvSpPr>
          <p:spPr bwMode="auto">
            <a:xfrm>
              <a:off x="9427033" y="6052458"/>
              <a:ext cx="310635" cy="246453"/>
            </a:xfrm>
            <a:prstGeom prst="rect">
              <a:avLst/>
            </a:prstGeom>
            <a:solidFill>
              <a:schemeClr val="bg1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2400" b="0" i="0" u="none" strike="noStrike" kern="1200" cap="none" spc="0" normalizeH="0" baseline="0" noProof="0" err="1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74A48385-57C8-9DC0-2F77-0EB7B5629137}"/>
                </a:ext>
              </a:extLst>
            </p:cNvPr>
            <p:cNvSpPr/>
            <p:nvPr/>
          </p:nvSpPr>
          <p:spPr bwMode="auto">
            <a:xfrm>
              <a:off x="9450285" y="5442620"/>
              <a:ext cx="287383" cy="338554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2400" b="0" i="0" u="none" strike="noStrike" kern="1200" cap="none" spc="0" normalizeH="0" baseline="0" noProof="0" err="1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pic>
          <p:nvPicPr>
            <p:cNvPr id="57" name="Graphic 56" descr="Programmer male with solid fill">
              <a:extLst>
                <a:ext uri="{FF2B5EF4-FFF2-40B4-BE49-F238E27FC236}">
                  <a16:creationId xmlns:a16="http://schemas.microsoft.com/office/drawing/2014/main" id="{74983717-DDDD-38CA-8B95-C280FD8B7FB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069933" y="5258633"/>
              <a:ext cx="1030507" cy="1083527"/>
            </a:xfrm>
            <a:prstGeom prst="rect">
              <a:avLst/>
            </a:prstGeom>
          </p:spPr>
        </p:pic>
      </p:grpSp>
      <p:pic>
        <p:nvPicPr>
          <p:cNvPr id="28" name="Graphic 27" descr="Employee badge with solid fill">
            <a:extLst>
              <a:ext uri="{FF2B5EF4-FFF2-40B4-BE49-F238E27FC236}">
                <a16:creationId xmlns:a16="http://schemas.microsoft.com/office/drawing/2014/main" id="{F634FAB5-D1A8-21D8-2700-F4A28F08A15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973331" y="4234485"/>
            <a:ext cx="648160" cy="681508"/>
          </a:xfrm>
          <a:prstGeom prst="rect">
            <a:avLst/>
          </a:prstGeom>
        </p:spPr>
      </p:pic>
      <p:pic>
        <p:nvPicPr>
          <p:cNvPr id="29" name="Graphic 28" descr="Key with solid fill">
            <a:extLst>
              <a:ext uri="{FF2B5EF4-FFF2-40B4-BE49-F238E27FC236}">
                <a16:creationId xmlns:a16="http://schemas.microsoft.com/office/drawing/2014/main" id="{64820243-01B7-4A1F-3F2A-F07649296DF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06004" y="4233467"/>
            <a:ext cx="648160" cy="681508"/>
          </a:xfrm>
          <a:prstGeom prst="rect">
            <a:avLst/>
          </a:prstGeom>
        </p:spPr>
      </p:pic>
      <p:cxnSp>
        <p:nvCxnSpPr>
          <p:cNvPr id="30" name="Straight Arrow Connector 1048">
            <a:extLst>
              <a:ext uri="{FF2B5EF4-FFF2-40B4-BE49-F238E27FC236}">
                <a16:creationId xmlns:a16="http://schemas.microsoft.com/office/drawing/2014/main" id="{7ABC7B4F-39AF-5DFF-DC8F-221D2363008F}"/>
              </a:ext>
            </a:extLst>
          </p:cNvPr>
          <p:cNvCxnSpPr>
            <a:stCxn id="53" idx="2"/>
          </p:cNvCxnSpPr>
          <p:nvPr/>
        </p:nvCxnSpPr>
        <p:spPr>
          <a:xfrm rot="10800000">
            <a:off x="8636550" y="4731587"/>
            <a:ext cx="385093" cy="887957"/>
          </a:xfrm>
          <a:prstGeom prst="bentConnector2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1048">
            <a:extLst>
              <a:ext uri="{FF2B5EF4-FFF2-40B4-BE49-F238E27FC236}">
                <a16:creationId xmlns:a16="http://schemas.microsoft.com/office/drawing/2014/main" id="{793D84EC-DB6D-9BC6-3779-B657CACBF16C}"/>
              </a:ext>
            </a:extLst>
          </p:cNvPr>
          <p:cNvCxnSpPr>
            <a:stCxn id="53" idx="0"/>
            <a:endCxn id="28" idx="2"/>
          </p:cNvCxnSpPr>
          <p:nvPr/>
        </p:nvCxnSpPr>
        <p:spPr>
          <a:xfrm flipV="1">
            <a:off x="9912318" y="4915993"/>
            <a:ext cx="385093" cy="703550"/>
          </a:xfrm>
          <a:prstGeom prst="bentConnector2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C2E621F8-D63A-A489-4516-22189B491F35}"/>
              </a:ext>
            </a:extLst>
          </p:cNvPr>
          <p:cNvSpPr txBox="1"/>
          <p:nvPr/>
        </p:nvSpPr>
        <p:spPr>
          <a:xfrm>
            <a:off x="8176394" y="4158601"/>
            <a:ext cx="966835" cy="18470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s-ES" sz="1200" b="0" i="0" strike="noStrike" cap="none" baseline="0">
                <a:solidFill>
                  <a:srgbClr val="000000"/>
                </a:solidFill>
                <a:effectLst/>
                <a:latin typeface="Segoe UI Semibold"/>
                <a:ea typeface="Segoe UI Semibold"/>
                <a:cs typeface="Segoe UI Semibold"/>
              </a:rPr>
              <a:t>Clave de API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2DC4B77-4336-4C29-CF20-4EDC5136C830}"/>
              </a:ext>
            </a:extLst>
          </p:cNvPr>
          <p:cNvSpPr txBox="1"/>
          <p:nvPr/>
        </p:nvSpPr>
        <p:spPr>
          <a:xfrm>
            <a:off x="8639249" y="3572441"/>
            <a:ext cx="1904634" cy="184709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s-ES" sz="1200" b="0" i="0" strike="noStrike" cap="none" baseline="0">
                <a:solidFill>
                  <a:srgbClr val="000000"/>
                </a:solidFill>
                <a:effectLst/>
                <a:latin typeface="Segoe UI Semibold"/>
                <a:ea typeface="Segoe UI Semibold"/>
                <a:cs typeface="Segoe UI Semibold"/>
              </a:rPr>
              <a:t>SpeechTranslationConfig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 Semibold"/>
              <a:ea typeface="+mn-ea"/>
              <a:cs typeface="+mn-cs"/>
            </a:endParaRP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00F8F308-46F9-7D82-10CD-64DFDDA02800}"/>
              </a:ext>
            </a:extLst>
          </p:cNvPr>
          <p:cNvGrpSpPr/>
          <p:nvPr/>
        </p:nvGrpSpPr>
        <p:grpSpPr>
          <a:xfrm>
            <a:off x="8450595" y="841253"/>
            <a:ext cx="1461723" cy="1469228"/>
            <a:chOff x="7099202" y="2357199"/>
            <a:chExt cx="916211" cy="875852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D55D97A7-DD48-7F8C-9AC5-FBEE7C55D706}"/>
                </a:ext>
              </a:extLst>
            </p:cNvPr>
            <p:cNvSpPr/>
            <p:nvPr/>
          </p:nvSpPr>
          <p:spPr bwMode="auto">
            <a:xfrm>
              <a:off x="7320947" y="2651342"/>
              <a:ext cx="694466" cy="581709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7030A0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2400" b="0" i="0" u="none" strike="noStrike" kern="1200" cap="none" spc="0" normalizeH="0" baseline="0" noProof="0" err="1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pic>
          <p:nvPicPr>
            <p:cNvPr id="51" name="Picture 50">
              <a:extLst>
                <a:ext uri="{FF2B5EF4-FFF2-40B4-BE49-F238E27FC236}">
                  <a16:creationId xmlns:a16="http://schemas.microsoft.com/office/drawing/2014/main" id="{A529ABF1-D9E1-6A6B-AE72-2F5C9B288BE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099202" y="2357199"/>
              <a:ext cx="549437" cy="588287"/>
            </a:xfrm>
            <a:prstGeom prst="rect">
              <a:avLst/>
            </a:prstGeom>
          </p:spPr>
        </p:pic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2DF95E82-C364-D4A9-524A-DF0A2405E62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439580" y="2731882"/>
              <a:ext cx="457200" cy="434828"/>
            </a:xfrm>
            <a:prstGeom prst="rect">
              <a:avLst/>
            </a:prstGeom>
          </p:spPr>
        </p:pic>
      </p:grpSp>
      <p:sp>
        <p:nvSpPr>
          <p:cNvPr id="63" name="TextBox 62">
            <a:extLst>
              <a:ext uri="{FF2B5EF4-FFF2-40B4-BE49-F238E27FC236}">
                <a16:creationId xmlns:a16="http://schemas.microsoft.com/office/drawing/2014/main" id="{73258ECD-5442-83C2-7983-50798E633DBF}"/>
              </a:ext>
            </a:extLst>
          </p:cNvPr>
          <p:cNvSpPr txBox="1"/>
          <p:nvPr/>
        </p:nvSpPr>
        <p:spPr>
          <a:xfrm>
            <a:off x="9870531" y="4144404"/>
            <a:ext cx="1379228" cy="18470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s-ES" sz="1200" b="0" i="0" strike="noStrike" cap="none" baseline="0">
                <a:solidFill>
                  <a:srgbClr val="000000"/>
                </a:solidFill>
                <a:effectLst/>
                <a:latin typeface="Segoe UI Semibold"/>
                <a:ea typeface="Segoe UI Semibold"/>
                <a:cs typeface="Segoe UI Semibold"/>
              </a:rPr>
              <a:t>Microsoft Entra ID</a:t>
            </a:r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A28A96F6-9F19-B7D5-285E-F5653EA060E6}"/>
              </a:ext>
            </a:extLst>
          </p:cNvPr>
          <p:cNvGrpSpPr/>
          <p:nvPr/>
        </p:nvGrpSpPr>
        <p:grpSpPr>
          <a:xfrm>
            <a:off x="8986060" y="3625709"/>
            <a:ext cx="855812" cy="855814"/>
            <a:chOff x="5750484" y="3034642"/>
            <a:chExt cx="855812" cy="855814"/>
          </a:xfrm>
        </p:grpSpPr>
        <p:pic>
          <p:nvPicPr>
            <p:cNvPr id="61" name="Graphic 60" descr="Speech with solid fill">
              <a:extLst>
                <a:ext uri="{FF2B5EF4-FFF2-40B4-BE49-F238E27FC236}">
                  <a16:creationId xmlns:a16="http://schemas.microsoft.com/office/drawing/2014/main" id="{B3154F0E-F08B-CD12-2D65-49534238473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5750484" y="3034642"/>
              <a:ext cx="855812" cy="855814"/>
            </a:xfrm>
            <a:prstGeom prst="rect">
              <a:avLst/>
            </a:prstGeom>
          </p:spPr>
        </p:pic>
        <p:pic>
          <p:nvPicPr>
            <p:cNvPr id="59" name="Graphic 58" descr="Single gear with solid fill">
              <a:extLst>
                <a:ext uri="{FF2B5EF4-FFF2-40B4-BE49-F238E27FC236}">
                  <a16:creationId xmlns:a16="http://schemas.microsoft.com/office/drawing/2014/main" id="{44D161D1-B8B6-FEC6-9734-D7325AB3C1A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6129873" y="3154106"/>
              <a:ext cx="295108" cy="295110"/>
            </a:xfrm>
            <a:prstGeom prst="rect">
              <a:avLst/>
            </a:prstGeom>
          </p:spPr>
        </p:pic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72031E44-B0C5-912D-CB5A-AE1874FDDF60}"/>
                </a:ext>
              </a:extLst>
            </p:cNvPr>
            <p:cNvGrpSpPr/>
            <p:nvPr/>
          </p:nvGrpSpPr>
          <p:grpSpPr>
            <a:xfrm>
              <a:off x="5906222" y="3224134"/>
              <a:ext cx="426323" cy="396581"/>
              <a:chOff x="4575454" y="1355599"/>
              <a:chExt cx="789033" cy="715316"/>
            </a:xfrm>
            <a:solidFill>
              <a:schemeClr val="bg1"/>
            </a:solidFill>
          </p:grpSpPr>
          <p:pic>
            <p:nvPicPr>
              <p:cNvPr id="64" name="Graphic 63" descr="Key with solid fill">
                <a:extLst>
                  <a:ext uri="{FF2B5EF4-FFF2-40B4-BE49-F238E27FC236}">
                    <a16:creationId xmlns:a16="http://schemas.microsoft.com/office/drawing/2014/main" id="{7E86834C-AE36-1AE8-4880-21353986327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 rot="18959996">
                <a:off x="4791643" y="1498079"/>
                <a:ext cx="572844" cy="572836"/>
              </a:xfrm>
              <a:prstGeom prst="rect">
                <a:avLst/>
              </a:prstGeom>
            </p:spPr>
          </p:pic>
          <p:pic>
            <p:nvPicPr>
              <p:cNvPr id="65" name="Graphic 64" descr="World with solid fill">
                <a:extLst>
                  <a:ext uri="{FF2B5EF4-FFF2-40B4-BE49-F238E27FC236}">
                    <a16:creationId xmlns:a16="http://schemas.microsoft.com/office/drawing/2014/main" id="{55575281-B11F-7B84-1A2E-3A117A2795C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4575454" y="1355599"/>
                <a:ext cx="486185" cy="486186"/>
              </a:xfrm>
              <a:prstGeom prst="rect">
                <a:avLst/>
              </a:prstGeom>
            </p:spPr>
          </p:pic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2FA62F66-9277-21AF-4E95-4A8134B44FCF}"/>
              </a:ext>
            </a:extLst>
          </p:cNvPr>
          <p:cNvSpPr txBox="1"/>
          <p:nvPr/>
        </p:nvSpPr>
        <p:spPr>
          <a:xfrm>
            <a:off x="8821435" y="6550227"/>
            <a:ext cx="3832066" cy="18470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s-ES" sz="12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* </a:t>
            </a:r>
            <a:r>
              <a:rPr lang="es-ES" sz="1200" b="0" i="1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también se admite cognitiveservices.azure.com</a:t>
            </a:r>
            <a:endParaRPr lang="en-US" sz="12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DFC1668-9799-9513-6A27-F3ECB59F0461}"/>
              </a:ext>
            </a:extLst>
          </p:cNvPr>
          <p:cNvSpPr txBox="1"/>
          <p:nvPr/>
        </p:nvSpPr>
        <p:spPr>
          <a:xfrm>
            <a:off x="8630084" y="2933547"/>
            <a:ext cx="1692488" cy="184709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s-ES" sz="1200" b="0" i="0" strike="noStrike" cap="none" baseline="0">
                <a:solidFill>
                  <a:srgbClr val="000000"/>
                </a:solidFill>
                <a:effectLst/>
                <a:latin typeface="Segoe UI Semibold"/>
                <a:ea typeface="Segoe UI Semibold"/>
                <a:cs typeface="Segoe UI Semibold"/>
              </a:rPr>
              <a:t>TranslationRecognizer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 Semibold"/>
              <a:ea typeface="+mn-ea"/>
              <a:cs typeface="+mn-cs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51D11162-16E4-E416-9DB9-5F111A600F9A}"/>
              </a:ext>
            </a:extLst>
          </p:cNvPr>
          <p:cNvGrpSpPr/>
          <p:nvPr/>
        </p:nvGrpSpPr>
        <p:grpSpPr>
          <a:xfrm>
            <a:off x="9083150" y="2988819"/>
            <a:ext cx="661866" cy="661866"/>
            <a:chOff x="5638800" y="2971800"/>
            <a:chExt cx="914400" cy="914400"/>
          </a:xfrm>
        </p:grpSpPr>
        <p:pic>
          <p:nvPicPr>
            <p:cNvPr id="6" name="Graphic 5" descr="Chat with solid fill">
              <a:extLst>
                <a:ext uri="{FF2B5EF4-FFF2-40B4-BE49-F238E27FC236}">
                  <a16:creationId xmlns:a16="http://schemas.microsoft.com/office/drawing/2014/main" id="{7C1AEA27-1EF2-53AF-B3A3-FF92B8F2565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5638800" y="2971800"/>
              <a:ext cx="914400" cy="914400"/>
            </a:xfrm>
            <a:prstGeom prst="rect">
              <a:avLst/>
            </a:prstGeom>
          </p:spPr>
        </p:pic>
        <p:pic>
          <p:nvPicPr>
            <p:cNvPr id="7" name="Graphic 6" descr="Earth globe: Americas with solid fill">
              <a:extLst>
                <a:ext uri="{FF2B5EF4-FFF2-40B4-BE49-F238E27FC236}">
                  <a16:creationId xmlns:a16="http://schemas.microsoft.com/office/drawing/2014/main" id="{D19547F9-9025-B19E-50F4-20D1EEDB121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6115533" y="3317560"/>
              <a:ext cx="238926" cy="23892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11051739"/>
      </p:ext>
    </p:extLst>
  </p:cSld>
  <p:clrMapOvr>
    <a:masterClrMapping/>
  </p:clrMapOvr>
  <p:transition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54EC178E-B1B9-7F37-48FC-C44E16A15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11013474" cy="487680"/>
          </a:xfrm>
        </p:spPr>
        <p:txBody>
          <a:bodyPr/>
          <a:lstStyle/>
          <a:p>
            <a:r>
              <a:rPr lang="es-ES" sz="3200" b="0" i="0" strike="noStrike" cap="none" baseline="0">
                <a:solidFill>
                  <a:srgbClr val="000000"/>
                </a:solidFill>
                <a:effectLst/>
                <a:latin typeface="Segoe UI Semibold"/>
                <a:ea typeface="Segoe UI Semibold"/>
                <a:cs typeface="Segoe UI Semibold"/>
              </a:rPr>
              <a:t>Síntesis de traducciones de voz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0B278A6-7C8B-8F88-2337-478D781A2F1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00645" y="1415143"/>
            <a:ext cx="5778711" cy="4165243"/>
          </a:xfrm>
        </p:spPr>
        <p:txBody>
          <a:bodyPr/>
          <a:lstStyle/>
          <a:p>
            <a:pPr marL="0" indent="0">
              <a:spcBef>
                <a:spcPts val="1200"/>
              </a:spcBef>
              <a:buNone/>
            </a:pPr>
            <a:r>
              <a:rPr lang="es-ES" sz="2200" b="0" i="0" strike="noStrike" cap="none" baseline="0" dirty="0">
                <a:solidFill>
                  <a:srgbClr val="000000"/>
                </a:solidFill>
                <a:effectLst/>
                <a:latin typeface="Segoe UI Semibold"/>
                <a:ea typeface="Segoe UI Semibold"/>
                <a:cs typeface="Segoe UI Semibold"/>
              </a:rPr>
              <a:t>Síntesis basada en eventos</a:t>
            </a:r>
          </a:p>
          <a:p>
            <a:pPr marL="342900" lvl="1" indent="-228600">
              <a:spcBef>
                <a:spcPts val="2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s-ES" sz="18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Solo se admite para la traducción 1:1</a:t>
            </a:r>
            <a:br>
              <a:rPr lang="es-ES" sz="18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</a:br>
            <a:r>
              <a:rPr lang="es-ES" sz="18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(a un único idioma de destino).</a:t>
            </a:r>
          </a:p>
          <a:p>
            <a:pPr marL="342900" lvl="1" indent="-228600">
              <a:spcBef>
                <a:spcPts val="2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s-ES" sz="18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Especificar la voz deseada en </a:t>
            </a:r>
            <a:r>
              <a:rPr lang="es-ES" sz="1800" b="1" i="0" strike="noStrike" cap="none" baseline="0" dirty="0" err="1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TranslationConfig</a:t>
            </a:r>
            <a:endParaRPr lang="en-US" sz="1800" b="1" dirty="0"/>
          </a:p>
          <a:p>
            <a:pPr marL="342900" lvl="1" indent="-228600">
              <a:spcBef>
                <a:spcPts val="2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s-ES" sz="18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Usar el evento </a:t>
            </a:r>
            <a:r>
              <a:rPr lang="es-ES" sz="1800" b="0" i="1" strike="noStrike" cap="none" baseline="0" dirty="0" err="1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Synthesizing</a:t>
            </a:r>
            <a:r>
              <a:rPr lang="es-ES" sz="18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 para recuperar</a:t>
            </a:r>
            <a:br>
              <a:rPr lang="es-ES" sz="18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</a:br>
            <a:r>
              <a:rPr lang="es-ES" sz="18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la secuencia de audio</a:t>
            </a:r>
          </a:p>
          <a:p>
            <a:pPr marL="342900" lvl="2" indent="-228600">
              <a:spcBef>
                <a:spcPts val="2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s-ES" sz="18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Crear un controlador de eventos y usar </a:t>
            </a:r>
            <a:r>
              <a:rPr lang="es-ES" sz="1800" b="0" i="1" strike="noStrike" cap="none" baseline="0" dirty="0" err="1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Result.GetAudio</a:t>
            </a:r>
            <a:r>
              <a:rPr lang="es-ES" sz="1800" b="0" i="1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()</a:t>
            </a:r>
            <a:r>
              <a:rPr lang="es-ES" sz="18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 para recuperar la secuencia de bytes</a:t>
            </a:r>
          </a:p>
          <a:p>
            <a:pPr marL="114300" lvl="2" indent="0">
              <a:spcBef>
                <a:spcPts val="200"/>
              </a:spcBef>
              <a:spcAft>
                <a:spcPts val="400"/>
              </a:spcAft>
              <a:buNone/>
            </a:pPr>
            <a:endParaRPr lang="en-US" sz="500" dirty="0"/>
          </a:p>
          <a:p>
            <a:pPr marL="0" indent="0">
              <a:spcBef>
                <a:spcPts val="1200"/>
              </a:spcBef>
              <a:buNone/>
            </a:pPr>
            <a:r>
              <a:rPr lang="es-ES" sz="2200" b="0" i="0" strike="noStrike" cap="none" baseline="0" dirty="0">
                <a:solidFill>
                  <a:srgbClr val="000000"/>
                </a:solidFill>
                <a:effectLst/>
                <a:latin typeface="Segoe UI Semibold"/>
                <a:ea typeface="Segoe UI Semibold"/>
                <a:cs typeface="Segoe UI Semibold"/>
              </a:rPr>
              <a:t>Síntesis manual</a:t>
            </a:r>
          </a:p>
          <a:p>
            <a:pPr marL="342900" lvl="1" indent="-228600">
              <a:spcBef>
                <a:spcPts val="2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s-ES" sz="18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Úsela para varios idiomas de destino.</a:t>
            </a:r>
          </a:p>
          <a:p>
            <a:pPr marL="342900" lvl="1" indent="-228600">
              <a:spcBef>
                <a:spcPts val="2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s-ES" sz="18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Traduzca a texto y use la API Text </a:t>
            </a:r>
            <a:r>
              <a:rPr lang="es-ES" sz="1800" b="0" i="0" strike="noStrike" cap="none" baseline="0" dirty="0" err="1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to</a:t>
            </a:r>
            <a:r>
              <a:rPr lang="es-ES" sz="18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 Speech para sintetizar cada traducción en los resultados.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0F5E89-9A32-1A66-7D02-061A958361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defTabSz="914367">
              <a:defRPr/>
            </a:pPr>
            <a:r>
              <a:rPr lang="es-ES" sz="10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© Copyright Microsoft Corporation. Todos los derechos reservados.</a:t>
            </a:r>
          </a:p>
        </p:txBody>
      </p:sp>
      <p:grpSp>
        <p:nvGrpSpPr>
          <p:cNvPr id="152" name="Group 151">
            <a:extLst>
              <a:ext uri="{FF2B5EF4-FFF2-40B4-BE49-F238E27FC236}">
                <a16:creationId xmlns:a16="http://schemas.microsoft.com/office/drawing/2014/main" id="{D9361D63-029C-A1C7-DD75-DB70F199FF15}"/>
              </a:ext>
            </a:extLst>
          </p:cNvPr>
          <p:cNvGrpSpPr/>
          <p:nvPr/>
        </p:nvGrpSpPr>
        <p:grpSpPr>
          <a:xfrm>
            <a:off x="6640286" y="3887503"/>
            <a:ext cx="5355771" cy="2287109"/>
            <a:chOff x="6640286" y="3887503"/>
            <a:chExt cx="5355771" cy="2287109"/>
          </a:xfrm>
        </p:grpSpPr>
        <p:sp>
          <p:nvSpPr>
            <p:cNvPr id="140" name="Rectangle 139">
              <a:extLst>
                <a:ext uri="{FF2B5EF4-FFF2-40B4-BE49-F238E27FC236}">
                  <a16:creationId xmlns:a16="http://schemas.microsoft.com/office/drawing/2014/main" id="{2FA20699-A1CF-C2C5-7C04-E056F09A3587}"/>
                </a:ext>
              </a:extLst>
            </p:cNvPr>
            <p:cNvSpPr/>
            <p:nvPr/>
          </p:nvSpPr>
          <p:spPr bwMode="auto">
            <a:xfrm>
              <a:off x="6640286" y="3887503"/>
              <a:ext cx="5355771" cy="228710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2400" err="1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endParaRPr>
            </a:p>
          </p:txBody>
        </p:sp>
        <p:grpSp>
          <p:nvGrpSpPr>
            <p:cNvPr id="137" name="Group 136">
              <a:extLst>
                <a:ext uri="{FF2B5EF4-FFF2-40B4-BE49-F238E27FC236}">
                  <a16:creationId xmlns:a16="http://schemas.microsoft.com/office/drawing/2014/main" id="{3418C7DF-FA1C-F293-9440-1ADDF2D4E6F4}"/>
                </a:ext>
              </a:extLst>
            </p:cNvPr>
            <p:cNvGrpSpPr/>
            <p:nvPr/>
          </p:nvGrpSpPr>
          <p:grpSpPr>
            <a:xfrm>
              <a:off x="6797440" y="3927775"/>
              <a:ext cx="5117169" cy="2184849"/>
              <a:chOff x="6742909" y="4522642"/>
              <a:chExt cx="5117169" cy="2184849"/>
            </a:xfrm>
          </p:grpSpPr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EDF825F-14D6-D33C-DD4D-DABC5A89C2C2}"/>
                  </a:ext>
                </a:extLst>
              </p:cNvPr>
              <p:cNvSpPr txBox="1"/>
              <p:nvPr/>
            </p:nvSpPr>
            <p:spPr>
              <a:xfrm>
                <a:off x="9664842" y="5944809"/>
                <a:ext cx="1468691" cy="18470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>
                <a:defPPr>
                  <a:defRPr lang="en-US"/>
                </a:defPPr>
                <a:lvl1pPr marR="0" lvl="0" indent="0" fontAlgn="auto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sz="12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Segoe UI Semibold"/>
                  </a:defRPr>
                </a:lvl1pPr>
              </a:lstStyle>
              <a:p>
                <a:r>
                  <a:rPr lang="es-ES" sz="1200" b="0" i="0" strike="noStrike" cap="none" baseline="0">
                    <a:solidFill>
                      <a:srgbClr val="000000"/>
                    </a:solidFill>
                    <a:effectLst/>
                    <a:latin typeface="Segoe UI Semibold"/>
                    <a:ea typeface="Segoe UI Semibold"/>
                    <a:cs typeface="Segoe UI Semibold"/>
                  </a:rPr>
                  <a:t>SpeechSynthesizer</a:t>
                </a:r>
                <a:endParaRPr lang="en-US"/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85BE2A0F-B5D0-DA2C-26E7-3696E5F54292}"/>
                  </a:ext>
                </a:extLst>
              </p:cNvPr>
              <p:cNvSpPr txBox="1"/>
              <p:nvPr/>
            </p:nvSpPr>
            <p:spPr>
              <a:xfrm>
                <a:off x="8584414" y="5946580"/>
                <a:ext cx="1063038" cy="18470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:r>
                  <a:rPr lang="es-ES" sz="1200" b="0" i="0" strike="noStrike" cap="none" baseline="0">
                    <a:solidFill>
                      <a:srgbClr val="000000"/>
                    </a:solidFill>
                    <a:effectLst/>
                    <a:latin typeface="Segoe UI Semibold"/>
                    <a:ea typeface="Segoe UI Semibold"/>
                    <a:cs typeface="Segoe UI Semibold"/>
                  </a:rPr>
                  <a:t>SpeechConfig</a:t>
                </a:r>
                <a:endParaRPr lang="en-US" sz="1200">
                  <a:latin typeface="+mj-lt"/>
                </a:endParaRPr>
              </a:p>
            </p:txBody>
          </p:sp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831375F4-8C2E-9CBA-16AB-18C569FB8A1E}"/>
                  </a:ext>
                </a:extLst>
              </p:cNvPr>
              <p:cNvGrpSpPr/>
              <p:nvPr/>
            </p:nvGrpSpPr>
            <p:grpSpPr>
              <a:xfrm>
                <a:off x="8681393" y="5337946"/>
                <a:ext cx="609460" cy="609462"/>
                <a:chOff x="5587442" y="3044832"/>
                <a:chExt cx="855812" cy="855814"/>
              </a:xfrm>
            </p:grpSpPr>
            <p:pic>
              <p:nvPicPr>
                <p:cNvPr id="30" name="Graphic 29" descr="Speech with solid fill">
                  <a:extLst>
                    <a:ext uri="{FF2B5EF4-FFF2-40B4-BE49-F238E27FC236}">
                      <a16:creationId xmlns:a16="http://schemas.microsoft.com/office/drawing/2014/main" id="{C12B8DFE-2AA5-E3B5-DAE3-47ACA8023E3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587442" y="3044832"/>
                  <a:ext cx="855812" cy="855814"/>
                </a:xfrm>
                <a:prstGeom prst="rect">
                  <a:avLst/>
                </a:prstGeom>
              </p:spPr>
            </p:pic>
            <p:pic>
              <p:nvPicPr>
                <p:cNvPr id="31" name="Graphic 30" descr="Single gear with solid fill">
                  <a:extLst>
                    <a:ext uri="{FF2B5EF4-FFF2-40B4-BE49-F238E27FC236}">
                      <a16:creationId xmlns:a16="http://schemas.microsoft.com/office/drawing/2014/main" id="{B75E5599-CE84-B7A7-580C-915CBCAD790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977021" y="3164296"/>
                  <a:ext cx="295108" cy="295111"/>
                </a:xfrm>
                <a:prstGeom prst="rect">
                  <a:avLst/>
                </a:prstGeom>
              </p:spPr>
            </p:pic>
            <p:grpSp>
              <p:nvGrpSpPr>
                <p:cNvPr id="32" name="Group 31">
                  <a:extLst>
                    <a:ext uri="{FF2B5EF4-FFF2-40B4-BE49-F238E27FC236}">
                      <a16:creationId xmlns:a16="http://schemas.microsoft.com/office/drawing/2014/main" id="{B1D047C8-DC6E-63FF-CBDB-34F33CA193F6}"/>
                    </a:ext>
                  </a:extLst>
                </p:cNvPr>
                <p:cNvGrpSpPr/>
                <p:nvPr/>
              </p:nvGrpSpPr>
              <p:grpSpPr>
                <a:xfrm>
                  <a:off x="5753371" y="3234323"/>
                  <a:ext cx="426344" cy="396582"/>
                  <a:chOff x="4292520" y="1373977"/>
                  <a:chExt cx="789065" cy="715318"/>
                </a:xfrm>
                <a:solidFill>
                  <a:schemeClr val="bg1"/>
                </a:solidFill>
              </p:grpSpPr>
              <p:pic>
                <p:nvPicPr>
                  <p:cNvPr id="33" name="Graphic 32" descr="Key with solid fill">
                    <a:extLst>
                      <a:ext uri="{FF2B5EF4-FFF2-40B4-BE49-F238E27FC236}">
                        <a16:creationId xmlns:a16="http://schemas.microsoft.com/office/drawing/2014/main" id="{85BEF45C-5521-A3B0-0A8B-96F660D5562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5"/>
                      </a:ext>
                    </a:extLst>
                  </a:blip>
                  <a:stretch>
                    <a:fillRect/>
                  </a:stretch>
                </p:blipFill>
                <p:spPr>
                  <a:xfrm rot="18959996">
                    <a:off x="4508739" y="1516459"/>
                    <a:ext cx="572846" cy="572836"/>
                  </a:xfrm>
                  <a:prstGeom prst="rect">
                    <a:avLst/>
                  </a:prstGeom>
                </p:spPr>
              </p:pic>
              <p:pic>
                <p:nvPicPr>
                  <p:cNvPr id="34" name="Graphic 33" descr="World with solid fill">
                    <a:extLst>
                      <a:ext uri="{FF2B5EF4-FFF2-40B4-BE49-F238E27FC236}">
                        <a16:creationId xmlns:a16="http://schemas.microsoft.com/office/drawing/2014/main" id="{00CFE8D7-ABAE-3DA5-19F4-7D25D0B3429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6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292520" y="1373977"/>
                    <a:ext cx="486184" cy="486187"/>
                  </a:xfrm>
                  <a:prstGeom prst="rect">
                    <a:avLst/>
                  </a:prstGeom>
                </p:spPr>
              </p:pic>
            </p:grpSp>
          </p:grpSp>
          <p:cxnSp>
            <p:nvCxnSpPr>
              <p:cNvPr id="48" name="Straight Arrow Connector 47">
                <a:extLst>
                  <a:ext uri="{FF2B5EF4-FFF2-40B4-BE49-F238E27FC236}">
                    <a16:creationId xmlns:a16="http://schemas.microsoft.com/office/drawing/2014/main" id="{C030D1D9-0C86-3E64-DA3D-3E352DC5F2EA}"/>
                  </a:ext>
                </a:extLst>
              </p:cNvPr>
              <p:cNvCxnSpPr>
                <a:stCxn id="80" idx="3"/>
                <a:endCxn id="59" idx="1"/>
              </p:cNvCxnSpPr>
              <p:nvPr/>
            </p:nvCxnSpPr>
            <p:spPr>
              <a:xfrm flipV="1">
                <a:off x="7742309" y="4853575"/>
                <a:ext cx="1839725" cy="7267"/>
              </a:xfrm>
              <a:prstGeom prst="straightConnector1">
                <a:avLst/>
              </a:prstGeom>
              <a:ln w="28575">
                <a:solidFill>
                  <a:srgbClr val="00B0F0"/>
                </a:solidFill>
                <a:headEnd type="none" w="lg" len="med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0386D1B7-B0C7-38A0-79D8-7DAF575DEBB3}"/>
                  </a:ext>
                </a:extLst>
              </p:cNvPr>
              <p:cNvSpPr txBox="1"/>
              <p:nvPr/>
            </p:nvSpPr>
            <p:spPr>
              <a:xfrm>
                <a:off x="7438117" y="5076618"/>
                <a:ext cx="1904634" cy="18470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367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lang="es-ES" sz="1200" b="0" i="0" strike="noStrike" cap="none" baseline="0">
                    <a:solidFill>
                      <a:srgbClr val="000000"/>
                    </a:solidFill>
                    <a:effectLst/>
                    <a:latin typeface="Segoe UI Semibold"/>
                    <a:ea typeface="Segoe UI Semibold"/>
                    <a:cs typeface="Segoe UI Semibold"/>
                  </a:rPr>
                  <a:t>SpeechTranslationConfig</a:t>
                </a:r>
                <a:endPara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UI Semibold"/>
                  <a:ea typeface="+mn-ea"/>
                  <a:cs typeface="+mn-cs"/>
                </a:endParaRPr>
              </a:p>
            </p:txBody>
          </p:sp>
          <p:pic>
            <p:nvPicPr>
              <p:cNvPr id="50" name="Picture 49">
                <a:extLst>
                  <a:ext uri="{FF2B5EF4-FFF2-40B4-BE49-F238E27FC236}">
                    <a16:creationId xmlns:a16="http://schemas.microsoft.com/office/drawing/2014/main" id="{7AA261C3-42A6-6E8E-4DCA-70802D44B15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1242616" y="5200678"/>
                <a:ext cx="617462" cy="617462"/>
              </a:xfrm>
              <a:prstGeom prst="rect">
                <a:avLst/>
              </a:prstGeom>
            </p:spPr>
          </p:pic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EF2F70D2-D1D8-69DC-F0FF-C0BBC7BF8F74}"/>
                  </a:ext>
                </a:extLst>
              </p:cNvPr>
              <p:cNvGrpSpPr/>
              <p:nvPr/>
            </p:nvGrpSpPr>
            <p:grpSpPr>
              <a:xfrm>
                <a:off x="7895267" y="4552903"/>
                <a:ext cx="615444" cy="615446"/>
                <a:chOff x="5750484" y="3034642"/>
                <a:chExt cx="855812" cy="855814"/>
              </a:xfrm>
            </p:grpSpPr>
            <p:pic>
              <p:nvPicPr>
                <p:cNvPr id="52" name="Graphic 51" descr="Speech with solid fill">
                  <a:extLst>
                    <a:ext uri="{FF2B5EF4-FFF2-40B4-BE49-F238E27FC236}">
                      <a16:creationId xmlns:a16="http://schemas.microsoft.com/office/drawing/2014/main" id="{721301E7-3384-2E10-6101-61FC15469CB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750484" y="3034642"/>
                  <a:ext cx="855812" cy="855814"/>
                </a:xfrm>
                <a:prstGeom prst="rect">
                  <a:avLst/>
                </a:prstGeom>
              </p:spPr>
            </p:pic>
            <p:pic>
              <p:nvPicPr>
                <p:cNvPr id="53" name="Graphic 52" descr="Single gear with solid fill">
                  <a:extLst>
                    <a:ext uri="{FF2B5EF4-FFF2-40B4-BE49-F238E27FC236}">
                      <a16:creationId xmlns:a16="http://schemas.microsoft.com/office/drawing/2014/main" id="{9E2557D1-2631-2183-2C78-DECD18D8B35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129873" y="3154106"/>
                  <a:ext cx="295108" cy="295110"/>
                </a:xfrm>
                <a:prstGeom prst="rect">
                  <a:avLst/>
                </a:prstGeom>
              </p:spPr>
            </p:pic>
            <p:grpSp>
              <p:nvGrpSpPr>
                <p:cNvPr id="54" name="Group 53">
                  <a:extLst>
                    <a:ext uri="{FF2B5EF4-FFF2-40B4-BE49-F238E27FC236}">
                      <a16:creationId xmlns:a16="http://schemas.microsoft.com/office/drawing/2014/main" id="{DEBE03E4-47E4-6C01-A765-C7FBB220EC58}"/>
                    </a:ext>
                  </a:extLst>
                </p:cNvPr>
                <p:cNvGrpSpPr/>
                <p:nvPr/>
              </p:nvGrpSpPr>
              <p:grpSpPr>
                <a:xfrm>
                  <a:off x="5906222" y="3224134"/>
                  <a:ext cx="426323" cy="396581"/>
                  <a:chOff x="4575454" y="1355599"/>
                  <a:chExt cx="789033" cy="715316"/>
                </a:xfrm>
                <a:solidFill>
                  <a:schemeClr val="bg1"/>
                </a:solidFill>
              </p:grpSpPr>
              <p:pic>
                <p:nvPicPr>
                  <p:cNvPr id="55" name="Graphic 54" descr="Key with solid fill">
                    <a:extLst>
                      <a:ext uri="{FF2B5EF4-FFF2-40B4-BE49-F238E27FC236}">
                        <a16:creationId xmlns:a16="http://schemas.microsoft.com/office/drawing/2014/main" id="{E4BB05A9-9263-05DB-1FBD-BE16DF984A2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5"/>
                      </a:ext>
                    </a:extLst>
                  </a:blip>
                  <a:stretch>
                    <a:fillRect/>
                  </a:stretch>
                </p:blipFill>
                <p:spPr>
                  <a:xfrm rot="18959996">
                    <a:off x="4791643" y="1498079"/>
                    <a:ext cx="572844" cy="572836"/>
                  </a:xfrm>
                  <a:prstGeom prst="rect">
                    <a:avLst/>
                  </a:prstGeom>
                </p:spPr>
              </p:pic>
              <p:pic>
                <p:nvPicPr>
                  <p:cNvPr id="56" name="Graphic 55" descr="World with solid fill">
                    <a:extLst>
                      <a:ext uri="{FF2B5EF4-FFF2-40B4-BE49-F238E27FC236}">
                        <a16:creationId xmlns:a16="http://schemas.microsoft.com/office/drawing/2014/main" id="{64ABFF8F-F038-D6AC-12F7-0CCD9AEE160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6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75454" y="1355599"/>
                    <a:ext cx="486185" cy="486186"/>
                  </a:xfrm>
                  <a:prstGeom prst="rect">
                    <a:avLst/>
                  </a:prstGeom>
                </p:spPr>
              </p:pic>
            </p:grpSp>
          </p:grp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793333FE-36AD-BFFD-F71A-6939B1001FA1}"/>
                  </a:ext>
                </a:extLst>
              </p:cNvPr>
              <p:cNvSpPr txBox="1"/>
              <p:nvPr/>
            </p:nvSpPr>
            <p:spPr>
              <a:xfrm>
                <a:off x="9334877" y="5076017"/>
                <a:ext cx="1692488" cy="18470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367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lang="es-ES" sz="1200" b="0" i="0" strike="noStrike" cap="none" baseline="0">
                    <a:solidFill>
                      <a:srgbClr val="000000"/>
                    </a:solidFill>
                    <a:effectLst/>
                    <a:latin typeface="Segoe UI Semibold"/>
                    <a:ea typeface="Segoe UI Semibold"/>
                    <a:cs typeface="Segoe UI Semibold"/>
                  </a:rPr>
                  <a:t>TranslationRecognizer</a:t>
                </a:r>
                <a:endPara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UI Semibold"/>
                  <a:ea typeface="+mn-ea"/>
                  <a:cs typeface="+mn-cs"/>
                </a:endParaRPr>
              </a:p>
            </p:txBody>
          </p:sp>
          <p:grpSp>
            <p:nvGrpSpPr>
              <p:cNvPr id="58" name="Group 57">
                <a:extLst>
                  <a:ext uri="{FF2B5EF4-FFF2-40B4-BE49-F238E27FC236}">
                    <a16:creationId xmlns:a16="http://schemas.microsoft.com/office/drawing/2014/main" id="{FB9187D5-D180-B158-9C98-07F1A14D411C}"/>
                  </a:ext>
                </a:extLst>
              </p:cNvPr>
              <p:cNvGrpSpPr/>
              <p:nvPr/>
            </p:nvGrpSpPr>
            <p:grpSpPr>
              <a:xfrm>
                <a:off x="9582034" y="4522642"/>
                <a:ext cx="661866" cy="661866"/>
                <a:chOff x="5638800" y="2971800"/>
                <a:chExt cx="914400" cy="914400"/>
              </a:xfrm>
            </p:grpSpPr>
            <p:pic>
              <p:nvPicPr>
                <p:cNvPr id="59" name="Graphic 58" descr="Chat with solid fill">
                  <a:extLst>
                    <a:ext uri="{FF2B5EF4-FFF2-40B4-BE49-F238E27FC236}">
                      <a16:creationId xmlns:a16="http://schemas.microsoft.com/office/drawing/2014/main" id="{D536A549-B074-0CFD-A1AD-170E718838F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638800" y="2971800"/>
                  <a:ext cx="914400" cy="914400"/>
                </a:xfrm>
                <a:prstGeom prst="rect">
                  <a:avLst/>
                </a:prstGeom>
              </p:spPr>
            </p:pic>
            <p:pic>
              <p:nvPicPr>
                <p:cNvPr id="60" name="Graphic 59" descr="Earth globe: Americas with solid fill">
                  <a:extLst>
                    <a:ext uri="{FF2B5EF4-FFF2-40B4-BE49-F238E27FC236}">
                      <a16:creationId xmlns:a16="http://schemas.microsoft.com/office/drawing/2014/main" id="{1AC931F9-EF11-F693-3787-7652856A067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9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115533" y="3317560"/>
                  <a:ext cx="238926" cy="238928"/>
                </a:xfrm>
                <a:prstGeom prst="rect">
                  <a:avLst/>
                </a:prstGeom>
              </p:spPr>
            </p:pic>
          </p:grpSp>
          <p:grpSp>
            <p:nvGrpSpPr>
              <p:cNvPr id="61" name="Group 60">
                <a:extLst>
                  <a:ext uri="{FF2B5EF4-FFF2-40B4-BE49-F238E27FC236}">
                    <a16:creationId xmlns:a16="http://schemas.microsoft.com/office/drawing/2014/main" id="{DA8CD05D-EAD7-00E0-E179-2239652B776D}"/>
                  </a:ext>
                </a:extLst>
              </p:cNvPr>
              <p:cNvGrpSpPr/>
              <p:nvPr/>
            </p:nvGrpSpPr>
            <p:grpSpPr>
              <a:xfrm>
                <a:off x="7646807" y="6068565"/>
                <a:ext cx="554012" cy="472912"/>
                <a:chOff x="5410132" y="5200378"/>
                <a:chExt cx="1173277" cy="1001525"/>
              </a:xfrm>
            </p:grpSpPr>
            <p:pic>
              <p:nvPicPr>
                <p:cNvPr id="62" name="Graphic 61" descr="Volume with solid fill">
                  <a:extLst>
                    <a:ext uri="{FF2B5EF4-FFF2-40B4-BE49-F238E27FC236}">
                      <a16:creationId xmlns:a16="http://schemas.microsoft.com/office/drawing/2014/main" id="{65DD4F79-FC45-7CBF-2D07-231B96BD914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1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854996" y="5473490"/>
                  <a:ext cx="728413" cy="728413"/>
                </a:xfrm>
                <a:prstGeom prst="rect">
                  <a:avLst/>
                </a:prstGeom>
              </p:spPr>
            </p:pic>
            <p:pic>
              <p:nvPicPr>
                <p:cNvPr id="63" name="Graphic 62" descr="Paper outline">
                  <a:extLst>
                    <a:ext uri="{FF2B5EF4-FFF2-40B4-BE49-F238E27FC236}">
                      <a16:creationId xmlns:a16="http://schemas.microsoft.com/office/drawing/2014/main" id="{897CA730-BD06-0966-5624-8359311369E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11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410132" y="5200378"/>
                  <a:ext cx="728413" cy="728415"/>
                </a:xfrm>
                <a:prstGeom prst="rect">
                  <a:avLst/>
                </a:prstGeom>
              </p:spPr>
            </p:pic>
            <p:pic>
              <p:nvPicPr>
                <p:cNvPr id="64" name="Graphic 63" descr="Voice with solid fill">
                  <a:extLst>
                    <a:ext uri="{FF2B5EF4-FFF2-40B4-BE49-F238E27FC236}">
                      <a16:creationId xmlns:a16="http://schemas.microsoft.com/office/drawing/2014/main" id="{3434A70C-AE90-427E-8301-9BBB6DBF2D4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1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571414" y="5387194"/>
                  <a:ext cx="405811" cy="405812"/>
                </a:xfrm>
                <a:prstGeom prst="rect">
                  <a:avLst/>
                </a:prstGeom>
              </p:spPr>
            </p:pic>
          </p:grpSp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8B1EFA02-CBD8-2E81-BEAB-DB0C05C98351}"/>
                  </a:ext>
                </a:extLst>
              </p:cNvPr>
              <p:cNvSpPr txBox="1"/>
              <p:nvPr/>
            </p:nvSpPr>
            <p:spPr>
              <a:xfrm>
                <a:off x="7223689" y="6522782"/>
                <a:ext cx="1471898" cy="18470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>
                <a:defPPr>
                  <a:defRPr lang="en-US"/>
                </a:defPPr>
                <a:lvl1pPr marR="0" lvl="0" indent="0" fontAlgn="auto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sz="12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Segoe UI Semibold"/>
                  </a:defRPr>
                </a:lvl1pPr>
              </a:lstStyle>
              <a:p>
                <a:r>
                  <a:rPr lang="es-ES" sz="1200" b="0" i="0" strike="noStrike" cap="none" baseline="0" dirty="0" err="1">
                    <a:solidFill>
                      <a:srgbClr val="000000"/>
                    </a:solidFill>
                    <a:effectLst/>
                    <a:latin typeface="Segoe UI Semibold"/>
                    <a:ea typeface="Segoe UI Semibold"/>
                    <a:cs typeface="Segoe UI Semibold"/>
                  </a:rPr>
                  <a:t>AudioOutputConfig</a:t>
                </a:r>
                <a:endParaRPr lang="en-US" dirty="0"/>
              </a:p>
            </p:txBody>
          </p:sp>
          <p:cxnSp>
            <p:nvCxnSpPr>
              <p:cNvPr id="66" name="Straight Arrow Connector 65">
                <a:extLst>
                  <a:ext uri="{FF2B5EF4-FFF2-40B4-BE49-F238E27FC236}">
                    <a16:creationId xmlns:a16="http://schemas.microsoft.com/office/drawing/2014/main" id="{75B04451-9169-1C68-287E-03B7BF1DD146}"/>
                  </a:ext>
                </a:extLst>
              </p:cNvPr>
              <p:cNvCxnSpPr>
                <a:stCxn id="59" idx="3"/>
                <a:endCxn id="50" idx="0"/>
              </p:cNvCxnSpPr>
              <p:nvPr/>
            </p:nvCxnSpPr>
            <p:spPr>
              <a:xfrm>
                <a:off x="10243900" y="4853575"/>
                <a:ext cx="1307447" cy="347103"/>
              </a:xfrm>
              <a:prstGeom prst="bentConnector2">
                <a:avLst/>
              </a:prstGeom>
              <a:ln w="28575">
                <a:solidFill>
                  <a:srgbClr val="00B0F0"/>
                </a:solidFill>
                <a:headEnd type="triangl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79" name="Group 78">
                <a:extLst>
                  <a:ext uri="{FF2B5EF4-FFF2-40B4-BE49-F238E27FC236}">
                    <a16:creationId xmlns:a16="http://schemas.microsoft.com/office/drawing/2014/main" id="{6478591D-1522-DE5F-F292-236615F4F62A}"/>
                  </a:ext>
                </a:extLst>
              </p:cNvPr>
              <p:cNvGrpSpPr/>
              <p:nvPr/>
            </p:nvGrpSpPr>
            <p:grpSpPr>
              <a:xfrm>
                <a:off x="7182024" y="4580698"/>
                <a:ext cx="560285" cy="560287"/>
                <a:chOff x="5410132" y="5200378"/>
                <a:chExt cx="728413" cy="728415"/>
              </a:xfrm>
            </p:grpSpPr>
            <p:pic>
              <p:nvPicPr>
                <p:cNvPr id="80" name="Graphic 79" descr="Paper outline">
                  <a:extLst>
                    <a:ext uri="{FF2B5EF4-FFF2-40B4-BE49-F238E27FC236}">
                      <a16:creationId xmlns:a16="http://schemas.microsoft.com/office/drawing/2014/main" id="{60A328C8-A865-6E66-168C-39A4E5690D6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11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410132" y="5200378"/>
                  <a:ext cx="728413" cy="728415"/>
                </a:xfrm>
                <a:prstGeom prst="rect">
                  <a:avLst/>
                </a:prstGeom>
              </p:spPr>
            </p:pic>
            <p:pic>
              <p:nvPicPr>
                <p:cNvPr id="81" name="Graphic 80" descr="Voice with solid fill">
                  <a:extLst>
                    <a:ext uri="{FF2B5EF4-FFF2-40B4-BE49-F238E27FC236}">
                      <a16:creationId xmlns:a16="http://schemas.microsoft.com/office/drawing/2014/main" id="{4B218799-2AD0-1348-7390-0C540E715CD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1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571414" y="5387194"/>
                  <a:ext cx="405811" cy="405812"/>
                </a:xfrm>
                <a:prstGeom prst="rect">
                  <a:avLst/>
                </a:prstGeom>
              </p:spPr>
            </p:pic>
          </p:grpSp>
          <p:grpSp>
            <p:nvGrpSpPr>
              <p:cNvPr id="86" name="Group 85">
                <a:extLst>
                  <a:ext uri="{FF2B5EF4-FFF2-40B4-BE49-F238E27FC236}">
                    <a16:creationId xmlns:a16="http://schemas.microsoft.com/office/drawing/2014/main" id="{181A02AE-AA50-D92A-3A59-3B62A5C35448}"/>
                  </a:ext>
                </a:extLst>
              </p:cNvPr>
              <p:cNvGrpSpPr/>
              <p:nvPr/>
            </p:nvGrpSpPr>
            <p:grpSpPr>
              <a:xfrm>
                <a:off x="7787407" y="5464929"/>
                <a:ext cx="408656" cy="443418"/>
                <a:chOff x="6535951" y="4416034"/>
                <a:chExt cx="1123530" cy="1219100"/>
              </a:xfrm>
            </p:grpSpPr>
            <p:grpSp>
              <p:nvGrpSpPr>
                <p:cNvPr id="87" name="Group 86">
                  <a:extLst>
                    <a:ext uri="{FF2B5EF4-FFF2-40B4-BE49-F238E27FC236}">
                      <a16:creationId xmlns:a16="http://schemas.microsoft.com/office/drawing/2014/main" id="{AA3EB92C-A109-383C-E5A4-71D527608C15}"/>
                    </a:ext>
                  </a:extLst>
                </p:cNvPr>
                <p:cNvGrpSpPr/>
                <p:nvPr/>
              </p:nvGrpSpPr>
              <p:grpSpPr>
                <a:xfrm>
                  <a:off x="6745081" y="4416034"/>
                  <a:ext cx="914400" cy="914400"/>
                  <a:chOff x="6745081" y="4416034"/>
                  <a:chExt cx="914400" cy="914400"/>
                </a:xfrm>
              </p:grpSpPr>
              <p:sp>
                <p:nvSpPr>
                  <p:cNvPr id="94" name="Rectangle: Single Corner Snipped 93">
                    <a:extLst>
                      <a:ext uri="{FF2B5EF4-FFF2-40B4-BE49-F238E27FC236}">
                        <a16:creationId xmlns:a16="http://schemas.microsoft.com/office/drawing/2014/main" id="{EAC7AE79-5F50-8172-CFC0-BEDEC04DFC80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6914606" y="4497917"/>
                    <a:ext cx="573683" cy="760716"/>
                  </a:xfrm>
                  <a:prstGeom prst="snip1Rect">
                    <a:avLst>
                      <a:gd name="adj" fmla="val 30329"/>
                    </a:avLst>
                  </a:prstGeom>
                  <a:solidFill>
                    <a:schemeClr val="bg1"/>
                  </a:solidFill>
                  <a:ln>
                    <a:noFill/>
                    <a:headEnd type="none" w="med" len="med"/>
                    <a:tailEnd type="none" w="med" len="med"/>
                  </a:ln>
                  <a:effectLst/>
                </p:spPr>
                <p:style>
                  <a:lnRef idx="1">
                    <a:schemeClr val="accent2"/>
                  </a:lnRef>
                  <a:fillRef idx="3">
                    <a:schemeClr val="accent2"/>
                  </a:fillRef>
                  <a:effectRef idx="2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 defTabSz="932472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 sz="2400" err="1">
                      <a:gradFill>
                        <a:gsLst>
                          <a:gs pos="0">
                            <a:srgbClr val="FFFFFF"/>
                          </a:gs>
                          <a:gs pos="100000">
                            <a:srgbClr val="FFFFFF"/>
                          </a:gs>
                        </a:gsLst>
                        <a:lin ang="5400000" scaled="0"/>
                      </a:gradFill>
                      <a:ea typeface="Segoe UI" pitchFamily="34" charset="0"/>
                      <a:cs typeface="Segoe UI" pitchFamily="34" charset="0"/>
                    </a:endParaRPr>
                  </a:p>
                </p:txBody>
              </p:sp>
              <p:pic>
                <p:nvPicPr>
                  <p:cNvPr id="95" name="Graphic 94" descr="Document outline">
                    <a:extLst>
                      <a:ext uri="{FF2B5EF4-FFF2-40B4-BE49-F238E27FC236}">
                        <a16:creationId xmlns:a16="http://schemas.microsoft.com/office/drawing/2014/main" id="{082FB782-43AB-0DAB-B5E5-93F7101837E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1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6745081" y="4416034"/>
                    <a:ext cx="914400" cy="914400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88" name="Group 87">
                  <a:extLst>
                    <a:ext uri="{FF2B5EF4-FFF2-40B4-BE49-F238E27FC236}">
                      <a16:creationId xmlns:a16="http://schemas.microsoft.com/office/drawing/2014/main" id="{25EC5029-C6DF-19E3-0448-08E2C3B8A251}"/>
                    </a:ext>
                  </a:extLst>
                </p:cNvPr>
                <p:cNvGrpSpPr/>
                <p:nvPr/>
              </p:nvGrpSpPr>
              <p:grpSpPr>
                <a:xfrm>
                  <a:off x="6640516" y="4568384"/>
                  <a:ext cx="914400" cy="914400"/>
                  <a:chOff x="6745081" y="4416034"/>
                  <a:chExt cx="914400" cy="914400"/>
                </a:xfrm>
              </p:grpSpPr>
              <p:sp>
                <p:nvSpPr>
                  <p:cNvPr id="92" name="Rectangle: Single Corner Snipped 91">
                    <a:extLst>
                      <a:ext uri="{FF2B5EF4-FFF2-40B4-BE49-F238E27FC236}">
                        <a16:creationId xmlns:a16="http://schemas.microsoft.com/office/drawing/2014/main" id="{E8D1B8DC-CBFC-2DF7-B0B8-1C0B61EDF49D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6914606" y="4497917"/>
                    <a:ext cx="573683" cy="760716"/>
                  </a:xfrm>
                  <a:prstGeom prst="snip1Rect">
                    <a:avLst>
                      <a:gd name="adj" fmla="val 30329"/>
                    </a:avLst>
                  </a:prstGeom>
                  <a:solidFill>
                    <a:schemeClr val="bg1"/>
                  </a:solidFill>
                  <a:ln>
                    <a:noFill/>
                    <a:headEnd type="none" w="med" len="med"/>
                    <a:tailEnd type="none" w="med" len="med"/>
                  </a:ln>
                  <a:effectLst/>
                </p:spPr>
                <p:style>
                  <a:lnRef idx="1">
                    <a:schemeClr val="accent2"/>
                  </a:lnRef>
                  <a:fillRef idx="3">
                    <a:schemeClr val="accent2"/>
                  </a:fillRef>
                  <a:effectRef idx="2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 defTabSz="932472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 sz="2400" err="1">
                      <a:gradFill>
                        <a:gsLst>
                          <a:gs pos="0">
                            <a:srgbClr val="FFFFFF"/>
                          </a:gs>
                          <a:gs pos="100000">
                            <a:srgbClr val="FFFFFF"/>
                          </a:gs>
                        </a:gsLst>
                        <a:lin ang="5400000" scaled="0"/>
                      </a:gradFill>
                      <a:ea typeface="Segoe UI" pitchFamily="34" charset="0"/>
                      <a:cs typeface="Segoe UI" pitchFamily="34" charset="0"/>
                    </a:endParaRPr>
                  </a:p>
                </p:txBody>
              </p:sp>
              <p:pic>
                <p:nvPicPr>
                  <p:cNvPr id="93" name="Graphic 92" descr="Document outline">
                    <a:extLst>
                      <a:ext uri="{FF2B5EF4-FFF2-40B4-BE49-F238E27FC236}">
                        <a16:creationId xmlns:a16="http://schemas.microsoft.com/office/drawing/2014/main" id="{692CF030-75D0-7119-147E-79912B2713D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1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6745081" y="4416034"/>
                    <a:ext cx="914400" cy="914400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89" name="Group 88">
                  <a:extLst>
                    <a:ext uri="{FF2B5EF4-FFF2-40B4-BE49-F238E27FC236}">
                      <a16:creationId xmlns:a16="http://schemas.microsoft.com/office/drawing/2014/main" id="{D4649037-44BC-496E-B0D8-1A844C608DDA}"/>
                    </a:ext>
                  </a:extLst>
                </p:cNvPr>
                <p:cNvGrpSpPr/>
                <p:nvPr/>
              </p:nvGrpSpPr>
              <p:grpSpPr>
                <a:xfrm>
                  <a:off x="6535951" y="4720734"/>
                  <a:ext cx="914400" cy="914400"/>
                  <a:chOff x="6745081" y="4416034"/>
                  <a:chExt cx="914400" cy="914400"/>
                </a:xfrm>
              </p:grpSpPr>
              <p:sp>
                <p:nvSpPr>
                  <p:cNvPr id="90" name="Rectangle: Single Corner Snipped 89">
                    <a:extLst>
                      <a:ext uri="{FF2B5EF4-FFF2-40B4-BE49-F238E27FC236}">
                        <a16:creationId xmlns:a16="http://schemas.microsoft.com/office/drawing/2014/main" id="{91FE412C-5C05-5315-0849-7D4F95ACD17B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6914606" y="4497917"/>
                    <a:ext cx="573683" cy="760716"/>
                  </a:xfrm>
                  <a:prstGeom prst="snip1Rect">
                    <a:avLst>
                      <a:gd name="adj" fmla="val 30329"/>
                    </a:avLst>
                  </a:prstGeom>
                  <a:solidFill>
                    <a:schemeClr val="bg1"/>
                  </a:solidFill>
                  <a:ln>
                    <a:noFill/>
                    <a:headEnd type="none" w="med" len="med"/>
                    <a:tailEnd type="none" w="med" len="med"/>
                  </a:ln>
                  <a:effectLst/>
                </p:spPr>
                <p:style>
                  <a:lnRef idx="1">
                    <a:schemeClr val="accent2"/>
                  </a:lnRef>
                  <a:fillRef idx="3">
                    <a:schemeClr val="accent2"/>
                  </a:fillRef>
                  <a:effectRef idx="2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 defTabSz="932472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 sz="2400" err="1">
                      <a:gradFill>
                        <a:gsLst>
                          <a:gs pos="0">
                            <a:srgbClr val="FFFFFF"/>
                          </a:gs>
                          <a:gs pos="100000">
                            <a:srgbClr val="FFFFFF"/>
                          </a:gs>
                        </a:gsLst>
                        <a:lin ang="5400000" scaled="0"/>
                      </a:gradFill>
                      <a:ea typeface="Segoe UI" pitchFamily="34" charset="0"/>
                      <a:cs typeface="Segoe UI" pitchFamily="34" charset="0"/>
                    </a:endParaRPr>
                  </a:p>
                </p:txBody>
              </p:sp>
              <p:pic>
                <p:nvPicPr>
                  <p:cNvPr id="91" name="Graphic 90" descr="Document outline">
                    <a:extLst>
                      <a:ext uri="{FF2B5EF4-FFF2-40B4-BE49-F238E27FC236}">
                        <a16:creationId xmlns:a16="http://schemas.microsoft.com/office/drawing/2014/main" id="{6EBA7085-274A-DD28-53B6-6F2F92D2402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1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6745081" y="4416034"/>
                    <a:ext cx="914400" cy="914400"/>
                  </a:xfrm>
                  <a:prstGeom prst="rect">
                    <a:avLst/>
                  </a:prstGeom>
                </p:spPr>
              </p:pic>
            </p:grpSp>
          </p:grpSp>
          <p:cxnSp>
            <p:nvCxnSpPr>
              <p:cNvPr id="103" name="Straight Arrow Connector 102">
                <a:extLst>
                  <a:ext uri="{FF2B5EF4-FFF2-40B4-BE49-F238E27FC236}">
                    <a16:creationId xmlns:a16="http://schemas.microsoft.com/office/drawing/2014/main" id="{D8CAC83F-B2B8-B3B7-8627-B6C9C04F146C}"/>
                  </a:ext>
                </a:extLst>
              </p:cNvPr>
              <p:cNvCxnSpPr>
                <a:stCxn id="94" idx="0"/>
                <a:endCxn id="30" idx="1"/>
              </p:cNvCxnSpPr>
              <p:nvPr/>
            </p:nvCxnSpPr>
            <p:spPr>
              <a:xfrm>
                <a:off x="8133796" y="5633058"/>
                <a:ext cx="547597" cy="9619"/>
              </a:xfrm>
              <a:prstGeom prst="straightConnector1">
                <a:avLst/>
              </a:prstGeom>
              <a:ln w="28575">
                <a:solidFill>
                  <a:srgbClr val="00B0F0"/>
                </a:solidFill>
                <a:headEnd type="none" w="lg" len="med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Straight Arrow Connector 106">
                <a:extLst>
                  <a:ext uri="{FF2B5EF4-FFF2-40B4-BE49-F238E27FC236}">
                    <a16:creationId xmlns:a16="http://schemas.microsoft.com/office/drawing/2014/main" id="{1FE7A1CF-09DC-A059-BBEA-DA3FB5629519}"/>
                  </a:ext>
                </a:extLst>
              </p:cNvPr>
              <p:cNvCxnSpPr>
                <a:stCxn id="30" idx="3"/>
              </p:cNvCxnSpPr>
              <p:nvPr/>
            </p:nvCxnSpPr>
            <p:spPr>
              <a:xfrm flipV="1">
                <a:off x="9290853" y="5637867"/>
                <a:ext cx="703223" cy="4810"/>
              </a:xfrm>
              <a:prstGeom prst="straightConnector1">
                <a:avLst/>
              </a:prstGeom>
              <a:ln w="28575">
                <a:solidFill>
                  <a:srgbClr val="00B0F0"/>
                </a:solidFill>
                <a:headEnd type="none" w="lg" len="med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Straight Arrow Connector 109">
                <a:extLst>
                  <a:ext uri="{FF2B5EF4-FFF2-40B4-BE49-F238E27FC236}">
                    <a16:creationId xmlns:a16="http://schemas.microsoft.com/office/drawing/2014/main" id="{22DEE083-9A4D-F99D-D27E-158C46BF3C84}"/>
                  </a:ext>
                </a:extLst>
              </p:cNvPr>
              <p:cNvCxnSpPr>
                <a:endCxn id="50" idx="2"/>
              </p:cNvCxnSpPr>
              <p:nvPr/>
            </p:nvCxnSpPr>
            <p:spPr>
              <a:xfrm>
                <a:off x="10571292" y="5782470"/>
                <a:ext cx="980055" cy="35670"/>
              </a:xfrm>
              <a:prstGeom prst="bentConnector4">
                <a:avLst>
                  <a:gd name="adj1" fmla="val 52761"/>
                  <a:gd name="adj2" fmla="val 740875"/>
                </a:avLst>
              </a:prstGeom>
              <a:ln w="28575">
                <a:solidFill>
                  <a:srgbClr val="00B0F0"/>
                </a:solidFill>
                <a:headEnd type="triangl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Straight Arrow Connector 114">
                <a:extLst>
                  <a:ext uri="{FF2B5EF4-FFF2-40B4-BE49-F238E27FC236}">
                    <a16:creationId xmlns:a16="http://schemas.microsoft.com/office/drawing/2014/main" id="{77132835-8C1D-6535-FD7A-061D7CC3EF39}"/>
                  </a:ext>
                </a:extLst>
              </p:cNvPr>
              <p:cNvCxnSpPr>
                <a:stCxn id="20" idx="2"/>
                <a:endCxn id="62" idx="3"/>
              </p:cNvCxnSpPr>
              <p:nvPr/>
            </p:nvCxnSpPr>
            <p:spPr>
              <a:xfrm rot="5400000">
                <a:off x="9180013" y="5150326"/>
                <a:ext cx="239984" cy="2198369"/>
              </a:xfrm>
              <a:prstGeom prst="bentConnector2">
                <a:avLst/>
              </a:prstGeom>
              <a:ln w="28575">
                <a:solidFill>
                  <a:srgbClr val="00B0F0"/>
                </a:solidFill>
                <a:headEnd type="none" w="lg" len="med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35" name="Group 134">
                <a:extLst>
                  <a:ext uri="{FF2B5EF4-FFF2-40B4-BE49-F238E27FC236}">
                    <a16:creationId xmlns:a16="http://schemas.microsoft.com/office/drawing/2014/main" id="{EFC561C1-BE93-C994-E27C-25F4360ECF43}"/>
                  </a:ext>
                </a:extLst>
              </p:cNvPr>
              <p:cNvGrpSpPr/>
              <p:nvPr/>
            </p:nvGrpSpPr>
            <p:grpSpPr>
              <a:xfrm>
                <a:off x="6742909" y="5940193"/>
                <a:ext cx="552246" cy="602182"/>
                <a:chOff x="6513493" y="5939323"/>
                <a:chExt cx="633705" cy="691006"/>
              </a:xfrm>
            </p:grpSpPr>
            <p:grpSp>
              <p:nvGrpSpPr>
                <p:cNvPr id="122" name="Group 121">
                  <a:extLst>
                    <a:ext uri="{FF2B5EF4-FFF2-40B4-BE49-F238E27FC236}">
                      <a16:creationId xmlns:a16="http://schemas.microsoft.com/office/drawing/2014/main" id="{394E7FB5-9E22-F282-9A91-A12AACC8DAAC}"/>
                    </a:ext>
                  </a:extLst>
                </p:cNvPr>
                <p:cNvGrpSpPr/>
                <p:nvPr/>
              </p:nvGrpSpPr>
              <p:grpSpPr>
                <a:xfrm>
                  <a:off x="6586913" y="5939323"/>
                  <a:ext cx="560285" cy="560287"/>
                  <a:chOff x="5664063" y="5751512"/>
                  <a:chExt cx="560285" cy="560287"/>
                </a:xfrm>
              </p:grpSpPr>
              <p:sp>
                <p:nvSpPr>
                  <p:cNvPr id="121" name="Rectangle: Single Corner Snipped 120">
                    <a:extLst>
                      <a:ext uri="{FF2B5EF4-FFF2-40B4-BE49-F238E27FC236}">
                        <a16:creationId xmlns:a16="http://schemas.microsoft.com/office/drawing/2014/main" id="{E47EE6BC-FABE-CA6C-5E9D-475C5866F554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5776686" y="5800305"/>
                    <a:ext cx="343265" cy="472479"/>
                  </a:xfrm>
                  <a:prstGeom prst="snip1Rect">
                    <a:avLst>
                      <a:gd name="adj" fmla="val 35695"/>
                    </a:avLst>
                  </a:prstGeom>
                  <a:solidFill>
                    <a:schemeClr val="bg1"/>
                  </a:solidFill>
                  <a:ln>
                    <a:noFill/>
                    <a:headEnd type="none" w="med" len="med"/>
                    <a:tailEnd type="none" w="med" len="med"/>
                  </a:ln>
                  <a:effectLst/>
                </p:spPr>
                <p:style>
                  <a:lnRef idx="1">
                    <a:schemeClr val="accent2"/>
                  </a:lnRef>
                  <a:fillRef idx="3">
                    <a:schemeClr val="accent2"/>
                  </a:fillRef>
                  <a:effectRef idx="2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 defTabSz="932472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 sz="2400" err="1">
                      <a:gradFill>
                        <a:gsLst>
                          <a:gs pos="0">
                            <a:srgbClr val="FFFFFF"/>
                          </a:gs>
                          <a:gs pos="100000">
                            <a:srgbClr val="FFFFFF"/>
                          </a:gs>
                        </a:gsLst>
                        <a:lin ang="5400000" scaled="0"/>
                      </a:gradFill>
                      <a:ea typeface="Segoe UI" pitchFamily="34" charset="0"/>
                      <a:cs typeface="Segoe UI" pitchFamily="34" charset="0"/>
                    </a:endParaRPr>
                  </a:p>
                </p:txBody>
              </p:sp>
              <p:pic>
                <p:nvPicPr>
                  <p:cNvPr id="119" name="Graphic 118" descr="Paper outline">
                    <a:extLst>
                      <a:ext uri="{FF2B5EF4-FFF2-40B4-BE49-F238E27FC236}">
                        <a16:creationId xmlns:a16="http://schemas.microsoft.com/office/drawing/2014/main" id="{EF60271B-85AE-922D-F2D6-3263E09FE07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11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664063" y="5751512"/>
                    <a:ext cx="560285" cy="560287"/>
                  </a:xfrm>
                  <a:prstGeom prst="rect">
                    <a:avLst/>
                  </a:prstGeom>
                </p:spPr>
              </p:pic>
              <p:pic>
                <p:nvPicPr>
                  <p:cNvPr id="120" name="Graphic 119" descr="Voice with solid fill">
                    <a:extLst>
                      <a:ext uri="{FF2B5EF4-FFF2-40B4-BE49-F238E27FC236}">
                        <a16:creationId xmlns:a16="http://schemas.microsoft.com/office/drawing/2014/main" id="{8BE237D1-5717-C687-85DD-FB3F7231E45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12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786118" y="5901215"/>
                    <a:ext cx="312144" cy="312145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23" name="Group 122">
                  <a:extLst>
                    <a:ext uri="{FF2B5EF4-FFF2-40B4-BE49-F238E27FC236}">
                      <a16:creationId xmlns:a16="http://schemas.microsoft.com/office/drawing/2014/main" id="{E6E5F184-1293-E20F-C661-BD29FF251BE4}"/>
                    </a:ext>
                  </a:extLst>
                </p:cNvPr>
                <p:cNvGrpSpPr/>
                <p:nvPr/>
              </p:nvGrpSpPr>
              <p:grpSpPr>
                <a:xfrm>
                  <a:off x="6548880" y="6010411"/>
                  <a:ext cx="560285" cy="560287"/>
                  <a:chOff x="5664063" y="5751512"/>
                  <a:chExt cx="560285" cy="560287"/>
                </a:xfrm>
              </p:grpSpPr>
              <p:sp>
                <p:nvSpPr>
                  <p:cNvPr id="124" name="Rectangle: Single Corner Snipped 123">
                    <a:extLst>
                      <a:ext uri="{FF2B5EF4-FFF2-40B4-BE49-F238E27FC236}">
                        <a16:creationId xmlns:a16="http://schemas.microsoft.com/office/drawing/2014/main" id="{2896C5F7-A9CE-1FD0-F765-64F6716609AC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5776686" y="5800305"/>
                    <a:ext cx="343265" cy="472479"/>
                  </a:xfrm>
                  <a:prstGeom prst="snip1Rect">
                    <a:avLst>
                      <a:gd name="adj" fmla="val 35695"/>
                    </a:avLst>
                  </a:prstGeom>
                  <a:solidFill>
                    <a:schemeClr val="bg1"/>
                  </a:solidFill>
                  <a:ln>
                    <a:noFill/>
                    <a:headEnd type="none" w="med" len="med"/>
                    <a:tailEnd type="none" w="med" len="med"/>
                  </a:ln>
                  <a:effectLst/>
                </p:spPr>
                <p:style>
                  <a:lnRef idx="1">
                    <a:schemeClr val="accent2"/>
                  </a:lnRef>
                  <a:fillRef idx="3">
                    <a:schemeClr val="accent2"/>
                  </a:fillRef>
                  <a:effectRef idx="2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 defTabSz="932472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 sz="2400" err="1">
                      <a:gradFill>
                        <a:gsLst>
                          <a:gs pos="0">
                            <a:srgbClr val="FFFFFF"/>
                          </a:gs>
                          <a:gs pos="100000">
                            <a:srgbClr val="FFFFFF"/>
                          </a:gs>
                        </a:gsLst>
                        <a:lin ang="5400000" scaled="0"/>
                      </a:gradFill>
                      <a:ea typeface="Segoe UI" pitchFamily="34" charset="0"/>
                      <a:cs typeface="Segoe UI" pitchFamily="34" charset="0"/>
                    </a:endParaRPr>
                  </a:p>
                </p:txBody>
              </p:sp>
              <p:pic>
                <p:nvPicPr>
                  <p:cNvPr id="125" name="Graphic 124" descr="Paper outline">
                    <a:extLst>
                      <a:ext uri="{FF2B5EF4-FFF2-40B4-BE49-F238E27FC236}">
                        <a16:creationId xmlns:a16="http://schemas.microsoft.com/office/drawing/2014/main" id="{6290675A-D464-576A-5FF0-DDC6DE25C57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11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664063" y="5751512"/>
                    <a:ext cx="560285" cy="560287"/>
                  </a:xfrm>
                  <a:prstGeom prst="rect">
                    <a:avLst/>
                  </a:prstGeom>
                </p:spPr>
              </p:pic>
              <p:pic>
                <p:nvPicPr>
                  <p:cNvPr id="126" name="Graphic 125" descr="Voice with solid fill">
                    <a:extLst>
                      <a:ext uri="{FF2B5EF4-FFF2-40B4-BE49-F238E27FC236}">
                        <a16:creationId xmlns:a16="http://schemas.microsoft.com/office/drawing/2014/main" id="{95E45D4B-15BD-AE64-C95F-AAD4E90E9DA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12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786118" y="5901215"/>
                    <a:ext cx="312144" cy="312145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27" name="Group 126">
                  <a:extLst>
                    <a:ext uri="{FF2B5EF4-FFF2-40B4-BE49-F238E27FC236}">
                      <a16:creationId xmlns:a16="http://schemas.microsoft.com/office/drawing/2014/main" id="{16F7F08D-0690-B67F-2A72-2EB95CDD27EF}"/>
                    </a:ext>
                  </a:extLst>
                </p:cNvPr>
                <p:cNvGrpSpPr/>
                <p:nvPr/>
              </p:nvGrpSpPr>
              <p:grpSpPr>
                <a:xfrm>
                  <a:off x="6513493" y="6070042"/>
                  <a:ext cx="560285" cy="560287"/>
                  <a:chOff x="5664063" y="5751512"/>
                  <a:chExt cx="560285" cy="560287"/>
                </a:xfrm>
              </p:grpSpPr>
              <p:sp>
                <p:nvSpPr>
                  <p:cNvPr id="128" name="Rectangle: Single Corner Snipped 127">
                    <a:extLst>
                      <a:ext uri="{FF2B5EF4-FFF2-40B4-BE49-F238E27FC236}">
                        <a16:creationId xmlns:a16="http://schemas.microsoft.com/office/drawing/2014/main" id="{C8BC41EC-33E0-8CD1-34F6-6C51F241B3F6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5776686" y="5800305"/>
                    <a:ext cx="343265" cy="472479"/>
                  </a:xfrm>
                  <a:prstGeom prst="snip1Rect">
                    <a:avLst>
                      <a:gd name="adj" fmla="val 35695"/>
                    </a:avLst>
                  </a:prstGeom>
                  <a:solidFill>
                    <a:schemeClr val="bg1"/>
                  </a:solidFill>
                  <a:ln>
                    <a:noFill/>
                    <a:headEnd type="none" w="med" len="med"/>
                    <a:tailEnd type="none" w="med" len="med"/>
                  </a:ln>
                  <a:effectLst/>
                </p:spPr>
                <p:style>
                  <a:lnRef idx="1">
                    <a:schemeClr val="accent2"/>
                  </a:lnRef>
                  <a:fillRef idx="3">
                    <a:schemeClr val="accent2"/>
                  </a:fillRef>
                  <a:effectRef idx="2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 defTabSz="932472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 sz="2400" err="1">
                      <a:gradFill>
                        <a:gsLst>
                          <a:gs pos="0">
                            <a:srgbClr val="FFFFFF"/>
                          </a:gs>
                          <a:gs pos="100000">
                            <a:srgbClr val="FFFFFF"/>
                          </a:gs>
                        </a:gsLst>
                        <a:lin ang="5400000" scaled="0"/>
                      </a:gradFill>
                      <a:ea typeface="Segoe UI" pitchFamily="34" charset="0"/>
                      <a:cs typeface="Segoe UI" pitchFamily="34" charset="0"/>
                    </a:endParaRPr>
                  </a:p>
                </p:txBody>
              </p:sp>
              <p:pic>
                <p:nvPicPr>
                  <p:cNvPr id="129" name="Graphic 128" descr="Paper outline">
                    <a:extLst>
                      <a:ext uri="{FF2B5EF4-FFF2-40B4-BE49-F238E27FC236}">
                        <a16:creationId xmlns:a16="http://schemas.microsoft.com/office/drawing/2014/main" id="{9DB0BC15-4F32-237B-0C46-2189ECBF8BA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11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664063" y="5751512"/>
                    <a:ext cx="560285" cy="560287"/>
                  </a:xfrm>
                  <a:prstGeom prst="rect">
                    <a:avLst/>
                  </a:prstGeom>
                </p:spPr>
              </p:pic>
              <p:pic>
                <p:nvPicPr>
                  <p:cNvPr id="130" name="Graphic 129" descr="Voice with solid fill">
                    <a:extLst>
                      <a:ext uri="{FF2B5EF4-FFF2-40B4-BE49-F238E27FC236}">
                        <a16:creationId xmlns:a16="http://schemas.microsoft.com/office/drawing/2014/main" id="{47EFF2D0-211F-D3BB-5D1B-C5A42A9BAA3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12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786118" y="5901215"/>
                    <a:ext cx="312144" cy="312145"/>
                  </a:xfrm>
                  <a:prstGeom prst="rect">
                    <a:avLst/>
                  </a:prstGeom>
                </p:spPr>
              </p:pic>
            </p:grpSp>
          </p:grpSp>
          <p:cxnSp>
            <p:nvCxnSpPr>
              <p:cNvPr id="131" name="Straight Arrow Connector 130">
                <a:extLst>
                  <a:ext uri="{FF2B5EF4-FFF2-40B4-BE49-F238E27FC236}">
                    <a16:creationId xmlns:a16="http://schemas.microsoft.com/office/drawing/2014/main" id="{C8E775BD-D819-A5DB-A1CD-A28C32B9A02F}"/>
                  </a:ext>
                </a:extLst>
              </p:cNvPr>
              <p:cNvCxnSpPr>
                <a:stCxn id="63" idx="1"/>
                <a:endCxn id="125" idx="3"/>
              </p:cNvCxnSpPr>
              <p:nvPr/>
            </p:nvCxnSpPr>
            <p:spPr>
              <a:xfrm flipH="1">
                <a:off x="7262011" y="6240541"/>
                <a:ext cx="384796" cy="5735"/>
              </a:xfrm>
              <a:prstGeom prst="straightConnector1">
                <a:avLst/>
              </a:prstGeom>
              <a:ln w="28575">
                <a:solidFill>
                  <a:srgbClr val="00B0F0"/>
                </a:solidFill>
                <a:headEnd type="none" w="lg" len="med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8" name="Group 147">
              <a:extLst>
                <a:ext uri="{FF2B5EF4-FFF2-40B4-BE49-F238E27FC236}">
                  <a16:creationId xmlns:a16="http://schemas.microsoft.com/office/drawing/2014/main" id="{B4CB00EC-83C7-1084-F1AF-2D73B65E061C}"/>
                </a:ext>
              </a:extLst>
            </p:cNvPr>
            <p:cNvGrpSpPr/>
            <p:nvPr/>
          </p:nvGrpSpPr>
          <p:grpSpPr>
            <a:xfrm>
              <a:off x="10048607" y="4792394"/>
              <a:ext cx="639080" cy="614882"/>
              <a:chOff x="4767491" y="5658218"/>
              <a:chExt cx="1194114" cy="1148901"/>
            </a:xfrm>
          </p:grpSpPr>
          <p:pic>
            <p:nvPicPr>
              <p:cNvPr id="142" name="Graphic 141" descr="Gears with solid fill">
                <a:extLst>
                  <a:ext uri="{FF2B5EF4-FFF2-40B4-BE49-F238E27FC236}">
                    <a16:creationId xmlns:a16="http://schemas.microsoft.com/office/drawing/2014/main" id="{8A32AAFF-F63E-4EC1-E25F-CDA65555906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>
                <a:off x="5082402" y="5927915"/>
                <a:ext cx="879203" cy="879204"/>
              </a:xfrm>
              <a:prstGeom prst="rect">
                <a:avLst/>
              </a:prstGeom>
            </p:spPr>
          </p:pic>
          <p:grpSp>
            <p:nvGrpSpPr>
              <p:cNvPr id="147" name="Group 146">
                <a:extLst>
                  <a:ext uri="{FF2B5EF4-FFF2-40B4-BE49-F238E27FC236}">
                    <a16:creationId xmlns:a16="http://schemas.microsoft.com/office/drawing/2014/main" id="{83B94615-53EA-3010-98BB-7093D3E1E409}"/>
                  </a:ext>
                </a:extLst>
              </p:cNvPr>
              <p:cNvGrpSpPr/>
              <p:nvPr/>
            </p:nvGrpSpPr>
            <p:grpSpPr>
              <a:xfrm>
                <a:off x="4767491" y="5658218"/>
                <a:ext cx="879203" cy="879203"/>
                <a:chOff x="4767491" y="5658218"/>
                <a:chExt cx="879203" cy="879203"/>
              </a:xfrm>
            </p:grpSpPr>
            <p:pic>
              <p:nvPicPr>
                <p:cNvPr id="143" name="Graphic 142" descr="Speech with solid fill">
                  <a:extLst>
                    <a:ext uri="{FF2B5EF4-FFF2-40B4-BE49-F238E27FC236}">
                      <a16:creationId xmlns:a16="http://schemas.microsoft.com/office/drawing/2014/main" id="{07C989F7-31BF-5965-EA62-26661A1430E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15"/>
                    </a:ext>
                  </a:extLst>
                </a:blip>
                <a:stretch>
                  <a:fillRect/>
                </a:stretch>
              </p:blipFill>
              <p:spPr>
                <a:xfrm flipH="1">
                  <a:off x="4767491" y="5658218"/>
                  <a:ext cx="879203" cy="879203"/>
                </a:xfrm>
                <a:prstGeom prst="rect">
                  <a:avLst/>
                </a:prstGeom>
              </p:spPr>
            </p:pic>
            <p:pic>
              <p:nvPicPr>
                <p:cNvPr id="146" name="Graphic 145" descr="Voice with solid fill">
                  <a:extLst>
                    <a:ext uri="{FF2B5EF4-FFF2-40B4-BE49-F238E27FC236}">
                      <a16:creationId xmlns:a16="http://schemas.microsoft.com/office/drawing/2014/main" id="{6B15A809-443A-2E9C-68C4-D5BCFFA5A1E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16"/>
                    </a:ext>
                  </a:extLst>
                </a:blip>
                <a:stretch>
                  <a:fillRect/>
                </a:stretch>
              </p:blipFill>
              <p:spPr>
                <a:xfrm flipH="1">
                  <a:off x="4993099" y="5826928"/>
                  <a:ext cx="406216" cy="406217"/>
                </a:xfrm>
                <a:prstGeom prst="rect">
                  <a:avLst/>
                </a:prstGeom>
              </p:spPr>
            </p:pic>
          </p:grpSp>
        </p:grpSp>
      </p:grpSp>
      <p:grpSp>
        <p:nvGrpSpPr>
          <p:cNvPr id="151" name="Group 150">
            <a:extLst>
              <a:ext uri="{FF2B5EF4-FFF2-40B4-BE49-F238E27FC236}">
                <a16:creationId xmlns:a16="http://schemas.microsoft.com/office/drawing/2014/main" id="{19D6F696-6668-0095-4B03-CA5148B805B3}"/>
              </a:ext>
            </a:extLst>
          </p:cNvPr>
          <p:cNvGrpSpPr/>
          <p:nvPr/>
        </p:nvGrpSpPr>
        <p:grpSpPr>
          <a:xfrm>
            <a:off x="6640286" y="1415143"/>
            <a:ext cx="5355771" cy="2287109"/>
            <a:chOff x="6640286" y="1415143"/>
            <a:chExt cx="5355771" cy="2287109"/>
          </a:xfrm>
        </p:grpSpPr>
        <p:sp>
          <p:nvSpPr>
            <p:cNvPr id="139" name="Rectangle 138">
              <a:extLst>
                <a:ext uri="{FF2B5EF4-FFF2-40B4-BE49-F238E27FC236}">
                  <a16:creationId xmlns:a16="http://schemas.microsoft.com/office/drawing/2014/main" id="{E9E9B467-3A34-4523-CEEF-CA2F664EDCEB}"/>
                </a:ext>
              </a:extLst>
            </p:cNvPr>
            <p:cNvSpPr/>
            <p:nvPr/>
          </p:nvSpPr>
          <p:spPr bwMode="auto">
            <a:xfrm>
              <a:off x="6640286" y="1415143"/>
              <a:ext cx="5355771" cy="228710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2400" err="1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endParaRPr>
            </a:p>
          </p:txBody>
        </p: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7AA4063B-86C6-97DB-686E-DE2EB7CC43B1}"/>
                </a:ext>
              </a:extLst>
            </p:cNvPr>
            <p:cNvCxnSpPr>
              <a:stCxn id="76" idx="3"/>
              <a:endCxn id="18" idx="1"/>
            </p:cNvCxnSpPr>
            <p:nvPr/>
          </p:nvCxnSpPr>
          <p:spPr>
            <a:xfrm>
              <a:off x="7861403" y="1918898"/>
              <a:ext cx="1903433" cy="3607"/>
            </a:xfrm>
            <a:prstGeom prst="straightConnector1">
              <a:avLst/>
            </a:prstGeom>
            <a:ln w="28575">
              <a:solidFill>
                <a:srgbClr val="00B0F0"/>
              </a:solidFill>
              <a:headEnd type="none" w="lg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D3BD9B36-6C91-78CC-9F88-22EC7F3F4EBD}"/>
                </a:ext>
              </a:extLst>
            </p:cNvPr>
            <p:cNvSpPr txBox="1"/>
            <p:nvPr/>
          </p:nvSpPr>
          <p:spPr>
            <a:xfrm>
              <a:off x="7577376" y="2152805"/>
              <a:ext cx="1904634" cy="18470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367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lang="es-ES" sz="1200" b="0" i="0" strike="noStrike" cap="none" baseline="0">
                  <a:solidFill>
                    <a:srgbClr val="000000"/>
                  </a:solidFill>
                  <a:effectLst/>
                  <a:latin typeface="Segoe UI Semibold"/>
                  <a:ea typeface="Segoe UI Semibold"/>
                  <a:cs typeface="Segoe UI Semibold"/>
                </a:rPr>
                <a:t>SpeechTranslationConfig</a:t>
              </a: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endParaRPr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402C8659-4ED4-851E-1DD9-355D5C26C7D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1189294" y="1606948"/>
              <a:ext cx="617462" cy="617462"/>
            </a:xfrm>
            <a:prstGeom prst="rect">
              <a:avLst/>
            </a:prstGeom>
          </p:spPr>
        </p:pic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910608C-BB85-24CD-CF4C-498CD3F2ED41}"/>
                </a:ext>
              </a:extLst>
            </p:cNvPr>
            <p:cNvGrpSpPr/>
            <p:nvPr/>
          </p:nvGrpSpPr>
          <p:grpSpPr>
            <a:xfrm>
              <a:off x="8078069" y="1621833"/>
              <a:ext cx="615444" cy="615446"/>
              <a:chOff x="5750484" y="3034642"/>
              <a:chExt cx="855812" cy="855814"/>
            </a:xfrm>
          </p:grpSpPr>
          <p:pic>
            <p:nvPicPr>
              <p:cNvPr id="11" name="Graphic 10" descr="Speech with solid fill">
                <a:extLst>
                  <a:ext uri="{FF2B5EF4-FFF2-40B4-BE49-F238E27FC236}">
                    <a16:creationId xmlns:a16="http://schemas.microsoft.com/office/drawing/2014/main" id="{6AE359DD-E9F6-1898-7FE9-E1EED5ADFE3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5750484" y="3034642"/>
                <a:ext cx="855812" cy="855814"/>
              </a:xfrm>
              <a:prstGeom prst="rect">
                <a:avLst/>
              </a:prstGeom>
            </p:spPr>
          </p:pic>
          <p:pic>
            <p:nvPicPr>
              <p:cNvPr id="12" name="Graphic 11" descr="Single gear with solid fill">
                <a:extLst>
                  <a:ext uri="{FF2B5EF4-FFF2-40B4-BE49-F238E27FC236}">
                    <a16:creationId xmlns:a16="http://schemas.microsoft.com/office/drawing/2014/main" id="{D42B140C-466C-A7CB-11AE-8E7F854E859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6129873" y="3154106"/>
                <a:ext cx="295108" cy="295110"/>
              </a:xfrm>
              <a:prstGeom prst="rect">
                <a:avLst/>
              </a:prstGeom>
            </p:spPr>
          </p:pic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56E29788-AED3-AFD5-4182-5BD881BE1F94}"/>
                  </a:ext>
                </a:extLst>
              </p:cNvPr>
              <p:cNvGrpSpPr/>
              <p:nvPr/>
            </p:nvGrpSpPr>
            <p:grpSpPr>
              <a:xfrm>
                <a:off x="5906222" y="3224134"/>
                <a:ext cx="426323" cy="396581"/>
                <a:chOff x="4575454" y="1355599"/>
                <a:chExt cx="789033" cy="715316"/>
              </a:xfrm>
              <a:solidFill>
                <a:schemeClr val="bg1"/>
              </a:solidFill>
            </p:grpSpPr>
            <p:pic>
              <p:nvPicPr>
                <p:cNvPr id="14" name="Graphic 13" descr="Key with solid fill">
                  <a:extLst>
                    <a:ext uri="{FF2B5EF4-FFF2-40B4-BE49-F238E27FC236}">
                      <a16:creationId xmlns:a16="http://schemas.microsoft.com/office/drawing/2014/main" id="{32F0E8A8-0AA2-74D2-4ED7-7F34C8D23CA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 rot="18959996">
                  <a:off x="4791643" y="1498079"/>
                  <a:ext cx="572844" cy="572836"/>
                </a:xfrm>
                <a:prstGeom prst="rect">
                  <a:avLst/>
                </a:prstGeom>
              </p:spPr>
            </p:pic>
            <p:pic>
              <p:nvPicPr>
                <p:cNvPr id="15" name="Graphic 14" descr="World with solid fill">
                  <a:extLst>
                    <a:ext uri="{FF2B5EF4-FFF2-40B4-BE49-F238E27FC236}">
                      <a16:creationId xmlns:a16="http://schemas.microsoft.com/office/drawing/2014/main" id="{EEE07F75-1D15-BD66-86AF-ACA9E9270FB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575454" y="1355599"/>
                  <a:ext cx="486185" cy="486186"/>
                </a:xfrm>
                <a:prstGeom prst="rect">
                  <a:avLst/>
                </a:prstGeom>
              </p:spPr>
            </p:pic>
          </p:grpSp>
        </p:grp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AB442FC1-DC24-8690-DF48-D7C27E1B2B1D}"/>
                </a:ext>
              </a:extLst>
            </p:cNvPr>
            <p:cNvSpPr txBox="1"/>
            <p:nvPr/>
          </p:nvSpPr>
          <p:spPr>
            <a:xfrm>
              <a:off x="9517679" y="2144946"/>
              <a:ext cx="1692488" cy="18470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367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lang="es-ES" sz="1200" b="0" i="0" strike="noStrike" cap="none" baseline="0">
                  <a:solidFill>
                    <a:srgbClr val="000000"/>
                  </a:solidFill>
                  <a:effectLst/>
                  <a:latin typeface="Segoe UI Semibold"/>
                  <a:ea typeface="Segoe UI Semibold"/>
                  <a:cs typeface="Segoe UI Semibold"/>
                </a:rPr>
                <a:t>TranslationRecognizer</a:t>
              </a: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endParaRPr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B09017B5-B2ED-090F-85F9-0389AEEEEBC5}"/>
                </a:ext>
              </a:extLst>
            </p:cNvPr>
            <p:cNvGrpSpPr/>
            <p:nvPr/>
          </p:nvGrpSpPr>
          <p:grpSpPr>
            <a:xfrm>
              <a:off x="9764836" y="1591572"/>
              <a:ext cx="661866" cy="661866"/>
              <a:chOff x="5638800" y="2971800"/>
              <a:chExt cx="914400" cy="914400"/>
            </a:xfrm>
          </p:grpSpPr>
          <p:pic>
            <p:nvPicPr>
              <p:cNvPr id="18" name="Graphic 17" descr="Chat with solid fill">
                <a:extLst>
                  <a:ext uri="{FF2B5EF4-FFF2-40B4-BE49-F238E27FC236}">
                    <a16:creationId xmlns:a16="http://schemas.microsoft.com/office/drawing/2014/main" id="{F0767E87-1E2D-F2DC-F2A4-7C7798318C1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5638800" y="2971800"/>
                <a:ext cx="914400" cy="914400"/>
              </a:xfrm>
              <a:prstGeom prst="rect">
                <a:avLst/>
              </a:prstGeom>
            </p:spPr>
          </p:pic>
          <p:pic>
            <p:nvPicPr>
              <p:cNvPr id="19" name="Graphic 18" descr="Earth globe: Americas with solid fill">
                <a:extLst>
                  <a:ext uri="{FF2B5EF4-FFF2-40B4-BE49-F238E27FC236}">
                    <a16:creationId xmlns:a16="http://schemas.microsoft.com/office/drawing/2014/main" id="{7CF83C9E-8098-95D9-BFB9-AF3A5973610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6115533" y="3317560"/>
                <a:ext cx="238926" cy="238928"/>
              </a:xfrm>
              <a:prstGeom prst="rect">
                <a:avLst/>
              </a:prstGeom>
            </p:spPr>
          </p:pic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DF3BE043-FDD8-7F38-8D3E-5FA408E8BF8A}"/>
                </a:ext>
              </a:extLst>
            </p:cNvPr>
            <p:cNvGrpSpPr/>
            <p:nvPr/>
          </p:nvGrpSpPr>
          <p:grpSpPr>
            <a:xfrm>
              <a:off x="8284601" y="2689652"/>
              <a:ext cx="554012" cy="472912"/>
              <a:chOff x="5410132" y="5200378"/>
              <a:chExt cx="1173277" cy="1001525"/>
            </a:xfrm>
          </p:grpSpPr>
          <p:pic>
            <p:nvPicPr>
              <p:cNvPr id="23" name="Graphic 22" descr="Volume with solid fill">
                <a:extLst>
                  <a:ext uri="{FF2B5EF4-FFF2-40B4-BE49-F238E27FC236}">
                    <a16:creationId xmlns:a16="http://schemas.microsoft.com/office/drawing/2014/main" id="{BF98B8AC-7E81-5CF6-CD3C-CA4A7730A92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5854996" y="5473490"/>
                <a:ext cx="728413" cy="728413"/>
              </a:xfrm>
              <a:prstGeom prst="rect">
                <a:avLst/>
              </a:prstGeom>
            </p:spPr>
          </p:pic>
          <p:pic>
            <p:nvPicPr>
              <p:cNvPr id="24" name="Graphic 23" descr="Paper outline">
                <a:extLst>
                  <a:ext uri="{FF2B5EF4-FFF2-40B4-BE49-F238E27FC236}">
                    <a16:creationId xmlns:a16="http://schemas.microsoft.com/office/drawing/2014/main" id="{2C18AC7B-2808-539C-8175-7A5DCB23C7F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5410132" y="5200378"/>
                <a:ext cx="728413" cy="728415"/>
              </a:xfrm>
              <a:prstGeom prst="rect">
                <a:avLst/>
              </a:prstGeom>
            </p:spPr>
          </p:pic>
          <p:pic>
            <p:nvPicPr>
              <p:cNvPr id="25" name="Graphic 24" descr="Voice with solid fill">
                <a:extLst>
                  <a:ext uri="{FF2B5EF4-FFF2-40B4-BE49-F238E27FC236}">
                    <a16:creationId xmlns:a16="http://schemas.microsoft.com/office/drawing/2014/main" id="{D9DB150E-B5E4-D1F5-D938-83C270A2761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5571414" y="5387194"/>
                <a:ext cx="405811" cy="405812"/>
              </a:xfrm>
              <a:prstGeom prst="rect">
                <a:avLst/>
              </a:prstGeom>
            </p:spPr>
          </p:pic>
        </p:grp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607F22FA-59E7-870B-1253-EBA5F6CEF23A}"/>
                </a:ext>
              </a:extLst>
            </p:cNvPr>
            <p:cNvSpPr txBox="1"/>
            <p:nvPr/>
          </p:nvSpPr>
          <p:spPr>
            <a:xfrm>
              <a:off x="7861483" y="3143869"/>
              <a:ext cx="1471898" cy="18470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en-US"/>
              </a:defPPr>
              <a:lvl1pPr marR="0" lvl="0" indent="0" fontAlgn="auto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sz="12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UI Semibold"/>
                </a:defRPr>
              </a:lvl1pPr>
            </a:lstStyle>
            <a:p>
              <a:r>
                <a:rPr lang="es-ES" sz="1200" b="0" i="0" strike="noStrike" cap="none" baseline="0">
                  <a:solidFill>
                    <a:srgbClr val="000000"/>
                  </a:solidFill>
                  <a:effectLst/>
                  <a:latin typeface="Segoe UI Semibold"/>
                  <a:ea typeface="Segoe UI Semibold"/>
                  <a:cs typeface="Segoe UI Semibold"/>
                </a:rPr>
                <a:t>AudioOutputConfig</a:t>
              </a:r>
              <a:endParaRPr lang="en-US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28DC76C6-2669-774C-D348-77BCF10998EA}"/>
                </a:ext>
              </a:extLst>
            </p:cNvPr>
            <p:cNvSpPr txBox="1"/>
            <p:nvPr/>
          </p:nvSpPr>
          <p:spPr>
            <a:xfrm>
              <a:off x="9657679" y="3115363"/>
              <a:ext cx="1120759" cy="1693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/>
              <a:r>
                <a:rPr lang="es-ES" sz="1100" b="0" i="0" strike="noStrike" cap="none" baseline="0">
                  <a:solidFill>
                    <a:srgbClr val="000000"/>
                  </a:solidFill>
                  <a:effectLst/>
                  <a:latin typeface="Cascadia Code"/>
                  <a:ea typeface="Cascadia Code"/>
                  <a:cs typeface="Cascadia Code"/>
                </a:rPr>
                <a:t>event_handler()</a:t>
              </a:r>
            </a:p>
          </p:txBody>
        </p:sp>
        <p:pic>
          <p:nvPicPr>
            <p:cNvPr id="35" name="Graphic 34" descr="High voltage with solid fill">
              <a:extLst>
                <a:ext uri="{FF2B5EF4-FFF2-40B4-BE49-F238E27FC236}">
                  <a16:creationId xmlns:a16="http://schemas.microsoft.com/office/drawing/2014/main" id="{9929FA70-8206-6195-3981-818763533DB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10081103" y="2638230"/>
              <a:ext cx="405594" cy="405594"/>
            </a:xfrm>
            <a:prstGeom prst="rect">
              <a:avLst/>
            </a:prstGeom>
          </p:spPr>
        </p:pic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687788CF-F065-C182-0903-B81ECD3169CD}"/>
                </a:ext>
              </a:extLst>
            </p:cNvPr>
            <p:cNvCxnSpPr>
              <a:stCxn id="18" idx="3"/>
              <a:endCxn id="6" idx="1"/>
            </p:cNvCxnSpPr>
            <p:nvPr/>
          </p:nvCxnSpPr>
          <p:spPr>
            <a:xfrm flipV="1">
              <a:off x="10426702" y="1915679"/>
              <a:ext cx="762592" cy="6826"/>
            </a:xfrm>
            <a:prstGeom prst="straightConnector1">
              <a:avLst/>
            </a:prstGeom>
            <a:ln w="28575">
              <a:solidFill>
                <a:srgbClr val="00B0F0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EE135888-151F-8A4E-4FCC-6E4ED8678307}"/>
                </a:ext>
              </a:extLst>
            </p:cNvPr>
            <p:cNvCxnSpPr>
              <a:cxnSpLocks/>
              <a:endCxn id="35" idx="0"/>
            </p:cNvCxnSpPr>
            <p:nvPr/>
          </p:nvCxnSpPr>
          <p:spPr>
            <a:xfrm>
              <a:off x="10278051" y="2363938"/>
              <a:ext cx="5849" cy="274292"/>
            </a:xfrm>
            <a:prstGeom prst="straightConnector1">
              <a:avLst/>
            </a:prstGeom>
            <a:ln w="28575">
              <a:solidFill>
                <a:srgbClr val="00B0F0"/>
              </a:solidFill>
              <a:headEnd type="none" w="lg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3F72B269-C0D9-DB10-42CB-241F6BB54709}"/>
                </a:ext>
              </a:extLst>
            </p:cNvPr>
            <p:cNvCxnSpPr>
              <a:stCxn id="35" idx="1"/>
            </p:cNvCxnSpPr>
            <p:nvPr/>
          </p:nvCxnSpPr>
          <p:spPr>
            <a:xfrm flipH="1">
              <a:off x="8900088" y="2841027"/>
              <a:ext cx="1181015" cy="0"/>
            </a:xfrm>
            <a:prstGeom prst="straightConnector1">
              <a:avLst/>
            </a:prstGeom>
            <a:ln w="28575">
              <a:solidFill>
                <a:srgbClr val="00B0F0"/>
              </a:solidFill>
              <a:headEnd type="none" w="lg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Arrow Connector 71">
              <a:extLst>
                <a:ext uri="{FF2B5EF4-FFF2-40B4-BE49-F238E27FC236}">
                  <a16:creationId xmlns:a16="http://schemas.microsoft.com/office/drawing/2014/main" id="{B8110AE0-335E-C55A-FE15-45BFABB598E8}"/>
                </a:ext>
              </a:extLst>
            </p:cNvPr>
            <p:cNvCxnSpPr>
              <a:stCxn id="24" idx="1"/>
              <a:endCxn id="70" idx="3"/>
            </p:cNvCxnSpPr>
            <p:nvPr/>
          </p:nvCxnSpPr>
          <p:spPr>
            <a:xfrm flipH="1" flipV="1">
              <a:off x="7436368" y="2852829"/>
              <a:ext cx="848233" cy="8799"/>
            </a:xfrm>
            <a:prstGeom prst="straightConnector1">
              <a:avLst/>
            </a:prstGeom>
            <a:ln w="28575">
              <a:solidFill>
                <a:srgbClr val="00B0F0"/>
              </a:solidFill>
              <a:headEnd type="none" w="lg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85DE055D-42B9-7D41-22E7-607A4E21C200}"/>
                </a:ext>
              </a:extLst>
            </p:cNvPr>
            <p:cNvGrpSpPr/>
            <p:nvPr/>
          </p:nvGrpSpPr>
          <p:grpSpPr>
            <a:xfrm>
              <a:off x="7301118" y="1638754"/>
              <a:ext cx="560285" cy="560287"/>
              <a:chOff x="5410132" y="5200378"/>
              <a:chExt cx="728413" cy="728415"/>
            </a:xfrm>
          </p:grpSpPr>
          <p:pic>
            <p:nvPicPr>
              <p:cNvPr id="76" name="Graphic 75" descr="Paper outline">
                <a:extLst>
                  <a:ext uri="{FF2B5EF4-FFF2-40B4-BE49-F238E27FC236}">
                    <a16:creationId xmlns:a16="http://schemas.microsoft.com/office/drawing/2014/main" id="{28AA643F-9F0B-BCBB-49BA-4332974D370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5410132" y="5200378"/>
                <a:ext cx="728413" cy="728415"/>
              </a:xfrm>
              <a:prstGeom prst="rect">
                <a:avLst/>
              </a:prstGeom>
            </p:spPr>
          </p:pic>
          <p:pic>
            <p:nvPicPr>
              <p:cNvPr id="77" name="Graphic 76" descr="Voice with solid fill">
                <a:extLst>
                  <a:ext uri="{FF2B5EF4-FFF2-40B4-BE49-F238E27FC236}">
                    <a16:creationId xmlns:a16="http://schemas.microsoft.com/office/drawing/2014/main" id="{1D751A84-19C3-BE16-6CDA-62B466AD764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5571414" y="5387194"/>
                <a:ext cx="405811" cy="405812"/>
              </a:xfrm>
              <a:prstGeom prst="rect">
                <a:avLst/>
              </a:prstGeom>
            </p:spPr>
          </p:pic>
        </p:grp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4034E368-89C4-5A04-0AB5-C1D94F45611F}"/>
                </a:ext>
              </a:extLst>
            </p:cNvPr>
            <p:cNvSpPr txBox="1"/>
            <p:nvPr/>
          </p:nvSpPr>
          <p:spPr>
            <a:xfrm>
              <a:off x="9962611" y="2357673"/>
              <a:ext cx="928354" cy="1539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none" lIns="0" tIns="0" rIns="0" bIns="0" rtlCol="0">
              <a:spAutoFit/>
            </a:bodyPr>
            <a:lstStyle/>
            <a:p>
              <a:pPr algn="l"/>
              <a:r>
                <a:rPr lang="es-ES" sz="1000" b="0" i="1" strike="noStrike" cap="none" baseline="0" dirty="0">
                  <a:solidFill>
                    <a:srgbClr val="000000"/>
                  </a:solidFill>
                  <a:effectLst/>
                  <a:latin typeface="Segoe UI"/>
                  <a:ea typeface="Segoe UI"/>
                  <a:cs typeface="Segoe UI"/>
                </a:rPr>
                <a:t>Sintetizando…</a:t>
              </a:r>
            </a:p>
          </p:txBody>
        </p:sp>
        <p:sp>
          <p:nvSpPr>
            <p:cNvPr id="150" name="Rectangle: Single Corner Snipped 149">
              <a:extLst>
                <a:ext uri="{FF2B5EF4-FFF2-40B4-BE49-F238E27FC236}">
                  <a16:creationId xmlns:a16="http://schemas.microsoft.com/office/drawing/2014/main" id="{DC85F286-BB9D-2C4B-5E6C-DCC16AB9FDB8}"/>
                </a:ext>
              </a:extLst>
            </p:cNvPr>
            <p:cNvSpPr/>
            <p:nvPr/>
          </p:nvSpPr>
          <p:spPr bwMode="auto">
            <a:xfrm>
              <a:off x="7017401" y="2664564"/>
              <a:ext cx="299141" cy="411745"/>
            </a:xfrm>
            <a:prstGeom prst="snip1Rect">
              <a:avLst>
                <a:gd name="adj" fmla="val 35695"/>
              </a:avLst>
            </a:prstGeom>
            <a:solidFill>
              <a:schemeClr val="bg1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2400" err="1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endParaRPr>
            </a:p>
          </p:txBody>
        </p: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C7508C2D-AA47-A2F5-2BD0-C943BE1F9F83}"/>
                </a:ext>
              </a:extLst>
            </p:cNvPr>
            <p:cNvGrpSpPr/>
            <p:nvPr/>
          </p:nvGrpSpPr>
          <p:grpSpPr>
            <a:xfrm>
              <a:off x="6911301" y="2590294"/>
              <a:ext cx="525067" cy="525069"/>
              <a:chOff x="5410132" y="5200378"/>
              <a:chExt cx="728413" cy="728415"/>
            </a:xfrm>
          </p:grpSpPr>
          <p:pic>
            <p:nvPicPr>
              <p:cNvPr id="70" name="Graphic 69" descr="Paper outline">
                <a:extLst>
                  <a:ext uri="{FF2B5EF4-FFF2-40B4-BE49-F238E27FC236}">
                    <a16:creationId xmlns:a16="http://schemas.microsoft.com/office/drawing/2014/main" id="{D8F66D49-6F1C-A38F-CB6A-EBFE5094B91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5410132" y="5200378"/>
                <a:ext cx="728413" cy="728415"/>
              </a:xfrm>
              <a:prstGeom prst="rect">
                <a:avLst/>
              </a:prstGeom>
            </p:spPr>
          </p:pic>
          <p:pic>
            <p:nvPicPr>
              <p:cNvPr id="71" name="Graphic 70" descr="Voice with solid fill">
                <a:extLst>
                  <a:ext uri="{FF2B5EF4-FFF2-40B4-BE49-F238E27FC236}">
                    <a16:creationId xmlns:a16="http://schemas.microsoft.com/office/drawing/2014/main" id="{4A69C27A-5BB1-0419-DB4A-A80F5A609BA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5571414" y="5387194"/>
                <a:ext cx="405811" cy="405812"/>
              </a:xfrm>
              <a:prstGeom prst="rect">
                <a:avLst/>
              </a:prstGeom>
            </p:spPr>
          </p:pic>
        </p:grpSp>
      </p:grpSp>
      <p:cxnSp>
        <p:nvCxnSpPr>
          <p:cNvPr id="3" name="Straight Arrow Connector 97">
            <a:extLst>
              <a:ext uri="{FF2B5EF4-FFF2-40B4-BE49-F238E27FC236}">
                <a16:creationId xmlns:a16="http://schemas.microsoft.com/office/drawing/2014/main" id="{6814341C-CF5B-6206-90E0-9514ACFEE061}"/>
              </a:ext>
            </a:extLst>
          </p:cNvPr>
          <p:cNvCxnSpPr>
            <a:cxnSpLocks/>
          </p:cNvCxnSpPr>
          <p:nvPr/>
        </p:nvCxnSpPr>
        <p:spPr>
          <a:xfrm rot="5400000">
            <a:off x="8788677" y="3780736"/>
            <a:ext cx="483203" cy="2253360"/>
          </a:xfrm>
          <a:prstGeom prst="bentConnector4">
            <a:avLst>
              <a:gd name="adj1" fmla="val 23669"/>
              <a:gd name="adj2" fmla="val 110145"/>
            </a:avLst>
          </a:prstGeom>
          <a:ln w="28575">
            <a:solidFill>
              <a:srgbClr val="00B0F0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5231771"/>
      </p:ext>
    </p:extLst>
  </p:cSld>
  <p:clrMapOvr>
    <a:masterClrMapping/>
  </p:clrMapOvr>
  <p:transition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0FC604-C755-7165-DD3F-02B937791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96AD34E-FFF0-D8F0-BAA6-4A203EAE1B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5652201" cy="487680"/>
          </a:xfrm>
        </p:spPr>
        <p:txBody>
          <a:bodyPr/>
          <a:lstStyle/>
          <a:p>
            <a:r>
              <a:rPr lang="es-ES" sz="3200" b="0" i="0" strike="noStrike" cap="none" baseline="0">
                <a:solidFill>
                  <a:srgbClr val="000000"/>
                </a:solidFill>
                <a:effectLst/>
                <a:latin typeface="Segoe UI Semibold"/>
                <a:ea typeface="Segoe UI Semibold"/>
                <a:cs typeface="Segoe UI Semibold"/>
              </a:rPr>
              <a:t>Demostración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D9E4EDF-28AA-363B-4F2C-B8119E61C8C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199" y="1594155"/>
            <a:ext cx="5654573" cy="304800"/>
          </a:xfrm>
        </p:spPr>
        <p:txBody>
          <a:bodyPr/>
          <a:lstStyle/>
          <a:p>
            <a:r>
              <a:rPr lang="es-ES" sz="2000" b="0" i="0" strike="noStrike" cap="none" baseline="0">
                <a:solidFill>
                  <a:srgbClr val="000000"/>
                </a:solidFill>
                <a:effectLst/>
                <a:latin typeface="Segoe UI Semibold"/>
                <a:ea typeface="Segoe UI Semibold"/>
                <a:cs typeface="Segoe UI Semibold"/>
              </a:rPr>
              <a:t>Traducción de texto y voz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1D5B4EC-AED1-02C8-547B-D68DC59A379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89" y="2085764"/>
            <a:ext cx="5652201" cy="1267968"/>
          </a:xfrm>
        </p:spPr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s-ES" sz="16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En esta demostración, harás lo siguiente:</a:t>
            </a:r>
          </a:p>
          <a:p>
            <a:pPr defTabSz="914367">
              <a:spcBef>
                <a:spcPct val="0"/>
              </a:spcBef>
              <a:buSzTx/>
              <a:defRPr/>
            </a:pPr>
            <a:r>
              <a:rPr lang="es-ES" sz="16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Usar Azure Translator en Foundry Tools para traducir texto</a:t>
            </a:r>
          </a:p>
          <a:p>
            <a:pPr defTabSz="914367">
              <a:spcBef>
                <a:spcPct val="0"/>
              </a:spcBef>
              <a:buSzTx/>
              <a:defRPr/>
            </a:pPr>
            <a:r>
              <a:rPr lang="es-ES" sz="16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Usar Azure Speech en Foundry Tools para traducir voz</a:t>
            </a:r>
          </a:p>
          <a:p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6D8E79-BE76-0F2D-9CB8-AE8DE93A0B5C}"/>
              </a:ext>
            </a:extLst>
          </p:cNvPr>
          <p:cNvSpPr txBox="1"/>
          <p:nvPr/>
        </p:nvSpPr>
        <p:spPr>
          <a:xfrm>
            <a:off x="487330" y="3561343"/>
            <a:ext cx="4607087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s-ES" sz="16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Inicia el ejercicio por tu cuenta en:</a:t>
            </a:r>
          </a:p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s-ES" sz="16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  <a:hlinkClick r:id="rId3" history="0"/>
              </a:rPr>
              <a:t>https://go.microsoft.com/fwlink/?linkid=2356176</a:t>
            </a:r>
            <a:r>
              <a:rPr lang="es-ES" sz="16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 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733B86-07AD-5E3F-816D-7E35F3BEE3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s-ES" sz="10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© Copyright Microsoft Corporation. Todos los derechos reservados.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BCC2233-E7D8-D7C1-C42D-A4662BD86C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68" b="68"/>
          <a:stretch/>
        </p:blipFill>
        <p:spPr>
          <a:xfrm>
            <a:off x="7699682" y="2014938"/>
            <a:ext cx="4598998" cy="3344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8777358"/>
      </p:ext>
    </p:extLst>
  </p:cSld>
  <p:clrMapOvr>
    <a:masterClrMapping/>
  </p:clrMapOvr>
  <p:transition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5B6526-3417-EFFB-2536-461221EF39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B58AB-842D-753E-C07F-9F7416EF6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487680"/>
          </a:xfrm>
        </p:spPr>
        <p:txBody>
          <a:bodyPr/>
          <a:lstStyle/>
          <a:p>
            <a:r>
              <a:rPr lang="es-ES" sz="3200" b="0" i="0" strike="noStrike" cap="none" baseline="0">
                <a:solidFill>
                  <a:srgbClr val="000000"/>
                </a:solidFill>
                <a:effectLst/>
                <a:latin typeface="Segoe UI Semibold"/>
                <a:ea typeface="Segoe UI Semibold"/>
                <a:cs typeface="Segoe UI Semibold"/>
              </a:rPr>
              <a:t>Prueba de conocimientos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9E2AEAA-267C-51B2-F64E-98110E9ECF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235075" y="1595378"/>
            <a:ext cx="8778782" cy="487680"/>
          </a:xfrm>
        </p:spPr>
        <p:txBody>
          <a:bodyPr/>
          <a:lstStyle/>
          <a:p>
            <a:r>
              <a:rPr lang="es-ES" sz="1600" b="0" i="0" strike="noStrike" cap="none" baseline="0">
                <a:solidFill>
                  <a:srgbClr val="000000"/>
                </a:solidFill>
                <a:effectLst/>
                <a:latin typeface="Segoe UI Semibold"/>
                <a:ea typeface="Segoe UI Semibold"/>
                <a:cs typeface="Segoe UI Semibold"/>
              </a:rPr>
              <a:t>¿Qué función del objeto TextTranslationClient de Azure Translator se debe usar para convertir la palabra en chino "你好" a la palabra en español "Hola"?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1785CF05-7D43-B3B7-4D59-2259C3CE916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36663" y="2136253"/>
            <a:ext cx="8775700" cy="725424"/>
          </a:xfrm>
        </p:spPr>
        <p:txBody>
          <a:bodyPr/>
          <a:lstStyle/>
          <a:p>
            <a:r>
              <a:rPr lang="es-ES" sz="14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get_supported_language</a:t>
            </a:r>
            <a:endParaRPr lang="en-US"/>
          </a:p>
          <a:p>
            <a:r>
              <a:rPr lang="es-ES" sz="14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Traducción</a:t>
            </a:r>
          </a:p>
          <a:p>
            <a:r>
              <a:rPr lang="es-ES" sz="14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transliterate</a:t>
            </a:r>
          </a:p>
        </p:txBody>
      </p:sp>
      <p:sp>
        <p:nvSpPr>
          <p:cNvPr id="5" name="Graphic 26" descr="Checkmark">
            <a:extLst>
              <a:ext uri="{FF2B5EF4-FFF2-40B4-BE49-F238E27FC236}">
                <a16:creationId xmlns:a16="http://schemas.microsoft.com/office/drawing/2014/main" id="{94FE0087-8C26-01F8-FC3A-B31C8D827D3A}"/>
              </a:ext>
            </a:extLst>
          </p:cNvPr>
          <p:cNvSpPr/>
          <p:nvPr/>
        </p:nvSpPr>
        <p:spPr>
          <a:xfrm>
            <a:off x="1266510" y="2455015"/>
            <a:ext cx="135234" cy="94984"/>
          </a:xfrm>
          <a:custGeom>
            <a:avLst/>
            <a:gdLst>
              <a:gd name="connsiteX0" fmla="*/ 249301 w 273255"/>
              <a:gd name="connsiteY0" fmla="*/ 0 h 191929"/>
              <a:gd name="connsiteX1" fmla="*/ 97887 w 273255"/>
              <a:gd name="connsiteY1" fmla="*/ 143134 h 191929"/>
              <a:gd name="connsiteX2" fmla="*/ 25137 w 273255"/>
              <a:gd name="connsiteY2" fmla="*/ 68610 h 191929"/>
              <a:gd name="connsiteX3" fmla="*/ 0 w 273255"/>
              <a:gd name="connsiteY3" fmla="*/ 92564 h 191929"/>
              <a:gd name="connsiteX4" fmla="*/ 96704 w 273255"/>
              <a:gd name="connsiteY4" fmla="*/ 191930 h 191929"/>
              <a:gd name="connsiteX5" fmla="*/ 122137 w 273255"/>
              <a:gd name="connsiteY5" fmla="*/ 168271 h 191929"/>
              <a:gd name="connsiteX6" fmla="*/ 273256 w 273255"/>
              <a:gd name="connsiteY6" fmla="*/ 24841 h 191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73255" h="191929">
                <a:moveTo>
                  <a:pt x="249301" y="0"/>
                </a:moveTo>
                <a:lnTo>
                  <a:pt x="97887" y="143134"/>
                </a:lnTo>
                <a:lnTo>
                  <a:pt x="25137" y="68610"/>
                </a:lnTo>
                <a:lnTo>
                  <a:pt x="0" y="92564"/>
                </a:lnTo>
                <a:lnTo>
                  <a:pt x="96704" y="191930"/>
                </a:lnTo>
                <a:lnTo>
                  <a:pt x="122137" y="168271"/>
                </a:lnTo>
                <a:lnTo>
                  <a:pt x="273256" y="24841"/>
                </a:lnTo>
                <a:close/>
              </a:path>
            </a:pathLst>
          </a:custGeom>
          <a:solidFill>
            <a:srgbClr val="0070C0"/>
          </a:solidFill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accent1"/>
              </a:solidFill>
            </a:endParaRPr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ADA5EEA6-A814-C509-45A9-71FA16D8A9D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235074" y="3134554"/>
            <a:ext cx="9439275" cy="731520"/>
          </a:xfrm>
        </p:spPr>
        <p:txBody>
          <a:bodyPr/>
          <a:lstStyle/>
          <a:p>
            <a:r>
              <a:rPr lang="es-ES" sz="1600" b="0" i="0" strike="noStrike" cap="none" baseline="0" dirty="0">
                <a:solidFill>
                  <a:srgbClr val="000000"/>
                </a:solidFill>
                <a:effectLst/>
                <a:latin typeface="Segoe UI Semibold"/>
                <a:ea typeface="Segoe UI Semibold"/>
                <a:cs typeface="Segoe UI Semibold"/>
              </a:rPr>
              <a:t>¿Qué función del objeto </a:t>
            </a:r>
            <a:r>
              <a:rPr lang="es-ES" sz="1600" b="0" i="0" strike="noStrike" cap="none" baseline="0" dirty="0" err="1">
                <a:solidFill>
                  <a:srgbClr val="000000"/>
                </a:solidFill>
                <a:effectLst/>
                <a:latin typeface="Segoe UI Semibold"/>
                <a:ea typeface="Segoe UI Semibold"/>
                <a:cs typeface="Segoe UI Semibold"/>
              </a:rPr>
              <a:t>TextTranslationClient</a:t>
            </a:r>
            <a:r>
              <a:rPr lang="es-ES" sz="1600" b="0" i="0" strike="noStrike" cap="none" baseline="0" dirty="0">
                <a:solidFill>
                  <a:srgbClr val="000000"/>
                </a:solidFill>
                <a:effectLst/>
                <a:latin typeface="Segoe UI Semibold"/>
                <a:ea typeface="Segoe UI Semibold"/>
                <a:cs typeface="Segoe UI Semibold"/>
              </a:rPr>
              <a:t> de Azure </a:t>
            </a:r>
            <a:r>
              <a:rPr lang="es-ES" sz="1600" b="0" i="0" strike="noStrike" cap="none" baseline="0" dirty="0" err="1">
                <a:solidFill>
                  <a:srgbClr val="000000"/>
                </a:solidFill>
                <a:effectLst/>
                <a:latin typeface="Segoe UI Semibold"/>
                <a:ea typeface="Segoe UI Semibold"/>
                <a:cs typeface="Segoe UI Semibold"/>
              </a:rPr>
              <a:t>Translator</a:t>
            </a:r>
            <a:r>
              <a:rPr lang="es-ES" sz="1600" b="0" i="0" strike="noStrike" cap="none" baseline="0" dirty="0">
                <a:solidFill>
                  <a:srgbClr val="000000"/>
                </a:solidFill>
                <a:effectLst/>
                <a:latin typeface="Segoe UI Semibold"/>
                <a:ea typeface="Segoe UI Semibold"/>
                <a:cs typeface="Segoe UI Semibold"/>
              </a:rPr>
              <a:t> se debe usar para convertir la palabra en ruso "</a:t>
            </a:r>
            <a:r>
              <a:rPr lang="es-ES" sz="1600" b="0" i="0" strike="noStrike" cap="none" baseline="0" dirty="0" err="1">
                <a:solidFill>
                  <a:srgbClr val="000000"/>
                </a:solidFill>
                <a:effectLst/>
                <a:latin typeface="Segoe UI Semibold"/>
                <a:ea typeface="Segoe UI Semibold"/>
                <a:cs typeface="Segoe UI Semibold"/>
              </a:rPr>
              <a:t>спасибо</a:t>
            </a:r>
            <a:r>
              <a:rPr lang="es-ES" sz="1600" b="0" i="0" strike="noStrike" cap="none" baseline="0" dirty="0">
                <a:solidFill>
                  <a:srgbClr val="000000"/>
                </a:solidFill>
                <a:effectLst/>
                <a:latin typeface="Segoe UI Semibold"/>
                <a:ea typeface="Segoe UI Semibold"/>
                <a:cs typeface="Segoe UI Semibold"/>
              </a:rPr>
              <a:t>", escrita con caracteres cirílicos, a "</a:t>
            </a:r>
            <a:r>
              <a:rPr lang="es-ES" sz="1600" b="0" i="0" strike="noStrike" cap="none" baseline="0" dirty="0" err="1">
                <a:solidFill>
                  <a:srgbClr val="000000"/>
                </a:solidFill>
                <a:effectLst/>
                <a:latin typeface="Segoe UI Semibold"/>
                <a:ea typeface="Segoe UI Semibold"/>
                <a:cs typeface="Segoe UI Semibold"/>
              </a:rPr>
              <a:t>spasibo</a:t>
            </a:r>
            <a:r>
              <a:rPr lang="es-ES" sz="1600" b="0" i="0" strike="noStrike" cap="none" baseline="0" dirty="0">
                <a:solidFill>
                  <a:srgbClr val="000000"/>
                </a:solidFill>
                <a:effectLst/>
                <a:latin typeface="Segoe UI Semibold"/>
                <a:ea typeface="Segoe UI Semibold"/>
                <a:cs typeface="Segoe UI Semibold"/>
              </a:rPr>
              <a:t>", escrita con caracteres latinos?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68AF569D-A650-D160-00FC-279BDCA0FEDB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235075" y="3645253"/>
            <a:ext cx="8775700" cy="725424"/>
          </a:xfrm>
        </p:spPr>
        <p:txBody>
          <a:bodyPr/>
          <a:lstStyle/>
          <a:p>
            <a:r>
              <a:rPr lang="es-ES" sz="14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get_supported_language</a:t>
            </a:r>
            <a:endParaRPr lang="en-US"/>
          </a:p>
          <a:p>
            <a:r>
              <a:rPr lang="es-ES" sz="14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Traducción</a:t>
            </a:r>
          </a:p>
          <a:p>
            <a:r>
              <a:rPr lang="es-ES" sz="14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transliterate</a:t>
            </a:r>
          </a:p>
        </p:txBody>
      </p:sp>
      <p:sp>
        <p:nvSpPr>
          <p:cNvPr id="42" name="Graphic 26" descr="Checkmark">
            <a:extLst>
              <a:ext uri="{FF2B5EF4-FFF2-40B4-BE49-F238E27FC236}">
                <a16:creationId xmlns:a16="http://schemas.microsoft.com/office/drawing/2014/main" id="{10909B21-C111-FF49-CCA4-51166FAF8036}"/>
              </a:ext>
            </a:extLst>
          </p:cNvPr>
          <p:cNvSpPr/>
          <p:nvPr/>
        </p:nvSpPr>
        <p:spPr>
          <a:xfrm>
            <a:off x="1266510" y="4206140"/>
            <a:ext cx="135234" cy="94984"/>
          </a:xfrm>
          <a:custGeom>
            <a:avLst/>
            <a:gdLst>
              <a:gd name="connsiteX0" fmla="*/ 249301 w 273255"/>
              <a:gd name="connsiteY0" fmla="*/ 0 h 191929"/>
              <a:gd name="connsiteX1" fmla="*/ 97887 w 273255"/>
              <a:gd name="connsiteY1" fmla="*/ 143134 h 191929"/>
              <a:gd name="connsiteX2" fmla="*/ 25137 w 273255"/>
              <a:gd name="connsiteY2" fmla="*/ 68610 h 191929"/>
              <a:gd name="connsiteX3" fmla="*/ 0 w 273255"/>
              <a:gd name="connsiteY3" fmla="*/ 92564 h 191929"/>
              <a:gd name="connsiteX4" fmla="*/ 96704 w 273255"/>
              <a:gd name="connsiteY4" fmla="*/ 191930 h 191929"/>
              <a:gd name="connsiteX5" fmla="*/ 122137 w 273255"/>
              <a:gd name="connsiteY5" fmla="*/ 168271 h 191929"/>
              <a:gd name="connsiteX6" fmla="*/ 273256 w 273255"/>
              <a:gd name="connsiteY6" fmla="*/ 24841 h 191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73255" h="191929">
                <a:moveTo>
                  <a:pt x="249301" y="0"/>
                </a:moveTo>
                <a:lnTo>
                  <a:pt x="97887" y="143134"/>
                </a:lnTo>
                <a:lnTo>
                  <a:pt x="25137" y="68610"/>
                </a:lnTo>
                <a:lnTo>
                  <a:pt x="0" y="92564"/>
                </a:lnTo>
                <a:lnTo>
                  <a:pt x="96704" y="191930"/>
                </a:lnTo>
                <a:lnTo>
                  <a:pt x="122137" y="168271"/>
                </a:lnTo>
                <a:lnTo>
                  <a:pt x="273256" y="24841"/>
                </a:lnTo>
                <a:close/>
              </a:path>
            </a:pathLst>
          </a:custGeom>
          <a:solidFill>
            <a:srgbClr val="0070C0"/>
          </a:solidFill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accent1"/>
              </a:solidFill>
            </a:endParaRP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29D1071F-015E-6627-E74A-6E0F452CE59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235075" y="4585680"/>
            <a:ext cx="8778782" cy="487680"/>
          </a:xfrm>
        </p:spPr>
        <p:txBody>
          <a:bodyPr/>
          <a:lstStyle/>
          <a:p>
            <a:r>
              <a:rPr lang="es-ES" sz="1600" b="0" i="0" strike="noStrike" cap="none" baseline="0" dirty="0">
                <a:solidFill>
                  <a:srgbClr val="000000"/>
                </a:solidFill>
                <a:effectLst/>
                <a:latin typeface="Segoe UI Semibold"/>
                <a:ea typeface="Segoe UI Semibold"/>
                <a:cs typeface="Segoe UI Semibold"/>
              </a:rPr>
              <a:t>¿Qué objeto del SDK de Azure Speech se debe usar para especificar los idiomas a los que</a:t>
            </a:r>
            <a:br>
              <a:rPr lang="es-ES" sz="1600" b="0" i="0" strike="noStrike" cap="none" baseline="0" dirty="0">
                <a:solidFill>
                  <a:srgbClr val="000000"/>
                </a:solidFill>
                <a:effectLst/>
                <a:latin typeface="Segoe UI Semibold"/>
                <a:ea typeface="Segoe UI Semibold"/>
                <a:cs typeface="Segoe UI Semibold"/>
              </a:rPr>
            </a:br>
            <a:r>
              <a:rPr lang="es-ES" sz="1600" b="0" i="0" strike="noStrike" cap="none" baseline="0" dirty="0">
                <a:solidFill>
                  <a:srgbClr val="000000"/>
                </a:solidFill>
                <a:effectLst/>
                <a:latin typeface="Segoe UI Semibold"/>
                <a:ea typeface="Segoe UI Semibold"/>
                <a:cs typeface="Segoe UI Semibold"/>
              </a:rPr>
              <a:t>se desea traducir la voz?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4B4E39E0-DFC0-DC71-73F3-16E6FD13931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235075" y="5097911"/>
            <a:ext cx="8775700" cy="725424"/>
          </a:xfrm>
        </p:spPr>
        <p:txBody>
          <a:bodyPr/>
          <a:lstStyle/>
          <a:p>
            <a:r>
              <a:rPr lang="es-ES" sz="14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SpeechConfig</a:t>
            </a:r>
            <a:endParaRPr lang="en-US" sz="1400"/>
          </a:p>
          <a:p>
            <a:r>
              <a:rPr lang="es-ES" sz="14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SpeechTranslationConfig</a:t>
            </a:r>
            <a:endParaRPr lang="en-US" sz="1400"/>
          </a:p>
          <a:p>
            <a:r>
              <a:rPr lang="es-ES" sz="14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AudioConfig</a:t>
            </a:r>
            <a:endParaRPr lang="en-US" sz="1400"/>
          </a:p>
        </p:txBody>
      </p:sp>
      <p:sp>
        <p:nvSpPr>
          <p:cNvPr id="43" name="Graphic 26" descr="Checkmark">
            <a:extLst>
              <a:ext uri="{FF2B5EF4-FFF2-40B4-BE49-F238E27FC236}">
                <a16:creationId xmlns:a16="http://schemas.microsoft.com/office/drawing/2014/main" id="{352E626B-BF45-7744-124F-4CC0D315362A}"/>
              </a:ext>
            </a:extLst>
          </p:cNvPr>
          <p:cNvSpPr/>
          <p:nvPr/>
        </p:nvSpPr>
        <p:spPr>
          <a:xfrm>
            <a:off x="1266510" y="5387645"/>
            <a:ext cx="135234" cy="94984"/>
          </a:xfrm>
          <a:custGeom>
            <a:avLst/>
            <a:gdLst>
              <a:gd name="connsiteX0" fmla="*/ 249301 w 273255"/>
              <a:gd name="connsiteY0" fmla="*/ 0 h 191929"/>
              <a:gd name="connsiteX1" fmla="*/ 97887 w 273255"/>
              <a:gd name="connsiteY1" fmla="*/ 143134 h 191929"/>
              <a:gd name="connsiteX2" fmla="*/ 25137 w 273255"/>
              <a:gd name="connsiteY2" fmla="*/ 68610 h 191929"/>
              <a:gd name="connsiteX3" fmla="*/ 0 w 273255"/>
              <a:gd name="connsiteY3" fmla="*/ 92564 h 191929"/>
              <a:gd name="connsiteX4" fmla="*/ 96704 w 273255"/>
              <a:gd name="connsiteY4" fmla="*/ 191930 h 191929"/>
              <a:gd name="connsiteX5" fmla="*/ 122137 w 273255"/>
              <a:gd name="connsiteY5" fmla="*/ 168271 h 191929"/>
              <a:gd name="connsiteX6" fmla="*/ 273256 w 273255"/>
              <a:gd name="connsiteY6" fmla="*/ 24841 h 191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73255" h="191929">
                <a:moveTo>
                  <a:pt x="249301" y="0"/>
                </a:moveTo>
                <a:lnTo>
                  <a:pt x="97887" y="143134"/>
                </a:lnTo>
                <a:lnTo>
                  <a:pt x="25137" y="68610"/>
                </a:lnTo>
                <a:lnTo>
                  <a:pt x="0" y="92564"/>
                </a:lnTo>
                <a:lnTo>
                  <a:pt x="96704" y="191930"/>
                </a:lnTo>
                <a:lnTo>
                  <a:pt x="122137" y="168271"/>
                </a:lnTo>
                <a:lnTo>
                  <a:pt x="273256" y="24841"/>
                </a:lnTo>
                <a:close/>
              </a:path>
            </a:pathLst>
          </a:custGeom>
          <a:solidFill>
            <a:srgbClr val="0070C0"/>
          </a:solidFill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accent1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73F18E3-1EC8-598E-766C-F7D8E21A5F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defTabSz="914367">
              <a:defRPr/>
            </a:pPr>
            <a:r>
              <a:rPr lang="es-ES" sz="10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© Copyright Microsoft Corporation. Todos los derechos reservados.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3F8557B3-8307-6377-7E11-CD6DFB83F2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722582" y="1583618"/>
            <a:ext cx="399208" cy="39920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indent="0" algn="ctr" defTabSz="91440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br>
              <a:rPr lang="es-ES" sz="1800" b="1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</a:br>
            <a:r>
              <a:rPr lang="es-ES" sz="1800" b="1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1</a:t>
            </a:r>
            <a:r>
              <a:rPr lang="es-ES" sz="18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
          </a:t>
            </a:r>
            <a:endParaRPr kumimoji="0" lang="en-IN" sz="1800" b="1" i="0" u="none" strike="noStrike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F582A3E-4164-C6C2-7CAC-7CC344DB97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722582" y="3152807"/>
            <a:ext cx="399208" cy="39920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indent="0" algn="ctr" defTabSz="91440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s-ES" sz="1800" b="1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2</a:t>
            </a:r>
            <a:endParaRPr kumimoji="0" lang="en-IN" sz="1800" b="1" i="0" u="none" strike="noStrike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D24DDD3-11B8-824B-AB10-DA69453E8B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722582" y="4570799"/>
            <a:ext cx="399208" cy="39920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indent="0" algn="ctr" defTabSz="91440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s-ES" sz="1800" b="1" i="0" strike="noStrike" cap="none" baseline="0" dirty="0">
              <a:solidFill>
                <a:srgbClr val="000000"/>
              </a:solidFill>
              <a:effectLst/>
              <a:latin typeface="Segoe UI"/>
              <a:ea typeface="Segoe UI"/>
              <a:cs typeface="Segoe UI"/>
            </a:endParaRPr>
          </a:p>
          <a:p>
            <a:pPr marR="0" lvl="0" indent="0" algn="ctr" defTabSz="91440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s-ES" sz="1800" b="1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3</a:t>
            </a:r>
            <a:r>
              <a:rPr lang="es-ES" sz="18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
          </a:t>
            </a:r>
            <a:endParaRPr kumimoji="0" lang="en-IN" sz="1800" b="1" i="0" u="none" strike="noStrike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82928220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42" grpId="0" animBg="1"/>
      <p:bldP spid="43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AFD3162-DA9E-4D67-9F87-E583DE6D64A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Overflow="overflow" horzOverflow="overflow" vert="horz" wrap="none" lIns="182880" tIns="146304" rIns="182880" bIns="146304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lang="es-ES" sz="1600" b="0" i="0" strike="noStrike" cap="none" baseline="0">
                <a:solidFill>
                  <a:srgbClr val="FFFFFF"/>
                </a:solidFill>
                <a:effectLst/>
                <a:latin typeface="Segoe UI"/>
                <a:ea typeface="Segoe UI"/>
                <a:cs typeface="Segoe UI"/>
              </a:rPr>
              <a:t>Diapositiva de cierre</a:t>
            </a:r>
            <a:endParaRPr kumimoji="0" lang="fr-FR" sz="1600" b="0" i="0" u="none" strike="noStrike" kern="1200" cap="none" spc="0" normalizeH="0" baseline="0" noProof="0" err="1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AF6C784-AA2B-54CE-A5D4-C5B6544A06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defTabSz="914367">
              <a:defRPr/>
            </a:pPr>
            <a:r>
              <a:rPr lang="es-ES" sz="10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© Copyright Microsoft Corporation. Todos los derechos reservados.</a:t>
            </a:r>
          </a:p>
        </p:txBody>
      </p:sp>
    </p:spTree>
    <p:extLst>
      <p:ext uri="{BB962C8B-B14F-4D97-AF65-F5344CB8AC3E}">
        <p14:creationId xmlns:p14="http://schemas.microsoft.com/office/powerpoint/2010/main" val="2592321789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OS" val="Unix 3.10.0.1160"/>
  <p:tag name="AS_RELEASE_DATE" val="2023.06.30"/>
  <p:tag name="AS_TITLE" val="Aspose.Slides for Java"/>
  <p:tag name="AS_VERSION" val="23.6.1"/>
</p:tagLst>
</file>

<file path=ppt/theme/theme1.xml><?xml version="1.0" encoding="utf-8"?>
<a:theme xmlns:a="http://schemas.openxmlformats.org/drawingml/2006/main" name="1_LIGHT MODE">
  <a:themeElements>
    <a:clrScheme name="BAR Light">
      <a:dk1>
        <a:srgbClr val="000000"/>
      </a:dk1>
      <a:lt1>
        <a:srgbClr val="FFFFFF"/>
      </a:lt1>
      <a:dk2>
        <a:srgbClr val="091F2E"/>
      </a:dk2>
      <a:lt2>
        <a:srgbClr val="FFF8F3"/>
      </a:lt2>
      <a:accent1>
        <a:srgbClr val="702573"/>
      </a:accent1>
      <a:accent2>
        <a:srgbClr val="BF3AC4"/>
      </a:accent2>
      <a:accent3>
        <a:srgbClr val="FE5B38"/>
      </a:accent3>
      <a:accent4>
        <a:srgbClr val="D59DD7"/>
      </a:accent4>
      <a:accent5>
        <a:srgbClr val="FEE298"/>
      </a:accent5>
      <a:accent6>
        <a:srgbClr val="D7D2CA"/>
      </a:accent6>
      <a:hlink>
        <a:srgbClr val="0077D3"/>
      </a:hlink>
      <a:folHlink>
        <a:srgbClr val="0077D3"/>
      </a:folHlink>
    </a:clrScheme>
    <a:fontScheme name="Custom 3">
      <a:majorFont>
        <a:latin typeface="Segoe UI Semibold"/>
        <a:ea typeface="Segoe UI Semibold"/>
        <a:cs typeface="Arial"/>
      </a:majorFont>
      <a:minorFont>
        <a:latin typeface="Segoe UI"/>
        <a:ea typeface="Segoe UI"/>
        <a:cs typeface="Arial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algn="l" defTabSz="932472" fontAlgn="base">
          <a:spcBef>
            <a:spcPct val="0"/>
          </a:spcBef>
          <a:spcAft>
            <a:spcPct val="0"/>
          </a:spcAft>
          <a:defRPr sz="2400" dirty="0" err="1" smtClean="0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lg" len="med"/>
          <a:tailEnd type="non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1600" dirty="0" smtClean="0"/>
        </a:defPPr>
      </a:lstStyle>
    </a:txDef>
  </a:objectDefaults>
  <a:extraClrSchemeLst/>
  <a:custClrLst>
    <a:custClr name="Pure White">
      <a:srgbClr val="FFFFFF"/>
    </a:custClr>
    <a:custClr name="Off White">
      <a:srgbClr val="F4F3F5"/>
    </a:custClr>
    <a:custClr name="Warm White">
      <a:srgbClr val="FFF8F3"/>
    </a:custClr>
    <a:custClr name="Warm Light Gray">
      <a:srgbClr val="E8E6DF"/>
    </a:custClr>
    <a:custClr name="Mid Gray">
      <a:srgbClr val="D7D2CB"/>
    </a:custClr>
    <a:custClr name="Warm Gray">
      <a:srgbClr val="8C8279"/>
    </a:custClr>
    <a:custClr name="Light Gray">
      <a:srgbClr val="D9D9D6"/>
    </a:custClr>
    <a:custClr name="Cool Gray">
      <a:srgbClr val="B1B3B3"/>
    </a:custClr>
    <a:custClr name="Dark Gray">
      <a:srgbClr val="454142"/>
    </a:custClr>
    <a:custClr name="Light Brown">
      <a:srgbClr val="E1D3C7"/>
    </a:custClr>
    <a:custClr name="Brown">
      <a:srgbClr val="BF9474"/>
    </a:custClr>
    <a:custClr name="Dark Brown">
      <a:srgbClr val="5C4738"/>
    </a:custClr>
    <a:custClr name="Light Yellow">
      <a:srgbClr val="FFE399"/>
    </a:custClr>
    <a:custClr name="Yellow">
      <a:srgbClr val="FFB900"/>
    </a:custClr>
    <a:custClr name="Dark Yellow">
      <a:srgbClr val="7F5A1A"/>
    </a:custClr>
    <a:custClr name="Light Orange">
      <a:srgbClr val="FFA38B"/>
    </a:custClr>
    <a:custClr name="Orange">
      <a:srgbClr val="FF5C39"/>
    </a:custClr>
    <a:custClr name="Dark Orange">
      <a:srgbClr val="73391D"/>
    </a:custClr>
    <a:custClr name="Light Red">
      <a:srgbClr val="FFB3BB"/>
    </a:custClr>
    <a:custClr name="Red">
      <a:srgbClr val="F4364C"/>
    </a:custClr>
    <a:custClr name="Dark Red">
      <a:srgbClr val="73262F"/>
    </a:custClr>
    <a:custClr name="Light Magenta">
      <a:srgbClr val="D59ED7"/>
    </a:custClr>
    <a:custClr name="Magenta">
      <a:srgbClr val="C03BC4"/>
    </a:custClr>
    <a:custClr name="Dark Magenta">
      <a:srgbClr val="702573"/>
    </a:custClr>
    <a:custClr name="Light Purple">
      <a:srgbClr val="C5B4E3"/>
    </a:custClr>
    <a:custClr name="Purple">
      <a:srgbClr val="8661C5"/>
    </a:custClr>
    <a:custClr name="Dark Purple">
      <a:srgbClr val="463668"/>
    </a:custClr>
    <a:custClr name="Light Blue">
      <a:srgbClr val="8DC8E8"/>
    </a:custClr>
    <a:custClr name="Blue">
      <a:srgbClr val="0078D4"/>
    </a:custClr>
    <a:custClr name="Dark Blue">
      <a:srgbClr val="2A446F"/>
    </a:custClr>
    <a:custClr name="Light Teal">
      <a:srgbClr val="B9DCD2"/>
    </a:custClr>
    <a:custClr name="Teal">
      <a:srgbClr val="49C5B1"/>
    </a:custClr>
    <a:custClr name="Dark Teal">
      <a:srgbClr val="225B62"/>
    </a:custClr>
    <a:custClr name="Light Green">
      <a:srgbClr val="D4EC8E"/>
    </a:custClr>
    <a:custClr name="Green">
      <a:srgbClr val="8DE971"/>
    </a:custClr>
    <a:custClr name="Dark Green">
      <a:srgbClr val="07641D"/>
    </a:custClr>
    <a:custClr name="Blue Black">
      <a:srgbClr val="091F2C"/>
    </a:custClr>
    <a:custClr name="Pure Black">
      <a:srgbClr val="000000"/>
    </a:custClr>
    <a:custClr name="Brown Black">
      <a:srgbClr val="291817"/>
    </a:custClr>
  </a:custClrLst>
  <a:extLst>
    <a:ext uri="{05A4C25C-085E-4340-85A3-A5531E510DB2}">
      <thm15:themeFamily xmlns:thm15="http://schemas.microsoft.com/office/thememl/2012/main" name="ILT_Course_Trainer-Template_063023_Final" id="{53CE3B9D-47D1-490F-99CD-422B5AEB3016}" vid="{B2DBE1BE-CBAC-4342-9A93-0CBD83F75182}"/>
    </a:ext>
  </a:extLst>
</a:theme>
</file>

<file path=ppt/theme/theme2.xml><?xml version="1.0" encoding="utf-8"?>
<a:theme xmlns:a="http://schemas.openxmlformats.org/drawingml/2006/main" name="LIGHT MODE">
  <a:themeElements>
    <a:clrScheme name="BAR Light">
      <a:dk1>
        <a:srgbClr val="000000"/>
      </a:dk1>
      <a:lt1>
        <a:srgbClr val="FFFFFF"/>
      </a:lt1>
      <a:dk2>
        <a:srgbClr val="091F2E"/>
      </a:dk2>
      <a:lt2>
        <a:srgbClr val="FFF8F3"/>
      </a:lt2>
      <a:accent1>
        <a:srgbClr val="702573"/>
      </a:accent1>
      <a:accent2>
        <a:srgbClr val="BF3AC4"/>
      </a:accent2>
      <a:accent3>
        <a:srgbClr val="FE5B38"/>
      </a:accent3>
      <a:accent4>
        <a:srgbClr val="D59DD7"/>
      </a:accent4>
      <a:accent5>
        <a:srgbClr val="FEE298"/>
      </a:accent5>
      <a:accent6>
        <a:srgbClr val="D7D2CA"/>
      </a:accent6>
      <a:hlink>
        <a:srgbClr val="0077D3"/>
      </a:hlink>
      <a:folHlink>
        <a:srgbClr val="0077D3"/>
      </a:folHlink>
    </a:clrScheme>
    <a:fontScheme name="Custom 3">
      <a:majorFont>
        <a:latin typeface="Segoe UI Semibold"/>
        <a:ea typeface="Segoe UI Semibold"/>
        <a:cs typeface="Arial"/>
      </a:majorFont>
      <a:minorFont>
        <a:latin typeface="Segoe UI"/>
        <a:ea typeface="Segoe UI"/>
        <a:cs typeface="Arial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algn="l" defTabSz="932472" fontAlgn="base">
          <a:spcBef>
            <a:spcPct val="0"/>
          </a:spcBef>
          <a:spcAft>
            <a:spcPct val="0"/>
          </a:spcAft>
          <a:defRPr sz="2400" dirty="0" err="1" smtClean="0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lg" len="med"/>
          <a:tailEnd type="non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1600" dirty="0" smtClean="0"/>
        </a:defPPr>
      </a:lstStyle>
    </a:txDef>
  </a:objectDefaults>
  <a:extraClrSchemeLst/>
  <a:custClrLst>
    <a:custClr name="Pure White">
      <a:srgbClr val="FFFFFF"/>
    </a:custClr>
    <a:custClr name="Off White">
      <a:srgbClr val="F4F3F5"/>
    </a:custClr>
    <a:custClr name="Warm White">
      <a:srgbClr val="FFF8F3"/>
    </a:custClr>
    <a:custClr name="Warm Light Gray">
      <a:srgbClr val="E8E6DF"/>
    </a:custClr>
    <a:custClr name="Mid Gray">
      <a:srgbClr val="D7D2CB"/>
    </a:custClr>
    <a:custClr name="Warm Gray">
      <a:srgbClr val="8C8279"/>
    </a:custClr>
    <a:custClr name="Light Gray">
      <a:srgbClr val="D9D9D6"/>
    </a:custClr>
    <a:custClr name="Cool Gray">
      <a:srgbClr val="B1B3B3"/>
    </a:custClr>
    <a:custClr name="Dark Gray">
      <a:srgbClr val="454142"/>
    </a:custClr>
    <a:custClr name="Light Brown">
      <a:srgbClr val="E1D3C7"/>
    </a:custClr>
    <a:custClr name="Brown">
      <a:srgbClr val="BF9474"/>
    </a:custClr>
    <a:custClr name="Dark Brown">
      <a:srgbClr val="5C4738"/>
    </a:custClr>
    <a:custClr name="Light Yellow">
      <a:srgbClr val="FFE399"/>
    </a:custClr>
    <a:custClr name="Yellow">
      <a:srgbClr val="FFB900"/>
    </a:custClr>
    <a:custClr name="Dark Yellow">
      <a:srgbClr val="7F5A1A"/>
    </a:custClr>
    <a:custClr name="Light Orange">
      <a:srgbClr val="FFA38B"/>
    </a:custClr>
    <a:custClr name="Orange">
      <a:srgbClr val="FF5C39"/>
    </a:custClr>
    <a:custClr name="Dark Orange">
      <a:srgbClr val="73391D"/>
    </a:custClr>
    <a:custClr name="Light Red">
      <a:srgbClr val="FFB3BB"/>
    </a:custClr>
    <a:custClr name="Red">
      <a:srgbClr val="F4364C"/>
    </a:custClr>
    <a:custClr name="Dark Red">
      <a:srgbClr val="73262F"/>
    </a:custClr>
    <a:custClr name="Light Magenta">
      <a:srgbClr val="D59ED7"/>
    </a:custClr>
    <a:custClr name="Magenta">
      <a:srgbClr val="C03BC4"/>
    </a:custClr>
    <a:custClr name="Dark Magenta">
      <a:srgbClr val="702573"/>
    </a:custClr>
    <a:custClr name="Light Purple">
      <a:srgbClr val="C5B4E3"/>
    </a:custClr>
    <a:custClr name="Purple">
      <a:srgbClr val="8661C5"/>
    </a:custClr>
    <a:custClr name="Dark Purple">
      <a:srgbClr val="463668"/>
    </a:custClr>
    <a:custClr name="Light Blue">
      <a:srgbClr val="8DC8E8"/>
    </a:custClr>
    <a:custClr name="Blue">
      <a:srgbClr val="0078D4"/>
    </a:custClr>
    <a:custClr name="Dark Blue">
      <a:srgbClr val="2A446F"/>
    </a:custClr>
    <a:custClr name="Light Teal">
      <a:srgbClr val="B9DCD2"/>
    </a:custClr>
    <a:custClr name="Teal">
      <a:srgbClr val="49C5B1"/>
    </a:custClr>
    <a:custClr name="Dark Teal">
      <a:srgbClr val="225B62"/>
    </a:custClr>
    <a:custClr name="Light Green">
      <a:srgbClr val="D4EC8E"/>
    </a:custClr>
    <a:custClr name="Green">
      <a:srgbClr val="8DE971"/>
    </a:custClr>
    <a:custClr name="Dark Green">
      <a:srgbClr val="07641D"/>
    </a:custClr>
    <a:custClr name="Blue Black">
      <a:srgbClr val="091F2C"/>
    </a:custClr>
    <a:custClr name="Pure Black">
      <a:srgbClr val="000000"/>
    </a:custClr>
    <a:custClr name="Brown Black">
      <a:srgbClr val="291817"/>
    </a:custClr>
  </a:custClrLst>
  <a:extLst>
    <a:ext uri="{05A4C25C-085E-4340-85A3-A5531E510DB2}">
      <thm15:themeFamily xmlns:thm15="http://schemas.microsoft.com/office/thememl/2012/main" name="ILT_Course_Trainer-Template_063023_Final" id="{53CE3B9D-47D1-490F-99CD-422B5AEB3016}" vid="{B2DBE1BE-CBAC-4342-9A93-0CBD83F75182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Calibr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Calibr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Calibr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Calibr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E32D07151C35047978CBB2C9B85873C" ma:contentTypeVersion="12" ma:contentTypeDescription="Create a new document." ma:contentTypeScope="" ma:versionID="3534ca723f0afde11e2a11eecba4c346">
  <xsd:schema xmlns:xsd="http://www.w3.org/2001/XMLSchema" xmlns:xs="http://www.w3.org/2001/XMLSchema" xmlns:p="http://schemas.microsoft.com/office/2006/metadata/properties" xmlns:ns1="http://schemas.microsoft.com/sharepoint/v3" xmlns:ns2="65939125-e560-4c0d-b0c5-36d0cbbdefe7" xmlns:ns3="e9b40ee8-a410-479f-a3f0-3e55b31bc197" targetNamespace="http://schemas.microsoft.com/office/2006/metadata/properties" ma:root="true" ma:fieldsID="f016192c923787f1dfe767fe6eb19d52" ns1:_="" ns2:_="" ns3:_="">
    <xsd:import namespace="http://schemas.microsoft.com/sharepoint/v3"/>
    <xsd:import namespace="65939125-e560-4c0d-b0c5-36d0cbbdefe7"/>
    <xsd:import namespace="e9b40ee8-a410-479f-a3f0-3e55b31bc197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8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9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5939125-e560-4c0d-b0c5-36d0cbbdefe7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9b40ee8-a410-479f-a3f0-3e55b31bc197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0ae8649e-307b-442d-9f75-1cd1fb9eba4e}" ma:internalName="TaxCatchAll" ma:showField="CatchAllData" ma:web="e9b40ee8-a410-479f-a3f0-3e55b31bc19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5939125-e560-4c0d-b0c5-36d0cbbdefe7">
      <Terms xmlns="http://schemas.microsoft.com/office/infopath/2007/PartnerControls"/>
    </lcf76f155ced4ddcb4097134ff3c332f>
    <TaxCatchAll xmlns="e9b40ee8-a410-479f-a3f0-3e55b31bc197" xsi:nil="true"/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9BE6BE5F-0F3E-4688-943B-6A75B88CACC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8683044-9CCF-49C2-86EF-175FB3A95DC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65939125-e560-4c0d-b0c5-36d0cbbdefe7"/>
    <ds:schemaRef ds:uri="e9b40ee8-a410-479f-a3f0-3e55b31bc19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7F4CE68-A85E-4373-86D0-F40255719C5F}">
  <ds:schemaRefs>
    <ds:schemaRef ds:uri="http://purl.org/dc/terms/"/>
    <ds:schemaRef ds:uri="http://schemas.microsoft.com/office/2006/documentManagement/types"/>
    <ds:schemaRef ds:uri="http://schemas.microsoft.com/sharepoint/v3"/>
    <ds:schemaRef ds:uri="http://www.w3.org/XML/1998/namespace"/>
    <ds:schemaRef ds:uri="http://schemas.openxmlformats.org/package/2006/metadata/core-properties"/>
    <ds:schemaRef ds:uri="92cc7923-7bd6-4c52-a535-c267c30bc123"/>
    <ds:schemaRef ds:uri="http://schemas.microsoft.com/office/2006/metadata/properties"/>
    <ds:schemaRef ds:uri="http://schemas.microsoft.com/office/infopath/2007/PartnerControls"/>
    <ds:schemaRef ds:uri="http://purl.org/dc/dcmitype/"/>
    <ds:schemaRef ds:uri="http://purl.org/dc/elements/1.1/"/>
    <ds:schemaRef ds:uri="59afee55-fc30-40da-a84e-ff6fc62c4efa"/>
    <ds:schemaRef ds:uri="65939125-e560-4c0d-b0c5-36d0cbbdefe7"/>
    <ds:schemaRef ds:uri="e9b40ee8-a410-479f-a3f0-3e55b31bc197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6372</Words>
  <Application>Microsoft Office PowerPoint</Application>
  <PresentationFormat>Widescreen</PresentationFormat>
  <Paragraphs>689</Paragraphs>
  <Slides>44</Slides>
  <Notes>44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44</vt:i4>
      </vt:variant>
    </vt:vector>
  </HeadingPairs>
  <TitlesOfParts>
    <vt:vector size="58" baseType="lpstr">
      <vt:lpstr>SFMono-Regular</vt:lpstr>
      <vt:lpstr>Aptos</vt:lpstr>
      <vt:lpstr>Aptos Display</vt:lpstr>
      <vt:lpstr>Arial</vt:lpstr>
      <vt:lpstr>Cambria Math</vt:lpstr>
      <vt:lpstr>Cascadia Code</vt:lpstr>
      <vt:lpstr>Consolas</vt:lpstr>
      <vt:lpstr>Segoe UI</vt:lpstr>
      <vt:lpstr>Segoe UI Light</vt:lpstr>
      <vt:lpstr>Segoe UI Semibold</vt:lpstr>
      <vt:lpstr>Segoe UI Variable Text</vt:lpstr>
      <vt:lpstr>Wingdings</vt:lpstr>
      <vt:lpstr>1_LIGHT MODE</vt:lpstr>
      <vt:lpstr>LIGHT MODE</vt:lpstr>
      <vt:lpstr>Desarrollo de soluciones de lenguaje natural en Azure</vt:lpstr>
      <vt:lpstr>Cargas de trabajo de inteligencia artificial</vt:lpstr>
      <vt:lpstr>Nuestro enfoque actual</vt:lpstr>
      <vt:lpstr>Análisis de texto con Azure Language en Foundry Tools</vt:lpstr>
      <vt:lpstr>Azure Language en Foundry Tools</vt:lpstr>
      <vt:lpstr>Uso de la API de Text Analytics</vt:lpstr>
      <vt:lpstr>Ejercicio</vt:lpstr>
      <vt:lpstr>Prueba de conocimientos</vt:lpstr>
      <vt:lpstr>Desarrollo de un agente de análisis de texto con el servidor MCP de Azure Language</vt:lpstr>
      <vt:lpstr>El servidor MCP de Azure Language</vt:lpstr>
      <vt:lpstr>Uso del servidor MCP de Azure Language</vt:lpstr>
      <vt:lpstr>Ejercicio</vt:lpstr>
      <vt:lpstr>Prueba de conocimientos</vt:lpstr>
      <vt:lpstr>Desarrollo de una aplicación de IA generativa compatible con voz</vt:lpstr>
      <vt:lpstr>Modelos compatibles con voz en modelos de Microsoft Foundry</vt:lpstr>
      <vt:lpstr>Uso de modelos de IA generativa compatibles con voz</vt:lpstr>
      <vt:lpstr>Ejercicio</vt:lpstr>
      <vt:lpstr>Prueba de conocimientos</vt:lpstr>
      <vt:lpstr>Creación de aplicaciones habilitadas para voz con Microsoft Foundry</vt:lpstr>
      <vt:lpstr>Azure Speech en Foundry Tools</vt:lpstr>
      <vt:lpstr>Uso de Azure Speech en Foundry Tools</vt:lpstr>
      <vt:lpstr>Conversión de voz en texto</vt:lpstr>
      <vt:lpstr>Texto a voz</vt:lpstr>
      <vt:lpstr>Lenguaje de marcado de síntesis de voz (SSML)</vt:lpstr>
      <vt:lpstr>Ejercicio</vt:lpstr>
      <vt:lpstr>Prueba de conocimientos</vt:lpstr>
      <vt:lpstr>Desarrollo de un agente de voz con el servidor MCP de Azure Speech</vt:lpstr>
      <vt:lpstr>El servidor MCP de Azure Speech</vt:lpstr>
      <vt:lpstr>Uso del servidor MCP de Azure Speech</vt:lpstr>
      <vt:lpstr>Ejercicio</vt:lpstr>
      <vt:lpstr>Prueba de conocimientos</vt:lpstr>
      <vt:lpstr>Desarrollo de un agente de Azure Speech Voice Live en Microsoft Foundry</vt:lpstr>
      <vt:lpstr>Azure Speech Voice Live</vt:lpstr>
      <vt:lpstr>Crear un agente de Voice Live</vt:lpstr>
      <vt:lpstr>Ejercicio</vt:lpstr>
      <vt:lpstr>Prueba de conocimientos</vt:lpstr>
      <vt:lpstr>Traducción de texto y voz con Microsoft Foundry Tools</vt:lpstr>
      <vt:lpstr>Traducción en Microsoft Foundry</vt:lpstr>
      <vt:lpstr>Traducción de texto con Azure Translator</vt:lpstr>
      <vt:lpstr>Traducción de voz con Azure Speech</vt:lpstr>
      <vt:lpstr>Síntesis de traducciones de voz</vt:lpstr>
      <vt:lpstr>Demostración</vt:lpstr>
      <vt:lpstr>Prueba de conocimientos</vt:lpstr>
      <vt:lpstr>Diapositiva de cierre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cp:revision>1</cp:revision>
  <dcterms:created xsi:type="dcterms:W3CDTF">2023-08-17T11:36:13Z</dcterms:created>
  <dcterms:modified xsi:type="dcterms:W3CDTF">2026-05-26T07:16:31Z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dlc_policyId">
    <vt:lpwstr>0x01010070AB3889E58DB141A6E1281B02136174|-369733750</vt:lpwstr>
  </property>
  <property fmtid="{D5CDD505-2E9C-101B-9397-08002B2CF9AE}" pid="3" name="Audience">
    <vt:lpwstr/>
  </property>
  <property fmtid="{D5CDD505-2E9C-101B-9397-08002B2CF9AE}" pid="4" name="Campaign">
    <vt:lpwstr/>
  </property>
  <property fmtid="{D5CDD505-2E9C-101B-9397-08002B2CF9AE}" pid="5" name="ContentTypeId">
    <vt:lpwstr>0x0101002E32D07151C35047978CBB2C9B85873C</vt:lpwstr>
  </property>
  <property fmtid="{D5CDD505-2E9C-101B-9397-08002B2CF9AE}" pid="6" name="Event Location">
    <vt:lpwstr/>
  </property>
  <property fmtid="{D5CDD505-2E9C-101B-9397-08002B2CF9AE}" pid="7" name="Event Venue">
    <vt:lpwstr/>
  </property>
  <property fmtid="{D5CDD505-2E9C-101B-9397-08002B2CF9AE}" pid="8" name="Event1">
    <vt:lpwstr>622;#Unassigned|2c8af875-f38a-40b8-a0a9-056aed3fc8c0</vt:lpwstr>
  </property>
  <property fmtid="{D5CDD505-2E9C-101B-9397-08002B2CF9AE}" pid="9" name="IsMyDocuments">
    <vt:bool>true</vt:bool>
  </property>
  <property fmtid="{D5CDD505-2E9C-101B-9397-08002B2CF9AE}" pid="10" name="ItemRetentionFormula">
    <vt:lpwstr>&lt;formula id="Microsoft.Office.RecordsManagement.PolicyFeatures.Expiration.Formula.BuiltIn"&gt;&lt;number&gt;30&lt;/number&gt;&lt;property&gt;Modified&lt;/property&gt;&lt;propertyId&gt;28cf69c5-fa48-462a-b5cd-27b6f9d2bd5f&lt;/propertyId&gt;&lt;period&gt;days&lt;/period&gt;&lt;/formula&gt;</vt:lpwstr>
  </property>
  <property fmtid="{D5CDD505-2E9C-101B-9397-08002B2CF9AE}" pid="11" name="MediaServiceImageTags">
    <vt:lpwstr/>
  </property>
  <property fmtid="{D5CDD505-2E9C-101B-9397-08002B2CF9AE}" pid="12" name="MSIP_Label_f42aa342-8706-4288-bd11-ebb85995028c_Application">
    <vt:lpwstr>Microsoft Azure Information Protection</vt:lpwstr>
  </property>
  <property fmtid="{D5CDD505-2E9C-101B-9397-08002B2CF9AE}" pid="13" name="MSIP_Label_f42aa342-8706-4288-bd11-ebb85995028c_Enabled">
    <vt:lpwstr>True</vt:lpwstr>
  </property>
  <property fmtid="{D5CDD505-2E9C-101B-9397-08002B2CF9AE}" pid="14" name="MSIP_Label_f42aa342-8706-4288-bd11-ebb85995028c_Extended_MSFT_Method">
    <vt:lpwstr>Automatic</vt:lpwstr>
  </property>
  <property fmtid="{D5CDD505-2E9C-101B-9397-08002B2CF9AE}" pid="15" name="MSIP_Label_f42aa342-8706-4288-bd11-ebb85995028c_Name">
    <vt:lpwstr>General</vt:lpwstr>
  </property>
  <property fmtid="{D5CDD505-2E9C-101B-9397-08002B2CF9AE}" pid="16" name="MSIP_Label_f42aa342-8706-4288-bd11-ebb85995028c_Owner">
    <vt:lpwstr>maryfj@microsoft.com</vt:lpwstr>
  </property>
  <property fmtid="{D5CDD505-2E9C-101B-9397-08002B2CF9AE}" pid="17" name="MSIP_Label_f42aa342-8706-4288-bd11-ebb85995028c_Ref">
    <vt:lpwstr>https://api.informationprotection.azure.com/api/72f988bf-86f1-41af-91ab-2d7cd011db47</vt:lpwstr>
  </property>
  <property fmtid="{D5CDD505-2E9C-101B-9397-08002B2CF9AE}" pid="18" name="MSIP_Label_f42aa342-8706-4288-bd11-ebb85995028c_SetDate">
    <vt:lpwstr>2017-08-29T14:27:20.8568347-07:00</vt:lpwstr>
  </property>
  <property fmtid="{D5CDD505-2E9C-101B-9397-08002B2CF9AE}" pid="19" name="MSIP_Label_f42aa342-8706-4288-bd11-ebb85995028c_SiteId">
    <vt:lpwstr>72f988bf-86f1-41af-91ab-2d7cd011db47</vt:lpwstr>
  </property>
  <property fmtid="{D5CDD505-2E9C-101B-9397-08002B2CF9AE}" pid="20" name="Product">
    <vt:lpwstr/>
  </property>
  <property fmtid="{D5CDD505-2E9C-101B-9397-08002B2CF9AE}" pid="21" name="Sensitivity">
    <vt:lpwstr>General</vt:lpwstr>
  </property>
  <property fmtid="{D5CDD505-2E9C-101B-9397-08002B2CF9AE}" pid="22" name="Track">
    <vt:lpwstr/>
  </property>
</Properties>
</file>