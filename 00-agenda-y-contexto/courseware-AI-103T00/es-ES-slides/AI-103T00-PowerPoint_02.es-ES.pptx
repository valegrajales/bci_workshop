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29" r:id="rId4"/>
    <p:sldMasterId id="2147484922" r:id="rId5"/>
    <p:sldMasterId id="2147484973" r:id="rId6"/>
  </p:sldMasterIdLst>
  <p:notesMasterIdLst>
    <p:notesMasterId r:id="rId62"/>
  </p:notesMasterIdLst>
  <p:handoutMasterIdLst>
    <p:handoutMasterId r:id="rId63"/>
  </p:handoutMasterIdLst>
  <p:sldIdLst>
    <p:sldId id="2076138181" r:id="rId7"/>
    <p:sldId id="2147479837" r:id="rId8"/>
    <p:sldId id="2147479838" r:id="rId9"/>
    <p:sldId id="1684" r:id="rId10"/>
    <p:sldId id="2147479725" r:id="rId11"/>
    <p:sldId id="2147479728" r:id="rId12"/>
    <p:sldId id="2147479729" r:id="rId13"/>
    <p:sldId id="2147479730" r:id="rId14"/>
    <p:sldId id="2147479731" r:id="rId15"/>
    <p:sldId id="2147479732" r:id="rId16"/>
    <p:sldId id="2147479813" r:id="rId17"/>
    <p:sldId id="2147479822" r:id="rId18"/>
    <p:sldId id="2147479733" r:id="rId19"/>
    <p:sldId id="2147479823" r:id="rId20"/>
    <p:sldId id="2147479825" r:id="rId21"/>
    <p:sldId id="2147479824" r:id="rId22"/>
    <p:sldId id="2147479826" r:id="rId23"/>
    <p:sldId id="2147479827" r:id="rId24"/>
    <p:sldId id="2147479830" r:id="rId25"/>
    <p:sldId id="2147479831" r:id="rId26"/>
    <p:sldId id="2147479828" r:id="rId27"/>
    <p:sldId id="2147479829" r:id="rId28"/>
    <p:sldId id="2147479832" r:id="rId29"/>
    <p:sldId id="2147479853" r:id="rId30"/>
    <p:sldId id="2147479854" r:id="rId31"/>
    <p:sldId id="2147479840" r:id="rId32"/>
    <p:sldId id="2147479841" r:id="rId33"/>
    <p:sldId id="2147479842" r:id="rId34"/>
    <p:sldId id="2147479843" r:id="rId35"/>
    <p:sldId id="2147479844" r:id="rId36"/>
    <p:sldId id="2147479835" r:id="rId37"/>
    <p:sldId id="2147479857" r:id="rId38"/>
    <p:sldId id="2147479856" r:id="rId39"/>
    <p:sldId id="2147479845" r:id="rId40"/>
    <p:sldId id="2147479846" r:id="rId41"/>
    <p:sldId id="2147479836" r:id="rId42"/>
    <p:sldId id="2147479858" r:id="rId43"/>
    <p:sldId id="2147479859" r:id="rId44"/>
    <p:sldId id="2147479860" r:id="rId45"/>
    <p:sldId id="2147479847" r:id="rId46"/>
    <p:sldId id="2147479848" r:id="rId47"/>
    <p:sldId id="2147479833" r:id="rId48"/>
    <p:sldId id="2147479861" r:id="rId49"/>
    <p:sldId id="2147479862" r:id="rId50"/>
    <p:sldId id="2147479868" r:id="rId51"/>
    <p:sldId id="2147479849" r:id="rId52"/>
    <p:sldId id="2147479850" r:id="rId53"/>
    <p:sldId id="2147479834" r:id="rId54"/>
    <p:sldId id="2147479863" r:id="rId55"/>
    <p:sldId id="2147479864" r:id="rId56"/>
    <p:sldId id="2147479866" r:id="rId57"/>
    <p:sldId id="2147479865" r:id="rId58"/>
    <p:sldId id="2147479867" r:id="rId59"/>
    <p:sldId id="2147479851" r:id="rId60"/>
    <p:sldId id="2147479852" r:id="rId61"/>
  </p:sldIdLst>
  <p:sldSz cx="12192000" cy="6858000"/>
  <p:notesSz cx="6858000" cy="9144000"/>
  <p:custDataLst>
    <p:tags r:id="rId64"/>
  </p:custDataLst>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01BCB01-20E9-314F-ACE8-C6EF320E2F2F}">
          <p14:sldIdLst>
            <p14:sldId id="2076138181"/>
            <p14:sldId id="2147479837"/>
            <p14:sldId id="2147479838"/>
          </p14:sldIdLst>
        </p14:section>
        <p14:section name="First agent in VS Code" id="{309E83C2-B3E8-426D-8E68-D1C16BE437C1}">
          <p14:sldIdLst>
            <p14:sldId id="1684"/>
            <p14:sldId id="2147479725"/>
            <p14:sldId id="2147479728"/>
            <p14:sldId id="2147479729"/>
            <p14:sldId id="2147479730"/>
            <p14:sldId id="2147479731"/>
            <p14:sldId id="2147479732"/>
            <p14:sldId id="2147479813"/>
            <p14:sldId id="2147479822"/>
          </p14:sldIdLst>
        </p14:section>
        <p14:section name="Integrate custom tools into your agent" id="{0EBA9724-2464-954D-9C1D-868A2EC52396}">
          <p14:sldIdLst>
            <p14:sldId id="2147479733"/>
            <p14:sldId id="2147479823"/>
            <p14:sldId id="2147479825"/>
            <p14:sldId id="2147479824"/>
            <p14:sldId id="2147479826"/>
          </p14:sldIdLst>
        </p14:section>
        <p14:section name="Integrate MCP Tools with Azure AI Agents" id="{34140886-E89E-314A-956F-F6C4D03DD73B}">
          <p14:sldIdLst>
            <p14:sldId id="2147479827"/>
            <p14:sldId id="2147479830"/>
            <p14:sldId id="2147479831"/>
            <p14:sldId id="2147479828"/>
            <p14:sldId id="2147479829"/>
          </p14:sldIdLst>
        </p14:section>
        <p14:section name="Build knowledge-enhanced AI agents with Foundry IQ" id="{C27B493D-9737-FF40-971A-E307736060E7}">
          <p14:sldIdLst>
            <p14:sldId id="2147479832"/>
            <p14:sldId id="2147479853"/>
            <p14:sldId id="2147479854"/>
            <p14:sldId id="2147479840"/>
            <p14:sldId id="2147479841"/>
            <p14:sldId id="2147479842"/>
            <p14:sldId id="2147479843"/>
            <p14:sldId id="2147479844"/>
          </p14:sldIdLst>
        </p14:section>
        <p14:section name="Integrate your agent with Microsoft 365" id="{1AE4777E-F476-5B4D-8D3C-C732E2795BB7}">
          <p14:sldIdLst>
            <p14:sldId id="2147479835"/>
            <p14:sldId id="2147479857"/>
            <p14:sldId id="2147479856"/>
            <p14:sldId id="2147479845"/>
            <p14:sldId id="2147479846"/>
          </p14:sldIdLst>
        </p14:section>
        <p14:section name="Build agent-driven workflows using Microsoft Foundry" id="{303FB2D2-CB60-7543-85CF-D78C3570BA75}">
          <p14:sldIdLst>
            <p14:sldId id="2147479836"/>
            <p14:sldId id="2147479858"/>
            <p14:sldId id="2147479859"/>
            <p14:sldId id="2147479860"/>
            <p14:sldId id="2147479847"/>
            <p14:sldId id="2147479848"/>
          </p14:sldIdLst>
        </p14:section>
        <p14:section name="Develop an AI agent with Microsoft Agent Framework" id="{368ABC35-4914-4341-81D0-78E4F66BA444}">
          <p14:sldIdLst>
            <p14:sldId id="2147479833"/>
            <p14:sldId id="2147479861"/>
            <p14:sldId id="2147479862"/>
            <p14:sldId id="2147479868"/>
            <p14:sldId id="2147479849"/>
            <p14:sldId id="2147479850"/>
          </p14:sldIdLst>
        </p14:section>
        <p14:section name="Orchestrate a multi-agent solution using the Microsoft Agent Framework" id="{4D9668C5-ECD6-3E46-AA62-29CFFB13657F}">
          <p14:sldIdLst>
            <p14:sldId id="2147479834"/>
            <p14:sldId id="2147479863"/>
            <p14:sldId id="2147479864"/>
            <p14:sldId id="2147479866"/>
            <p14:sldId id="2147479865"/>
            <p14:sldId id="2147479867"/>
            <p14:sldId id="2147479851"/>
            <p14:sldId id="2147479852"/>
          </p14:sldIdLst>
        </p14:section>
      </p14:sectionLst>
    </p:ext>
    <p:ext uri="{EFAFB233-063F-42B5-8137-9DF3F51BA10A}">
      <p15:sldGuideLst xmlns:p15="http://schemas.microsoft.com/office/powerpoint/2012/main">
        <p15:guide id="1" pos="4200" userDrawn="1">
          <p15:clr>
            <a:srgbClr val="A4A3A4"/>
          </p15:clr>
        </p15:guide>
        <p15:guide id="2" orient="horz" pos="2160">
          <p15:clr>
            <a:srgbClr val="A4A3A4"/>
          </p15:clr>
        </p15:guide>
        <p15:guide id="3" pos="584" userDrawn="1">
          <p15:clr>
            <a:srgbClr val="A4A3A4"/>
          </p15:clr>
        </p15:guide>
        <p15:guide id="5"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0" clrIdx="0"/>
  <p:cmAuthor id="7" name="Heidi Laverty" initials="HL" lastIdx="0" clrIdx="7"/>
  <p:cmAuthor id="1" name="Mary Feil-Jacobs" initials="MFJ" lastIdx="0" clrIdx="1"/>
  <p:cmAuthor id="2" name="Monica Lueder" initials="ML" lastIdx="0" clrIdx="2"/>
  <p:cmAuthor id="3" name="Mary Feil-Jacobs" initials="MF" lastIdx="0" clrIdx="3"/>
  <p:cmAuthor id="4" name="Author" initials="A" lastIdx="0" clrIdx="4"/>
  <p:cmAuthor id="5" name="Ron Sasaki" initials="RS" lastIdx="0" clrIdx="5"/>
  <p:cmAuthor id="6" name="heidi@mindseyepdx.com" initials="h"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1V>
      <a:tcStyle>
        <a:tcBdr>
          <a:top>
            <a:lnRef idx="1">
              <a:schemeClr val="accent6"/>
            </a:lnRef>
          </a:top>
          <a:bottom>
            <a:lnRef idx="1">
              <a:schemeClr val="accent6"/>
            </a:lnRef>
          </a:bottom>
        </a:tcBdr>
        <a:fill>
          <a:solidFill>
            <a:schemeClr val="accent6">
              <a:alpha val="40000"/>
            </a:schemeClr>
          </a:solidFill>
        </a:fill>
      </a:tcStyle>
    </a:band1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4346" autoAdjust="0"/>
    <p:restoredTop sz="96247" autoAdjust="0"/>
  </p:normalViewPr>
  <p:slideViewPr>
    <p:cSldViewPr snapToGrid="0">
      <p:cViewPr>
        <p:scale>
          <a:sx n="100" d="100"/>
          <a:sy n="100" d="100"/>
        </p:scale>
        <p:origin x="2126" y="542"/>
      </p:cViewPr>
      <p:guideLst>
        <p:guide pos="4200"/>
        <p:guide orient="horz" pos="2160"/>
        <p:guide pos="584"/>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handoutMaster" Target="handoutMasters/handoutMaster1.xml"/><Relationship Id="rId68"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tags" Target="tags/tag1.xml"/><Relationship Id="rId69" Type="http://schemas.openxmlformats.org/officeDocument/2006/relationships/tableStyles" Target="tableStyles.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viewProps" Target="viewProps.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anose="020B0502040204020203"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6F66B00-6144-45ED-BFDB-3936850BDA03}" type="datetime8">
              <a:rPr lang="en-US" smtClean="0">
                <a:latin typeface="Segoe UI" panose="020B0502040204020203" pitchFamily="34" charset="0"/>
              </a:rPr>
              <a:t>5/26/2026 2:09 PM</a:t>
            </a:fld>
            <a:endParaRPr lang="en-US">
              <a:latin typeface="Segoe UI" panose="020B0502040204020203"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anose="020B0502040204020203" pitchFamily="34" charset="0"/>
              </a:rPr>
              <a:t>‹#›</a:t>
            </a:fld>
            <a:endParaRPr lang="en-US">
              <a:latin typeface="Segoe UI" panose="020B0502040204020203"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anose="020B0502040204020203"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anose="020B0502040204020203" pitchFamily="34" charset="0"/>
              </a:defRPr>
            </a:lvl1pPr>
          </a:lstStyle>
          <a:p>
            <a:fld id="{61486BA7-839C-4D2B-BD52-EF0BBA8433FD}" type="datetime8">
              <a:rPr lang="en-US" smtClean="0"/>
              <a:t>5/26/2026 2:08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anose="020B0502040204020203" pitchFamily="34" charset="0"/>
              </a:defRPr>
            </a:lvl1pPr>
          </a:lstStyle>
          <a:p>
            <a:fld id="{B4008EB6-D09E-4580-8CD6-DDB14511944F}" type="slidenum">
              <a:rPr lang="en-US" smtClean="0"/>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anose="020B0604020202020204"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7" name="Slide Number Placeholder 6"/>
          <p:cNvSpPr>
            <a:spLocks noGrp="1"/>
          </p:cNvSpPr>
          <p:nvPr>
            <p:ph type="sldNum" sz="quarter" idx="13"/>
          </p:nvPr>
        </p:nvSpPr>
        <p:spPr/>
        <p:txBody>
          <a:bodyPr/>
          <a:lstStyle/>
          <a:p>
            <a:fld id="{B4008EB6-D09E-4580-8CD6-DDB14511944F}" type="slidenum">
              <a:rPr lang="en-US" smtClean="0"/>
              <a:t>1</a:t>
            </a:fld>
            <a:endParaRPr lang="en-US"/>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Orienta a los alumnos: "Azure AI abarca varias familias de cargas de trabajo. Hoy, nos centraremos en la </a:t>
            </a:r>
            <a:r>
              <a:rPr lang="es-ES" sz="882" b="0" i="1" strike="noStrike" cap="none" baseline="0">
                <a:solidFill>
                  <a:srgbClr val="000000"/>
                </a:solidFill>
                <a:effectLst/>
                <a:latin typeface="Segoe UI Light"/>
                <a:ea typeface="Segoe UI Light"/>
                <a:cs typeface="Segoe UI Light"/>
              </a:rPr>
              <a:t>IA generativa y los agentes</a:t>
            </a:r>
            <a:r>
              <a:rPr lang="es-ES" sz="882" b="0" i="0" strike="noStrike" cap="none" baseline="0">
                <a:solidFill>
                  <a:srgbClr val="000000"/>
                </a:solidFill>
                <a:effectLst/>
                <a:latin typeface="Segoe UI Light"/>
                <a:ea typeface="Segoe UI Light"/>
                <a:cs typeface="Segoe UI Light"/>
              </a:rPr>
              <a:t>".</a:t>
            </a:r>
          </a:p>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Contraste rápido: ML clásico (predictivo, f(x)=y) frente a IA generativa (lenguaje + razonamiento + generación de contenido).</a:t>
            </a:r>
          </a:p>
          <a:p>
            <a:pPr fontAlgn="t"/>
            <a:endParaRPr lang="en-US" sz="882" b="0" i="0" kern="120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a:t>
            </a:fld>
            <a:endParaRPr lang="en-US"/>
          </a:p>
        </p:txBody>
      </p:sp>
    </p:spTree>
    <p:extLst>
      <p:ext uri="{BB962C8B-B14F-4D97-AF65-F5344CB8AC3E}">
        <p14:creationId xmlns:p14="http://schemas.microsoft.com/office/powerpoint/2010/main" val="1597354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t"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Refuerza el control de ámbito: "Si has venido por la visión, la voz y la traducción, existen, pero el enfoque actual está en los agentes".</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endParaRP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3</a:t>
            </a:fld>
            <a:endParaRPr lang="en-US"/>
          </a:p>
        </p:txBody>
      </p:sp>
    </p:spTree>
    <p:extLst>
      <p:ext uri="{BB962C8B-B14F-4D97-AF65-F5344CB8AC3E}">
        <p14:creationId xmlns:p14="http://schemas.microsoft.com/office/powerpoint/2010/main" val="2977282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ct val="0"/>
              </a:spcBef>
              <a:spcAft>
                <a:spcPts val="340"/>
              </a:spcAft>
              <a:buClrTx/>
              <a:buSzTx/>
              <a:buFontTx/>
              <a:buNone/>
              <a:defRPr/>
            </a:pPr>
            <a:r>
              <a:rPr lang="en-US"/>
              <a:t>IMPORTANT: Only present this section if you’re using this as a 1 day course. If you are teaching AI-103, this section is a duplicate of the end from the previous day.</a:t>
            </a:r>
          </a:p>
          <a:p>
            <a:pPr marL="0" marR="0" lvl="0" indent="0" algn="l" defTabSz="932742" rtl="0" eaLnBrk="1" fontAlgn="auto" latinLnBrk="0" hangingPunct="1">
              <a:lnSpc>
                <a:spcPct val="90000"/>
              </a:lnSpc>
              <a:spcBef>
                <a:spcPct val="0"/>
              </a:spcBef>
              <a:spcAft>
                <a:spcPts val="340"/>
              </a:spcAft>
              <a:buClrTx/>
              <a:buSzTx/>
              <a:buFontTx/>
              <a:buNone/>
              <a:defRPr/>
            </a:pPr>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t>4</a:t>
            </a:fld>
            <a:endParaRPr lang="en-US"/>
          </a:p>
        </p:txBody>
      </p:sp>
    </p:spTree>
    <p:extLst>
      <p:ext uri="{BB962C8B-B14F-4D97-AF65-F5344CB8AC3E}">
        <p14:creationId xmlns:p14="http://schemas.microsoft.com/office/powerpoint/2010/main" val="2209868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exercise begins with the same procedure to create a Foundry project– students will become quite adept at this by the end of the day!</a:t>
            </a:r>
          </a:p>
          <a:p>
            <a:r>
              <a:rPr lang="en-US"/>
              <a:t>The repetition of this procedure can be onerous, but it’s necessary to keep the exercises modular and to avoid consuming Azure resources unnecessary (for both cost reasons and to free up data center capacity for other Azure customers)</a:t>
            </a:r>
          </a:p>
        </p:txBody>
      </p:sp>
      <p:sp>
        <p:nvSpPr>
          <p:cNvPr id="4" name="Header Placeholder 3"/>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2:08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11</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206660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FB493-A9E5-18F8-293A-D116B5D39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491F1A-C81D-7805-C514-7BECB35D4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A8A321-26B3-439B-65EE-A23CFE83C982}"/>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n-US" i="0"/>
              <a:t>Allow students a few minutes to think about the questions, then reveal the correct answers.</a:t>
            </a:r>
          </a:p>
          <a:p>
            <a:endParaRPr lang="en-US"/>
          </a:p>
        </p:txBody>
      </p:sp>
      <p:sp>
        <p:nvSpPr>
          <p:cNvPr id="4" name="Slide Number Placeholder 3">
            <a:extLst>
              <a:ext uri="{FF2B5EF4-FFF2-40B4-BE49-F238E27FC236}">
                <a16:creationId xmlns:a16="http://schemas.microsoft.com/office/drawing/2014/main" id="{C0650732-F4AF-4FAC-B1A3-2F5EF57005FD}"/>
              </a:ext>
            </a:extLst>
          </p:cNvPr>
          <p:cNvSpPr>
            <a:spLocks noGrp="1"/>
          </p:cNvSpPr>
          <p:nvPr>
            <p:ph type="sldNum" sz="quarter" idx="5"/>
          </p:nvPr>
        </p:nvSpPr>
        <p:spPr/>
        <p:txBody>
          <a:bodyPr/>
          <a:lstStyle/>
          <a:p>
            <a:fld id="{97E04F8E-88E9-481C-A2B3-C92BCE611EF5}" type="slidenum">
              <a:rPr lang="en-US" smtClean="0"/>
              <a:t>12</a:t>
            </a:fld>
            <a:endParaRPr lang="en-US"/>
          </a:p>
        </p:txBody>
      </p:sp>
    </p:spTree>
    <p:extLst>
      <p:ext uri="{BB962C8B-B14F-4D97-AF65-F5344CB8AC3E}">
        <p14:creationId xmlns:p14="http://schemas.microsoft.com/office/powerpoint/2010/main" val="1781579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B2F0C-AC98-5BCF-83CF-91B9E4C48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C24B3-08E9-D17D-17A7-A2C091C61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27BA3-5E3A-60E6-640E-8CD6BC33DA16}"/>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p:txBody>
      </p:sp>
      <p:sp>
        <p:nvSpPr>
          <p:cNvPr id="4" name="Header Placeholder 3">
            <a:extLst>
              <a:ext uri="{FF2B5EF4-FFF2-40B4-BE49-F238E27FC236}">
                <a16:creationId xmlns:a16="http://schemas.microsoft.com/office/drawing/2014/main" id="{2E0CD70D-804D-8995-58AD-2B9B2C801D5B}"/>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42782E25-2C07-68C6-2C63-30D7EC880884}"/>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D9689D2F-B424-397F-BB96-BB4652C2F6CC}"/>
              </a:ext>
            </a:extLst>
          </p:cNvPr>
          <p:cNvSpPr>
            <a:spLocks noGrp="1"/>
          </p:cNvSpPr>
          <p:nvPr>
            <p:ph type="sldNum" sz="quarter" idx="5"/>
          </p:nvPr>
        </p:nvSpPr>
        <p:spPr/>
        <p:txBody>
          <a:bodyPr/>
          <a:lstStyle/>
          <a:p>
            <a:fld id="{B4008EB6-D09E-4580-8CD6-DDB14511944F}" type="slidenum">
              <a:rPr lang="en-US" smtClean="0"/>
              <a:t>13</a:t>
            </a:fld>
            <a:endParaRPr lang="en-US"/>
          </a:p>
        </p:txBody>
      </p:sp>
    </p:spTree>
    <p:extLst>
      <p:ext uri="{BB962C8B-B14F-4D97-AF65-F5344CB8AC3E}">
        <p14:creationId xmlns:p14="http://schemas.microsoft.com/office/powerpoint/2010/main" val="741150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148E1-B36B-9816-497E-B2CEEAF0E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52535-A281-ABCC-F639-B021C7B38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D10491-C45E-69E7-E705-3C3F5CFC00D4}"/>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D345C412-88D3-415A-28F6-4C09EC22AA0F}"/>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39167419-E9EF-EBDA-08CA-F0FCD5D0EBD2}"/>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C0EC48C-8A65-85F6-3CC6-35EB26420F59}"/>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2:08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FB24970D-D26C-3534-BF20-330393D60359}"/>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16</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19180734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E36A-ABA9-B07B-716B-03790D508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65F9F-E1AC-13E9-15FD-2E9FCE7A1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827736-B7ED-CAA1-471F-A0F5F1A626BC}"/>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AFEDE449-B61A-C410-8F5C-519313E254FE}"/>
              </a:ext>
            </a:extLst>
          </p:cNvPr>
          <p:cNvSpPr>
            <a:spLocks noGrp="1"/>
          </p:cNvSpPr>
          <p:nvPr>
            <p:ph type="sldNum" sz="quarter" idx="5"/>
          </p:nvPr>
        </p:nvSpPr>
        <p:spPr/>
        <p:txBody>
          <a:bodyPr/>
          <a:lstStyle/>
          <a:p>
            <a:fld id="{97E04F8E-88E9-481C-A2B3-C92BCE611EF5}" type="slidenum">
              <a:rPr lang="en-US" smtClean="0"/>
              <a:t>17</a:t>
            </a:fld>
            <a:endParaRPr lang="en-US"/>
          </a:p>
        </p:txBody>
      </p:sp>
    </p:spTree>
    <p:extLst>
      <p:ext uri="{BB962C8B-B14F-4D97-AF65-F5344CB8AC3E}">
        <p14:creationId xmlns:p14="http://schemas.microsoft.com/office/powerpoint/2010/main" val="349914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6BF99-75F6-1D29-DD32-9D92B6D63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2A63A3-D8F6-74B3-D0BF-524C808B08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6F5AA-8A04-5163-F915-D57FD43CF714}"/>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p:txBody>
      </p:sp>
      <p:sp>
        <p:nvSpPr>
          <p:cNvPr id="4" name="Header Placeholder 3">
            <a:extLst>
              <a:ext uri="{FF2B5EF4-FFF2-40B4-BE49-F238E27FC236}">
                <a16:creationId xmlns:a16="http://schemas.microsoft.com/office/drawing/2014/main" id="{02CCD414-68DB-B666-6E38-86E86EDC6FDA}"/>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523AAC1D-338D-583A-3696-BF7529F19B06}"/>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1A069176-8C83-FFD7-6BEC-CAEDDFF43856}"/>
              </a:ext>
            </a:extLst>
          </p:cNvPr>
          <p:cNvSpPr>
            <a:spLocks noGrp="1"/>
          </p:cNvSpPr>
          <p:nvPr>
            <p:ph type="sldNum" sz="quarter" idx="5"/>
          </p:nvPr>
        </p:nvSpPr>
        <p:spPr/>
        <p:txBody>
          <a:bodyPr/>
          <a:lstStyle/>
          <a:p>
            <a:fld id="{B4008EB6-D09E-4580-8CD6-DDB14511944F}" type="slidenum">
              <a:rPr lang="en-US" smtClean="0"/>
              <a:t>18</a:t>
            </a:fld>
            <a:endParaRPr lang="en-US"/>
          </a:p>
        </p:txBody>
      </p:sp>
    </p:spTree>
    <p:extLst>
      <p:ext uri="{BB962C8B-B14F-4D97-AF65-F5344CB8AC3E}">
        <p14:creationId xmlns:p14="http://schemas.microsoft.com/office/powerpoint/2010/main" val="3487194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Destaca las ventajas de MCP, lo que permite la configuración una vez para conectarse a varias herramientas y hacer que esa misma conexión esté disponible para varios agentes.</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19</a:t>
            </a:fld>
            <a:endParaRPr lang="en-US"/>
          </a:p>
        </p:txBody>
      </p:sp>
    </p:spTree>
    <p:extLst>
      <p:ext uri="{BB962C8B-B14F-4D97-AF65-F5344CB8AC3E}">
        <p14:creationId xmlns:p14="http://schemas.microsoft.com/office/powerpoint/2010/main" val="35069963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1" i="0" strike="noStrike" cap="none" baseline="0">
                <a:solidFill>
                  <a:srgbClr val="000000"/>
                </a:solidFill>
                <a:effectLst/>
                <a:latin typeface="Segoe UI Light"/>
                <a:ea typeface="Segoe UI Light"/>
                <a:cs typeface="Segoe UI Light"/>
              </a:rPr>
              <a:t>Información general sobre la integración de las herramientas del agente MCP</a:t>
            </a:r>
            <a:endParaRPr lang="en-US" sz="882" b="0" i="0" kern="1200">
              <a:solidFill>
                <a:schemeClr val="tx1"/>
              </a:solidFill>
              <a:effectLst/>
              <a:latin typeface="Segoe UI Light" pitchFamily="34" charset="0"/>
              <a:ea typeface="+mn-ea"/>
              <a:cs typeface="+mn-cs"/>
            </a:endParaRPr>
          </a:p>
          <a:p>
            <a:pPr marL="171450" indent="-171450">
              <a:buFont typeface="Arial" panose="020B0604020202020204" pitchFamily="34" charset="0"/>
              <a:buChar char="•"/>
            </a:pPr>
            <a:r>
              <a:rPr lang="es-ES" sz="882" b="0" i="0" strike="noStrike" cap="none" baseline="0">
                <a:solidFill>
                  <a:srgbClr val="000000"/>
                </a:solidFill>
                <a:effectLst/>
                <a:latin typeface="Segoe UI Light"/>
                <a:ea typeface="Segoe UI Light"/>
                <a:cs typeface="Segoe UI Light"/>
              </a:rPr>
              <a:t>El </a:t>
            </a:r>
            <a:r>
              <a:rPr lang="es-ES" sz="882" b="1" i="0" strike="noStrike" cap="none" baseline="0">
                <a:solidFill>
                  <a:srgbClr val="000000"/>
                </a:solidFill>
                <a:effectLst/>
                <a:latin typeface="Segoe UI Light"/>
                <a:ea typeface="Segoe UI Light"/>
                <a:cs typeface="Segoe UI Light"/>
              </a:rPr>
              <a:t>servidor MCP</a:t>
            </a:r>
            <a:r>
              <a:rPr lang="es-ES" sz="882" b="0" i="0" strike="noStrike" cap="none" baseline="0">
                <a:solidFill>
                  <a:srgbClr val="000000"/>
                </a:solidFill>
                <a:effectLst/>
                <a:latin typeface="Segoe UI Light"/>
                <a:ea typeface="Segoe UI Light"/>
                <a:cs typeface="Segoe UI Light"/>
              </a:rPr>
              <a:t> hospeda definiciones de herramientas decoradas con @mcp.tool.</a:t>
            </a:r>
          </a:p>
          <a:p>
            <a:pPr marL="171450" indent="-171450">
              <a:buFont typeface="Arial" panose="020B0604020202020204" pitchFamily="34" charset="0"/>
              <a:buChar char="•"/>
            </a:pPr>
            <a:r>
              <a:rPr lang="es-ES" sz="882" b="0" i="0" strike="noStrike" cap="none" baseline="0">
                <a:solidFill>
                  <a:srgbClr val="000000"/>
                </a:solidFill>
                <a:effectLst/>
                <a:latin typeface="Segoe UI Light"/>
                <a:ea typeface="Segoe UI Light"/>
                <a:cs typeface="Segoe UI Light"/>
              </a:rPr>
              <a:t>El </a:t>
            </a:r>
            <a:r>
              <a:rPr lang="es-ES" sz="882" b="1" i="0" strike="noStrike" cap="none" baseline="0">
                <a:solidFill>
                  <a:srgbClr val="000000"/>
                </a:solidFill>
                <a:effectLst/>
                <a:latin typeface="Segoe UI Light"/>
                <a:ea typeface="Segoe UI Light"/>
                <a:cs typeface="Segoe UI Light"/>
              </a:rPr>
              <a:t>cliente MCP</a:t>
            </a:r>
            <a:r>
              <a:rPr lang="es-ES" sz="882" b="0" i="0" strike="noStrike" cap="none" baseline="0">
                <a:solidFill>
                  <a:srgbClr val="000000"/>
                </a:solidFill>
                <a:effectLst/>
                <a:latin typeface="Segoe UI Light"/>
                <a:ea typeface="Segoe UI Light"/>
                <a:cs typeface="Segoe UI Light"/>
              </a:rPr>
              <a:t> inicializa una conexión de cliente MCP con el servidor.</a:t>
            </a:r>
          </a:p>
          <a:p>
            <a:pPr marL="171450" indent="-171450">
              <a:buFont typeface="Arial" panose="020B0604020202020204" pitchFamily="34" charset="0"/>
              <a:buChar char="•"/>
            </a:pPr>
            <a:r>
              <a:rPr lang="es-ES" sz="882" b="0" i="0" strike="noStrike" cap="none" baseline="0">
                <a:solidFill>
                  <a:srgbClr val="000000"/>
                </a:solidFill>
                <a:effectLst/>
                <a:latin typeface="Segoe UI Light"/>
                <a:ea typeface="Segoe UI Light"/>
                <a:cs typeface="Segoe UI Light"/>
              </a:rPr>
              <a:t>El </a:t>
            </a:r>
            <a:r>
              <a:rPr lang="es-ES" sz="882" b="1" i="0" strike="noStrike" cap="none" baseline="0">
                <a:solidFill>
                  <a:srgbClr val="000000"/>
                </a:solidFill>
                <a:effectLst/>
                <a:latin typeface="Segoe UI Light"/>
                <a:ea typeface="Segoe UI Light"/>
                <a:cs typeface="Segoe UI Light"/>
              </a:rPr>
              <a:t>cliente MCP</a:t>
            </a:r>
            <a:r>
              <a:rPr lang="es-ES" sz="882" b="0" i="0" strike="noStrike" cap="none" baseline="0">
                <a:solidFill>
                  <a:srgbClr val="000000"/>
                </a:solidFill>
                <a:effectLst/>
                <a:latin typeface="Segoe UI Light"/>
                <a:ea typeface="Segoe UI Light"/>
                <a:cs typeface="Segoe UI Light"/>
              </a:rPr>
              <a:t> captura las definiciones de herramientas disponibles con session.list_tools().</a:t>
            </a:r>
          </a:p>
          <a:p>
            <a:pPr marL="171450" indent="-171450">
              <a:buFont typeface="Arial" panose="020B0604020202020204" pitchFamily="34" charset="0"/>
              <a:buChar char="•"/>
            </a:pPr>
            <a:r>
              <a:rPr lang="es-ES" sz="882" b="0" i="0" strike="noStrike" cap="none" baseline="0">
                <a:solidFill>
                  <a:srgbClr val="000000"/>
                </a:solidFill>
                <a:effectLst/>
                <a:latin typeface="Segoe UI Light"/>
                <a:ea typeface="Segoe UI Light"/>
                <a:cs typeface="Segoe UI Light"/>
              </a:rPr>
              <a:t>Cada herramienta se encapsula en una función asincrónica que invoca session.call_tool.</a:t>
            </a:r>
            <a:endParaRPr lang="en-US" sz="882" b="0" i="0" kern="1200">
              <a:solidFill>
                <a:schemeClr val="tx1"/>
              </a:solidFill>
              <a:effectLst/>
              <a:latin typeface="Segoe UI Light" pitchFamily="34" charset="0"/>
              <a:ea typeface="+mn-ea"/>
              <a:cs typeface="+mn-cs"/>
            </a:endParaRPr>
          </a:p>
          <a:p>
            <a:pPr marL="171450" indent="-171450">
              <a:buFont typeface="Arial" panose="020B0604020202020204" pitchFamily="34" charset="0"/>
              <a:buChar char="•"/>
            </a:pPr>
            <a:r>
              <a:rPr lang="es-ES" sz="882" b="0" i="0" strike="noStrike" cap="none" baseline="0">
                <a:solidFill>
                  <a:srgbClr val="000000"/>
                </a:solidFill>
                <a:effectLst/>
                <a:latin typeface="Segoe UI Light"/>
                <a:ea typeface="Segoe UI Light"/>
                <a:cs typeface="Segoe UI Light"/>
              </a:rPr>
              <a:t>Las funciones de la herramienta se agrupan en FunctionTool, lo que hace que el agente las pueda usar.</a:t>
            </a:r>
          </a:p>
          <a:p>
            <a:pPr marL="171450" indent="-171450">
              <a:buFont typeface="Arial" panose="020B0604020202020204" pitchFamily="34" charset="0"/>
              <a:buChar char="•"/>
            </a:pPr>
            <a:r>
              <a:rPr lang="es-ES" sz="882" b="0" i="0" strike="noStrike" cap="none" baseline="0">
                <a:solidFill>
                  <a:srgbClr val="000000"/>
                </a:solidFill>
                <a:effectLst/>
                <a:latin typeface="Segoe UI Light"/>
                <a:ea typeface="Segoe UI Light"/>
                <a:cs typeface="Segoe UI Light"/>
              </a:rPr>
              <a:t>FunctionTool se registra en el conjunto de herramientas del agente.</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20</a:t>
            </a:fld>
            <a:endParaRPr lang="en-US"/>
          </a:p>
        </p:txBody>
      </p:sp>
    </p:spTree>
    <p:extLst>
      <p:ext uri="{BB962C8B-B14F-4D97-AF65-F5344CB8AC3E}">
        <p14:creationId xmlns:p14="http://schemas.microsoft.com/office/powerpoint/2010/main" val="26509646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1EE2F-7138-39B8-830A-8F5D8433BA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0F81F1-D00F-9736-3B8D-0554D8AF7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77D180-BC1A-830F-955B-A010363094D3}"/>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2E6D8BC7-94CF-0476-FD38-21C1E18432EC}"/>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5A2E2DC4-BEF5-294D-4781-52A97115A81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2195F762-7391-7445-59F9-2ACF54C6F440}"/>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2:08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1BEDBEC0-1EB1-60F0-8081-33DED4B38F7C}"/>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21</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9988302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9368-5A4E-9404-D64D-56C203B80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AEF91-09EB-ED45-D9DE-1341C985C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964E2C-537C-E8DC-2A52-CD7E7B0A7342}"/>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3F9B2418-0676-51A4-EA1D-BDBD9C7AF5B4}"/>
              </a:ext>
            </a:extLst>
          </p:cNvPr>
          <p:cNvSpPr>
            <a:spLocks noGrp="1"/>
          </p:cNvSpPr>
          <p:nvPr>
            <p:ph type="sldNum" sz="quarter" idx="5"/>
          </p:nvPr>
        </p:nvSpPr>
        <p:spPr/>
        <p:txBody>
          <a:bodyPr/>
          <a:lstStyle/>
          <a:p>
            <a:fld id="{97E04F8E-88E9-481C-A2B3-C92BCE611EF5}" type="slidenum">
              <a:rPr lang="en-US" smtClean="0"/>
              <a:t>22</a:t>
            </a:fld>
            <a:endParaRPr lang="en-US"/>
          </a:p>
        </p:txBody>
      </p:sp>
    </p:spTree>
    <p:extLst>
      <p:ext uri="{BB962C8B-B14F-4D97-AF65-F5344CB8AC3E}">
        <p14:creationId xmlns:p14="http://schemas.microsoft.com/office/powerpoint/2010/main" val="19882713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2DEAF-096B-135F-B2BC-1C27DD1A1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305B3B-73BA-4B8B-AAB4-027E09E82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A4625-3D1B-34A2-7F99-5FB7AD3E2FA0}"/>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p:txBody>
      </p:sp>
      <p:sp>
        <p:nvSpPr>
          <p:cNvPr id="4" name="Header Placeholder 3">
            <a:extLst>
              <a:ext uri="{FF2B5EF4-FFF2-40B4-BE49-F238E27FC236}">
                <a16:creationId xmlns:a16="http://schemas.microsoft.com/office/drawing/2014/main" id="{767E430E-D347-A792-0434-8CEBB7F0B7FE}"/>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A210017C-E51A-75F2-C6BD-90FE25FDC178}"/>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AC6547BB-314B-1EB5-68D3-B166E6C6C8C0}"/>
              </a:ext>
            </a:extLst>
          </p:cNvPr>
          <p:cNvSpPr>
            <a:spLocks noGrp="1"/>
          </p:cNvSpPr>
          <p:nvPr>
            <p:ph type="sldNum" sz="quarter" idx="5"/>
          </p:nvPr>
        </p:nvSpPr>
        <p:spPr/>
        <p:txBody>
          <a:bodyPr/>
          <a:lstStyle/>
          <a:p>
            <a:fld id="{B4008EB6-D09E-4580-8CD6-DDB14511944F}" type="slidenum">
              <a:rPr lang="en-US" smtClean="0"/>
              <a:t>23</a:t>
            </a:fld>
            <a:endParaRPr lang="en-US"/>
          </a:p>
        </p:txBody>
      </p:sp>
    </p:spTree>
    <p:extLst>
      <p:ext uri="{BB962C8B-B14F-4D97-AF65-F5344CB8AC3E}">
        <p14:creationId xmlns:p14="http://schemas.microsoft.com/office/powerpoint/2010/main" val="2529347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if necessary to recall RAG</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anose="020B0502040204020203"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24</a:t>
            </a:fld>
            <a:endParaRPr lang="en-US"/>
          </a:p>
        </p:txBody>
      </p:sp>
    </p:spTree>
    <p:extLst>
      <p:ext uri="{BB962C8B-B14F-4D97-AF65-F5344CB8AC3E}">
        <p14:creationId xmlns:p14="http://schemas.microsoft.com/office/powerpoint/2010/main" val="2348920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Se pueden conectar orígenes de datos adicionales, lo que sirve como ejemplo de los más comunes.</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27</a:t>
            </a:fld>
            <a:endParaRPr lang="en-US"/>
          </a:p>
        </p:txBody>
      </p:sp>
    </p:spTree>
    <p:extLst>
      <p:ext uri="{BB962C8B-B14F-4D97-AF65-F5344CB8AC3E}">
        <p14:creationId xmlns:p14="http://schemas.microsoft.com/office/powerpoint/2010/main" val="20665965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18B83-9DDB-1E85-0F96-93F0303E7C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7BDA9-D1A6-C018-9D42-A5A5550E27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D9F6F-E0FD-043C-1FAA-C9BDB28AB50F}"/>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179D1A8F-E42C-B99D-3C3E-5D462ED44FB6}"/>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ED14AEDE-A601-ABAB-F218-D70A26A7ACF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E12006CB-9411-E93E-3E0B-1CEA556965CF}"/>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2:08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9CA1D6F7-0435-924E-8345-4C1A35A8A61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29</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05992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31D44-49E4-7226-1B4F-78E59AF007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F54FB-2FF5-F239-8DA3-31C9DE6DF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64C59-EE0A-E6AC-6463-5214EB5AA00B}"/>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6632A96F-A127-D6CD-2203-13BC6D063B8C}"/>
              </a:ext>
            </a:extLst>
          </p:cNvPr>
          <p:cNvSpPr>
            <a:spLocks noGrp="1"/>
          </p:cNvSpPr>
          <p:nvPr>
            <p:ph type="sldNum" sz="quarter" idx="5"/>
          </p:nvPr>
        </p:nvSpPr>
        <p:spPr/>
        <p:txBody>
          <a:bodyPr/>
          <a:lstStyle/>
          <a:p>
            <a:fld id="{97E04F8E-88E9-481C-A2B3-C92BCE611EF5}" type="slidenum">
              <a:rPr lang="en-US" smtClean="0"/>
              <a:t>30</a:t>
            </a:fld>
            <a:endParaRPr lang="en-US"/>
          </a:p>
        </p:txBody>
      </p:sp>
    </p:spTree>
    <p:extLst>
      <p:ext uri="{BB962C8B-B14F-4D97-AF65-F5344CB8AC3E}">
        <p14:creationId xmlns:p14="http://schemas.microsoft.com/office/powerpoint/2010/main" val="18066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1B341-FA4F-F29F-5B5C-ABFC06EE9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969717-B818-EF8A-0D36-E5511A90A2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B46755-D000-66B7-5B5E-23C06AA6DD5E}"/>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p:txBody>
      </p:sp>
      <p:sp>
        <p:nvSpPr>
          <p:cNvPr id="4" name="Header Placeholder 3">
            <a:extLst>
              <a:ext uri="{FF2B5EF4-FFF2-40B4-BE49-F238E27FC236}">
                <a16:creationId xmlns:a16="http://schemas.microsoft.com/office/drawing/2014/main" id="{45135448-EC3B-F277-13DE-829B9590BC76}"/>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0B633FA9-3AB5-328F-2DDF-3A0703A67E24}"/>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C3AD5C25-D869-A595-86EF-D68BAB6F180F}"/>
              </a:ext>
            </a:extLst>
          </p:cNvPr>
          <p:cNvSpPr>
            <a:spLocks noGrp="1"/>
          </p:cNvSpPr>
          <p:nvPr>
            <p:ph type="sldNum" sz="quarter" idx="5"/>
          </p:nvPr>
        </p:nvSpPr>
        <p:spPr/>
        <p:txBody>
          <a:bodyPr/>
          <a:lstStyle/>
          <a:p>
            <a:fld id="{B4008EB6-D09E-4580-8CD6-DDB14511944F}" type="slidenum">
              <a:rPr lang="en-US" smtClean="0"/>
              <a:t>31</a:t>
            </a:fld>
            <a:endParaRPr lang="en-US"/>
          </a:p>
        </p:txBody>
      </p:sp>
    </p:spTree>
    <p:extLst>
      <p:ext uri="{BB962C8B-B14F-4D97-AF65-F5344CB8AC3E}">
        <p14:creationId xmlns:p14="http://schemas.microsoft.com/office/powerpoint/2010/main" val="32894325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BBEB1-C37A-3B6D-F9B0-15FA9C039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8DF78-0571-3258-4B58-FF9C4D062E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1B7336-9DA9-4357-4728-BF449F952602}"/>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C0528B08-B430-F80F-A9FB-E4818F52AD0E}"/>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65878703-7062-E2F2-72F2-02B0369FDD3D}"/>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89CF1463-6615-5032-1856-C9C25DB654E7}"/>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2:08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234FFC61-BE66-5A2F-51CD-1545D6CCEF2B}"/>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34</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3257431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70FD8-C44B-FC5A-702D-2FD2BFE0A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E45D82-0FFD-E638-B4F0-2B187E5BA1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8BAC0B-BFE3-06D7-7D23-826D77834633}"/>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69B777D2-D5C7-DE7F-DEC1-CF569B02270B}"/>
              </a:ext>
            </a:extLst>
          </p:cNvPr>
          <p:cNvSpPr>
            <a:spLocks noGrp="1"/>
          </p:cNvSpPr>
          <p:nvPr>
            <p:ph type="sldNum" sz="quarter" idx="5"/>
          </p:nvPr>
        </p:nvSpPr>
        <p:spPr/>
        <p:txBody>
          <a:bodyPr/>
          <a:lstStyle/>
          <a:p>
            <a:fld id="{97E04F8E-88E9-481C-A2B3-C92BCE611EF5}" type="slidenum">
              <a:rPr lang="en-US" smtClean="0"/>
              <a:t>35</a:t>
            </a:fld>
            <a:endParaRPr lang="en-US"/>
          </a:p>
        </p:txBody>
      </p:sp>
    </p:spTree>
    <p:extLst>
      <p:ext uri="{BB962C8B-B14F-4D97-AF65-F5344CB8AC3E}">
        <p14:creationId xmlns:p14="http://schemas.microsoft.com/office/powerpoint/2010/main" val="16584452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0EEBD-C38B-3FD2-20CC-FD812D503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B80E59-C08D-AD5D-D8E5-F804AD9C65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0EAB0-63A4-5A62-9C07-189A37769F7B}"/>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p:txBody>
      </p:sp>
      <p:sp>
        <p:nvSpPr>
          <p:cNvPr id="4" name="Header Placeholder 3">
            <a:extLst>
              <a:ext uri="{FF2B5EF4-FFF2-40B4-BE49-F238E27FC236}">
                <a16:creationId xmlns:a16="http://schemas.microsoft.com/office/drawing/2014/main" id="{459BE776-33B4-9C09-A76C-6DE156F89FE0}"/>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E2631917-C955-16B2-ECBA-A8E52C038F40}"/>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34E27A46-20B4-CC39-FDC3-D8BC0385AE88}"/>
              </a:ext>
            </a:extLst>
          </p:cNvPr>
          <p:cNvSpPr>
            <a:spLocks noGrp="1"/>
          </p:cNvSpPr>
          <p:nvPr>
            <p:ph type="sldNum" sz="quarter" idx="5"/>
          </p:nvPr>
        </p:nvSpPr>
        <p:spPr/>
        <p:txBody>
          <a:bodyPr/>
          <a:lstStyle/>
          <a:p>
            <a:fld id="{B4008EB6-D09E-4580-8CD6-DDB14511944F}" type="slidenum">
              <a:rPr lang="en-US" smtClean="0"/>
              <a:t>36</a:t>
            </a:fld>
            <a:endParaRPr lang="en-US"/>
          </a:p>
        </p:txBody>
      </p:sp>
    </p:spTree>
    <p:extLst>
      <p:ext uri="{BB962C8B-B14F-4D97-AF65-F5344CB8AC3E}">
        <p14:creationId xmlns:p14="http://schemas.microsoft.com/office/powerpoint/2010/main" val="13629784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0310F-6C36-FFAB-FFAE-6F6107A03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4B38C-5FC9-1992-2438-EDEC69D78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06DB45-40B6-BC74-923F-54C2753A2E21}"/>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F0398314-3348-6A53-F0B8-0CE86E261160}"/>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D0727513-61D3-5173-64BA-552A7D63D20E}"/>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ED9C64AB-2048-3B28-441A-8996B4072867}"/>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2:08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C9A4E9A4-15CB-B1AC-46A9-053C0F7AE017}"/>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40</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4823851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4934B-7C1D-35AC-0E86-77F43FA22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EF8E0D-CB39-7082-8CFC-B58499FAAF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28CEAE-060B-936C-A1BB-B30AD9DB6601}"/>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4E3964EA-F5B1-723F-AD73-B45A2692DC8C}"/>
              </a:ext>
            </a:extLst>
          </p:cNvPr>
          <p:cNvSpPr>
            <a:spLocks noGrp="1"/>
          </p:cNvSpPr>
          <p:nvPr>
            <p:ph type="sldNum" sz="quarter" idx="5"/>
          </p:nvPr>
        </p:nvSpPr>
        <p:spPr/>
        <p:txBody>
          <a:bodyPr/>
          <a:lstStyle/>
          <a:p>
            <a:fld id="{97E04F8E-88E9-481C-A2B3-C92BCE611EF5}" type="slidenum">
              <a:rPr lang="en-US" smtClean="0"/>
              <a:t>41</a:t>
            </a:fld>
            <a:endParaRPr lang="en-US"/>
          </a:p>
        </p:txBody>
      </p:sp>
    </p:spTree>
    <p:extLst>
      <p:ext uri="{BB962C8B-B14F-4D97-AF65-F5344CB8AC3E}">
        <p14:creationId xmlns:p14="http://schemas.microsoft.com/office/powerpoint/2010/main" val="22188557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4C925-C8B8-7295-25D6-D24D7FA60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4FECF-CA90-EE2A-1F45-574F7D4585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AEC9E-B784-5F77-718E-391D376C0633}"/>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p:txBody>
      </p:sp>
      <p:sp>
        <p:nvSpPr>
          <p:cNvPr id="4" name="Header Placeholder 3">
            <a:extLst>
              <a:ext uri="{FF2B5EF4-FFF2-40B4-BE49-F238E27FC236}">
                <a16:creationId xmlns:a16="http://schemas.microsoft.com/office/drawing/2014/main" id="{C6669318-10E9-7A3E-35DF-77FDD5496876}"/>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784B18C9-4373-260D-32A0-081F461FD819}"/>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4B1D0433-540F-4A97-6A6E-C6F709DF1077}"/>
              </a:ext>
            </a:extLst>
          </p:cNvPr>
          <p:cNvSpPr>
            <a:spLocks noGrp="1"/>
          </p:cNvSpPr>
          <p:nvPr>
            <p:ph type="sldNum" sz="quarter" idx="5"/>
          </p:nvPr>
        </p:nvSpPr>
        <p:spPr/>
        <p:txBody>
          <a:bodyPr/>
          <a:lstStyle/>
          <a:p>
            <a:fld id="{B4008EB6-D09E-4580-8CD6-DDB14511944F}" type="slidenum">
              <a:rPr lang="en-US" smtClean="0"/>
              <a:t>42</a:t>
            </a:fld>
            <a:endParaRPr lang="en-US"/>
          </a:p>
        </p:txBody>
      </p:sp>
    </p:spTree>
    <p:extLst>
      <p:ext uri="{BB962C8B-B14F-4D97-AF65-F5344CB8AC3E}">
        <p14:creationId xmlns:p14="http://schemas.microsoft.com/office/powerpoint/2010/main" val="17322372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Resalta las diferencias de Agent Framework.</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43</a:t>
            </a:fld>
            <a:endParaRPr lang="en-US"/>
          </a:p>
        </p:txBody>
      </p:sp>
    </p:spTree>
    <p:extLst>
      <p:ext uri="{BB962C8B-B14F-4D97-AF65-F5344CB8AC3E}">
        <p14:creationId xmlns:p14="http://schemas.microsoft.com/office/powerpoint/2010/main" val="34774572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7C69F-3FE4-D72D-2385-9B38DB634C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41EF9E-D949-9795-2741-4FB28634A2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6788F0-CAD3-074A-089F-83BF2AA0BF9D}"/>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NOTA: Si vas mal de tiempo, esta parte es la mejor para omitir.</a:t>
            </a:r>
          </a:p>
          <a:p>
            <a:endParaRPr lang="en-US"/>
          </a:p>
          <a:p>
            <a:r>
              <a:rPr lang="es-ES" sz="882" b="0" i="0" strike="noStrike" cap="none" baseline="0">
                <a:solidFill>
                  <a:srgbClr val="000000"/>
                </a:solidFill>
                <a:effectLst/>
                <a:latin typeface="Segoe UI Light"/>
                <a:ea typeface="Segoe UI Light"/>
                <a:cs typeface="Segoe UI Light"/>
              </a:rPr>
              <a:t>Cada ejercicio empieza con el mismo procedimiento para crear un proyecto de Foundry: los alumnos se volverán bastante expertos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ED99CEF9-7A44-F290-CF37-D8E9E8126F1E}"/>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1AC09232-76FC-2FB2-8AE8-2649C7227A38}"/>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01618744-3B95-83EB-44FE-ED6BD4E324AF}"/>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2:08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238F8A25-462A-E4B1-CD08-26694E47D98E}"/>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46</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23208338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A0CB3-3656-CC1E-74A1-9C132FF5B3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7EBE1-1787-1F50-2A39-C9DC5D05A1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8A91B9-4B17-3D69-4C17-CFCCCCC6EE47}"/>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F0790E90-26F8-ED45-2F90-7EA5D300FA89}"/>
              </a:ext>
            </a:extLst>
          </p:cNvPr>
          <p:cNvSpPr>
            <a:spLocks noGrp="1"/>
          </p:cNvSpPr>
          <p:nvPr>
            <p:ph type="sldNum" sz="quarter" idx="5"/>
          </p:nvPr>
        </p:nvSpPr>
        <p:spPr/>
        <p:txBody>
          <a:bodyPr/>
          <a:lstStyle/>
          <a:p>
            <a:fld id="{97E04F8E-88E9-481C-A2B3-C92BCE611EF5}" type="slidenum">
              <a:rPr lang="en-US" smtClean="0"/>
              <a:t>47</a:t>
            </a:fld>
            <a:endParaRPr lang="en-US"/>
          </a:p>
        </p:txBody>
      </p:sp>
    </p:spTree>
    <p:extLst>
      <p:ext uri="{BB962C8B-B14F-4D97-AF65-F5344CB8AC3E}">
        <p14:creationId xmlns:p14="http://schemas.microsoft.com/office/powerpoint/2010/main" val="1606705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F7A7E5-70A9-56C8-B580-13EA8C146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8D8091-AB63-4524-E80C-20762860A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7DA6D0-B997-F358-4558-F782EFA75D1B}"/>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Usa el vínculo de la diapositiva para ver el módulo de Microsoft Learn del que se deriva esta lección. </a:t>
            </a:r>
          </a:p>
        </p:txBody>
      </p:sp>
      <p:sp>
        <p:nvSpPr>
          <p:cNvPr id="4" name="Header Placeholder 3">
            <a:extLst>
              <a:ext uri="{FF2B5EF4-FFF2-40B4-BE49-F238E27FC236}">
                <a16:creationId xmlns:a16="http://schemas.microsoft.com/office/drawing/2014/main" id="{3443B0B1-9CB3-D696-2884-6716D37A3082}"/>
              </a:ext>
            </a:extLst>
          </p:cNvPr>
          <p:cNvSpPr>
            <a:spLocks noGrp="1"/>
          </p:cNvSpPr>
          <p:nvPr>
            <p:ph type="hdr" sz="quarter" idx="6"/>
          </p:nvPr>
        </p:nvSpPr>
        <p:spPr/>
        <p:txBody>
          <a:bodyPr/>
          <a:lstStyle/>
          <a:p>
            <a:endParaRPr lang="en-US"/>
          </a:p>
        </p:txBody>
      </p:sp>
      <p:sp>
        <p:nvSpPr>
          <p:cNvPr id="5" name="Footer Placeholder 4">
            <a:extLst>
              <a:ext uri="{FF2B5EF4-FFF2-40B4-BE49-F238E27FC236}">
                <a16:creationId xmlns:a16="http://schemas.microsoft.com/office/drawing/2014/main" id="{7CB17CF3-C7E3-1BC9-7754-2798E8F51899}"/>
              </a:ext>
            </a:extLst>
          </p:cNvPr>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a:t>
            </a:r>
          </a:p>
        </p:txBody>
      </p:sp>
      <p:sp>
        <p:nvSpPr>
          <p:cNvPr id="6" name="Slide Number Placeholder 5">
            <a:extLst>
              <a:ext uri="{FF2B5EF4-FFF2-40B4-BE49-F238E27FC236}">
                <a16:creationId xmlns:a16="http://schemas.microsoft.com/office/drawing/2014/main" id="{CCA0C914-6D02-D5B3-C5F1-2493326D63E0}"/>
              </a:ext>
            </a:extLst>
          </p:cNvPr>
          <p:cNvSpPr>
            <a:spLocks noGrp="1"/>
          </p:cNvSpPr>
          <p:nvPr>
            <p:ph type="sldNum" sz="quarter" idx="5"/>
          </p:nvPr>
        </p:nvSpPr>
        <p:spPr/>
        <p:txBody>
          <a:bodyPr/>
          <a:lstStyle/>
          <a:p>
            <a:fld id="{B4008EB6-D09E-4580-8CD6-DDB14511944F}" type="slidenum">
              <a:rPr lang="en-US" smtClean="0"/>
              <a:t>48</a:t>
            </a:fld>
            <a:endParaRPr lang="en-US"/>
          </a:p>
        </p:txBody>
      </p:sp>
    </p:spTree>
    <p:extLst>
      <p:ext uri="{BB962C8B-B14F-4D97-AF65-F5344CB8AC3E}">
        <p14:creationId xmlns:p14="http://schemas.microsoft.com/office/powerpoint/2010/main" val="585255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Usa la orquestación simultánea cuando varios agentes o tareas se pueden ejecutar en paralelo sin dependencias. Este patrón reduce la latencia ejecutando el trabajo simultáneamente y es ideal para pasos de análisis, enriquecimiento o validación independientes. Resalta que la coordinación se produce después de que se completen todos los agentes.</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49</a:t>
            </a:fld>
            <a:endParaRPr lang="en-US"/>
          </a:p>
        </p:txBody>
      </p:sp>
    </p:spTree>
    <p:extLst>
      <p:ext uri="{BB962C8B-B14F-4D97-AF65-F5344CB8AC3E}">
        <p14:creationId xmlns:p14="http://schemas.microsoft.com/office/powerpoint/2010/main" val="38476361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s-ES" sz="882" b="0" i="0" strike="noStrike" cap="none" baseline="0">
                <a:solidFill>
                  <a:srgbClr val="000000"/>
                </a:solidFill>
                <a:effectLst/>
                <a:latin typeface="Segoe UI Light"/>
                <a:ea typeface="Segoe UI Light"/>
                <a:cs typeface="Segoe UI Light"/>
              </a:rPr>
              <a:t>La orquestación secuencial se usa cuando cada paso depende de la salida del anterior. Este patrón es más adecuado para flujos de trabajo predecibles y ordenados, como recopilación de datos → análisis → generación de respuestas. Destaca su simplicidad y su facilidad de razonamiento.</a:t>
            </a:r>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50</a:t>
            </a:fld>
            <a:endParaRPr lang="en-US"/>
          </a:p>
        </p:txBody>
      </p:sp>
    </p:spTree>
    <p:extLst>
      <p:ext uri="{BB962C8B-B14F-4D97-AF65-F5344CB8AC3E}">
        <p14:creationId xmlns:p14="http://schemas.microsoft.com/office/powerpoint/2010/main" val="41306069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La orquestación de chat grupal permite que varios agentes colaboren dinámicamente en una conversación compartida. El control puede cambiar entre agentes en función del contexto, lo que les permite basarse en las respuestas de los demás. Esto es adecuado para las sesiones de lluvia de ideas, la síntesis de investigación y la resolución de problemas complejos.</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51</a:t>
            </a:fld>
            <a:endParaRPr lang="en-US"/>
          </a:p>
        </p:txBody>
      </p:sp>
    </p:spTree>
    <p:extLst>
      <p:ext uri="{BB962C8B-B14F-4D97-AF65-F5344CB8AC3E}">
        <p14:creationId xmlns:p14="http://schemas.microsoft.com/office/powerpoint/2010/main" val="24287356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La orquestación de entrega transfiere el control de un agente a otro en función de la experiencia o de los límites de tareas. Esto permite a cada agente centrarse en lo que mejor hace, al mismo tiempo que mantiene una experiencia del usuario coherente. Señala su utilidad para flujos de trabajo de varias fases o basados en roles.</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52</a:t>
            </a:fld>
            <a:endParaRPr lang="en-US"/>
          </a:p>
        </p:txBody>
      </p:sp>
    </p:spTree>
    <p:extLst>
      <p:ext uri="{BB962C8B-B14F-4D97-AF65-F5344CB8AC3E}">
        <p14:creationId xmlns:p14="http://schemas.microsoft.com/office/powerpoint/2010/main" val="24338639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La orquestación Magentic permite una colaboración flexible y adaptativa, en la que los agentes deciden dinámicamente cómo contribuir. En lugar de un flujo fijo, los agentes se organizan automáticamente en función del problema y de los resultados intermedios. Sitúa esto como un patrón avanzado para la resolución de problemas emergentes y no lineales.</a:t>
            </a:r>
          </a:p>
          <a:p>
            <a:endParaRPr lang="en-US"/>
          </a:p>
        </p:txBody>
      </p:sp>
      <p:sp>
        <p:nvSpPr>
          <p:cNvPr id="4" name="Header Placeholder 3"/>
          <p:cNvSpPr>
            <a:spLocks noGrp="1"/>
          </p:cNvSpPr>
          <p:nvPr>
            <p:ph type="hdr" sz="quarter" idx="6"/>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p>
        </p:txBody>
      </p:sp>
      <p:sp>
        <p:nvSpPr>
          <p:cNvPr id="6" name="Date Placeholder 5"/>
          <p:cNvSpPr>
            <a:spLocks noGrp="1"/>
          </p:cNvSpPr>
          <p:nvPr>
            <p:ph type="dt" idx="10"/>
          </p:nvPr>
        </p:nvSpPr>
        <p:spPr/>
        <p:txBody>
          <a:bodyPr/>
          <a:lstStyle/>
          <a:p>
            <a:fld id="{61486BA7-839C-4D2B-BD52-EF0BBA8433FD}" type="datetime8">
              <a:rPr lang="en-US" smtClean="0"/>
              <a:t>5/26/2026 2:08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t>53</a:t>
            </a:fld>
            <a:endParaRPr lang="en-US"/>
          </a:p>
        </p:txBody>
      </p:sp>
    </p:spTree>
    <p:extLst>
      <p:ext uri="{BB962C8B-B14F-4D97-AF65-F5344CB8AC3E}">
        <p14:creationId xmlns:p14="http://schemas.microsoft.com/office/powerpoint/2010/main" val="1862987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8D2B4-7624-CB7D-921E-E3D434623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41515-61CE-6F03-44C0-F67278A9F8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DE9112-B22E-59CF-5B07-EA722482F8A7}"/>
              </a:ext>
            </a:extLst>
          </p:cNvPr>
          <p:cNvSpPr>
            <a:spLocks noGrp="1"/>
          </p:cNvSpPr>
          <p:nvPr>
            <p:ph type="body" idx="1"/>
          </p:nvPr>
        </p:nvSpPr>
        <p:spPr/>
        <p:txBody>
          <a:bodyPr/>
          <a:lstStyle/>
          <a:p>
            <a:r>
              <a:rPr lang="es-ES" sz="882" b="0" i="0" strike="noStrike" cap="none" baseline="0">
                <a:solidFill>
                  <a:srgbClr val="000000"/>
                </a:solidFill>
                <a:effectLst/>
                <a:latin typeface="Segoe UI Light"/>
                <a:ea typeface="Segoe UI Light"/>
                <a:cs typeface="Segoe UI Light"/>
              </a:rPr>
              <a:t>Cada ejercicio comienza con el mismo procedimiento para crear un proyecto Foundry: ¡los alumnos terminarán siendo bastante expertos en el tema al final del día!</a:t>
            </a:r>
          </a:p>
          <a:p>
            <a:r>
              <a:rPr lang="es-ES" sz="882" b="0" i="0" strike="noStrike" cap="none" baseline="0">
                <a:solidFill>
                  <a:srgbClr val="000000"/>
                </a:solidFill>
                <a:effectLst/>
                <a:latin typeface="Segoe UI Light"/>
                <a:ea typeface="Segoe UI Light"/>
                <a:cs typeface="Segoe UI Light"/>
              </a:rPr>
              <a:t>La repetición de este procedimiento puede ser ardua, pero es necesaria para mantener los ejercicios modulares y evitar consumir recursos de Azure innecesarios (tanto por motivos de coste como para liberar la capacidad del centro de datos para otros clientes de Azure)</a:t>
            </a:r>
          </a:p>
        </p:txBody>
      </p:sp>
      <p:sp>
        <p:nvSpPr>
          <p:cNvPr id="4" name="Header Placeholder 3">
            <a:extLst>
              <a:ext uri="{FF2B5EF4-FFF2-40B4-BE49-F238E27FC236}">
                <a16:creationId xmlns:a16="http://schemas.microsoft.com/office/drawing/2014/main" id="{4D59A802-F94B-BB75-BB8B-D925774035B5}"/>
              </a:ext>
            </a:extLst>
          </p:cNvPr>
          <p:cNvSpPr>
            <a:spLocks noGrp="1"/>
          </p:cNvSpPr>
          <p:nvPr>
            <p:ph type="hdr" sz="quarter" idx="6"/>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5" name="Footer Placeholder 4">
            <a:extLst>
              <a:ext uri="{FF2B5EF4-FFF2-40B4-BE49-F238E27FC236}">
                <a16:creationId xmlns:a16="http://schemas.microsoft.com/office/drawing/2014/main" id="{8D7ABF03-51AA-F1FD-1DB7-45D4A4E7AB4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ct val="0"/>
              </a:spcBef>
              <a:spcAft>
                <a:spcPct val="0"/>
              </a:spcAft>
              <a:buClrTx/>
              <a:buSzTx/>
              <a:buFontTx/>
              <a:buNone/>
              <a:defRPr/>
            </a:pPr>
            <a:r>
              <a:rPr lang="es-ES" sz="400" b="0" i="0" strike="noStrike" cap="none" baseline="0">
                <a:gradFill>
                  <a:gsLst>
                    <a:gs pos="0">
                      <a:srgbClr val="000000"/>
                    </a:gs>
                    <a:gs pos="100000">
                      <a:srgbClr val="000000"/>
                    </a:gs>
                  </a:gsLst>
                  <a:lin ang="5400000"/>
                  <a:tileRect l="-100000" t="-100000"/>
                </a:gradFill>
                <a:effectLst/>
                <a:latin typeface="Segoe UI"/>
                <a:ea typeface="Segoe UI"/>
                <a:cs typeface="Segoe UI"/>
              </a:rPr>
              <a:t>© Microsoft Corporation. Todos los derechos reservados. MICROSOFT NO OFRECE NINGUNA GARANTÍA, EXPRESA, IMPLÍCITA O REGLAMENTARIA, RESPECTO A LA INFORMACIÓN DE ESTA PRESENTACIÓN.</a:t>
            </a:r>
            <a:endPar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anose="020B0502040204020203" pitchFamily="34" charset="0"/>
              <a:ea typeface="Segoe UI" pitchFamily="34" charset="0"/>
              <a:cs typeface="Segoe UI" pitchFamily="34" charset="0"/>
            </a:endParaRPr>
          </a:p>
        </p:txBody>
      </p:sp>
      <p:sp>
        <p:nvSpPr>
          <p:cNvPr id="6" name="Date Placeholder 5">
            <a:extLst>
              <a:ext uri="{FF2B5EF4-FFF2-40B4-BE49-F238E27FC236}">
                <a16:creationId xmlns:a16="http://schemas.microsoft.com/office/drawing/2014/main" id="{6A90AD3A-A276-468E-85B6-BE58A2A6388E}"/>
              </a:ext>
            </a:extLst>
          </p:cNvPr>
          <p:cNvSpPr>
            <a:spLocks noGrp="1"/>
          </p:cNvSpPr>
          <p:nvPr>
            <p:ph type="dt" idx="10"/>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61486BA7-839C-4D2B-BD52-EF0BBA8433FD}" type="datetime8">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5/26/2026 2:08 PM</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
        <p:nvSpPr>
          <p:cNvPr id="7" name="Slide Number Placeholder 6">
            <a:extLst>
              <a:ext uri="{FF2B5EF4-FFF2-40B4-BE49-F238E27FC236}">
                <a16:creationId xmlns:a16="http://schemas.microsoft.com/office/drawing/2014/main" id="{6D36FB32-57EC-F833-0D13-F22FC5A577B0}"/>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ct val="0"/>
              </a:spcBef>
              <a:spcAft>
                <a:spcPct val="0"/>
              </a:spcAft>
              <a:buClrTx/>
              <a:buSzTx/>
              <a:buFontTx/>
              <a:buNone/>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anose="020B0502040204020203" pitchFamily="34" charset="0"/>
                <a:ea typeface="+mn-ea"/>
                <a:cs typeface="+mn-cs"/>
              </a:rPr>
              <a:pPr marL="0" marR="0" lvl="0" indent="0" algn="r" defTabSz="914367" rtl="0" eaLnBrk="1" fontAlgn="auto" latinLnBrk="0" hangingPunct="1">
                <a:lnSpc>
                  <a:spcPct val="100000"/>
                </a:lnSpc>
                <a:spcBef>
                  <a:spcPct val="0"/>
                </a:spcBef>
                <a:spcAft>
                  <a:spcPct val="0"/>
                </a:spcAft>
                <a:buClrTx/>
                <a:buSzTx/>
                <a:buFontTx/>
                <a:buNone/>
                <a:defRPr/>
              </a:pPr>
              <a:t>54</a:t>
            </a:fld>
            <a:endParaRPr kumimoji="0" lang="en-US" sz="1200" b="0" i="0" u="none" strike="noStrike" kern="1200" cap="none" spc="0" normalizeH="0" baseline="0" noProof="0">
              <a:ln>
                <a:noFill/>
              </a:ln>
              <a:solidFill>
                <a:prstClr val="black"/>
              </a:solidFill>
              <a:effectLst/>
              <a:uLnTx/>
              <a:uFillTx/>
              <a:latin typeface="Segoe UI" panose="020B0502040204020203" pitchFamily="34" charset="0"/>
              <a:ea typeface="+mn-ea"/>
              <a:cs typeface="+mn-cs"/>
            </a:endParaRPr>
          </a:p>
        </p:txBody>
      </p:sp>
    </p:spTree>
    <p:extLst>
      <p:ext uri="{BB962C8B-B14F-4D97-AF65-F5344CB8AC3E}">
        <p14:creationId xmlns:p14="http://schemas.microsoft.com/office/powerpoint/2010/main" val="34093154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CB1683-B2A7-49B7-843F-9C589D7B9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7DAE5-AC61-04B4-5D5C-CBE4AB558F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DB58CD-18E3-29C0-32DA-4B59AF081F8F}"/>
              </a:ext>
            </a:extLst>
          </p:cNvPr>
          <p:cNvSpPr>
            <a:spLocks noGrp="1"/>
          </p:cNvSpPr>
          <p:nvPr>
            <p:ph type="body" idx="1"/>
          </p:nvPr>
        </p:nvSpPr>
        <p:spPr/>
        <p:txBody>
          <a:bodyPr/>
          <a:lstStyle/>
          <a:p>
            <a:pPr marL="0" marR="0" lvl="0" indent="0" algn="l" defTabSz="914367" rtl="0" eaLnBrk="1" fontAlgn="auto" latinLnBrk="0" hangingPunct="1">
              <a:lnSpc>
                <a:spcPct val="90000"/>
              </a:lnSpc>
              <a:spcBef>
                <a:spcPct val="0"/>
              </a:spcBef>
              <a:spcAft>
                <a:spcPts val="333"/>
              </a:spcAft>
              <a:buClrTx/>
              <a:buSzTx/>
              <a:buFontTx/>
              <a:buNone/>
              <a:defRPr/>
            </a:pPr>
            <a:r>
              <a:rPr lang="es-ES" sz="882" b="0" i="0" strike="noStrike" cap="none" baseline="0">
                <a:solidFill>
                  <a:srgbClr val="000000"/>
                </a:solidFill>
                <a:effectLst/>
                <a:latin typeface="Segoe UI Light"/>
                <a:ea typeface="Segoe UI Light"/>
                <a:cs typeface="Segoe UI Light"/>
              </a:rPr>
              <a:t>Deja unos minutos para que los alumnos piensen las preguntas y, después, muestra las respuestas correctas.</a:t>
            </a:r>
          </a:p>
          <a:p>
            <a:endParaRPr lang="en-US"/>
          </a:p>
        </p:txBody>
      </p:sp>
      <p:sp>
        <p:nvSpPr>
          <p:cNvPr id="4" name="Slide Number Placeholder 3">
            <a:extLst>
              <a:ext uri="{FF2B5EF4-FFF2-40B4-BE49-F238E27FC236}">
                <a16:creationId xmlns:a16="http://schemas.microsoft.com/office/drawing/2014/main" id="{67CD5745-7F75-F2E9-AD6C-DF565D79D82D}"/>
              </a:ext>
            </a:extLst>
          </p:cNvPr>
          <p:cNvSpPr>
            <a:spLocks noGrp="1"/>
          </p:cNvSpPr>
          <p:nvPr>
            <p:ph type="sldNum" sz="quarter" idx="5"/>
          </p:nvPr>
        </p:nvSpPr>
        <p:spPr/>
        <p:txBody>
          <a:bodyPr/>
          <a:lstStyle/>
          <a:p>
            <a:fld id="{97E04F8E-88E9-481C-A2B3-C92BCE611EF5}" type="slidenum">
              <a:rPr lang="en-US" smtClean="0"/>
              <a:t>55</a:t>
            </a:fld>
            <a:endParaRPr lang="en-US"/>
          </a:p>
        </p:txBody>
      </p:sp>
    </p:spTree>
    <p:extLst>
      <p:ext uri="{BB962C8B-B14F-4D97-AF65-F5344CB8AC3E}">
        <p14:creationId xmlns:p14="http://schemas.microsoft.com/office/powerpoint/2010/main" val="35732855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7.pn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8.png"/><Relationship Id="rId1" Type="http://schemas.openxmlformats.org/officeDocument/2006/relationships/slideMaster" Target="../slideMasters/slideMaster3.xml"/><Relationship Id="rId4" Type="http://schemas.openxmlformats.org/officeDocument/2006/relationships/image" Target="../media/image19.jpe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27.jpeg"/><Relationship Id="rId1" Type="http://schemas.openxmlformats.org/officeDocument/2006/relationships/slideMaster" Target="../slideMasters/slideMaster3.xml"/><Relationship Id="rId5" Type="http://schemas.openxmlformats.org/officeDocument/2006/relationships/image" Target="../media/image6.jpeg"/><Relationship Id="rId4" Type="http://schemas.openxmlformats.org/officeDocument/2006/relationships/image" Target="../media/image26.jpeg"/></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Master" Target="../slideMasters/slideMaster3.xml"/><Relationship Id="rId4" Type="http://schemas.openxmlformats.org/officeDocument/2006/relationships/image" Target="../media/image32.jpeg"/></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Master" Target="../slideMasters/slideMaster3.xml"/><Relationship Id="rId5" Type="http://schemas.openxmlformats.org/officeDocument/2006/relationships/image" Target="../media/image36.jpeg"/><Relationship Id="rId4" Type="http://schemas.openxmlformats.org/officeDocument/2006/relationships/image" Target="../media/image35.jpeg"/></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37.jpeg"/><Relationship Id="rId5" Type="http://schemas.openxmlformats.org/officeDocument/2006/relationships/image" Target="../media/image27.jpeg"/><Relationship Id="rId4" Type="http://schemas.openxmlformats.org/officeDocument/2006/relationships/image" Target="../media/image20.jpeg"/></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4" Type="http://schemas.openxmlformats.org/officeDocument/2006/relationships/image" Target="../media/image20.jpeg"/></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27.jpeg"/><Relationship Id="rId4" Type="http://schemas.openxmlformats.org/officeDocument/2006/relationships/image" Target="../media/image20.jpeg"/></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6.jpeg"/><Relationship Id="rId1" Type="http://schemas.openxmlformats.org/officeDocument/2006/relationships/slideMaster" Target="../slideMasters/slideMaster3.xml"/><Relationship Id="rId6" Type="http://schemas.openxmlformats.org/officeDocument/2006/relationships/image" Target="../media/image37.jpeg"/><Relationship Id="rId5" Type="http://schemas.openxmlformats.org/officeDocument/2006/relationships/image" Target="../media/image27.jpeg"/><Relationship Id="rId4" Type="http://schemas.openxmlformats.org/officeDocument/2006/relationships/image" Target="../media/image20.jpeg"/></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 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tretch>
            <a:fill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bg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1347414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883381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srcRect r="19824"/>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190285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450" userDrawn="1">
          <p15:clr>
            <a:srgbClr val="FBAE40"/>
          </p15:clr>
        </p15:guide>
        <p15:guide id="2" orient="horz" pos="264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9841306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guide id="40"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06971266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userDrawn="1">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userDrawn="1">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userDrawn="1">
          <p15:clr>
            <a:srgbClr val="954F72"/>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9696606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9405676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userDrawn="1">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userDrawn="1">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7356945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707281"/>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2647809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18332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62734392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userDrawn="1">
          <p15:clr>
            <a:srgbClr val="954F72"/>
          </p15:clr>
        </p15:guide>
        <p15:guide id="9" pos="2150">
          <p15:clr>
            <a:srgbClr val="954F72"/>
          </p15:clr>
        </p15:guide>
        <p15:guide id="10" pos="2544"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userDrawn="1">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16039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33512493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2348114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74444391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2988" userDrawn="1">
          <p15:clr>
            <a:srgbClr val="FBAE40"/>
          </p15:clr>
        </p15:guide>
        <p15:guide id="42" pos="5352" userDrawn="1">
          <p15:clr>
            <a:srgbClr val="FBAE40"/>
          </p15:clr>
        </p15:guide>
        <p15:guide id="43" orient="horz" pos="108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5392417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75032791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80857129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userDrawn="1">
          <p15:clr>
            <a:srgbClr val="954F72"/>
          </p15:clr>
        </p15:guide>
        <p15:guide id="16" pos="4344" userDrawn="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userDrawn="1">
          <p15:clr>
            <a:srgbClr val="FBAE40"/>
          </p15:clr>
        </p15:guide>
        <p15:guide id="41" pos="3840" userDrawn="1">
          <p15:clr>
            <a:srgbClr val="FBAE40"/>
          </p15:clr>
        </p15:guide>
        <p15:guide id="42" pos="6216" userDrawn="1">
          <p15:clr>
            <a:srgbClr val="FBAE40"/>
          </p15:clr>
        </p15:guide>
        <p15:guide id="43" orient="horz" pos="1284" userDrawn="1">
          <p15:clr>
            <a:srgbClr val="FBAE40"/>
          </p15:clr>
        </p15:guide>
        <p15:guide id="44" pos="3940" userDrawn="1">
          <p15:clr>
            <a:srgbClr val="FBAE40"/>
          </p15:clr>
        </p15:guide>
        <p15:guide id="45" orient="horz" pos="216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358688"/>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4442374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97981605"/>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32611369"/>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9398820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userDrawn="1">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userDrawn="1">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7439070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76425179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64019843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15" r="15210"/>
          <a:stretch>
            <a:fill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8424348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9935578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96898857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22205983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73589038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420840873"/>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userDrawn="1">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userDrawn="1">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226551399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185120091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kumimoji="0" lang="en-US" sz="1999" b="0" i="0" u="none" strike="noStrike" cap="none" normalizeH="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ct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a:cs typeface="Segoe UI Semibold" charset="0"/>
              </a:defRPr>
            </a:lvl1pPr>
            <a:lvl2pPr marL="0" indent="0" algn="l" defTabSz="914132" rtl="0" eaLnBrk="1" latinLnBrk="0" hangingPunct="1">
              <a:lnSpc>
                <a:spcPct val="110000"/>
              </a:lnSpc>
              <a:spcBef>
                <a:spcPct val="0"/>
              </a:spcBef>
              <a:spcAft>
                <a:spcPts val="600"/>
              </a:spcAft>
              <a:buClrTx/>
              <a:buSzPct val="110000"/>
              <a:buFont typeface="Arial"/>
              <a:buNone/>
              <a:defRPr lang="en-US" sz="2000" b="0" i="0" kern="1200" smtClean="0">
                <a:solidFill>
                  <a:schemeClr val="tx1"/>
                </a:solidFill>
                <a:effectLst/>
                <a:latin typeface="Segoe UI"/>
                <a:ea typeface="Segoe UI"/>
                <a:cs typeface="Segoe UI" charset="0"/>
              </a:defRPr>
            </a:lvl2pPr>
            <a:lvl3pPr marL="288925" indent="-222250" algn="l" defTabSz="914132" rtl="0" eaLnBrk="1" latinLnBrk="0" hangingPunct="1">
              <a:lnSpc>
                <a:spcPct val="110000"/>
              </a:lnSpc>
              <a:spcBef>
                <a:spcPct val="0"/>
              </a:spcBef>
              <a:spcAft>
                <a:spcPts val="600"/>
              </a:spcAft>
              <a:buClrTx/>
              <a:buSzPct val="120000"/>
              <a:buFont typeface="Arial"/>
              <a:buChar char="•"/>
              <a:defRPr lang="en-US" sz="2000" b="0" i="0" kern="1200" smtClean="0">
                <a:solidFill>
                  <a:schemeClr val="tx1"/>
                </a:solidFill>
                <a:effectLst/>
                <a:latin typeface="Segoe UI"/>
                <a:ea typeface="Segoe UI"/>
                <a:cs typeface="Segoe UI" charset="0"/>
              </a:defRPr>
            </a:lvl3pPr>
            <a:lvl4pPr marL="631825" indent="-182880" algn="l" defTabSz="914132" rtl="0" eaLnBrk="1" latinLnBrk="0" hangingPunct="1">
              <a:lnSpc>
                <a:spcPct val="110000"/>
              </a:lnSpc>
              <a:spcBef>
                <a:spcPct val="0"/>
              </a:spcBef>
              <a:spcAft>
                <a:spcPts val="600"/>
              </a:spcAft>
              <a:buClrTx/>
              <a:buFont typeface="Arial"/>
              <a:buChar char="•"/>
              <a:defRPr lang="en-US" sz="1800" b="0" i="0" kern="1200" smtClean="0">
                <a:solidFill>
                  <a:schemeClr val="tx1"/>
                </a:solidFill>
                <a:effectLst/>
                <a:latin typeface="Segoe UI"/>
                <a:ea typeface="Segoe UI"/>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a:solidFill>
                  <a:schemeClr val="tx1"/>
                </a:solidFill>
                <a:effectLst/>
                <a:latin typeface="Segoe UI"/>
                <a:ea typeface="Segoe UI"/>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ct val="0"/>
              </a:spcBef>
              <a:spcAft>
                <a:spcPts val="600"/>
              </a:spcAft>
              <a:buClr>
                <a:srgbClr val="E9E9E9"/>
              </a:buClr>
              <a:buSzPct val="120000"/>
              <a:buFontTx/>
              <a:buNone/>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6784805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6905234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774148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9125885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3"/>
                </a:solidFill>
                <a:effectLst/>
                <a:latin typeface="+mj-lt"/>
                <a:ea typeface="+mn-ea"/>
                <a:cs typeface="Segoe UI"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smtClean="0">
                <a:ln w="3175">
                  <a:noFill/>
                </a:ln>
                <a:solidFill>
                  <a:schemeClr val="tx1"/>
                </a:solidFill>
                <a:effectLst/>
                <a:latin typeface="+mn-lt"/>
                <a:ea typeface="+mn-ea"/>
                <a:cs typeface="Segoe UI" pitchFamily="34" charset="0"/>
              </a:defRPr>
            </a:lvl1pPr>
            <a:lvl2pPr marL="155448" indent="0">
              <a:buNone/>
              <a:defRPr lang="en-US" sz="2000" b="0" kern="1200" cap="none" spc="-50" baseline="0" smtClean="0">
                <a:ln w="3175">
                  <a:noFill/>
                </a:ln>
                <a:solidFill>
                  <a:schemeClr val="bg1"/>
                </a:solidFill>
                <a:effectLst/>
                <a:latin typeface="+mn-lt"/>
                <a:ea typeface="+mn-ea"/>
                <a:cs typeface="Segoe UI"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2359519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1600" cy="492443"/>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ounded Rectangle 3_1">
            <a:extLst>
              <a:ext uri="{FF2B5EF4-FFF2-40B4-BE49-F238E27FC236}">
                <a16:creationId xmlns:a16="http://schemas.microsoft.com/office/drawing/2014/main" id="{079C5FA9-9169-C9AB-23E2-67A6383A0D9C}"/>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grpSp>
        <p:nvGrpSpPr>
          <p:cNvPr id="10" name="Group 9">
            <a:extLst>
              <a:ext uri="{FF2B5EF4-FFF2-40B4-BE49-F238E27FC236}">
                <a16:creationId xmlns:a16="http://schemas.microsoft.com/office/drawing/2014/main" id="{082F0737-9A38-C75D-59A8-492FFEAFE3D4}"/>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11" name="Oval 10">
              <a:extLst>
                <a:ext uri="{FF2B5EF4-FFF2-40B4-BE49-F238E27FC236}">
                  <a16:creationId xmlns:a16="http://schemas.microsoft.com/office/drawing/2014/main" id="{9C7913A4-4182-5A10-9527-0FC6C54ED36F}"/>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4" name="Picture 13">
              <a:extLst>
                <a:ext uri="{FF2B5EF4-FFF2-40B4-BE49-F238E27FC236}">
                  <a16:creationId xmlns:a16="http://schemas.microsoft.com/office/drawing/2014/main" id="{F6B4F12D-C298-EBCA-B059-4A76EEC0A769}"/>
                </a:ext>
              </a:extLst>
            </p:cNvPr>
            <p:cNvPicPr/>
            <p:nvPr/>
          </p:nvPicPr>
          <p:blipFill>
            <a:blip r:embed="rId2">
              <a:extLst>
                <a:ext uri="{28A0092B-C50C-407E-A947-70E740481C1C}">
                  <a14:useLocalDpi xmlns:a14="http://schemas.microsoft.com/office/drawing/2010/main"/>
                </a:ext>
              </a:extLst>
            </a:blip>
            <a:stretch>
              <a:fill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2792167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Walk-in">
    <p:bg bwMode="gray">
      <p:bgPr>
        <a:solidFill>
          <a:schemeClr val="tx2"/>
        </a:solidFill>
        <a:effectLst/>
      </p:bgPr>
    </p:bg>
    <p:spTree>
      <p:nvGrpSpPr>
        <p:cNvPr id="1" name=""/>
        <p:cNvGrpSpPr/>
        <p:nvPr/>
      </p:nvGrpSpPr>
      <p:grpSpPr>
        <a:xfrm>
          <a:off x="0" y="0"/>
          <a:ext cx="0" cy="0"/>
          <a:chOff x="0" y="0"/>
          <a:chExt cx="0" cy="0"/>
        </a:xfrm>
      </p:grpSpPr>
      <p:pic>
        <p:nvPicPr>
          <p:cNvPr id="6" name="MS logo white - EMF" descr="Microsoft logo white text version">
            <a:extLst>
              <a:ext uri="{FF2B5EF4-FFF2-40B4-BE49-F238E27FC236}">
                <a16:creationId xmlns:a16="http://schemas.microsoft.com/office/drawing/2014/main" id="{7E11D7A2-B01C-A8A3-A191-67F185635D2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pic>
        <p:nvPicPr>
          <p:cNvPr id="4" name="Picture 3" descr="Microsoft Learn Spark possibility">
            <a:extLst>
              <a:ext uri="{FF2B5EF4-FFF2-40B4-BE49-F238E27FC236}">
                <a16:creationId xmlns:a16="http://schemas.microsoft.com/office/drawing/2014/main" id="{92DBCEC2-8AE9-3782-893D-A626AAC4C121}"/>
              </a:ext>
            </a:extLst>
          </p:cNvPr>
          <p:cNvPicPr>
            <a:picLocks noGrp="1" noRot="1" noMove="1" noResize="1" noEditPoints="1" noAdjustHandles="1" noChangeArrowheads="1" noChangeShapeType="1" noCrop="1"/>
          </p:cNvPicPr>
          <p:nvPr userDrawn="1"/>
        </p:nvPicPr>
        <p:blipFill>
          <a:blip r:embed="rId3"/>
          <a:stretch>
            <a:fillRect/>
          </a:stretch>
        </p:blipFill>
        <p:spPr>
          <a:xfrm>
            <a:off x="223228" y="2573202"/>
            <a:ext cx="5344642" cy="1681958"/>
          </a:xfrm>
          <a:prstGeom prst="rect">
            <a:avLst/>
          </a:prstGeom>
        </p:spPr>
      </p:pic>
      <p:sp>
        <p:nvSpPr>
          <p:cNvPr id="5" name="Footer Placeholder 10">
            <a:extLst>
              <a:ext uri="{FF2B5EF4-FFF2-40B4-BE49-F238E27FC236}">
                <a16:creationId xmlns:a16="http://schemas.microsoft.com/office/drawing/2014/main" id="{C271FB7A-72FC-2B10-878C-854A9CF5A5F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bg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t>© Copyright Microsoft Corporation. All rights reserved.</a:t>
            </a:r>
          </a:p>
        </p:txBody>
      </p:sp>
    </p:spTree>
    <p:extLst>
      <p:ext uri="{BB962C8B-B14F-4D97-AF65-F5344CB8AC3E}">
        <p14:creationId xmlns:p14="http://schemas.microsoft.com/office/powerpoint/2010/main" val="35603262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guide id="8" orient="horz" pos="162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69912" y="3429000"/>
            <a:ext cx="5686955" cy="1231106"/>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4756150"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tx1"/>
                </a:solidFill>
                <a:latin typeface="+mn-lt"/>
                <a:cs typeface="Segoe UI" pitchFamily="34" charset="0"/>
              </a:defRPr>
            </a:lvl1pPr>
          </a:lstStyle>
          <a:p>
            <a:pPr lvl="0"/>
            <a:r>
              <a:rPr lang="en-US"/>
              <a:t>Date</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4505717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E8E6DF"/>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D1096F-1307-5006-527D-D3AF4C75C5EF}"/>
              </a:ext>
              <a:ext uri="{C183D7F6-B498-43B3-948B-1728B52AA6E4}">
                <adec:decorative xmlns:adec="http://schemas.microsoft.com/office/drawing/2017/decorative" val="1"/>
              </a:ext>
            </a:extLst>
          </p:cNvPr>
          <p:cNvPicPr>
            <a:picLocks noChangeAspect="1"/>
          </p:cNvPicPr>
          <p:nvPr userDrawn="1"/>
        </p:nvPicPr>
        <p:blipFill>
          <a:blip r:embed="rId2"/>
          <a:srcRect r="19824"/>
          <a:stretch>
            <a:fillRect/>
          </a:stretch>
        </p:blipFill>
        <p:spPr>
          <a:xfrm>
            <a:off x="2417010" y="0"/>
            <a:ext cx="9774990" cy="685800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69911" y="3384610"/>
            <a:ext cx="6345239" cy="615553"/>
          </a:xfrm>
          <a:noFill/>
        </p:spPr>
        <p:txBody>
          <a:bodyPr wrap="square" lIns="0" tIns="0" rIns="0" bIns="0" anchor="b" anchorCtr="0">
            <a:spAutoFit/>
          </a:bodyPr>
          <a:lstStyle>
            <a:lvl1pPr>
              <a:defRPr sz="4000" b="0" i="0" spc="-50" baseline="0">
                <a:solidFill>
                  <a:schemeClr val="tx1"/>
                </a:solidFill>
                <a:latin typeface="+mn-lt"/>
                <a:cs typeface="Segoe UI" pitchFamily="34" charset="0"/>
              </a:defRPr>
            </a:lvl1pPr>
          </a:lstStyle>
          <a:p>
            <a:r>
              <a:rPr lang="en-US"/>
              <a:t>Section divider title</a:t>
            </a:r>
          </a:p>
        </p:txBody>
      </p:sp>
      <p:sp>
        <p:nvSpPr>
          <p:cNvPr id="5" name="Footer Placeholder 10">
            <a:extLst>
              <a:ext uri="{FF2B5EF4-FFF2-40B4-BE49-F238E27FC236}">
                <a16:creationId xmlns:a16="http://schemas.microsoft.com/office/drawing/2014/main" id="{CF739926-D45E-64CA-0DB0-97104E14A5A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482829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BDAB8950-CE1F-05A6-2114-49B53E68C30F}"/>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Footer Placeholder 10">
            <a:extLst>
              <a:ext uri="{FF2B5EF4-FFF2-40B4-BE49-F238E27FC236}">
                <a16:creationId xmlns:a16="http://schemas.microsoft.com/office/drawing/2014/main" id="{B14116FB-E904-DC73-7B06-3E224526332D}"/>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586389" y="1818177"/>
            <a:ext cx="5033361" cy="280782"/>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sz="1800">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7481669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p:nvPr userDrawn="1"/>
        </p:nvCxnSpPr>
        <p:spPr>
          <a:xfrm>
            <a:off x="585216" y="1289050"/>
            <a:ext cx="3182112"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Footer Placeholder 10">
            <a:extLst>
              <a:ext uri="{FF2B5EF4-FFF2-40B4-BE49-F238E27FC236}">
                <a16:creationId xmlns:a16="http://schemas.microsoft.com/office/drawing/2014/main" id="{400A7934-B6A5-1A91-FBCA-710DD07CE57B}"/>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586389"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6891338" y="1818177"/>
            <a:ext cx="4719695" cy="249620"/>
          </a:xfrm>
          <a:prstGeom prst="rect">
            <a:avLst/>
          </a:prstGeom>
        </p:spPr>
        <p:txBody>
          <a:bodyPr wrap="square">
            <a:spAutoFit/>
          </a:bodyPr>
          <a:lstStyle>
            <a:lvl1pPr marL="137160" indent="-137160">
              <a:lnSpc>
                <a:spcPct val="110000"/>
              </a:lnSpc>
              <a:spcBef>
                <a:spcPct val="0"/>
              </a:spcBef>
              <a:spcAft>
                <a:spcPts val="1200"/>
              </a:spcAft>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220223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userDrawn="1"/>
        </p:nvSpPr>
        <p:spPr bwMode="auto">
          <a:xfrm>
            <a:off x="1" y="0"/>
            <a:ext cx="7036066" cy="68580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5749038"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7554590"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10568728"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9061659" y="3833734"/>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7554590"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10568728"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9061659" y="5199190"/>
            <a:ext cx="1069848" cy="1069848"/>
          </a:xfrm>
          <a:prstGeom prst="rect">
            <a:avLst/>
          </a:prstGeom>
          <a:solidFill>
            <a:srgbClr val="F4F4F7"/>
          </a:solidFill>
        </p:spPr>
        <p:txBody>
          <a:bodyPr lIns="0" tIns="0" rIns="0" bIns="0" anchor="ctr" anchorCtr="0">
            <a:noAutofit/>
          </a:bodyPr>
          <a:lstStyle>
            <a:lvl1pPr marL="0" indent="0" algn="ctr">
              <a:lnSpc>
                <a:spcPct val="100000"/>
              </a:lnSpc>
              <a:buNone/>
              <a:defRPr sz="900" b="1">
                <a:solidFill>
                  <a:srgbClr val="000000"/>
                </a:solidFill>
                <a:latin typeface="+mn-lt"/>
                <a:cs typeface="Segoe UI" pitchFamily="34" charset="0"/>
              </a:defRPr>
            </a:lvl1pPr>
          </a:lstStyle>
          <a:p>
            <a:r>
              <a:rPr lang="en-US"/>
              <a:t>Click icon to add picture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8165231" y="457200"/>
            <a:ext cx="2849035" cy="2874212"/>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640" b="1">
                <a:solidFill>
                  <a:srgbClr val="000000"/>
                </a:solidFill>
                <a:latin typeface="+mn-lt"/>
                <a:cs typeface="Segoe UI" pitchFamily="34" charset="0"/>
              </a:defRPr>
            </a:lvl1pPr>
          </a:lstStyle>
          <a:p>
            <a:r>
              <a:rPr lang="en-US"/>
              <a:t>Click icon to </a:t>
            </a:r>
            <a:br>
              <a:rPr lang="en-US"/>
            </a:br>
            <a:r>
              <a:rPr lang="en-US"/>
              <a:t>add your picture here</a:t>
            </a:r>
          </a:p>
        </p:txBody>
      </p:sp>
      <p:sp>
        <p:nvSpPr>
          <p:cNvPr id="9" name="Footer Placeholder 10">
            <a:extLst>
              <a:ext uri="{FF2B5EF4-FFF2-40B4-BE49-F238E27FC236}">
                <a16:creationId xmlns:a16="http://schemas.microsoft.com/office/drawing/2014/main" id="{D3ECBC57-006B-CB8F-1EDC-04C18F0D01C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76543902"/>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525081" y="2448062"/>
            <a:ext cx="10430257" cy="1015663"/>
          </a:xfrm>
        </p:spPr>
        <p:txBody>
          <a:bodyPr anchor="b" anchorCtr="0"/>
          <a:lstStyle>
            <a:lvl1pPr>
              <a:defRPr sz="6600" spc="-100"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586390" y="4278313"/>
            <a:ext cx="471268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6246410" y="4278313"/>
            <a:ext cx="3765954"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A750801D-F318-C32F-F1A8-2EB08A5D12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965201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1347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11013474"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F16CAC6C-E57B-D312-6754-C68FA11C55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723263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11011601"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584199" y="1386766"/>
            <a:ext cx="1101160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95224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8189027"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584200" y="1594155"/>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586390" y="2085764"/>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4340E81D-820D-EB95-DECF-8E23BA57E5B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2588654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586390" y="1591056"/>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6253664" y="1591056"/>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74C53E4F-2958-0FC0-1745-B9DBECE7AEA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564391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58420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586390" y="2085764"/>
            <a:ext cx="5217510"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6244220" y="1594155"/>
            <a:ext cx="5219700"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6253664" y="2085764"/>
            <a:ext cx="5187106"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5" name="Footer Placeholder 10">
            <a:extLst>
              <a:ext uri="{FF2B5EF4-FFF2-40B4-BE49-F238E27FC236}">
                <a16:creationId xmlns:a16="http://schemas.microsoft.com/office/drawing/2014/main" id="{0B703353-C9ED-0F6F-D7CB-28042BD0536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6508173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5863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4362862"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8130190" y="1591310"/>
            <a:ext cx="34791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6" name="Footer Placeholder 10">
            <a:extLst>
              <a:ext uri="{FF2B5EF4-FFF2-40B4-BE49-F238E27FC236}">
                <a16:creationId xmlns:a16="http://schemas.microsoft.com/office/drawing/2014/main" id="{6EDDB5AC-BBCB-7CEB-9BCA-27715FCAD14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15104689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2286000"/>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471652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407846"/>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099691"/>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0355855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46867567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p:nvPr userDrawn="1"/>
        </p:nvCxnSpPr>
        <p:spPr>
          <a:xfrm>
            <a:off x="1767" y="2042154"/>
            <a:ext cx="1217571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8130894" y="2995283"/>
            <a:ext cx="3479071" cy="246221"/>
          </a:xfrm>
          <a:prstGeom prst="rect">
            <a:avLst/>
          </a:prstGeom>
        </p:spPr>
        <p:txBody>
          <a:bodyPr anchor="t"/>
          <a:lstStyle>
            <a:lvl1pPr marL="0" indent="0" algn="ctr">
              <a:spcBef>
                <a:spcPct val="0"/>
              </a:spcBef>
              <a:buNone/>
              <a:defRPr sz="1600">
                <a:solidFill>
                  <a:schemeClr val="tx1"/>
                </a:solidFill>
                <a:latin typeface="+mj-lt"/>
              </a:defRPr>
            </a:lvl1pPr>
          </a:lstStyle>
          <a:p>
            <a:pPr lvl="0"/>
            <a:r>
              <a:rPr lang="en-US"/>
              <a:t>Click to edit Master text styles</a:t>
            </a:r>
          </a:p>
        </p:txBody>
      </p:sp>
      <p:sp>
        <p:nvSpPr>
          <p:cNvPr id="7" name="Footer Placeholder 10">
            <a:extLst>
              <a:ext uri="{FF2B5EF4-FFF2-40B4-BE49-F238E27FC236}">
                <a16:creationId xmlns:a16="http://schemas.microsoft.com/office/drawing/2014/main" id="{B60C4C06-0136-7314-8B24-FE41EFCE149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586390"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4359737"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8133084" y="3616497"/>
            <a:ext cx="3477611" cy="246221"/>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3589130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BC534918-4E28-3067-DE75-AAF487EA482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27744721"/>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586390" y="4978881"/>
            <a:ext cx="5217510"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6253664" y="4978881"/>
            <a:ext cx="5187106"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74320" indent="-137160">
              <a:spcAft>
                <a:spcPct val="0"/>
              </a:spcAft>
              <a:buFont typeface="Arial" panose="020B0604020202020204" pitchFamily="34" charset="0"/>
              <a:buChar char="•"/>
              <a:defRPr>
                <a:solidFill>
                  <a:schemeClr val="tx1"/>
                </a:solidFill>
              </a:defRPr>
            </a:lvl2pPr>
            <a:lvl3pPr marL="411480" indent="-137160">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12192000" cy="45974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Footer Placeholder 10">
            <a:extLst>
              <a:ext uri="{FF2B5EF4-FFF2-40B4-BE49-F238E27FC236}">
                <a16:creationId xmlns:a16="http://schemas.microsoft.com/office/drawing/2014/main" id="{714A3419-0299-D6E2-EAEC-B759C421A756}"/>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643621746"/>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1152766"/>
            <a:ext cx="12192000" cy="3444634"/>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A87FC08B-CC69-ED5E-1E89-0FB4958D4A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77534660"/>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userDrawn="1"/>
        </p:nvSpPr>
        <p:spPr bwMode="auto">
          <a:xfrm>
            <a:off x="0" y="0"/>
            <a:ext cx="12192000" cy="4572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584199" y="4956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586390" y="5357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6243372" y="4956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6252435" y="5357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12192000" cy="4572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0" name="Footer Placeholder 10">
            <a:extLst>
              <a:ext uri="{FF2B5EF4-FFF2-40B4-BE49-F238E27FC236}">
                <a16:creationId xmlns:a16="http://schemas.microsoft.com/office/drawing/2014/main" id="{0ADD2377-43F1-3C9F-D5EF-EBBBA2C54BF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77606402"/>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11044938"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581150"/>
            <a:ext cx="7535862" cy="443072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584200" y="1594155"/>
            <a:ext cx="317414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586389" y="2085764"/>
            <a:ext cx="3172811"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714910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1" y="585216"/>
            <a:ext cx="4710689"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584200" y="1594155"/>
            <a:ext cx="471466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586389" y="2085764"/>
            <a:ext cx="4712685" cy="726353"/>
          </a:xfrm>
          <a:prstGeom prst="rect">
            <a:avLst/>
          </a:prstGeom>
        </p:spPr>
        <p:txBody>
          <a:bodyPr wrap="square">
            <a:spAutoFit/>
          </a:bodyPr>
          <a:lstStyle>
            <a:lvl1pPr marL="137160" indent="-137160">
              <a:spcAft>
                <a:spcPct val="0"/>
              </a:spcAft>
              <a:buFont typeface="Arial" panose="020B0604020202020204" pitchFamily="34" charset="0"/>
              <a:buChar char="•"/>
              <a:defRPr>
                <a:solidFill>
                  <a:schemeClr val="tx1"/>
                </a:solidFill>
              </a:defRPr>
            </a:lvl1pPr>
            <a:lvl2pPr marL="265176" indent="-128016">
              <a:spcAft>
                <a:spcPct val="0"/>
              </a:spcAft>
              <a:buFont typeface="Arial" panose="020B0604020202020204" pitchFamily="34" charset="0"/>
              <a:buChar char="•"/>
              <a:defRPr>
                <a:solidFill>
                  <a:schemeClr val="tx1"/>
                </a:solidFill>
              </a:defRPr>
            </a:lvl2pPr>
            <a:lvl3pPr marL="384048" indent="-118872">
              <a:spcAft>
                <a:spcPct val="0"/>
              </a:spcAft>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6096000" y="0"/>
            <a:ext cx="6096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E84377F5-22E1-9D2A-A0FF-44C6FE95FA8C}"/>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69942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7248356" cy="307777"/>
          </a:xfrm>
        </p:spPr>
        <p:txBody>
          <a:bodyPr/>
          <a:lstStyle>
            <a:lvl1pPr>
              <a:defRPr sz="2000"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584200"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586390"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4357547" y="1594155"/>
            <a:ext cx="3479071"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4359737" y="2085764"/>
            <a:ext cx="347761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8128000" y="0"/>
            <a:ext cx="4064000" cy="6858000"/>
          </a:xfrm>
          <a:prstGeom prst="rect">
            <a:avLst/>
          </a:prstGeom>
          <a:solidFill>
            <a:srgbClr val="F4F4F7"/>
          </a:solidFill>
        </p:spPr>
        <p:txBody>
          <a:bodyPr lIns="0" tIns="0" rIns="0" bIns="731520" anchor="ctr" anchorCtr="0">
            <a:noAutofit/>
          </a:bodyPr>
          <a:lstStyle>
            <a:lvl1pPr marL="0" indent="0" algn="ctr">
              <a:lnSpc>
                <a:spcPct val="100000"/>
              </a:lnSpc>
              <a:buNone/>
              <a:defRPr sz="12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a:p>
            <a:endParaRPr lang="en-US"/>
          </a:p>
          <a:p>
            <a:endParaRPr lang="en-US"/>
          </a:p>
        </p:txBody>
      </p:sp>
      <p:sp>
        <p:nvSpPr>
          <p:cNvPr id="6" name="Footer Placeholder 10">
            <a:extLst>
              <a:ext uri="{FF2B5EF4-FFF2-40B4-BE49-F238E27FC236}">
                <a16:creationId xmlns:a16="http://schemas.microsoft.com/office/drawing/2014/main" id="{59737277-FC4D-0B1F-1FD5-5CD35AF445C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886051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5365752"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199" y="4575104"/>
            <a:ext cx="536442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536217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6242049" y="1591310"/>
            <a:ext cx="5357813"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6243372" y="4575104"/>
            <a:ext cx="535649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6252435" y="4976442"/>
            <a:ext cx="5357598"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999AE8AC-4BD3-270C-095A-CBDB57EBDCA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3422298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58420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584200" y="4575104"/>
            <a:ext cx="3479070"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586390" y="4976443"/>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353560" y="1591310"/>
            <a:ext cx="3481388" cy="2687003"/>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374792" y="4575104"/>
            <a:ext cx="3476891"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383855" y="4976442"/>
            <a:ext cx="347761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8128000" y="1591309"/>
            <a:ext cx="3486092" cy="2684159"/>
          </a:xfrm>
          <a:prstGeom prst="rect">
            <a:avLst/>
          </a:prstGeom>
          <a:solidFill>
            <a:srgbClr val="F4F4F7"/>
          </a:solidFill>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8133626" y="4571913"/>
            <a:ext cx="3485371" cy="187857"/>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8128000" y="4973784"/>
            <a:ext cx="3486092" cy="156547"/>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8BE8869C-5952-747A-C0D5-069DD40B2407}"/>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31873531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5842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itchFamily="34" charset="0"/>
              </a:defRPr>
            </a:lvl1pPr>
          </a:lstStyle>
          <a:p>
            <a:r>
              <a:rPr lang="en-US"/>
              <a:t>Click icon to add picture</a:t>
            </a:r>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584200" y="4575104"/>
            <a:ext cx="2535699"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586390"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34290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itchFamily="34" charset="0"/>
              </a:defRPr>
            </a:lvl1pPr>
          </a:lstStyle>
          <a:p>
            <a:r>
              <a:rPr lang="en-US"/>
              <a:t>Click icon to add picture</a:t>
            </a:r>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3413125"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342218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62484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itchFamily="34" charset="0"/>
              </a:defRPr>
            </a:lvl1pPr>
          </a:lstStyle>
          <a:p>
            <a:r>
              <a:rPr lang="en-US"/>
              <a:t>Click icon to add picture</a:t>
            </a:r>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6240462"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6234836"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9067800" y="2284412"/>
            <a:ext cx="2538413" cy="1997075"/>
          </a:xfrm>
          <a:prstGeom prst="rect">
            <a:avLst/>
          </a:prstGeom>
          <a:solidFill>
            <a:srgbClr val="F4F4F7"/>
          </a:solidFill>
        </p:spPr>
        <p:txBody>
          <a:bodyPr lIns="0" tIns="0" rIns="0" bIns="731520" anchor="ctr" anchorCtr="0">
            <a:noAutofit/>
          </a:bodyPr>
          <a:lstStyle>
            <a:lvl1pPr marL="0" indent="0" algn="ctr">
              <a:lnSpc>
                <a:spcPct val="100000"/>
              </a:lnSpc>
              <a:buNone/>
              <a:defRPr sz="1000" b="1">
                <a:solidFill>
                  <a:srgbClr val="000000"/>
                </a:solidFill>
                <a:latin typeface="+mn-lt"/>
                <a:cs typeface="Segoe UI" pitchFamily="34" charset="0"/>
              </a:defRPr>
            </a:lvl1pPr>
          </a:lstStyle>
          <a:p>
            <a:r>
              <a:rPr lang="en-US"/>
              <a:t>Click icon to add picture</a:t>
            </a:r>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9076259" y="4575104"/>
            <a:ext cx="2534111"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9082208" y="4976443"/>
            <a:ext cx="2534635"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Footer Placeholder 10">
            <a:extLst>
              <a:ext uri="{FF2B5EF4-FFF2-40B4-BE49-F238E27FC236}">
                <a16:creationId xmlns:a16="http://schemas.microsoft.com/office/drawing/2014/main" id="{59C58CD9-BE7F-91A5-A489-7701C46FA8E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344209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43561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13466"/>
            <a:ext cx="3121026" cy="4944533"/>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4356039" y="1926472"/>
            <a:ext cx="5364224"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4358229" y="2578100"/>
            <a:ext cx="5361973"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588263" y="2542117"/>
            <a:ext cx="2027938"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18785744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2-column_Callout_with Image">
    <p:bg>
      <p:bgRef idx="1001">
        <a:schemeClr val="bg1"/>
      </p:bgRef>
    </p:bg>
    <p:spTree>
      <p:nvGrpSpPr>
        <p:cNvPr id="1" name=""/>
        <p:cNvGrpSpPr/>
        <p:nvPr/>
      </p:nvGrpSpPr>
      <p:grpSpPr>
        <a:xfrm>
          <a:off x="0" y="0"/>
          <a:ext cx="0" cy="0"/>
          <a:chOff x="0" y="0"/>
          <a:chExt cx="0" cy="0"/>
        </a:xfrm>
      </p:grpSpPr>
      <p:sp>
        <p:nvSpPr>
          <p:cNvPr id="7" name="Footer Placeholder 10">
            <a:extLst>
              <a:ext uri="{FF2B5EF4-FFF2-40B4-BE49-F238E27FC236}">
                <a16:creationId xmlns:a16="http://schemas.microsoft.com/office/drawing/2014/main" id="{5E5F3DC3-1739-4680-A88C-C7B8F0E6D388}"/>
              </a:ext>
            </a:extLst>
          </p:cNvPr>
          <p:cNvSpPr>
            <a:spLocks noGrp="1"/>
          </p:cNvSpPr>
          <p:nvPr>
            <p:ph type="ftr" sz="quarter" idx="3"/>
          </p:nvPr>
        </p:nvSpPr>
        <p:spPr>
          <a:xfrm>
            <a:off x="4064000"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064000" y="1292233"/>
            <a:ext cx="7535862" cy="3279768"/>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photo</a:t>
            </a:r>
          </a:p>
          <a:p>
            <a:r>
              <a:rPr lang="en-US"/>
              <a:t>here or click or tap </a:t>
            </a:r>
          </a:p>
          <a:p>
            <a:r>
              <a:rPr lang="en-US"/>
              <a:t>icon below to insert</a:t>
            </a:r>
          </a:p>
          <a:p>
            <a:endParaRPr lang="en-US"/>
          </a:p>
          <a:p>
            <a:endParaRPr lang="en-US"/>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064000" y="4830309"/>
            <a:ext cx="7535862" cy="184666"/>
          </a:xfrm>
          <a:prstGeom prst="rect">
            <a:avLst/>
          </a:prstGeom>
        </p:spPr>
        <p:txBody>
          <a:bodyPr anchor="t"/>
          <a:lstStyle>
            <a:lvl1pPr marL="0" indent="0">
              <a:spcBef>
                <a:spcPct val="0"/>
              </a:spcBef>
              <a:buNone/>
              <a:defRPr sz="1200">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073063" y="5231647"/>
            <a:ext cx="7526800" cy="153888"/>
          </a:xfrm>
          <a:prstGeom prst="rect">
            <a:avLst/>
          </a:prstGeom>
        </p:spPr>
        <p:txBody>
          <a:bodyPr wrap="square">
            <a:spAutoFit/>
          </a:bodyPr>
          <a:lstStyle>
            <a:lvl1pPr marL="0" indent="0">
              <a:buFont typeface="Arial" panose="020B0604020202020204" pitchFamily="34" charset="0"/>
              <a:buNone/>
              <a:defRPr sz="1000">
                <a:solidFill>
                  <a:schemeClr val="tx1"/>
                </a:solidFill>
              </a:defRPr>
            </a:lvl1pPr>
            <a:lvl2pPr marL="137160" indent="0">
              <a:buFont typeface="Arial" panose="020B0604020202020204" pitchFamily="34" charset="0"/>
              <a:buNone/>
              <a:defRPr>
                <a:solidFill>
                  <a:schemeClr val="tx1"/>
                </a:solidFill>
              </a:defRPr>
            </a:lvl2pPr>
            <a:lvl3pPr marL="411480" indent="-137160">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userDrawn="1"/>
        </p:nvSpPr>
        <p:spPr bwMode="auto">
          <a:xfrm>
            <a:off x="-1" y="1292232"/>
            <a:ext cx="3121026" cy="5565768"/>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588262" y="2210101"/>
            <a:ext cx="2113253" cy="492443"/>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17533380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userDrawn="1"/>
        </p:nvSpPr>
        <p:spPr bwMode="auto">
          <a:xfrm>
            <a:off x="1887" y="0"/>
            <a:ext cx="6891565" cy="68580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p:nvPr userDrawn="1"/>
        </p:nvSpPr>
        <p:spPr bwMode="auto">
          <a:xfrm rot="16200000" flipH="1">
            <a:off x="7958667" y="1348398"/>
            <a:ext cx="3793070" cy="4707465"/>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74320" tIns="0" rIns="274320" bIns="9144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30000" noProof="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15" r="15210"/>
          <a:stretch>
            <a:fillRect/>
          </a:stretch>
        </p:blipFill>
        <p:spPr>
          <a:xfrm>
            <a:off x="7458887" y="1759165"/>
            <a:ext cx="4737876" cy="387068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7724775" y="2041526"/>
            <a:ext cx="4467225" cy="3311524"/>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1050" b="1">
                <a:solidFill>
                  <a:srgbClr val="000000"/>
                </a:solidFill>
                <a:latin typeface="+mn-lt"/>
                <a:cs typeface="Segoe UI" pitchFamily="34" charset="0"/>
              </a:defRPr>
            </a:lvl1pPr>
          </a:lstStyle>
          <a:p>
            <a:r>
              <a:rPr lang="en-US"/>
              <a:t>Drag &amp; drop your website screenshot here or click or tap icon below to insert</a:t>
            </a:r>
          </a:p>
          <a:p>
            <a:endParaRPr lang="en-US"/>
          </a:p>
          <a:p>
            <a:endParaRPr lang="en-US"/>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588262" y="585216"/>
            <a:ext cx="565220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584199" y="1594155"/>
            <a:ext cx="5654573"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586389" y="2085764"/>
            <a:ext cx="5652201"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8" name="Footer Placeholder 10">
            <a:extLst>
              <a:ext uri="{FF2B5EF4-FFF2-40B4-BE49-F238E27FC236}">
                <a16:creationId xmlns:a16="http://schemas.microsoft.com/office/drawing/2014/main" id="{481D8892-E962-43F0-5F5F-08F524F7EAA2}"/>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403313597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58911283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153803878"/>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885722344"/>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771955"/>
            <a:ext cx="8778782" cy="246221"/>
          </a:xfrm>
          <a:prstGeom prst="rect">
            <a:avLst/>
          </a:prstGeom>
        </p:spPr>
        <p:txBody>
          <a:bodyPr anchor="t"/>
          <a:lstStyle>
            <a:lvl1pPr marL="0" indent="0">
              <a:spcBef>
                <a:spcPct val="0"/>
              </a:spcBef>
              <a:buNone/>
              <a:defRPr sz="1600">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2263564"/>
            <a:ext cx="8775098" cy="726353"/>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1843745"/>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492443"/>
          </a:xfrm>
        </p:spPr>
        <p:txBody>
          <a:bodyPr/>
          <a:lstStyle>
            <a:lvl1pPr>
              <a:defRPr sz="32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3" name="Rounded Rectangle 3_1">
            <a:extLst>
              <a:ext uri="{FF2B5EF4-FFF2-40B4-BE49-F238E27FC236}">
                <a16:creationId xmlns:a16="http://schemas.microsoft.com/office/drawing/2014/main" id="{E9B8C20E-B8A8-8B4B-E6D5-102814292B16}"/>
              </a:ext>
            </a:extLst>
          </p:cNvPr>
          <p:cNvSpPr/>
          <p:nvPr userDrawn="1"/>
        </p:nvSpPr>
        <p:spPr>
          <a:xfrm>
            <a:off x="588261" y="1292745"/>
            <a:ext cx="10074975" cy="4749970"/>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1248889540"/>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userDrawn="1"/>
        </p:nvSpPr>
        <p:spPr>
          <a:xfrm>
            <a:off x="588261" y="1292745"/>
            <a:ext cx="10074975" cy="4749970"/>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ct val="0"/>
              </a:spcAft>
              <a:buClrTx/>
              <a:buSzPct val="90000"/>
              <a:buFontTx/>
              <a:buNone/>
              <a:defRPr/>
            </a:pPr>
            <a:endParaRPr kumimoji="0" lang="en-US" sz="1800" b="0" i="0" u="none" strike="noStrike" kern="1200" cap="none" spc="0" normalizeH="0" baseline="0" noProof="0">
              <a:ln>
                <a:noFill/>
              </a:ln>
              <a:solidFill>
                <a:srgbClr val="000000"/>
              </a:solidFill>
              <a:effectLst/>
              <a:uLnTx/>
              <a:uFillTx/>
              <a:latin typeface="Segoe UI"/>
              <a:ea typeface="+mn-ea"/>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1235075" y="1594151"/>
            <a:ext cx="8778782" cy="39997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1237265" y="1994124"/>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userDrawn="1"/>
        </p:nvGrpSpPr>
        <p:grpSpPr>
          <a:xfrm>
            <a:off x="10107938" y="893763"/>
            <a:ext cx="1110600" cy="111060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tretch>
              <a:fill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1235075" y="4492432"/>
            <a:ext cx="8778782" cy="406322"/>
          </a:xfrm>
          <a:prstGeom prst="rect">
            <a:avLst/>
          </a:prstGeom>
        </p:spPr>
        <p:txBody>
          <a:bodyPr anchor="t"/>
          <a:lstStyle>
            <a:lvl1pPr marL="0" indent="0">
              <a:spcBef>
                <a:spcPct val="0"/>
              </a:spcBef>
              <a:buNone/>
              <a:defRPr sz="140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1237265" y="4898755"/>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1235075" y="3042690"/>
            <a:ext cx="8778782" cy="406323"/>
          </a:xfrm>
          <a:prstGeom prst="rect">
            <a:avLst/>
          </a:prstGeom>
        </p:spPr>
        <p:txBody>
          <a:bodyPr anchor="t"/>
          <a:lstStyle>
            <a:lvl1pPr marL="0" indent="0">
              <a:spcBef>
                <a:spcPct val="0"/>
              </a:spcBef>
              <a:buNone/>
              <a:defRPr lang="en-US" sz="1400" kern="1200" spc="0" baseline="0" smtClean="0">
                <a:solidFill>
                  <a:schemeClr val="tx1"/>
                </a:solidFill>
                <a:latin typeface="+mj-lt"/>
                <a:ea typeface="+mn-ea"/>
                <a:cs typeface="Segoe UI" pitchFamily="34" charset="0"/>
              </a:defRPr>
            </a:lvl1pPr>
          </a:lstStyle>
          <a:p>
            <a:pPr lvl="0"/>
            <a:r>
              <a:rPr lang="en-US"/>
              <a:t>Click to edit Master text styles</a:t>
            </a:r>
          </a:p>
          <a:p>
            <a:pPr lvl="0"/>
            <a:endParaRPr lang="en-US"/>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1237265" y="3449013"/>
            <a:ext cx="8775098" cy="215444"/>
          </a:xfrm>
          <a:prstGeom prst="rect">
            <a:avLst/>
          </a:prstGeom>
        </p:spPr>
        <p:txBody>
          <a:bodyPr wrap="square" lIns="91440">
            <a:spAutoFit/>
          </a:bodyPr>
          <a:lstStyle>
            <a:lvl1pPr marL="137160" indent="-137160">
              <a:buFont typeface="Segoe UI" panose="020B0502040204020203" pitchFamily="34" charset="0"/>
              <a:buChar char="⃣"/>
              <a:defRPr sz="1400">
                <a:solidFill>
                  <a:schemeClr val="tx1"/>
                </a:solidFill>
              </a:defRPr>
            </a:lvl1pPr>
            <a:lvl2pPr marL="265176" indent="-128016">
              <a:buFont typeface="Segoe UI" panose="020B0502040204020203" pitchFamily="34" charset="0"/>
              <a:buChar char="⃣"/>
              <a:defRPr>
                <a:solidFill>
                  <a:schemeClr val="tx1"/>
                </a:solidFill>
              </a:defRPr>
            </a:lvl2pPr>
            <a:lvl3pPr marL="384048" indent="-118872">
              <a:buFont typeface="Segoe UI" panose="020B0502040204020203"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p:txBody>
      </p:sp>
    </p:spTree>
    <p:extLst>
      <p:ext uri="{BB962C8B-B14F-4D97-AF65-F5344CB8AC3E}">
        <p14:creationId xmlns:p14="http://schemas.microsoft.com/office/powerpoint/2010/main" val="318722413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2827846"/>
            <a:ext cx="12192001" cy="3035200"/>
          </a:xfrm>
          <a:prstGeom prst="rect">
            <a:avLst/>
          </a:prstGeom>
        </p:spPr>
      </p:pic>
    </p:spTree>
    <p:extLst>
      <p:ext uri="{BB962C8B-B14F-4D97-AF65-F5344CB8AC3E}">
        <p14:creationId xmlns:p14="http://schemas.microsoft.com/office/powerpoint/2010/main" val="670786049"/>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69332"/>
          </a:xfrm>
        </p:spPr>
        <p:txBody>
          <a:bodyPr/>
          <a:lstStyle>
            <a:lvl1pPr>
              <a:defRPr sz="2400" b="0" i="0">
                <a:solidFill>
                  <a:schemeClr val="tx1"/>
                </a:solidFill>
                <a:latin typeface="+mj-lt"/>
                <a:cs typeface="Segoe UI Semibold" panose="020B0502040204020203" pitchFamily="34" charset="0"/>
              </a:defRPr>
            </a:lvl1pPr>
          </a:lstStyle>
          <a:p>
            <a:r>
              <a:rPr lang="en-US"/>
              <a:t>Click to edit Master title style</a:t>
            </a:r>
          </a:p>
        </p:txBody>
      </p:sp>
      <p:sp>
        <p:nvSpPr>
          <p:cNvPr id="3" name="Footer Placeholder 10">
            <a:extLst>
              <a:ext uri="{FF2B5EF4-FFF2-40B4-BE49-F238E27FC236}">
                <a16:creationId xmlns:a16="http://schemas.microsoft.com/office/drawing/2014/main" id="{796286D3-2BE2-274E-2C22-7C5E05965A8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 y="3144660"/>
            <a:ext cx="12192001" cy="3035200"/>
          </a:xfrm>
          <a:prstGeom prst="rect">
            <a:avLst/>
          </a:prstGeom>
        </p:spPr>
      </p:pic>
    </p:spTree>
    <p:extLst>
      <p:ext uri="{BB962C8B-B14F-4D97-AF65-F5344CB8AC3E}">
        <p14:creationId xmlns:p14="http://schemas.microsoft.com/office/powerpoint/2010/main" val="345562202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3"/>
              </a:gs>
            </a:gsLst>
            <a:lin ang="16200000" scaled="1"/>
          </a:gradFill>
        </p:spPr>
        <p:txBody>
          <a:bodyPr vert="horz" wrap="square" lIns="585216" tIns="91440" rIns="0" bIns="45720" rtlCol="0">
            <a:spAutoFit/>
          </a:bodyPr>
          <a:lstStyle>
            <a:lvl1pPr marL="0" indent="0">
              <a:buNone/>
              <a:defRPr kumimoji="0" lang="en-US" sz="1999" b="0" i="0" u="none" strike="noStrike" cap="none" normalizeH="0">
                <a:ln>
                  <a:noFill/>
                </a:ln>
                <a:solidFill>
                  <a:srgbClr val="FFFFFF"/>
                </a:solidFill>
                <a:effectLst/>
                <a:uLnTx/>
                <a:uFillTx/>
                <a:latin typeface="Segoe UI Semibold"/>
              </a:defRPr>
            </a:lvl1pPr>
          </a:lstStyle>
          <a:p>
            <a:pPr marL="228600" lvl="0" indent="-228600"/>
            <a:r>
              <a:rPr lang="en-US"/>
              <a:t>Click to enter title</a:t>
            </a:r>
          </a:p>
        </p:txBody>
      </p:sp>
      <p:sp>
        <p:nvSpPr>
          <p:cNvPr id="3" name="Footer Placeholder 10">
            <a:extLst>
              <a:ext uri="{FF2B5EF4-FFF2-40B4-BE49-F238E27FC236}">
                <a16:creationId xmlns:a16="http://schemas.microsoft.com/office/drawing/2014/main" id="{EC3CADB3-1E72-D613-A509-B863360A3F3D}"/>
              </a:ext>
            </a:extLst>
          </p:cNvPr>
          <p:cNvSpPr>
            <a:spLocks noGrp="1"/>
          </p:cNvSpPr>
          <p:nvPr>
            <p:ph type="ftr" sz="quarter" idx="3"/>
          </p:nvPr>
        </p:nvSpPr>
        <p:spPr>
          <a:xfrm>
            <a:off x="7448551" y="6421083"/>
            <a:ext cx="4151312" cy="197976"/>
          </a:xfrm>
          <a:prstGeom prst="rect">
            <a:avLst/>
          </a:prstGeom>
        </p:spPr>
        <p:txBody>
          <a:bodyPr vert="horz" lIns="0" tIns="0" rIns="0" bIns="0" rtlCol="0" anchor="ctr"/>
          <a:lstStyle>
            <a:lvl1pPr marL="0" algn="r"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8" name="Text Placeholder 3">
            <a:extLst>
              <a:ext uri="{FF2B5EF4-FFF2-40B4-BE49-F238E27FC236}">
                <a16:creationId xmlns:a16="http://schemas.microsoft.com/office/drawing/2014/main" id="{642E0005-D466-9A2B-2F72-437D2E7450DA}"/>
              </a:ext>
            </a:extLst>
          </p:cNvPr>
          <p:cNvSpPr txBox="1"/>
          <p:nvPr userDrawn="1"/>
        </p:nvSpPr>
        <p:spPr>
          <a:xfrm>
            <a:off x="295276" y="770467"/>
            <a:ext cx="11604624" cy="5504921"/>
          </a:xfrm>
          <a:prstGeom prst="rect">
            <a:avLst/>
          </a:prstGeom>
          <a:solidFill>
            <a:srgbClr val="FFFFFF"/>
          </a:solidFill>
        </p:spPr>
        <p:txBody>
          <a:bodyPr vert="horz" lIns="274320" tIns="182880" rIns="182880" bIns="182880" rtlCol="0">
            <a:noAutofit/>
          </a:bodyPr>
          <a:lstStyle>
            <a:lvl1pPr marL="0" indent="0" algn="l" defTabSz="914132" rtl="0" eaLnBrk="1" latinLnBrk="0" hangingPunct="1">
              <a:lnSpc>
                <a:spcPct val="150000"/>
              </a:lnSpc>
              <a:spcBef>
                <a:spcPct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a:cs typeface="Segoe UI Semibold" charset="0"/>
              </a:defRPr>
            </a:lvl1pPr>
            <a:lvl2pPr marL="0" indent="0" algn="l" defTabSz="914132" rtl="0" eaLnBrk="1" latinLnBrk="0" hangingPunct="1">
              <a:lnSpc>
                <a:spcPct val="110000"/>
              </a:lnSpc>
              <a:spcBef>
                <a:spcPct val="0"/>
              </a:spcBef>
              <a:spcAft>
                <a:spcPts val="600"/>
              </a:spcAft>
              <a:buClrTx/>
              <a:buSzPct val="110000"/>
              <a:buFont typeface="Arial"/>
              <a:buNone/>
              <a:defRPr lang="en-US" sz="2000" b="0" i="0" kern="1200" smtClean="0">
                <a:solidFill>
                  <a:schemeClr val="tx1"/>
                </a:solidFill>
                <a:effectLst/>
                <a:latin typeface="Segoe UI"/>
                <a:ea typeface="Segoe UI"/>
                <a:cs typeface="Segoe UI" charset="0"/>
              </a:defRPr>
            </a:lvl2pPr>
            <a:lvl3pPr marL="288925" indent="-222250" algn="l" defTabSz="914132" rtl="0" eaLnBrk="1" latinLnBrk="0" hangingPunct="1">
              <a:lnSpc>
                <a:spcPct val="110000"/>
              </a:lnSpc>
              <a:spcBef>
                <a:spcPct val="0"/>
              </a:spcBef>
              <a:spcAft>
                <a:spcPts val="600"/>
              </a:spcAft>
              <a:buClrTx/>
              <a:buSzPct val="120000"/>
              <a:buFont typeface="Arial"/>
              <a:buChar char="•"/>
              <a:defRPr lang="en-US" sz="2000" b="0" i="0" kern="1200" smtClean="0">
                <a:solidFill>
                  <a:schemeClr val="tx1"/>
                </a:solidFill>
                <a:effectLst/>
                <a:latin typeface="Segoe UI"/>
                <a:ea typeface="Segoe UI"/>
                <a:cs typeface="Segoe UI" charset="0"/>
              </a:defRPr>
            </a:lvl3pPr>
            <a:lvl4pPr marL="631825" indent="-182880" algn="l" defTabSz="914132" rtl="0" eaLnBrk="1" latinLnBrk="0" hangingPunct="1">
              <a:lnSpc>
                <a:spcPct val="110000"/>
              </a:lnSpc>
              <a:spcBef>
                <a:spcPct val="0"/>
              </a:spcBef>
              <a:spcAft>
                <a:spcPts val="600"/>
              </a:spcAft>
              <a:buClrTx/>
              <a:buFont typeface="Arial"/>
              <a:buChar char="•"/>
              <a:defRPr lang="en-US" sz="1800" b="0" i="0" kern="1200" smtClean="0">
                <a:solidFill>
                  <a:schemeClr val="tx1"/>
                </a:solidFill>
                <a:effectLst/>
                <a:latin typeface="Segoe UI"/>
                <a:ea typeface="Segoe UI"/>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a:solidFill>
                  <a:schemeClr val="tx1"/>
                </a:solidFill>
                <a:effectLst/>
                <a:latin typeface="Segoe UI"/>
                <a:ea typeface="Segoe UI"/>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914132" rtl="0" eaLnBrk="1" fontAlgn="auto" latinLnBrk="0" hangingPunct="1">
              <a:lnSpc>
                <a:spcPct val="150000"/>
              </a:lnSpc>
              <a:spcBef>
                <a:spcPct val="0"/>
              </a:spcBef>
              <a:spcAft>
                <a:spcPts val="600"/>
              </a:spcAft>
              <a:buClr>
                <a:srgbClr val="E9E9E9"/>
              </a:buClr>
              <a:buSzPct val="120000"/>
              <a:buFontTx/>
              <a:buNone/>
              <a:defRPr/>
            </a:pPr>
            <a:endParaRPr kumimoji="0" lang="en-US" sz="1400" b="0" i="0" u="none" strike="noStrike" kern="1200" cap="none" spc="0" normalizeH="0" baseline="0" noProof="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579438" y="1083733"/>
            <a:ext cx="11020425" cy="4885267"/>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319675666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588262" y="585216"/>
            <a:ext cx="4042761"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586389" y="1594155"/>
            <a:ext cx="4042761" cy="726353"/>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37160" indent="0">
              <a:buFont typeface="Arial" panose="020B0604020202020204" pitchFamily="34" charset="0"/>
              <a:buNone/>
              <a:defRPr>
                <a:solidFill>
                  <a:schemeClr val="tx1"/>
                </a:solidFill>
              </a:defRPr>
            </a:lvl2pPr>
            <a:lvl3pPr marL="265176" indent="0">
              <a:buFont typeface="Arial" panose="020B0604020202020204" pitchFamily="34" charset="0"/>
              <a:buNone/>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5800725" y="582613"/>
            <a:ext cx="5799138" cy="5692775"/>
          </a:xfrm>
        </p:spPr>
        <p:txBody>
          <a:bodyPr/>
          <a:lstStyle>
            <a:lvl1pPr marL="0" indent="0">
              <a:buNone/>
              <a:defRPr sz="1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386027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586389" y="1591056"/>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586389" y="2081710"/>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586389" y="3587124"/>
            <a:ext cx="8193024" cy="541687"/>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586389" y="4077778"/>
            <a:ext cx="8193024" cy="1132618"/>
          </a:xfrm>
          <a:prstGeom prst="rect">
            <a:avLst/>
          </a:prstGeom>
        </p:spPr>
        <p:txBody>
          <a:bodyPr wrap="square">
            <a:spAutoFit/>
          </a:bodyPr>
          <a:lstStyle>
            <a:lvl1pPr marL="137160" indent="-137160">
              <a:buFont typeface="Arial" panose="020B0604020202020204" pitchFamily="34" charset="0"/>
              <a:buChar char="•"/>
              <a:defRPr>
                <a:solidFill>
                  <a:schemeClr val="tx1"/>
                </a:solidFill>
              </a:defRPr>
            </a:lvl1pPr>
            <a:lvl2pPr marL="265176" indent="-128016">
              <a:buFont typeface="Arial" panose="020B0604020202020204" pitchFamily="34" charset="0"/>
              <a:buChar char="•"/>
              <a:defRPr>
                <a:solidFill>
                  <a:schemeClr val="tx1"/>
                </a:solidFill>
              </a:defRPr>
            </a:lvl2pPr>
            <a:lvl3pPr marL="384048" indent="-118872">
              <a:buFont typeface="Arial" panose="020B0604020202020204" pitchFamily="34" charset="0"/>
              <a:buChar char="•"/>
              <a:defRPr>
                <a:solidFill>
                  <a:schemeClr val="tx1"/>
                </a:solidFill>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10">
            <a:extLst>
              <a:ext uri="{FF2B5EF4-FFF2-40B4-BE49-F238E27FC236}">
                <a16:creationId xmlns:a16="http://schemas.microsoft.com/office/drawing/2014/main" id="{0281408E-274B-89C6-8571-F986E6EE6541}"/>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0839624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2577"/>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7" name="Footer Placeholder 10">
            <a:extLst>
              <a:ext uri="{FF2B5EF4-FFF2-40B4-BE49-F238E27FC236}">
                <a16:creationId xmlns:a16="http://schemas.microsoft.com/office/drawing/2014/main" id="{3B2054C5-1258-8F24-CB3E-C0C7AA29451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58722647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bwMode="black">
          <a:xfrm>
            <a:off x="584200" y="585788"/>
            <a:ext cx="1366440" cy="292608"/>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588262" y="-616043"/>
            <a:ext cx="8193024" cy="307777"/>
          </a:xfrm>
        </p:spPr>
        <p:txBody>
          <a:bodyPr/>
          <a:lstStyle>
            <a:lvl1pPr>
              <a:defRPr sz="2000"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585216" y="2080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3"/>
                </a:solidFill>
                <a:effectLst/>
                <a:latin typeface="+mj-lt"/>
                <a:ea typeface="+mn-ea"/>
                <a:cs typeface="Segoe UI"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4485640" y="2276475"/>
            <a:ext cx="7114222" cy="1689099"/>
          </a:xfrm>
        </p:spPr>
        <p:txBody>
          <a:bodyPr/>
          <a:lstStyle>
            <a:lvl1pPr marL="0" indent="0" algn="l" defTabSz="457200" rtl="0" eaLnBrk="1" latinLnBrk="0" hangingPunct="1">
              <a:lnSpc>
                <a:spcPct val="100000"/>
              </a:lnSpc>
              <a:spcBef>
                <a:spcPct val="0"/>
              </a:spcBef>
              <a:buNone/>
              <a:defRPr lang="en-US" sz="2000" b="0" kern="1200" cap="none" spc="-50" baseline="0" smtClean="0">
                <a:ln w="3175">
                  <a:noFill/>
                </a:ln>
                <a:solidFill>
                  <a:schemeClr val="tx1"/>
                </a:solidFill>
                <a:effectLst/>
                <a:latin typeface="+mn-lt"/>
                <a:ea typeface="+mn-ea"/>
                <a:cs typeface="Segoe UI" pitchFamily="34" charset="0"/>
              </a:defRPr>
            </a:lvl1pPr>
            <a:lvl2pPr marL="155448" indent="0">
              <a:buNone/>
              <a:defRPr lang="en-US" sz="2000" b="0" kern="1200" cap="none" spc="-50" baseline="0" smtClean="0">
                <a:ln w="3175">
                  <a:noFill/>
                </a:ln>
                <a:solidFill>
                  <a:schemeClr val="bg1"/>
                </a:solidFill>
                <a:effectLst/>
                <a:latin typeface="+mn-lt"/>
                <a:ea typeface="+mn-ea"/>
                <a:cs typeface="Segoe UI" pitchFamily="34" charset="0"/>
              </a:defRPr>
            </a:lvl2pPr>
            <a:lvl3pPr marL="265176" indent="0">
              <a:buNone/>
              <a:defRPr/>
            </a:lvl3pPr>
            <a:lvl4pPr marL="661988" indent="0">
              <a:buNone/>
              <a:defRPr/>
            </a:lvl4pPr>
            <a:lvl5pPr marL="855663" indent="0">
              <a:buNone/>
              <a:defRPr/>
            </a:lvl5pPr>
          </a:lstStyle>
          <a:p>
            <a:pPr lvl="0"/>
            <a:r>
              <a:rPr lang="en-US"/>
              <a:t>Click to edit Master text styles</a:t>
            </a:r>
          </a:p>
        </p:txBody>
      </p:sp>
      <p:sp>
        <p:nvSpPr>
          <p:cNvPr id="7" name="Footer Placeholder 10">
            <a:extLst>
              <a:ext uri="{FF2B5EF4-FFF2-40B4-BE49-F238E27FC236}">
                <a16:creationId xmlns:a16="http://schemas.microsoft.com/office/drawing/2014/main" id="{3D724FF2-BFB6-0799-B9AE-F83BA9177AA3}"/>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84840281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592">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_Gradient_Dark Blue">
    <p:bg>
      <p:bgPr>
        <a:solidFill>
          <a:schemeClr val="bg2"/>
        </a:solidFill>
        <a:effectLst/>
      </p:bgPr>
    </p:bg>
    <p:spTree>
      <p:nvGrpSpPr>
        <p:cNvPr id="1" name=""/>
        <p:cNvGrpSpPr/>
        <p:nvPr/>
      </p:nvGrpSpPr>
      <p:grpSpPr>
        <a:xfrm>
          <a:off x="0" y="0"/>
          <a:ext cx="0" cy="0"/>
          <a:chOff x="0" y="0"/>
          <a:chExt cx="0" cy="0"/>
        </a:xfrm>
      </p:grpSpPr>
      <p:pic>
        <p:nvPicPr>
          <p:cNvPr id="7" name="Picture 6" descr="Background pattern  Description automatically generated">
            <a:extLst>
              <a:ext uri="{FF2B5EF4-FFF2-40B4-BE49-F238E27FC236}">
                <a16:creationId xmlns:a16="http://schemas.microsoft.com/office/drawing/2014/main" id="{09C25A02-AC19-00D7-AA19-15FBBBA075A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88952" cy="6856285"/>
          </a:xfrm>
          <a:prstGeom prst="rect">
            <a:avLst/>
          </a:prstGeom>
        </p:spPr>
      </p:pic>
      <p:pic>
        <p:nvPicPr>
          <p:cNvPr id="6" name="MS logo white - EMF">
            <a:extLst>
              <a:ext uri="{FF2B5EF4-FFF2-40B4-BE49-F238E27FC236}">
                <a16:creationId xmlns:a16="http://schemas.microsoft.com/office/drawing/2014/main" id="{15F18C2F-44AE-47B2-AF66-6F44850A4565}"/>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bwMode="white">
          <a:xfrm>
            <a:off x="584200" y="585788"/>
            <a:ext cx="1366245" cy="292608"/>
          </a:xfrm>
          <a:prstGeom prst="rect">
            <a:avLst/>
          </a:prstGeom>
        </p:spPr>
      </p:pic>
      <p:sp>
        <p:nvSpPr>
          <p:cNvPr id="3" name="Title 1">
            <a:extLst>
              <a:ext uri="{FF2B5EF4-FFF2-40B4-BE49-F238E27FC236}">
                <a16:creationId xmlns:a16="http://schemas.microsoft.com/office/drawing/2014/main" id="{4D261202-B43E-AFEC-1247-D8B93E325B08}"/>
              </a:ext>
            </a:extLst>
          </p:cNvPr>
          <p:cNvSpPr>
            <a:spLocks noGrp="1"/>
          </p:cNvSpPr>
          <p:nvPr>
            <p:ph type="title" hasCustomPrompt="1"/>
          </p:nvPr>
        </p:nvSpPr>
        <p:spPr bwMode="white">
          <a:xfrm>
            <a:off x="569911" y="2769057"/>
            <a:ext cx="8193024" cy="1231106"/>
          </a:xfrm>
          <a:noFill/>
        </p:spPr>
        <p:txBody>
          <a:bodyPr wrap="square" lIns="0" tIns="0" rIns="0" bIns="0" anchor="b" anchorCtr="0">
            <a:spAutoFit/>
          </a:bodyPr>
          <a:lstStyle>
            <a:lvl1pPr>
              <a:defRPr sz="4000" b="0" i="0" spc="-50" baseline="0">
                <a:solidFill>
                  <a:schemeClr val="bg1"/>
                </a:solidFill>
                <a:latin typeface="+mn-lt"/>
                <a:cs typeface="Segoe UI" pitchFamily="34" charset="0"/>
              </a:defRPr>
            </a:lvl1pPr>
          </a:lstStyle>
          <a:p>
            <a:r>
              <a:rPr lang="en-US"/>
              <a:t>Event name or </a:t>
            </a:r>
            <a:br>
              <a:rPr lang="en-US"/>
            </a:br>
            <a:r>
              <a:rPr lang="en-US"/>
              <a:t>presentation title</a:t>
            </a:r>
          </a:p>
        </p:txBody>
      </p:sp>
      <p:sp>
        <p:nvSpPr>
          <p:cNvPr id="8" name="Text Placeholder 4">
            <a:extLst>
              <a:ext uri="{FF2B5EF4-FFF2-40B4-BE49-F238E27FC236}">
                <a16:creationId xmlns:a16="http://schemas.microsoft.com/office/drawing/2014/main" id="{4F89D852-EFBA-6F99-2050-8532FF783C3E}"/>
              </a:ext>
            </a:extLst>
          </p:cNvPr>
          <p:cNvSpPr>
            <a:spLocks noGrp="1"/>
          </p:cNvSpPr>
          <p:nvPr>
            <p:ph type="body" sz="quarter" idx="12" hasCustomPrompt="1"/>
          </p:nvPr>
        </p:nvSpPr>
        <p:spPr bwMode="white">
          <a:xfrm>
            <a:off x="582042" y="4215827"/>
            <a:ext cx="8193024" cy="246221"/>
          </a:xfrm>
          <a:prstGeom prst="rect">
            <a:avLst/>
          </a:prstGeom>
          <a:noFill/>
        </p:spPr>
        <p:txBody>
          <a:bodyPr wrap="square" lIns="0" tIns="0" rIns="0" bIns="0">
            <a:spAutoFit/>
          </a:bodyPr>
          <a:lstStyle>
            <a:lvl1pPr marL="0" indent="0">
              <a:spcBef>
                <a:spcPct val="0"/>
              </a:spcBef>
              <a:buNone/>
              <a:defRPr sz="1600" spc="0" baseline="0">
                <a:solidFill>
                  <a:schemeClr val="bg1"/>
                </a:solidFill>
                <a:latin typeface="+mn-lt"/>
                <a:cs typeface="Segoe UI" pitchFamily="34" charset="0"/>
              </a:defRPr>
            </a:lvl1pPr>
          </a:lstStyle>
          <a:p>
            <a:pPr lvl="0"/>
            <a:r>
              <a:rPr lang="en-US"/>
              <a:t>Speaker name or subtitle</a:t>
            </a:r>
          </a:p>
        </p:txBody>
      </p:sp>
      <p:sp>
        <p:nvSpPr>
          <p:cNvPr id="2" name="Text Placeholder 4">
            <a:extLst>
              <a:ext uri="{FF2B5EF4-FFF2-40B4-BE49-F238E27FC236}">
                <a16:creationId xmlns:a16="http://schemas.microsoft.com/office/drawing/2014/main" id="{0BD8134C-9DAE-AC17-E85E-797425358B52}"/>
              </a:ext>
            </a:extLst>
          </p:cNvPr>
          <p:cNvSpPr>
            <a:spLocks noGrp="1"/>
          </p:cNvSpPr>
          <p:nvPr>
            <p:ph type="body" sz="quarter" idx="13" hasCustomPrompt="1"/>
          </p:nvPr>
        </p:nvSpPr>
        <p:spPr bwMode="white">
          <a:xfrm>
            <a:off x="582042" y="6446520"/>
            <a:ext cx="1645920" cy="153888"/>
          </a:xfrm>
          <a:prstGeom prst="rect">
            <a:avLst/>
          </a:prstGeom>
          <a:noFill/>
        </p:spPr>
        <p:txBody>
          <a:bodyPr wrap="square" lIns="0" tIns="0" rIns="0" bIns="0">
            <a:spAutoFit/>
          </a:bodyPr>
          <a:lstStyle>
            <a:lvl1pPr marL="0" indent="0">
              <a:spcBef>
                <a:spcPct val="0"/>
              </a:spcBef>
              <a:buNone/>
              <a:defRPr sz="1000" spc="0" baseline="0">
                <a:solidFill>
                  <a:schemeClr val="bg1"/>
                </a:solidFill>
                <a:latin typeface="+mn-lt"/>
                <a:cs typeface="Segoe UI" pitchFamily="34" charset="0"/>
              </a:defRPr>
            </a:lvl1pPr>
          </a:lstStyle>
          <a:p>
            <a:pPr lvl="0"/>
            <a:r>
              <a:rPr lang="en-US"/>
              <a:t>Date</a:t>
            </a:r>
          </a:p>
        </p:txBody>
      </p:sp>
      <p:sp>
        <p:nvSpPr>
          <p:cNvPr id="4" name="Text Placeholder 4">
            <a:extLst>
              <a:ext uri="{FF2B5EF4-FFF2-40B4-BE49-F238E27FC236}">
                <a16:creationId xmlns:a16="http://schemas.microsoft.com/office/drawing/2014/main" id="{2BD6AF20-3445-2A80-6CE8-04C04421E1B8}"/>
              </a:ext>
            </a:extLst>
          </p:cNvPr>
          <p:cNvSpPr>
            <a:spLocks noGrp="1"/>
          </p:cNvSpPr>
          <p:nvPr>
            <p:ph type="body" sz="quarter" idx="14" hasCustomPrompt="1"/>
          </p:nvPr>
        </p:nvSpPr>
        <p:spPr bwMode="white">
          <a:xfrm>
            <a:off x="2471054" y="6446520"/>
            <a:ext cx="6336792" cy="153888"/>
          </a:xfrm>
          <a:prstGeom prst="rect">
            <a:avLst/>
          </a:prstGeom>
          <a:noFill/>
        </p:spPr>
        <p:txBody>
          <a:bodyPr wrap="square" lIns="0" tIns="0" rIns="0" bIns="0">
            <a:spAutoFit/>
          </a:bodyPr>
          <a:lstStyle>
            <a:lvl1pPr marL="0" indent="0">
              <a:spcBef>
                <a:spcPct val="0"/>
              </a:spcBef>
              <a:buNone/>
              <a:defRPr sz="1000" spc="0" baseline="0">
                <a:solidFill>
                  <a:schemeClr val="bg1"/>
                </a:solidFill>
                <a:latin typeface="+mn-lt"/>
                <a:cs typeface="Segoe UI" pitchFamily="34" charset="0"/>
              </a:defRPr>
            </a:lvl1pPr>
          </a:lstStyle>
          <a:p>
            <a:pPr lvl="0"/>
            <a:r>
              <a:rPr lang="en-US"/>
              <a:t>Microsoft confidential</a:t>
            </a:r>
          </a:p>
        </p:txBody>
      </p:sp>
    </p:spTree>
    <p:extLst>
      <p:ext uri="{BB962C8B-B14F-4D97-AF65-F5344CB8AC3E}">
        <p14:creationId xmlns:p14="http://schemas.microsoft.com/office/powerpoint/2010/main" val="1124420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itchFamily="34" charset="0"/>
              </a:defRPr>
            </a:lvl1pPr>
          </a:lstStyle>
          <a:p>
            <a:r>
              <a:rPr lang="en-US"/>
              <a:t>Click to edit title style</a:t>
            </a:r>
          </a:p>
        </p:txBody>
      </p:sp>
      <p:sp>
        <p:nvSpPr>
          <p:cNvPr id="3" name="Footer Placeholder 10">
            <a:extLst>
              <a:ext uri="{FF2B5EF4-FFF2-40B4-BE49-F238E27FC236}">
                <a16:creationId xmlns:a16="http://schemas.microsoft.com/office/drawing/2014/main" id="{55F3B42E-49D5-A402-BB55-46E458419094}"/>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10440552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Footer Placeholder 10">
            <a:extLst>
              <a:ext uri="{FF2B5EF4-FFF2-40B4-BE49-F238E27FC236}">
                <a16:creationId xmlns:a16="http://schemas.microsoft.com/office/drawing/2014/main" id="{1C4BDD7D-AB67-C540-A18F-6434E586C375}"/>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6577163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sp>
        <p:nvSpPr>
          <p:cNvPr id="4" name="Footer Placeholder 10">
            <a:extLst>
              <a:ext uri="{FF2B5EF4-FFF2-40B4-BE49-F238E27FC236}">
                <a16:creationId xmlns:a16="http://schemas.microsoft.com/office/drawing/2014/main" id="{98D09561-FD4E-3066-64C2-824D66760B10}"/>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3542492"/>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60" y="1456896"/>
            <a:ext cx="10210404"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p:nvPr userDrawn="1"/>
        </p:nvCxnSpPr>
        <p:spPr>
          <a:xfrm>
            <a:off x="1389695" y="236662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60" y="2499114"/>
            <a:ext cx="10210404"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p:nvPr userDrawn="1"/>
        </p:nvCxnSpPr>
        <p:spPr>
          <a:xfrm>
            <a:off x="1389695" y="3412787"/>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60" y="3545276"/>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p:nvPr userDrawn="1"/>
        </p:nvCxnSpPr>
        <p:spPr>
          <a:xfrm>
            <a:off x="1389695" y="445894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60" y="4591438"/>
            <a:ext cx="10210404"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Body copy Segoe UI Regular 14/18. The quick brown fox jumps over the lazy dog. The quick brown fox jumps over the lazy dog. The quick brown fox jumps over the lazy dog.</a:t>
            </a:r>
          </a:p>
        </p:txBody>
      </p:sp>
      <p:sp>
        <p:nvSpPr>
          <p:cNvPr id="8" name="Footer Placeholder 10">
            <a:extLst>
              <a:ext uri="{FF2B5EF4-FFF2-40B4-BE49-F238E27FC236}">
                <a16:creationId xmlns:a16="http://schemas.microsoft.com/office/drawing/2014/main" id="{03F58DC3-B4E8-1391-2AF6-4FE989430E68}"/>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671429784"/>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389460" y="1456896"/>
            <a:ext cx="10210404"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p:nvPr userDrawn="1"/>
        </p:nvCxnSpPr>
        <p:spPr>
          <a:xfrm>
            <a:off x="1389695" y="2205973"/>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60" y="2309426"/>
            <a:ext cx="10210404"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p:nvPr userDrawn="1"/>
        </p:nvCxnSpPr>
        <p:spPr>
          <a:xfrm>
            <a:off x="1389695" y="3061779"/>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60" y="3165232"/>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p:nvPr userDrawn="1"/>
        </p:nvCxnSpPr>
        <p:spPr>
          <a:xfrm>
            <a:off x="1389695" y="3917585"/>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60" y="4021038"/>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p:nvPr userDrawn="1"/>
        </p:nvCxnSpPr>
        <p:spPr>
          <a:xfrm>
            <a:off x="1389695" y="4773391"/>
            <a:ext cx="10196951"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60" y="4876845"/>
            <a:ext cx="10210404"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defRPr lang="en-US" sz="1568" b="0" kern="1200" spc="0" baseline="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ct val="0"/>
              </a:spcAft>
              <a:buClrTx/>
              <a:buSzPct val="90000"/>
              <a:buFont typeface="Arial" panose="020B0604020202020204" pitchFamily="34" charset="0"/>
              <a:buNone/>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pPr>
            <a:r>
              <a:rPr lang="en-US"/>
              <a:t>The quick brown fox jumps over the lazy dog. The quick brown fox jumps over the lazy dog. The quick brown fox jumps over the lazy dog.</a:t>
            </a:r>
          </a:p>
        </p:txBody>
      </p:sp>
      <p:sp>
        <p:nvSpPr>
          <p:cNvPr id="2" name="Footer Placeholder 10">
            <a:extLst>
              <a:ext uri="{FF2B5EF4-FFF2-40B4-BE49-F238E27FC236}">
                <a16:creationId xmlns:a16="http://schemas.microsoft.com/office/drawing/2014/main" id="{91010A63-B7F0-F2E2-B929-AA7970F2846F}"/>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735761152"/>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Walk-in">
    <p:bg>
      <p:bgPr>
        <a:solidFill>
          <a:schemeClr val="bg2"/>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4" name="Picture 3" descr="Microsoft Learn Spark possibility">
            <a:extLst>
              <a:ext uri="{FF2B5EF4-FFF2-40B4-BE49-F238E27FC236}">
                <a16:creationId xmlns:a16="http://schemas.microsoft.com/office/drawing/2014/main" id="{5DD74BAF-F737-DF24-4119-69612D6CEE2E}"/>
              </a:ext>
            </a:extLst>
          </p:cNvPr>
          <p:cNvPicPr>
            <a:picLocks noGrp="1" noRot="1" noMove="1" noResize="1" noEditPoints="1" noAdjustHandles="1" noChangeArrowheads="1" noChangeShapeType="1" noCrop="1"/>
          </p:cNvPicPr>
          <p:nvPr userDrawn="1"/>
        </p:nvPicPr>
        <p:blipFill>
          <a:blip r:embed="rId3"/>
          <a:stretch>
            <a:fillRect/>
          </a:stretch>
        </p:blipFill>
        <p:spPr>
          <a:xfrm>
            <a:off x="223228" y="2573202"/>
            <a:ext cx="5344642" cy="1681957"/>
          </a:xfrm>
          <a:prstGeom prst="rect">
            <a:avLst/>
          </a:prstGeom>
        </p:spPr>
      </p:pic>
    </p:spTree>
    <p:extLst>
      <p:ext uri="{BB962C8B-B14F-4D97-AF65-F5344CB8AC3E}">
        <p14:creationId xmlns:p14="http://schemas.microsoft.com/office/powerpoint/2010/main" val="199618965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Walk-in">
    <p:bg>
      <p:bgPr>
        <a:solidFill>
          <a:schemeClr val="bg2"/>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12" name="Title 1">
            <a:extLst>
              <a:ext uri="{FF2B5EF4-FFF2-40B4-BE49-F238E27FC236}">
                <a16:creationId xmlns:a16="http://schemas.microsoft.com/office/drawing/2014/main" id="{C419B008-216D-CA1F-2D39-75B36E6A6972}"/>
              </a:ext>
            </a:extLst>
          </p:cNvPr>
          <p:cNvSpPr>
            <a:spLocks noGrp="1"/>
          </p:cNvSpPr>
          <p:nvPr>
            <p:ph type="title" hasCustomPrompt="1"/>
          </p:nvPr>
        </p:nvSpPr>
        <p:spPr>
          <a:xfrm>
            <a:off x="588263" y="2573338"/>
            <a:ext cx="11021125" cy="1676929"/>
          </a:xfrm>
        </p:spPr>
        <p:txBody>
          <a:bodyPr wrap="square" anchor="b" anchorCtr="0">
            <a:noAutofit/>
          </a:bodyPr>
          <a:lstStyle>
            <a:lvl1pPr>
              <a:lnSpc>
                <a:spcPct val="90000"/>
              </a:lnSpc>
              <a:defRPr sz="4800">
                <a:solidFill>
                  <a:schemeClr val="tx1"/>
                </a:solidFill>
              </a:defRPr>
            </a:lvl1pPr>
          </a:lstStyle>
          <a:p>
            <a:r>
              <a:rPr lang="en-US"/>
              <a:t>Microsoft Learn</a:t>
            </a:r>
            <a:br>
              <a:rPr lang="en-US"/>
            </a:br>
            <a:r>
              <a:rPr lang="en-US"/>
              <a:t>presentation title or event name</a:t>
            </a:r>
          </a:p>
        </p:txBody>
      </p:sp>
      <p:sp>
        <p:nvSpPr>
          <p:cNvPr id="13" name="Text Placeholder 4">
            <a:extLst>
              <a:ext uri="{FF2B5EF4-FFF2-40B4-BE49-F238E27FC236}">
                <a16:creationId xmlns:a16="http://schemas.microsoft.com/office/drawing/2014/main" id="{AA0EBFEA-E746-E760-148D-6B55E33CE98B}"/>
              </a:ext>
            </a:extLst>
          </p:cNvPr>
          <p:cNvSpPr>
            <a:spLocks noGrp="1"/>
          </p:cNvSpPr>
          <p:nvPr>
            <p:ph type="body" sz="quarter" idx="12" hasCustomPrompt="1"/>
          </p:nvPr>
        </p:nvSpPr>
        <p:spPr>
          <a:xfrm>
            <a:off x="582043" y="4445908"/>
            <a:ext cx="11021124" cy="307777"/>
          </a:xfrm>
          <a:noFill/>
        </p:spPr>
        <p:txBody>
          <a:bodyPr wrap="square" lIns="0" tIns="0" rIns="0" bIns="0">
            <a:spAutoFit/>
          </a:bodyPr>
          <a:lstStyle>
            <a:lvl1pPr marL="0" indent="0">
              <a:spcBef>
                <a:spcPct val="0"/>
              </a:spcBef>
              <a:buNone/>
              <a:defRPr sz="2000" spc="0" baseline="0">
                <a:solidFill>
                  <a:schemeClr val="tx1"/>
                </a:solidFill>
                <a:latin typeface="+mn-lt"/>
                <a:cs typeface="Segoe UI" pitchFamily="34" charset="0"/>
              </a:defRPr>
            </a:lvl1pPr>
          </a:lstStyle>
          <a:p>
            <a:pPr lvl="0"/>
            <a:r>
              <a:rPr lang="en-US"/>
              <a:t>Speaker name or subtitle</a:t>
            </a:r>
          </a:p>
        </p:txBody>
      </p:sp>
    </p:spTree>
    <p:extLst>
      <p:ext uri="{BB962C8B-B14F-4D97-AF65-F5344CB8AC3E}">
        <p14:creationId xmlns:p14="http://schemas.microsoft.com/office/powerpoint/2010/main" val="18658998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E8E6DF"/>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B334D90-2717-2269-E486-F1900244A62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nSpc>
                <a:spcPct val="100000"/>
              </a:lnSpc>
              <a:defRPr sz="3600">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ct val="0"/>
              </a:spcBef>
              <a:buNone/>
              <a:defRPr sz="2000" spc="0" baseline="0">
                <a:solidFill>
                  <a:schemeClr val="tx1"/>
                </a:solidFill>
                <a:latin typeface="+mn-lt"/>
                <a:cs typeface="Segoe UI"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9900723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16C68DE-B737-469C-0510-1CE6FB0FCD97}"/>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ct val="0"/>
              </a:spcBef>
              <a:buNone/>
              <a:defRPr sz="2000" spc="0" baseline="0">
                <a:solidFill>
                  <a:schemeClr val="tx1"/>
                </a:solidFill>
                <a:latin typeface="+mn-lt"/>
                <a:cs typeface="Segoe UI"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106072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6A99E2-B1B8-F05E-79FB-6E5F6BA2198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979539"/>
            <a:ext cx="8680865" cy="553998"/>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8673983" cy="307777"/>
          </a:xfrm>
          <a:noFill/>
        </p:spPr>
        <p:txBody>
          <a:bodyPr wrap="square" lIns="0" tIns="0" rIns="0" bIns="0">
            <a:spAutoFit/>
          </a:bodyPr>
          <a:lstStyle>
            <a:lvl1pPr marL="0" indent="0">
              <a:spcBef>
                <a:spcPct val="0"/>
              </a:spcBef>
              <a:buNone/>
              <a:defRPr sz="2000" spc="0" baseline="0">
                <a:solidFill>
                  <a:schemeClr val="tx1"/>
                </a:solidFill>
                <a:latin typeface="+mn-lt"/>
                <a:cs typeface="Segoe UI"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6536316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518B55A-6C79-359D-87CF-515B5B5F6EF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Event name or presentation title </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cxnSp>
        <p:nvCxnSpPr>
          <p:cNvPr id="12" name="Straight Connector 11">
            <a:extLst>
              <a:ext uri="{FF2B5EF4-FFF2-40B4-BE49-F238E27FC236}">
                <a16:creationId xmlns:a16="http://schemas.microsoft.com/office/drawing/2014/main" id="{731143F6-2E66-B7DD-83D0-10E3BEE182CA}"/>
              </a:ext>
              <a:ext uri="{C183D7F6-B498-43B3-948B-1728B52AA6E4}">
                <adec:decorative xmlns:adec="http://schemas.microsoft.com/office/drawing/2017/decorative" val="1"/>
              </a:ext>
            </a:extLst>
          </p:cNvPr>
          <p:cNvCxnSpPr/>
          <p:nvPr userDrawn="1"/>
        </p:nvCxnSpPr>
        <p:spPr>
          <a:xfrm>
            <a:off x="585216" y="3915473"/>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D47B2CB-325C-5073-D8C2-698C29B7BD94}"/>
              </a:ext>
            </a:extLst>
          </p:cNvPr>
          <p:cNvSpPr>
            <a:spLocks noGrp="1"/>
          </p:cNvSpPr>
          <p:nvPr>
            <p:ph type="body" sz="quarter" idx="13" hasCustomPrompt="1"/>
          </p:nvPr>
        </p:nvSpPr>
        <p:spPr>
          <a:xfrm>
            <a:off x="582043" y="4262120"/>
            <a:ext cx="5249572" cy="307777"/>
          </a:xfrm>
          <a:noFill/>
        </p:spPr>
        <p:txBody>
          <a:bodyPr wrap="square" lIns="0" tIns="0" rIns="0" bIns="0">
            <a:spAutoFit/>
          </a:bodyPr>
          <a:lstStyle>
            <a:lvl1pPr marL="0" indent="0">
              <a:spcBef>
                <a:spcPct val="0"/>
              </a:spcBef>
              <a:buNone/>
              <a:defRPr sz="2000" spc="0" baseline="0">
                <a:solidFill>
                  <a:schemeClr val="tx1"/>
                </a:solidFill>
                <a:latin typeface="+mn-lt"/>
                <a:cs typeface="Segoe UI" pitchFamily="34" charset="0"/>
              </a:defRPr>
            </a:lvl1pPr>
          </a:lstStyle>
          <a:p>
            <a:pPr lvl="0"/>
            <a:r>
              <a:rPr lang="en-US"/>
              <a:t>Speaker name or subtitle</a:t>
            </a:r>
          </a:p>
        </p:txBody>
      </p:sp>
    </p:spTree>
    <p:extLst>
      <p:ext uri="{BB962C8B-B14F-4D97-AF65-F5344CB8AC3E}">
        <p14:creationId xmlns:p14="http://schemas.microsoft.com/office/powerpoint/2010/main" val="112071492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Slide 5">
    <p:bg>
      <p:bgPr>
        <a:solidFill>
          <a:schemeClr val="bg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C7D666-BCD6-C322-9710-8EA204E6238D}"/>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1" y="0"/>
            <a:ext cx="12191996" cy="685799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52537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3962400"/>
            <a:ext cx="5249572" cy="307777"/>
          </a:xfrm>
          <a:noFill/>
        </p:spPr>
        <p:txBody>
          <a:bodyPr wrap="square" lIns="0" tIns="0" rIns="0" bIns="0">
            <a:spAutoFit/>
          </a:bodyPr>
          <a:lstStyle>
            <a:lvl1pPr marL="0" indent="0">
              <a:spcBef>
                <a:spcPct val="0"/>
              </a:spcBef>
              <a:buNone/>
              <a:defRPr sz="2000" spc="0" baseline="0">
                <a:solidFill>
                  <a:schemeClr val="tx1"/>
                </a:solidFill>
                <a:latin typeface="+mn-lt"/>
                <a:cs typeface="Segoe UI"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02A72DD-8168-61B6-9FF1-1DF8840DE8A9}"/>
              </a:ext>
            </a:extLst>
          </p:cNvPr>
          <p:cNvSpPr>
            <a:spLocks noGrp="1"/>
          </p:cNvSpPr>
          <p:nvPr>
            <p:ph type="pic" sz="quarter" idx="14"/>
          </p:nvPr>
        </p:nvSpPr>
        <p:spPr bwMode="ltGray">
          <a:xfrm>
            <a:off x="8547960" y="2099733"/>
            <a:ext cx="2863181" cy="2863181"/>
          </a:xfrm>
          <a:prstGeom prst="roundRect">
            <a:avLst>
              <a:gd name="adj" fmla="val 21738"/>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Click icon to add picture</a:t>
            </a:r>
          </a:p>
        </p:txBody>
      </p:sp>
    </p:spTree>
    <p:extLst>
      <p:ext uri="{BB962C8B-B14F-4D97-AF65-F5344CB8AC3E}">
        <p14:creationId xmlns:p14="http://schemas.microsoft.com/office/powerpoint/2010/main" val="1832841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2_Title Slide 5">
    <p:bg>
      <p:bgPr>
        <a:solidFill>
          <a:schemeClr val="bg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3A552F5-A279-E01D-8684-06A66C8E3A3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4" y="2425541"/>
            <a:ext cx="4419602"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4" y="3962400"/>
            <a:ext cx="4419602" cy="307777"/>
          </a:xfrm>
          <a:noFill/>
        </p:spPr>
        <p:txBody>
          <a:bodyPr wrap="square" lIns="0" tIns="0" rIns="0" bIns="0">
            <a:spAutoFit/>
          </a:bodyPr>
          <a:lstStyle>
            <a:lvl1pPr marL="0" indent="0">
              <a:spcBef>
                <a:spcPct val="0"/>
              </a:spcBef>
              <a:buNone/>
              <a:defRPr sz="2000" spc="0" baseline="0">
                <a:solidFill>
                  <a:schemeClr val="tx1"/>
                </a:solidFill>
                <a:latin typeface="+mn-lt"/>
                <a:cs typeface="Segoe UI"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3"/>
          <a:stretch>
            <a:fillRect/>
          </a:stretch>
        </p:blipFill>
        <p:spPr bwMode="black">
          <a:xfrm>
            <a:off x="584200" y="585788"/>
            <a:ext cx="1366440" cy="292608"/>
          </a:xfrm>
          <a:prstGeom prst="rect">
            <a:avLst/>
          </a:prstGeom>
        </p:spPr>
      </p:pic>
      <p:sp>
        <p:nvSpPr>
          <p:cNvPr id="7" name="Picture Placeholder" descr="This photo is a 'placeholder' only. Drag or drop your photo here, or click and tap the center to insert a photo.">
            <a:extLst>
              <a:ext uri="{FF2B5EF4-FFF2-40B4-BE49-F238E27FC236}">
                <a16:creationId xmlns:a16="http://schemas.microsoft.com/office/drawing/2014/main" id="{A02A72DD-8168-61B6-9FF1-1DF8840DE8A9}"/>
              </a:ext>
            </a:extLst>
          </p:cNvPr>
          <p:cNvSpPr>
            <a:spLocks noGrp="1"/>
          </p:cNvSpPr>
          <p:nvPr>
            <p:ph type="pic" sz="quarter" idx="14"/>
          </p:nvPr>
        </p:nvSpPr>
        <p:spPr bwMode="ltGray">
          <a:xfrm>
            <a:off x="6066182" y="1209017"/>
            <a:ext cx="4419601" cy="4419601"/>
          </a:xfrm>
          <a:prstGeom prst="roundRect">
            <a:avLst>
              <a:gd name="adj" fmla="val 21738"/>
            </a:avLst>
          </a:prstGeom>
          <a:blipFill>
            <a:blip r:embed="rId4">
              <a:extLst>
                <a:ext uri="{28A0092B-C50C-407E-A947-70E740481C1C}">
                  <a14:useLocalDpi xmlns:a14="http://schemas.microsoft.com/office/drawing/2010/main"/>
                </a:ext>
              </a:extLst>
            </a:blip>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Click icon to add picture</a:t>
            </a:r>
          </a:p>
        </p:txBody>
      </p:sp>
    </p:spTree>
    <p:extLst>
      <p:ext uri="{BB962C8B-B14F-4D97-AF65-F5344CB8AC3E}">
        <p14:creationId xmlns:p14="http://schemas.microsoft.com/office/powerpoint/2010/main" val="17588941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Slide 6">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339337" cy="1107996"/>
          </a:xfrm>
        </p:spPr>
        <p:txBody>
          <a:bodyPr wrap="square"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2043" y="4260778"/>
            <a:ext cx="4335897" cy="307777"/>
          </a:xfrm>
          <a:noFill/>
        </p:spPr>
        <p:txBody>
          <a:bodyPr wrap="square" lIns="0" tIns="0" rIns="0" bIns="0">
            <a:spAutoFit/>
          </a:bodyPr>
          <a:lstStyle>
            <a:lvl1pPr marL="0" indent="0">
              <a:spcBef>
                <a:spcPct val="0"/>
              </a:spcBef>
              <a:buNone/>
              <a:defRPr sz="2000" spc="0" baseline="0">
                <a:solidFill>
                  <a:schemeClr val="tx1"/>
                </a:solidFill>
                <a:latin typeface="+mn-lt"/>
                <a:cs typeface="Segoe UI" pitchFamily="34" charset="0"/>
              </a:defRPr>
            </a:lvl1pPr>
          </a:lstStyle>
          <a:p>
            <a:pPr lvl="0"/>
            <a:r>
              <a:rPr lang="en-US"/>
              <a:t>Speaker name or subtitle</a:t>
            </a:r>
          </a:p>
        </p:txBody>
      </p:sp>
      <p:pic>
        <p:nvPicPr>
          <p:cNvPr id="6" name="MS logo gray - EMF" descr="Microsoft logo, gray text version">
            <a:extLst>
              <a:ext uri="{FF2B5EF4-FFF2-40B4-BE49-F238E27FC236}">
                <a16:creationId xmlns:a16="http://schemas.microsoft.com/office/drawing/2014/main" id="{418948DF-F884-6F7D-BBB8-7CABA6572847}"/>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Picture Placeholder" descr="This photo is a 'placeholder' only. Drag or drop your photo here, or click and tap the center to insert a photo.">
            <a:extLst>
              <a:ext uri="{FF2B5EF4-FFF2-40B4-BE49-F238E27FC236}">
                <a16:creationId xmlns:a16="http://schemas.microsoft.com/office/drawing/2014/main" id="{E9C6438B-8AA6-6FF8-579B-E6859D9CFF89}"/>
              </a:ext>
            </a:extLst>
          </p:cNvPr>
          <p:cNvSpPr>
            <a:spLocks noGrp="1"/>
          </p:cNvSpPr>
          <p:nvPr>
            <p:ph type="pic" sz="quarter" idx="11" hasCustomPrompt="1"/>
          </p:nvPr>
        </p:nvSpPr>
        <p:spPr bwMode="ltGray">
          <a:xfrm>
            <a:off x="5334000" y="0"/>
            <a:ext cx="6858000" cy="6858000"/>
          </a:xfrm>
          <a:blipFill>
            <a:blip r:embed="rId3"/>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8" name="Straight Connector 7">
            <a:extLst>
              <a:ext uri="{FF2B5EF4-FFF2-40B4-BE49-F238E27FC236}">
                <a16:creationId xmlns:a16="http://schemas.microsoft.com/office/drawing/2014/main" id="{D9E5E791-B100-3AA7-21F7-E48EDD0B5D63}"/>
              </a:ext>
              <a:ext uri="{C183D7F6-B498-43B3-948B-1728B52AA6E4}">
                <adec:decorative xmlns:adec="http://schemas.microsoft.com/office/drawing/2017/decorative" val="1"/>
              </a:ext>
            </a:extLst>
          </p:cNvPr>
          <p:cNvCxnSpPr/>
          <p:nvPr userDrawn="1"/>
        </p:nvCxnSpPr>
        <p:spPr>
          <a:xfrm>
            <a:off x="585216" y="3915473"/>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65211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and Content_Microso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a:xfrm>
            <a:off x="588263" y="457200"/>
            <a:ext cx="11018520" cy="553998"/>
          </a:xfrm>
        </p:spPr>
        <p:txBody>
          <a:bodyPr/>
          <a:lstStyle>
            <a:lvl1pPr>
              <a:lnSpc>
                <a:spcPct val="100000"/>
              </a:lnSpc>
              <a:defRPr sz="3600">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56013237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nd Content 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pic>
        <p:nvPicPr>
          <p:cNvPr id="1026" name="Picture 2" descr="A black triangle on a white background  Description automatically generated">
            <a:extLst>
              <a:ext uri="{FF2B5EF4-FFF2-40B4-BE49-F238E27FC236}">
                <a16:creationId xmlns:a16="http://schemas.microsoft.com/office/drawing/2014/main" id="{D34FB095-B792-8E28-D887-870C3ECB52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11711892" y="6232204"/>
            <a:ext cx="287452" cy="4573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3253083"/>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7" name="Text Placeholder 3">
            <a:extLst>
              <a:ext uri="{FF2B5EF4-FFF2-40B4-BE49-F238E27FC236}">
                <a16:creationId xmlns:a16="http://schemas.microsoft.com/office/drawing/2014/main" id="{86F2E5AA-B8E1-2D99-BFF6-55964406C169}"/>
              </a:ext>
            </a:extLst>
          </p:cNvPr>
          <p:cNvSpPr>
            <a:spLocks noGrp="1"/>
          </p:cNvSpPr>
          <p:nvPr>
            <p:ph type="body" sz="quarter" idx="10" hasCustomPrompt="1"/>
          </p:nvPr>
        </p:nvSpPr>
        <p:spPr>
          <a:xfrm>
            <a:off x="584200" y="1961079"/>
            <a:ext cx="11018521" cy="307777"/>
          </a:xfrm>
          <a:prstGeom prst="rect">
            <a:avLst/>
          </a:prstGeom>
        </p:spPr>
        <p:txBody>
          <a:bodyPr wrap="square" lIns="0" tIns="0" rIns="0" bIns="0">
            <a:spAutoFit/>
          </a:bodyPr>
          <a:lstStyle>
            <a:lvl1pPr marL="0" indent="0">
              <a:lnSpc>
                <a:spcPts val="2400"/>
              </a:lnSpc>
              <a:buNone/>
              <a:defRPr sz="2000" b="0" i="0" spc="0">
                <a:solidFill>
                  <a:srgbClr val="000000"/>
                </a:solidFill>
                <a:latin typeface="+mj-lt"/>
              </a:defRPr>
            </a:lvl1pPr>
            <a:lvl2pPr marL="0" indent="0">
              <a:lnSpc>
                <a:spcPts val="2400"/>
              </a:lnSpc>
              <a:buNone/>
              <a:defRPr spc="0">
                <a:solidFill>
                  <a:srgbClr val="000000"/>
                </a:solidFill>
                <a:latin typeface="+mn-lt"/>
              </a:defRPr>
            </a:lvl2pPr>
            <a:lvl3pPr marL="457200" indent="0">
              <a:buNone/>
              <a:defRPr/>
            </a:lvl3pPr>
            <a:lvl4pPr marL="685800" indent="0">
              <a:buNone/>
              <a:defRPr/>
            </a:lvl4pPr>
            <a:lvl5pPr marL="914400" indent="0">
              <a:buNone/>
              <a:defRPr/>
            </a:lvl5pPr>
          </a:lstStyle>
          <a:p>
            <a:pPr lvl="1"/>
            <a:r>
              <a:rPr lang="en-US"/>
              <a:t>Large: subhead Segoe UI Regular 20/24</a:t>
            </a:r>
          </a:p>
        </p:txBody>
      </p:sp>
      <p:sp>
        <p:nvSpPr>
          <p:cNvPr id="8" name="Text Placeholder 4">
            <a:extLst>
              <a:ext uri="{FF2B5EF4-FFF2-40B4-BE49-F238E27FC236}">
                <a16:creationId xmlns:a16="http://schemas.microsoft.com/office/drawing/2014/main" id="{24F7BF36-6F86-1AAC-B730-8494CAF9A2B5}"/>
              </a:ext>
            </a:extLst>
          </p:cNvPr>
          <p:cNvSpPr>
            <a:spLocks noGrp="1"/>
          </p:cNvSpPr>
          <p:nvPr>
            <p:ph type="body" sz="quarter" idx="11" hasCustomPrompt="1"/>
          </p:nvPr>
        </p:nvSpPr>
        <p:spPr>
          <a:xfrm>
            <a:off x="584200" y="3075739"/>
            <a:ext cx="11018521" cy="220510"/>
          </a:xfrm>
          <a:prstGeom prst="rect">
            <a:avLst/>
          </a:prstGeom>
        </p:spPr>
        <p:txBody>
          <a:bodyPr lIns="0" tIns="0" rIns="0" bIns="0"/>
          <a:lstStyle>
            <a:lvl1pPr marL="0" indent="0">
              <a:lnSpc>
                <a:spcPts val="1800"/>
              </a:lnSpc>
              <a:spcBef>
                <a:spcPct val="0"/>
              </a:spcBef>
              <a:buNone/>
              <a:defRPr sz="1400" b="0" spc="0">
                <a:solidFill>
                  <a:schemeClr val="accent1"/>
                </a:solidFill>
                <a:latin typeface="+mj-lt"/>
              </a:defRPr>
            </a:lvl1pPr>
            <a:lvl2pPr marL="0" indent="0">
              <a:lnSpc>
                <a:spcPts val="1800"/>
              </a:lnSpc>
              <a:spcBef>
                <a:spcPct val="0"/>
              </a:spcBef>
              <a:buNone/>
              <a:defRPr sz="1400" spc="0">
                <a:solidFill>
                  <a:srgbClr val="000000"/>
                </a:solidFill>
              </a:defRPr>
            </a:lvl2pPr>
            <a:lvl3pPr marL="457200" indent="0">
              <a:buNone/>
              <a:defRPr/>
            </a:lvl3pPr>
            <a:lvl4pPr marL="685800" indent="0">
              <a:buNone/>
              <a:defRPr/>
            </a:lvl4pPr>
            <a:lvl5pPr marL="914400" indent="0">
              <a:buNone/>
              <a:defRPr/>
            </a:lvl5pPr>
          </a:lstStyle>
          <a:p>
            <a:pPr lvl="0"/>
            <a:r>
              <a:rPr lang="en-US"/>
              <a:t>Medium: paragraph heading Segoe UI Semibold 14/18</a:t>
            </a:r>
          </a:p>
        </p:txBody>
      </p:sp>
      <p:sp>
        <p:nvSpPr>
          <p:cNvPr id="9" name="Text Placeholder 6">
            <a:extLst>
              <a:ext uri="{FF2B5EF4-FFF2-40B4-BE49-F238E27FC236}">
                <a16:creationId xmlns:a16="http://schemas.microsoft.com/office/drawing/2014/main" id="{345546AD-A5A5-3F3C-BA37-4B19AEF2A5DB}"/>
              </a:ext>
            </a:extLst>
          </p:cNvPr>
          <p:cNvSpPr>
            <a:spLocks noGrp="1"/>
          </p:cNvSpPr>
          <p:nvPr>
            <p:ph type="body" sz="quarter" idx="14" hasCustomPrompt="1"/>
          </p:nvPr>
        </p:nvSpPr>
        <p:spPr>
          <a:xfrm>
            <a:off x="584200" y="4593491"/>
            <a:ext cx="11018521" cy="153888"/>
          </a:xfrm>
          <a:prstGeom prst="rect">
            <a:avLst/>
          </a:prstGeom>
        </p:spPr>
        <p:txBody>
          <a:bodyPr lIns="0" tIns="0" rIns="0" bIns="0"/>
          <a:lstStyle>
            <a:lvl1pPr marL="0" indent="0">
              <a:lnSpc>
                <a:spcPts val="1200"/>
              </a:lnSpc>
              <a:spcBef>
                <a:spcPct val="0"/>
              </a:spcBef>
              <a:buNone/>
              <a:defRPr sz="1000" spc="0">
                <a:solidFill>
                  <a:schemeClr val="tx1"/>
                </a:solidFill>
              </a:defRPr>
            </a:lvl1pPr>
            <a:lvl2pPr marL="0" indent="0">
              <a:lnSpc>
                <a:spcPct val="100000"/>
              </a:lnSpc>
              <a:spcBef>
                <a:spcPct val="0"/>
              </a:spcBef>
              <a:buNone/>
              <a:defRPr sz="1000" spc="0">
                <a:solidFill>
                  <a:srgbClr val="000000"/>
                </a:solidFill>
              </a:defRPr>
            </a:lvl2pPr>
            <a:lvl3pPr marL="457200" indent="0">
              <a:buNone/>
              <a:defRPr/>
            </a:lvl3pPr>
            <a:lvl4pPr marL="685800"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0" name="Text Placeholder 3">
            <a:extLst>
              <a:ext uri="{FF2B5EF4-FFF2-40B4-BE49-F238E27FC236}">
                <a16:creationId xmlns:a16="http://schemas.microsoft.com/office/drawing/2014/main" id="{90ACF05F-2419-331C-73AA-1456DD524AFE}"/>
              </a:ext>
            </a:extLst>
          </p:cNvPr>
          <p:cNvSpPr>
            <a:spLocks noGrp="1"/>
          </p:cNvSpPr>
          <p:nvPr>
            <p:ph type="body" sz="quarter" idx="24" hasCustomPrompt="1"/>
          </p:nvPr>
        </p:nvSpPr>
        <p:spPr>
          <a:xfrm>
            <a:off x="582338" y="4385524"/>
            <a:ext cx="11018521" cy="153888"/>
          </a:xfrm>
          <a:prstGeom prst="rect">
            <a:avLst/>
          </a:prstGeom>
        </p:spPr>
        <p:txBody>
          <a:bodyPr tIns="0"/>
          <a:lstStyle>
            <a:lvl1pPr marL="0" indent="0">
              <a:buNone/>
              <a:defRPr lang="en-US" sz="1000" b="1" kern="1200" spc="0" smtClean="0">
                <a:solidFill>
                  <a:srgbClr val="000000"/>
                </a:solidFill>
                <a:latin typeface="+mn-lt"/>
                <a:ea typeface="+mn-ea"/>
                <a:cs typeface="+mn-cs"/>
              </a:defRPr>
            </a:lvl1pPr>
          </a:lstStyle>
          <a:p>
            <a:pPr lvl="0"/>
            <a:r>
              <a:rPr lang="en-US"/>
              <a:t>Small: caption title Segoe UI Bold 10/12. </a:t>
            </a:r>
          </a:p>
        </p:txBody>
      </p:sp>
      <p:sp>
        <p:nvSpPr>
          <p:cNvPr id="11" name="Text Placeholder 4">
            <a:extLst>
              <a:ext uri="{FF2B5EF4-FFF2-40B4-BE49-F238E27FC236}">
                <a16:creationId xmlns:a16="http://schemas.microsoft.com/office/drawing/2014/main" id="{F10E3B9C-87B7-FCD5-21F0-3C1505450B59}"/>
              </a:ext>
            </a:extLst>
          </p:cNvPr>
          <p:cNvSpPr>
            <a:spLocks noGrp="1"/>
          </p:cNvSpPr>
          <p:nvPr>
            <p:ph type="body" sz="quarter" idx="18" hasCustomPrompt="1"/>
          </p:nvPr>
        </p:nvSpPr>
        <p:spPr>
          <a:xfrm>
            <a:off x="582338" y="3385527"/>
            <a:ext cx="11018521" cy="220445"/>
          </a:xfrm>
          <a:prstGeom prst="rect">
            <a:avLst/>
          </a:prstGeom>
        </p:spPr>
        <p:txBody>
          <a:bodyPr lIns="0" tIns="0" rIns="0" bIns="0"/>
          <a:lstStyle>
            <a:lvl1pPr marL="0" indent="0">
              <a:lnSpc>
                <a:spcPts val="1800"/>
              </a:lnSpc>
              <a:spcBef>
                <a:spcPct val="0"/>
              </a:spcBef>
              <a:buFont typeface="Arial" panose="020B0604020202020204" pitchFamily="34" charset="0"/>
              <a:buNone/>
              <a:defRPr sz="1400" b="0" i="0" spc="0">
                <a:solidFill>
                  <a:srgbClr val="000000"/>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Medium: body copy Segoe UI Regular 14/18</a:t>
            </a:r>
          </a:p>
        </p:txBody>
      </p:sp>
    </p:spTree>
    <p:extLst>
      <p:ext uri="{BB962C8B-B14F-4D97-AF65-F5344CB8AC3E}">
        <p14:creationId xmlns:p14="http://schemas.microsoft.com/office/powerpoint/2010/main" val="38779229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4F3F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86389" y="2030760"/>
            <a:ext cx="9570435" cy="307777"/>
          </a:xfrm>
        </p:spPr>
        <p:txBody>
          <a:bodyPr wrap="square">
            <a:spAutoFit/>
          </a:bodyPr>
          <a:lstStyle>
            <a:lvl1pPr marL="0" indent="0">
              <a:buNone/>
              <a:defRPr lang="en-US" sz="2000" kern="1200" spc="0" baseline="0" smtClean="0">
                <a:solidFill>
                  <a:schemeClr val="tx1"/>
                </a:solidFill>
                <a:latin typeface="+mn-lt"/>
                <a:ea typeface="+mn-ea"/>
                <a:cs typeface="Segoe UI" pitchFamily="34" charset="0"/>
              </a:defRPr>
            </a:lvl1pPr>
            <a:lvl2pPr marL="228600" indent="0">
              <a:buNone/>
              <a:defRPr/>
            </a:lvl2pPr>
            <a:lvl3pPr marL="457200" indent="0">
              <a:buNone/>
              <a:defRPr/>
            </a:lvl3pPr>
            <a:lvl4pPr marL="685800" indent="0">
              <a:buNone/>
              <a:defRPr/>
            </a:lvl4pPr>
            <a:lvl5pPr marL="914400" indent="0">
              <a:buNone/>
              <a:defRPr/>
            </a:lvl5pPr>
          </a:lstStyle>
          <a:p>
            <a:pPr marL="342900" marR="0" lvl="0" indent="-342900" algn="l" defTabSz="932742" rtl="0" eaLnBrk="1" fontAlgn="auto" latinLnBrk="0" hangingPunct="1">
              <a:lnSpc>
                <a:spcPts val="2400"/>
              </a:lnSpc>
              <a:spcBef>
                <a:spcPct val="0"/>
              </a:spcBef>
              <a:spcAft>
                <a:spcPct val="0"/>
              </a:spcAft>
              <a:buClrTx/>
              <a:buSzPct val="90000"/>
              <a:buFont typeface="Arial" panose="020B0604020202020204" pitchFamily="34" charset="0"/>
              <a:buChar char="•"/>
              <a:defRPr/>
            </a:pPr>
            <a:r>
              <a:rPr lang="en-US"/>
              <a:t>Click to edit Master text styles</a:t>
            </a:r>
          </a:p>
        </p:txBody>
      </p:sp>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0989989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hasCustomPrompt="1"/>
          </p:nvPr>
        </p:nvSpPr>
        <p:spPr/>
        <p:txBody>
          <a:bodyPr/>
          <a:lstStyle/>
          <a:p>
            <a:r>
              <a:rPr lang="en-US"/>
              <a:t>Click to edit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hasCustomPrompt="1"/>
          </p:nvPr>
        </p:nvSpPr>
        <p:spPr>
          <a:xfrm>
            <a:off x="584200" y="1435100"/>
            <a:ext cx="5211763"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hasCustomPrompt="1"/>
          </p:nvPr>
        </p:nvSpPr>
        <p:spPr>
          <a:xfrm>
            <a:off x="6389688" y="1435100"/>
            <a:ext cx="5219700" cy="1612749"/>
          </a:xfrm>
        </p:spPr>
        <p:txBody>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305449844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p:cNvSpPr>
            <a:spLocks noGrp="1"/>
          </p:cNvSpPr>
          <p:nvPr>
            <p:ph type="body" sz="quarter" idx="10" hasCustomPrompt="1"/>
          </p:nvPr>
        </p:nvSpPr>
        <p:spPr>
          <a:xfrm>
            <a:off x="584200" y="1435100"/>
            <a:ext cx="5212080" cy="1403461"/>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defRPr sz="1400" b="0"/>
            </a:lvl3pPr>
            <a:lvl4pPr marL="652462" indent="0">
              <a:buFont typeface="Wingdings" panose="05000000000000000000" pitchFamily="2" charset="2"/>
              <a:buNone/>
              <a:defRPr sz="1200" b="0"/>
            </a:lvl4pPr>
            <a:lvl5pPr marL="854075" indent="0">
              <a:buFont typeface="Wingdings" panose="05000000000000000000" pitchFamily="2" charset="2"/>
              <a:buNone/>
              <a:defRPr sz="12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hasCustomPrompt="1"/>
          </p:nvPr>
        </p:nvSpPr>
        <p:spPr>
          <a:xfrm>
            <a:off x="6397171" y="1435100"/>
            <a:ext cx="5212080" cy="1403461"/>
          </a:xfrm>
        </p:spPr>
        <p:txBody>
          <a:bodyPr wrap="square">
            <a:spAutoFit/>
          </a:bodyPr>
          <a:lstStyle>
            <a:lvl1pPr marL="0" indent="0">
              <a:spcBef>
                <a:spcPts val="1224"/>
              </a:spcBef>
              <a:buClr>
                <a:schemeClr val="tx1"/>
              </a:buClr>
              <a:buFont typeface="Wingdings" panose="05000000000000000000" pitchFamily="2" charset="2"/>
              <a:buNone/>
              <a:defRPr sz="2400" b="0">
                <a:latin typeface="Segoe UI" panose="020B0502040204020203" pitchFamily="34" charset="0"/>
                <a:cs typeface="Segoe UI" pitchFamily="34" charset="0"/>
              </a:defRPr>
            </a:lvl1pPr>
            <a:lvl2pPr marL="255588" indent="0">
              <a:buFont typeface="Wingdings" panose="05000000000000000000" pitchFamily="2" charset="2"/>
              <a:buNone/>
              <a:defRPr sz="1800" b="0"/>
            </a:lvl2pPr>
            <a:lvl3pPr marL="450850" indent="0">
              <a:buFont typeface="Wingdings" panose="05000000000000000000" pitchFamily="2" charset="2"/>
              <a:buNone/>
              <a:defRPr sz="1400" b="0"/>
            </a:lvl3pPr>
            <a:lvl4pPr marL="652462" indent="0">
              <a:buFont typeface="Wingdings" panose="05000000000000000000" pitchFamily="2" charset="2"/>
              <a:buNone/>
              <a:defRPr sz="1200" b="0"/>
            </a:lvl4pPr>
            <a:lvl5pPr marL="854075" indent="0">
              <a:buFont typeface="Wingdings" panose="05000000000000000000" pitchFamily="2" charset="2"/>
              <a:buNone/>
              <a:defRPr sz="1200" b="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179388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hasCustomPrompt="1"/>
          </p:nvPr>
        </p:nvSpPr>
        <p:spPr>
          <a:xfrm>
            <a:off x="584200" y="1436688"/>
            <a:ext cx="5219700" cy="369332"/>
          </a:xfrm>
        </p:spPr>
        <p:txBody>
          <a:bodyPr anchor="t"/>
          <a:lstStyle>
            <a:lvl1pPr marL="0" indent="0">
              <a:spcBef>
                <a:spcPct val="0"/>
              </a:spcBef>
              <a:buNone/>
              <a:defRPr sz="2400">
                <a:solidFill>
                  <a:schemeClr val="tx1"/>
                </a:solidFill>
                <a:latin typeface="+mj-lt"/>
              </a:defRPr>
            </a:lvl1pPr>
          </a:lstStyle>
          <a:p>
            <a:pPr lvl="0"/>
            <a:r>
              <a:rPr lang="en-US"/>
              <a:t>Click to edit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hasCustomPrompt="1"/>
          </p:nvPr>
        </p:nvSpPr>
        <p:spPr>
          <a:xfrm>
            <a:off x="584200" y="2084388"/>
            <a:ext cx="5219700" cy="1175706"/>
          </a:xfrm>
        </p:spPr>
        <p:txBody>
          <a:bodyPr>
            <a:spAutoFit/>
          </a:bodyPr>
          <a:lstStyle>
            <a:lvl1pPr marL="171450" indent="-171450">
              <a:defRPr lang="en-US" sz="2000"/>
            </a:lvl1pPr>
            <a:lvl2pPr marL="342900" indent="-171450">
              <a:defRPr lang="en-US" sz="1400"/>
            </a:lvl2pPr>
            <a:lvl3pPr marL="514350" indent="-171450">
              <a:defRPr lang="en-US" sz="1100"/>
            </a:lvl3pPr>
            <a:lvl4pPr marL="666750" indent="-152400">
              <a:defRPr lang="en-US" sz="1050"/>
            </a:lvl4pPr>
            <a:lvl5pPr marL="793750" indent="-120650">
              <a:defRPr lang="en-US"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hasCustomPrompt="1"/>
          </p:nvPr>
        </p:nvSpPr>
        <p:spPr>
          <a:xfrm>
            <a:off x="6397625" y="1436688"/>
            <a:ext cx="5219700" cy="369332"/>
          </a:xfrm>
        </p:spPr>
        <p:txBody>
          <a:bodyPr anchor="t"/>
          <a:lstStyle>
            <a:lvl1pPr marL="0" indent="0">
              <a:spcBef>
                <a:spcPct val="0"/>
              </a:spcBef>
              <a:buNone/>
              <a:defRPr sz="2400">
                <a:solidFill>
                  <a:schemeClr val="tx1"/>
                </a:solidFill>
                <a:latin typeface="+mj-lt"/>
              </a:defRPr>
            </a:lvl1pPr>
          </a:lstStyle>
          <a:p>
            <a:pPr lvl="0"/>
            <a:r>
              <a:rPr lang="en-US"/>
              <a:t>Click to edit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hasCustomPrompt="1"/>
          </p:nvPr>
        </p:nvSpPr>
        <p:spPr>
          <a:xfrm>
            <a:off x="6397625" y="2084388"/>
            <a:ext cx="5219700" cy="1175706"/>
          </a:xfrm>
        </p:spPr>
        <p:txBody>
          <a:bodyPr>
            <a:spAutoFit/>
          </a:bodyPr>
          <a:lstStyle>
            <a:lvl1pPr marL="171450" indent="-171450">
              <a:defRPr lang="en-US" sz="2000"/>
            </a:lvl1pPr>
            <a:lvl2pPr marL="342900" indent="-171450">
              <a:defRPr lang="en-US" sz="1400"/>
            </a:lvl2pPr>
            <a:lvl3pPr marL="514350" indent="-171450">
              <a:defRPr lang="en-US" sz="1100"/>
            </a:lvl3pPr>
            <a:lvl4pPr marL="685800" indent="-136525">
              <a:defRPr lang="en-US" sz="1050"/>
            </a:lvl4pPr>
            <a:lvl5pPr marL="793750" indent="-120650">
              <a:defRPr lang="en-US"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18605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hasCustomPrompt="1"/>
          </p:nvPr>
        </p:nvSpPr>
        <p:spPr>
          <a:xfrm>
            <a:off x="588263" y="457200"/>
            <a:ext cx="11018520" cy="553998"/>
          </a:xfrm>
        </p:spPr>
        <p:txBody>
          <a:bodyPr>
            <a:spAutoFit/>
          </a:bodyPr>
          <a:lstStyle>
            <a:lvl1pPr>
              <a:defRPr/>
            </a:lvl1pPr>
          </a:lstStyle>
          <a:p>
            <a:r>
              <a:rPr lang="en-US"/>
              <a:t>Click to edit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hasCustomPrompt="1"/>
          </p:nvPr>
        </p:nvSpPr>
        <p:spPr>
          <a:xfrm>
            <a:off x="584200" y="1436688"/>
            <a:ext cx="5219700" cy="369332"/>
          </a:xfrm>
        </p:spPr>
        <p:txBody>
          <a:bodyPr anchor="t"/>
          <a:lstStyle>
            <a:lvl1pPr marL="0" indent="0">
              <a:spcBef>
                <a:spcPct val="0"/>
              </a:spcBef>
              <a:buNone/>
              <a:defRPr sz="2400">
                <a:solidFill>
                  <a:schemeClr val="tx1"/>
                </a:solidFill>
                <a:latin typeface="+mj-lt"/>
              </a:defRPr>
            </a:lvl1pPr>
          </a:lstStyle>
          <a:p>
            <a:pPr lvl="0"/>
            <a:r>
              <a:rPr lang="en-US"/>
              <a:t>Click to edit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hasCustomPrompt="1"/>
          </p:nvPr>
        </p:nvSpPr>
        <p:spPr>
          <a:xfrm>
            <a:off x="588963" y="2081212"/>
            <a:ext cx="5214937" cy="1175706"/>
          </a:xfrm>
        </p:spPr>
        <p:txBody>
          <a:bodyPr/>
          <a:lstStyle>
            <a:lvl1pPr>
              <a:defRPr sz="2000"/>
            </a:lvl1pPr>
            <a:lvl2pPr>
              <a:defRPr sz="1400"/>
            </a:lvl2pPr>
            <a:lvl3pPr>
              <a:defRPr sz="1100"/>
            </a:lvl3pPr>
            <a:lvl4pPr>
              <a:defRPr sz="1050"/>
            </a:lvl4pPr>
            <a:lvl5pPr>
              <a:defRPr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hasCustomPrompt="1"/>
          </p:nvPr>
        </p:nvSpPr>
        <p:spPr>
          <a:xfrm>
            <a:off x="6397625" y="1436688"/>
            <a:ext cx="5219700" cy="369332"/>
          </a:xfrm>
        </p:spPr>
        <p:txBody>
          <a:bodyPr anchor="t"/>
          <a:lstStyle>
            <a:lvl1pPr marL="0" indent="0">
              <a:spcBef>
                <a:spcPct val="0"/>
              </a:spcBef>
              <a:buNone/>
              <a:defRPr sz="2400">
                <a:solidFill>
                  <a:schemeClr val="tx1"/>
                </a:solidFill>
                <a:latin typeface="+mj-lt"/>
              </a:defRPr>
            </a:lvl1pPr>
          </a:lstStyle>
          <a:p>
            <a:pPr lvl="0"/>
            <a:r>
              <a:rPr lang="en-US"/>
              <a:t>Click to edit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hasCustomPrompt="1"/>
          </p:nvPr>
        </p:nvSpPr>
        <p:spPr>
          <a:xfrm>
            <a:off x="6394451" y="2081212"/>
            <a:ext cx="5214937" cy="1175706"/>
          </a:xfrm>
        </p:spPr>
        <p:txBody>
          <a:bodyPr/>
          <a:lstStyle>
            <a:lvl1pPr>
              <a:defRPr sz="2000"/>
            </a:lvl1pPr>
            <a:lvl2pPr>
              <a:defRPr sz="1400"/>
            </a:lvl2pPr>
            <a:lvl3pPr>
              <a:defRPr sz="1100"/>
            </a:lvl3pPr>
            <a:lvl4pPr>
              <a:defRPr sz="1050"/>
            </a:lvl4pPr>
            <a:lvl5pPr>
              <a:defRPr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0866768"/>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p15:clr>
            <a:srgbClr val="5ACBF0"/>
          </p15:clr>
        </p15:guide>
        <p15:guide id="4" pos="3656">
          <p15:clr>
            <a:srgbClr val="5ACBF0"/>
          </p15:clr>
        </p15:guide>
        <p15:guide id="5" pos="4024">
          <p15:clr>
            <a:srgbClr val="5ACBF0"/>
          </p15:clr>
        </p15:guide>
        <p15:guide id="7" orient="horz" pos="905">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Two Column Content with Subheads 2">
    <p:bg>
      <p:bgPr>
        <a:solidFill>
          <a:srgbClr val="F4F3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B2A911-B0BE-4078-EF4E-4BEDAA9A84F7}"/>
              </a:ext>
            </a:extLst>
          </p:cNvPr>
          <p:cNvSpPr>
            <a:spLocks noGrp="1"/>
          </p:cNvSpPr>
          <p:nvPr>
            <p:ph type="title" hasCustomPrompt="1"/>
          </p:nvPr>
        </p:nvSpPr>
        <p:spPr>
          <a:xfrm>
            <a:off x="588263" y="457200"/>
            <a:ext cx="11018520" cy="430887"/>
          </a:xfrm>
        </p:spPr>
        <p:txBody>
          <a:bodyPr>
            <a:spAutoFit/>
          </a:bodyPr>
          <a:lstStyle>
            <a:lvl1pPr>
              <a:defRPr>
                <a:solidFill>
                  <a:schemeClr val="bg1"/>
                </a:solidFill>
              </a:defRPr>
            </a:lvl1pPr>
          </a:lstStyle>
          <a:p>
            <a:r>
              <a:rPr lang="en-US"/>
              <a:t>Click to edit title style</a:t>
            </a:r>
          </a:p>
        </p:txBody>
      </p:sp>
      <p:sp>
        <p:nvSpPr>
          <p:cNvPr id="17" name="Text Placeholder 4">
            <a:extLst>
              <a:ext uri="{FF2B5EF4-FFF2-40B4-BE49-F238E27FC236}">
                <a16:creationId xmlns:a16="http://schemas.microsoft.com/office/drawing/2014/main" id="{7ECF5273-A148-FB51-F033-C68836870BF8}"/>
              </a:ext>
            </a:extLst>
          </p:cNvPr>
          <p:cNvSpPr>
            <a:spLocks noGrp="1"/>
          </p:cNvSpPr>
          <p:nvPr>
            <p:ph type="body" sz="quarter" idx="11" hasCustomPrompt="1"/>
          </p:nvPr>
        </p:nvSpPr>
        <p:spPr>
          <a:xfrm>
            <a:off x="586061" y="1992313"/>
            <a:ext cx="3690937" cy="220510"/>
          </a:xfrm>
          <a:prstGeom prst="rect">
            <a:avLst/>
          </a:prstGeom>
        </p:spPr>
        <p:txBody>
          <a:bodyPr lIns="0" tIns="0" rIns="0" bIns="0"/>
          <a:lstStyle>
            <a:lvl1pPr marL="0" indent="0">
              <a:lnSpc>
                <a:spcPts val="1800"/>
              </a:lnSpc>
              <a:spcBef>
                <a:spcPct val="0"/>
              </a:spcBef>
              <a:spcAft>
                <a:spcPts val="600"/>
              </a:spcAft>
              <a:buFont typeface="Arial" panose="020B0604020202020204" pitchFamily="34" charset="0"/>
              <a:buNone/>
              <a:defRPr sz="1400" b="0" spc="0" baseline="0">
                <a:solidFill>
                  <a:schemeClr val="accent1"/>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Semibold 14/18</a:t>
            </a:r>
          </a:p>
        </p:txBody>
      </p:sp>
      <p:sp>
        <p:nvSpPr>
          <p:cNvPr id="18" name="Text Placeholder 4">
            <a:extLst>
              <a:ext uri="{FF2B5EF4-FFF2-40B4-BE49-F238E27FC236}">
                <a16:creationId xmlns:a16="http://schemas.microsoft.com/office/drawing/2014/main" id="{9257DF0E-A198-77D3-1F5B-6CF8B60A490D}"/>
              </a:ext>
            </a:extLst>
          </p:cNvPr>
          <p:cNvSpPr>
            <a:spLocks noGrp="1"/>
          </p:cNvSpPr>
          <p:nvPr>
            <p:ph type="body" sz="quarter" idx="12" hasCustomPrompt="1"/>
          </p:nvPr>
        </p:nvSpPr>
        <p:spPr>
          <a:xfrm>
            <a:off x="4514562" y="1992313"/>
            <a:ext cx="3690937" cy="220510"/>
          </a:xfrm>
          <a:prstGeom prst="rect">
            <a:avLst/>
          </a:prstGeom>
        </p:spPr>
        <p:txBody>
          <a:bodyPr lIns="0" tIns="0" rIns="0" bIns="0"/>
          <a:lstStyle>
            <a:lvl1pPr marL="0" indent="0">
              <a:lnSpc>
                <a:spcPts val="1800"/>
              </a:lnSpc>
              <a:spcBef>
                <a:spcPct val="0"/>
              </a:spcBef>
              <a:spcAft>
                <a:spcPts val="600"/>
              </a:spcAft>
              <a:buFont typeface="Arial" panose="020B0604020202020204" pitchFamily="34" charset="0"/>
              <a:buNone/>
              <a:defRPr sz="1400" b="0" spc="0" baseline="0">
                <a:solidFill>
                  <a:schemeClr val="accent2"/>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Semibold 14/18</a:t>
            </a:r>
          </a:p>
        </p:txBody>
      </p:sp>
      <p:sp>
        <p:nvSpPr>
          <p:cNvPr id="20" name="Text Placeholder 4">
            <a:extLst>
              <a:ext uri="{FF2B5EF4-FFF2-40B4-BE49-F238E27FC236}">
                <a16:creationId xmlns:a16="http://schemas.microsoft.com/office/drawing/2014/main" id="{F55F1A17-F2A5-5652-4364-4C2289C1976A}"/>
              </a:ext>
            </a:extLst>
          </p:cNvPr>
          <p:cNvSpPr>
            <a:spLocks noGrp="1"/>
          </p:cNvSpPr>
          <p:nvPr>
            <p:ph type="body" sz="quarter" idx="17" hasCustomPrompt="1"/>
          </p:nvPr>
        </p:nvSpPr>
        <p:spPr>
          <a:xfrm>
            <a:off x="584199" y="2300087"/>
            <a:ext cx="3690937" cy="2067104"/>
          </a:xfrm>
          <a:prstGeom prst="rect">
            <a:avLst/>
          </a:prstGeom>
        </p:spPr>
        <p:txBody>
          <a:bodyPr lIns="0" tIns="0" rIns="0" bIns="0"/>
          <a:lstStyle>
            <a:lvl1pPr marL="0" indent="0">
              <a:lnSpc>
                <a:spcPts val="1800"/>
              </a:lnSpc>
              <a:spcBef>
                <a:spcPct val="0"/>
              </a:spcBef>
              <a:buFont typeface="Arial" panose="020B0604020202020204" pitchFamily="34" charset="0"/>
              <a:buNone/>
              <a:defRPr sz="1400" b="0" i="0" spc="0">
                <a:solidFill>
                  <a:srgbClr val="000000"/>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amet, consectetur adipiscing elit, sed do eiusmod tempor incididunt ut labore et dolore magna aliqua.</a:t>
            </a:r>
          </a:p>
          <a:p>
            <a:pPr lvl="0"/>
            <a:endParaRPr lang="en-US"/>
          </a:p>
          <a:p>
            <a:pPr lvl="0"/>
            <a:r>
              <a:rPr lang="en-US"/>
              <a:t>Body copy 14 Lorem ipsum dolor sit amet, consectetur adipiscing elit, sed do eiusmod tempor incididunt ut labore et dolore magna aliqua.</a:t>
            </a:r>
          </a:p>
        </p:txBody>
      </p:sp>
      <p:sp>
        <p:nvSpPr>
          <p:cNvPr id="21" name="Text Placeholder 4">
            <a:extLst>
              <a:ext uri="{FF2B5EF4-FFF2-40B4-BE49-F238E27FC236}">
                <a16:creationId xmlns:a16="http://schemas.microsoft.com/office/drawing/2014/main" id="{E4A7EAE6-CBDF-702E-4BB2-0091C85D7DFA}"/>
              </a:ext>
            </a:extLst>
          </p:cNvPr>
          <p:cNvSpPr>
            <a:spLocks noGrp="1"/>
          </p:cNvSpPr>
          <p:nvPr>
            <p:ph type="body" sz="quarter" idx="18" hasCustomPrompt="1"/>
          </p:nvPr>
        </p:nvSpPr>
        <p:spPr>
          <a:xfrm>
            <a:off x="4514562" y="2300087"/>
            <a:ext cx="3690937" cy="2067104"/>
          </a:xfrm>
          <a:prstGeom prst="rect">
            <a:avLst/>
          </a:prstGeom>
        </p:spPr>
        <p:txBody>
          <a:bodyPr lIns="0" tIns="0" rIns="0" bIns="0"/>
          <a:lstStyle>
            <a:lvl1pPr marL="0" indent="0">
              <a:lnSpc>
                <a:spcPts val="1800"/>
              </a:lnSpc>
              <a:spcBef>
                <a:spcPct val="0"/>
              </a:spcBef>
              <a:buFont typeface="Arial" panose="020B0604020202020204" pitchFamily="34" charset="0"/>
              <a:buNone/>
              <a:defRPr sz="1400" b="0" i="0" spc="0">
                <a:solidFill>
                  <a:srgbClr val="000000"/>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amet, consectetur adipiscing elit, sed do eiusmod tempor incididunt ut labore et dolore magna aliqua.</a:t>
            </a:r>
          </a:p>
          <a:p>
            <a:pPr lvl="0"/>
            <a:endParaRPr lang="en-US"/>
          </a:p>
          <a:p>
            <a:pPr lvl="0"/>
            <a:r>
              <a:rPr lang="en-US"/>
              <a:t>Body copy 14 Lorem ipsum dolor sit amet, consectetur adipiscing elit, sed do eiusmod tempor incididunt ut labore et dolore magna aliqua.</a:t>
            </a:r>
          </a:p>
        </p:txBody>
      </p:sp>
    </p:spTree>
    <p:extLst>
      <p:ext uri="{BB962C8B-B14F-4D97-AF65-F5344CB8AC3E}">
        <p14:creationId xmlns:p14="http://schemas.microsoft.com/office/powerpoint/2010/main" val="214729766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hasCustomPrompt="1"/>
          </p:nvPr>
        </p:nvSpPr>
        <p:spPr>
          <a:xfrm>
            <a:off x="585217" y="1438275"/>
            <a:ext cx="3264408" cy="307777"/>
          </a:xfrm>
        </p:spPr>
        <p:txBody>
          <a:bodyPr anchor="t"/>
          <a:lstStyle>
            <a:lvl1pPr marL="0" indent="0">
              <a:spcBef>
                <a:spcPct val="0"/>
              </a:spcBef>
              <a:buNone/>
              <a:defRPr sz="2000">
                <a:solidFill>
                  <a:schemeClr val="tx1"/>
                </a:solidFill>
                <a:latin typeface="+mj-lt"/>
              </a:defRPr>
            </a:lvl1pPr>
          </a:lstStyle>
          <a:p>
            <a:pPr lvl="0"/>
            <a:r>
              <a:rPr lang="en-US"/>
              <a:t>Click to edit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181862"/>
          </a:xfrm>
        </p:spPr>
        <p:txBody>
          <a:bodyPr wrap="square">
            <a:spAutoFit/>
          </a:bodyPr>
          <a:lstStyle>
            <a:lvl1pPr marL="176213" indent="-176213">
              <a:defRPr lang="en-US" sz="1800"/>
            </a:lvl1pPr>
            <a:lvl2pPr marL="322263" indent="-150813">
              <a:defRPr lang="en-US" sz="1600"/>
            </a:lvl2pPr>
            <a:lvl3pPr marL="466725" indent="-138113">
              <a:defRPr lang="en-US" sz="1100"/>
            </a:lvl3pPr>
            <a:lvl4pPr marL="595313" indent="-128588">
              <a:defRPr lang="en-US" sz="1050"/>
            </a:lvl4pPr>
            <a:lvl5pPr marL="731838" indent="-122238">
              <a:defRPr lang="en-US"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hasCustomPrompt="1"/>
          </p:nvPr>
        </p:nvSpPr>
        <p:spPr>
          <a:xfrm>
            <a:off x="4463796" y="1438275"/>
            <a:ext cx="3264408" cy="307777"/>
          </a:xfrm>
        </p:spPr>
        <p:txBody>
          <a:bodyPr anchor="t"/>
          <a:lstStyle>
            <a:lvl1pPr marL="0" indent="0">
              <a:spcBef>
                <a:spcPct val="0"/>
              </a:spcBef>
              <a:buNone/>
              <a:defRPr sz="2000">
                <a:solidFill>
                  <a:schemeClr val="tx1"/>
                </a:solidFill>
                <a:latin typeface="+mj-lt"/>
              </a:defRPr>
            </a:lvl1pPr>
          </a:lstStyle>
          <a:p>
            <a:pPr lvl="0"/>
            <a:r>
              <a:rPr lang="en-US"/>
              <a:t>Click to edit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181862"/>
          </a:xfrm>
        </p:spPr>
        <p:txBody>
          <a:bodyPr wrap="square">
            <a:spAutoFit/>
          </a:bodyPr>
          <a:lstStyle>
            <a:lvl1pPr marL="176213" indent="-176213">
              <a:defRPr lang="en-US" sz="1800"/>
            </a:lvl1pPr>
            <a:lvl2pPr marL="398463" indent="-169863">
              <a:defRPr lang="en-US" sz="1600"/>
            </a:lvl2pPr>
            <a:lvl3pPr marL="555625" indent="-157163">
              <a:defRPr lang="en-US" sz="1100"/>
            </a:lvl3pPr>
            <a:lvl4pPr marL="685800" indent="-136525">
              <a:defRPr lang="en-US" sz="1050"/>
            </a:lvl4pPr>
            <a:lvl5pPr marL="800100" indent="-111125">
              <a:defRPr lang="en-US"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hasCustomPrompt="1"/>
          </p:nvPr>
        </p:nvSpPr>
        <p:spPr>
          <a:xfrm>
            <a:off x="8342375" y="1438275"/>
            <a:ext cx="3264408" cy="307777"/>
          </a:xfrm>
        </p:spPr>
        <p:txBody>
          <a:bodyPr anchor="t"/>
          <a:lstStyle>
            <a:lvl1pPr marL="0" indent="0">
              <a:spcBef>
                <a:spcPct val="0"/>
              </a:spcBef>
              <a:buNone/>
              <a:defRPr sz="2000">
                <a:solidFill>
                  <a:schemeClr val="tx1"/>
                </a:solidFill>
                <a:latin typeface="+mj-lt"/>
              </a:defRPr>
            </a:lvl1pPr>
          </a:lstStyle>
          <a:p>
            <a:pPr lvl="0"/>
            <a:r>
              <a:rPr lang="en-US"/>
              <a:t>Click to edit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181862"/>
          </a:xfrm>
        </p:spPr>
        <p:txBody>
          <a:bodyPr wrap="square">
            <a:spAutoFit/>
          </a:bodyPr>
          <a:lstStyle>
            <a:lvl1pPr marL="176213" indent="-176213">
              <a:defRPr lang="en-US" sz="1800"/>
            </a:lvl1pPr>
            <a:lvl2pPr marL="398463" indent="-169863">
              <a:defRPr lang="en-US" sz="1600"/>
            </a:lvl2pPr>
            <a:lvl3pPr marL="555625" indent="-157163">
              <a:defRPr lang="en-US" sz="1100"/>
            </a:lvl3pPr>
            <a:lvl4pPr marL="685800" indent="-136525">
              <a:defRPr lang="en-US" sz="1050"/>
            </a:lvl4pPr>
            <a:lvl5pPr marL="800100" indent="-111125">
              <a:defRPr lang="en-US"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87917678"/>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24">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20" name="Text Placeholder 4">
            <a:extLst>
              <a:ext uri="{FF2B5EF4-FFF2-40B4-BE49-F238E27FC236}">
                <a16:creationId xmlns:a16="http://schemas.microsoft.com/office/drawing/2014/main" id="{8AB7BB6A-65B6-AEC7-836B-8D35242275AF}"/>
              </a:ext>
            </a:extLst>
          </p:cNvPr>
          <p:cNvSpPr>
            <a:spLocks noGrp="1"/>
          </p:cNvSpPr>
          <p:nvPr>
            <p:ph type="body" sz="quarter" idx="17" hasCustomPrompt="1"/>
          </p:nvPr>
        </p:nvSpPr>
        <p:spPr>
          <a:xfrm>
            <a:off x="582877" y="3476833"/>
            <a:ext cx="3465576"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sz="1400" b="0" i="0" spc="0">
                <a:solidFill>
                  <a:schemeClr val="tx1"/>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amet, consectetur adipiscing elit, sed do eiusmod tempor incididunt ut labore et dolore magna aliqua.</a:t>
            </a:r>
          </a:p>
        </p:txBody>
      </p:sp>
      <p:sp>
        <p:nvSpPr>
          <p:cNvPr id="21" name="Text Placeholder 4">
            <a:extLst>
              <a:ext uri="{FF2B5EF4-FFF2-40B4-BE49-F238E27FC236}">
                <a16:creationId xmlns:a16="http://schemas.microsoft.com/office/drawing/2014/main" id="{FB0535AF-BE85-1E67-DD92-E38C21AF7E8C}"/>
              </a:ext>
            </a:extLst>
          </p:cNvPr>
          <p:cNvSpPr>
            <a:spLocks noGrp="1"/>
          </p:cNvSpPr>
          <p:nvPr>
            <p:ph type="body" sz="quarter" idx="18" hasCustomPrompt="1"/>
          </p:nvPr>
        </p:nvSpPr>
        <p:spPr>
          <a:xfrm>
            <a:off x="4371341" y="3476833"/>
            <a:ext cx="3465576"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22" name="Text Placeholder 4">
            <a:extLst>
              <a:ext uri="{FF2B5EF4-FFF2-40B4-BE49-F238E27FC236}">
                <a16:creationId xmlns:a16="http://schemas.microsoft.com/office/drawing/2014/main" id="{8E1F9237-EE15-C9FE-E0CA-3A37C93F9063}"/>
              </a:ext>
            </a:extLst>
          </p:cNvPr>
          <p:cNvSpPr>
            <a:spLocks noGrp="1"/>
          </p:cNvSpPr>
          <p:nvPr>
            <p:ph type="body" sz="quarter" idx="19" hasCustomPrompt="1"/>
          </p:nvPr>
        </p:nvSpPr>
        <p:spPr>
          <a:xfrm>
            <a:off x="8136551" y="3476833"/>
            <a:ext cx="3465576"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26" name="Text Placeholder 4">
            <a:extLst>
              <a:ext uri="{FF2B5EF4-FFF2-40B4-BE49-F238E27FC236}">
                <a16:creationId xmlns:a16="http://schemas.microsoft.com/office/drawing/2014/main" id="{775241E4-9061-8DB7-2B87-BA0CCA011ACE}"/>
              </a:ext>
            </a:extLst>
          </p:cNvPr>
          <p:cNvSpPr>
            <a:spLocks noGrp="1"/>
          </p:cNvSpPr>
          <p:nvPr>
            <p:ph type="body" sz="quarter" idx="11" hasCustomPrompt="1"/>
          </p:nvPr>
        </p:nvSpPr>
        <p:spPr>
          <a:xfrm>
            <a:off x="582877" y="4570239"/>
            <a:ext cx="3465576"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27" name="Text Placeholder 4">
            <a:extLst>
              <a:ext uri="{FF2B5EF4-FFF2-40B4-BE49-F238E27FC236}">
                <a16:creationId xmlns:a16="http://schemas.microsoft.com/office/drawing/2014/main" id="{82D1AEC7-7020-CBA4-58E1-0D75BA2EF496}"/>
              </a:ext>
            </a:extLst>
          </p:cNvPr>
          <p:cNvSpPr>
            <a:spLocks noGrp="1"/>
          </p:cNvSpPr>
          <p:nvPr>
            <p:ph type="body" sz="quarter" idx="12" hasCustomPrompt="1"/>
          </p:nvPr>
        </p:nvSpPr>
        <p:spPr>
          <a:xfrm>
            <a:off x="4371341" y="4570239"/>
            <a:ext cx="3465576"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28" name="Text Placeholder 4">
            <a:extLst>
              <a:ext uri="{FF2B5EF4-FFF2-40B4-BE49-F238E27FC236}">
                <a16:creationId xmlns:a16="http://schemas.microsoft.com/office/drawing/2014/main" id="{6416719B-F50B-D496-C069-4C1F30AFEC70}"/>
              </a:ext>
            </a:extLst>
          </p:cNvPr>
          <p:cNvSpPr>
            <a:spLocks noGrp="1"/>
          </p:cNvSpPr>
          <p:nvPr>
            <p:ph type="body" sz="quarter" idx="13" hasCustomPrompt="1"/>
          </p:nvPr>
        </p:nvSpPr>
        <p:spPr>
          <a:xfrm>
            <a:off x="8136551" y="4570239"/>
            <a:ext cx="3465576"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Tree>
    <p:extLst>
      <p:ext uri="{BB962C8B-B14F-4D97-AF65-F5344CB8AC3E}">
        <p14:creationId xmlns:p14="http://schemas.microsoft.com/office/powerpoint/2010/main" val="2346792329"/>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3">
    <p:bg>
      <p:bgPr>
        <a:solidFill>
          <a:srgbClr val="F4F3F5"/>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9B2A911-B0BE-4078-EF4E-4BEDAA9A84F7}"/>
              </a:ext>
            </a:extLst>
          </p:cNvPr>
          <p:cNvSpPr>
            <a:spLocks noGrp="1"/>
          </p:cNvSpPr>
          <p:nvPr>
            <p:ph type="title" hasCustomPrompt="1"/>
          </p:nvPr>
        </p:nvSpPr>
        <p:spPr>
          <a:xfrm>
            <a:off x="588263" y="457200"/>
            <a:ext cx="11018520" cy="430887"/>
          </a:xfrm>
        </p:spPr>
        <p:txBody>
          <a:bodyPr>
            <a:spAutoFit/>
          </a:bodyPr>
          <a:lstStyle>
            <a:lvl1pPr>
              <a:defRPr>
                <a:solidFill>
                  <a:schemeClr val="bg1"/>
                </a:solidFill>
              </a:defRPr>
            </a:lvl1pPr>
          </a:lstStyle>
          <a:p>
            <a:r>
              <a:rPr lang="en-US"/>
              <a:t>Click to edit title style</a:t>
            </a:r>
          </a:p>
        </p:txBody>
      </p:sp>
      <p:sp>
        <p:nvSpPr>
          <p:cNvPr id="16" name="Text Placeholder 3">
            <a:extLst>
              <a:ext uri="{FF2B5EF4-FFF2-40B4-BE49-F238E27FC236}">
                <a16:creationId xmlns:a16="http://schemas.microsoft.com/office/drawing/2014/main" id="{46628952-3608-D408-E97B-C5509801C79B}"/>
              </a:ext>
            </a:extLst>
          </p:cNvPr>
          <p:cNvSpPr>
            <a:spLocks noGrp="1"/>
          </p:cNvSpPr>
          <p:nvPr>
            <p:ph type="body" sz="quarter" idx="10" hasCustomPrompt="1"/>
          </p:nvPr>
        </p:nvSpPr>
        <p:spPr>
          <a:xfrm>
            <a:off x="588263" y="1971020"/>
            <a:ext cx="9449500" cy="615553"/>
          </a:xfrm>
          <a:prstGeom prst="rect">
            <a:avLst/>
          </a:prstGeom>
        </p:spPr>
        <p:txBody>
          <a:bodyPr wrap="square" lIns="0" tIns="0" rIns="0" bIns="0">
            <a:spAutoFit/>
          </a:bodyPr>
          <a:lstStyle>
            <a:lvl1pPr marL="0" indent="0">
              <a:lnSpc>
                <a:spcPts val="2400"/>
              </a:lnSpc>
              <a:buNone/>
              <a:defRPr lang="en-US" sz="2000" kern="1200" spc="0" baseline="0">
                <a:solidFill>
                  <a:srgbClr val="000000"/>
                </a:solidFill>
                <a:latin typeface="+mn-lt"/>
                <a:ea typeface="+mn-ea"/>
                <a:cs typeface="+mn-cs"/>
              </a:defRPr>
            </a:lvl1pPr>
            <a:lvl2pPr marL="228600" indent="0">
              <a:buNone/>
              <a:defRPr/>
            </a:lvl2pPr>
            <a:lvl3pPr marL="457200" indent="0">
              <a:buNone/>
              <a:defRPr/>
            </a:lvl3pPr>
            <a:lvl4pPr marL="685800" indent="0">
              <a:buNone/>
              <a:defRPr/>
            </a:lvl4pPr>
            <a:lvl5pPr marL="914400" indent="0">
              <a:buNone/>
              <a:defRPr/>
            </a:lvl5pPr>
          </a:lstStyle>
          <a:p>
            <a:pPr lvl="0"/>
            <a:r>
              <a:rPr lang="en-US"/>
              <a:t>Subhead Segoe UI Regular 20/24. Lorem ipsum dolor sit amet, consectetur adipiscing elit, sed do eiusmod tempor incididunt ut labore et dolore magna aliqua.</a:t>
            </a:r>
          </a:p>
        </p:txBody>
      </p:sp>
      <p:sp>
        <p:nvSpPr>
          <p:cNvPr id="17" name="Text Placeholder 4">
            <a:extLst>
              <a:ext uri="{FF2B5EF4-FFF2-40B4-BE49-F238E27FC236}">
                <a16:creationId xmlns:a16="http://schemas.microsoft.com/office/drawing/2014/main" id="{7ECF5273-A148-FB51-F033-C68836870BF8}"/>
              </a:ext>
            </a:extLst>
          </p:cNvPr>
          <p:cNvSpPr>
            <a:spLocks noGrp="1"/>
          </p:cNvSpPr>
          <p:nvPr>
            <p:ph type="body" sz="quarter" idx="11" hasCustomPrompt="1"/>
          </p:nvPr>
        </p:nvSpPr>
        <p:spPr>
          <a:xfrm>
            <a:off x="586062" y="3214124"/>
            <a:ext cx="3474720" cy="220510"/>
          </a:xfrm>
          <a:prstGeom prst="rect">
            <a:avLst/>
          </a:prstGeom>
        </p:spPr>
        <p:txBody>
          <a:bodyPr lIns="0" tIns="0" rIns="0" bIns="0"/>
          <a:lstStyle>
            <a:lvl1pPr marL="0" indent="0">
              <a:lnSpc>
                <a:spcPts val="1800"/>
              </a:lnSpc>
              <a:spcBef>
                <a:spcPct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Semibold 14/18</a:t>
            </a:r>
          </a:p>
        </p:txBody>
      </p:sp>
      <p:sp>
        <p:nvSpPr>
          <p:cNvPr id="18" name="Text Placeholder 4">
            <a:extLst>
              <a:ext uri="{FF2B5EF4-FFF2-40B4-BE49-F238E27FC236}">
                <a16:creationId xmlns:a16="http://schemas.microsoft.com/office/drawing/2014/main" id="{9257DF0E-A198-77D3-1F5B-6CF8B60A490D}"/>
              </a:ext>
            </a:extLst>
          </p:cNvPr>
          <p:cNvSpPr>
            <a:spLocks noGrp="1"/>
          </p:cNvSpPr>
          <p:nvPr>
            <p:ph type="body" sz="quarter" idx="12" hasCustomPrompt="1"/>
          </p:nvPr>
        </p:nvSpPr>
        <p:spPr>
          <a:xfrm>
            <a:off x="4356101" y="3214124"/>
            <a:ext cx="3474720" cy="220510"/>
          </a:xfrm>
          <a:prstGeom prst="rect">
            <a:avLst/>
          </a:prstGeom>
        </p:spPr>
        <p:txBody>
          <a:bodyPr lIns="0" tIns="0" rIns="0" bIns="0"/>
          <a:lstStyle>
            <a:lvl1pPr marL="0" indent="0">
              <a:lnSpc>
                <a:spcPts val="1800"/>
              </a:lnSpc>
              <a:spcBef>
                <a:spcPct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Semibold 14/18</a:t>
            </a:r>
          </a:p>
        </p:txBody>
      </p:sp>
      <p:sp>
        <p:nvSpPr>
          <p:cNvPr id="19" name="Text Placeholder 4">
            <a:extLst>
              <a:ext uri="{FF2B5EF4-FFF2-40B4-BE49-F238E27FC236}">
                <a16:creationId xmlns:a16="http://schemas.microsoft.com/office/drawing/2014/main" id="{A65E358F-5CAF-2294-2C8A-0C65BE0A268F}"/>
              </a:ext>
            </a:extLst>
          </p:cNvPr>
          <p:cNvSpPr>
            <a:spLocks noGrp="1"/>
          </p:cNvSpPr>
          <p:nvPr>
            <p:ph type="body" sz="quarter" idx="13" hasCustomPrompt="1"/>
          </p:nvPr>
        </p:nvSpPr>
        <p:spPr>
          <a:xfrm>
            <a:off x="8128000" y="3214124"/>
            <a:ext cx="3474445" cy="220510"/>
          </a:xfrm>
          <a:prstGeom prst="rect">
            <a:avLst/>
          </a:prstGeom>
        </p:spPr>
        <p:txBody>
          <a:bodyPr lIns="0" tIns="0" rIns="0" bIns="0"/>
          <a:lstStyle>
            <a:lvl1pPr marL="0" indent="0">
              <a:lnSpc>
                <a:spcPts val="1800"/>
              </a:lnSpc>
              <a:spcBef>
                <a:spcPct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Semibold 14/18</a:t>
            </a:r>
          </a:p>
        </p:txBody>
      </p:sp>
      <p:sp>
        <p:nvSpPr>
          <p:cNvPr id="20" name="Text Placeholder 4">
            <a:extLst>
              <a:ext uri="{FF2B5EF4-FFF2-40B4-BE49-F238E27FC236}">
                <a16:creationId xmlns:a16="http://schemas.microsoft.com/office/drawing/2014/main" id="{F55F1A17-F2A5-5652-4364-4C2289C1976A}"/>
              </a:ext>
            </a:extLst>
          </p:cNvPr>
          <p:cNvSpPr>
            <a:spLocks noGrp="1"/>
          </p:cNvSpPr>
          <p:nvPr>
            <p:ph type="body" sz="quarter" idx="17" hasCustomPrompt="1"/>
          </p:nvPr>
        </p:nvSpPr>
        <p:spPr>
          <a:xfrm>
            <a:off x="584200" y="3521898"/>
            <a:ext cx="3474720" cy="2067104"/>
          </a:xfrm>
          <a:prstGeom prst="rect">
            <a:avLst/>
          </a:prstGeom>
        </p:spPr>
        <p:txBody>
          <a:bodyPr lIns="0" tIns="0" rIns="0" bIns="0"/>
          <a:lstStyle>
            <a:lvl1pPr marL="285750" indent="-285750">
              <a:lnSpc>
                <a:spcPts val="1800"/>
              </a:lnSpc>
              <a:spcBef>
                <a:spcPct val="0"/>
              </a:spcBef>
              <a:buFont typeface="Arial" panose="020B0604020202020204" pitchFamily="34" charset="0"/>
              <a:buChar char="•"/>
              <a:defRPr sz="1400" b="0" i="0" spc="0">
                <a:solidFill>
                  <a:schemeClr val="bg1"/>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amet, consectetur adipiscing elit, sed do eiusmod tempor incididunt ut labore et dolore magna aliqua.</a:t>
            </a:r>
          </a:p>
          <a:p>
            <a:pPr lvl="0"/>
            <a:endParaRPr lang="en-US"/>
          </a:p>
          <a:p>
            <a:pPr lvl="0"/>
            <a:r>
              <a:rPr lang="en-US"/>
              <a:t>Bulleted list 14 Lorem ipsum dolor sit amet, consectetur adipiscing elit, sed do eiusmod tempor incididunt ut labore et dolore magna aliqua.</a:t>
            </a:r>
          </a:p>
        </p:txBody>
      </p:sp>
      <p:sp>
        <p:nvSpPr>
          <p:cNvPr id="21" name="Text Placeholder 4">
            <a:extLst>
              <a:ext uri="{FF2B5EF4-FFF2-40B4-BE49-F238E27FC236}">
                <a16:creationId xmlns:a16="http://schemas.microsoft.com/office/drawing/2014/main" id="{E4A7EAE6-CBDF-702E-4BB2-0091C85D7DFA}"/>
              </a:ext>
            </a:extLst>
          </p:cNvPr>
          <p:cNvSpPr>
            <a:spLocks noGrp="1"/>
          </p:cNvSpPr>
          <p:nvPr>
            <p:ph type="body" sz="quarter" idx="18" hasCustomPrompt="1"/>
          </p:nvPr>
        </p:nvSpPr>
        <p:spPr>
          <a:xfrm>
            <a:off x="4356101" y="3521898"/>
            <a:ext cx="3474720" cy="2067104"/>
          </a:xfrm>
          <a:prstGeom prst="rect">
            <a:avLst/>
          </a:prstGeom>
        </p:spPr>
        <p:txBody>
          <a:bodyPr lIns="0" tIns="0" rIns="0" bIns="0"/>
          <a:lstStyle>
            <a:lvl1pPr marL="285750" indent="-285750">
              <a:lnSpc>
                <a:spcPts val="1800"/>
              </a:lnSpc>
              <a:spcBef>
                <a:spcPct val="0"/>
              </a:spcBef>
              <a:buFont typeface="Arial" panose="020B0604020202020204" pitchFamily="34" charset="0"/>
              <a:buChar char="•"/>
              <a:defRPr sz="1400" b="0" i="0" spc="0">
                <a:solidFill>
                  <a:schemeClr val="bg1"/>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amet, consectetur adipiscing elit, sed do eiusmod tempor incididunt ut labore et dolore magna aliqua.</a:t>
            </a:r>
          </a:p>
          <a:p>
            <a:pPr lvl="0"/>
            <a:endParaRPr lang="en-US"/>
          </a:p>
          <a:p>
            <a:pPr lvl="0"/>
            <a:r>
              <a:rPr lang="en-US"/>
              <a:t>Bulleted list 14 Lorem ipsum dolor sit amet, consectetur adipiscing elit, sed do eiusmod tempor incididunt ut labore et dolore magna aliqua.</a:t>
            </a:r>
          </a:p>
        </p:txBody>
      </p:sp>
      <p:sp>
        <p:nvSpPr>
          <p:cNvPr id="22" name="Text Placeholder 4">
            <a:extLst>
              <a:ext uri="{FF2B5EF4-FFF2-40B4-BE49-F238E27FC236}">
                <a16:creationId xmlns:a16="http://schemas.microsoft.com/office/drawing/2014/main" id="{602E34F2-8AEC-5D82-A459-7615DC29B15F}"/>
              </a:ext>
            </a:extLst>
          </p:cNvPr>
          <p:cNvSpPr>
            <a:spLocks noGrp="1"/>
          </p:cNvSpPr>
          <p:nvPr>
            <p:ph type="body" sz="quarter" idx="19" hasCustomPrompt="1"/>
          </p:nvPr>
        </p:nvSpPr>
        <p:spPr>
          <a:xfrm>
            <a:off x="8134943" y="3521898"/>
            <a:ext cx="3474445" cy="2067104"/>
          </a:xfrm>
          <a:prstGeom prst="rect">
            <a:avLst/>
          </a:prstGeom>
        </p:spPr>
        <p:txBody>
          <a:bodyPr lIns="0" tIns="0" rIns="0" bIns="0"/>
          <a:lstStyle>
            <a:lvl1pPr marL="285750" indent="-285750">
              <a:lnSpc>
                <a:spcPts val="1800"/>
              </a:lnSpc>
              <a:spcBef>
                <a:spcPct val="0"/>
              </a:spcBef>
              <a:buFont typeface="Arial" panose="020B0604020202020204" pitchFamily="34" charset="0"/>
              <a:buChar char="•"/>
              <a:defRPr sz="1400" b="0" i="0" spc="0">
                <a:solidFill>
                  <a:schemeClr val="bg1"/>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Bulleted list 14 Lorem ipsum dolor sit amet, consectetur adipiscing elit, sed do eiusmod tempor incididunt ut labore et dolore magna aliqua.</a:t>
            </a:r>
          </a:p>
          <a:p>
            <a:pPr lvl="0"/>
            <a:endParaRPr lang="en-US"/>
          </a:p>
          <a:p>
            <a:pPr lvl="0"/>
            <a:r>
              <a:rPr lang="en-US"/>
              <a:t>Bulleted list 14 Lorem ipsum dolor sit amet, consectetur adipiscing elit, sed do eiusmod tempor incididunt ut labore et dolore magna aliqua.</a:t>
            </a:r>
          </a:p>
        </p:txBody>
      </p:sp>
    </p:spTree>
    <p:extLst>
      <p:ext uri="{BB962C8B-B14F-4D97-AF65-F5344CB8AC3E}">
        <p14:creationId xmlns:p14="http://schemas.microsoft.com/office/powerpoint/2010/main" val="33156714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4">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434578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434578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434578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465919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465919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465919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11" name="Oval 10">
            <a:extLst>
              <a:ext uri="{FF2B5EF4-FFF2-40B4-BE49-F238E27FC236}">
                <a16:creationId xmlns:a16="http://schemas.microsoft.com/office/drawing/2014/main" id="{F3C14C4D-447D-641B-9EE1-BB7D37876DFD}"/>
              </a:ext>
            </a:extLst>
          </p:cNvPr>
          <p:cNvSpPr/>
          <p:nvPr userDrawn="1"/>
        </p:nvSpPr>
        <p:spPr>
          <a:xfrm>
            <a:off x="8769505" y="1609347"/>
            <a:ext cx="2196790" cy="219679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A257B80-0E22-6118-D58C-8D479BE856CC}"/>
              </a:ext>
            </a:extLst>
          </p:cNvPr>
          <p:cNvSpPr/>
          <p:nvPr userDrawn="1"/>
        </p:nvSpPr>
        <p:spPr>
          <a:xfrm>
            <a:off x="1216757" y="1609347"/>
            <a:ext cx="2196790" cy="219679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3C5F4DB-FE2F-3894-3C54-F1395F059BC1}"/>
              </a:ext>
            </a:extLst>
          </p:cNvPr>
          <p:cNvSpPr/>
          <p:nvPr userDrawn="1"/>
        </p:nvSpPr>
        <p:spPr>
          <a:xfrm>
            <a:off x="4997605" y="1609347"/>
            <a:ext cx="2196790" cy="2196790"/>
          </a:xfrm>
          <a:prstGeom prst="ellipse">
            <a:avLst/>
          </a:prstGeom>
          <a:solidFill>
            <a:srgbClr val="CD9BC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037727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amp; Icon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363126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363126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363126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394467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394467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394467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14" name="Oval 13" descr="icon of a finger pushing a button">
            <a:extLst>
              <a:ext uri="{FF2B5EF4-FFF2-40B4-BE49-F238E27FC236}">
                <a16:creationId xmlns:a16="http://schemas.microsoft.com/office/drawing/2014/main" id="{A9082D92-8FAE-B4E1-1EBD-84F2832796CF}"/>
              </a:ext>
            </a:extLst>
          </p:cNvPr>
          <p:cNvSpPr/>
          <p:nvPr userDrawn="1"/>
        </p:nvSpPr>
        <p:spPr bwMode="auto">
          <a:xfrm>
            <a:off x="5724037" y="2319841"/>
            <a:ext cx="769327" cy="769327"/>
          </a:xfrm>
          <a:prstGeom prst="ellipse">
            <a:avLst/>
          </a:prstGeom>
          <a:solidFill>
            <a:schemeClr val="accent2"/>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Oval 14" descr="icon of a finger pushing a button">
            <a:extLst>
              <a:ext uri="{FF2B5EF4-FFF2-40B4-BE49-F238E27FC236}">
                <a16:creationId xmlns:a16="http://schemas.microsoft.com/office/drawing/2014/main" id="{91CE41BB-FD3B-0B43-6764-5F1E09FE7687}"/>
              </a:ext>
            </a:extLst>
          </p:cNvPr>
          <p:cNvSpPr/>
          <p:nvPr userDrawn="1"/>
        </p:nvSpPr>
        <p:spPr bwMode="auto">
          <a:xfrm>
            <a:off x="1935573" y="2319841"/>
            <a:ext cx="769327" cy="769327"/>
          </a:xfrm>
          <a:prstGeom prst="ellipse">
            <a:avLst/>
          </a:prstGeom>
          <a:solidFill>
            <a:schemeClr val="accent1"/>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Oval 15" descr="icon of a finger pushing a button">
            <a:extLst>
              <a:ext uri="{FF2B5EF4-FFF2-40B4-BE49-F238E27FC236}">
                <a16:creationId xmlns:a16="http://schemas.microsoft.com/office/drawing/2014/main" id="{60DC1A10-DF13-24FE-5A88-8BAF8EC3321F}"/>
              </a:ext>
            </a:extLst>
          </p:cNvPr>
          <p:cNvSpPr/>
          <p:nvPr userDrawn="1"/>
        </p:nvSpPr>
        <p:spPr bwMode="auto">
          <a:xfrm>
            <a:off x="9480780" y="2319841"/>
            <a:ext cx="769327" cy="769327"/>
          </a:xfrm>
          <a:prstGeom prst="ellipse">
            <a:avLst/>
          </a:prstGeom>
          <a:solidFill>
            <a:schemeClr val="accent3"/>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83824033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amp; Icons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D5746-9BA1-20FD-9CB7-A3691927C0E3}"/>
              </a:ext>
            </a:extLst>
          </p:cNvPr>
          <p:cNvSpPr>
            <a:spLocks noGrp="1"/>
          </p:cNvSpPr>
          <p:nvPr>
            <p:ph type="title"/>
          </p:nvPr>
        </p:nvSpPr>
        <p:spPr/>
        <p:txBody>
          <a:bodyPr/>
          <a:lstStyle/>
          <a:p>
            <a:r>
              <a:rPr lang="en-US"/>
              <a:t>Click to edit Master title style</a:t>
            </a:r>
          </a:p>
        </p:txBody>
      </p:sp>
      <p:sp>
        <p:nvSpPr>
          <p:cNvPr id="5" name="Text Placeholder 4">
            <a:extLst>
              <a:ext uri="{FF2B5EF4-FFF2-40B4-BE49-F238E27FC236}">
                <a16:creationId xmlns:a16="http://schemas.microsoft.com/office/drawing/2014/main" id="{CFA1F03C-DE0D-0889-FCC9-7734D7000CD7}"/>
              </a:ext>
            </a:extLst>
          </p:cNvPr>
          <p:cNvSpPr>
            <a:spLocks noGrp="1"/>
          </p:cNvSpPr>
          <p:nvPr>
            <p:ph type="body" sz="quarter" idx="11" hasCustomPrompt="1"/>
          </p:nvPr>
        </p:nvSpPr>
        <p:spPr>
          <a:xfrm>
            <a:off x="582877" y="363126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6" name="Text Placeholder 4">
            <a:extLst>
              <a:ext uri="{FF2B5EF4-FFF2-40B4-BE49-F238E27FC236}">
                <a16:creationId xmlns:a16="http://schemas.microsoft.com/office/drawing/2014/main" id="{0E37D821-502E-74DC-DC4E-68278761741C}"/>
              </a:ext>
            </a:extLst>
          </p:cNvPr>
          <p:cNvSpPr>
            <a:spLocks noGrp="1"/>
          </p:cNvSpPr>
          <p:nvPr>
            <p:ph type="body" sz="quarter" idx="12" hasCustomPrompt="1"/>
          </p:nvPr>
        </p:nvSpPr>
        <p:spPr>
          <a:xfrm>
            <a:off x="4371341" y="363126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2"/>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7" name="Text Placeholder 4">
            <a:extLst>
              <a:ext uri="{FF2B5EF4-FFF2-40B4-BE49-F238E27FC236}">
                <a16:creationId xmlns:a16="http://schemas.microsoft.com/office/drawing/2014/main" id="{4D2E2D46-BA23-A30D-1C86-DE97B5955096}"/>
              </a:ext>
            </a:extLst>
          </p:cNvPr>
          <p:cNvSpPr>
            <a:spLocks noGrp="1"/>
          </p:cNvSpPr>
          <p:nvPr>
            <p:ph type="body" sz="quarter" idx="13" hasCustomPrompt="1"/>
          </p:nvPr>
        </p:nvSpPr>
        <p:spPr>
          <a:xfrm>
            <a:off x="8128084" y="3631266"/>
            <a:ext cx="3474720" cy="220510"/>
          </a:xfrm>
          <a:prstGeom prst="rect">
            <a:avLst/>
          </a:prstGeom>
        </p:spPr>
        <p:txBody>
          <a:bodyPr lIns="0" tIns="0" rIns="0" bIns="0" anchor="b" anchorCtr="0"/>
          <a:lstStyle>
            <a:lvl1pPr marL="0" indent="0" algn="ctr">
              <a:lnSpc>
                <a:spcPts val="1800"/>
              </a:lnSpc>
              <a:spcBef>
                <a:spcPct val="0"/>
              </a:spcBef>
              <a:spcAft>
                <a:spcPts val="600"/>
              </a:spcAft>
              <a:buNone/>
              <a:defRPr sz="1400" b="0" spc="0" baseline="0">
                <a:solidFill>
                  <a:schemeClr val="accent3"/>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Subheading Segoe UI Semibold 14/18</a:t>
            </a:r>
          </a:p>
        </p:txBody>
      </p:sp>
      <p:sp>
        <p:nvSpPr>
          <p:cNvPr id="8" name="Text Placeholder 4">
            <a:extLst>
              <a:ext uri="{FF2B5EF4-FFF2-40B4-BE49-F238E27FC236}">
                <a16:creationId xmlns:a16="http://schemas.microsoft.com/office/drawing/2014/main" id="{447B73CF-8C1B-E4F6-0587-AE345D837AAE}"/>
              </a:ext>
            </a:extLst>
          </p:cNvPr>
          <p:cNvSpPr>
            <a:spLocks noGrp="1"/>
          </p:cNvSpPr>
          <p:nvPr>
            <p:ph type="body" sz="quarter" idx="17" hasCustomPrompt="1"/>
          </p:nvPr>
        </p:nvSpPr>
        <p:spPr>
          <a:xfrm>
            <a:off x="582877" y="394467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9" name="Text Placeholder 4">
            <a:extLst>
              <a:ext uri="{FF2B5EF4-FFF2-40B4-BE49-F238E27FC236}">
                <a16:creationId xmlns:a16="http://schemas.microsoft.com/office/drawing/2014/main" id="{14841CA6-3B8D-C795-465C-4A88872E2AC6}"/>
              </a:ext>
            </a:extLst>
          </p:cNvPr>
          <p:cNvSpPr>
            <a:spLocks noGrp="1"/>
          </p:cNvSpPr>
          <p:nvPr>
            <p:ph type="body" sz="quarter" idx="18" hasCustomPrompt="1"/>
          </p:nvPr>
        </p:nvSpPr>
        <p:spPr>
          <a:xfrm>
            <a:off x="4371341" y="394467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10" name="Text Placeholder 4">
            <a:extLst>
              <a:ext uri="{FF2B5EF4-FFF2-40B4-BE49-F238E27FC236}">
                <a16:creationId xmlns:a16="http://schemas.microsoft.com/office/drawing/2014/main" id="{534BF609-1D4C-CCCF-8806-8229E9A2698F}"/>
              </a:ext>
            </a:extLst>
          </p:cNvPr>
          <p:cNvSpPr>
            <a:spLocks noGrp="1"/>
          </p:cNvSpPr>
          <p:nvPr>
            <p:ph type="body" sz="quarter" idx="19" hasCustomPrompt="1"/>
          </p:nvPr>
        </p:nvSpPr>
        <p:spPr>
          <a:xfrm>
            <a:off x="8128084" y="3944674"/>
            <a:ext cx="3474720" cy="906274"/>
          </a:xfrm>
          <a:prstGeom prst="rect">
            <a:avLst/>
          </a:prstGeom>
        </p:spPr>
        <p:txBody>
          <a:bodyPr lIns="0" tIns="0" rIns="0" bIns="0"/>
          <a:lstStyle>
            <a:lvl1pPr marL="0" indent="0" algn="ctr">
              <a:lnSpc>
                <a:spcPts val="1800"/>
              </a:lnSpc>
              <a:spcBef>
                <a:spcPct val="0"/>
              </a:spcBef>
              <a:buFont typeface="Arial" panose="020B0604020202020204" pitchFamily="34" charset="0"/>
              <a:buNone/>
              <a:defRPr lang="en-US" sz="1400" b="0" i="0" kern="1200" spc="0" baseline="0">
                <a:solidFill>
                  <a:schemeClr val="tx1"/>
                </a:solidFill>
                <a:latin typeface="+mn-lt"/>
                <a:ea typeface="+mn-ea"/>
                <a:cs typeface="Segoe UI" pitchFamily="34" charset="0"/>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marL="0" marR="0" lvl="0" indent="0" algn="ctr" defTabSz="932742" rtl="0" eaLnBrk="1" fontAlgn="auto" latinLnBrk="0" hangingPunct="1">
              <a:lnSpc>
                <a:spcPts val="1800"/>
              </a:lnSpc>
              <a:spcBef>
                <a:spcPct val="0"/>
              </a:spcBef>
              <a:spcAft>
                <a:spcPct val="0"/>
              </a:spcAft>
              <a:buClrTx/>
              <a:buSzPct val="90000"/>
              <a:buFont typeface="Arial" panose="020B0604020202020204" pitchFamily="34" charset="0"/>
              <a:buNone/>
            </a:pPr>
            <a:r>
              <a:rPr lang="en-US"/>
              <a:t>Body copy 14 Lorem ipsum dolor sit amet, consectetur adipiscing elit, sed do eiusmod tempor incididunt ut labore et dolore magna aliqua.</a:t>
            </a:r>
          </a:p>
        </p:txBody>
      </p:sp>
      <p:sp>
        <p:nvSpPr>
          <p:cNvPr id="14" name="Oval 13" descr="icon of a finger pushing a button">
            <a:extLst>
              <a:ext uri="{FF2B5EF4-FFF2-40B4-BE49-F238E27FC236}">
                <a16:creationId xmlns:a16="http://schemas.microsoft.com/office/drawing/2014/main" id="{A9082D92-8FAE-B4E1-1EBD-84F2832796CF}"/>
              </a:ext>
            </a:extLst>
          </p:cNvPr>
          <p:cNvSpPr/>
          <p:nvPr userDrawn="1"/>
        </p:nvSpPr>
        <p:spPr bwMode="auto">
          <a:xfrm>
            <a:off x="5724037" y="2319841"/>
            <a:ext cx="769327" cy="769327"/>
          </a:xfrm>
          <a:prstGeom prst="ellipse">
            <a:avLst/>
          </a:prstGeom>
          <a:solidFill>
            <a:schemeClr val="accent6"/>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5" name="Oval 14" descr="icon of a finger pushing a button">
            <a:extLst>
              <a:ext uri="{FF2B5EF4-FFF2-40B4-BE49-F238E27FC236}">
                <a16:creationId xmlns:a16="http://schemas.microsoft.com/office/drawing/2014/main" id="{91CE41BB-FD3B-0B43-6764-5F1E09FE7687}"/>
              </a:ext>
            </a:extLst>
          </p:cNvPr>
          <p:cNvSpPr/>
          <p:nvPr userDrawn="1"/>
        </p:nvSpPr>
        <p:spPr bwMode="auto">
          <a:xfrm>
            <a:off x="1935573" y="2319841"/>
            <a:ext cx="769327" cy="769327"/>
          </a:xfrm>
          <a:prstGeom prst="ellipse">
            <a:avLst/>
          </a:prstGeom>
          <a:solidFill>
            <a:schemeClr val="accent5"/>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16" name="Oval 15" descr="icon of a finger pushing a button">
            <a:extLst>
              <a:ext uri="{FF2B5EF4-FFF2-40B4-BE49-F238E27FC236}">
                <a16:creationId xmlns:a16="http://schemas.microsoft.com/office/drawing/2014/main" id="{60DC1A10-DF13-24FE-5A88-8BAF8EC3321F}"/>
              </a:ext>
            </a:extLst>
          </p:cNvPr>
          <p:cNvSpPr/>
          <p:nvPr userDrawn="1"/>
        </p:nvSpPr>
        <p:spPr bwMode="auto">
          <a:xfrm>
            <a:off x="9480780" y="2319841"/>
            <a:ext cx="769327" cy="769327"/>
          </a:xfrm>
          <a:prstGeom prst="ellipse">
            <a:avLst/>
          </a:prstGeom>
          <a:solidFill>
            <a:srgbClr val="8DC8E8"/>
          </a:solidFill>
          <a:ln>
            <a:noFill/>
          </a:ln>
          <a:effectLst>
            <a:outerShdw blurRad="762000" dist="254000" dir="5400000" algn="t" rotWithShape="0">
              <a:schemeClr val="tx1">
                <a:alpha val="20000"/>
              </a:scheme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932472" fontAlgn="base">
              <a:lnSpc>
                <a:spcPct val="100000"/>
              </a:lnSpc>
              <a:spcBef>
                <a:spcPct val="0"/>
              </a:spcBef>
              <a:spcAft>
                <a:spcPct val="0"/>
              </a:spcAft>
              <a:buClrTx/>
              <a:buSzTx/>
              <a:buFontTx/>
              <a:buNone/>
            </a:pPr>
            <a:endParaRPr kumimoji="0" lang="en-US" sz="2000" b="0" i="0" u="none" strike="noStrike" cap="none" spc="0" normalizeH="0" baseline="0" noProof="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392951494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guide id="5" pos="2549">
          <p15:clr>
            <a:srgbClr val="FBAE40"/>
          </p15:clr>
        </p15:guide>
        <p15:guide id="6" pos="2747">
          <p15:clr>
            <a:srgbClr val="FBAE40"/>
          </p15:clr>
        </p15:guide>
        <p15:guide id="7" pos="4944">
          <p15:clr>
            <a:srgbClr val="FBAE40"/>
          </p15:clr>
        </p15:guide>
        <p15:guide id="8" pos="5120">
          <p15:clr>
            <a:srgbClr val="FBAE40"/>
          </p15:clr>
        </p15:guide>
        <p15:guide id="9" pos="3840">
          <p15:clr>
            <a:srgbClr val="FBAE40"/>
          </p15:clr>
        </p15:guide>
        <p15:guide id="10" pos="1464">
          <p15:clr>
            <a:srgbClr val="FBAE40"/>
          </p15:clr>
        </p15:guide>
        <p15:guide id="11" pos="6216">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2532063" cy="276999"/>
          </a:xfrm>
        </p:spPr>
        <p:txBody>
          <a:bodyPr anchor="t"/>
          <a:lstStyle>
            <a:lvl1pPr marL="0" indent="0">
              <a:spcBef>
                <a:spcPct val="0"/>
              </a:spcBef>
              <a:buNone/>
              <a:defRPr sz="18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2532063" cy="1114151"/>
          </a:xfrm>
        </p:spPr>
        <p:txBody>
          <a:bodyPr wrap="square">
            <a:spAutoFit/>
          </a:bodyPr>
          <a:lstStyle>
            <a:lvl1pPr marL="141288" indent="-141288">
              <a:defRPr lang="en-US" sz="1600"/>
            </a:lvl1pPr>
            <a:lvl2pPr marL="285750" indent="-125413">
              <a:defRPr lang="en-US" sz="1400"/>
            </a:lvl2pPr>
            <a:lvl3pPr marL="438150" indent="-133350">
              <a:defRPr lang="en-US" sz="1100"/>
            </a:lvl3pPr>
            <a:lvl4pPr marL="566738" indent="-114300">
              <a:defRPr lang="en-US" sz="1050"/>
            </a:lvl4pPr>
            <a:lvl5pPr marL="685800" indent="-109538">
              <a:defRPr lang="en-US"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3413125" y="1438275"/>
            <a:ext cx="2533650" cy="276999"/>
          </a:xfrm>
        </p:spPr>
        <p:txBody>
          <a:bodyPr anchor="t"/>
          <a:lstStyle>
            <a:lvl1pPr marL="0" indent="0">
              <a:spcBef>
                <a:spcPct val="0"/>
              </a:spcBef>
              <a:buNone/>
              <a:defRPr sz="18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3413125" y="2276475"/>
            <a:ext cx="2532063" cy="1114151"/>
          </a:xfrm>
        </p:spPr>
        <p:txBody>
          <a:bodyPr wrap="square">
            <a:spAutoFit/>
          </a:bodyPr>
          <a:lstStyle>
            <a:lvl1pPr marL="141288" indent="-141288">
              <a:defRPr lang="en-US" sz="1600"/>
            </a:lvl1pPr>
            <a:lvl2pPr marL="285750" indent="-125413">
              <a:defRPr lang="en-US" sz="1400"/>
            </a:lvl2pPr>
            <a:lvl3pPr marL="438150" indent="-133350">
              <a:defRPr lang="en-US" sz="1100"/>
            </a:lvl3pPr>
            <a:lvl4pPr marL="566738" indent="-114300">
              <a:defRPr lang="en-US" sz="1050"/>
            </a:lvl4pPr>
            <a:lvl5pPr marL="685800" indent="-109538">
              <a:defRPr lang="en-US"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6244208" y="1438275"/>
            <a:ext cx="2532063" cy="276999"/>
          </a:xfrm>
        </p:spPr>
        <p:txBody>
          <a:bodyPr anchor="t"/>
          <a:lstStyle>
            <a:lvl1pPr marL="0" indent="0">
              <a:spcBef>
                <a:spcPct val="0"/>
              </a:spcBef>
              <a:buNone/>
              <a:defRPr sz="18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6244208" y="2283115"/>
            <a:ext cx="2532063" cy="1114151"/>
          </a:xfrm>
        </p:spPr>
        <p:txBody>
          <a:bodyPr wrap="square">
            <a:spAutoFit/>
          </a:bodyPr>
          <a:lstStyle>
            <a:lvl1pPr marL="141288" indent="-141288">
              <a:defRPr lang="en-US" sz="1600"/>
            </a:lvl1pPr>
            <a:lvl2pPr marL="285750" indent="-125413">
              <a:defRPr lang="en-US" sz="1400"/>
            </a:lvl2pPr>
            <a:lvl3pPr marL="438150" indent="-133350">
              <a:defRPr lang="en-US" sz="1100"/>
            </a:lvl3pPr>
            <a:lvl4pPr marL="566738" indent="-114300">
              <a:defRPr lang="en-US" sz="1050"/>
            </a:lvl4pPr>
            <a:lvl5pPr marL="685800" indent="-109538">
              <a:defRPr lang="en-US"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9073133" y="1438275"/>
            <a:ext cx="2533650" cy="276999"/>
          </a:xfrm>
        </p:spPr>
        <p:txBody>
          <a:bodyPr anchor="t"/>
          <a:lstStyle>
            <a:lvl1pPr marL="0" indent="0">
              <a:spcBef>
                <a:spcPct val="0"/>
              </a:spcBef>
              <a:buNone/>
              <a:defRPr sz="18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9073133" y="2276475"/>
            <a:ext cx="2532063" cy="1114151"/>
          </a:xfrm>
        </p:spPr>
        <p:txBody>
          <a:bodyPr wrap="square">
            <a:spAutoFit/>
          </a:bodyPr>
          <a:lstStyle>
            <a:lvl1pPr marL="141288" indent="-141288">
              <a:defRPr lang="en-US" sz="1600"/>
            </a:lvl1pPr>
            <a:lvl2pPr marL="285750" indent="-125413">
              <a:defRPr lang="en-US" sz="1400"/>
            </a:lvl2pPr>
            <a:lvl3pPr marL="438150" indent="-133350">
              <a:defRPr lang="en-US" sz="1100"/>
            </a:lvl3pPr>
            <a:lvl4pPr marL="566738" indent="-114300">
              <a:defRPr lang="en-US" sz="1050"/>
            </a:lvl4pPr>
            <a:lvl5pPr marL="685800" indent="-109538">
              <a:defRPr lang="en-US" sz="105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6028884"/>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2">
    <p:bg>
      <p:bgPr>
        <a:solidFill>
          <a:srgbClr val="F4F3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E4763AA-7A64-C315-54ED-405AA5F28928}"/>
              </a:ext>
            </a:extLst>
          </p:cNvPr>
          <p:cNvSpPr/>
          <p:nvPr userDrawn="1"/>
        </p:nvSpPr>
        <p:spPr bwMode="auto">
          <a:xfrm>
            <a:off x="0" y="0"/>
            <a:ext cx="12192000" cy="1208988"/>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accent2"/>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7" name="Text Placeholder 11">
            <a:extLst>
              <a:ext uri="{FF2B5EF4-FFF2-40B4-BE49-F238E27FC236}">
                <a16:creationId xmlns:a16="http://schemas.microsoft.com/office/drawing/2014/main" id="{0EA42F63-B2F3-3A38-57BC-24F6164484E0}"/>
              </a:ext>
            </a:extLst>
          </p:cNvPr>
          <p:cNvSpPr>
            <a:spLocks noGrp="1"/>
          </p:cNvSpPr>
          <p:nvPr>
            <p:ph type="body" sz="quarter" idx="16"/>
          </p:nvPr>
        </p:nvSpPr>
        <p:spPr>
          <a:xfrm>
            <a:off x="584200" y="1666187"/>
            <a:ext cx="2532063"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9" name="Text Placeholder 7">
            <a:extLst>
              <a:ext uri="{FF2B5EF4-FFF2-40B4-BE49-F238E27FC236}">
                <a16:creationId xmlns:a16="http://schemas.microsoft.com/office/drawing/2014/main" id="{1F284777-927E-F267-62FB-0ADA3AB8ABEF}"/>
              </a:ext>
            </a:extLst>
          </p:cNvPr>
          <p:cNvSpPr>
            <a:spLocks noGrp="1"/>
          </p:cNvSpPr>
          <p:nvPr>
            <p:ph type="body" sz="quarter" idx="14"/>
          </p:nvPr>
        </p:nvSpPr>
        <p:spPr>
          <a:xfrm>
            <a:off x="584200" y="2511027"/>
            <a:ext cx="2532063" cy="1452705"/>
          </a:xfrm>
        </p:spPr>
        <p:txBody>
          <a:bodyPr wrap="square">
            <a:spAutoFit/>
          </a:bodyPr>
          <a:lstStyle>
            <a:lvl1pPr marL="141288" indent="-141288">
              <a:defRPr lang="en-US" sz="1600"/>
            </a:lvl1pPr>
            <a:lvl2pPr marL="285750" indent="-125413">
              <a:defRPr lang="en-US" sz="1400"/>
            </a:lvl2pPr>
            <a:lvl3pPr marL="438150" indent="-133350">
              <a:defRPr lang="en-US" sz="1400"/>
            </a:lvl3pPr>
            <a:lvl4pPr marL="566738" indent="-114300">
              <a:defRPr lang="en-US" sz="1200"/>
            </a:lvl4pPr>
            <a:lvl5pPr marL="685800" indent="-109538">
              <a:defRPr lang="en-US"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1">
            <a:extLst>
              <a:ext uri="{FF2B5EF4-FFF2-40B4-BE49-F238E27FC236}">
                <a16:creationId xmlns:a16="http://schemas.microsoft.com/office/drawing/2014/main" id="{B6D7214D-CF27-5C85-22BE-C501CC3F79F6}"/>
              </a:ext>
            </a:extLst>
          </p:cNvPr>
          <p:cNvSpPr>
            <a:spLocks noGrp="1"/>
          </p:cNvSpPr>
          <p:nvPr>
            <p:ph type="body" sz="quarter" idx="17"/>
          </p:nvPr>
        </p:nvSpPr>
        <p:spPr>
          <a:xfrm>
            <a:off x="3413125" y="1666187"/>
            <a:ext cx="2533650"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11" name="Text Placeholder 9">
            <a:extLst>
              <a:ext uri="{FF2B5EF4-FFF2-40B4-BE49-F238E27FC236}">
                <a16:creationId xmlns:a16="http://schemas.microsoft.com/office/drawing/2014/main" id="{D0E08958-F760-A396-6DDC-ADDF12562EFC}"/>
              </a:ext>
            </a:extLst>
          </p:cNvPr>
          <p:cNvSpPr>
            <a:spLocks noGrp="1"/>
          </p:cNvSpPr>
          <p:nvPr>
            <p:ph type="body" sz="quarter" idx="15"/>
          </p:nvPr>
        </p:nvSpPr>
        <p:spPr>
          <a:xfrm>
            <a:off x="3413125" y="2504387"/>
            <a:ext cx="2532063" cy="1452705"/>
          </a:xfrm>
        </p:spPr>
        <p:txBody>
          <a:bodyPr wrap="square">
            <a:spAutoFit/>
          </a:bodyPr>
          <a:lstStyle>
            <a:lvl1pPr marL="141288" indent="-141288">
              <a:defRPr lang="en-US" sz="1600"/>
            </a:lvl1pPr>
            <a:lvl2pPr marL="285750" indent="-125413">
              <a:defRPr lang="en-US" sz="1400"/>
            </a:lvl2pPr>
            <a:lvl3pPr marL="438150" indent="-133350">
              <a:defRPr lang="en-US" sz="1400"/>
            </a:lvl3pPr>
            <a:lvl4pPr marL="566738" indent="-114300">
              <a:defRPr lang="en-US" sz="1200"/>
            </a:lvl4pPr>
            <a:lvl5pPr marL="685800" indent="-109538">
              <a:defRPr lang="en-US"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11">
            <a:extLst>
              <a:ext uri="{FF2B5EF4-FFF2-40B4-BE49-F238E27FC236}">
                <a16:creationId xmlns:a16="http://schemas.microsoft.com/office/drawing/2014/main" id="{2E8EB955-55F0-24FF-CDCC-B5A5FFFC6B4A}"/>
              </a:ext>
            </a:extLst>
          </p:cNvPr>
          <p:cNvSpPr>
            <a:spLocks noGrp="1"/>
          </p:cNvSpPr>
          <p:nvPr>
            <p:ph type="body" sz="quarter" idx="18"/>
          </p:nvPr>
        </p:nvSpPr>
        <p:spPr>
          <a:xfrm>
            <a:off x="6244208" y="1666187"/>
            <a:ext cx="2532063"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13" name="Text Placeholder 7">
            <a:extLst>
              <a:ext uri="{FF2B5EF4-FFF2-40B4-BE49-F238E27FC236}">
                <a16:creationId xmlns:a16="http://schemas.microsoft.com/office/drawing/2014/main" id="{36792F0E-DEBA-6C31-5613-59E8E3706BAE}"/>
              </a:ext>
            </a:extLst>
          </p:cNvPr>
          <p:cNvSpPr>
            <a:spLocks noGrp="1"/>
          </p:cNvSpPr>
          <p:nvPr>
            <p:ph type="body" sz="quarter" idx="19"/>
          </p:nvPr>
        </p:nvSpPr>
        <p:spPr>
          <a:xfrm>
            <a:off x="6244208" y="2511027"/>
            <a:ext cx="2532063" cy="1452705"/>
          </a:xfrm>
        </p:spPr>
        <p:txBody>
          <a:bodyPr wrap="square">
            <a:spAutoFit/>
          </a:bodyPr>
          <a:lstStyle>
            <a:lvl1pPr marL="141288" indent="-141288">
              <a:defRPr lang="en-US" sz="1600"/>
            </a:lvl1pPr>
            <a:lvl2pPr marL="285750" indent="-125413">
              <a:defRPr lang="en-US" sz="1400"/>
            </a:lvl2pPr>
            <a:lvl3pPr marL="438150" indent="-133350">
              <a:defRPr lang="en-US" sz="1400"/>
            </a:lvl3pPr>
            <a:lvl4pPr marL="566738" indent="-114300">
              <a:defRPr lang="en-US" sz="1200"/>
            </a:lvl4pPr>
            <a:lvl5pPr marL="685800" indent="-109538">
              <a:defRPr lang="en-US"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A858486-2BAB-90FA-E642-5FFCB8955993}"/>
              </a:ext>
            </a:extLst>
          </p:cNvPr>
          <p:cNvSpPr>
            <a:spLocks noGrp="1"/>
          </p:cNvSpPr>
          <p:nvPr>
            <p:ph type="body" sz="quarter" idx="20"/>
          </p:nvPr>
        </p:nvSpPr>
        <p:spPr>
          <a:xfrm>
            <a:off x="9073133" y="1666187"/>
            <a:ext cx="2533650" cy="615553"/>
          </a:xfrm>
        </p:spPr>
        <p:txBody>
          <a:bodyPr anchor="t"/>
          <a:lstStyle>
            <a:lvl1pPr marL="0" indent="0">
              <a:spcBef>
                <a:spcPct val="0"/>
              </a:spcBef>
              <a:buNone/>
              <a:defRPr sz="2000">
                <a:solidFill>
                  <a:schemeClr val="tx1"/>
                </a:solidFill>
                <a:latin typeface="+mj-lt"/>
              </a:defRPr>
            </a:lvl1pPr>
          </a:lstStyle>
          <a:p>
            <a:pPr lvl="0"/>
            <a:r>
              <a:rPr lang="en-US"/>
              <a:t>Click to edit Master text styles</a:t>
            </a:r>
          </a:p>
        </p:txBody>
      </p:sp>
      <p:sp>
        <p:nvSpPr>
          <p:cNvPr id="15" name="Text Placeholder 9">
            <a:extLst>
              <a:ext uri="{FF2B5EF4-FFF2-40B4-BE49-F238E27FC236}">
                <a16:creationId xmlns:a16="http://schemas.microsoft.com/office/drawing/2014/main" id="{6614B332-A4F9-7C7C-FA27-45DE478DA645}"/>
              </a:ext>
            </a:extLst>
          </p:cNvPr>
          <p:cNvSpPr>
            <a:spLocks noGrp="1"/>
          </p:cNvSpPr>
          <p:nvPr>
            <p:ph type="body" sz="quarter" idx="21"/>
          </p:nvPr>
        </p:nvSpPr>
        <p:spPr>
          <a:xfrm>
            <a:off x="9073133" y="2504387"/>
            <a:ext cx="2532063" cy="1452705"/>
          </a:xfrm>
        </p:spPr>
        <p:txBody>
          <a:bodyPr wrap="square">
            <a:spAutoFit/>
          </a:bodyPr>
          <a:lstStyle>
            <a:lvl1pPr marL="141288" indent="-141288">
              <a:defRPr lang="en-US" sz="1600"/>
            </a:lvl1pPr>
            <a:lvl2pPr marL="285750" indent="-125413">
              <a:defRPr lang="en-US" sz="1400"/>
            </a:lvl2pPr>
            <a:lvl3pPr marL="438150" indent="-133350">
              <a:defRPr lang="en-US" sz="1400"/>
            </a:lvl3pPr>
            <a:lvl4pPr marL="566738" indent="-114300">
              <a:defRPr lang="en-US" sz="1200"/>
            </a:lvl4pPr>
            <a:lvl5pPr marL="685800" indent="-109538">
              <a:defRPr lang="en-US"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91452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spAutoFit/>
          </a:bodyPr>
          <a:lstStyle/>
          <a:p>
            <a:r>
              <a:rPr lang="en-US"/>
              <a:t>Click to edit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215444"/>
          </a:xfrm>
        </p:spPr>
        <p:txBody>
          <a:bodyPr anchor="t"/>
          <a:lstStyle>
            <a:lvl1pPr marL="0" indent="0">
              <a:spcBef>
                <a:spcPct val="0"/>
              </a:spcBef>
              <a:buNone/>
              <a:defRPr sz="14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hasCustomPrompt="1"/>
          </p:nvPr>
        </p:nvSpPr>
        <p:spPr>
          <a:xfrm>
            <a:off x="584200" y="2283115"/>
            <a:ext cx="1965960" cy="1101840"/>
          </a:xfrm>
        </p:spPr>
        <p:txBody>
          <a:bodyPr wrap="square">
            <a:spAutoFit/>
          </a:bodyPr>
          <a:lstStyle>
            <a:lvl1pPr marL="141288" indent="-141288">
              <a:defRPr lang="en-US" sz="1400"/>
            </a:lvl1pPr>
            <a:lvl2pPr marL="285750" indent="-125413">
              <a:defRPr lang="en-US" sz="1200"/>
            </a:lvl2pPr>
            <a:lvl3pPr marL="438150" indent="-133350">
              <a:defRPr lang="en-US" sz="1200"/>
            </a:lvl3pPr>
            <a:lvl4pPr marL="566738" indent="-114300">
              <a:defRPr lang="en-US" sz="1100"/>
            </a:lvl4pPr>
            <a:lvl5pPr marL="685800" indent="-109538">
              <a:defRPr lang="en-US" sz="110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215444"/>
          </a:xfrm>
        </p:spPr>
        <p:txBody>
          <a:bodyPr anchor="t"/>
          <a:lstStyle>
            <a:lvl1pPr marL="0" indent="0">
              <a:spcBef>
                <a:spcPct val="0"/>
              </a:spcBef>
              <a:buNone/>
              <a:defRPr sz="14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hasCustomPrompt="1"/>
          </p:nvPr>
        </p:nvSpPr>
        <p:spPr>
          <a:xfrm>
            <a:off x="2849007" y="2276475"/>
            <a:ext cx="1965960" cy="1101840"/>
          </a:xfrm>
        </p:spPr>
        <p:txBody>
          <a:bodyPr wrap="square">
            <a:spAutoFit/>
          </a:bodyPr>
          <a:lstStyle>
            <a:lvl1pPr marL="141288" indent="-141288">
              <a:defRPr lang="en-US" sz="1400"/>
            </a:lvl1pPr>
            <a:lvl2pPr marL="285750" indent="-125413">
              <a:defRPr lang="en-US" sz="1200"/>
            </a:lvl2pPr>
            <a:lvl3pPr marL="438150" indent="-133350">
              <a:defRPr lang="en-US" sz="1200"/>
            </a:lvl3pPr>
            <a:lvl4pPr marL="566738" indent="-114300">
              <a:defRPr lang="en-US" sz="1100"/>
            </a:lvl4pPr>
            <a:lvl5pPr marL="685800" indent="-109538">
              <a:defRPr lang="en-US" sz="110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215444"/>
          </a:xfrm>
        </p:spPr>
        <p:txBody>
          <a:bodyPr anchor="t"/>
          <a:lstStyle>
            <a:lvl1pPr marL="0" indent="0">
              <a:spcBef>
                <a:spcPct val="0"/>
              </a:spcBef>
              <a:buNone/>
              <a:defRPr sz="14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hasCustomPrompt="1"/>
          </p:nvPr>
        </p:nvSpPr>
        <p:spPr>
          <a:xfrm>
            <a:off x="5113814" y="2283115"/>
            <a:ext cx="1965960" cy="1101840"/>
          </a:xfrm>
        </p:spPr>
        <p:txBody>
          <a:bodyPr wrap="square">
            <a:spAutoFit/>
          </a:bodyPr>
          <a:lstStyle>
            <a:lvl1pPr marL="141288" indent="-141288">
              <a:defRPr lang="en-US" sz="1400"/>
            </a:lvl1pPr>
            <a:lvl2pPr marL="285750" indent="-125413">
              <a:defRPr lang="en-US" sz="1200"/>
            </a:lvl2pPr>
            <a:lvl3pPr marL="438150" indent="-133350">
              <a:defRPr lang="en-US" sz="1200"/>
            </a:lvl3pPr>
            <a:lvl4pPr marL="566738" indent="-114300">
              <a:defRPr lang="en-US" sz="1100"/>
            </a:lvl4pPr>
            <a:lvl5pPr marL="685800" indent="-109538">
              <a:defRPr lang="en-US" sz="110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215444"/>
          </a:xfrm>
        </p:spPr>
        <p:txBody>
          <a:bodyPr anchor="t"/>
          <a:lstStyle>
            <a:lvl1pPr marL="0" indent="0">
              <a:spcBef>
                <a:spcPct val="0"/>
              </a:spcBef>
              <a:buNone/>
              <a:defRPr sz="14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hasCustomPrompt="1"/>
          </p:nvPr>
        </p:nvSpPr>
        <p:spPr>
          <a:xfrm>
            <a:off x="7378621" y="2276475"/>
            <a:ext cx="1965960" cy="1101840"/>
          </a:xfrm>
        </p:spPr>
        <p:txBody>
          <a:bodyPr wrap="square">
            <a:spAutoFit/>
          </a:bodyPr>
          <a:lstStyle>
            <a:lvl1pPr marL="141288" indent="-141288">
              <a:defRPr lang="en-US" sz="1400"/>
            </a:lvl1pPr>
            <a:lvl2pPr marL="285750" indent="-125413">
              <a:defRPr lang="en-US" sz="1200"/>
            </a:lvl2pPr>
            <a:lvl3pPr marL="438150" indent="-133350">
              <a:defRPr lang="en-US" sz="1200"/>
            </a:lvl3pPr>
            <a:lvl4pPr marL="566738" indent="-114300">
              <a:defRPr lang="en-US" sz="1100"/>
            </a:lvl4pPr>
            <a:lvl5pPr marL="685800" indent="-109538">
              <a:defRPr lang="en-US" sz="110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215444"/>
          </a:xfrm>
        </p:spPr>
        <p:txBody>
          <a:bodyPr anchor="t"/>
          <a:lstStyle>
            <a:lvl1pPr marL="0" indent="0">
              <a:spcBef>
                <a:spcPct val="0"/>
              </a:spcBef>
              <a:buNone/>
              <a:defRPr sz="14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hasCustomPrompt="1"/>
          </p:nvPr>
        </p:nvSpPr>
        <p:spPr>
          <a:xfrm>
            <a:off x="9643428" y="2276475"/>
            <a:ext cx="1965960" cy="1101840"/>
          </a:xfrm>
        </p:spPr>
        <p:txBody>
          <a:bodyPr wrap="square">
            <a:spAutoFit/>
          </a:bodyPr>
          <a:lstStyle>
            <a:lvl1pPr marL="141288" indent="-141288">
              <a:defRPr lang="en-US" sz="1400"/>
            </a:lvl1pPr>
            <a:lvl2pPr marL="285750" indent="-125413">
              <a:defRPr lang="en-US" sz="1200"/>
            </a:lvl2pPr>
            <a:lvl3pPr marL="438150" indent="-133350">
              <a:defRPr lang="en-US" sz="1200"/>
            </a:lvl3pPr>
            <a:lvl4pPr marL="566738" indent="-114300">
              <a:defRPr lang="en-US" sz="1100"/>
            </a:lvl4pPr>
            <a:lvl5pPr marL="685800" indent="-109538">
              <a:defRPr lang="en-US" sz="110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5195852"/>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p15:clr>
            <a:srgbClr val="5ACBF0"/>
          </p15:clr>
        </p15:guide>
        <p15:guide id="7" pos="1795">
          <p15:clr>
            <a:srgbClr val="5ACBF0"/>
          </p15:clr>
        </p15:guide>
        <p15:guide id="8" pos="3035">
          <p15:clr>
            <a:srgbClr val="5ACBF0"/>
          </p15:clr>
        </p15:guide>
        <p15:guide id="9" pos="3221">
          <p15:clr>
            <a:srgbClr val="5ACBF0"/>
          </p15:clr>
        </p15:guide>
        <p15:guide id="10" pos="4461">
          <p15:clr>
            <a:srgbClr val="5ACBF0"/>
          </p15:clr>
        </p15:guide>
        <p15:guide id="11" pos="5890">
          <p15:clr>
            <a:srgbClr val="5ACBF0"/>
          </p15:clr>
        </p15:guide>
        <p15:guide id="12" orient="horz" pos="1436">
          <p15:clr>
            <a:srgbClr val="5ACBF0"/>
          </p15:clr>
        </p15:guide>
        <p15:guide id="13" pos="4646">
          <p15:clr>
            <a:srgbClr val="5ACBF0"/>
          </p15:clr>
        </p15:guide>
        <p15:guide id="14" pos="6072">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p:txBody>
          <a:bodyPr/>
          <a:lstStyle/>
          <a:p>
            <a:r>
              <a:rPr lang="en-US"/>
              <a:t>Click to edit title style</a:t>
            </a:r>
          </a:p>
        </p:txBody>
      </p:sp>
    </p:spTree>
    <p:extLst>
      <p:ext uri="{BB962C8B-B14F-4D97-AF65-F5344CB8AC3E}">
        <p14:creationId xmlns:p14="http://schemas.microsoft.com/office/powerpoint/2010/main" val="320474966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6">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0">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4" y="2875002"/>
            <a:ext cx="4127692" cy="1107996"/>
          </a:xfrm>
        </p:spPr>
        <p:txBody>
          <a:bodyPr wrap="square" anchor="ctr">
            <a:spAutoFit/>
          </a:bodyPr>
          <a:lstStyle/>
          <a:p>
            <a:r>
              <a:rPr lang="en-US"/>
              <a:t>Click to edit title style</a:t>
            </a:r>
          </a:p>
        </p:txBody>
      </p:sp>
    </p:spTree>
    <p:extLst>
      <p:ext uri="{BB962C8B-B14F-4D97-AF65-F5344CB8AC3E}">
        <p14:creationId xmlns:p14="http://schemas.microsoft.com/office/powerpoint/2010/main" val="3078607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p15:clr>
            <a:srgbClr val="5ACBF0"/>
          </p15:clr>
        </p15:guide>
        <p15:guide id="34" pos="3336">
          <p15:clr>
            <a:srgbClr val="5ACBF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hasCustomPrompt="1"/>
          </p:nvPr>
        </p:nvSpPr>
        <p:spPr>
          <a:xfrm>
            <a:off x="584200" y="457200"/>
            <a:ext cx="5508419" cy="372410"/>
          </a:xfrm>
        </p:spPr>
        <p:txBody>
          <a:bodyPr tIns="64008"/>
          <a:lstStyle>
            <a:lvl1pPr>
              <a:defRPr sz="2000" spc="0">
                <a:latin typeface="+mj-lt"/>
                <a:cs typeface="Segoe UI" pitchFamily="34" charset="0"/>
              </a:defRPr>
            </a:lvl1pPr>
          </a:lstStyle>
          <a:p>
            <a:r>
              <a:rPr lang="en-US"/>
              <a:t>Click to edit title style</a:t>
            </a:r>
          </a:p>
        </p:txBody>
      </p:sp>
    </p:spTree>
    <p:extLst>
      <p:ext uri="{BB962C8B-B14F-4D97-AF65-F5344CB8AC3E}">
        <p14:creationId xmlns:p14="http://schemas.microsoft.com/office/powerpoint/2010/main" val="25076803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pos="3840">
          <p15:clr>
            <a:srgbClr val="5ACBF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 spli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588262" y="457200"/>
            <a:ext cx="5687568" cy="553998"/>
          </a:xfrm>
        </p:spPr>
        <p:txBody>
          <a:bodyPr/>
          <a:lstStyle/>
          <a:p>
            <a:r>
              <a:rPr lang="en-US"/>
              <a:t>Click to edit title style</a:t>
            </a:r>
          </a:p>
        </p:txBody>
      </p:sp>
      <p:sp>
        <p:nvSpPr>
          <p:cNvPr id="4" name="Rectangle 3">
            <a:extLst>
              <a:ext uri="{FF2B5EF4-FFF2-40B4-BE49-F238E27FC236}">
                <a16:creationId xmlns:a16="http://schemas.microsoft.com/office/drawing/2014/main" id="{66ED9561-2D36-C7A9-8121-647D44F28482}"/>
              </a:ext>
              <a:ext uri="{C183D7F6-B498-43B3-948B-1728B52AA6E4}">
                <adec:decorative xmlns:adec="http://schemas.microsoft.com/office/drawing/2017/decorative" val="1"/>
              </a:ext>
            </a:extLst>
          </p:cNvPr>
          <p:cNvSpPr/>
          <p:nvPr userDrawn="1"/>
        </p:nvSpPr>
        <p:spPr bwMode="auto">
          <a:xfrm>
            <a:off x="6858000" y="0"/>
            <a:ext cx="5333999" cy="6858000"/>
          </a:xfrm>
          <a:prstGeom prst="rect">
            <a:avLst/>
          </a:prstGeom>
          <a:solidFill>
            <a:schemeClr val="bg2"/>
          </a:solidFill>
          <a:ln w="9525"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err="1">
              <a:ln>
                <a:noFill/>
              </a:ln>
              <a:solidFill>
                <a:srgbClr val="FFFFFF"/>
              </a:solidFill>
              <a:effectLst/>
              <a:uLnTx/>
              <a:uFillTx/>
              <a:latin typeface="Segoe UI"/>
              <a:ea typeface="Segoe UI" pitchFamily="34" charset="0"/>
              <a:cs typeface="Segoe UI" pitchFamily="34" charset="0"/>
            </a:endParaRPr>
          </a:p>
        </p:txBody>
      </p:sp>
    </p:spTree>
    <p:extLst>
      <p:ext uri="{BB962C8B-B14F-4D97-AF65-F5344CB8AC3E}">
        <p14:creationId xmlns:p14="http://schemas.microsoft.com/office/powerpoint/2010/main" val="69599528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 Square Photo ">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453303"/>
            <a:ext cx="4158362" cy="430887"/>
          </a:xfrm>
        </p:spPr>
        <p:txBody>
          <a:bodyPr anchor="b"/>
          <a:lstStyle>
            <a:lvl1pPr>
              <a:defRPr sz="2800"/>
            </a:lvl1pPr>
          </a:lstStyle>
          <a:p>
            <a:r>
              <a:rPr lang="en-US"/>
              <a:t>Click to edit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1971020"/>
            <a:ext cx="4162425" cy="307777"/>
          </a:xfrm>
        </p:spPr>
        <p:txBody>
          <a:bodyPr/>
          <a:lstStyle>
            <a:lvl1pPr marL="0" indent="0">
              <a:lnSpc>
                <a:spcPts val="2400"/>
              </a:lnSpc>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8" name="Text Placeholder 4">
            <a:extLst>
              <a:ext uri="{FF2B5EF4-FFF2-40B4-BE49-F238E27FC236}">
                <a16:creationId xmlns:a16="http://schemas.microsoft.com/office/drawing/2014/main" id="{AA4A25BE-EEC4-2D45-6B51-A6D5FDC0CD9E}"/>
              </a:ext>
            </a:extLst>
          </p:cNvPr>
          <p:cNvSpPr>
            <a:spLocks noGrp="1"/>
          </p:cNvSpPr>
          <p:nvPr>
            <p:ph type="body" sz="quarter" idx="13" hasCustomPrompt="1"/>
          </p:nvPr>
        </p:nvSpPr>
        <p:spPr>
          <a:xfrm>
            <a:off x="586062" y="3084755"/>
            <a:ext cx="4167188" cy="220510"/>
          </a:xfrm>
          <a:prstGeom prst="rect">
            <a:avLst/>
          </a:prstGeom>
        </p:spPr>
        <p:txBody>
          <a:bodyPr lIns="0" tIns="0" rIns="0" bIns="0"/>
          <a:lstStyle>
            <a:lvl1pPr marL="0" indent="0">
              <a:lnSpc>
                <a:spcPts val="1800"/>
              </a:lnSpc>
              <a:spcBef>
                <a:spcPct val="0"/>
              </a:spcBef>
              <a:spcAft>
                <a:spcPts val="600"/>
              </a:spcAft>
              <a:buNone/>
              <a:defRPr sz="1400" b="0" spc="0" baseline="0">
                <a:solidFill>
                  <a:schemeClr val="accent1"/>
                </a:solidFill>
                <a:latin typeface="+mj-lt"/>
              </a:defRPr>
            </a:lvl1pPr>
            <a:lvl2pPr marL="285750" marR="0" indent="-285750" algn="l" defTabSz="932742" rtl="0" eaLnBrk="1" fontAlgn="auto" latinLnBrk="0" hangingPunct="1">
              <a:lnSpc>
                <a:spcPts val="1800"/>
              </a:lnSpc>
              <a:spcBef>
                <a:spcPct val="0"/>
              </a:spcBef>
              <a:spcAft>
                <a:spcPts val="600"/>
              </a:spcAft>
              <a:buClrTx/>
              <a:buSzPct val="90000"/>
              <a:buFont typeface="Arial" panose="020B0604020202020204" pitchFamily="34" charset="0"/>
              <a:buChar char="•"/>
              <a:defRPr lang="en-US" sz="1400" kern="1200" spc="0" baseline="0">
                <a:solidFill>
                  <a:srgbClr val="000000"/>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a:t>Paragraph title Segoe UI Semibold 14/18</a:t>
            </a:r>
          </a:p>
        </p:txBody>
      </p:sp>
      <p:sp>
        <p:nvSpPr>
          <p:cNvPr id="9" name="Text Placeholder 4">
            <a:extLst>
              <a:ext uri="{FF2B5EF4-FFF2-40B4-BE49-F238E27FC236}">
                <a16:creationId xmlns:a16="http://schemas.microsoft.com/office/drawing/2014/main" id="{B898ECC2-F025-9F52-FDDA-2757DC69BA28}"/>
              </a:ext>
            </a:extLst>
          </p:cNvPr>
          <p:cNvSpPr>
            <a:spLocks noGrp="1"/>
          </p:cNvSpPr>
          <p:nvPr>
            <p:ph type="body" sz="quarter" idx="17" hasCustomPrompt="1"/>
          </p:nvPr>
        </p:nvSpPr>
        <p:spPr>
          <a:xfrm>
            <a:off x="584200" y="3392529"/>
            <a:ext cx="4167188" cy="1598771"/>
          </a:xfrm>
          <a:prstGeom prst="rect">
            <a:avLst/>
          </a:prstGeom>
        </p:spPr>
        <p:txBody>
          <a:bodyPr lIns="0" tIns="0" rIns="0" bIns="0"/>
          <a:lstStyle>
            <a:lvl1pPr marL="0" indent="0">
              <a:lnSpc>
                <a:spcPts val="1800"/>
              </a:lnSpc>
              <a:spcBef>
                <a:spcPct val="0"/>
              </a:spcBef>
              <a:buFont typeface="Arial" panose="020B0604020202020204" pitchFamily="34" charset="0"/>
              <a:buNone/>
              <a:defRPr sz="1400" b="0" i="0" spc="0">
                <a:solidFill>
                  <a:srgbClr val="000000"/>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amet, consectetur adipiscing elit, sed do eiusmod tempor incididunt ut labore et dolore magna aliqua.</a:t>
            </a:r>
          </a:p>
          <a:p>
            <a:pPr lvl="0"/>
            <a:endParaRPr lang="en-US"/>
          </a:p>
          <a:p>
            <a:pPr lvl="0"/>
            <a:r>
              <a:rPr lang="en-US"/>
              <a:t>Body copy 14 Lorem ipsum dolor sit amet, consectetur adipiscing elit, sed do eiusmod tempor incididunt ut labore et dolore magna aliqua.</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AB1F49BE-32CF-300B-48DC-B74CA09F2E96}"/>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32088536"/>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28">
          <p15:clr>
            <a:srgbClr val="A4A3A4"/>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Title - Square Photo 2">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hasCustomPrompt="1"/>
          </p:nvPr>
        </p:nvSpPr>
        <p:spPr>
          <a:xfrm>
            <a:off x="584200" y="3535540"/>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27750147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7" orient="horz" pos="1968">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Square Photo ">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hasCustomPrompt="1"/>
          </p:nvPr>
        </p:nvSpPr>
        <p:spPr>
          <a:xfrm>
            <a:off x="588263" y="2873414"/>
            <a:ext cx="4159950" cy="1107996"/>
          </a:xfrm>
        </p:spPr>
        <p:txBody>
          <a:bodyPr anchor="ct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1590728795"/>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5" orient="horz" pos="2160">
          <p15:clr>
            <a:srgbClr val="5ACBF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Square Photo 2">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738664"/>
          </a:xfrm>
        </p:spPr>
        <p:txBody>
          <a:bodyPr anchor="t"/>
          <a:lstStyle>
            <a:lvl1pPr>
              <a:defRPr sz="24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2552095664"/>
      </p:ext>
    </p:extLst>
  </p:cSld>
  <p:clrMapOvr>
    <a:masterClrMapping/>
  </p:clrMapOvr>
  <p:transition>
    <p:fade/>
  </p:transition>
  <p:extLst>
    <p:ext uri="{DCECCB84-F9BA-43D5-87BE-67443E8EF086}">
      <p15:sldGuideLst xmlns:p15="http://schemas.microsoft.com/office/powerpoint/2012/main">
        <p15:guide id="2" pos="3360">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Photo full bleed">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135159207"/>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gradFill>
        </p:spPr>
        <p:txBody>
          <a:bodyPr lIns="585216" tIns="585216" rIns="585216" bIns="585216" anchor="b" anchorCtr="0">
            <a:noAutofit/>
          </a:bodyPr>
          <a:lstStyle>
            <a:lvl1pPr>
              <a:defRPr sz="3200" spc="0">
                <a:solidFill>
                  <a:srgbClr val="FFFFFF"/>
                </a:solidFill>
              </a:defRPr>
            </a:lvl1pPr>
          </a:lstStyle>
          <a:p>
            <a:r>
              <a:rPr lang="en-US"/>
              <a:t>Click to edit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5991725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gradFill>
        </p:spPr>
        <p:txBody>
          <a:bodyPr lIns="585216" tIns="585216" rIns="585216" bIns="585216" anchor="ctr">
            <a:noAutofit/>
          </a:bodyPr>
          <a:lstStyle>
            <a:lvl1pPr>
              <a:defRPr sz="32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2627371179"/>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gradFill>
          <a:ln>
            <a:noFill/>
          </a:ln>
        </p:spPr>
        <p:txBody>
          <a:bodyPr lIns="585216" tIns="585216" rIns="585216" bIns="585216" anchor="ctr">
            <a:noAutofit/>
          </a:bodyPr>
          <a:lstStyle>
            <a:lvl1pPr algn="r">
              <a:defRPr sz="3200" spc="0">
                <a:solidFill>
                  <a:srgbClr val="FFFFFF"/>
                </a:solidFill>
              </a:defRPr>
            </a:lvl1pPr>
          </a:lstStyle>
          <a:p>
            <a:r>
              <a:rPr lang="en-US"/>
              <a:t>Click to edit </a:t>
            </a:r>
            <a:br>
              <a:rPr lang="en-US"/>
            </a:br>
            <a:r>
              <a:rPr lang="en-US"/>
              <a:t>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617601740"/>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p15:clr>
            <a:srgbClr val="5ACBF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op horizontal photo and titl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hasCustomPrompt="1"/>
          </p:nvPr>
        </p:nvSpPr>
        <p:spPr>
          <a:xfrm>
            <a:off x="588263" y="5436128"/>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296688546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hasCustomPrompt="1"/>
          </p:nvPr>
        </p:nvSpPr>
        <p:spPr>
          <a:xfrm>
            <a:off x="588263" y="866287"/>
            <a:ext cx="11018520" cy="553998"/>
          </a:xfrm>
        </p:spPr>
        <p:txBody>
          <a:bodyPr anchor="ctr"/>
          <a:lstStyle>
            <a:lvl1pPr algn="ctr">
              <a:defRPr/>
            </a:lvl1pPr>
          </a:lstStyle>
          <a:p>
            <a:r>
              <a:rPr lang="en-US"/>
              <a:t>Click to edit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1314112850"/>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p15:clr>
            <a:srgbClr val="5ACBF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wo pictur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4199" y="5689600"/>
            <a:ext cx="5367528" cy="246221"/>
          </a:xfrm>
        </p:spPr>
        <p:txBody>
          <a:bodyPr/>
          <a:lstStyle>
            <a:lvl1pPr marL="0" indent="0" algn="l">
              <a:spcBef>
                <a:spcPct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prstGeom prst="roundRect">
            <a:avLst>
              <a:gd name="adj" fmla="val 8178"/>
            </a:avLst>
          </a:prstGeom>
          <a:blipFill>
            <a:blip r:embed="rId2"/>
            <a:stretch>
              <a:fillRect/>
            </a:stretch>
          </a:blipFill>
        </p:spPr>
        <p:txBody>
          <a:bodyPr vert="horz" wrap="square" lIns="0" tIns="0" rIns="0" bIns="1005840" rtlCol="0" anchor="ctr" anchorCtr="0">
            <a:noAutofit/>
          </a:bodyPr>
          <a:lstStyle>
            <a:lvl1pPr marL="0" indent="0" algn="ctr">
              <a:buNone/>
              <a:defRPr lang="en-US" sz="10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1860" y="5689600"/>
            <a:ext cx="5367528" cy="246221"/>
          </a:xfrm>
        </p:spPr>
        <p:txBody>
          <a:bodyPr/>
          <a:lstStyle>
            <a:lvl1pPr marL="0" indent="0" algn="l">
              <a:spcBef>
                <a:spcPct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prstGeom prst="roundRect">
            <a:avLst>
              <a:gd name="adj" fmla="val 7612"/>
            </a:avLst>
          </a:prstGeom>
          <a:blipFill>
            <a:blip r:embed="rId3"/>
            <a:stretch>
              <a:fillRect/>
            </a:stretch>
          </a:blipFill>
        </p:spPr>
        <p:txBody>
          <a:bodyPr vert="horz" wrap="square" lIns="0" tIns="0" rIns="0" bIns="1005840" rtlCol="0" anchor="ctr" anchorCtr="0">
            <a:noAutofit/>
          </a:bodyPr>
          <a:lstStyle>
            <a:lvl1pPr marL="0" indent="0" algn="ctr">
              <a:buNone/>
              <a:defRPr lang="en-US" sz="1000" b="1">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807229046"/>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p15:clr>
            <a:srgbClr val="5ACBF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hree pictur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689600"/>
            <a:ext cx="3475037" cy="246221"/>
          </a:xfrm>
        </p:spPr>
        <p:txBody>
          <a:bodyPr/>
          <a:lstStyle>
            <a:lvl1pPr marL="0" indent="0" algn="l">
              <a:spcBef>
                <a:spcPct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prstGeom prst="roundRect">
            <a:avLst>
              <a:gd name="adj" fmla="val 7612"/>
            </a:avLst>
          </a:prstGeo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689600"/>
            <a:ext cx="3475037" cy="246221"/>
          </a:xfrm>
        </p:spPr>
        <p:txBody>
          <a:bodyPr/>
          <a:lstStyle>
            <a:lvl1pPr marL="0" indent="0" algn="l">
              <a:spcBef>
                <a:spcPct val="0"/>
              </a:spcBef>
              <a:buNone/>
              <a:defRPr sz="1600">
                <a:latin typeface="+mj-lt"/>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prstGeom prst="roundRect">
            <a:avLst>
              <a:gd name="adj" fmla="val 7612"/>
            </a:avLst>
          </a:prstGeo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689600"/>
            <a:ext cx="3475037" cy="246221"/>
          </a:xfrm>
        </p:spPr>
        <p:txBody>
          <a:bodyPr/>
          <a:lstStyle>
            <a:lvl1pPr marL="0" indent="0" algn="l">
              <a:spcBef>
                <a:spcPct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prstGeom prst="roundRect">
            <a:avLst>
              <a:gd name="adj" fmla="val 7895"/>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89540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hree picture with subtitle content">
    <p:bg>
      <p:bgPr>
        <a:solidFill>
          <a:srgbClr val="F4F3F5"/>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5005673"/>
            <a:ext cx="3475037" cy="215444"/>
          </a:xfrm>
        </p:spPr>
        <p:txBody>
          <a:bodyPr/>
          <a:lstStyle>
            <a:lvl1pPr marL="0" marR="0" indent="0" algn="l" defTabSz="932742" rtl="0" eaLnBrk="1" fontAlgn="auto" latinLnBrk="0" hangingPunct="1">
              <a:lnSpc>
                <a:spcPts val="1800"/>
              </a:lnSpc>
              <a:spcBef>
                <a:spcPts val="1200"/>
              </a:spcBef>
              <a:spcAft>
                <a:spcPct val="0"/>
              </a:spcAft>
              <a:buClrTx/>
              <a:buSzPct val="90000"/>
              <a:buFont typeface="Wingdings" panose="05000000000000000000" pitchFamily="2" charset="2"/>
              <a:buNone/>
              <a:defRPr lang="en-US" sz="1400" b="0" kern="1200" spc="0" baseline="0">
                <a:solidFill>
                  <a:schemeClr val="accent3"/>
                </a:solidFill>
                <a:latin typeface="+mj-lt"/>
                <a:ea typeface="+mn-ea"/>
                <a:cs typeface="+mn-cs"/>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1332631"/>
            <a:ext cx="3474720" cy="3474720"/>
          </a:xfrm>
          <a:prstGeom prst="roundRect">
            <a:avLst>
              <a:gd name="adj" fmla="val 7612"/>
            </a:avLst>
          </a:prstGeo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4358640" y="5005673"/>
            <a:ext cx="3475037" cy="215444"/>
          </a:xfrm>
        </p:spPr>
        <p:txBody>
          <a:bodyPr/>
          <a:lstStyle>
            <a:lvl1pPr marL="0" marR="0" indent="0" algn="l" defTabSz="932742" rtl="0" eaLnBrk="1" fontAlgn="auto" latinLnBrk="0" hangingPunct="1">
              <a:lnSpc>
                <a:spcPts val="1800"/>
              </a:lnSpc>
              <a:spcBef>
                <a:spcPts val="1200"/>
              </a:spcBef>
              <a:spcAft>
                <a:spcPct val="0"/>
              </a:spcAft>
              <a:buClrTx/>
              <a:buSzPct val="90000"/>
              <a:buFont typeface="Wingdings" panose="05000000000000000000" pitchFamily="2" charset="2"/>
              <a:buNone/>
              <a:defRPr lang="en-US" sz="1400" b="0" kern="1200" spc="0" baseline="0">
                <a:solidFill>
                  <a:schemeClr val="accent3"/>
                </a:solidFill>
                <a:latin typeface="+mj-lt"/>
                <a:ea typeface="+mn-ea"/>
                <a:cs typeface="+mn-cs"/>
              </a:defRPr>
            </a:lvl1pPr>
          </a:lstStyle>
          <a:p>
            <a:pPr lvl="0"/>
            <a:r>
              <a:rPr lang="en-US"/>
              <a:t>Click to edit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1332631"/>
            <a:ext cx="3474720" cy="3474720"/>
          </a:xfrm>
          <a:prstGeom prst="roundRect">
            <a:avLst>
              <a:gd name="adj" fmla="val 7612"/>
            </a:avLst>
          </a:prstGeo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8134351" y="5005673"/>
            <a:ext cx="3475037" cy="215444"/>
          </a:xfrm>
        </p:spPr>
        <p:txBody>
          <a:bodyPr/>
          <a:lstStyle>
            <a:lvl1pPr marL="0" marR="0" indent="0" algn="l" defTabSz="932742" rtl="0" eaLnBrk="1" fontAlgn="auto" latinLnBrk="0" hangingPunct="1">
              <a:lnSpc>
                <a:spcPts val="1800"/>
              </a:lnSpc>
              <a:spcBef>
                <a:spcPts val="1200"/>
              </a:spcBef>
              <a:spcAft>
                <a:spcPct val="0"/>
              </a:spcAft>
              <a:buClrTx/>
              <a:buSzPct val="90000"/>
              <a:buFont typeface="Wingdings" panose="05000000000000000000" pitchFamily="2" charset="2"/>
              <a:buNone/>
              <a:defRPr lang="en-US" sz="1400" b="0" kern="1200" spc="0" baseline="0">
                <a:solidFill>
                  <a:schemeClr val="accent3"/>
                </a:solidFill>
                <a:latin typeface="+mj-lt"/>
                <a:ea typeface="+mn-ea"/>
                <a:cs typeface="+mn-cs"/>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1332631"/>
            <a:ext cx="3474720" cy="3474720"/>
          </a:xfrm>
          <a:prstGeom prst="roundRect">
            <a:avLst>
              <a:gd name="adj" fmla="val 7895"/>
            </a:avLst>
          </a:prstGeo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4">
            <a:extLst>
              <a:ext uri="{FF2B5EF4-FFF2-40B4-BE49-F238E27FC236}">
                <a16:creationId xmlns:a16="http://schemas.microsoft.com/office/drawing/2014/main" id="{2BFE283E-20EE-6783-BD84-82B4E8AD3588}"/>
              </a:ext>
            </a:extLst>
          </p:cNvPr>
          <p:cNvSpPr>
            <a:spLocks noGrp="1"/>
          </p:cNvSpPr>
          <p:nvPr>
            <p:ph type="body" sz="quarter" idx="19" hasCustomPrompt="1"/>
          </p:nvPr>
        </p:nvSpPr>
        <p:spPr>
          <a:xfrm>
            <a:off x="584200" y="5354468"/>
            <a:ext cx="3474720" cy="906274"/>
          </a:xfrm>
          <a:prstGeom prst="rect">
            <a:avLst/>
          </a:prstGeom>
        </p:spPr>
        <p:txBody>
          <a:bodyPr lIns="0" tIns="0" rIns="0" bIns="0"/>
          <a:lstStyle>
            <a:lvl1pPr marL="0" indent="0">
              <a:lnSpc>
                <a:spcPts val="1800"/>
              </a:lnSpc>
              <a:spcBef>
                <a:spcPct val="0"/>
              </a:spcBef>
              <a:buFont typeface="Arial" panose="020B0604020202020204" pitchFamily="34" charset="0"/>
              <a:buNone/>
              <a:defRPr sz="1400" b="0" i="0" spc="0">
                <a:solidFill>
                  <a:srgbClr val="000000"/>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amet, consectetur adipiscing elit, sed do eiusmod tempor incididunt ut labore et dolore magna aliqua.</a:t>
            </a:r>
          </a:p>
        </p:txBody>
      </p:sp>
      <p:sp>
        <p:nvSpPr>
          <p:cNvPr id="17" name="Text Placeholder 4">
            <a:extLst>
              <a:ext uri="{FF2B5EF4-FFF2-40B4-BE49-F238E27FC236}">
                <a16:creationId xmlns:a16="http://schemas.microsoft.com/office/drawing/2014/main" id="{4F92DA75-7E4D-567F-ECD8-2CA3158E6DF4}"/>
              </a:ext>
            </a:extLst>
          </p:cNvPr>
          <p:cNvSpPr>
            <a:spLocks noGrp="1"/>
          </p:cNvSpPr>
          <p:nvPr>
            <p:ph type="body" sz="quarter" idx="20" hasCustomPrompt="1"/>
          </p:nvPr>
        </p:nvSpPr>
        <p:spPr>
          <a:xfrm>
            <a:off x="4356101" y="5354468"/>
            <a:ext cx="3474720" cy="906274"/>
          </a:xfrm>
          <a:prstGeom prst="rect">
            <a:avLst/>
          </a:prstGeom>
        </p:spPr>
        <p:txBody>
          <a:bodyPr lIns="0" tIns="0" rIns="0" bIns="0"/>
          <a:lstStyle>
            <a:lvl1pPr marL="0" indent="0">
              <a:lnSpc>
                <a:spcPts val="1800"/>
              </a:lnSpc>
              <a:spcBef>
                <a:spcPct val="0"/>
              </a:spcBef>
              <a:buFont typeface="Arial" panose="020B0604020202020204" pitchFamily="34" charset="0"/>
              <a:buNone/>
              <a:defRPr sz="1400" b="0" i="0" spc="0">
                <a:solidFill>
                  <a:srgbClr val="000000"/>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amet, consectetur adipiscing elit, sed do eiusmod tempor incididunt ut labore et dolore magna aliqua.</a:t>
            </a:r>
          </a:p>
        </p:txBody>
      </p:sp>
      <p:sp>
        <p:nvSpPr>
          <p:cNvPr id="18" name="Text Placeholder 4">
            <a:extLst>
              <a:ext uri="{FF2B5EF4-FFF2-40B4-BE49-F238E27FC236}">
                <a16:creationId xmlns:a16="http://schemas.microsoft.com/office/drawing/2014/main" id="{1341BE00-329F-B62F-D11D-64896AE5DD0E}"/>
              </a:ext>
            </a:extLst>
          </p:cNvPr>
          <p:cNvSpPr>
            <a:spLocks noGrp="1"/>
          </p:cNvSpPr>
          <p:nvPr>
            <p:ph type="body" sz="quarter" idx="21" hasCustomPrompt="1"/>
          </p:nvPr>
        </p:nvSpPr>
        <p:spPr>
          <a:xfrm>
            <a:off x="8134943" y="5354468"/>
            <a:ext cx="3474445" cy="906274"/>
          </a:xfrm>
          <a:prstGeom prst="rect">
            <a:avLst/>
          </a:prstGeom>
        </p:spPr>
        <p:txBody>
          <a:bodyPr lIns="0" tIns="0" rIns="0" bIns="0"/>
          <a:lstStyle>
            <a:lvl1pPr marL="0" indent="0">
              <a:lnSpc>
                <a:spcPts val="1800"/>
              </a:lnSpc>
              <a:spcBef>
                <a:spcPct val="0"/>
              </a:spcBef>
              <a:buFont typeface="Arial" panose="020B0604020202020204" pitchFamily="34" charset="0"/>
              <a:buNone/>
              <a:defRPr sz="1400" b="0" i="0" spc="0">
                <a:solidFill>
                  <a:srgbClr val="000000"/>
                </a:solidFill>
                <a:latin typeface="+mn-lt"/>
              </a:defRPr>
            </a:lvl1pPr>
            <a:lvl2pPr marL="0" indent="0">
              <a:lnSpc>
                <a:spcPts val="1800"/>
              </a:lnSpc>
              <a:spcBef>
                <a:spcPct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a:t>Body copy 14 Lorem ipsum dolor sit amet, consectetur adipiscing elit, sed do eiusmod tempor incididunt ut labore et dolore magna aliqua.</a:t>
            </a:r>
          </a:p>
        </p:txBody>
      </p:sp>
    </p:spTree>
    <p:extLst>
      <p:ext uri="{BB962C8B-B14F-4D97-AF65-F5344CB8AC3E}">
        <p14:creationId xmlns:p14="http://schemas.microsoft.com/office/powerpoint/2010/main" val="721669192"/>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p15:clr>
            <a:srgbClr val="5ACBF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Four picture content">
    <p:bg>
      <p:bgPr>
        <a:solidFill>
          <a:srgbClr val="F4F3F5"/>
        </a:solidFill>
        <a:effectLst/>
      </p:bgPr>
    </p:bg>
    <p:spTree>
      <p:nvGrpSpPr>
        <p:cNvPr id="1" name=""/>
        <p:cNvGrpSpPr/>
        <p:nvPr/>
      </p:nvGrpSpPr>
      <p:grpSpPr>
        <a:xfrm>
          <a:off x="0" y="0"/>
          <a:ext cx="0" cy="0"/>
          <a:chOff x="0" y="0"/>
          <a:chExt cx="0" cy="0"/>
        </a:xfrm>
      </p:grpSpPr>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prstGeom prst="roundRect">
            <a:avLst>
              <a:gd name="adj" fmla="val 9291"/>
            </a:avLst>
          </a:prstGeo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Dag &amp; drop your photo here </a:t>
            </a:r>
            <a:br>
              <a:rPr lang="en-US"/>
            </a:br>
            <a:r>
              <a:rPr lang="en-US"/>
              <a:t>or click or tap icon below </a:t>
            </a:r>
            <a:br>
              <a:rPr lang="en-US"/>
            </a:br>
            <a:r>
              <a:rPr lang="en-US"/>
              <a:t>to insert</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prstGeom prst="roundRect">
            <a:avLst>
              <a:gd name="adj" fmla="val 9680"/>
            </a:avLst>
          </a:prstGeo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prstGeom prst="roundRect">
            <a:avLst>
              <a:gd name="adj" fmla="val 9679"/>
            </a:avLst>
          </a:prstGeo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87A434B7-D4B9-4D45-A31C-F0CC4D227945}"/>
              </a:ext>
            </a:extLst>
          </p:cNvPr>
          <p:cNvSpPr>
            <a:spLocks noGrp="1"/>
          </p:cNvSpPr>
          <p:nvPr>
            <p:ph type="title" hasCustomPrompt="1"/>
          </p:nvPr>
        </p:nvSpPr>
        <p:spPr>
          <a:xfrm>
            <a:off x="588263" y="457200"/>
            <a:ext cx="11018520" cy="553998"/>
          </a:xfrm>
        </p:spPr>
        <p:txBody>
          <a:bodyPr/>
          <a:lstStyle/>
          <a:p>
            <a:r>
              <a:rPr lang="en-US"/>
              <a:t>Click to edit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hasCustomPrompt="1"/>
          </p:nvPr>
        </p:nvSpPr>
        <p:spPr>
          <a:xfrm>
            <a:off x="582613" y="4753938"/>
            <a:ext cx="2532888" cy="246221"/>
          </a:xfrm>
        </p:spPr>
        <p:txBody>
          <a:bodyPr/>
          <a:lstStyle>
            <a:lvl1pPr marL="0" indent="0" algn="l">
              <a:spcBef>
                <a:spcPct val="0"/>
              </a:spcBef>
              <a:buNone/>
              <a:defRPr sz="1600">
                <a:latin typeface="+mj-lt"/>
              </a:defRPr>
            </a:lvl1pPr>
          </a:lstStyle>
          <a:p>
            <a:pPr lvl="0"/>
            <a:r>
              <a:rPr lang="en-US"/>
              <a:t>Click to edit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prstGeom prst="roundRect">
            <a:avLst>
              <a:gd name="adj" fmla="val 9680"/>
            </a:avLst>
          </a:prstGeo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hasCustomPrompt="1"/>
          </p:nvPr>
        </p:nvSpPr>
        <p:spPr>
          <a:xfrm>
            <a:off x="3413908" y="4753938"/>
            <a:ext cx="2532888" cy="246221"/>
          </a:xfrm>
        </p:spPr>
        <p:txBody>
          <a:bodyPr/>
          <a:lstStyle>
            <a:lvl1pPr marL="0" indent="0" algn="l">
              <a:spcBef>
                <a:spcPct val="0"/>
              </a:spcBef>
              <a:buNone/>
              <a:defRPr sz="1600">
                <a:latin typeface="+mj-lt"/>
              </a:defRPr>
            </a:lvl1pPr>
          </a:lstStyle>
          <a:p>
            <a:pPr lvl="0"/>
            <a:r>
              <a:rPr lang="en-US"/>
              <a:t>Click to edit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6245204" y="4753938"/>
            <a:ext cx="2532888" cy="246221"/>
          </a:xfrm>
        </p:spPr>
        <p:txBody>
          <a:bodyPr/>
          <a:lstStyle>
            <a:lvl1pPr marL="0" indent="0" algn="l">
              <a:spcBef>
                <a:spcPct val="0"/>
              </a:spcBef>
              <a:buNone/>
              <a:defRPr sz="1600">
                <a:latin typeface="+mj-lt"/>
              </a:defRPr>
            </a:lvl1pPr>
          </a:lstStyle>
          <a:p>
            <a:pPr lvl="0"/>
            <a:r>
              <a:rPr lang="en-US"/>
              <a:t>Click to edit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hasCustomPrompt="1"/>
          </p:nvPr>
        </p:nvSpPr>
        <p:spPr>
          <a:xfrm>
            <a:off x="9076500" y="4753938"/>
            <a:ext cx="2532888" cy="246221"/>
          </a:xfrm>
        </p:spPr>
        <p:txBody>
          <a:bodyPr/>
          <a:lstStyle>
            <a:lvl1pPr marL="0" indent="0" algn="l">
              <a:spcBef>
                <a:spcPct val="0"/>
              </a:spcBef>
              <a:buNone/>
              <a:defRPr sz="1600">
                <a:latin typeface="+mj-lt"/>
              </a:defRPr>
            </a:lvl1pPr>
          </a:lstStyle>
          <a:p>
            <a:pPr lvl="0"/>
            <a:r>
              <a:rPr lang="en-US"/>
              <a:t>Click to edit text styles</a:t>
            </a:r>
          </a:p>
        </p:txBody>
      </p:sp>
    </p:spTree>
    <p:extLst>
      <p:ext uri="{BB962C8B-B14F-4D97-AF65-F5344CB8AC3E}">
        <p14:creationId xmlns:p14="http://schemas.microsoft.com/office/powerpoint/2010/main" val="3906914797"/>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p15:clr>
            <a:srgbClr val="5ACBF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wo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5334000"/>
            <a:ext cx="4892040" cy="246221"/>
          </a:xfrm>
        </p:spPr>
        <p:txBody>
          <a:bodyPr/>
          <a:lstStyle>
            <a:lvl1pPr marL="0" indent="0" algn="ctr">
              <a:spcBef>
                <a:spcPct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6714744" y="5334000"/>
            <a:ext cx="4892040" cy="246221"/>
          </a:xfrm>
        </p:spPr>
        <p:txBody>
          <a:bodyPr/>
          <a:lstStyle>
            <a:lvl1pPr marL="0" indent="0" algn="ctr">
              <a:spcBef>
                <a:spcPct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3087595012"/>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4" orient="horz" pos="3209">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p15:clr>
            <a:srgbClr val="5ACBF0"/>
          </p15:clr>
        </p15:guide>
        <p15:guide id="15" pos="3451">
          <p15:clr>
            <a:srgbClr val="5ACBF0"/>
          </p15:clr>
        </p15:guide>
        <p15:guide id="16" pos="4229">
          <p15:clr>
            <a:srgbClr val="5ACBF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hree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2"/>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2852928" cy="246221"/>
          </a:xfrm>
        </p:spPr>
        <p:txBody>
          <a:bodyPr/>
          <a:lstStyle>
            <a:lvl1pPr marL="0" indent="0" algn="ctr">
              <a:spcBef>
                <a:spcPct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4669536" y="4799409"/>
            <a:ext cx="2852928" cy="246221"/>
          </a:xfrm>
        </p:spPr>
        <p:txBody>
          <a:bodyPr/>
          <a:lstStyle>
            <a:lvl1pPr marL="0" indent="0" algn="ctr">
              <a:spcBef>
                <a:spcPct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8753856" y="4799410"/>
            <a:ext cx="2852928" cy="246221"/>
          </a:xfrm>
        </p:spPr>
        <p:txBody>
          <a:bodyPr/>
          <a:lstStyle>
            <a:lvl1pPr marL="0" indent="0" algn="ctr">
              <a:spcBef>
                <a:spcPct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202556978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p15:clr>
            <a:srgbClr val="5ACBF0"/>
          </p15:clr>
        </p15:guide>
        <p15:guide id="15" pos="2168">
          <p15:clr>
            <a:srgbClr val="5ACBF0"/>
          </p15:clr>
        </p15:guide>
        <p15:guide id="16" pos="2944">
          <p15:clr>
            <a:srgbClr val="5ACBF0"/>
          </p15:clr>
        </p15:guide>
        <p15:guide id="17" pos="4738">
          <p15:clr>
            <a:srgbClr val="5ACBF0"/>
          </p15:clr>
        </p15:guide>
        <p15:guide id="18" pos="5514">
          <p15:clr>
            <a:srgbClr val="5ACBF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our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585216" y="4800600"/>
            <a:ext cx="1828800" cy="492443"/>
          </a:xfrm>
        </p:spPr>
        <p:txBody>
          <a:bodyPr/>
          <a:lstStyle>
            <a:lvl1pPr marL="0" indent="0" algn="ctr">
              <a:spcBef>
                <a:spcPct val="0"/>
              </a:spcBef>
              <a:buNone/>
              <a:defRPr sz="1600">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3649472" y="4799409"/>
            <a:ext cx="1828800" cy="492443"/>
          </a:xfrm>
        </p:spPr>
        <p:txBody>
          <a:bodyPr/>
          <a:lstStyle>
            <a:lvl1pPr marL="0" indent="0" algn="ctr">
              <a:spcBef>
                <a:spcPct val="0"/>
              </a:spcBef>
              <a:buNone/>
              <a:defRPr sz="1600">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6713728" y="4799410"/>
            <a:ext cx="1828800" cy="492443"/>
          </a:xfrm>
        </p:spPr>
        <p:txBody>
          <a:bodyPr/>
          <a:lstStyle>
            <a:lvl1pPr marL="0" indent="0" algn="ctr">
              <a:spcBef>
                <a:spcPct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9777984" y="4799409"/>
            <a:ext cx="1828800" cy="492443"/>
          </a:xfrm>
        </p:spPr>
        <p:txBody>
          <a:bodyPr/>
          <a:lstStyle>
            <a:lvl1pPr marL="0" indent="0" algn="ctr">
              <a:spcBef>
                <a:spcPct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80352003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p15:clr>
            <a:srgbClr val="5ACBF0"/>
          </p15:clr>
        </p15:guide>
        <p15:guide id="16" pos="1524">
          <p15:clr>
            <a:srgbClr val="5ACBF0"/>
          </p15:clr>
        </p15:guide>
        <p15:guide id="17" pos="2298">
          <p15:clr>
            <a:srgbClr val="5ACBF0"/>
          </p15:clr>
        </p15:guide>
        <p15:guide id="18" pos="3450">
          <p15:clr>
            <a:srgbClr val="5ACBF0"/>
          </p15:clr>
        </p15:guide>
        <p15:guide id="19" pos="4230">
          <p15:clr>
            <a:srgbClr val="5ACBF0"/>
          </p15:clr>
        </p15:guide>
        <p15:guide id="20" pos="5380">
          <p15:clr>
            <a:srgbClr val="5ACBF0"/>
          </p15:clr>
        </p15:guide>
        <p15:guide id="21" pos="6156">
          <p15:clr>
            <a:srgbClr val="5ACBF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Five filmstrip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hasCustomPrompt="1"/>
          </p:nvPr>
        </p:nvSpPr>
        <p:spPr>
          <a:xfrm>
            <a:off x="588263" y="866573"/>
            <a:ext cx="11018520" cy="553998"/>
          </a:xfrm>
        </p:spPr>
        <p:txBody>
          <a:bodyPr anchor="ctr"/>
          <a:lstStyle>
            <a:lvl1pPr algn="ctr">
              <a:defRPr/>
            </a:lvl1pPr>
          </a:lstStyle>
          <a:p>
            <a:r>
              <a:rPr lang="en-US"/>
              <a:t>Click to edit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hasCustomPrompt="1"/>
          </p:nvPr>
        </p:nvSpPr>
        <p:spPr>
          <a:xfrm>
            <a:off x="292608" y="4800600"/>
            <a:ext cx="1801368" cy="492443"/>
          </a:xfrm>
        </p:spPr>
        <p:txBody>
          <a:bodyPr/>
          <a:lstStyle>
            <a:lvl1pPr marL="0" indent="0" algn="ctr">
              <a:spcBef>
                <a:spcPct val="0"/>
              </a:spcBef>
              <a:buNone/>
              <a:defRPr sz="1600">
                <a:solidFill>
                  <a:schemeClr val="tx1"/>
                </a:solidFill>
                <a:latin typeface="+mj-lt"/>
              </a:defRPr>
            </a:lvl1pPr>
          </a:lstStyle>
          <a:p>
            <a:pPr lvl="0"/>
            <a:r>
              <a:rPr lang="en-US"/>
              <a:t>Click to edit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hasCustomPrompt="1"/>
          </p:nvPr>
        </p:nvSpPr>
        <p:spPr>
          <a:xfrm>
            <a:off x="2743962" y="4799409"/>
            <a:ext cx="1801368" cy="492443"/>
          </a:xfrm>
        </p:spPr>
        <p:txBody>
          <a:bodyPr/>
          <a:lstStyle>
            <a:lvl1pPr marL="0" indent="0" algn="ctr">
              <a:spcBef>
                <a:spcPct val="0"/>
              </a:spcBef>
              <a:buNone/>
              <a:defRPr sz="1600">
                <a:solidFill>
                  <a:schemeClr val="tx1"/>
                </a:solidFill>
                <a:latin typeface="+mj-lt"/>
              </a:defRPr>
            </a:lvl1pPr>
          </a:lstStyle>
          <a:p>
            <a:pPr lvl="0"/>
            <a:r>
              <a:rPr lang="en-US"/>
              <a:t>Click to edit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hasCustomPrompt="1"/>
          </p:nvPr>
        </p:nvSpPr>
        <p:spPr>
          <a:xfrm>
            <a:off x="5195316" y="4799410"/>
            <a:ext cx="1801368" cy="492443"/>
          </a:xfrm>
        </p:spPr>
        <p:txBody>
          <a:bodyPr/>
          <a:lstStyle>
            <a:lvl1pPr marL="0" indent="0" algn="ctr">
              <a:spcBef>
                <a:spcPct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hasCustomPrompt="1"/>
          </p:nvPr>
        </p:nvSpPr>
        <p:spPr>
          <a:xfrm>
            <a:off x="7646670" y="4799409"/>
            <a:ext cx="1801368" cy="492443"/>
          </a:xfrm>
        </p:spPr>
        <p:txBody>
          <a:bodyPr/>
          <a:lstStyle>
            <a:lvl1pPr marL="0" indent="0" algn="ctr">
              <a:spcBef>
                <a:spcPct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hasCustomPrompt="1"/>
          </p:nvPr>
        </p:nvSpPr>
        <p:spPr>
          <a:xfrm>
            <a:off x="10098024" y="4799409"/>
            <a:ext cx="1801368" cy="492443"/>
          </a:xfrm>
        </p:spPr>
        <p:txBody>
          <a:bodyPr/>
          <a:lstStyle>
            <a:lvl1pPr marL="0" indent="0" algn="ctr">
              <a:spcBef>
                <a:spcPct val="0"/>
              </a:spcBef>
              <a:buNone/>
              <a:defRPr sz="1600">
                <a:latin typeface="+mj-lt"/>
              </a:defRPr>
            </a:lvl1pPr>
          </a:lstStyle>
          <a:p>
            <a:pPr lvl="0"/>
            <a:r>
              <a:rPr lang="en-US"/>
              <a:t>Click to edit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320176245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hree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9747"/>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2037906" y="4800600"/>
            <a:ext cx="2313432" cy="246221"/>
          </a:xfrm>
        </p:spPr>
        <p:txBody>
          <a:bodyPr/>
          <a:lstStyle>
            <a:lvl1pPr marL="0" indent="0" algn="ctr">
              <a:spcBef>
                <a:spcPct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4939284" y="4800600"/>
            <a:ext cx="2313432" cy="246221"/>
          </a:xfrm>
        </p:spPr>
        <p:txBody>
          <a:bodyPr/>
          <a:lstStyle>
            <a:lvl1pPr marL="0" indent="0" algn="ctr">
              <a:spcBef>
                <a:spcPct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7840663" y="4800600"/>
            <a:ext cx="2313432" cy="246221"/>
          </a:xfrm>
        </p:spPr>
        <p:txBody>
          <a:bodyPr/>
          <a:lstStyle>
            <a:lvl1pPr marL="0" indent="0" algn="ctr">
              <a:spcBef>
                <a:spcPct val="0"/>
              </a:spcBef>
              <a:buNone/>
              <a:defRPr sz="1600">
                <a:latin typeface="+mj-lt"/>
              </a:defRPr>
            </a:lvl1pPr>
          </a:lstStyle>
          <a:p>
            <a:pPr lvl="0"/>
            <a:r>
              <a:rPr lang="en-US"/>
              <a:t>Click to edit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3577348707"/>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p15:clr>
            <a:srgbClr val="5ACBF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Four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800600"/>
            <a:ext cx="2313432" cy="246221"/>
          </a:xfrm>
        </p:spPr>
        <p:txBody>
          <a:bodyPr/>
          <a:lstStyle>
            <a:lvl1pPr marL="0" indent="0" algn="ctr">
              <a:spcBef>
                <a:spcPct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3487250" y="4800600"/>
            <a:ext cx="2313432" cy="246221"/>
          </a:xfrm>
        </p:spPr>
        <p:txBody>
          <a:bodyPr/>
          <a:lstStyle>
            <a:lvl1pPr marL="0" indent="0" algn="ctr">
              <a:spcBef>
                <a:spcPct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6390300" y="4800600"/>
            <a:ext cx="2313432" cy="246221"/>
          </a:xfrm>
        </p:spPr>
        <p:txBody>
          <a:bodyPr/>
          <a:lstStyle>
            <a:lvl1pPr marL="0" indent="0" algn="ctr">
              <a:spcBef>
                <a:spcPct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9293351" y="4800600"/>
            <a:ext cx="2313432" cy="246221"/>
          </a:xfrm>
        </p:spPr>
        <p:txBody>
          <a:bodyPr/>
          <a:lstStyle>
            <a:lvl1pPr marL="0" indent="0" algn="ctr">
              <a:spcBef>
                <a:spcPct val="0"/>
              </a:spcBef>
              <a:buNone/>
              <a:defRPr sz="16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57342212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p15:clr>
            <a:srgbClr val="5ACBF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Five round photos">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hasCustomPrompt="1"/>
          </p:nvPr>
        </p:nvSpPr>
        <p:spPr>
          <a:xfrm>
            <a:off x="588263" y="863792"/>
            <a:ext cx="11018520" cy="553998"/>
          </a:xfrm>
        </p:spPr>
        <p:txBody>
          <a:bodyPr anchor="ctr"/>
          <a:lstStyle>
            <a:lvl1pPr algn="ctr">
              <a:defRPr/>
            </a:lvl1pPr>
          </a:lstStyle>
          <a:p>
            <a:r>
              <a:rPr lang="en-US"/>
              <a:t>Click to edit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hasCustomPrompt="1"/>
          </p:nvPr>
        </p:nvSpPr>
        <p:spPr>
          <a:xfrm>
            <a:off x="584200" y="4235450"/>
            <a:ext cx="1737360" cy="492443"/>
          </a:xfrm>
        </p:spPr>
        <p:txBody>
          <a:bodyPr/>
          <a:lstStyle>
            <a:lvl1pPr marL="0" indent="0" algn="ctr">
              <a:spcBef>
                <a:spcPct val="0"/>
              </a:spcBef>
              <a:buNone/>
              <a:defRPr sz="1600">
                <a:latin typeface="+mj-lt"/>
              </a:defRPr>
            </a:lvl1pPr>
          </a:lstStyle>
          <a:p>
            <a:pPr lvl="0"/>
            <a:r>
              <a:rPr lang="en-US"/>
              <a:t>Click to edit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hasCustomPrompt="1"/>
          </p:nvPr>
        </p:nvSpPr>
        <p:spPr>
          <a:xfrm>
            <a:off x="2905506" y="4235450"/>
            <a:ext cx="1737360" cy="492443"/>
          </a:xfrm>
        </p:spPr>
        <p:txBody>
          <a:bodyPr/>
          <a:lstStyle>
            <a:lvl1pPr marL="0" indent="0" algn="ctr">
              <a:spcBef>
                <a:spcPct val="0"/>
              </a:spcBef>
              <a:buNone/>
              <a:defRPr sz="1600">
                <a:latin typeface="+mj-lt"/>
              </a:defRPr>
            </a:lvl1pPr>
          </a:lstStyle>
          <a:p>
            <a:pPr lvl="0"/>
            <a:r>
              <a:rPr lang="en-US"/>
              <a:t>Click to edit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hasCustomPrompt="1"/>
          </p:nvPr>
        </p:nvSpPr>
        <p:spPr>
          <a:xfrm>
            <a:off x="5227320" y="4235451"/>
            <a:ext cx="1737360" cy="492443"/>
          </a:xfrm>
        </p:spPr>
        <p:txBody>
          <a:bodyPr/>
          <a:lstStyle>
            <a:lvl1pPr marL="0" indent="0" algn="ctr">
              <a:spcBef>
                <a:spcPct val="0"/>
              </a:spcBef>
              <a:buNone/>
              <a:defRPr sz="1600">
                <a:latin typeface="+mj-lt"/>
              </a:defRPr>
            </a:lvl1pPr>
          </a:lstStyle>
          <a:p>
            <a:pPr lvl="0"/>
            <a:r>
              <a:rPr lang="en-US"/>
              <a:t>Click to edit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hasCustomPrompt="1"/>
          </p:nvPr>
        </p:nvSpPr>
        <p:spPr>
          <a:xfrm>
            <a:off x="7548118" y="4235450"/>
            <a:ext cx="1737360" cy="492443"/>
          </a:xfrm>
        </p:spPr>
        <p:txBody>
          <a:bodyPr/>
          <a:lstStyle>
            <a:lvl1pPr marL="0" indent="0" algn="ctr">
              <a:spcBef>
                <a:spcPct val="0"/>
              </a:spcBef>
              <a:buNone/>
              <a:defRPr sz="1600">
                <a:latin typeface="+mj-lt"/>
              </a:defRPr>
            </a:lvl1pPr>
          </a:lstStyle>
          <a:p>
            <a:pPr lvl="0"/>
            <a:r>
              <a:rPr lang="en-US"/>
              <a:t>Click to edit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hasCustomPrompt="1"/>
          </p:nvPr>
        </p:nvSpPr>
        <p:spPr>
          <a:xfrm>
            <a:off x="9869423" y="4235450"/>
            <a:ext cx="1737360" cy="492443"/>
          </a:xfrm>
        </p:spPr>
        <p:txBody>
          <a:bodyPr/>
          <a:lstStyle>
            <a:lvl1pPr marL="0" indent="0" algn="ctr">
              <a:spcBef>
                <a:spcPct val="0"/>
              </a:spcBef>
              <a:buNone/>
              <a:defRPr sz="1600">
                <a:latin typeface="+mj-lt"/>
              </a:defRPr>
            </a:lvl1pPr>
          </a:lstStyle>
          <a:p>
            <a:pPr lvl="0"/>
            <a:r>
              <a:rPr lang="en-US"/>
              <a:t>Click to edit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913924" cy="153924"/>
          </a:xfrm>
          <a:prstGeom prst="rect">
            <a:avLst/>
          </a:prstGeom>
          <a:noFill/>
        </p:spPr>
        <p:txBody>
          <a:bodyPr wrap="none" lIns="0" tIns="0" rIns="0" bIns="0" rtlCol="0">
            <a:spAutoFit/>
          </a:bodyPr>
          <a:lstStyle/>
          <a:p>
            <a:pPr algn="l"/>
            <a:r>
              <a:rPr lang="es-ES" sz="1000" b="0" i="0" strike="noStrike" cap="none" baseline="0">
                <a:solidFill>
                  <a:srgbClr val="A3A3A3"/>
                </a:solidFill>
                <a:effectLst/>
                <a:latin typeface="Segoe UI"/>
                <a:ea typeface="Segoe UI"/>
                <a:cs typeface="Segoe UI"/>
              </a:rPr>
              <a:t>Diseño de ELT</a:t>
            </a:r>
          </a:p>
        </p:txBody>
      </p:sp>
    </p:spTree>
    <p:extLst>
      <p:ext uri="{BB962C8B-B14F-4D97-AF65-F5344CB8AC3E}">
        <p14:creationId xmlns:p14="http://schemas.microsoft.com/office/powerpoint/2010/main" val="294477251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p15:clr>
            <a:srgbClr val="5ACBF0"/>
          </p15:clr>
        </p15:guide>
        <p15:guide id="3" pos="6216">
          <p15:clr>
            <a:srgbClr val="5ACBF0"/>
          </p15:clr>
        </p15:guide>
        <p15:guide id="5" pos="5850">
          <p15:clr>
            <a:srgbClr val="5ACBF0"/>
          </p15:clr>
        </p15:guide>
        <p15:guide id="7" pos="4392">
          <p15:clr>
            <a:srgbClr val="5ACBF0"/>
          </p15:clr>
        </p15:guide>
        <p15:guide id="8" pos="3292">
          <p15:clr>
            <a:srgbClr val="5ACBF0"/>
          </p15:clr>
        </p15:guide>
        <p15:guide id="10" pos="2926">
          <p15:clr>
            <a:srgbClr val="5ACBF0"/>
          </p15:clr>
        </p15:guide>
        <p15:guide id="11" pos="4754">
          <p15:clr>
            <a:srgbClr val="5ACBF0"/>
          </p15:clr>
        </p15:guide>
        <p15:guide id="13" pos="1464">
          <p15:clr>
            <a:srgbClr val="5ACBF0"/>
          </p15:clr>
        </p15:guide>
        <p15:guide id="14" orient="horz" pos="1440">
          <p15:clr>
            <a:srgbClr val="5ACBF0"/>
          </p15:clr>
        </p15:guide>
        <p15:guide id="15" pos="1830">
          <p15:clr>
            <a:srgbClr val="5ACBF0"/>
          </p15:clr>
        </p15:guide>
        <p15:guide id="16" orient="horz" pos="2533">
          <p15:clr>
            <a:srgbClr val="5ACBF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and text side by sid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hasCustomPrompt="1"/>
          </p:nvPr>
        </p:nvSpPr>
        <p:spPr>
          <a:xfrm>
            <a:off x="4356100" y="2309812"/>
            <a:ext cx="7253288" cy="3959225"/>
          </a:xfrm>
        </p:spPr>
        <p:txBody>
          <a:bodyPr anchor="t"/>
          <a:lstStyle>
            <a:lvl1pPr marL="231775" indent="-231775">
              <a:spcAft>
                <a:spcPts val="600"/>
              </a:spcAft>
              <a:buFont typeface="Wingdings" panose="05000000000000000000" pitchFamily="2" charset="2"/>
              <a:buChar char=""/>
              <a:defRPr sz="1800"/>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585216" y="2019300"/>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48370C-2FF9-EB05-1275-F0B9E34E40E3}"/>
              </a:ext>
              <a:ext uri="{C183D7F6-B498-43B3-948B-1728B52AA6E4}">
                <adec:decorative xmlns:adec="http://schemas.microsoft.com/office/drawing/2017/decorative" val="1"/>
              </a:ext>
            </a:extLst>
          </p:cNvPr>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57362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itle and text side by side 2">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cxnSp>
        <p:nvCxnSpPr>
          <p:cNvPr id="13" name="Straight Connector 12">
            <a:extLst>
              <a:ext uri="{FF2B5EF4-FFF2-40B4-BE49-F238E27FC236}">
                <a16:creationId xmlns:a16="http://schemas.microsoft.com/office/drawing/2014/main" id="{FD366496-0526-A79B-C195-310BDEC5329D}"/>
              </a:ext>
              <a:ext uri="{C183D7F6-B498-43B3-948B-1728B52AA6E4}">
                <adec:decorative xmlns:adec="http://schemas.microsoft.com/office/drawing/2017/decorative" val="1"/>
              </a:ext>
            </a:extLst>
          </p:cNvPr>
          <p:cNvCxnSpPr/>
          <p:nvPr userDrawn="1"/>
        </p:nvCxnSpPr>
        <p:spPr>
          <a:xfrm>
            <a:off x="585216" y="2019300"/>
            <a:ext cx="3182112" cy="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8B9282B-2098-430D-B57F-67ED8C920ADA}"/>
              </a:ext>
              <a:ext uri="{C183D7F6-B498-43B3-948B-1728B52AA6E4}">
                <adec:decorative xmlns:adec="http://schemas.microsoft.com/office/drawing/2017/decorative" val="1"/>
              </a:ext>
            </a:extLst>
          </p:cNvPr>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F917A19-5353-F019-737D-CB017D70B4F9}"/>
              </a:ext>
              <a:ext uri="{C183D7F6-B498-43B3-948B-1728B52AA6E4}">
                <adec:decorative xmlns:adec="http://schemas.microsoft.com/office/drawing/2017/decorative" val="1"/>
              </a:ext>
            </a:extLst>
          </p:cNvPr>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E9EDB421-EDBF-FF28-16C9-56834DF21C4E}"/>
              </a:ext>
            </a:extLst>
          </p:cNvPr>
          <p:cNvSpPr>
            <a:spLocks noGrp="1"/>
          </p:cNvSpPr>
          <p:nvPr>
            <p:ph type="body" sz="quarter" idx="24" hasCustomPrompt="1"/>
          </p:nvPr>
        </p:nvSpPr>
        <p:spPr>
          <a:xfrm>
            <a:off x="4912936" y="2309812"/>
            <a:ext cx="6693847"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p:txBody>
      </p:sp>
      <p:sp>
        <p:nvSpPr>
          <p:cNvPr id="20" name="Text Placeholder 2">
            <a:extLst>
              <a:ext uri="{FF2B5EF4-FFF2-40B4-BE49-F238E27FC236}">
                <a16:creationId xmlns:a16="http://schemas.microsoft.com/office/drawing/2014/main" id="{8C86039A-AC59-0AA2-3B10-E7EE56A2CD57}"/>
              </a:ext>
            </a:extLst>
          </p:cNvPr>
          <p:cNvSpPr>
            <a:spLocks noGrp="1"/>
          </p:cNvSpPr>
          <p:nvPr>
            <p:ph type="body" sz="quarter" idx="25" hasCustomPrompt="1"/>
          </p:nvPr>
        </p:nvSpPr>
        <p:spPr>
          <a:xfrm>
            <a:off x="4354523" y="2309812"/>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84126602"/>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nd text side by side 3">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9"/>
            <a:ext cx="6667500" cy="5683248"/>
          </a:xfrm>
        </p:spPr>
        <p:txBody>
          <a:bodyPr anchor="ctr"/>
          <a:lstStyle>
            <a:lvl1pPr marL="231775" indent="-231775">
              <a:spcAft>
                <a:spcPts val="600"/>
              </a:spcAft>
              <a:buFont typeface="Wingdings" panose="05000000000000000000" pitchFamily="2" charset="2"/>
              <a:buChar char=""/>
              <a:defRPr sz="1800"/>
            </a:lvl1pPr>
          </a:lstStyle>
          <a:p>
            <a:pPr lvl="0"/>
            <a:r>
              <a:rPr lang="en-US"/>
              <a:t>Click to edit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flipH="1">
            <a:off x="4356100" y="2578100"/>
            <a:ext cx="0" cy="170180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82075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flipH="1">
            <a:off x="4356100" y="2578100"/>
            <a:ext cx="0" cy="1701800"/>
          </a:xfrm>
          <a:prstGeom prst="line">
            <a:avLst/>
          </a:prstGeom>
          <a:ln w="76200" cap="rnd">
            <a:gradFill>
              <a:gsLst>
                <a:gs pos="0">
                  <a:srgbClr val="FFA38B"/>
                </a:gs>
                <a:gs pos="97531">
                  <a:srgbClr val="8DC8E8"/>
                </a:gs>
                <a:gs pos="65000">
                  <a:srgbClr val="CD9BCF"/>
                </a:gs>
                <a:gs pos="34000">
                  <a:srgbClr val="FFB3BB"/>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Text Placeholder 2">
            <a:extLst>
              <a:ext uri="{FF2B5EF4-FFF2-40B4-BE49-F238E27FC236}">
                <a16:creationId xmlns:a16="http://schemas.microsoft.com/office/drawing/2014/main" id="{EFC8378B-6E45-F469-0519-68B9FC5BEEA8}"/>
              </a:ext>
            </a:extLst>
          </p:cNvPr>
          <p:cNvSpPr>
            <a:spLocks noGrp="1"/>
          </p:cNvSpPr>
          <p:nvPr>
            <p:ph type="body" sz="quarter" idx="11" hasCustomPrompt="1"/>
          </p:nvPr>
        </p:nvSpPr>
        <p:spPr>
          <a:xfrm>
            <a:off x="5654082" y="1857800"/>
            <a:ext cx="5966418"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p:txBody>
      </p:sp>
      <p:sp>
        <p:nvSpPr>
          <p:cNvPr id="16" name="Text Placeholder 2">
            <a:extLst>
              <a:ext uri="{FF2B5EF4-FFF2-40B4-BE49-F238E27FC236}">
                <a16:creationId xmlns:a16="http://schemas.microsoft.com/office/drawing/2014/main" id="{6763BA2C-322D-A7E8-7431-EF84FFCD9B12}"/>
              </a:ext>
            </a:extLst>
          </p:cNvPr>
          <p:cNvSpPr>
            <a:spLocks noGrp="1"/>
          </p:cNvSpPr>
          <p:nvPr>
            <p:ph type="body" sz="quarter" idx="25" hasCustomPrompt="1"/>
          </p:nvPr>
        </p:nvSpPr>
        <p:spPr>
          <a:xfrm>
            <a:off x="5095668" y="1857800"/>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2332793917"/>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Pr>
        <a:solidFill>
          <a:srgbClr val="F4F3F5"/>
        </a:solidFill>
        <a:effectLst/>
      </p:bgPr>
    </p:bg>
    <p:spTree>
      <p:nvGrpSpPr>
        <p:cNvPr id="1" name=""/>
        <p:cNvGrpSpPr/>
        <p:nvPr/>
      </p:nvGrpSpPr>
      <p:grpSpPr>
        <a:xfrm>
          <a:off x="0" y="0"/>
          <a:ext cx="0" cy="0"/>
          <a:chOff x="0" y="0"/>
          <a:chExt cx="0" cy="0"/>
        </a:xfrm>
      </p:grpSpPr>
      <p:cxnSp>
        <p:nvCxnSpPr>
          <p:cNvPr id="36" name="Straight Connector 35">
            <a:extLst>
              <a:ext uri="{FF2B5EF4-FFF2-40B4-BE49-F238E27FC236}">
                <a16:creationId xmlns:a16="http://schemas.microsoft.com/office/drawing/2014/main" id="{50BFCD8B-853E-92A8-FD5C-C5659CCB744A}"/>
              </a:ext>
              <a:ext uri="{C183D7F6-B498-43B3-948B-1728B52AA6E4}">
                <adec:decorative xmlns:adec="http://schemas.microsoft.com/office/drawing/2017/decorative" val="1"/>
              </a:ext>
            </a:extLst>
          </p:cNvPr>
          <p:cNvCxnSpPr/>
          <p:nvPr userDrawn="1"/>
        </p:nvCxnSpPr>
        <p:spPr>
          <a:xfrm>
            <a:off x="584200" y="2019300"/>
            <a:ext cx="3182112" cy="0"/>
          </a:xfrm>
          <a:prstGeom prst="line">
            <a:avLst/>
          </a:prstGeom>
          <a:ln w="76200" cap="rnd">
            <a:gradFill>
              <a:gsLst>
                <a:gs pos="0">
                  <a:schemeClr val="accent1"/>
                </a:gs>
                <a:gs pos="100000">
                  <a:schemeClr val="accent2"/>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cxnSp>
        <p:nvCxnSpPr>
          <p:cNvPr id="13" name="Straight Connector 12">
            <a:extLst>
              <a:ext uri="{FF2B5EF4-FFF2-40B4-BE49-F238E27FC236}">
                <a16:creationId xmlns:a16="http://schemas.microsoft.com/office/drawing/2014/main" id="{1698F6FE-FA89-D09B-0F56-2F89F05F6E1E}"/>
              </a:ext>
              <a:ext uri="{C183D7F6-B498-43B3-948B-1728B52AA6E4}">
                <adec:decorative xmlns:adec="http://schemas.microsoft.com/office/drawing/2017/decorative" val="1"/>
              </a:ext>
            </a:extLst>
          </p:cNvPr>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Text Placeholder 2">
            <a:extLst>
              <a:ext uri="{FF2B5EF4-FFF2-40B4-BE49-F238E27FC236}">
                <a16:creationId xmlns:a16="http://schemas.microsoft.com/office/drawing/2014/main" id="{1DBC7FD1-5168-7C9E-36DD-EFCBEFE2FACE}"/>
              </a:ext>
            </a:extLst>
          </p:cNvPr>
          <p:cNvSpPr>
            <a:spLocks noGrp="1"/>
          </p:cNvSpPr>
          <p:nvPr>
            <p:ph type="body" sz="quarter" idx="24" hasCustomPrompt="1"/>
          </p:nvPr>
        </p:nvSpPr>
        <p:spPr>
          <a:xfrm>
            <a:off x="4912936" y="2309812"/>
            <a:ext cx="6693847" cy="3293209"/>
          </a:xfrm>
        </p:spPr>
        <p:txBody>
          <a:bodyPr anchor="t"/>
          <a:lstStyle>
            <a:lvl1pPr marL="0" indent="0">
              <a:spcBef>
                <a:spcPts val="600"/>
              </a:spcBef>
              <a:spcAft>
                <a:spcPts val="600"/>
              </a:spcAft>
              <a:buFont typeface="Wingdings" panose="05000000000000000000" pitchFamily="2" charset="2"/>
              <a:buNone/>
              <a:defRPr sz="1800"/>
            </a:lvl1pPr>
          </a:lstStyle>
          <a:p>
            <a:pPr lvl="0"/>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a:p>
            <a:pPr marL="0" marR="0" lvl="0" indent="0" algn="l" defTabSz="932742" rtl="0" eaLnBrk="1" fontAlgn="auto" latinLnBrk="0" hangingPunct="1">
              <a:lnSpc>
                <a:spcPct val="100000"/>
              </a:lnSpc>
              <a:spcBef>
                <a:spcPts val="600"/>
              </a:spcBef>
              <a:spcAft>
                <a:spcPts val="600"/>
              </a:spcAft>
              <a:buClrTx/>
              <a:buSzPct val="90000"/>
              <a:buFont typeface="Wingdings" panose="05000000000000000000" pitchFamily="2" charset="2"/>
              <a:buNone/>
              <a:defRPr/>
            </a:pPr>
            <a:r>
              <a:rPr lang="en-US"/>
              <a:t>Click to edit text</a:t>
            </a:r>
          </a:p>
        </p:txBody>
      </p:sp>
      <p:sp>
        <p:nvSpPr>
          <p:cNvPr id="19" name="Text Placeholder 2">
            <a:extLst>
              <a:ext uri="{FF2B5EF4-FFF2-40B4-BE49-F238E27FC236}">
                <a16:creationId xmlns:a16="http://schemas.microsoft.com/office/drawing/2014/main" id="{AC81A518-CF66-2BAF-FE9A-48CB9F7E9C5C}"/>
              </a:ext>
            </a:extLst>
          </p:cNvPr>
          <p:cNvSpPr>
            <a:spLocks noGrp="1"/>
          </p:cNvSpPr>
          <p:nvPr>
            <p:ph type="body" sz="quarter" idx="25" hasCustomPrompt="1"/>
          </p:nvPr>
        </p:nvSpPr>
        <p:spPr>
          <a:xfrm>
            <a:off x="4354523" y="2309812"/>
            <a:ext cx="472010" cy="3293209"/>
          </a:xfrm>
        </p:spPr>
        <p:txBody>
          <a:bodyPr anchor="t"/>
          <a:lstStyle>
            <a:lvl1pPr marL="0" indent="0">
              <a:spcBef>
                <a:spcPts val="600"/>
              </a:spcBef>
              <a:spcAft>
                <a:spcPts val="600"/>
              </a:spcAft>
              <a:buFont typeface="Wingdings" panose="05000000000000000000" pitchFamily="2" charset="2"/>
              <a:buNone/>
              <a:defRPr sz="1800">
                <a:latin typeface="+mj-lt"/>
              </a:defRPr>
            </a:lvl1pPr>
          </a:lstStyle>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a:p>
            <a:pPr lvl="0"/>
            <a:r>
              <a:rPr lang="en-US"/>
              <a:t>##</a:t>
            </a:r>
          </a:p>
        </p:txBody>
      </p:sp>
    </p:spTree>
    <p:extLst>
      <p:ext uri="{BB962C8B-B14F-4D97-AF65-F5344CB8AC3E}">
        <p14:creationId xmlns:p14="http://schemas.microsoft.com/office/powerpoint/2010/main" val="3363125809"/>
      </p:ext>
    </p:extLst>
  </p:cSld>
  <p:clrMapOvr>
    <a:masterClrMapping/>
  </p:clrMapOvr>
  <p:transition>
    <p:fade/>
  </p:transition>
  <p:extLst>
    <p:ext uri="{DCECCB84-F9BA-43D5-87BE-67443E8EF086}">
      <p15:sldGuideLst xmlns:p15="http://schemas.microsoft.com/office/powerpoint/2012/main">
        <p15:guide id="13" pos="2736">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Developer code full page">
    <p:bg>
      <p:bgPr>
        <a:solidFill>
          <a:srgbClr val="F4F3F5"/>
        </a:solidFill>
        <a:effectLst/>
      </p:bgPr>
    </p:bg>
    <p:spTree>
      <p:nvGrpSpPr>
        <p:cNvPr id="1" name=""/>
        <p:cNvGrpSpPr/>
        <p:nvPr/>
      </p:nvGrpSpPr>
      <p:grpSpPr>
        <a:xfrm>
          <a:off x="0" y="0"/>
          <a:ext cx="0" cy="0"/>
          <a:chOff x="0" y="0"/>
          <a:chExt cx="0" cy="0"/>
        </a:xfrm>
      </p:grpSpPr>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91438" y="710247"/>
            <a:ext cx="11018520" cy="369332"/>
          </a:xfrm>
        </p:spPr>
        <p:txBody>
          <a:bodyPr/>
          <a:lstStyle>
            <a:lvl1pPr marL="0" indent="0">
              <a:buNone/>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gradFill>
        </p:spPr>
        <p:txBody>
          <a:bodyPr vert="horz" wrap="square" lIns="585216" tIns="91440" rIns="0" bIns="45720" rtlCol="0">
            <a:spAutoFit/>
          </a:bodyPr>
          <a:lstStyle>
            <a:lvl1pPr marL="0" indent="0">
              <a:buNone/>
              <a:defRPr kumimoji="0" lang="en-US" sz="1999" b="0" i="0" u="none" strike="noStrike" cap="none" normalizeH="0">
                <a:ln>
                  <a:noFill/>
                </a:ln>
                <a:solidFill>
                  <a:srgbClr val="FFFFFF"/>
                </a:solidFill>
                <a:effectLst/>
                <a:uLnTx/>
                <a:uFillTx/>
                <a:latin typeface="Segoe UI Semibold"/>
              </a:defRPr>
            </a:lvl1pPr>
          </a:lstStyle>
          <a:p>
            <a:pPr marL="228600" lvl="0" indent="-228600"/>
            <a:r>
              <a:rPr lang="en-US"/>
              <a:t>Click to enter title</a:t>
            </a:r>
          </a:p>
        </p:txBody>
      </p:sp>
    </p:spTree>
    <p:extLst>
      <p:ext uri="{BB962C8B-B14F-4D97-AF65-F5344CB8AC3E}">
        <p14:creationId xmlns:p14="http://schemas.microsoft.com/office/powerpoint/2010/main" val="258680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Developer cod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hasCustomPrompt="1"/>
          </p:nvPr>
        </p:nvSpPr>
        <p:spPr/>
        <p:txBody>
          <a:bodyPr anchor="ctr"/>
          <a:lstStyle/>
          <a:p>
            <a:r>
              <a:rPr lang="en-US"/>
              <a:t>Click to edit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hasCustomPrompt="1"/>
          </p:nvPr>
        </p:nvSpPr>
        <p:spPr>
          <a:xfrm>
            <a:off x="588263" y="2099310"/>
            <a:ext cx="11018520" cy="307777"/>
          </a:xfrm>
        </p:spPr>
        <p:txBody>
          <a:bodyPr/>
          <a:lstStyle>
            <a:lvl1pPr marL="0" indent="0">
              <a:buNone/>
              <a:defRPr sz="20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text styles</a:t>
            </a:r>
          </a:p>
        </p:txBody>
      </p:sp>
    </p:spTree>
    <p:extLst>
      <p:ext uri="{BB962C8B-B14F-4D97-AF65-F5344CB8AC3E}">
        <p14:creationId xmlns:p14="http://schemas.microsoft.com/office/powerpoint/2010/main" val="115678330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Developer 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p:txBody>
          <a:bodyPr/>
          <a:lstStyle>
            <a:lvl1pPr>
              <a:defRPr>
                <a:solidFill>
                  <a:schemeClr val="tx1"/>
                </a:solidFill>
              </a:defRPr>
            </a:lvl1pPr>
          </a:lstStyle>
          <a:p>
            <a:r>
              <a:rPr lang="en-US"/>
              <a:t>Click to edit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07777"/>
          </a:xfrm>
        </p:spPr>
        <p:txBody>
          <a:bodyPr wrap="square">
            <a:spAutoFit/>
          </a:bodyPr>
          <a:lstStyle>
            <a:lvl1pPr marL="0" indent="0">
              <a:spcBef>
                <a:spcPts val="600"/>
              </a:spcBef>
              <a:spcAft>
                <a:spcPct val="0"/>
              </a:spcAft>
              <a:buNone/>
              <a:defRPr sz="2000">
                <a:solidFill>
                  <a:schemeClr val="tx1"/>
                </a:solidFill>
                <a:latin typeface="+mn-lt"/>
                <a:cs typeface="Segoe UI" pitchFamily="34" charset="0"/>
              </a:defRPr>
            </a:lvl1pPr>
            <a:lvl2pPr marL="228531" indent="0">
              <a:buNone/>
              <a:defRPr sz="240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07777"/>
          </a:xfrm>
        </p:spPr>
        <p:txBody>
          <a:bodyPr/>
          <a:lstStyle>
            <a:lvl1pPr marL="0" indent="0">
              <a:buNone/>
              <a:defRPr sz="20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27917578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Developer 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hasCustomPrompt="1"/>
          </p:nvPr>
        </p:nvSpPr>
        <p:spPr>
          <a:xfrm>
            <a:off x="588263" y="4224580"/>
            <a:ext cx="11018520" cy="492443"/>
          </a:xfrm>
        </p:spPr>
        <p:txBody>
          <a:bodyPr/>
          <a:lstStyle>
            <a:lvl1pPr>
              <a:defRPr sz="3200">
                <a:solidFill>
                  <a:schemeClr val="tx1"/>
                </a:solidFill>
              </a:defRPr>
            </a:lvl1pPr>
          </a:lstStyle>
          <a:p>
            <a:r>
              <a:rPr lang="en-US"/>
              <a:t>Click to edit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07777"/>
          </a:xfrm>
        </p:spPr>
        <p:txBody>
          <a:bodyPr/>
          <a:lstStyle>
            <a:lvl1pPr marL="0" indent="0">
              <a:buNone/>
              <a:defRPr sz="20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07777"/>
          </a:xfrm>
        </p:spPr>
        <p:txBody>
          <a:bodyPr wrap="square">
            <a:spAutoFit/>
          </a:bodyPr>
          <a:lstStyle>
            <a:lvl1pPr marL="0" indent="0">
              <a:spcBef>
                <a:spcPts val="600"/>
              </a:spcBef>
              <a:spcAft>
                <a:spcPct val="0"/>
              </a:spcAft>
              <a:buNone/>
              <a:defRPr sz="2000">
                <a:solidFill>
                  <a:schemeClr val="tx1"/>
                </a:solidFill>
                <a:latin typeface="+mn-lt"/>
                <a:cs typeface="Segoe UI" pitchFamily="34" charset="0"/>
              </a:defRPr>
            </a:lvl1pPr>
            <a:lvl2pPr marL="228531" indent="0">
              <a:buNone/>
              <a:defRPr sz="240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093210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Developer code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07777"/>
          </a:xfrm>
        </p:spPr>
        <p:txBody>
          <a:bodyPr wrap="square">
            <a:spAutoFit/>
          </a:bodyPr>
          <a:lstStyle>
            <a:lvl1pPr marL="0" indent="0">
              <a:lnSpc>
                <a:spcPct val="100000"/>
              </a:lnSpc>
              <a:spcBef>
                <a:spcPts val="600"/>
              </a:spcBef>
              <a:spcAft>
                <a:spcPct val="0"/>
              </a:spcAft>
              <a:buNone/>
              <a:defRPr sz="2000" b="0" i="0" baseline="0">
                <a:solidFill>
                  <a:schemeClr val="tx1"/>
                </a:solidFill>
                <a:latin typeface="Segoe UI" panose="020B0502040204020203" pitchFamily="34" charset="0"/>
                <a:cs typeface="Segoe UI"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6827088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Developer code left">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07777"/>
          </a:xfrm>
        </p:spPr>
        <p:txBody>
          <a:bodyPr wrap="square">
            <a:spAutoFit/>
          </a:bodyPr>
          <a:lstStyle>
            <a:lvl1pPr marL="0" indent="0">
              <a:lnSpc>
                <a:spcPct val="100000"/>
              </a:lnSpc>
              <a:spcBef>
                <a:spcPts val="600"/>
              </a:spcBef>
              <a:spcAft>
                <a:spcPct val="0"/>
              </a:spcAft>
              <a:buNone/>
              <a:defRPr sz="2000" b="0" i="0" baseline="0">
                <a:solidFill>
                  <a:schemeClr val="tx1"/>
                </a:solidFill>
                <a:latin typeface="Segoe UI" panose="020B0502040204020203" pitchFamily="34" charset="0"/>
                <a:cs typeface="Segoe UI"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9302251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Developer code left, image right">
    <p:bg>
      <p:bgPr>
        <a:solidFill>
          <a:srgbClr val="F4F3F5"/>
        </a:solidFill>
        <a:effectLst/>
      </p:bgPr>
    </p:bg>
    <p:spTree>
      <p:nvGrpSpPr>
        <p:cNvPr id="1" name=""/>
        <p:cNvGrpSpPr/>
        <p:nvPr/>
      </p:nvGrpSpPr>
      <p:grpSpPr>
        <a:xfrm>
          <a:off x="0" y="0"/>
          <a:ext cx="0" cy="0"/>
          <a:chOff x="0" y="0"/>
          <a:chExt cx="0" cy="0"/>
        </a:xfrm>
      </p:grpSpPr>
      <p:sp>
        <p:nvSpPr>
          <p:cNvPr id="9" name="Picture Placeholder 7" descr="This photo is a 'placeholder' only. Drag or drop your photo here, or click and tap the center to insert a photo.">
            <a:extLst>
              <a:ext uri="{FF2B5EF4-FFF2-40B4-BE49-F238E27FC236}">
                <a16:creationId xmlns:a16="http://schemas.microsoft.com/office/drawing/2014/main" id="{8456ECE7-2FD2-0E8A-D0BD-61173814D9B7}"/>
              </a:ext>
            </a:extLst>
          </p:cNvPr>
          <p:cNvSpPr>
            <a:spLocks noGrp="1"/>
          </p:cNvSpPr>
          <p:nvPr>
            <p:ph type="pic" sz="quarter" idx="10" hasCustomPrompt="1"/>
          </p:nvPr>
        </p:nvSpPr>
        <p:spPr bwMode="ltGray">
          <a:xfrm>
            <a:off x="8490856" y="707231"/>
            <a:ext cx="3116945" cy="5561808"/>
          </a:xfrm>
          <a:prstGeom prst="roundRect">
            <a:avLst>
              <a:gd name="adj" fmla="val 4445"/>
            </a:avLst>
          </a:prstGeom>
          <a:blipFill>
            <a:blip r:embed="rId2"/>
            <a:stretch>
              <a:fillRect l="-107368" r="-109854"/>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07777"/>
          </a:xfrm>
        </p:spPr>
        <p:txBody>
          <a:bodyPr/>
          <a:lstStyle>
            <a:lvl1pPr marL="0" indent="0">
              <a:buNone/>
              <a:defRPr sz="20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41042137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Device 1">
    <p:bg>
      <p:bgPr>
        <a:solidFill>
          <a:srgbClr val="F4F3F5"/>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44774" y="418150"/>
            <a:ext cx="7747227" cy="6439851"/>
          </a:xfrm>
          <a:prstGeom prst="rect">
            <a:avLst/>
          </a:prstGeom>
        </p:spPr>
      </p:pic>
      <p:sp>
        <p:nvSpPr>
          <p:cNvPr id="2" name="Title 1"/>
          <p:cNvSpPr>
            <a:spLocks noGrp="1"/>
          </p:cNvSpPr>
          <p:nvPr>
            <p:ph type="title" hasCustomPrompt="1"/>
          </p:nvPr>
        </p:nvSpPr>
        <p:spPr>
          <a:xfrm>
            <a:off x="584200" y="464817"/>
            <a:ext cx="11023600"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584200" y="1922802"/>
            <a:ext cx="4630006" cy="615553"/>
          </a:xfrm>
          <a:prstGeom prst="rect">
            <a:avLst/>
          </a:prstGeom>
        </p:spPr>
        <p:txBody>
          <a:bodyPr wrap="square" lIns="0" tIns="0" rIns="0" bIns="0">
            <a:spAutoFit/>
          </a:bodyPr>
          <a:lstStyle>
            <a:lvl1pPr marL="0" indent="0">
              <a:lnSpc>
                <a:spcPts val="2400"/>
              </a:lnSpc>
              <a:buNone/>
              <a:defRPr sz="2000"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a:t>Large subhead Segoe UI Regular 20/24. </a:t>
            </a:r>
            <a:r>
              <a:rPr lang="da-DK"/>
              <a:t>Lorem ipsum dolor sit amet</a:t>
            </a:r>
            <a:r>
              <a:rPr lang="pt-BR"/>
              <a:t>.</a:t>
            </a:r>
            <a:endParaRPr lang="en-US"/>
          </a:p>
        </p:txBody>
      </p:sp>
      <p:sp>
        <p:nvSpPr>
          <p:cNvPr id="5" name="Text Placeholder 4"/>
          <p:cNvSpPr>
            <a:spLocks noGrp="1"/>
          </p:cNvSpPr>
          <p:nvPr>
            <p:ph type="body" sz="quarter" idx="11" hasCustomPrompt="1"/>
          </p:nvPr>
        </p:nvSpPr>
        <p:spPr>
          <a:xfrm>
            <a:off x="584199" y="2707597"/>
            <a:ext cx="4630005" cy="2521331"/>
          </a:xfrm>
          <a:prstGeom prst="rect">
            <a:avLst/>
          </a:prstGeom>
        </p:spPr>
        <p:txBody>
          <a:bodyPr lIns="0" tIns="0" rIns="0" bIns="0"/>
          <a:lstStyle>
            <a:lvl1pPr marL="0" indent="0">
              <a:lnSpc>
                <a:spcPts val="1765"/>
              </a:lnSpc>
              <a:spcBef>
                <a:spcPct val="0"/>
              </a:spcBef>
              <a:buFont typeface="Arial" panose="020B0604020202020204" pitchFamily="34" charset="0"/>
              <a:buNone/>
              <a:defRPr sz="1400" b="0" i="0" spc="0">
                <a:solidFill>
                  <a:srgbClr val="000000"/>
                </a:solidFill>
                <a:latin typeface="+mn-lt"/>
              </a:defRPr>
            </a:lvl1pPr>
            <a:lvl2pPr marL="0" indent="0">
              <a:lnSpc>
                <a:spcPts val="1765"/>
              </a:lnSpc>
              <a:spcBef>
                <a:spcPct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amet, consectetur adipiscing elit, sed do eiusmod tempor incididunt ut labore et dolore magna aliqua.</a:t>
            </a:r>
          </a:p>
          <a:p>
            <a:pPr lvl="0"/>
            <a:endParaRPr lang="en-US"/>
          </a:p>
          <a:p>
            <a:pPr lvl="0"/>
            <a:r>
              <a:rPr lang="en-US"/>
              <a:t>Body copy 14 Lorem ipsum dolor sit amet, consectetur adipiscing elit, sed do eiusmod tempor incididunt ut labore et dolore magna aliqua.</a:t>
            </a:r>
          </a:p>
          <a:p>
            <a:pPr lvl="0"/>
            <a:endParaRPr lang="en-US"/>
          </a:p>
          <a:p>
            <a:pPr lvl="0"/>
            <a:r>
              <a:rPr lang="en-US"/>
              <a:t>Body copy 14 Body copy 14 Lorem ipsum dolor sit amet, consectetur adipiscing elit, sed do eiusmod tempor incididunt ut labore et dolore magna aliqua.</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8812" y="1519688"/>
            <a:ext cx="5833188" cy="4343375"/>
          </a:xfrm>
          <a:prstGeom prst="rect">
            <a:avLst/>
          </a:prstGeom>
        </p:spPr>
        <p:txBody>
          <a:bodyPr anchor="ctr" anchorCtr="0">
            <a:noAutofit/>
          </a:bodyPr>
          <a:lstStyle>
            <a:lvl1pPr algn="ctr">
              <a:defRPr>
                <a:solidFill>
                  <a:srgbClr val="000000"/>
                </a:solidFill>
              </a:defRPr>
            </a:lvl1pPr>
          </a:lstStyle>
          <a:p>
            <a:r>
              <a:rPr lang="en-US"/>
              <a:t>Click icon to add picture</a:t>
            </a:r>
          </a:p>
        </p:txBody>
      </p:sp>
    </p:spTree>
    <p:extLst>
      <p:ext uri="{BB962C8B-B14F-4D97-AF65-F5344CB8AC3E}">
        <p14:creationId xmlns:p14="http://schemas.microsoft.com/office/powerpoint/2010/main" val="690846582"/>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Device 2">
    <p:bg>
      <p:bgPr>
        <a:solidFill>
          <a:srgbClr val="F4F3F5"/>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1535104"/>
            <a:ext cx="5834041" cy="4315059"/>
          </a:xfrm>
          <a:prstGeom prst="rect">
            <a:avLst/>
          </a:prstGeom>
        </p:spPr>
        <p:txBody>
          <a:bodyPr anchor="ctr" anchorCtr="0">
            <a:noAutofit/>
          </a:bodyPr>
          <a:lstStyle>
            <a:lvl1pPr algn="ctr">
              <a:defRPr>
                <a:solidFill>
                  <a:srgbClr val="000000"/>
                </a:solidFill>
              </a:defRPr>
            </a:lvl1pPr>
          </a:lstStyle>
          <a:p>
            <a:r>
              <a:rPr lang="en-US"/>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593750" y="2000739"/>
            <a:ext cx="1693247" cy="442532"/>
          </a:xfrm>
          <a:prstGeom prst="rect">
            <a:avLst/>
          </a:prstGeom>
        </p:spPr>
        <p:txBody>
          <a:bodyPr lIns="0" tIns="0" rIns="0" bIns="0"/>
          <a:lstStyle>
            <a:lvl1pPr marL="0" indent="0">
              <a:lnSpc>
                <a:spcPts val="1765"/>
              </a:lnSpc>
              <a:spcBef>
                <a:spcPts val="882"/>
              </a:spcBef>
              <a:buNone/>
              <a:defRPr lang="en-US" sz="1400" b="0" kern="1200" spc="0" baseline="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ct val="0"/>
              </a:spcAft>
              <a:buClrTx/>
              <a:buSzPct val="90000"/>
              <a:buFont typeface="Arial" panose="020B0604020202020204" pitchFamily="34" charset="0"/>
              <a:buNone/>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pPr>
            <a:r>
              <a:rPr lang="en-US"/>
              <a:t>Paragraph title Segoe UI Semibold</a:t>
            </a:r>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521876" y="2000739"/>
            <a:ext cx="1693247" cy="442532"/>
          </a:xfrm>
          <a:prstGeom prst="rect">
            <a:avLst/>
          </a:prstGeom>
        </p:spPr>
        <p:txBody>
          <a:bodyPr lIns="0" tIns="0" rIns="0" bIns="0"/>
          <a:lstStyle>
            <a:lvl1pPr marL="0" indent="0">
              <a:lnSpc>
                <a:spcPts val="1765"/>
              </a:lnSpc>
              <a:spcBef>
                <a:spcPts val="882"/>
              </a:spcBef>
              <a:buNone/>
              <a:defRPr lang="en-US" sz="1400" b="0" kern="1200" spc="0" baseline="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ct val="0"/>
              </a:spcAft>
              <a:buClrTx/>
              <a:buSzPct val="90000"/>
              <a:buFont typeface="Arial" panose="020B0604020202020204" pitchFamily="34" charset="0"/>
              <a:buNone/>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ct val="0"/>
              </a:spcAft>
              <a:buClrTx/>
              <a:buSzPct val="90000"/>
              <a:buFont typeface="Wingdings" panose="05000000000000000000" pitchFamily="2" charset="2"/>
              <a:buNone/>
            </a:pPr>
            <a:r>
              <a:rPr lang="en-US"/>
              <a:t>Paragraph title Segoe UI Semibold</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590248" y="2528961"/>
            <a:ext cx="1693247" cy="1828834"/>
          </a:xfrm>
          <a:prstGeom prst="rect">
            <a:avLst/>
          </a:prstGeom>
        </p:spPr>
        <p:txBody>
          <a:bodyPr lIns="0" tIns="0" rIns="0" bIns="0"/>
          <a:lstStyle>
            <a:lvl1pPr marL="0" indent="0">
              <a:lnSpc>
                <a:spcPts val="1765"/>
              </a:lnSpc>
              <a:spcBef>
                <a:spcPct val="0"/>
              </a:spcBef>
              <a:buFont typeface="Arial" panose="020B0604020202020204" pitchFamily="34" charset="0"/>
              <a:buNone/>
              <a:defRPr sz="1400" b="0" i="0" spc="0">
                <a:solidFill>
                  <a:srgbClr val="000000"/>
                </a:solidFill>
                <a:latin typeface="+mn-lt"/>
              </a:defRPr>
            </a:lvl1pPr>
            <a:lvl2pPr marL="0" indent="0">
              <a:lnSpc>
                <a:spcPts val="1765"/>
              </a:lnSpc>
              <a:spcBef>
                <a:spcPct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amet, consectetur adipiscing elit, sed do eiusmod tempor incididunt ut labore et dolore magna aliqua.</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521608" y="2528961"/>
            <a:ext cx="1693247" cy="1828834"/>
          </a:xfrm>
          <a:prstGeom prst="rect">
            <a:avLst/>
          </a:prstGeom>
        </p:spPr>
        <p:txBody>
          <a:bodyPr lIns="0" tIns="0" rIns="0" bIns="0"/>
          <a:lstStyle>
            <a:lvl1pPr marL="0" indent="0">
              <a:lnSpc>
                <a:spcPts val="1765"/>
              </a:lnSpc>
              <a:spcBef>
                <a:spcPct val="0"/>
              </a:spcBef>
              <a:buFont typeface="Arial" panose="020B0604020202020204" pitchFamily="34" charset="0"/>
              <a:buNone/>
              <a:defRPr sz="1400" b="0" i="0" spc="0">
                <a:solidFill>
                  <a:srgbClr val="000000"/>
                </a:solidFill>
                <a:latin typeface="+mn-lt"/>
              </a:defRPr>
            </a:lvl1pPr>
            <a:lvl2pPr marL="0" indent="0">
              <a:lnSpc>
                <a:spcPts val="1765"/>
              </a:lnSpc>
              <a:spcBef>
                <a:spcPct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Lorem ipsum dolor sit amet, consectetur adipiscing elit, sed do eiusmod tempor incididunt ut labore et dolore magna aliqua.</a:t>
            </a:r>
          </a:p>
        </p:txBody>
      </p:sp>
      <p:sp>
        <p:nvSpPr>
          <p:cNvPr id="11" name="Title 1">
            <a:extLst>
              <a:ext uri="{FF2B5EF4-FFF2-40B4-BE49-F238E27FC236}">
                <a16:creationId xmlns:a16="http://schemas.microsoft.com/office/drawing/2014/main" id="{41C62C6E-6C8D-E263-ED20-65125864F2C8}"/>
              </a:ext>
            </a:extLst>
          </p:cNvPr>
          <p:cNvSpPr>
            <a:spLocks noGrp="1"/>
          </p:cNvSpPr>
          <p:nvPr>
            <p:ph type="title" hasCustomPrompt="1"/>
          </p:nvPr>
        </p:nvSpPr>
        <p:spPr>
          <a:xfrm>
            <a:off x="582612" y="462415"/>
            <a:ext cx="11026776"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2: two columns</a:t>
            </a:r>
          </a:p>
        </p:txBody>
      </p:sp>
    </p:spTree>
    <p:extLst>
      <p:ext uri="{BB962C8B-B14F-4D97-AF65-F5344CB8AC3E}">
        <p14:creationId xmlns:p14="http://schemas.microsoft.com/office/powerpoint/2010/main" val="993326050"/>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Device 3">
    <p:bg>
      <p:bgPr>
        <a:solidFill>
          <a:srgbClr val="F4F3F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466045"/>
            <a:ext cx="11025188"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3</a:t>
            </a:r>
          </a:p>
        </p:txBody>
      </p:sp>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384249" y="486947"/>
            <a:ext cx="10869930" cy="6371053"/>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1599603"/>
            <a:ext cx="7678751" cy="4327960"/>
          </a:xfrm>
          <a:prstGeom prst="rect">
            <a:avLst/>
          </a:prstGeom>
        </p:spPr>
        <p:txBody>
          <a:bodyPr anchor="ctr" anchorCtr="0">
            <a:noAutofit/>
          </a:bodyPr>
          <a:lstStyle>
            <a:lvl1pPr algn="ctr">
              <a:defRPr>
                <a:solidFill>
                  <a:srgbClr val="000000"/>
                </a:solidFill>
              </a:defRPr>
            </a:lvl1pPr>
          </a:lstStyle>
          <a:p>
            <a:r>
              <a:rPr lang="en-US"/>
              <a:t>Click icon to add picture</a:t>
            </a:r>
          </a:p>
        </p:txBody>
      </p:sp>
    </p:spTree>
    <p:extLst>
      <p:ext uri="{BB962C8B-B14F-4D97-AF65-F5344CB8AC3E}">
        <p14:creationId xmlns:p14="http://schemas.microsoft.com/office/powerpoint/2010/main" val="1165843007"/>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hart with caption">
    <p:bg>
      <p:bgPr>
        <a:solidFill>
          <a:srgbClr val="F4F3F5"/>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466045"/>
            <a:ext cx="11025188"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layout examples</a:t>
            </a:r>
          </a:p>
        </p:txBody>
      </p:sp>
      <p:sp>
        <p:nvSpPr>
          <p:cNvPr id="5" name="Chart Placeholder 6">
            <a:extLst>
              <a:ext uri="{FF2B5EF4-FFF2-40B4-BE49-F238E27FC236}">
                <a16:creationId xmlns:a16="http://schemas.microsoft.com/office/drawing/2014/main" id="{D9638BF3-12D1-2694-0190-0AB19FCB5432}"/>
              </a:ext>
            </a:extLst>
          </p:cNvPr>
          <p:cNvSpPr>
            <a:spLocks noGrp="1"/>
          </p:cNvSpPr>
          <p:nvPr>
            <p:ph type="chart" sz="quarter" idx="21"/>
          </p:nvPr>
        </p:nvSpPr>
        <p:spPr>
          <a:xfrm>
            <a:off x="584200"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6" name="Text Placeholder 4">
            <a:extLst>
              <a:ext uri="{FF2B5EF4-FFF2-40B4-BE49-F238E27FC236}">
                <a16:creationId xmlns:a16="http://schemas.microsoft.com/office/drawing/2014/main" id="{9FDA6635-EE72-35BC-5065-7C47B07E2AF7}"/>
              </a:ext>
            </a:extLst>
          </p:cNvPr>
          <p:cNvSpPr>
            <a:spLocks noGrp="1"/>
          </p:cNvSpPr>
          <p:nvPr>
            <p:ph type="body" sz="quarter" idx="12" hasCustomPrompt="1"/>
          </p:nvPr>
        </p:nvSpPr>
        <p:spPr>
          <a:xfrm>
            <a:off x="584201" y="5973763"/>
            <a:ext cx="3474720" cy="307777"/>
          </a:xfrm>
          <a:prstGeom prst="rect">
            <a:avLst/>
          </a:prstGeom>
        </p:spPr>
        <p:txBody>
          <a:bodyPr lIns="0" tIns="0" rIns="0" bIns="0"/>
          <a:lstStyle>
            <a:lvl1pPr marL="0" indent="0">
              <a:lnSpc>
                <a:spcPts val="1200"/>
              </a:lnSpc>
              <a:spcBef>
                <a:spcPts val="900"/>
              </a:spcBef>
              <a:buFont typeface="Arial" panose="020B0604020202020204" pitchFamily="34" charset="0"/>
              <a:buNone/>
              <a:defRPr sz="1000" b="0" i="0" spc="0">
                <a:solidFill>
                  <a:srgbClr val="000000"/>
                </a:solidFill>
                <a:latin typeface="+mn-lt"/>
              </a:defRPr>
            </a:lvl1pPr>
            <a:lvl2pPr marL="0" marR="0" indent="0" algn="l" defTabSz="932742" rtl="0" eaLnBrk="1" fontAlgn="auto" latinLnBrk="0" hangingPunct="1">
              <a:lnSpc>
                <a:spcPts val="1200"/>
              </a:lnSpc>
              <a:spcBef>
                <a:spcPts val="450"/>
              </a:spcBef>
              <a:spcAft>
                <a:spcPct val="0"/>
              </a:spcAft>
              <a:buClrTx/>
              <a:buSzPct val="90000"/>
              <a:buFont typeface="Arial" panose="020B0604020202020204" pitchFamily="34" charset="0"/>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a:t>Caption body copy Segoe Regular 10/12. Cavorest a aut arum quam id eat.</a:t>
            </a:r>
          </a:p>
        </p:txBody>
      </p:sp>
      <p:sp>
        <p:nvSpPr>
          <p:cNvPr id="7" name="Text Placeholder 4">
            <a:extLst>
              <a:ext uri="{FF2B5EF4-FFF2-40B4-BE49-F238E27FC236}">
                <a16:creationId xmlns:a16="http://schemas.microsoft.com/office/drawing/2014/main" id="{426EF772-758C-C1A7-A309-173E2AB9C395}"/>
              </a:ext>
            </a:extLst>
          </p:cNvPr>
          <p:cNvSpPr>
            <a:spLocks noGrp="1"/>
          </p:cNvSpPr>
          <p:nvPr>
            <p:ph type="body" sz="quarter" idx="18" hasCustomPrompt="1"/>
          </p:nvPr>
        </p:nvSpPr>
        <p:spPr>
          <a:xfrm>
            <a:off x="4358640" y="5973763"/>
            <a:ext cx="3474720" cy="307777"/>
          </a:xfrm>
          <a:prstGeom prst="rect">
            <a:avLst/>
          </a:prstGeom>
        </p:spPr>
        <p:txBody>
          <a:bodyPr vert="horz" wrap="square" lIns="0" tIns="0" rIns="0" bIns="0" rtlCol="0">
            <a:spAutoFit/>
          </a:bodyPr>
          <a:lstStyle>
            <a:lvl1pPr marL="0" indent="0">
              <a:buNone/>
              <a:defRPr lang="en-US" sz="1000" b="0" i="0" spc="0" smtClean="0">
                <a:solidFill>
                  <a:srgbClr val="000000"/>
                </a:solidFill>
                <a:latin typeface="+mn-lt"/>
              </a:defRPr>
            </a:lvl1pPr>
          </a:lstStyle>
          <a:p>
            <a:pPr lvl="0"/>
            <a:r>
              <a:rPr lang="en-US"/>
              <a:t>Caption body copy Segoe Regular 10/12. Cavorest a aut arum quam id eat.</a:t>
            </a:r>
          </a:p>
        </p:txBody>
      </p:sp>
      <p:sp>
        <p:nvSpPr>
          <p:cNvPr id="9" name="Chart Placeholder 6">
            <a:extLst>
              <a:ext uri="{FF2B5EF4-FFF2-40B4-BE49-F238E27FC236}">
                <a16:creationId xmlns:a16="http://schemas.microsoft.com/office/drawing/2014/main" id="{C01D8C54-5478-2BF6-769F-9F0FC6FB57EA}"/>
              </a:ext>
            </a:extLst>
          </p:cNvPr>
          <p:cNvSpPr>
            <a:spLocks noGrp="1"/>
          </p:cNvSpPr>
          <p:nvPr>
            <p:ph type="chart" sz="quarter" idx="22"/>
          </p:nvPr>
        </p:nvSpPr>
        <p:spPr>
          <a:xfrm>
            <a:off x="4358641"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11" name="Chart Placeholder 6">
            <a:extLst>
              <a:ext uri="{FF2B5EF4-FFF2-40B4-BE49-F238E27FC236}">
                <a16:creationId xmlns:a16="http://schemas.microsoft.com/office/drawing/2014/main" id="{657835EA-5000-4043-FCC9-D8A17E147B1F}"/>
              </a:ext>
            </a:extLst>
          </p:cNvPr>
          <p:cNvSpPr>
            <a:spLocks noGrp="1"/>
          </p:cNvSpPr>
          <p:nvPr>
            <p:ph type="chart" sz="quarter" idx="23"/>
          </p:nvPr>
        </p:nvSpPr>
        <p:spPr>
          <a:xfrm>
            <a:off x="8132064" y="1989614"/>
            <a:ext cx="3474720" cy="3605213"/>
          </a:xfrm>
          <a:prstGeom prst="rect">
            <a:avLst/>
          </a:prstGeom>
        </p:spPr>
        <p:txBody>
          <a:bodyPr anchor="ctr">
            <a:noAutofit/>
          </a:bodyPr>
          <a:lstStyle>
            <a:lvl1pPr marL="0" indent="0" algn="ctr">
              <a:buNone/>
              <a:defRPr sz="2400">
                <a:solidFill>
                  <a:srgbClr val="000000"/>
                </a:solidFill>
              </a:defRPr>
            </a:lvl1pPr>
          </a:lstStyle>
          <a:p>
            <a:r>
              <a:rPr lang="en-US"/>
              <a:t>Click icon to add chart</a:t>
            </a:r>
          </a:p>
        </p:txBody>
      </p:sp>
      <p:sp>
        <p:nvSpPr>
          <p:cNvPr id="12" name="Text Placeholder 3">
            <a:extLst>
              <a:ext uri="{FF2B5EF4-FFF2-40B4-BE49-F238E27FC236}">
                <a16:creationId xmlns:a16="http://schemas.microsoft.com/office/drawing/2014/main" id="{D11E6A22-8ABF-B71A-3401-3376773ED9AC}"/>
              </a:ext>
            </a:extLst>
          </p:cNvPr>
          <p:cNvSpPr>
            <a:spLocks noGrp="1"/>
          </p:cNvSpPr>
          <p:nvPr>
            <p:ph type="body" sz="quarter" idx="24" hasCustomPrompt="1"/>
          </p:nvPr>
        </p:nvSpPr>
        <p:spPr>
          <a:xfrm>
            <a:off x="584200" y="5783263"/>
            <a:ext cx="3474720" cy="153888"/>
          </a:xfrm>
          <a:prstGeom prst="rect">
            <a:avLst/>
          </a:prstGeom>
        </p:spPr>
        <p:txBody>
          <a:bodyPr tIns="0"/>
          <a:lstStyle>
            <a:lvl1pPr marL="0" indent="0">
              <a:buNone/>
              <a:defRPr lang="en-US" sz="1000" b="1" kern="1200" spc="0" smtClean="0">
                <a:solidFill>
                  <a:srgbClr val="000000"/>
                </a:solidFill>
                <a:latin typeface="+mn-lt"/>
                <a:ea typeface="+mn-ea"/>
                <a:cs typeface="+mn-cs"/>
              </a:defRPr>
            </a:lvl1pPr>
          </a:lstStyle>
          <a:p>
            <a:pPr lvl="0"/>
            <a:r>
              <a:rPr lang="en-US"/>
              <a:t>Caption title Segoe bold 10/12 </a:t>
            </a:r>
          </a:p>
        </p:txBody>
      </p:sp>
      <p:sp>
        <p:nvSpPr>
          <p:cNvPr id="13" name="Text Placeholder 3">
            <a:extLst>
              <a:ext uri="{FF2B5EF4-FFF2-40B4-BE49-F238E27FC236}">
                <a16:creationId xmlns:a16="http://schemas.microsoft.com/office/drawing/2014/main" id="{608861AB-092C-6472-7C72-ED6E47461F7C}"/>
              </a:ext>
            </a:extLst>
          </p:cNvPr>
          <p:cNvSpPr>
            <a:spLocks noGrp="1"/>
          </p:cNvSpPr>
          <p:nvPr>
            <p:ph type="body" sz="quarter" idx="25" hasCustomPrompt="1"/>
          </p:nvPr>
        </p:nvSpPr>
        <p:spPr>
          <a:xfrm>
            <a:off x="4369751" y="5783263"/>
            <a:ext cx="3474720" cy="153888"/>
          </a:xfrm>
          <a:prstGeom prst="rect">
            <a:avLst/>
          </a:prstGeom>
        </p:spPr>
        <p:txBody>
          <a:bodyPr tIns="0"/>
          <a:lstStyle>
            <a:lvl1pPr marL="0" indent="0">
              <a:buNone/>
              <a:defRPr lang="en-US" sz="1000" b="1" kern="1200" spc="0" smtClean="0">
                <a:solidFill>
                  <a:srgbClr val="000000"/>
                </a:solidFill>
                <a:latin typeface="+mn-lt"/>
                <a:ea typeface="+mn-ea"/>
                <a:cs typeface="+mn-cs"/>
              </a:defRPr>
            </a:lvl1pPr>
          </a:lstStyle>
          <a:p>
            <a:pPr lvl="0"/>
            <a:r>
              <a:rPr lang="en-US"/>
              <a:t>Caption title Segoe bold 10/12 </a:t>
            </a:r>
          </a:p>
        </p:txBody>
      </p:sp>
      <p:sp>
        <p:nvSpPr>
          <p:cNvPr id="14" name="Text Placeholder 3">
            <a:extLst>
              <a:ext uri="{FF2B5EF4-FFF2-40B4-BE49-F238E27FC236}">
                <a16:creationId xmlns:a16="http://schemas.microsoft.com/office/drawing/2014/main" id="{000561FE-DBFA-4AC4-AFCD-6B19B0C28254}"/>
              </a:ext>
            </a:extLst>
          </p:cNvPr>
          <p:cNvSpPr>
            <a:spLocks noGrp="1"/>
          </p:cNvSpPr>
          <p:nvPr>
            <p:ph type="body" sz="quarter" idx="26" hasCustomPrompt="1"/>
          </p:nvPr>
        </p:nvSpPr>
        <p:spPr>
          <a:xfrm>
            <a:off x="8132063" y="5783263"/>
            <a:ext cx="3474720" cy="153888"/>
          </a:xfrm>
          <a:prstGeom prst="rect">
            <a:avLst/>
          </a:prstGeom>
        </p:spPr>
        <p:txBody>
          <a:bodyPr tIns="0"/>
          <a:lstStyle>
            <a:lvl1pPr marL="0" indent="0">
              <a:buNone/>
              <a:defRPr lang="en-US" sz="1000" b="1" kern="1200" spc="0" smtClean="0">
                <a:solidFill>
                  <a:srgbClr val="000000"/>
                </a:solidFill>
                <a:latin typeface="+mn-lt"/>
                <a:ea typeface="+mn-ea"/>
                <a:cs typeface="+mn-cs"/>
              </a:defRPr>
            </a:lvl1pPr>
          </a:lstStyle>
          <a:p>
            <a:pPr lvl="0"/>
            <a:r>
              <a:rPr lang="en-US"/>
              <a:t>Caption title Segoe bold 10/12 </a:t>
            </a:r>
          </a:p>
        </p:txBody>
      </p:sp>
      <p:sp>
        <p:nvSpPr>
          <p:cNvPr id="15" name="Text Placeholder 4">
            <a:extLst>
              <a:ext uri="{FF2B5EF4-FFF2-40B4-BE49-F238E27FC236}">
                <a16:creationId xmlns:a16="http://schemas.microsoft.com/office/drawing/2014/main" id="{ABB165B4-FDFD-ADBC-4A1C-58CA8748A55C}"/>
              </a:ext>
            </a:extLst>
          </p:cNvPr>
          <p:cNvSpPr>
            <a:spLocks noGrp="1"/>
          </p:cNvSpPr>
          <p:nvPr>
            <p:ph type="body" sz="quarter" idx="27" hasCustomPrompt="1"/>
          </p:nvPr>
        </p:nvSpPr>
        <p:spPr>
          <a:xfrm>
            <a:off x="8132063" y="5973763"/>
            <a:ext cx="3474720" cy="307777"/>
          </a:xfrm>
          <a:prstGeom prst="rect">
            <a:avLst/>
          </a:prstGeom>
        </p:spPr>
        <p:txBody>
          <a:bodyPr vert="horz" wrap="square" lIns="0" tIns="0" rIns="0" bIns="0" rtlCol="0">
            <a:spAutoFit/>
          </a:bodyPr>
          <a:lstStyle>
            <a:lvl1pPr marL="0" indent="0">
              <a:buNone/>
              <a:defRPr lang="en-US" sz="1000" b="0" i="0" spc="0" smtClean="0">
                <a:solidFill>
                  <a:srgbClr val="000000"/>
                </a:solidFill>
                <a:latin typeface="+mn-lt"/>
              </a:defRPr>
            </a:lvl1pPr>
          </a:lstStyle>
          <a:p>
            <a:pPr lvl="0"/>
            <a:r>
              <a:rPr lang="en-US"/>
              <a:t>Caption body copy Segoe Regular 10/12. Cavorest a aut arum quam id eat.</a:t>
            </a:r>
          </a:p>
        </p:txBody>
      </p:sp>
    </p:spTree>
    <p:extLst>
      <p:ext uri="{BB962C8B-B14F-4D97-AF65-F5344CB8AC3E}">
        <p14:creationId xmlns:p14="http://schemas.microsoft.com/office/powerpoint/2010/main" val="1982342779"/>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Table ">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F1098-5BDB-3A14-0BC4-F3DC4A76BABB}"/>
              </a:ext>
            </a:extLst>
          </p:cNvPr>
          <p:cNvSpPr>
            <a:spLocks noGrp="1"/>
          </p:cNvSpPr>
          <p:nvPr>
            <p:ph type="title" hasCustomPrompt="1"/>
          </p:nvPr>
        </p:nvSpPr>
        <p:spPr/>
        <p:txBody>
          <a:bodyPr/>
          <a:lstStyle>
            <a:lvl1pPr>
              <a:defRPr/>
            </a:lvl1pPr>
          </a:lstStyle>
          <a:p>
            <a:r>
              <a:rPr lang="en-US"/>
              <a:t>Table layout</a:t>
            </a:r>
          </a:p>
        </p:txBody>
      </p:sp>
      <p:sp>
        <p:nvSpPr>
          <p:cNvPr id="4" name="Table Placeholder 3">
            <a:extLst>
              <a:ext uri="{FF2B5EF4-FFF2-40B4-BE49-F238E27FC236}">
                <a16:creationId xmlns:a16="http://schemas.microsoft.com/office/drawing/2014/main" id="{6DAF7D07-1867-0A94-96A1-88DE5F76DCC0}"/>
              </a:ext>
            </a:extLst>
          </p:cNvPr>
          <p:cNvSpPr>
            <a:spLocks noGrp="1"/>
          </p:cNvSpPr>
          <p:nvPr>
            <p:ph type="tbl" sz="quarter" idx="10"/>
          </p:nvPr>
        </p:nvSpPr>
        <p:spPr>
          <a:xfrm>
            <a:off x="584201" y="2201863"/>
            <a:ext cx="11025188" cy="4067176"/>
          </a:xfrm>
          <a:prstGeom prst="rect">
            <a:avLst/>
          </a:prstGeom>
        </p:spPr>
        <p:txBody>
          <a:bodyPr anchor="ctr" anchorCtr="0"/>
          <a:lstStyle>
            <a:lvl1pPr algn="ctr">
              <a:defRPr/>
            </a:lvl1pPr>
          </a:lstStyle>
          <a:p>
            <a:r>
              <a:rPr lang="en-US"/>
              <a:t>Click icon to add table</a:t>
            </a:r>
          </a:p>
        </p:txBody>
      </p:sp>
    </p:spTree>
    <p:extLst>
      <p:ext uri="{BB962C8B-B14F-4D97-AF65-F5344CB8AC3E}">
        <p14:creationId xmlns:p14="http://schemas.microsoft.com/office/powerpoint/2010/main" val="687834266"/>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Quote slide">
    <p:bg>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68FF295-4867-A99B-E458-6E9396360BC0}"/>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1163637" y="4485319"/>
            <a:ext cx="7256463" cy="276999"/>
          </a:xfrm>
          <a:noFill/>
        </p:spPr>
        <p:txBody>
          <a:bodyPr wrap="square" lIns="0" tIns="0" rIns="0" bIns="0">
            <a:spAutoFit/>
          </a:bodyPr>
          <a:lstStyle>
            <a:lvl1pPr marL="0" indent="0">
              <a:spcBef>
                <a:spcPct val="0"/>
              </a:spcBef>
              <a:spcAft>
                <a:spcPct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1163637" y="4891719"/>
            <a:ext cx="7256463" cy="215444"/>
          </a:xfrm>
          <a:noFill/>
        </p:spPr>
        <p:txBody>
          <a:bodyPr wrap="square" lIns="0" tIns="0" rIns="0" bIns="0">
            <a:spAutoFit/>
          </a:bodyPr>
          <a:lstStyle>
            <a:lvl1pPr marL="0" indent="0">
              <a:spcBef>
                <a:spcPct val="0"/>
              </a:spcBef>
              <a:spcAft>
                <a:spcPct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1163637" y="850900"/>
            <a:ext cx="7256463" cy="3238500"/>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2708572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1_Quote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A95A0AA-74F0-F906-FF6C-5C3C4846A891}"/>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2482850" y="4485319"/>
            <a:ext cx="7256463" cy="276999"/>
          </a:xfrm>
          <a:noFill/>
        </p:spPr>
        <p:txBody>
          <a:bodyPr wrap="square" lIns="0" tIns="0" rIns="0" bIns="0">
            <a:spAutoFit/>
          </a:bodyPr>
          <a:lstStyle>
            <a:lvl1pPr marL="0" indent="0">
              <a:spcBef>
                <a:spcPct val="0"/>
              </a:spcBef>
              <a:spcAft>
                <a:spcPct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2482850" y="4891719"/>
            <a:ext cx="7256463" cy="215444"/>
          </a:xfrm>
          <a:noFill/>
        </p:spPr>
        <p:txBody>
          <a:bodyPr wrap="square" lIns="0" tIns="0" rIns="0" bIns="0">
            <a:spAutoFit/>
          </a:bodyPr>
          <a:lstStyle>
            <a:lvl1pPr marL="0" indent="0">
              <a:spcBef>
                <a:spcPct val="0"/>
              </a:spcBef>
              <a:spcAft>
                <a:spcPct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2482850" y="1177602"/>
            <a:ext cx="7256463" cy="2911798"/>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pic>
        <p:nvPicPr>
          <p:cNvPr id="8" name="Picture 7" descr="Quotation marks">
            <a:extLst>
              <a:ext uri="{FF2B5EF4-FFF2-40B4-BE49-F238E27FC236}">
                <a16:creationId xmlns:a16="http://schemas.microsoft.com/office/drawing/2014/main" id="{04EC2229-8FBE-426A-CDA3-79B76E4E64E9}"/>
              </a:ext>
            </a:extLst>
          </p:cNvPr>
          <p:cNvPicPr>
            <a:picLocks noChangeAspect="1"/>
          </p:cNvPicPr>
          <p:nvPr userDrawn="1"/>
        </p:nvPicPr>
        <p:blipFill>
          <a:blip r:embed="rId3"/>
          <a:stretch>
            <a:fillRect/>
          </a:stretch>
        </p:blipFill>
        <p:spPr bwMode="black">
          <a:xfrm>
            <a:off x="549201" y="1033463"/>
            <a:ext cx="1555824" cy="1392940"/>
          </a:xfrm>
          <a:prstGeom prst="rect">
            <a:avLst/>
          </a:prstGeom>
        </p:spPr>
      </p:pic>
    </p:spTree>
    <p:extLst>
      <p:ext uri="{BB962C8B-B14F-4D97-AF65-F5344CB8AC3E}">
        <p14:creationId xmlns:p14="http://schemas.microsoft.com/office/powerpoint/2010/main" val="24595069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2_Quote slide">
    <p:bg>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EE79450-F76B-B7C6-BF65-EFBA04ADB473}"/>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5640" y="3172"/>
            <a:ext cx="12180719" cy="6851655"/>
          </a:xfrm>
          <a:prstGeom prst="rect">
            <a:avLst/>
          </a:prstGeom>
        </p:spPr>
      </p:pic>
      <p:sp>
        <p:nvSpPr>
          <p:cNvPr id="9" name="Text Placeholder 4">
            <a:extLst>
              <a:ext uri="{FF2B5EF4-FFF2-40B4-BE49-F238E27FC236}">
                <a16:creationId xmlns:a16="http://schemas.microsoft.com/office/drawing/2014/main" id="{A7C05C3C-EB57-9CE3-8D71-4524D615C665}"/>
              </a:ext>
            </a:extLst>
          </p:cNvPr>
          <p:cNvSpPr>
            <a:spLocks noGrp="1"/>
          </p:cNvSpPr>
          <p:nvPr>
            <p:ph type="body" sz="quarter" idx="12" hasCustomPrompt="1"/>
          </p:nvPr>
        </p:nvSpPr>
        <p:spPr>
          <a:xfrm>
            <a:off x="2482850" y="4485319"/>
            <a:ext cx="7256463" cy="276999"/>
          </a:xfrm>
          <a:noFill/>
        </p:spPr>
        <p:txBody>
          <a:bodyPr wrap="square" lIns="0" tIns="0" rIns="0" bIns="0">
            <a:spAutoFit/>
          </a:bodyPr>
          <a:lstStyle>
            <a:lvl1pPr marL="0" indent="0">
              <a:spcBef>
                <a:spcPct val="0"/>
              </a:spcBef>
              <a:spcAft>
                <a:spcPct val="0"/>
              </a:spcAft>
              <a:buFont typeface="Arial" panose="020B0604020202020204" pitchFamily="34" charset="0"/>
              <a:buNone/>
              <a:defRPr sz="1800" spc="0" baseline="0">
                <a:solidFill>
                  <a:schemeClr val="bg1"/>
                </a:solidFill>
                <a:latin typeface="+mj-lt"/>
              </a:defRPr>
            </a:lvl1pPr>
          </a:lstStyle>
          <a:p>
            <a:pPr lvl="0"/>
            <a:r>
              <a:rPr lang="en-US"/>
              <a:t>Name attribute</a:t>
            </a:r>
          </a:p>
        </p:txBody>
      </p:sp>
      <p:sp>
        <p:nvSpPr>
          <p:cNvPr id="10" name="Text Placeholder 4">
            <a:extLst>
              <a:ext uri="{FF2B5EF4-FFF2-40B4-BE49-F238E27FC236}">
                <a16:creationId xmlns:a16="http://schemas.microsoft.com/office/drawing/2014/main" id="{A0CDB07D-2FEA-8773-9F92-922A8CE70D0E}"/>
              </a:ext>
            </a:extLst>
          </p:cNvPr>
          <p:cNvSpPr>
            <a:spLocks noGrp="1"/>
          </p:cNvSpPr>
          <p:nvPr>
            <p:ph type="body" sz="quarter" idx="13" hasCustomPrompt="1"/>
          </p:nvPr>
        </p:nvSpPr>
        <p:spPr>
          <a:xfrm>
            <a:off x="2482850" y="4891719"/>
            <a:ext cx="7256463" cy="215444"/>
          </a:xfrm>
          <a:noFill/>
        </p:spPr>
        <p:txBody>
          <a:bodyPr wrap="square" lIns="0" tIns="0" rIns="0" bIns="0">
            <a:spAutoFit/>
          </a:bodyPr>
          <a:lstStyle>
            <a:lvl1pPr marL="0" indent="0">
              <a:spcBef>
                <a:spcPct val="0"/>
              </a:spcBef>
              <a:spcAft>
                <a:spcPct val="0"/>
              </a:spcAft>
              <a:buFont typeface="Arial" panose="020B0604020202020204" pitchFamily="34" charset="0"/>
              <a:buNone/>
              <a:defRPr sz="1400" spc="0" baseline="0">
                <a:solidFill>
                  <a:schemeClr val="bg1"/>
                </a:solidFill>
                <a:latin typeface="+mn-lt"/>
              </a:defRPr>
            </a:lvl1pPr>
          </a:lstStyle>
          <a:p>
            <a:pPr lvl="0"/>
            <a:r>
              <a:rPr lang="en-US"/>
              <a:t>Job title or another attribute</a:t>
            </a:r>
          </a:p>
        </p:txBody>
      </p:sp>
      <p:sp>
        <p:nvSpPr>
          <p:cNvPr id="3" name="Title 2">
            <a:extLst>
              <a:ext uri="{FF2B5EF4-FFF2-40B4-BE49-F238E27FC236}">
                <a16:creationId xmlns:a16="http://schemas.microsoft.com/office/drawing/2014/main" id="{893AADA0-6CA3-9903-2ECD-86BEBBEE6411}"/>
              </a:ext>
            </a:extLst>
          </p:cNvPr>
          <p:cNvSpPr>
            <a:spLocks noGrp="1"/>
          </p:cNvSpPr>
          <p:nvPr>
            <p:ph type="title"/>
          </p:nvPr>
        </p:nvSpPr>
        <p:spPr>
          <a:xfrm>
            <a:off x="2482850" y="1177602"/>
            <a:ext cx="7256463" cy="2911798"/>
          </a:xfrm>
        </p:spPr>
        <p:txBody>
          <a:bodyPr anchor="b" anchorCtr="0">
            <a:normAutofit/>
          </a:bodyPr>
          <a:lstStyle>
            <a:lvl1pPr>
              <a:lnSpc>
                <a:spcPct val="90000"/>
              </a:lnSpc>
              <a:defRPr sz="3600">
                <a:solidFill>
                  <a:schemeClr val="bg1"/>
                </a:solidFill>
                <a:latin typeface="+mj-lt"/>
              </a:defRPr>
            </a:lvl1pPr>
          </a:lstStyle>
          <a:p>
            <a:r>
              <a:rPr lang="en-US"/>
              <a:t>Click to edit Master title style</a:t>
            </a:r>
          </a:p>
        </p:txBody>
      </p:sp>
      <p:pic>
        <p:nvPicPr>
          <p:cNvPr id="11" name="Picture 10" descr="Quotation marks">
            <a:extLst>
              <a:ext uri="{FF2B5EF4-FFF2-40B4-BE49-F238E27FC236}">
                <a16:creationId xmlns:a16="http://schemas.microsoft.com/office/drawing/2014/main" id="{3425CD53-2A7D-2007-E862-FDADC36307A1}"/>
              </a:ext>
            </a:extLst>
          </p:cNvPr>
          <p:cNvPicPr>
            <a:picLocks noChangeAspect="1"/>
          </p:cNvPicPr>
          <p:nvPr userDrawn="1"/>
        </p:nvPicPr>
        <p:blipFill>
          <a:blip r:embed="rId3"/>
          <a:stretch>
            <a:fillRect/>
          </a:stretch>
        </p:blipFill>
        <p:spPr bwMode="black">
          <a:xfrm>
            <a:off x="564441" y="1042185"/>
            <a:ext cx="1271081" cy="1132055"/>
          </a:xfrm>
          <a:prstGeom prst="rect">
            <a:avLst/>
          </a:prstGeom>
        </p:spPr>
      </p:pic>
    </p:spTree>
    <p:extLst>
      <p:ext uri="{BB962C8B-B14F-4D97-AF65-F5344CB8AC3E}">
        <p14:creationId xmlns:p14="http://schemas.microsoft.com/office/powerpoint/2010/main" val="42243021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8C42C5-9D1B-8547-8199-B0D8C17707CB}"/>
              </a:ext>
              <a:ext uri="{C183D7F6-B498-43B3-948B-1728B52AA6E4}">
                <adec:decorative xmlns:adec="http://schemas.microsoft.com/office/drawing/2017/decorative" val="1"/>
              </a:ext>
            </a:extLst>
          </p:cNvPr>
          <p:cNvPicPr>
            <a:picLocks noChangeAspect="1"/>
          </p:cNvPicPr>
          <p:nvPr userDrawn="1"/>
        </p:nvPicPr>
        <p:blipFill>
          <a:blip r:embed="rId2">
            <a:alphaModFix/>
          </a:blip>
          <a:srcRect r="19824"/>
          <a:stretch>
            <a:fillRect/>
          </a:stretch>
        </p:blipFill>
        <p:spPr>
          <a:xfrm>
            <a:off x="2417010" y="0"/>
            <a:ext cx="9774990" cy="6858000"/>
          </a:xfrm>
          <a:prstGeom prst="rect">
            <a:avLst/>
          </a:prstGeom>
        </p:spPr>
      </p:pic>
      <p:sp>
        <p:nvSpPr>
          <p:cNvPr id="2" name="Title 1"/>
          <p:cNvSpPr>
            <a:spLocks noGrp="1"/>
          </p:cNvSpPr>
          <p:nvPr>
            <p:ph type="title" hasCustomPrompt="1"/>
          </p:nvPr>
        </p:nvSpPr>
        <p:spPr>
          <a:xfrm>
            <a:off x="585215" y="3091208"/>
            <a:ext cx="4773168"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8657645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Demo slide 1">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A6AA0B9-027D-8539-FF20-AFB01D1F7528}"/>
              </a:ext>
              <a:ext uri="{C183D7F6-B498-43B3-948B-1728B52AA6E4}">
                <adec:decorative xmlns:adec="http://schemas.microsoft.com/office/drawing/2017/decorative" val="1"/>
              </a:ext>
            </a:extLst>
          </p:cNvPr>
          <p:cNvPicPr>
            <a:picLocks noChangeAspect="1"/>
          </p:cNvPicPr>
          <p:nvPr userDrawn="1"/>
        </p:nvPicPr>
        <p:blipFill>
          <a:blip r:embed="rId2">
            <a:alphaModFix/>
          </a:blip>
          <a:srcRect r="19824"/>
          <a:stretch>
            <a:fillRect/>
          </a:stretch>
        </p:blipFill>
        <p:spPr>
          <a:xfrm>
            <a:off x="2417010" y="0"/>
            <a:ext cx="9774990" cy="6858000"/>
          </a:xfrm>
          <a:prstGeom prst="rect">
            <a:avLst/>
          </a:prstGeom>
        </p:spPr>
      </p:pic>
      <p:sp>
        <p:nvSpPr>
          <p:cNvPr id="2" name="Title 1"/>
          <p:cNvSpPr>
            <a:spLocks noGrp="1"/>
          </p:cNvSpPr>
          <p:nvPr>
            <p:ph type="title" hasCustomPrompt="1"/>
          </p:nvPr>
        </p:nvSpPr>
        <p:spPr>
          <a:xfrm>
            <a:off x="585216" y="3088623"/>
            <a:ext cx="4772847"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4772847" cy="307777"/>
          </a:xfrm>
          <a:noFill/>
        </p:spPr>
        <p:txBody>
          <a:bodyPr wrap="square" lIns="0" tIns="0" rIns="0" bIns="0">
            <a:spAutoFit/>
          </a:bodyPr>
          <a:lstStyle>
            <a:lvl1pPr marL="0" indent="0">
              <a:spcBef>
                <a:spcPct val="0"/>
              </a:spcBef>
              <a:spcAft>
                <a:spcPct val="0"/>
              </a:spcAft>
              <a:buFont typeface="Arial" panose="020B0604020202020204" pitchFamily="34" charset="0"/>
              <a:buNone/>
              <a:defRPr sz="20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13756645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D5FC56-4517-D1AD-EA54-49ECDFA7612A}"/>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2" name="Title 1"/>
          <p:cNvSpPr>
            <a:spLocks noGrp="1"/>
          </p:cNvSpPr>
          <p:nvPr>
            <p:ph type="title" hasCustomPrompt="1"/>
          </p:nvPr>
        </p:nvSpPr>
        <p:spPr>
          <a:xfrm>
            <a:off x="585216" y="3091208"/>
            <a:ext cx="9144000" cy="443198"/>
          </a:xfrm>
          <a:noFill/>
        </p:spPr>
        <p:txBody>
          <a:bodyPr lIns="0" tIns="0" rIns="0" bIns="0" anchor="b" anchorCtr="0">
            <a:spAutoFit/>
          </a:bodyPr>
          <a:lstStyle>
            <a:lvl1pPr algn="l" defTabSz="932742" rtl="0" eaLnBrk="1" latinLnBrk="0" hangingPunct="1">
              <a:lnSpc>
                <a:spcPct val="90000"/>
              </a:lnSpc>
              <a:spcBef>
                <a:spcPct val="0"/>
              </a:spcBef>
              <a:buNone/>
              <a:defRPr lang="en-US" sz="3200" b="0" kern="1200" cap="none" spc="-50" baseline="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4793605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Demo slide 2">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A79DAA2-FFF6-E1D5-7BF6-E98C822B2F58}"/>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2" name="Title 1"/>
          <p:cNvSpPr>
            <a:spLocks noGrp="1"/>
          </p:cNvSpPr>
          <p:nvPr>
            <p:ph type="title" hasCustomPrompt="1"/>
          </p:nvPr>
        </p:nvSpPr>
        <p:spPr>
          <a:xfrm>
            <a:off x="585216" y="3088623"/>
            <a:ext cx="4772847"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4772847" cy="307777"/>
          </a:xfrm>
          <a:noFill/>
        </p:spPr>
        <p:txBody>
          <a:bodyPr wrap="square" lIns="0" tIns="0" rIns="0" bIns="0">
            <a:spAutoFit/>
          </a:bodyPr>
          <a:lstStyle>
            <a:lvl1pPr marL="0" indent="0">
              <a:spcBef>
                <a:spcPct val="0"/>
              </a:spcBef>
              <a:spcAft>
                <a:spcPct val="0"/>
              </a:spcAft>
              <a:buFont typeface="Arial" panose="020B0604020202020204" pitchFamily="34" charset="0"/>
              <a:buNone/>
              <a:defRPr sz="20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22636084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Section Title 3">
    <p:bg bwMode="gray">
      <p:bgPr>
        <a:solidFill>
          <a:schemeClr val="tx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3756D10-0030-D9D3-52FE-13D839CE63BE}"/>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2" name="Title 1"/>
          <p:cNvSpPr>
            <a:spLocks noGrp="1"/>
          </p:cNvSpPr>
          <p:nvPr>
            <p:ph type="title" hasCustomPrompt="1"/>
          </p:nvPr>
        </p:nvSpPr>
        <p:spPr>
          <a:xfrm>
            <a:off x="585216" y="3091208"/>
            <a:ext cx="8542742"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0" kern="1200" cap="none" spc="-50" baseline="0">
                <a:ln w="3175">
                  <a:noFill/>
                </a:ln>
                <a:solidFill>
                  <a:schemeClr val="accent2"/>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136836294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Demo slide 3">
    <p:bg bwMode="gray">
      <p:bgPr>
        <a:solidFill>
          <a:schemeClr val="tx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4A2250-4B7E-6E63-E698-996FB39D2C14}"/>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0" y="0"/>
            <a:ext cx="12191999" cy="6858000"/>
          </a:xfrm>
          <a:prstGeom prst="rect">
            <a:avLst/>
          </a:prstGeom>
        </p:spPr>
      </p:pic>
      <p:sp>
        <p:nvSpPr>
          <p:cNvPr id="2" name="Title 1"/>
          <p:cNvSpPr>
            <a:spLocks noGrp="1"/>
          </p:cNvSpPr>
          <p:nvPr>
            <p:ph type="title" hasCustomPrompt="1"/>
          </p:nvPr>
        </p:nvSpPr>
        <p:spPr>
          <a:xfrm>
            <a:off x="585216" y="3088623"/>
            <a:ext cx="9144000" cy="443198"/>
          </a:xfrm>
          <a:noFill/>
        </p:spPr>
        <p:txBody>
          <a:bodyPr lIns="0" tIns="0" rIns="0" bIns="0" anchor="b" anchorCtr="0">
            <a:spAutoFit/>
          </a:bodyPr>
          <a:lstStyle>
            <a:lvl1pPr algn="l" defTabSz="932742" rtl="0" eaLnBrk="1" latinLnBrk="0" hangingPunct="1">
              <a:lnSpc>
                <a:spcPct val="90000"/>
              </a:lnSpc>
              <a:spcBef>
                <a:spcPct val="0"/>
              </a:spcBef>
              <a:buNone/>
              <a:defRPr lang="en-US" sz="3200" b="0" kern="1200" cap="none" spc="-50" baseline="0">
                <a:ln w="3175">
                  <a:noFill/>
                </a:ln>
                <a:solidFill>
                  <a:schemeClr val="accent2"/>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ct val="0"/>
              </a:spcBef>
              <a:spcAft>
                <a:spcPct val="0"/>
              </a:spcAft>
              <a:buFont typeface="Arial" panose="020B0604020202020204" pitchFamily="34" charset="0"/>
              <a:buNone/>
              <a:defRPr sz="2000" spc="0" baseline="0">
                <a:solidFill>
                  <a:schemeClr val="bg1"/>
                </a:solidFill>
                <a:latin typeface="+mn-lt"/>
              </a:defRPr>
            </a:lvl1pPr>
          </a:lstStyle>
          <a:p>
            <a:pPr lvl="0"/>
            <a:r>
              <a:rPr lang="en-US"/>
              <a:t>Speaker name</a:t>
            </a:r>
          </a:p>
        </p:txBody>
      </p:sp>
    </p:spTree>
    <p:extLst>
      <p:ext uri="{BB962C8B-B14F-4D97-AF65-F5344CB8AC3E}">
        <p14:creationId xmlns:p14="http://schemas.microsoft.com/office/powerpoint/2010/main" val="43931212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443789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Blank 2">
    <p:bg>
      <p:bgPr>
        <a:solidFill>
          <a:schemeClr val="tx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965439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tx2"/>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2358"/>
            <a:ext cx="4482124" cy="106680"/>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s-ES" sz="700" b="0" i="0" strike="noStrike" cap="none" baseline="0">
                <a:solidFill>
                  <a:srgbClr val="000000"/>
                </a:solidFill>
                <a:effectLst/>
                <a:latin typeface="Segoe UI"/>
                <a:ea typeface="Segoe UI"/>
                <a:cs typeface="Segoe UI"/>
              </a:rPr>
              <a:t>© Copyright Microsoft Corporation. Todos los derechos reservados.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6" name="Title 1">
            <a:extLst>
              <a:ext uri="{FF2B5EF4-FFF2-40B4-BE49-F238E27FC236}">
                <a16:creationId xmlns:a16="http://schemas.microsoft.com/office/drawing/2014/main" id="{08079CCE-8626-53E5-1C9C-E9081D2B67CD}"/>
              </a:ext>
            </a:extLst>
          </p:cNvPr>
          <p:cNvSpPr>
            <a:spLocks noGrp="1"/>
          </p:cNvSpPr>
          <p:nvPr>
            <p:ph type="title"/>
          </p:nvPr>
        </p:nvSpPr>
        <p:spPr>
          <a:xfrm>
            <a:off x="4255769" y="1769814"/>
            <a:ext cx="5504688" cy="307777"/>
          </a:xfrm>
        </p:spPr>
        <p:txBody>
          <a:bodyPr/>
          <a:lstStyle>
            <a:lvl1pPr marL="0" algn="l" defTabSz="457200" rtl="0" eaLnBrk="1" latinLnBrk="0" hangingPunct="1">
              <a:lnSpc>
                <a:spcPct val="100000"/>
              </a:lnSpc>
              <a:spcBef>
                <a:spcPct val="0"/>
              </a:spcBef>
              <a:buNone/>
              <a:defRPr lang="en-US" sz="2000" b="0" kern="1200" cap="none" spc="-50" baseline="0">
                <a:ln w="3175">
                  <a:noFill/>
                </a:ln>
                <a:solidFill>
                  <a:schemeClr val="bg1"/>
                </a:solidFill>
                <a:effectLst/>
                <a:latin typeface="+mn-lt"/>
                <a:ea typeface="+mn-ea"/>
                <a:cs typeface="Segoe UI" pitchFamily="34" charset="0"/>
              </a:defRPr>
            </a:lvl1pPr>
          </a:lstStyle>
          <a:p>
            <a:r>
              <a:rPr lang="en-US"/>
              <a:t>Click to edit Master title style</a:t>
            </a:r>
          </a:p>
        </p:txBody>
      </p:sp>
      <p:sp>
        <p:nvSpPr>
          <p:cNvPr id="7" name="Text Placeholder 4">
            <a:extLst>
              <a:ext uri="{FF2B5EF4-FFF2-40B4-BE49-F238E27FC236}">
                <a16:creationId xmlns:a16="http://schemas.microsoft.com/office/drawing/2014/main" id="{8845B3A2-DAC2-0B7B-1866-377A5A244AC2}"/>
              </a:ext>
            </a:extLst>
          </p:cNvPr>
          <p:cNvSpPr>
            <a:spLocks noGrp="1"/>
          </p:cNvSpPr>
          <p:nvPr>
            <p:ph type="body" sz="quarter" idx="12" hasCustomPrompt="1"/>
          </p:nvPr>
        </p:nvSpPr>
        <p:spPr>
          <a:xfrm>
            <a:off x="585216" y="1572227"/>
            <a:ext cx="3361943" cy="553998"/>
          </a:xfrm>
          <a:noFill/>
        </p:spPr>
        <p:txBody>
          <a:bodyPr wrap="square" lIns="0" tIns="0" rIns="0" bIns="0">
            <a:spAutoFit/>
          </a:bodyPr>
          <a:lstStyle>
            <a:lvl1pPr marL="0" indent="0" algn="l"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1"/>
                </a:solidFill>
                <a:effectLst/>
                <a:latin typeface="+mj-lt"/>
                <a:ea typeface="+mn-ea"/>
                <a:cs typeface="Segoe UI" pitchFamily="34" charset="0"/>
              </a:defRPr>
            </a:lvl1pPr>
          </a:lstStyle>
          <a:p>
            <a:pPr lvl="0"/>
            <a:r>
              <a:rPr lang="en-US"/>
              <a:t>Thank you.</a:t>
            </a:r>
          </a:p>
        </p:txBody>
      </p:sp>
    </p:spTree>
    <p:extLst>
      <p:ext uri="{BB962C8B-B14F-4D97-AF65-F5344CB8AC3E}">
        <p14:creationId xmlns:p14="http://schemas.microsoft.com/office/powerpoint/2010/main" val="897390859"/>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1272">
          <p15:clr>
            <a:srgbClr val="FBAE40"/>
          </p15:clr>
        </p15:guide>
        <p15:guide id="3" orient="horz" pos="912">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losing logo slide 2">
    <p:bg>
      <p:bgPr>
        <a:solidFill>
          <a:schemeClr val="tx2"/>
        </a:solidFill>
        <a:effectLst/>
      </p:bgPr>
    </p:bg>
    <p:spTree>
      <p:nvGrpSpPr>
        <p:cNvPr id="1" name=""/>
        <p:cNvGrpSpPr/>
        <p:nvPr/>
      </p:nvGrpSpPr>
      <p:grpSpPr>
        <a:xfrm>
          <a:off x="0" y="0"/>
          <a:ext cx="0" cy="0"/>
          <a:chOff x="0" y="0"/>
          <a:chExt cx="0" cy="0"/>
        </a:xfrm>
      </p:grpSpPr>
      <p:sp>
        <p:nvSpPr>
          <p:cNvPr id="10" name="Text Placeholder 4">
            <a:extLst>
              <a:ext uri="{FF2B5EF4-FFF2-40B4-BE49-F238E27FC236}">
                <a16:creationId xmlns:a16="http://schemas.microsoft.com/office/drawing/2014/main" id="{4F0F127D-8512-846C-2C30-5A85666BF445}"/>
              </a:ext>
            </a:extLst>
          </p:cNvPr>
          <p:cNvSpPr>
            <a:spLocks noGrp="1"/>
          </p:cNvSpPr>
          <p:nvPr>
            <p:ph type="body" sz="quarter" idx="12" hasCustomPrompt="1"/>
          </p:nvPr>
        </p:nvSpPr>
        <p:spPr>
          <a:xfrm>
            <a:off x="6090921" y="4612614"/>
            <a:ext cx="5524500" cy="553998"/>
          </a:xfrm>
          <a:noFill/>
        </p:spPr>
        <p:txBody>
          <a:bodyPr wrap="square" lIns="0" tIns="0" rIns="0" bIns="0">
            <a:spAutoFit/>
          </a:bodyPr>
          <a:lstStyle>
            <a:lvl1pPr marL="0" indent="0" algn="r" defTabSz="457200" rtl="0" eaLnBrk="1" latinLnBrk="0" hangingPunct="1">
              <a:lnSpc>
                <a:spcPct val="100000"/>
              </a:lnSpc>
              <a:spcBef>
                <a:spcPct val="0"/>
              </a:spcBef>
              <a:spcAft>
                <a:spcPct val="0"/>
              </a:spcAft>
              <a:buFont typeface="Arial" panose="020B0604020202020204" pitchFamily="34" charset="0"/>
              <a:buNone/>
              <a:defRPr lang="en-US" sz="3600" b="0" kern="1200" cap="none" spc="-50" baseline="0">
                <a:ln w="3175">
                  <a:noFill/>
                </a:ln>
                <a:solidFill>
                  <a:schemeClr val="accent1"/>
                </a:solidFill>
                <a:effectLst/>
                <a:latin typeface="+mj-lt"/>
                <a:ea typeface="+mn-ea"/>
                <a:cs typeface="Segoe UI" pitchFamily="34" charset="0"/>
              </a:defRPr>
            </a:lvl1pPr>
          </a:lstStyle>
          <a:p>
            <a:pPr lvl="0"/>
            <a:r>
              <a:rPr lang="en-US"/>
              <a:t>Thank you.</a:t>
            </a:r>
          </a:p>
        </p:txBody>
      </p:sp>
      <p:sp>
        <p:nvSpPr>
          <p:cNvPr id="2" name="Text Box 3" descr="This is a copyright notice that should be included on the final slide."/>
          <p:cNvSpPr txBox="1">
            <a:spLocks noChangeArrowheads="1"/>
          </p:cNvSpPr>
          <p:nvPr userDrawn="1"/>
        </p:nvSpPr>
        <p:spPr bwMode="blackWhite">
          <a:xfrm>
            <a:off x="584200" y="6162358"/>
            <a:ext cx="4482124" cy="106680"/>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s-ES" sz="700" b="0" i="0" strike="noStrike" cap="none" baseline="0">
                <a:solidFill>
                  <a:srgbClr val="000000"/>
                </a:solidFill>
                <a:effectLst/>
                <a:latin typeface="Segoe UI"/>
                <a:ea typeface="Segoe UI"/>
                <a:cs typeface="Segoe UI"/>
              </a:rPr>
              <a:t>© Copyright Microsoft Corporation. Todos los derechos reservados.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7A38A2C9-D8C3-D252-BC8C-25222F314054}"/>
              </a:ext>
            </a:extLst>
          </p:cNvPr>
          <p:cNvSpPr>
            <a:spLocks noGrp="1"/>
          </p:cNvSpPr>
          <p:nvPr>
            <p:ph type="title"/>
          </p:nvPr>
        </p:nvSpPr>
        <p:spPr>
          <a:xfrm>
            <a:off x="588263" y="1766555"/>
            <a:ext cx="5502658" cy="307777"/>
          </a:xfrm>
        </p:spPr>
        <p:txBody>
          <a:bodyPr/>
          <a:lstStyle>
            <a:lvl1pPr marL="0" algn="l" defTabSz="457200" rtl="0" eaLnBrk="1" latinLnBrk="0" hangingPunct="1">
              <a:lnSpc>
                <a:spcPct val="100000"/>
              </a:lnSpc>
              <a:spcBef>
                <a:spcPct val="0"/>
              </a:spcBef>
              <a:buNone/>
              <a:defRPr lang="en-US" sz="2000" b="0" kern="1200" cap="none" spc="-50" baseline="0">
                <a:ln w="3175">
                  <a:noFill/>
                </a:ln>
                <a:solidFill>
                  <a:schemeClr val="bg1"/>
                </a:solidFill>
                <a:effectLst/>
                <a:latin typeface="+mn-lt"/>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354277555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160">
          <p15:clr>
            <a:srgbClr val="FBAE40"/>
          </p15:clr>
        </p15:guide>
        <p15:guide id="2" orient="horz" pos="912">
          <p15:clr>
            <a:srgbClr val="FBAE40"/>
          </p15:clr>
        </p15:guide>
        <p15:guide id="3" orient="horz" pos="1272">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losing logo slide 3">
    <p:bg>
      <p:bgPr>
        <a:solidFill>
          <a:schemeClr val="tx2"/>
        </a:solidFill>
        <a:effectLst/>
      </p:bgPr>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2358"/>
            <a:ext cx="4482124" cy="106680"/>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s-ES" sz="700" b="0" i="0" strike="noStrike" cap="none" baseline="0">
                <a:solidFill>
                  <a:srgbClr val="000000"/>
                </a:solidFill>
                <a:effectLst/>
                <a:latin typeface="Segoe UI"/>
                <a:ea typeface="Segoe UI"/>
                <a:cs typeface="Segoe UI"/>
              </a:rPr>
              <a:t>© Copyright Microsoft Corporation. Todos los derechos reservados. </a:t>
            </a:r>
          </a:p>
        </p:txBody>
      </p:sp>
      <p:pic>
        <p:nvPicPr>
          <p:cNvPr id="5" name="MS logo gray - EMF" descr="Microsoft logo, gray text version">
            <a:extLst>
              <a:ext uri="{FF2B5EF4-FFF2-40B4-BE49-F238E27FC236}">
                <a16:creationId xmlns:a16="http://schemas.microsoft.com/office/drawing/2014/main" id="{65B203D6-28D8-49EF-2E9F-2825A9C395D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8" name="Title 1">
            <a:extLst>
              <a:ext uri="{FF2B5EF4-FFF2-40B4-BE49-F238E27FC236}">
                <a16:creationId xmlns:a16="http://schemas.microsoft.com/office/drawing/2014/main" id="{4F8C85E6-DBED-FCF3-8B7D-1F82C6DBBCB7}"/>
              </a:ext>
            </a:extLst>
          </p:cNvPr>
          <p:cNvSpPr>
            <a:spLocks noGrp="1"/>
          </p:cNvSpPr>
          <p:nvPr>
            <p:ph type="title"/>
          </p:nvPr>
        </p:nvSpPr>
        <p:spPr>
          <a:xfrm>
            <a:off x="588263" y="1845276"/>
            <a:ext cx="11018520" cy="553998"/>
          </a:xfrm>
        </p:spPr>
        <p:txBody>
          <a:bodyPr/>
          <a:lstStyle>
            <a:lvl1pPr marL="0" algn="l" defTabSz="457200" rtl="0" eaLnBrk="1" latinLnBrk="0" hangingPunct="1">
              <a:defRPr lang="en-US" sz="3600" b="1" kern="1200">
                <a:gradFill>
                  <a:gsLst>
                    <a:gs pos="0">
                      <a:srgbClr val="FF5C39"/>
                    </a:gs>
                    <a:gs pos="100000">
                      <a:srgbClr val="C73ECC"/>
                    </a:gs>
                  </a:gsLst>
                  <a:lin ang="3900000" scaled="0"/>
                </a:gradFill>
                <a:latin typeface="Segoe UI" panose="020B0502040204020203" pitchFamily="34" charset="0"/>
                <a:ea typeface="+mn-ea"/>
                <a:cs typeface="Segoe UI" pitchFamily="34" charset="0"/>
              </a:defRPr>
            </a:lvl1pPr>
          </a:lstStyle>
          <a:p>
            <a:r>
              <a:rPr lang="en-US"/>
              <a:t>Click to edit Master title style</a:t>
            </a:r>
          </a:p>
        </p:txBody>
      </p:sp>
    </p:spTree>
    <p:extLst>
      <p:ext uri="{BB962C8B-B14F-4D97-AF65-F5344CB8AC3E}">
        <p14:creationId xmlns:p14="http://schemas.microsoft.com/office/powerpoint/2010/main" val="1814380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anose="020B0502040204020203"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1286506"/>
          </a:xfrm>
        </p:spPr>
        <p:txBody>
          <a:bodyPr>
            <a:spAutoFit/>
          </a:bodyPr>
          <a:lstStyle>
            <a:lvl1pPr>
              <a:defRPr sz="2000">
                <a:latin typeface="+mn-lt"/>
              </a:defRPr>
            </a:lvl1pPr>
            <a:lvl2pPr>
              <a:defRPr sz="1600">
                <a:latin typeface="+mn-lt"/>
              </a:defRPr>
            </a:lvl2pPr>
            <a:lvl3pPr>
              <a:defRPr sz="1400">
                <a:latin typeface="+mn-lt"/>
              </a:defRPr>
            </a:lvl3pPr>
            <a:lvl4pPr>
              <a:defRPr sz="1200">
                <a:latin typeface="+mn-lt"/>
              </a:defRPr>
            </a:lvl4pPr>
            <a:lvl5pPr>
              <a:defRPr sz="11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anose="020B0604020202020204" pitchFamily="34" charset="0"/>
              <a:buNone/>
              <a:defRPr sz="3700" spc="-51" baseline="0">
                <a:solidFill>
                  <a:srgbClr val="000000"/>
                </a:solidFill>
                <a:effectLst/>
                <a:latin typeface="Segoe UI" panose="020B0502040204020203"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90740126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9" Type="http://schemas.openxmlformats.org/officeDocument/2006/relationships/slideLayout" Target="../slideLayouts/slideLayout79.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42" Type="http://schemas.openxmlformats.org/officeDocument/2006/relationships/slideLayout" Target="../slideLayouts/slideLayout82.xml"/><Relationship Id="rId47" Type="http://schemas.openxmlformats.org/officeDocument/2006/relationships/slideLayout" Target="../slideLayouts/slideLayout87.xml"/><Relationship Id="rId50" Type="http://schemas.openxmlformats.org/officeDocument/2006/relationships/theme" Target="../theme/theme2.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9" Type="http://schemas.openxmlformats.org/officeDocument/2006/relationships/slideLayout" Target="../slideLayouts/slideLayout69.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49" Type="http://schemas.openxmlformats.org/officeDocument/2006/relationships/slideLayout" Target="../slideLayouts/slideLayout89.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43" Type="http://schemas.openxmlformats.org/officeDocument/2006/relationships/slideLayout" Target="../slideLayouts/slideLayout83.xml"/><Relationship Id="rId48" Type="http://schemas.openxmlformats.org/officeDocument/2006/relationships/slideLayout" Target="../slideLayouts/slideLayout88.xml"/><Relationship Id="rId8" Type="http://schemas.openxmlformats.org/officeDocument/2006/relationships/slideLayout" Target="../slideLayouts/slideLayout48.xml"/><Relationship Id="rId3" Type="http://schemas.openxmlformats.org/officeDocument/2006/relationships/slideLayout" Target="../slideLayouts/slideLayout43.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46" Type="http://schemas.openxmlformats.org/officeDocument/2006/relationships/slideLayout" Target="../slideLayouts/slideLayout86.xml"/><Relationship Id="rId20" Type="http://schemas.openxmlformats.org/officeDocument/2006/relationships/slideLayout" Target="../slideLayouts/slideLayout60.xml"/><Relationship Id="rId41" Type="http://schemas.openxmlformats.org/officeDocument/2006/relationships/slideLayout" Target="../slideLayouts/slideLayout81.xml"/><Relationship Id="rId1" Type="http://schemas.openxmlformats.org/officeDocument/2006/relationships/slideLayout" Target="../slideLayouts/slideLayout41.xml"/><Relationship Id="rId6" Type="http://schemas.openxmlformats.org/officeDocument/2006/relationships/slideLayout" Target="../slideLayouts/slideLayout46.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15.xml"/><Relationship Id="rId21" Type="http://schemas.openxmlformats.org/officeDocument/2006/relationships/slideLayout" Target="../slideLayouts/slideLayout110.xml"/><Relationship Id="rId42" Type="http://schemas.openxmlformats.org/officeDocument/2006/relationships/slideLayout" Target="../slideLayouts/slideLayout131.xml"/><Relationship Id="rId47" Type="http://schemas.openxmlformats.org/officeDocument/2006/relationships/slideLayout" Target="../slideLayouts/slideLayout136.xml"/><Relationship Id="rId63" Type="http://schemas.openxmlformats.org/officeDocument/2006/relationships/slideLayout" Target="../slideLayouts/slideLayout152.xml"/><Relationship Id="rId68" Type="http://schemas.openxmlformats.org/officeDocument/2006/relationships/slideLayout" Target="../slideLayouts/slideLayout157.xml"/><Relationship Id="rId84" Type="http://schemas.openxmlformats.org/officeDocument/2006/relationships/slideLayout" Target="../slideLayouts/slideLayout173.xml"/><Relationship Id="rId16" Type="http://schemas.openxmlformats.org/officeDocument/2006/relationships/slideLayout" Target="../slideLayouts/slideLayout105.xml"/><Relationship Id="rId11" Type="http://schemas.openxmlformats.org/officeDocument/2006/relationships/slideLayout" Target="../slideLayouts/slideLayout100.xml"/><Relationship Id="rId32" Type="http://schemas.openxmlformats.org/officeDocument/2006/relationships/slideLayout" Target="../slideLayouts/slideLayout121.xml"/><Relationship Id="rId37" Type="http://schemas.openxmlformats.org/officeDocument/2006/relationships/slideLayout" Target="../slideLayouts/slideLayout126.xml"/><Relationship Id="rId53" Type="http://schemas.openxmlformats.org/officeDocument/2006/relationships/slideLayout" Target="../slideLayouts/slideLayout142.xml"/><Relationship Id="rId58" Type="http://schemas.openxmlformats.org/officeDocument/2006/relationships/slideLayout" Target="../slideLayouts/slideLayout147.xml"/><Relationship Id="rId74" Type="http://schemas.openxmlformats.org/officeDocument/2006/relationships/slideLayout" Target="../slideLayouts/slideLayout163.xml"/><Relationship Id="rId79" Type="http://schemas.openxmlformats.org/officeDocument/2006/relationships/slideLayout" Target="../slideLayouts/slideLayout168.xml"/><Relationship Id="rId5" Type="http://schemas.openxmlformats.org/officeDocument/2006/relationships/slideLayout" Target="../slideLayouts/slideLayout94.xml"/><Relationship Id="rId19" Type="http://schemas.openxmlformats.org/officeDocument/2006/relationships/slideLayout" Target="../slideLayouts/slideLayout108.xml"/><Relationship Id="rId14" Type="http://schemas.openxmlformats.org/officeDocument/2006/relationships/slideLayout" Target="../slideLayouts/slideLayout103.xml"/><Relationship Id="rId22" Type="http://schemas.openxmlformats.org/officeDocument/2006/relationships/slideLayout" Target="../slideLayouts/slideLayout111.xml"/><Relationship Id="rId27" Type="http://schemas.openxmlformats.org/officeDocument/2006/relationships/slideLayout" Target="../slideLayouts/slideLayout116.xml"/><Relationship Id="rId30" Type="http://schemas.openxmlformats.org/officeDocument/2006/relationships/slideLayout" Target="../slideLayouts/slideLayout119.xml"/><Relationship Id="rId35" Type="http://schemas.openxmlformats.org/officeDocument/2006/relationships/slideLayout" Target="../slideLayouts/slideLayout124.xml"/><Relationship Id="rId43" Type="http://schemas.openxmlformats.org/officeDocument/2006/relationships/slideLayout" Target="../slideLayouts/slideLayout132.xml"/><Relationship Id="rId48" Type="http://schemas.openxmlformats.org/officeDocument/2006/relationships/slideLayout" Target="../slideLayouts/slideLayout137.xml"/><Relationship Id="rId56" Type="http://schemas.openxmlformats.org/officeDocument/2006/relationships/slideLayout" Target="../slideLayouts/slideLayout145.xml"/><Relationship Id="rId64" Type="http://schemas.openxmlformats.org/officeDocument/2006/relationships/slideLayout" Target="../slideLayouts/slideLayout153.xml"/><Relationship Id="rId69" Type="http://schemas.openxmlformats.org/officeDocument/2006/relationships/slideLayout" Target="../slideLayouts/slideLayout158.xml"/><Relationship Id="rId77" Type="http://schemas.openxmlformats.org/officeDocument/2006/relationships/slideLayout" Target="../slideLayouts/slideLayout166.xml"/><Relationship Id="rId8" Type="http://schemas.openxmlformats.org/officeDocument/2006/relationships/slideLayout" Target="../slideLayouts/slideLayout97.xml"/><Relationship Id="rId51" Type="http://schemas.openxmlformats.org/officeDocument/2006/relationships/slideLayout" Target="../slideLayouts/slideLayout140.xml"/><Relationship Id="rId72" Type="http://schemas.openxmlformats.org/officeDocument/2006/relationships/slideLayout" Target="../slideLayouts/slideLayout161.xml"/><Relationship Id="rId80" Type="http://schemas.openxmlformats.org/officeDocument/2006/relationships/slideLayout" Target="../slideLayouts/slideLayout169.xml"/><Relationship Id="rId85" Type="http://schemas.openxmlformats.org/officeDocument/2006/relationships/theme" Target="../theme/theme3.xml"/><Relationship Id="rId3" Type="http://schemas.openxmlformats.org/officeDocument/2006/relationships/slideLayout" Target="../slideLayouts/slideLayout92.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5" Type="http://schemas.openxmlformats.org/officeDocument/2006/relationships/slideLayout" Target="../slideLayouts/slideLayout114.xml"/><Relationship Id="rId33" Type="http://schemas.openxmlformats.org/officeDocument/2006/relationships/slideLayout" Target="../slideLayouts/slideLayout122.xml"/><Relationship Id="rId38" Type="http://schemas.openxmlformats.org/officeDocument/2006/relationships/slideLayout" Target="../slideLayouts/slideLayout127.xml"/><Relationship Id="rId46" Type="http://schemas.openxmlformats.org/officeDocument/2006/relationships/slideLayout" Target="../slideLayouts/slideLayout135.xml"/><Relationship Id="rId59" Type="http://schemas.openxmlformats.org/officeDocument/2006/relationships/slideLayout" Target="../slideLayouts/slideLayout148.xml"/><Relationship Id="rId67" Type="http://schemas.openxmlformats.org/officeDocument/2006/relationships/slideLayout" Target="../slideLayouts/slideLayout156.xml"/><Relationship Id="rId20" Type="http://schemas.openxmlformats.org/officeDocument/2006/relationships/slideLayout" Target="../slideLayouts/slideLayout109.xml"/><Relationship Id="rId41" Type="http://schemas.openxmlformats.org/officeDocument/2006/relationships/slideLayout" Target="../slideLayouts/slideLayout130.xml"/><Relationship Id="rId54" Type="http://schemas.openxmlformats.org/officeDocument/2006/relationships/slideLayout" Target="../slideLayouts/slideLayout143.xml"/><Relationship Id="rId62" Type="http://schemas.openxmlformats.org/officeDocument/2006/relationships/slideLayout" Target="../slideLayouts/slideLayout151.xml"/><Relationship Id="rId70" Type="http://schemas.openxmlformats.org/officeDocument/2006/relationships/slideLayout" Target="../slideLayouts/slideLayout159.xml"/><Relationship Id="rId75" Type="http://schemas.openxmlformats.org/officeDocument/2006/relationships/slideLayout" Target="../slideLayouts/slideLayout164.xml"/><Relationship Id="rId83" Type="http://schemas.openxmlformats.org/officeDocument/2006/relationships/slideLayout" Target="../slideLayouts/slideLayout172.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5" Type="http://schemas.openxmlformats.org/officeDocument/2006/relationships/slideLayout" Target="../slideLayouts/slideLayout104.xml"/><Relationship Id="rId23" Type="http://schemas.openxmlformats.org/officeDocument/2006/relationships/slideLayout" Target="../slideLayouts/slideLayout112.xml"/><Relationship Id="rId28" Type="http://schemas.openxmlformats.org/officeDocument/2006/relationships/slideLayout" Target="../slideLayouts/slideLayout117.xml"/><Relationship Id="rId36" Type="http://schemas.openxmlformats.org/officeDocument/2006/relationships/slideLayout" Target="../slideLayouts/slideLayout125.xml"/><Relationship Id="rId49" Type="http://schemas.openxmlformats.org/officeDocument/2006/relationships/slideLayout" Target="../slideLayouts/slideLayout138.xml"/><Relationship Id="rId57" Type="http://schemas.openxmlformats.org/officeDocument/2006/relationships/slideLayout" Target="../slideLayouts/slideLayout146.xml"/><Relationship Id="rId10" Type="http://schemas.openxmlformats.org/officeDocument/2006/relationships/slideLayout" Target="../slideLayouts/slideLayout99.xml"/><Relationship Id="rId31" Type="http://schemas.openxmlformats.org/officeDocument/2006/relationships/slideLayout" Target="../slideLayouts/slideLayout120.xml"/><Relationship Id="rId44" Type="http://schemas.openxmlformats.org/officeDocument/2006/relationships/slideLayout" Target="../slideLayouts/slideLayout133.xml"/><Relationship Id="rId52" Type="http://schemas.openxmlformats.org/officeDocument/2006/relationships/slideLayout" Target="../slideLayouts/slideLayout141.xml"/><Relationship Id="rId60" Type="http://schemas.openxmlformats.org/officeDocument/2006/relationships/slideLayout" Target="../slideLayouts/slideLayout149.xml"/><Relationship Id="rId65" Type="http://schemas.openxmlformats.org/officeDocument/2006/relationships/slideLayout" Target="../slideLayouts/slideLayout154.xml"/><Relationship Id="rId73" Type="http://schemas.openxmlformats.org/officeDocument/2006/relationships/slideLayout" Target="../slideLayouts/slideLayout162.xml"/><Relationship Id="rId78" Type="http://schemas.openxmlformats.org/officeDocument/2006/relationships/slideLayout" Target="../slideLayouts/slideLayout167.xml"/><Relationship Id="rId81" Type="http://schemas.openxmlformats.org/officeDocument/2006/relationships/slideLayout" Target="../slideLayouts/slideLayout170.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39" Type="http://schemas.openxmlformats.org/officeDocument/2006/relationships/slideLayout" Target="../slideLayouts/slideLayout128.xml"/><Relationship Id="rId34" Type="http://schemas.openxmlformats.org/officeDocument/2006/relationships/slideLayout" Target="../slideLayouts/slideLayout123.xml"/><Relationship Id="rId50" Type="http://schemas.openxmlformats.org/officeDocument/2006/relationships/slideLayout" Target="../slideLayouts/slideLayout139.xml"/><Relationship Id="rId55" Type="http://schemas.openxmlformats.org/officeDocument/2006/relationships/slideLayout" Target="../slideLayouts/slideLayout144.xml"/><Relationship Id="rId76" Type="http://schemas.openxmlformats.org/officeDocument/2006/relationships/slideLayout" Target="../slideLayouts/slideLayout165.xml"/><Relationship Id="rId7" Type="http://schemas.openxmlformats.org/officeDocument/2006/relationships/slideLayout" Target="../slideLayouts/slideLayout96.xml"/><Relationship Id="rId71" Type="http://schemas.openxmlformats.org/officeDocument/2006/relationships/slideLayout" Target="../slideLayouts/slideLayout160.xml"/><Relationship Id="rId2" Type="http://schemas.openxmlformats.org/officeDocument/2006/relationships/slideLayout" Target="../slideLayouts/slideLayout91.xml"/><Relationship Id="rId29" Type="http://schemas.openxmlformats.org/officeDocument/2006/relationships/slideLayout" Target="../slideLayouts/slideLayout118.xml"/><Relationship Id="rId24" Type="http://schemas.openxmlformats.org/officeDocument/2006/relationships/slideLayout" Target="../slideLayouts/slideLayout113.xml"/><Relationship Id="rId40" Type="http://schemas.openxmlformats.org/officeDocument/2006/relationships/slideLayout" Target="../slideLayouts/slideLayout129.xml"/><Relationship Id="rId45" Type="http://schemas.openxmlformats.org/officeDocument/2006/relationships/slideLayout" Target="../slideLayouts/slideLayout134.xml"/><Relationship Id="rId66" Type="http://schemas.openxmlformats.org/officeDocument/2006/relationships/slideLayout" Target="../slideLayouts/slideLayout155.xml"/><Relationship Id="rId61" Type="http://schemas.openxmlformats.org/officeDocument/2006/relationships/slideLayout" Target="../slideLayouts/slideLayout150.xml"/><Relationship Id="rId82" Type="http://schemas.openxmlformats.org/officeDocument/2006/relationships/slideLayout" Target="../slideLayouts/slideLayout1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830" r:id="rId1"/>
    <p:sldLayoutId id="2147484884" r:id="rId2"/>
    <p:sldLayoutId id="2147484845" r:id="rId3"/>
    <p:sldLayoutId id="2147484870" r:id="rId4"/>
    <p:sldLayoutId id="2147484872" r:id="rId5"/>
    <p:sldLayoutId id="2147484867" r:id="rId6"/>
    <p:sldLayoutId id="2147484839" r:id="rId7"/>
    <p:sldLayoutId id="2147484742" r:id="rId8"/>
    <p:sldLayoutId id="2147484910" r:id="rId9"/>
    <p:sldLayoutId id="2147484817" r:id="rId10"/>
    <p:sldLayoutId id="2147484741" r:id="rId11"/>
    <p:sldLayoutId id="2147484807" r:id="rId12"/>
    <p:sldLayoutId id="2147484753" r:id="rId13"/>
    <p:sldLayoutId id="2147484808" r:id="rId14"/>
    <p:sldLayoutId id="2147484912" r:id="rId15"/>
    <p:sldLayoutId id="2147484914" r:id="rId16"/>
    <p:sldLayoutId id="2147484917" r:id="rId17"/>
    <p:sldLayoutId id="2147484915" r:id="rId18"/>
    <p:sldLayoutId id="2147484873" r:id="rId19"/>
    <p:sldLayoutId id="2147484886" r:id="rId20"/>
    <p:sldLayoutId id="2147484885" r:id="rId21"/>
    <p:sldLayoutId id="2147484874" r:id="rId22"/>
    <p:sldLayoutId id="2147484745" r:id="rId23"/>
    <p:sldLayoutId id="2147484743" r:id="rId24"/>
    <p:sldLayoutId id="2147484749" r:id="rId25"/>
    <p:sldLayoutId id="2147484875" r:id="rId26"/>
    <p:sldLayoutId id="2147484840" r:id="rId27"/>
    <p:sldLayoutId id="2147484887" r:id="rId28"/>
    <p:sldLayoutId id="2147484909" r:id="rId29"/>
    <p:sldLayoutId id="2147484907" r:id="rId30"/>
    <p:sldLayoutId id="2147484911" r:id="rId31"/>
    <p:sldLayoutId id="2147484899" r:id="rId32"/>
    <p:sldLayoutId id="2147484903" r:id="rId33"/>
    <p:sldLayoutId id="2147484905" r:id="rId34"/>
    <p:sldLayoutId id="2147484900" r:id="rId35"/>
    <p:sldLayoutId id="2147484906" r:id="rId36"/>
    <p:sldLayoutId id="2147484821" r:id="rId37"/>
    <p:sldLayoutId id="2147484728" r:id="rId38"/>
    <p:sldLayoutId id="2147484859" r:id="rId39"/>
    <p:sldLayoutId id="2147485058" r:id="rId40"/>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5A5A5"/>
          </p15:clr>
        </p15:guide>
        <p15:guide id="2" pos="7680" userDrawn="1">
          <p15:clr>
            <a:srgbClr val="A5A5A5"/>
          </p15:clr>
        </p15:guide>
        <p15:guide id="3" pos="186" userDrawn="1">
          <p15:clr>
            <a:srgbClr val="A5A5A5"/>
          </p15:clr>
        </p15:guide>
        <p15:guide id="26" pos="7496" userDrawn="1">
          <p15:clr>
            <a:srgbClr val="A5A5A5"/>
          </p15:clr>
        </p15:guide>
        <p15:guide id="27" orient="horz" userDrawn="1">
          <p15:clr>
            <a:srgbClr val="A5A5A5"/>
          </p15:clr>
        </p15:guide>
        <p15:guide id="28" orient="horz" pos="4320" userDrawn="1">
          <p15:clr>
            <a:srgbClr val="A5A5A5"/>
          </p15:clr>
        </p15:guide>
        <p15:guide id="29" orient="horz" pos="184" userDrawn="1">
          <p15:clr>
            <a:srgbClr val="A5A5A5"/>
          </p15:clr>
        </p15:guide>
        <p15:guide id="40" orient="horz" pos="4134" userDrawn="1">
          <p15:clr>
            <a:srgbClr val="A5A5A5"/>
          </p15:clr>
        </p15:guide>
        <p15:guide id="42" pos="365" userDrawn="1">
          <p15:clr>
            <a:srgbClr val="C35EA4"/>
          </p15:clr>
        </p15:guide>
        <p15:guide id="43" orient="horz" pos="367" userDrawn="1">
          <p15:clr>
            <a:srgbClr val="C35EA4"/>
          </p15:clr>
        </p15:guide>
        <p15:guide id="44" orient="horz" pos="3953" userDrawn="1">
          <p15:clr>
            <a:srgbClr val="C35EA4"/>
          </p15:clr>
        </p15:guide>
        <p15:guide id="45" pos="7307"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2" name="Title Placeholder 1"/>
          <p:cNvSpPr>
            <a:spLocks noGrp="1"/>
          </p:cNvSpPr>
          <p:nvPr userDrawn="1">
            <p:ph type="title"/>
          </p:nvPr>
        </p:nvSpPr>
        <p:spPr>
          <a:xfrm>
            <a:off x="588263" y="585216"/>
            <a:ext cx="10430257" cy="307777"/>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591056"/>
            <a:ext cx="10426700" cy="726353"/>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p:txBody>
      </p:sp>
      <p:sp>
        <p:nvSpPr>
          <p:cNvPr id="3" name="Footer Placeholder 10">
            <a:extLst>
              <a:ext uri="{FF2B5EF4-FFF2-40B4-BE49-F238E27FC236}">
                <a16:creationId xmlns:a16="http://schemas.microsoft.com/office/drawing/2014/main" id="{5646CF9B-C3C6-BF79-10C9-634FDE6DDE2E}"/>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a:solidFill>
                  <a:schemeClr val="tx1"/>
                </a:solidFill>
                <a:latin typeface="+mn-lt"/>
                <a:ea typeface="+mn-ea"/>
                <a:cs typeface="+mn-cs"/>
              </a:defRPr>
            </a:lvl1pPr>
            <a:lvl5pPr>
              <a:defRPr lang="en-US" sz="750" kern="100" cap="all" spc="0" baseline="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2094196827"/>
      </p:ext>
    </p:extLst>
  </p:cSld>
  <p:clrMap bg1="lt1" tx1="dk1" bg2="lt2" tx2="dk2" accent1="accent1" accent2="accent2" accent3="accent3" accent4="accent4" accent5="accent5" accent6="accent6" hlink="hlink" folHlink="folHlink"/>
  <p:sldLayoutIdLst>
    <p:sldLayoutId id="2147484923" r:id="rId1"/>
    <p:sldLayoutId id="2147484924" r:id="rId2"/>
    <p:sldLayoutId id="2147484925" r:id="rId3"/>
    <p:sldLayoutId id="2147484926" r:id="rId4"/>
    <p:sldLayoutId id="2147484927" r:id="rId5"/>
    <p:sldLayoutId id="2147484928"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41" r:id="rId18"/>
    <p:sldLayoutId id="2147484942" r:id="rId19"/>
    <p:sldLayoutId id="2147484943" r:id="rId20"/>
    <p:sldLayoutId id="2147484944" r:id="rId21"/>
    <p:sldLayoutId id="2147484945" r:id="rId22"/>
    <p:sldLayoutId id="2147484946" r:id="rId23"/>
    <p:sldLayoutId id="2147484947" r:id="rId24"/>
    <p:sldLayoutId id="2147484948" r:id="rId25"/>
    <p:sldLayoutId id="2147484949" r:id="rId26"/>
    <p:sldLayoutId id="2147484950" r:id="rId27"/>
    <p:sldLayoutId id="2147484951" r:id="rId28"/>
    <p:sldLayoutId id="2147484952" r:id="rId29"/>
    <p:sldLayoutId id="2147484953" r:id="rId30"/>
    <p:sldLayoutId id="2147484954" r:id="rId31"/>
    <p:sldLayoutId id="2147484955" r:id="rId32"/>
    <p:sldLayoutId id="2147484956" r:id="rId33"/>
    <p:sldLayoutId id="2147484957" r:id="rId34"/>
    <p:sldLayoutId id="2147484958" r:id="rId35"/>
    <p:sldLayoutId id="2147484959" r:id="rId36"/>
    <p:sldLayoutId id="2147484960" r:id="rId37"/>
    <p:sldLayoutId id="2147484961" r:id="rId38"/>
    <p:sldLayoutId id="2147484962" r:id="rId39"/>
    <p:sldLayoutId id="2147484963" r:id="rId40"/>
    <p:sldLayoutId id="2147484964" r:id="rId41"/>
    <p:sldLayoutId id="2147484965" r:id="rId42"/>
    <p:sldLayoutId id="2147484966" r:id="rId43"/>
    <p:sldLayoutId id="2147484967" r:id="rId44"/>
    <p:sldLayoutId id="2147484968" r:id="rId45"/>
    <p:sldLayoutId id="2147484969" r:id="rId46"/>
    <p:sldLayoutId id="2147484970" r:id="rId47"/>
    <p:sldLayoutId id="2147484971" r:id="rId48"/>
    <p:sldLayoutId id="2147484972" r:id="rId49"/>
  </p:sldLayoutIdLst>
  <p:transition>
    <p:fade/>
  </p:transition>
  <p:hf sldNum="0" hdr="0" dt="0"/>
  <p:txStyles>
    <p:titleStyle>
      <a:lvl1pPr algn="l" defTabSz="932742" rtl="0" eaLnBrk="1" latinLnBrk="0" hangingPunct="1">
        <a:lnSpc>
          <a:spcPct val="100000"/>
        </a:lnSpc>
        <a:spcBef>
          <a:spcPct val="0"/>
        </a:spcBef>
        <a:buNone/>
        <a:defRPr lang="en-US" sz="2000" b="0" kern="1200" cap="none" spc="0" baseline="0" smtClean="0">
          <a:ln w="3175">
            <a:noFill/>
          </a:ln>
          <a:solidFill>
            <a:schemeClr val="tx1"/>
          </a:solidFill>
          <a:effectLst/>
          <a:latin typeface="+mj-lt"/>
          <a:ea typeface="+mn-ea"/>
          <a:cs typeface="Segoe UI" pitchFamily="34" charset="0"/>
        </a:defRPr>
      </a:lvl1pPr>
    </p:titleStyle>
    <p:body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5A5A5"/>
          </p15:clr>
        </p15:guide>
        <p15:guide id="2" pos="7680">
          <p15:clr>
            <a:srgbClr val="A5A5A5"/>
          </p15:clr>
        </p15:guide>
        <p15:guide id="3" pos="186">
          <p15:clr>
            <a:srgbClr val="A5A5A5"/>
          </p15:clr>
        </p15:guide>
        <p15:guide id="26" pos="7496">
          <p15:clr>
            <a:srgbClr val="A5A5A5"/>
          </p15:clr>
        </p15:guide>
        <p15:guide id="27" orient="horz">
          <p15:clr>
            <a:srgbClr val="A5A5A5"/>
          </p15:clr>
        </p15:guide>
        <p15:guide id="28" orient="horz" pos="4320">
          <p15:clr>
            <a:srgbClr val="A5A5A5"/>
          </p15:clr>
        </p15:guide>
        <p15:guide id="29" orient="horz" pos="184">
          <p15:clr>
            <a:srgbClr val="A5A5A5"/>
          </p15:clr>
        </p15:guide>
        <p15:guide id="40" orient="horz" pos="4134">
          <p15:clr>
            <a:srgbClr val="A5A5A5"/>
          </p15:clr>
        </p15:guide>
        <p15:guide id="42" pos="365">
          <p15:clr>
            <a:srgbClr val="C35EA4"/>
          </p15:clr>
        </p15:guide>
        <p15:guide id="43" orient="horz" pos="367">
          <p15:clr>
            <a:srgbClr val="C35EA4"/>
          </p15:clr>
        </p15:guide>
        <p15:guide id="44" orient="horz" pos="3953">
          <p15:clr>
            <a:srgbClr val="C35EA4"/>
          </p15:clr>
        </p15:guide>
        <p15:guide id="45" pos="7307">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blackWhite">
      <p:bgPr>
        <a:solidFill>
          <a:srgbClr val="F4F3F5"/>
        </a:solidFill>
        <a:effectLst/>
      </p:bgPr>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marL="228600" marR="0" lvl="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pPr>
            <a:r>
              <a:rPr lang="en-US"/>
              <a:t>Click to edit Master text styles</a:t>
            </a:r>
          </a:p>
          <a:p>
            <a:pPr marL="228600" marR="0" lvl="1"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pPr>
            <a:r>
              <a:rPr lang="en-US"/>
              <a:t>Second level</a:t>
            </a:r>
          </a:p>
          <a:p>
            <a:pPr marL="228600" marR="0" lvl="2"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pPr>
            <a:r>
              <a:rPr lang="en-US"/>
              <a:t>Third level</a:t>
            </a:r>
          </a:p>
          <a:p>
            <a:pPr marL="228600" marR="0" lvl="3"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pPr>
            <a:r>
              <a:rPr lang="en-US"/>
              <a:t>Fourth level</a:t>
            </a:r>
          </a:p>
          <a:p>
            <a:pPr marL="228600" marR="0" lvl="4"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pPr>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flipH="1">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flipH="1">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flipH="1">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flipH="1">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flipH="1">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flipH="1">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flipH="1">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flipH="1">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flipH="1">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flipH="1">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grpSp>
        <p:nvGrpSpPr>
          <p:cNvPr id="258" name="Group 257">
            <a:extLst>
              <a:ext uri="{FF2B5EF4-FFF2-40B4-BE49-F238E27FC236}">
                <a16:creationId xmlns:a16="http://schemas.microsoft.com/office/drawing/2014/main" id="{566C3ED6-7167-1619-C333-B86D0D162316}"/>
              </a:ext>
            </a:extLst>
          </p:cNvPr>
          <p:cNvGrpSpPr>
            <a:grpSpLocks noChangeAspect="1"/>
          </p:cNvGrpSpPr>
          <p:nvPr userDrawn="1"/>
        </p:nvGrpSpPr>
        <p:grpSpPr>
          <a:xfrm rot="5400000">
            <a:off x="10659863" y="3998558"/>
            <a:ext cx="4597400" cy="1169987"/>
            <a:chOff x="1529" y="1423"/>
            <a:chExt cx="2896" cy="737"/>
          </a:xfrm>
        </p:grpSpPr>
        <p:sp>
          <p:nvSpPr>
            <p:cNvPr id="259" name="AutoShape 3">
              <a:extLst>
                <a:ext uri="{FF2B5EF4-FFF2-40B4-BE49-F238E27FC236}">
                  <a16:creationId xmlns:a16="http://schemas.microsoft.com/office/drawing/2014/main" id="{894C58B4-3C22-9620-7C92-D65ED6617E67}"/>
                </a:ext>
              </a:extLst>
            </p:cNvPr>
            <p:cNvSpPr>
              <a:spLocks noChangeAspect="1" noChangeArrowheads="1" noTextEdit="1"/>
            </p:cNvSpPr>
            <p:nvPr/>
          </p:nvSpPr>
          <p:spPr bwMode="auto">
            <a:xfrm>
              <a:off x="1529" y="1423"/>
              <a:ext cx="2896"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Rectangle 5">
              <a:extLst>
                <a:ext uri="{FF2B5EF4-FFF2-40B4-BE49-F238E27FC236}">
                  <a16:creationId xmlns:a16="http://schemas.microsoft.com/office/drawing/2014/main" id="{B4F93CCF-3F88-5DCB-F12D-4DEBF36B9444}"/>
                </a:ext>
              </a:extLst>
            </p:cNvPr>
            <p:cNvSpPr>
              <a:spLocks noChangeArrowheads="1"/>
            </p:cNvSpPr>
            <p:nvPr/>
          </p:nvSpPr>
          <p:spPr bwMode="auto">
            <a:xfrm>
              <a:off x="2254" y="1727"/>
              <a:ext cx="707" cy="135"/>
            </a:xfrm>
            <a:prstGeom prst="rect">
              <a:avLst/>
            </a:prstGeom>
            <a:solidFill>
              <a:srgbClr val="F436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Rectangle 6">
              <a:extLst>
                <a:ext uri="{FF2B5EF4-FFF2-40B4-BE49-F238E27FC236}">
                  <a16:creationId xmlns:a16="http://schemas.microsoft.com/office/drawing/2014/main" id="{7AC4893A-D0A3-D947-BE61-70B6DC4B9314}"/>
                </a:ext>
              </a:extLst>
            </p:cNvPr>
            <p:cNvSpPr>
              <a:spLocks noChangeArrowheads="1"/>
            </p:cNvSpPr>
            <p:nvPr/>
          </p:nvSpPr>
          <p:spPr bwMode="auto">
            <a:xfrm>
              <a:off x="2264" y="1722"/>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62" name="Rectangle 7">
              <a:extLst>
                <a:ext uri="{FF2B5EF4-FFF2-40B4-BE49-F238E27FC236}">
                  <a16:creationId xmlns:a16="http://schemas.microsoft.com/office/drawing/2014/main" id="{DE65DAC6-345A-2542-166A-D2D08E76F806}"/>
                </a:ext>
              </a:extLst>
            </p:cNvPr>
            <p:cNvSpPr>
              <a:spLocks noChangeArrowheads="1"/>
            </p:cNvSpPr>
            <p:nvPr/>
          </p:nvSpPr>
          <p:spPr bwMode="auto">
            <a:xfrm>
              <a:off x="2264" y="1800"/>
              <a:ext cx="15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F4364C</a:t>
              </a:r>
              <a:endParaRPr kumimoji="0" lang="en-US" altLang="en-US" sz="1800" b="0" i="0" u="none" strike="noStrike" cap="none" normalizeH="0" baseline="0">
                <a:ln>
                  <a:noFill/>
                </a:ln>
                <a:effectLst/>
                <a:latin typeface="Arial" panose="020B0604020202020204" pitchFamily="34" charset="0"/>
              </a:endParaRPr>
            </a:p>
          </p:txBody>
        </p:sp>
        <p:sp>
          <p:nvSpPr>
            <p:cNvPr id="263" name="Rectangle 8">
              <a:extLst>
                <a:ext uri="{FF2B5EF4-FFF2-40B4-BE49-F238E27FC236}">
                  <a16:creationId xmlns:a16="http://schemas.microsoft.com/office/drawing/2014/main" id="{1EADC519-4AB4-60A0-260A-EF7DC8229A97}"/>
                </a:ext>
              </a:extLst>
            </p:cNvPr>
            <p:cNvSpPr>
              <a:spLocks noChangeArrowheads="1"/>
            </p:cNvSpPr>
            <p:nvPr/>
          </p:nvSpPr>
          <p:spPr bwMode="auto">
            <a:xfrm>
              <a:off x="2254" y="1871"/>
              <a:ext cx="707" cy="137"/>
            </a:xfrm>
            <a:prstGeom prst="rect">
              <a:avLst/>
            </a:prstGeom>
            <a:solidFill>
              <a:srgbClr val="73262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Rectangle 9">
              <a:extLst>
                <a:ext uri="{FF2B5EF4-FFF2-40B4-BE49-F238E27FC236}">
                  <a16:creationId xmlns:a16="http://schemas.microsoft.com/office/drawing/2014/main" id="{B2CFF324-4BA8-188D-7395-AC042B4D6560}"/>
                </a:ext>
              </a:extLst>
            </p:cNvPr>
            <p:cNvSpPr>
              <a:spLocks noChangeArrowheads="1"/>
            </p:cNvSpPr>
            <p:nvPr/>
          </p:nvSpPr>
          <p:spPr bwMode="auto">
            <a:xfrm>
              <a:off x="2264" y="1865"/>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B3BB"/>
                  </a:solidFill>
                  <a:effectLst/>
                  <a:latin typeface="Segoe UI Black"/>
                  <a:ea typeface="Segoe UI Black"/>
                  <a:cs typeface="Segoe UI Black"/>
                </a:rPr>
                <a:t>A</a:t>
              </a:r>
              <a:endParaRPr kumimoji="0" lang="en-US" altLang="en-US" sz="1800" b="0" i="0" u="none" strike="noStrike" cap="none" normalizeH="0" baseline="0">
                <a:ln>
                  <a:noFill/>
                </a:ln>
                <a:solidFill>
                  <a:srgbClr val="FFB3BB"/>
                </a:solidFill>
                <a:effectLst/>
                <a:latin typeface="Arial" panose="020B0604020202020204" pitchFamily="34" charset="0"/>
              </a:endParaRPr>
            </a:p>
          </p:txBody>
        </p:sp>
        <p:sp>
          <p:nvSpPr>
            <p:cNvPr id="265" name="Rectangle 10">
              <a:extLst>
                <a:ext uri="{FF2B5EF4-FFF2-40B4-BE49-F238E27FC236}">
                  <a16:creationId xmlns:a16="http://schemas.microsoft.com/office/drawing/2014/main" id="{03BDB961-C287-23C5-66DF-74F0AFDFB76B}"/>
                </a:ext>
              </a:extLst>
            </p:cNvPr>
            <p:cNvSpPr>
              <a:spLocks noChangeArrowheads="1"/>
            </p:cNvSpPr>
            <p:nvPr/>
          </p:nvSpPr>
          <p:spPr bwMode="auto">
            <a:xfrm>
              <a:off x="2329" y="1865"/>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6" name="Rectangle 11">
              <a:extLst>
                <a:ext uri="{FF2B5EF4-FFF2-40B4-BE49-F238E27FC236}">
                  <a16:creationId xmlns:a16="http://schemas.microsoft.com/office/drawing/2014/main" id="{35ADEDE9-FB7B-876E-7225-4D3AB73422EF}"/>
                </a:ext>
              </a:extLst>
            </p:cNvPr>
            <p:cNvSpPr>
              <a:spLocks noChangeArrowheads="1"/>
            </p:cNvSpPr>
            <p:nvPr/>
          </p:nvSpPr>
          <p:spPr bwMode="auto">
            <a:xfrm>
              <a:off x="2264" y="1943"/>
              <a:ext cx="149"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73262F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7" name="Rectangle 12">
              <a:extLst>
                <a:ext uri="{FF2B5EF4-FFF2-40B4-BE49-F238E27FC236}">
                  <a16:creationId xmlns:a16="http://schemas.microsoft.com/office/drawing/2014/main" id="{03DA7BF6-FE99-195F-2925-BD0968D0CE23}"/>
                </a:ext>
              </a:extLst>
            </p:cNvPr>
            <p:cNvSpPr>
              <a:spLocks noChangeArrowheads="1"/>
            </p:cNvSpPr>
            <p:nvPr/>
          </p:nvSpPr>
          <p:spPr bwMode="auto">
            <a:xfrm>
              <a:off x="2254" y="1582"/>
              <a:ext cx="707" cy="136"/>
            </a:xfrm>
            <a:prstGeom prst="rect">
              <a:avLst/>
            </a:prstGeom>
            <a:solidFill>
              <a:srgbClr val="FFB3B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Rectangle 13">
              <a:extLst>
                <a:ext uri="{FF2B5EF4-FFF2-40B4-BE49-F238E27FC236}">
                  <a16:creationId xmlns:a16="http://schemas.microsoft.com/office/drawing/2014/main" id="{AE1CAD70-4A31-E224-8481-B797DB87F72F}"/>
                </a:ext>
              </a:extLst>
            </p:cNvPr>
            <p:cNvSpPr>
              <a:spLocks noChangeArrowheads="1"/>
            </p:cNvSpPr>
            <p:nvPr/>
          </p:nvSpPr>
          <p:spPr bwMode="auto">
            <a:xfrm>
              <a:off x="2264" y="1577"/>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73262F"/>
                  </a:solidFill>
                  <a:effectLst/>
                  <a:latin typeface="Segoe UI Black"/>
                  <a:ea typeface="Segoe UI Black"/>
                  <a:cs typeface="Segoe UI Black"/>
                </a:rPr>
                <a:t>A</a:t>
              </a:r>
              <a:endParaRPr kumimoji="0" lang="en-US" altLang="en-US" sz="1800" b="0" i="0" u="none" strike="noStrike" cap="none" normalizeH="0" baseline="0">
                <a:ln>
                  <a:noFill/>
                </a:ln>
                <a:solidFill>
                  <a:srgbClr val="73262F"/>
                </a:solidFill>
                <a:effectLst/>
                <a:latin typeface="Arial" panose="020B0604020202020204" pitchFamily="34" charset="0"/>
              </a:endParaRPr>
            </a:p>
          </p:txBody>
        </p:sp>
        <p:sp>
          <p:nvSpPr>
            <p:cNvPr id="269" name="Rectangle 14">
              <a:extLst>
                <a:ext uri="{FF2B5EF4-FFF2-40B4-BE49-F238E27FC236}">
                  <a16:creationId xmlns:a16="http://schemas.microsoft.com/office/drawing/2014/main" id="{50413BA8-271F-17E9-274D-A6681E4E35BE}"/>
                </a:ext>
              </a:extLst>
            </p:cNvPr>
            <p:cNvSpPr>
              <a:spLocks noChangeArrowheads="1"/>
            </p:cNvSpPr>
            <p:nvPr/>
          </p:nvSpPr>
          <p:spPr bwMode="auto">
            <a:xfrm>
              <a:off x="2329" y="1577"/>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0" name="Rectangle 15">
              <a:extLst>
                <a:ext uri="{FF2B5EF4-FFF2-40B4-BE49-F238E27FC236}">
                  <a16:creationId xmlns:a16="http://schemas.microsoft.com/office/drawing/2014/main" id="{5E8A55D7-5C9F-19E4-44F8-0D5ED73A059E}"/>
                </a:ext>
              </a:extLst>
            </p:cNvPr>
            <p:cNvSpPr>
              <a:spLocks noChangeArrowheads="1"/>
            </p:cNvSpPr>
            <p:nvPr/>
          </p:nvSpPr>
          <p:spPr bwMode="auto">
            <a:xfrm>
              <a:off x="2264" y="1654"/>
              <a:ext cx="15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FFB3BB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1" name="Rectangle 16">
              <a:extLst>
                <a:ext uri="{FF2B5EF4-FFF2-40B4-BE49-F238E27FC236}">
                  <a16:creationId xmlns:a16="http://schemas.microsoft.com/office/drawing/2014/main" id="{AB98BB47-C797-09CC-A9F3-51FE51653B12}"/>
                </a:ext>
              </a:extLst>
            </p:cNvPr>
            <p:cNvSpPr>
              <a:spLocks noChangeArrowheads="1"/>
            </p:cNvSpPr>
            <p:nvPr/>
          </p:nvSpPr>
          <p:spPr bwMode="auto">
            <a:xfrm>
              <a:off x="2255" y="2022"/>
              <a:ext cx="706" cy="1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Rectangle 17">
              <a:extLst>
                <a:ext uri="{FF2B5EF4-FFF2-40B4-BE49-F238E27FC236}">
                  <a16:creationId xmlns:a16="http://schemas.microsoft.com/office/drawing/2014/main" id="{C52F19C0-13E8-0692-788F-02A274A980BA}"/>
                </a:ext>
              </a:extLst>
            </p:cNvPr>
            <p:cNvSpPr>
              <a:spLocks noChangeArrowheads="1"/>
            </p:cNvSpPr>
            <p:nvPr/>
          </p:nvSpPr>
          <p:spPr bwMode="auto">
            <a:xfrm>
              <a:off x="2255" y="2022"/>
              <a:ext cx="706" cy="136"/>
            </a:xfrm>
            <a:prstGeom prst="rect">
              <a:avLst/>
            </a:prstGeom>
            <a:noFill/>
            <a:ln w="1588" cap="flat">
              <a:solidFill>
                <a:srgbClr val="BFBFBF"/>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3" name="Rectangle 18">
              <a:extLst>
                <a:ext uri="{FF2B5EF4-FFF2-40B4-BE49-F238E27FC236}">
                  <a16:creationId xmlns:a16="http://schemas.microsoft.com/office/drawing/2014/main" id="{0EF8B30C-1FB6-7C73-44FC-2C39DF7549A8}"/>
                </a:ext>
              </a:extLst>
            </p:cNvPr>
            <p:cNvSpPr>
              <a:spLocks noChangeArrowheads="1"/>
            </p:cNvSpPr>
            <p:nvPr/>
          </p:nvSpPr>
          <p:spPr bwMode="auto">
            <a:xfrm>
              <a:off x="2264" y="2024"/>
              <a:ext cx="139"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FFFFFF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4" name="Rectangle 50">
              <a:extLst>
                <a:ext uri="{FF2B5EF4-FFF2-40B4-BE49-F238E27FC236}">
                  <a16:creationId xmlns:a16="http://schemas.microsoft.com/office/drawing/2014/main" id="{D25297AC-6025-DA45-015A-AD5967168C02}"/>
                </a:ext>
              </a:extLst>
            </p:cNvPr>
            <p:cNvSpPr>
              <a:spLocks noChangeArrowheads="1"/>
            </p:cNvSpPr>
            <p:nvPr/>
          </p:nvSpPr>
          <p:spPr bwMode="auto">
            <a:xfrm>
              <a:off x="1533" y="1727"/>
              <a:ext cx="706" cy="135"/>
            </a:xfrm>
            <a:prstGeom prst="rect">
              <a:avLst/>
            </a:prstGeom>
            <a:solidFill>
              <a:srgbClr val="FF5C3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Rectangle 51">
              <a:extLst>
                <a:ext uri="{FF2B5EF4-FFF2-40B4-BE49-F238E27FC236}">
                  <a16:creationId xmlns:a16="http://schemas.microsoft.com/office/drawing/2014/main" id="{D895CA29-DE29-0BF3-3158-751FF8EC37F0}"/>
                </a:ext>
              </a:extLst>
            </p:cNvPr>
            <p:cNvSpPr>
              <a:spLocks noChangeArrowheads="1"/>
            </p:cNvSpPr>
            <p:nvPr/>
          </p:nvSpPr>
          <p:spPr bwMode="auto">
            <a:xfrm>
              <a:off x="1542" y="1722"/>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76" name="Rectangle 52">
              <a:extLst>
                <a:ext uri="{FF2B5EF4-FFF2-40B4-BE49-F238E27FC236}">
                  <a16:creationId xmlns:a16="http://schemas.microsoft.com/office/drawing/2014/main" id="{7EFCFC16-4A98-86AC-7619-A114CF099F7D}"/>
                </a:ext>
              </a:extLst>
            </p:cNvPr>
            <p:cNvSpPr>
              <a:spLocks noChangeArrowheads="1"/>
            </p:cNvSpPr>
            <p:nvPr/>
          </p:nvSpPr>
          <p:spPr bwMode="auto">
            <a:xfrm>
              <a:off x="1608" y="1722"/>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7" name="Rectangle 53">
              <a:extLst>
                <a:ext uri="{FF2B5EF4-FFF2-40B4-BE49-F238E27FC236}">
                  <a16:creationId xmlns:a16="http://schemas.microsoft.com/office/drawing/2014/main" id="{B9712463-FD5D-ABC4-36B0-C830E76330F6}"/>
                </a:ext>
              </a:extLst>
            </p:cNvPr>
            <p:cNvSpPr>
              <a:spLocks noChangeArrowheads="1"/>
            </p:cNvSpPr>
            <p:nvPr/>
          </p:nvSpPr>
          <p:spPr bwMode="auto">
            <a:xfrm>
              <a:off x="1542" y="1800"/>
              <a:ext cx="150"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FF5C39</a:t>
              </a:r>
              <a:endParaRPr kumimoji="0" lang="en-US" altLang="en-US" sz="1800" b="0" i="0" u="none" strike="noStrike" cap="none" normalizeH="0" baseline="0">
                <a:ln>
                  <a:noFill/>
                </a:ln>
                <a:effectLst/>
                <a:latin typeface="Arial" panose="020B0604020202020204" pitchFamily="34" charset="0"/>
              </a:endParaRPr>
            </a:p>
          </p:txBody>
        </p:sp>
        <p:sp>
          <p:nvSpPr>
            <p:cNvPr id="278" name="Rectangle 54">
              <a:extLst>
                <a:ext uri="{FF2B5EF4-FFF2-40B4-BE49-F238E27FC236}">
                  <a16:creationId xmlns:a16="http://schemas.microsoft.com/office/drawing/2014/main" id="{8ACAB4E1-6417-0C0C-9E12-B1E8EEA4613E}"/>
                </a:ext>
              </a:extLst>
            </p:cNvPr>
            <p:cNvSpPr>
              <a:spLocks noChangeArrowheads="1"/>
            </p:cNvSpPr>
            <p:nvPr/>
          </p:nvSpPr>
          <p:spPr bwMode="auto">
            <a:xfrm>
              <a:off x="1533" y="1871"/>
              <a:ext cx="706" cy="137"/>
            </a:xfrm>
            <a:prstGeom prst="rect">
              <a:avLst/>
            </a:prstGeom>
            <a:solidFill>
              <a:srgbClr val="73391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Rectangle 55">
              <a:extLst>
                <a:ext uri="{FF2B5EF4-FFF2-40B4-BE49-F238E27FC236}">
                  <a16:creationId xmlns:a16="http://schemas.microsoft.com/office/drawing/2014/main" id="{7E6BE592-BF8C-8CF1-0798-04DA17C036E6}"/>
                </a:ext>
              </a:extLst>
            </p:cNvPr>
            <p:cNvSpPr>
              <a:spLocks noChangeArrowheads="1"/>
            </p:cNvSpPr>
            <p:nvPr/>
          </p:nvSpPr>
          <p:spPr bwMode="auto">
            <a:xfrm>
              <a:off x="1542" y="1865"/>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A38B"/>
                  </a:solidFill>
                  <a:effectLst/>
                  <a:latin typeface="Segoe UI Black"/>
                  <a:ea typeface="Segoe UI Black"/>
                  <a:cs typeface="Segoe UI Black"/>
                </a:rPr>
                <a:t>A</a:t>
              </a:r>
              <a:endParaRPr kumimoji="0" lang="en-US" altLang="en-US" sz="1800" b="0" i="0" u="none" strike="noStrike" cap="none" normalizeH="0" baseline="0">
                <a:ln>
                  <a:noFill/>
                </a:ln>
                <a:solidFill>
                  <a:srgbClr val="FFA38B"/>
                </a:solidFill>
                <a:effectLst/>
                <a:latin typeface="Arial" panose="020B0604020202020204" pitchFamily="34" charset="0"/>
              </a:endParaRPr>
            </a:p>
          </p:txBody>
        </p:sp>
        <p:sp>
          <p:nvSpPr>
            <p:cNvPr id="280" name="Rectangle 56">
              <a:extLst>
                <a:ext uri="{FF2B5EF4-FFF2-40B4-BE49-F238E27FC236}">
                  <a16:creationId xmlns:a16="http://schemas.microsoft.com/office/drawing/2014/main" id="{F02A06DF-8715-F16B-5F10-11C5F2584525}"/>
                </a:ext>
              </a:extLst>
            </p:cNvPr>
            <p:cNvSpPr>
              <a:spLocks noChangeArrowheads="1"/>
            </p:cNvSpPr>
            <p:nvPr/>
          </p:nvSpPr>
          <p:spPr bwMode="auto">
            <a:xfrm>
              <a:off x="1608" y="1865"/>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1" name="Rectangle 57">
              <a:extLst>
                <a:ext uri="{FF2B5EF4-FFF2-40B4-BE49-F238E27FC236}">
                  <a16:creationId xmlns:a16="http://schemas.microsoft.com/office/drawing/2014/main" id="{45F29D9D-6572-80B7-280A-53297335FBF7}"/>
                </a:ext>
              </a:extLst>
            </p:cNvPr>
            <p:cNvSpPr>
              <a:spLocks noChangeArrowheads="1"/>
            </p:cNvSpPr>
            <p:nvPr/>
          </p:nvSpPr>
          <p:spPr bwMode="auto">
            <a:xfrm>
              <a:off x="1542" y="1943"/>
              <a:ext cx="158"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73391D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2" name="Rectangle 58">
              <a:extLst>
                <a:ext uri="{FF2B5EF4-FFF2-40B4-BE49-F238E27FC236}">
                  <a16:creationId xmlns:a16="http://schemas.microsoft.com/office/drawing/2014/main" id="{013A62C5-A54C-C8BE-D34C-557861D50FBB}"/>
                </a:ext>
              </a:extLst>
            </p:cNvPr>
            <p:cNvSpPr>
              <a:spLocks noChangeArrowheads="1"/>
            </p:cNvSpPr>
            <p:nvPr/>
          </p:nvSpPr>
          <p:spPr bwMode="auto">
            <a:xfrm>
              <a:off x="1533" y="1582"/>
              <a:ext cx="706" cy="136"/>
            </a:xfrm>
            <a:prstGeom prst="rect">
              <a:avLst/>
            </a:prstGeom>
            <a:solidFill>
              <a:srgbClr val="FFA38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Rectangle 59">
              <a:extLst>
                <a:ext uri="{FF2B5EF4-FFF2-40B4-BE49-F238E27FC236}">
                  <a16:creationId xmlns:a16="http://schemas.microsoft.com/office/drawing/2014/main" id="{A3D38249-2B2F-44FE-8004-78F738A54143}"/>
                </a:ext>
              </a:extLst>
            </p:cNvPr>
            <p:cNvSpPr>
              <a:spLocks noChangeArrowheads="1"/>
            </p:cNvSpPr>
            <p:nvPr/>
          </p:nvSpPr>
          <p:spPr bwMode="auto">
            <a:xfrm>
              <a:off x="1542" y="1577"/>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73391D"/>
                  </a:solidFill>
                  <a:effectLst/>
                  <a:latin typeface="Segoe UI Black"/>
                  <a:ea typeface="Segoe UI Black"/>
                  <a:cs typeface="Segoe UI Black"/>
                </a:rPr>
                <a:t>A</a:t>
              </a:r>
              <a:endParaRPr kumimoji="0" lang="en-US" altLang="en-US" sz="1800" b="0" i="0" u="none" strike="noStrike" cap="none" normalizeH="0" baseline="0">
                <a:ln>
                  <a:noFill/>
                </a:ln>
                <a:solidFill>
                  <a:srgbClr val="73391D"/>
                </a:solidFill>
                <a:effectLst/>
                <a:latin typeface="Arial" panose="020B0604020202020204" pitchFamily="34" charset="0"/>
              </a:endParaRPr>
            </a:p>
          </p:txBody>
        </p:sp>
        <p:sp>
          <p:nvSpPr>
            <p:cNvPr id="284" name="Rectangle 60">
              <a:extLst>
                <a:ext uri="{FF2B5EF4-FFF2-40B4-BE49-F238E27FC236}">
                  <a16:creationId xmlns:a16="http://schemas.microsoft.com/office/drawing/2014/main" id="{6356C9D6-F46C-5F18-CC06-57CEDB989050}"/>
                </a:ext>
              </a:extLst>
            </p:cNvPr>
            <p:cNvSpPr>
              <a:spLocks noChangeArrowheads="1"/>
            </p:cNvSpPr>
            <p:nvPr/>
          </p:nvSpPr>
          <p:spPr bwMode="auto">
            <a:xfrm>
              <a:off x="1608" y="1577"/>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5" name="Rectangle 61">
              <a:extLst>
                <a:ext uri="{FF2B5EF4-FFF2-40B4-BE49-F238E27FC236}">
                  <a16:creationId xmlns:a16="http://schemas.microsoft.com/office/drawing/2014/main" id="{809C64CC-0B9B-063B-F7A5-63EE36FBDCCD}"/>
                </a:ext>
              </a:extLst>
            </p:cNvPr>
            <p:cNvSpPr>
              <a:spLocks noChangeArrowheads="1"/>
            </p:cNvSpPr>
            <p:nvPr/>
          </p:nvSpPr>
          <p:spPr bwMode="auto">
            <a:xfrm>
              <a:off x="1542" y="1654"/>
              <a:ext cx="15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FFA38B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6" name="Rectangle 62">
              <a:extLst>
                <a:ext uri="{FF2B5EF4-FFF2-40B4-BE49-F238E27FC236}">
                  <a16:creationId xmlns:a16="http://schemas.microsoft.com/office/drawing/2014/main" id="{94AB9329-702D-4A1F-E5A5-C3B78F016261}"/>
                </a:ext>
              </a:extLst>
            </p:cNvPr>
            <p:cNvSpPr>
              <a:spLocks noChangeArrowheads="1"/>
            </p:cNvSpPr>
            <p:nvPr/>
          </p:nvSpPr>
          <p:spPr bwMode="auto">
            <a:xfrm>
              <a:off x="1533" y="2022"/>
              <a:ext cx="707" cy="136"/>
            </a:xfrm>
            <a:prstGeom prst="rect">
              <a:avLst/>
            </a:prstGeom>
            <a:solidFill>
              <a:srgbClr val="F4F3F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Rectangle 63">
              <a:extLst>
                <a:ext uri="{FF2B5EF4-FFF2-40B4-BE49-F238E27FC236}">
                  <a16:creationId xmlns:a16="http://schemas.microsoft.com/office/drawing/2014/main" id="{24EB0818-3B44-BF17-FF2B-E025C738466C}"/>
                </a:ext>
              </a:extLst>
            </p:cNvPr>
            <p:cNvSpPr>
              <a:spLocks noChangeArrowheads="1"/>
            </p:cNvSpPr>
            <p:nvPr/>
          </p:nvSpPr>
          <p:spPr bwMode="auto">
            <a:xfrm>
              <a:off x="1533" y="2022"/>
              <a:ext cx="707" cy="136"/>
            </a:xfrm>
            <a:prstGeom prst="rect">
              <a:avLst/>
            </a:prstGeom>
            <a:noFill/>
            <a:ln w="1588" cap="flat">
              <a:solidFill>
                <a:srgbClr val="BFBFBF"/>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8" name="Rectangle 64">
              <a:extLst>
                <a:ext uri="{FF2B5EF4-FFF2-40B4-BE49-F238E27FC236}">
                  <a16:creationId xmlns:a16="http://schemas.microsoft.com/office/drawing/2014/main" id="{8D3440B3-96D8-0B26-9877-7E62CD77370D}"/>
                </a:ext>
              </a:extLst>
            </p:cNvPr>
            <p:cNvSpPr>
              <a:spLocks noChangeArrowheads="1"/>
            </p:cNvSpPr>
            <p:nvPr/>
          </p:nvSpPr>
          <p:spPr bwMode="auto">
            <a:xfrm>
              <a:off x="1542" y="2024"/>
              <a:ext cx="145"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F4F3F5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9" name="Rectangle 65">
              <a:extLst>
                <a:ext uri="{FF2B5EF4-FFF2-40B4-BE49-F238E27FC236}">
                  <a16:creationId xmlns:a16="http://schemas.microsoft.com/office/drawing/2014/main" id="{64795BFF-26DD-4F9D-7E57-E8A3C163A079}"/>
                </a:ext>
              </a:extLst>
            </p:cNvPr>
            <p:cNvSpPr>
              <a:spLocks noChangeArrowheads="1"/>
            </p:cNvSpPr>
            <p:nvPr/>
          </p:nvSpPr>
          <p:spPr bwMode="auto">
            <a:xfrm>
              <a:off x="3698" y="1729"/>
              <a:ext cx="707" cy="135"/>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Rectangle 66">
              <a:extLst>
                <a:ext uri="{FF2B5EF4-FFF2-40B4-BE49-F238E27FC236}">
                  <a16:creationId xmlns:a16="http://schemas.microsoft.com/office/drawing/2014/main" id="{973E90C8-2FFF-2256-D29B-6A3ABBA35099}"/>
                </a:ext>
              </a:extLst>
            </p:cNvPr>
            <p:cNvSpPr>
              <a:spLocks noChangeArrowheads="1"/>
            </p:cNvSpPr>
            <p:nvPr/>
          </p:nvSpPr>
          <p:spPr bwMode="auto">
            <a:xfrm>
              <a:off x="3707" y="1723"/>
              <a:ext cx="5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9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1" name="Rectangle 67">
              <a:extLst>
                <a:ext uri="{FF2B5EF4-FFF2-40B4-BE49-F238E27FC236}">
                  <a16:creationId xmlns:a16="http://schemas.microsoft.com/office/drawing/2014/main" id="{F146B7CE-CBC5-956E-DA0D-244A26F54704}"/>
                </a:ext>
              </a:extLst>
            </p:cNvPr>
            <p:cNvSpPr>
              <a:spLocks noChangeArrowheads="1"/>
            </p:cNvSpPr>
            <p:nvPr/>
          </p:nvSpPr>
          <p:spPr bwMode="auto">
            <a:xfrm>
              <a:off x="3773" y="1723"/>
              <a:ext cx="5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9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2" name="Rectangle 68">
              <a:extLst>
                <a:ext uri="{FF2B5EF4-FFF2-40B4-BE49-F238E27FC236}">
                  <a16:creationId xmlns:a16="http://schemas.microsoft.com/office/drawing/2014/main" id="{841A3A9C-7ABE-216A-7AAA-FC8E018652B9}"/>
                </a:ext>
              </a:extLst>
            </p:cNvPr>
            <p:cNvSpPr>
              <a:spLocks noChangeArrowheads="1"/>
            </p:cNvSpPr>
            <p:nvPr/>
          </p:nvSpPr>
          <p:spPr bwMode="auto">
            <a:xfrm>
              <a:off x="3707" y="1801"/>
              <a:ext cx="158"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0078D4</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293" name="Rectangle 69">
              <a:extLst>
                <a:ext uri="{FF2B5EF4-FFF2-40B4-BE49-F238E27FC236}">
                  <a16:creationId xmlns:a16="http://schemas.microsoft.com/office/drawing/2014/main" id="{B67B7695-C3C0-34B4-72B1-C7E58FF3275A}"/>
                </a:ext>
              </a:extLst>
            </p:cNvPr>
            <p:cNvSpPr>
              <a:spLocks noChangeArrowheads="1"/>
            </p:cNvSpPr>
            <p:nvPr/>
          </p:nvSpPr>
          <p:spPr bwMode="auto">
            <a:xfrm>
              <a:off x="3698" y="1873"/>
              <a:ext cx="707" cy="136"/>
            </a:xfrm>
            <a:prstGeom prst="rect">
              <a:avLst/>
            </a:prstGeom>
            <a:solidFill>
              <a:srgbClr val="2A446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Rectangle 70">
              <a:extLst>
                <a:ext uri="{FF2B5EF4-FFF2-40B4-BE49-F238E27FC236}">
                  <a16:creationId xmlns:a16="http://schemas.microsoft.com/office/drawing/2014/main" id="{F3BB6A3B-AD16-5C6E-2848-CC82A261CE5A}"/>
                </a:ext>
              </a:extLst>
            </p:cNvPr>
            <p:cNvSpPr>
              <a:spLocks noChangeArrowheads="1"/>
            </p:cNvSpPr>
            <p:nvPr/>
          </p:nvSpPr>
          <p:spPr bwMode="auto">
            <a:xfrm>
              <a:off x="3707" y="1866"/>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8DC8E8"/>
                  </a:solidFill>
                  <a:effectLst/>
                  <a:latin typeface="Segoe UI Black"/>
                  <a:ea typeface="Segoe UI Black"/>
                  <a:cs typeface="Segoe UI Black"/>
                </a:rPr>
                <a:t>A</a:t>
              </a:r>
              <a:endParaRPr kumimoji="0" lang="en-US" altLang="en-US" sz="1800" b="0" i="0" u="none" strike="noStrike" cap="none" normalizeH="0" baseline="0">
                <a:ln>
                  <a:noFill/>
                </a:ln>
                <a:solidFill>
                  <a:srgbClr val="8DC8E8"/>
                </a:solidFill>
                <a:effectLst/>
                <a:latin typeface="Arial" panose="020B0604020202020204" pitchFamily="34" charset="0"/>
              </a:endParaRPr>
            </a:p>
          </p:txBody>
        </p:sp>
        <p:sp>
          <p:nvSpPr>
            <p:cNvPr id="295" name="Rectangle 71">
              <a:extLst>
                <a:ext uri="{FF2B5EF4-FFF2-40B4-BE49-F238E27FC236}">
                  <a16:creationId xmlns:a16="http://schemas.microsoft.com/office/drawing/2014/main" id="{AF58A79C-F974-45C7-A85C-F40D9A65E853}"/>
                </a:ext>
              </a:extLst>
            </p:cNvPr>
            <p:cNvSpPr>
              <a:spLocks noChangeArrowheads="1"/>
            </p:cNvSpPr>
            <p:nvPr/>
          </p:nvSpPr>
          <p:spPr bwMode="auto">
            <a:xfrm>
              <a:off x="3773" y="1866"/>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6" name="Rectangle 72">
              <a:extLst>
                <a:ext uri="{FF2B5EF4-FFF2-40B4-BE49-F238E27FC236}">
                  <a16:creationId xmlns:a16="http://schemas.microsoft.com/office/drawing/2014/main" id="{9CAD9107-51BE-8F4A-FEBB-F3BD3DC96520}"/>
                </a:ext>
              </a:extLst>
            </p:cNvPr>
            <p:cNvSpPr>
              <a:spLocks noChangeArrowheads="1"/>
            </p:cNvSpPr>
            <p:nvPr/>
          </p:nvSpPr>
          <p:spPr bwMode="auto">
            <a:xfrm>
              <a:off x="3707" y="1944"/>
              <a:ext cx="15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2A446F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7" name="Rectangle 73">
              <a:extLst>
                <a:ext uri="{FF2B5EF4-FFF2-40B4-BE49-F238E27FC236}">
                  <a16:creationId xmlns:a16="http://schemas.microsoft.com/office/drawing/2014/main" id="{F0CA8CB9-EFF0-9A10-BBC0-A9A36D6E6ADF}"/>
                </a:ext>
              </a:extLst>
            </p:cNvPr>
            <p:cNvSpPr>
              <a:spLocks noChangeArrowheads="1"/>
            </p:cNvSpPr>
            <p:nvPr/>
          </p:nvSpPr>
          <p:spPr bwMode="auto">
            <a:xfrm>
              <a:off x="3698" y="1583"/>
              <a:ext cx="707" cy="137"/>
            </a:xfrm>
            <a:prstGeom prst="rect">
              <a:avLst/>
            </a:prstGeom>
            <a:solidFill>
              <a:srgbClr val="8DC8E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Rectangle 74">
              <a:extLst>
                <a:ext uri="{FF2B5EF4-FFF2-40B4-BE49-F238E27FC236}">
                  <a16:creationId xmlns:a16="http://schemas.microsoft.com/office/drawing/2014/main" id="{CF1A989F-9EAE-5BC1-AD31-5728CD61EE81}"/>
                </a:ext>
              </a:extLst>
            </p:cNvPr>
            <p:cNvSpPr>
              <a:spLocks noChangeArrowheads="1"/>
            </p:cNvSpPr>
            <p:nvPr/>
          </p:nvSpPr>
          <p:spPr bwMode="auto">
            <a:xfrm>
              <a:off x="3707" y="1578"/>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2A446F"/>
                  </a:solidFill>
                  <a:effectLst/>
                  <a:latin typeface="Segoe UI Black"/>
                  <a:ea typeface="Segoe UI Black"/>
                  <a:cs typeface="Segoe UI Black"/>
                </a:rPr>
                <a:t>A</a:t>
              </a:r>
              <a:endParaRPr kumimoji="0" lang="en-US" altLang="en-US" sz="1800" b="0" i="0" u="none" strike="noStrike" cap="none" normalizeH="0" baseline="0">
                <a:ln>
                  <a:noFill/>
                </a:ln>
                <a:solidFill>
                  <a:srgbClr val="2A446F"/>
                </a:solidFill>
                <a:effectLst/>
                <a:latin typeface="Arial" panose="020B0604020202020204" pitchFamily="34" charset="0"/>
              </a:endParaRPr>
            </a:p>
          </p:txBody>
        </p:sp>
        <p:sp>
          <p:nvSpPr>
            <p:cNvPr id="299" name="Rectangle 75">
              <a:extLst>
                <a:ext uri="{FF2B5EF4-FFF2-40B4-BE49-F238E27FC236}">
                  <a16:creationId xmlns:a16="http://schemas.microsoft.com/office/drawing/2014/main" id="{957953AB-E9C6-D080-ADB2-1F206404C0B7}"/>
                </a:ext>
              </a:extLst>
            </p:cNvPr>
            <p:cNvSpPr>
              <a:spLocks noChangeArrowheads="1"/>
            </p:cNvSpPr>
            <p:nvPr/>
          </p:nvSpPr>
          <p:spPr bwMode="auto">
            <a:xfrm>
              <a:off x="3773" y="1578"/>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0" name="Rectangle 76">
              <a:extLst>
                <a:ext uri="{FF2B5EF4-FFF2-40B4-BE49-F238E27FC236}">
                  <a16:creationId xmlns:a16="http://schemas.microsoft.com/office/drawing/2014/main" id="{D3F9BD24-BF97-98DF-7799-FF5527E1F0E4}"/>
                </a:ext>
              </a:extLst>
            </p:cNvPr>
            <p:cNvSpPr>
              <a:spLocks noChangeArrowheads="1"/>
            </p:cNvSpPr>
            <p:nvPr/>
          </p:nvSpPr>
          <p:spPr bwMode="auto">
            <a:xfrm>
              <a:off x="3707" y="1655"/>
              <a:ext cx="16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8DC8E8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1" name="Rectangle 80">
              <a:extLst>
                <a:ext uri="{FF2B5EF4-FFF2-40B4-BE49-F238E27FC236}">
                  <a16:creationId xmlns:a16="http://schemas.microsoft.com/office/drawing/2014/main" id="{D9F904A4-74AE-C098-E989-4C11A3671B63}"/>
                </a:ext>
              </a:extLst>
            </p:cNvPr>
            <p:cNvSpPr>
              <a:spLocks noChangeArrowheads="1"/>
            </p:cNvSpPr>
            <p:nvPr/>
          </p:nvSpPr>
          <p:spPr bwMode="auto">
            <a:xfrm>
              <a:off x="2981" y="1438"/>
              <a:ext cx="1423" cy="135"/>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Rectangle 81">
              <a:extLst>
                <a:ext uri="{FF2B5EF4-FFF2-40B4-BE49-F238E27FC236}">
                  <a16:creationId xmlns:a16="http://schemas.microsoft.com/office/drawing/2014/main" id="{86561027-5502-5CBF-CC1E-E9283F7A3EA8}"/>
                </a:ext>
              </a:extLst>
            </p:cNvPr>
            <p:cNvSpPr>
              <a:spLocks noChangeArrowheads="1"/>
            </p:cNvSpPr>
            <p:nvPr/>
          </p:nvSpPr>
          <p:spPr bwMode="auto">
            <a:xfrm>
              <a:off x="2977" y="1437"/>
              <a:ext cx="1427" cy="1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82">
              <a:extLst>
                <a:ext uri="{FF2B5EF4-FFF2-40B4-BE49-F238E27FC236}">
                  <a16:creationId xmlns:a16="http://schemas.microsoft.com/office/drawing/2014/main" id="{815862B1-E237-764F-DF2A-70DEC4B6F67A}"/>
                </a:ext>
              </a:extLst>
            </p:cNvPr>
            <p:cNvSpPr>
              <a:spLocks noEditPoints="1"/>
            </p:cNvSpPr>
            <p:nvPr/>
          </p:nvSpPr>
          <p:spPr bwMode="auto">
            <a:xfrm>
              <a:off x="2978" y="1437"/>
              <a:ext cx="1427" cy="136"/>
            </a:xfrm>
            <a:custGeom>
              <a:avLst/>
              <a:gdLst>
                <a:gd name="T0" fmla="*/ 0 w 15200"/>
                <a:gd name="T1" fmla="*/ 4 h 960"/>
                <a:gd name="T2" fmla="*/ 4 w 15200"/>
                <a:gd name="T3" fmla="*/ 0 h 960"/>
                <a:gd name="T4" fmla="*/ 15196 w 15200"/>
                <a:gd name="T5" fmla="*/ 0 h 960"/>
                <a:gd name="T6" fmla="*/ 15200 w 15200"/>
                <a:gd name="T7" fmla="*/ 4 h 960"/>
                <a:gd name="T8" fmla="*/ 15200 w 15200"/>
                <a:gd name="T9" fmla="*/ 956 h 960"/>
                <a:gd name="T10" fmla="*/ 15196 w 15200"/>
                <a:gd name="T11" fmla="*/ 960 h 960"/>
                <a:gd name="T12" fmla="*/ 4 w 15200"/>
                <a:gd name="T13" fmla="*/ 960 h 960"/>
                <a:gd name="T14" fmla="*/ 0 w 15200"/>
                <a:gd name="T15" fmla="*/ 956 h 960"/>
                <a:gd name="T16" fmla="*/ 0 w 15200"/>
                <a:gd name="T17" fmla="*/ 4 h 960"/>
                <a:gd name="T18" fmla="*/ 8 w 15200"/>
                <a:gd name="T19" fmla="*/ 956 h 960"/>
                <a:gd name="T20" fmla="*/ 4 w 15200"/>
                <a:gd name="T21" fmla="*/ 952 h 960"/>
                <a:gd name="T22" fmla="*/ 15196 w 15200"/>
                <a:gd name="T23" fmla="*/ 952 h 960"/>
                <a:gd name="T24" fmla="*/ 15192 w 15200"/>
                <a:gd name="T25" fmla="*/ 956 h 960"/>
                <a:gd name="T26" fmla="*/ 15192 w 15200"/>
                <a:gd name="T27" fmla="*/ 4 h 960"/>
                <a:gd name="T28" fmla="*/ 15196 w 15200"/>
                <a:gd name="T29" fmla="*/ 8 h 960"/>
                <a:gd name="T30" fmla="*/ 4 w 15200"/>
                <a:gd name="T31" fmla="*/ 8 h 960"/>
                <a:gd name="T32" fmla="*/ 8 w 15200"/>
                <a:gd name="T33" fmla="*/ 4 h 960"/>
                <a:gd name="T34" fmla="*/ 8 w 15200"/>
                <a:gd name="T35" fmla="*/ 956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5200" h="960">
                  <a:moveTo>
                    <a:pt x="0" y="4"/>
                  </a:moveTo>
                  <a:cubicBezTo>
                    <a:pt x="0" y="2"/>
                    <a:pt x="2" y="0"/>
                    <a:pt x="4" y="0"/>
                  </a:cubicBezTo>
                  <a:lnTo>
                    <a:pt x="15196" y="0"/>
                  </a:lnTo>
                  <a:cubicBezTo>
                    <a:pt x="15199" y="0"/>
                    <a:pt x="15200" y="2"/>
                    <a:pt x="15200" y="4"/>
                  </a:cubicBezTo>
                  <a:lnTo>
                    <a:pt x="15200" y="956"/>
                  </a:lnTo>
                  <a:cubicBezTo>
                    <a:pt x="15200" y="959"/>
                    <a:pt x="15199" y="960"/>
                    <a:pt x="15196" y="960"/>
                  </a:cubicBezTo>
                  <a:lnTo>
                    <a:pt x="4" y="960"/>
                  </a:lnTo>
                  <a:cubicBezTo>
                    <a:pt x="2" y="960"/>
                    <a:pt x="0" y="959"/>
                    <a:pt x="0" y="956"/>
                  </a:cubicBezTo>
                  <a:lnTo>
                    <a:pt x="0" y="4"/>
                  </a:lnTo>
                  <a:close/>
                  <a:moveTo>
                    <a:pt x="8" y="956"/>
                  </a:moveTo>
                  <a:lnTo>
                    <a:pt x="4" y="952"/>
                  </a:lnTo>
                  <a:lnTo>
                    <a:pt x="15196" y="952"/>
                  </a:lnTo>
                  <a:lnTo>
                    <a:pt x="15192" y="956"/>
                  </a:lnTo>
                  <a:lnTo>
                    <a:pt x="15192" y="4"/>
                  </a:lnTo>
                  <a:lnTo>
                    <a:pt x="15196" y="8"/>
                  </a:lnTo>
                  <a:lnTo>
                    <a:pt x="4" y="8"/>
                  </a:lnTo>
                  <a:lnTo>
                    <a:pt x="8" y="4"/>
                  </a:lnTo>
                  <a:lnTo>
                    <a:pt x="8" y="956"/>
                  </a:lnTo>
                  <a:close/>
                </a:path>
              </a:pathLst>
            </a:custGeom>
            <a:solidFill>
              <a:srgbClr val="FFFFFF"/>
            </a:solidFill>
            <a:ln w="0">
              <a:solidFill>
                <a:srgbClr val="000000"/>
              </a:solidFill>
              <a:prstDash val="solid"/>
              <a:round/>
            </a:ln>
          </p:spPr>
          <p:txBody>
            <a:bodyPr vert="horz" wrap="square" lIns="91440" tIns="45720" rIns="91440" bIns="45720" numCol="1" anchor="t" anchorCtr="0" compatLnSpc="1">
              <a:prstTxWarp prst="textNoShape">
                <a:avLst/>
              </a:prstTxWarp>
            </a:bodyPr>
            <a:lstStyle/>
            <a:p>
              <a:endParaRPr lang="en-US"/>
            </a:p>
          </p:txBody>
        </p:sp>
        <p:sp>
          <p:nvSpPr>
            <p:cNvPr id="304" name="Rectangle 83">
              <a:extLst>
                <a:ext uri="{FF2B5EF4-FFF2-40B4-BE49-F238E27FC236}">
                  <a16:creationId xmlns:a16="http://schemas.microsoft.com/office/drawing/2014/main" id="{F8634574-E07B-D28B-BCBE-E63D6F2B0F02}"/>
                </a:ext>
              </a:extLst>
            </p:cNvPr>
            <p:cNvSpPr>
              <a:spLocks noChangeArrowheads="1"/>
            </p:cNvSpPr>
            <p:nvPr/>
          </p:nvSpPr>
          <p:spPr bwMode="auto">
            <a:xfrm>
              <a:off x="2978" y="1437"/>
              <a:ext cx="1426" cy="137"/>
            </a:xfrm>
            <a:prstGeom prst="rect">
              <a:avLst/>
            </a:prstGeom>
            <a:solidFill>
              <a:srgbClr val="091F2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Rectangle 84">
              <a:extLst>
                <a:ext uri="{FF2B5EF4-FFF2-40B4-BE49-F238E27FC236}">
                  <a16:creationId xmlns:a16="http://schemas.microsoft.com/office/drawing/2014/main" id="{12699538-90CB-E2BB-A02E-9CAD1104357C}"/>
                </a:ext>
              </a:extLst>
            </p:cNvPr>
            <p:cNvSpPr>
              <a:spLocks noChangeArrowheads="1"/>
            </p:cNvSpPr>
            <p:nvPr/>
          </p:nvSpPr>
          <p:spPr bwMode="auto">
            <a:xfrm>
              <a:off x="2989" y="1440"/>
              <a:ext cx="381"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800" b="1" i="0" strike="noStrike" cap="none" baseline="0">
                  <a:solidFill>
                    <a:srgbClr val="FFFFFF"/>
                  </a:solidFill>
                  <a:effectLst/>
                  <a:latin typeface="Segoe UI"/>
                  <a:ea typeface="Segoe UI"/>
                  <a:cs typeface="Segoe UI"/>
                </a:rPr>
                <a:t>Blue Black</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6" name="Rectangle 85">
              <a:extLst>
                <a:ext uri="{FF2B5EF4-FFF2-40B4-BE49-F238E27FC236}">
                  <a16:creationId xmlns:a16="http://schemas.microsoft.com/office/drawing/2014/main" id="{6FAB69FC-8CE4-AC4F-FDDF-81B46D7C1E11}"/>
                </a:ext>
              </a:extLst>
            </p:cNvPr>
            <p:cNvSpPr>
              <a:spLocks noChangeArrowheads="1"/>
            </p:cNvSpPr>
            <p:nvPr/>
          </p:nvSpPr>
          <p:spPr bwMode="auto">
            <a:xfrm>
              <a:off x="2989" y="1508"/>
              <a:ext cx="153"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091F2C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7" name="Rectangle 86">
              <a:extLst>
                <a:ext uri="{FF2B5EF4-FFF2-40B4-BE49-F238E27FC236}">
                  <a16:creationId xmlns:a16="http://schemas.microsoft.com/office/drawing/2014/main" id="{0B6C3A35-3676-F821-8B84-E8FCD2D7AEB0}"/>
                </a:ext>
              </a:extLst>
            </p:cNvPr>
            <p:cNvSpPr>
              <a:spLocks noChangeArrowheads="1"/>
            </p:cNvSpPr>
            <p:nvPr/>
          </p:nvSpPr>
          <p:spPr bwMode="auto">
            <a:xfrm>
              <a:off x="2977" y="1730"/>
              <a:ext cx="706" cy="136"/>
            </a:xfrm>
            <a:prstGeom prst="rect">
              <a:avLst/>
            </a:prstGeom>
            <a:solidFill>
              <a:srgbClr val="C73EC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Rectangle 87">
              <a:extLst>
                <a:ext uri="{FF2B5EF4-FFF2-40B4-BE49-F238E27FC236}">
                  <a16:creationId xmlns:a16="http://schemas.microsoft.com/office/drawing/2014/main" id="{E31C635C-F918-E83E-41BB-6A05312AF804}"/>
                </a:ext>
              </a:extLst>
            </p:cNvPr>
            <p:cNvSpPr>
              <a:spLocks noChangeArrowheads="1"/>
            </p:cNvSpPr>
            <p:nvPr/>
          </p:nvSpPr>
          <p:spPr bwMode="auto">
            <a:xfrm>
              <a:off x="2985" y="1723"/>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9" name="Rectangle 88">
              <a:extLst>
                <a:ext uri="{FF2B5EF4-FFF2-40B4-BE49-F238E27FC236}">
                  <a16:creationId xmlns:a16="http://schemas.microsoft.com/office/drawing/2014/main" id="{C72C7396-887D-00AF-02FC-A8E598F00631}"/>
                </a:ext>
              </a:extLst>
            </p:cNvPr>
            <p:cNvSpPr>
              <a:spLocks noChangeArrowheads="1"/>
            </p:cNvSpPr>
            <p:nvPr/>
          </p:nvSpPr>
          <p:spPr bwMode="auto">
            <a:xfrm>
              <a:off x="2985" y="1803"/>
              <a:ext cx="161"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C73ECC</a:t>
              </a:r>
              <a:endParaRPr kumimoji="0" lang="en-US" altLang="en-US" sz="1800" b="0" i="0" u="none" strike="noStrike" cap="none" normalizeH="0" baseline="0">
                <a:ln>
                  <a:noFill/>
                </a:ln>
                <a:effectLst/>
                <a:latin typeface="Arial" panose="020B0604020202020204" pitchFamily="34" charset="0"/>
              </a:endParaRPr>
            </a:p>
          </p:txBody>
        </p:sp>
        <p:sp>
          <p:nvSpPr>
            <p:cNvPr id="310" name="Rectangle 89">
              <a:extLst>
                <a:ext uri="{FF2B5EF4-FFF2-40B4-BE49-F238E27FC236}">
                  <a16:creationId xmlns:a16="http://schemas.microsoft.com/office/drawing/2014/main" id="{D30DD6FD-51EB-19EC-8510-E1C9AF53735B}"/>
                </a:ext>
              </a:extLst>
            </p:cNvPr>
            <p:cNvSpPr>
              <a:spLocks noChangeArrowheads="1"/>
            </p:cNvSpPr>
            <p:nvPr/>
          </p:nvSpPr>
          <p:spPr bwMode="auto">
            <a:xfrm>
              <a:off x="2977" y="1875"/>
              <a:ext cx="706" cy="135"/>
            </a:xfrm>
            <a:prstGeom prst="rect">
              <a:avLst/>
            </a:prstGeom>
            <a:solidFill>
              <a:srgbClr val="70257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Rectangle 90">
              <a:extLst>
                <a:ext uri="{FF2B5EF4-FFF2-40B4-BE49-F238E27FC236}">
                  <a16:creationId xmlns:a16="http://schemas.microsoft.com/office/drawing/2014/main" id="{FA8D36D1-67FD-B784-519E-C36BEA31B3C5}"/>
                </a:ext>
              </a:extLst>
            </p:cNvPr>
            <p:cNvSpPr>
              <a:spLocks noChangeArrowheads="1"/>
            </p:cNvSpPr>
            <p:nvPr/>
          </p:nvSpPr>
          <p:spPr bwMode="auto">
            <a:xfrm>
              <a:off x="2985" y="1869"/>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CD9BCF"/>
                  </a:solidFill>
                  <a:effectLst/>
                  <a:latin typeface="Segoe UI Black"/>
                  <a:ea typeface="Segoe UI Black"/>
                  <a:cs typeface="Segoe UI Black"/>
                </a:rPr>
                <a:t>A</a:t>
              </a:r>
              <a:endParaRPr kumimoji="0" lang="en-US" altLang="en-US" sz="1800" b="0" i="0" u="none" strike="noStrike" cap="none" normalizeH="0" baseline="0">
                <a:ln>
                  <a:noFill/>
                </a:ln>
                <a:solidFill>
                  <a:srgbClr val="CD9BCF"/>
                </a:solidFill>
                <a:effectLst/>
                <a:latin typeface="Arial" panose="020B0604020202020204" pitchFamily="34" charset="0"/>
              </a:endParaRPr>
            </a:p>
          </p:txBody>
        </p:sp>
        <p:sp>
          <p:nvSpPr>
            <p:cNvPr id="312" name="Rectangle 91">
              <a:extLst>
                <a:ext uri="{FF2B5EF4-FFF2-40B4-BE49-F238E27FC236}">
                  <a16:creationId xmlns:a16="http://schemas.microsoft.com/office/drawing/2014/main" id="{A2790CC1-ECD3-C2AA-C63A-83B06BB562FD}"/>
                </a:ext>
              </a:extLst>
            </p:cNvPr>
            <p:cNvSpPr>
              <a:spLocks noChangeArrowheads="1"/>
            </p:cNvSpPr>
            <p:nvPr/>
          </p:nvSpPr>
          <p:spPr bwMode="auto">
            <a:xfrm>
              <a:off x="3051" y="1869"/>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FFFFFF"/>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3" name="Rectangle 92">
              <a:extLst>
                <a:ext uri="{FF2B5EF4-FFF2-40B4-BE49-F238E27FC236}">
                  <a16:creationId xmlns:a16="http://schemas.microsoft.com/office/drawing/2014/main" id="{C2F74C0D-75FA-B70A-ED71-3CFA807964B4}"/>
                </a:ext>
              </a:extLst>
            </p:cNvPr>
            <p:cNvSpPr>
              <a:spLocks noChangeArrowheads="1"/>
            </p:cNvSpPr>
            <p:nvPr/>
          </p:nvSpPr>
          <p:spPr bwMode="auto">
            <a:xfrm>
              <a:off x="2985" y="1946"/>
              <a:ext cx="15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702573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4" name="Rectangle 93">
              <a:extLst>
                <a:ext uri="{FF2B5EF4-FFF2-40B4-BE49-F238E27FC236}">
                  <a16:creationId xmlns:a16="http://schemas.microsoft.com/office/drawing/2014/main" id="{4B629030-A380-3E24-758E-F1D167C23086}"/>
                </a:ext>
              </a:extLst>
            </p:cNvPr>
            <p:cNvSpPr>
              <a:spLocks noChangeArrowheads="1"/>
            </p:cNvSpPr>
            <p:nvPr/>
          </p:nvSpPr>
          <p:spPr bwMode="auto">
            <a:xfrm>
              <a:off x="2977" y="1586"/>
              <a:ext cx="706" cy="135"/>
            </a:xfrm>
            <a:prstGeom prst="rect">
              <a:avLst/>
            </a:prstGeom>
            <a:solidFill>
              <a:srgbClr val="CD9B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5" name="Rectangle 94">
              <a:extLst>
                <a:ext uri="{FF2B5EF4-FFF2-40B4-BE49-F238E27FC236}">
                  <a16:creationId xmlns:a16="http://schemas.microsoft.com/office/drawing/2014/main" id="{6D81EE59-1E06-6AAB-A8EE-80D567AE752D}"/>
                </a:ext>
              </a:extLst>
            </p:cNvPr>
            <p:cNvSpPr>
              <a:spLocks noChangeArrowheads="1"/>
            </p:cNvSpPr>
            <p:nvPr/>
          </p:nvSpPr>
          <p:spPr bwMode="auto">
            <a:xfrm>
              <a:off x="2985" y="1580"/>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702573"/>
                  </a:solidFill>
                  <a:effectLst/>
                  <a:latin typeface="Segoe UI Black"/>
                  <a:ea typeface="Segoe UI Black"/>
                  <a:cs typeface="Segoe UI Black"/>
                </a:rPr>
                <a:t>A</a:t>
              </a:r>
              <a:endParaRPr kumimoji="0" lang="en-US" altLang="en-US" sz="1800" b="0" i="0" u="none" strike="noStrike" cap="none" normalizeH="0" baseline="0">
                <a:ln>
                  <a:noFill/>
                </a:ln>
                <a:solidFill>
                  <a:srgbClr val="702573"/>
                </a:solidFill>
                <a:effectLst/>
                <a:latin typeface="Arial" panose="020B0604020202020204" pitchFamily="34" charset="0"/>
              </a:endParaRPr>
            </a:p>
          </p:txBody>
        </p:sp>
        <p:sp>
          <p:nvSpPr>
            <p:cNvPr id="316" name="Rectangle 95">
              <a:extLst>
                <a:ext uri="{FF2B5EF4-FFF2-40B4-BE49-F238E27FC236}">
                  <a16:creationId xmlns:a16="http://schemas.microsoft.com/office/drawing/2014/main" id="{6AD9F2DD-3CC6-E096-A24F-323DA0D326AD}"/>
                </a:ext>
              </a:extLst>
            </p:cNvPr>
            <p:cNvSpPr>
              <a:spLocks noChangeArrowheads="1"/>
            </p:cNvSpPr>
            <p:nvPr/>
          </p:nvSpPr>
          <p:spPr bwMode="auto">
            <a:xfrm>
              <a:off x="3051" y="1580"/>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7" name="Rectangle 96">
              <a:extLst>
                <a:ext uri="{FF2B5EF4-FFF2-40B4-BE49-F238E27FC236}">
                  <a16:creationId xmlns:a16="http://schemas.microsoft.com/office/drawing/2014/main" id="{AFB34C5D-AB21-1047-2C41-96AAFC6CF230}"/>
                </a:ext>
              </a:extLst>
            </p:cNvPr>
            <p:cNvSpPr>
              <a:spLocks noChangeArrowheads="1"/>
            </p:cNvSpPr>
            <p:nvPr/>
          </p:nvSpPr>
          <p:spPr bwMode="auto">
            <a:xfrm>
              <a:off x="2985" y="1658"/>
              <a:ext cx="164"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CD9BCF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8" name="Rectangle 97">
              <a:extLst>
                <a:ext uri="{FF2B5EF4-FFF2-40B4-BE49-F238E27FC236}">
                  <a16:creationId xmlns:a16="http://schemas.microsoft.com/office/drawing/2014/main" id="{577AD0A0-7F00-AA4F-1B1B-61CFE55F937D}"/>
                </a:ext>
              </a:extLst>
            </p:cNvPr>
            <p:cNvSpPr>
              <a:spLocks noChangeArrowheads="1"/>
            </p:cNvSpPr>
            <p:nvPr/>
          </p:nvSpPr>
          <p:spPr bwMode="auto">
            <a:xfrm>
              <a:off x="2976" y="2023"/>
              <a:ext cx="1428" cy="136"/>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9" name="Rectangle 98">
              <a:extLst>
                <a:ext uri="{FF2B5EF4-FFF2-40B4-BE49-F238E27FC236}">
                  <a16:creationId xmlns:a16="http://schemas.microsoft.com/office/drawing/2014/main" id="{AEE8AF68-7485-0DA2-1E8F-EA9EFEEF18D2}"/>
                </a:ext>
              </a:extLst>
            </p:cNvPr>
            <p:cNvSpPr>
              <a:spLocks noChangeArrowheads="1"/>
            </p:cNvSpPr>
            <p:nvPr/>
          </p:nvSpPr>
          <p:spPr bwMode="auto">
            <a:xfrm>
              <a:off x="2977" y="2024"/>
              <a:ext cx="1427" cy="136"/>
            </a:xfrm>
            <a:prstGeom prst="rect">
              <a:avLst/>
            </a:prstGeom>
            <a:noFill/>
            <a:ln w="1588" cap="flat">
              <a:solidFill>
                <a:srgbClr val="BFBFBF"/>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0" name="Rectangle 99">
              <a:extLst>
                <a:ext uri="{FF2B5EF4-FFF2-40B4-BE49-F238E27FC236}">
                  <a16:creationId xmlns:a16="http://schemas.microsoft.com/office/drawing/2014/main" id="{00A4FA1A-2972-8EFD-C7DB-916888D02231}"/>
                </a:ext>
              </a:extLst>
            </p:cNvPr>
            <p:cNvSpPr>
              <a:spLocks noChangeArrowheads="1"/>
            </p:cNvSpPr>
            <p:nvPr/>
          </p:nvSpPr>
          <p:spPr bwMode="auto">
            <a:xfrm>
              <a:off x="2985" y="2028"/>
              <a:ext cx="152"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FFFFFF"/>
                  </a:solidFill>
                  <a:effectLst/>
                  <a:latin typeface="Segoe UI"/>
                  <a:ea typeface="Segoe UI"/>
                  <a:cs typeface="Segoe UI"/>
                </a:rPr>
                <a:t>000000</a:t>
              </a:r>
              <a:endParaRPr kumimoji="0" lang="en-US" altLang="en-US" sz="1800" b="0" i="0" u="none" strike="noStrike" cap="none" normalizeH="0" baseline="0">
                <a:ln>
                  <a:noFill/>
                </a:ln>
                <a:solidFill>
                  <a:schemeClr val="bg1"/>
                </a:solidFill>
                <a:effectLst/>
                <a:latin typeface="Arial" panose="020B0604020202020204" pitchFamily="34" charset="0"/>
              </a:endParaRPr>
            </a:p>
          </p:txBody>
        </p:sp>
        <p:sp>
          <p:nvSpPr>
            <p:cNvPr id="321" name="Rectangle 100">
              <a:extLst>
                <a:ext uri="{FF2B5EF4-FFF2-40B4-BE49-F238E27FC236}">
                  <a16:creationId xmlns:a16="http://schemas.microsoft.com/office/drawing/2014/main" id="{E02AE344-8FCD-07A4-1035-21E5745797EA}"/>
                </a:ext>
              </a:extLst>
            </p:cNvPr>
            <p:cNvSpPr>
              <a:spLocks noChangeArrowheads="1"/>
            </p:cNvSpPr>
            <p:nvPr/>
          </p:nvSpPr>
          <p:spPr bwMode="auto">
            <a:xfrm>
              <a:off x="1532" y="1439"/>
              <a:ext cx="1430" cy="136"/>
            </a:xfrm>
            <a:prstGeom prst="rect">
              <a:avLst/>
            </a:prstGeom>
            <a:solidFill>
              <a:srgbClr val="E8E6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2" name="Rectangle 101">
              <a:extLst>
                <a:ext uri="{FF2B5EF4-FFF2-40B4-BE49-F238E27FC236}">
                  <a16:creationId xmlns:a16="http://schemas.microsoft.com/office/drawing/2014/main" id="{A8F0A57D-3D77-F52A-CEE5-C300AC719E97}"/>
                </a:ext>
              </a:extLst>
            </p:cNvPr>
            <p:cNvSpPr>
              <a:spLocks noChangeArrowheads="1"/>
            </p:cNvSpPr>
            <p:nvPr/>
          </p:nvSpPr>
          <p:spPr bwMode="auto">
            <a:xfrm>
              <a:off x="1532" y="1439"/>
              <a:ext cx="1429" cy="136"/>
            </a:xfrm>
            <a:prstGeom prst="rect">
              <a:avLst/>
            </a:prstGeom>
            <a:noFill/>
            <a:ln w="1588" cap="flat">
              <a:solidFill>
                <a:srgbClr val="BFBFBF"/>
              </a:solidFill>
              <a:prstDash val="solid"/>
              <a:rou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23" name="Rectangle 102">
              <a:extLst>
                <a:ext uri="{FF2B5EF4-FFF2-40B4-BE49-F238E27FC236}">
                  <a16:creationId xmlns:a16="http://schemas.microsoft.com/office/drawing/2014/main" id="{34755F26-EC65-BC3C-F00F-5952873E93B5}"/>
                </a:ext>
              </a:extLst>
            </p:cNvPr>
            <p:cNvSpPr>
              <a:spLocks noChangeArrowheads="1"/>
            </p:cNvSpPr>
            <p:nvPr/>
          </p:nvSpPr>
          <p:spPr bwMode="auto">
            <a:xfrm>
              <a:off x="1541" y="1435"/>
              <a:ext cx="468" cy="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800" b="1" i="0" strike="noStrike" cap="none" baseline="0">
                  <a:solidFill>
                    <a:srgbClr val="1A1A1A"/>
                  </a:solidFill>
                  <a:effectLst/>
                  <a:latin typeface="Segoe UI"/>
                  <a:ea typeface="Segoe UI"/>
                  <a:cs typeface="Segoe UI"/>
                </a:rPr>
                <a:t>Neutral Gray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4" name="Rectangle 103">
              <a:extLst>
                <a:ext uri="{FF2B5EF4-FFF2-40B4-BE49-F238E27FC236}">
                  <a16:creationId xmlns:a16="http://schemas.microsoft.com/office/drawing/2014/main" id="{B81AAAC1-86AE-E75F-941C-AB9A2CF58E0B}"/>
                </a:ext>
              </a:extLst>
            </p:cNvPr>
            <p:cNvSpPr>
              <a:spLocks noChangeArrowheads="1"/>
            </p:cNvSpPr>
            <p:nvPr/>
          </p:nvSpPr>
          <p:spPr bwMode="auto">
            <a:xfrm>
              <a:off x="1541" y="1502"/>
              <a:ext cx="156" cy="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500" b="0" i="0" strike="noStrike" cap="none" baseline="0">
                  <a:solidFill>
                    <a:srgbClr val="000000"/>
                  </a:solidFill>
                  <a:effectLst/>
                  <a:latin typeface="Segoe UI"/>
                  <a:ea typeface="Segoe UI"/>
                  <a:cs typeface="Segoe UI"/>
                </a:rPr>
                <a:t>E8E6DF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5" name="Rectangle 14">
              <a:extLst>
                <a:ext uri="{FF2B5EF4-FFF2-40B4-BE49-F238E27FC236}">
                  <a16:creationId xmlns:a16="http://schemas.microsoft.com/office/drawing/2014/main" id="{EB0437A5-6694-879B-F94E-9FA34DFD9D2C}"/>
                </a:ext>
              </a:extLst>
            </p:cNvPr>
            <p:cNvSpPr>
              <a:spLocks noChangeArrowheads="1"/>
            </p:cNvSpPr>
            <p:nvPr/>
          </p:nvSpPr>
          <p:spPr bwMode="auto">
            <a:xfrm>
              <a:off x="2329" y="1724"/>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6" name="Rectangle 95">
              <a:extLst>
                <a:ext uri="{FF2B5EF4-FFF2-40B4-BE49-F238E27FC236}">
                  <a16:creationId xmlns:a16="http://schemas.microsoft.com/office/drawing/2014/main" id="{7CF198F9-1D72-F8CC-3A2E-9B2DAE529DAF}"/>
                </a:ext>
              </a:extLst>
            </p:cNvPr>
            <p:cNvSpPr>
              <a:spLocks noChangeArrowheads="1"/>
            </p:cNvSpPr>
            <p:nvPr/>
          </p:nvSpPr>
          <p:spPr bwMode="auto">
            <a:xfrm>
              <a:off x="3051" y="1723"/>
              <a:ext cx="63" cy="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pPr>
              <a:r>
                <a:rPr lang="es-ES" sz="1000" b="1" i="0" strike="noStrike" cap="none" baseline="0">
                  <a:solidFill>
                    <a:srgbClr val="000000"/>
                  </a:solidFill>
                  <a:effectLst/>
                  <a:latin typeface="Segoe UI Black"/>
                  <a:ea typeface="Segoe UI Black"/>
                  <a:cs typeface="Segoe UI Black"/>
                </a:rPr>
                <a:t>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spTree>
    <p:extLst>
      <p:ext uri="{BB962C8B-B14F-4D97-AF65-F5344CB8AC3E}">
        <p14:creationId xmlns:p14="http://schemas.microsoft.com/office/powerpoint/2010/main" val="3516608941"/>
      </p:ext>
    </p:extLst>
  </p:cSld>
  <p:clrMap bg1="lt1" tx1="dk1" bg2="lt2" tx2="dk2" accent1="accent1" accent2="accent2" accent3="accent3" accent4="accent4" accent5="accent5" accent6="accent6" hlink="hlink" folHlink="folHlink"/>
  <p:sldLayoutIdLst>
    <p:sldLayoutId id="2147484974" r:id="rId1"/>
    <p:sldLayoutId id="2147484975" r:id="rId2"/>
    <p:sldLayoutId id="2147484976" r:id="rId3"/>
    <p:sldLayoutId id="2147484977" r:id="rId4"/>
    <p:sldLayoutId id="2147484978" r:id="rId5"/>
    <p:sldLayoutId id="2147484979" r:id="rId6"/>
    <p:sldLayoutId id="2147484980" r:id="rId7"/>
    <p:sldLayoutId id="2147484981" r:id="rId8"/>
    <p:sldLayoutId id="2147484982" r:id="rId9"/>
    <p:sldLayoutId id="2147484983" r:id="rId10"/>
    <p:sldLayoutId id="2147484984" r:id="rId11"/>
    <p:sldLayoutId id="2147484985" r:id="rId12"/>
    <p:sldLayoutId id="2147484986" r:id="rId13"/>
    <p:sldLayoutId id="2147484987" r:id="rId14"/>
    <p:sldLayoutId id="2147484988" r:id="rId15"/>
    <p:sldLayoutId id="2147484989" r:id="rId16"/>
    <p:sldLayoutId id="2147484990" r:id="rId17"/>
    <p:sldLayoutId id="2147484991" r:id="rId18"/>
    <p:sldLayoutId id="2147484992" r:id="rId19"/>
    <p:sldLayoutId id="2147484993" r:id="rId20"/>
    <p:sldLayoutId id="2147484994" r:id="rId21"/>
    <p:sldLayoutId id="2147484995" r:id="rId22"/>
    <p:sldLayoutId id="2147484996" r:id="rId23"/>
    <p:sldLayoutId id="2147484997" r:id="rId24"/>
    <p:sldLayoutId id="2147484998" r:id="rId25"/>
    <p:sldLayoutId id="2147484999" r:id="rId26"/>
    <p:sldLayoutId id="2147485000" r:id="rId27"/>
    <p:sldLayoutId id="2147485001" r:id="rId28"/>
    <p:sldLayoutId id="2147485002" r:id="rId29"/>
    <p:sldLayoutId id="2147485003" r:id="rId30"/>
    <p:sldLayoutId id="2147485004" r:id="rId31"/>
    <p:sldLayoutId id="2147485005" r:id="rId32"/>
    <p:sldLayoutId id="2147485006" r:id="rId33"/>
    <p:sldLayoutId id="2147485007" r:id="rId34"/>
    <p:sldLayoutId id="2147485008" r:id="rId35"/>
    <p:sldLayoutId id="2147485009" r:id="rId36"/>
    <p:sldLayoutId id="2147485010" r:id="rId37"/>
    <p:sldLayoutId id="2147485011" r:id="rId38"/>
    <p:sldLayoutId id="2147485012" r:id="rId39"/>
    <p:sldLayoutId id="2147485013" r:id="rId40"/>
    <p:sldLayoutId id="2147485014" r:id="rId41"/>
    <p:sldLayoutId id="2147485015" r:id="rId42"/>
    <p:sldLayoutId id="2147485016" r:id="rId43"/>
    <p:sldLayoutId id="2147485017" r:id="rId44"/>
    <p:sldLayoutId id="2147485018" r:id="rId45"/>
    <p:sldLayoutId id="2147485019" r:id="rId46"/>
    <p:sldLayoutId id="2147485020" r:id="rId47"/>
    <p:sldLayoutId id="2147485021" r:id="rId48"/>
    <p:sldLayoutId id="2147485022" r:id="rId49"/>
    <p:sldLayoutId id="2147485023" r:id="rId50"/>
    <p:sldLayoutId id="2147485024" r:id="rId51"/>
    <p:sldLayoutId id="2147485025" r:id="rId52"/>
    <p:sldLayoutId id="2147485026" r:id="rId53"/>
    <p:sldLayoutId id="2147485027" r:id="rId54"/>
    <p:sldLayoutId id="2147485028" r:id="rId55"/>
    <p:sldLayoutId id="2147485029" r:id="rId56"/>
    <p:sldLayoutId id="2147485030" r:id="rId57"/>
    <p:sldLayoutId id="2147485031" r:id="rId58"/>
    <p:sldLayoutId id="2147485032" r:id="rId59"/>
    <p:sldLayoutId id="2147485033" r:id="rId60"/>
    <p:sldLayoutId id="2147485034" r:id="rId61"/>
    <p:sldLayoutId id="2147485035" r:id="rId62"/>
    <p:sldLayoutId id="2147485036" r:id="rId63"/>
    <p:sldLayoutId id="2147485037" r:id="rId64"/>
    <p:sldLayoutId id="2147485038" r:id="rId65"/>
    <p:sldLayoutId id="2147485039" r:id="rId66"/>
    <p:sldLayoutId id="2147485040" r:id="rId67"/>
    <p:sldLayoutId id="2147485041" r:id="rId68"/>
    <p:sldLayoutId id="2147485042" r:id="rId69"/>
    <p:sldLayoutId id="2147485043" r:id="rId70"/>
    <p:sldLayoutId id="2147485044" r:id="rId71"/>
    <p:sldLayoutId id="2147485045" r:id="rId72"/>
    <p:sldLayoutId id="2147485046" r:id="rId73"/>
    <p:sldLayoutId id="2147485047" r:id="rId74"/>
    <p:sldLayoutId id="2147485048" r:id="rId75"/>
    <p:sldLayoutId id="2147485049" r:id="rId76"/>
    <p:sldLayoutId id="2147485050" r:id="rId77"/>
    <p:sldLayoutId id="2147485051" r:id="rId78"/>
    <p:sldLayoutId id="2147485052" r:id="rId79"/>
    <p:sldLayoutId id="2147485053" r:id="rId80"/>
    <p:sldLayoutId id="2147485054" r:id="rId81"/>
    <p:sldLayoutId id="2147485055" r:id="rId82"/>
    <p:sldLayoutId id="2147485056" r:id="rId83"/>
    <p:sldLayoutId id="2147485057" r:id="rId84"/>
  </p:sldLayoutIdLst>
  <p:transition>
    <p:fade/>
  </p:transition>
  <p:txStyles>
    <p:title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lang="en-US" sz="2800" kern="1200" spc="0" baseline="0">
          <a:solidFill>
            <a:schemeClr val="tx1"/>
          </a:solidFill>
          <a:latin typeface="+mn-lt"/>
          <a:ea typeface="+mn-ea"/>
          <a:cs typeface="Segoe UI" pitchFamily="34" charset="0"/>
        </a:defRPr>
      </a:lvl1pPr>
      <a:lvl2pPr marL="457200" marR="0" indent="-228600"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20">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svg"/><Relationship Id="rId7" Type="http://schemas.openxmlformats.org/officeDocument/2006/relationships/image" Target="../media/image48.svg"/><Relationship Id="rId2" Type="http://schemas.openxmlformats.org/officeDocument/2006/relationships/notesSlide" Target="../notesSlides/notesSlide2.xml"/><Relationship Id="rId1" Type="http://schemas.openxmlformats.org/officeDocument/2006/relationships/slideLayout" Target="../slideLayouts/slideLayout28.xml"/><Relationship Id="rId6" Type="http://schemas.openxmlformats.org/officeDocument/2006/relationships/image" Target="../media/image47.svg"/><Relationship Id="rId5" Type="http://schemas.openxmlformats.org/officeDocument/2006/relationships/image" Target="../media/image46.svg"/><Relationship Id="rId10" Type="http://schemas.openxmlformats.org/officeDocument/2006/relationships/image" Target="../media/image51.svg"/><Relationship Id="rId19" Type="http://schemas.openxmlformats.org/officeDocument/2006/relationships/image" Target="../media/image61.png"/><Relationship Id="rId4" Type="http://schemas.openxmlformats.org/officeDocument/2006/relationships/image" Target="../media/image45.svg"/><Relationship Id="rId9" Type="http://schemas.openxmlformats.org/officeDocument/2006/relationships/image" Target="../media/image50.svg"/></Relationships>
</file>

<file path=ppt/slides/_rels/slide3.xml.rels><?xml version="1.0" encoding="UTF-8" standalone="yes"?>
<Relationships xmlns="http://schemas.openxmlformats.org/package/2006/relationships"><Relationship Id="rId8" Type="http://schemas.openxmlformats.org/officeDocument/2006/relationships/image" Target="../media/image51.svg"/><Relationship Id="rId3" Type="http://schemas.openxmlformats.org/officeDocument/2006/relationships/image" Target="../media/image46.svg"/><Relationship Id="rId7" Type="http://schemas.openxmlformats.org/officeDocument/2006/relationships/image" Target="../media/image50.svg"/><Relationship Id="rId17" Type="http://schemas.openxmlformats.org/officeDocument/2006/relationships/image" Target="../media/image53.svg"/><Relationship Id="rId2" Type="http://schemas.openxmlformats.org/officeDocument/2006/relationships/notesSlide" Target="../notesSlides/notesSlide3.xml"/><Relationship Id="rId16" Type="http://schemas.openxmlformats.org/officeDocument/2006/relationships/image" Target="../media/image52.svg"/><Relationship Id="rId1" Type="http://schemas.openxmlformats.org/officeDocument/2006/relationships/slideLayout" Target="../slideLayouts/slideLayout28.xml"/><Relationship Id="rId6" Type="http://schemas.openxmlformats.org/officeDocument/2006/relationships/image" Target="../media/image49.svg"/><Relationship Id="rId5" Type="http://schemas.openxmlformats.org/officeDocument/2006/relationships/image" Target="../media/image48.svg"/><Relationship Id="rId15" Type="http://schemas.openxmlformats.org/officeDocument/2006/relationships/image" Target="../media/image61.png"/><Relationship Id="rId4" Type="http://schemas.openxmlformats.org/officeDocument/2006/relationships/image" Target="../media/image4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slideLayout" Target="../slideLayouts/slideLayout9.xml"/><Relationship Id="rId4" Type="http://schemas.openxmlformats.org/officeDocument/2006/relationships/image" Target="../media/image56.svg"/></Relationships>
</file>

<file path=ppt/slides/_rels/slide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svg"/><Relationship Id="rId1" Type="http://schemas.openxmlformats.org/officeDocument/2006/relationships/slideLayout" Target="../slideLayouts/slideLayout9.xml"/><Relationship Id="rId4" Type="http://schemas.openxmlformats.org/officeDocument/2006/relationships/image" Target="../media/image59.svg"/></Relationships>
</file>

<file path=ppt/slides/_rels/slide7.xml.rels><?xml version="1.0" encoding="UTF-8" standalone="yes"?>
<Relationships xmlns="http://schemas.openxmlformats.org/package/2006/relationships"><Relationship Id="rId3" Type="http://schemas.openxmlformats.org/officeDocument/2006/relationships/image" Target="../media/image61.svg"/><Relationship Id="rId2" Type="http://schemas.openxmlformats.org/officeDocument/2006/relationships/image" Target="../media/image60.svg"/><Relationship Id="rId1" Type="http://schemas.openxmlformats.org/officeDocument/2006/relationships/slideLayout" Target="../slideLayouts/slideLayout9.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5.sv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s://go.microsoft.com/fwlink/?linkid=2352649" TargetMode="External"/><Relationship Id="rId2" Type="http://schemas.openxmlformats.org/officeDocument/2006/relationships/notesSlide" Target="../notesSlides/notesSlide5.xml"/><Relationship Id="rId1" Type="http://schemas.openxmlformats.org/officeDocument/2006/relationships/slideLayout" Target="../slideLayouts/slideLayout27.xml"/><Relationship Id="rId4" Type="http://schemas.openxmlformats.org/officeDocument/2006/relationships/image" Target="../media/image6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image" Target="../media/image72.svg"/><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image" Target="../media/image60.svg"/><Relationship Id="rId1" Type="http://schemas.openxmlformats.org/officeDocument/2006/relationships/slideLayout" Target="../slideLayouts/slideLayout9.xml"/><Relationship Id="rId6" Type="http://schemas.openxmlformats.org/officeDocument/2006/relationships/image" Target="../media/image70.svg"/><Relationship Id="rId5" Type="http://schemas.openxmlformats.org/officeDocument/2006/relationships/image" Target="../media/image69.svg"/><Relationship Id="rId4" Type="http://schemas.openxmlformats.org/officeDocument/2006/relationships/image" Target="../media/image68.svg"/></Relationships>
</file>

<file path=ppt/slides/_rels/slide15.xml.rels><?xml version="1.0" encoding="UTF-8" standalone="yes"?>
<Relationships xmlns="http://schemas.openxmlformats.org/package/2006/relationships"><Relationship Id="rId3" Type="http://schemas.openxmlformats.org/officeDocument/2006/relationships/image" Target="../media/image74.svg"/><Relationship Id="rId2" Type="http://schemas.openxmlformats.org/officeDocument/2006/relationships/image" Target="../media/image73.svg"/><Relationship Id="rId1" Type="http://schemas.openxmlformats.org/officeDocument/2006/relationships/slideLayout" Target="../slideLayouts/slideLayout9.xml"/><Relationship Id="rId4" Type="http://schemas.openxmlformats.org/officeDocument/2006/relationships/image" Target="../media/image75.svg"/></Relationships>
</file>

<file path=ppt/slides/_rels/slide1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xml"/><Relationship Id="rId1" Type="http://schemas.openxmlformats.org/officeDocument/2006/relationships/slideLayout" Target="../slideLayouts/slideLayout27.xml"/><Relationship Id="rId4" Type="http://schemas.openxmlformats.org/officeDocument/2006/relationships/hyperlink" Target="https://go.microsoft.com/fwlink/?linkid=2353623"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7.sv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78.svg"/><Relationship Id="rId4" Type="http://schemas.openxmlformats.org/officeDocument/2006/relationships/image" Target="../media/image60.sv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3.xml"/><Relationship Id="rId1" Type="http://schemas.openxmlformats.org/officeDocument/2006/relationships/slideLayout" Target="../slideLayouts/slideLayout27.xml"/><Relationship Id="rId4" Type="http://schemas.openxmlformats.org/officeDocument/2006/relationships/hyperlink" Target="https://go.microsoft.com/fwlink/?linkid=2353400"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84.svg"/><Relationship Id="rId3" Type="http://schemas.openxmlformats.org/officeDocument/2006/relationships/image" Target="../media/image79.svg"/><Relationship Id="rId7" Type="http://schemas.openxmlformats.org/officeDocument/2006/relationships/image" Target="../media/image83.sv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82.svg"/><Relationship Id="rId5" Type="http://schemas.openxmlformats.org/officeDocument/2006/relationships/image" Target="../media/image81.svg"/><Relationship Id="rId4" Type="http://schemas.openxmlformats.org/officeDocument/2006/relationships/image" Target="../media/image80.svg"/><Relationship Id="rId9" Type="http://schemas.openxmlformats.org/officeDocument/2006/relationships/image" Target="../media/image8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sv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3" Type="http://schemas.openxmlformats.org/officeDocument/2006/relationships/image" Target="../media/image88.svg"/><Relationship Id="rId2" Type="http://schemas.openxmlformats.org/officeDocument/2006/relationships/notesSlide" Target="../notesSlides/notesSlide17.xml"/><Relationship Id="rId1" Type="http://schemas.openxmlformats.org/officeDocument/2006/relationships/slideLayout" Target="../slideLayouts/slideLayout9.xml"/><Relationship Id="rId5" Type="http://schemas.openxmlformats.org/officeDocument/2006/relationships/image" Target="../media/image90.svg"/><Relationship Id="rId4" Type="http://schemas.openxmlformats.org/officeDocument/2006/relationships/image" Target="../media/image89.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8.xml"/><Relationship Id="rId1" Type="http://schemas.openxmlformats.org/officeDocument/2006/relationships/slideLayout" Target="../slideLayouts/slideLayout27.xml"/><Relationship Id="rId4" Type="http://schemas.openxmlformats.org/officeDocument/2006/relationships/hyperlink" Target="https://go.microsoft.com/fwlink/?linkid=2347700"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1.xml"/><Relationship Id="rId1" Type="http://schemas.openxmlformats.org/officeDocument/2006/relationships/slideLayout" Target="../slideLayouts/slideLayout27.xml"/><Relationship Id="rId4" Type="http://schemas.openxmlformats.org/officeDocument/2006/relationships/hyperlink" Target="https://go.microsoft.com/fwlink/?linkid=2352775"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92.sv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4.xml"/><Relationship Id="rId1" Type="http://schemas.openxmlformats.org/officeDocument/2006/relationships/slideLayout" Target="../slideLayouts/slideLayout27.xml"/><Relationship Id="rId4" Type="http://schemas.openxmlformats.org/officeDocument/2006/relationships/hyperlink" Target="https://go.microsoft.com/fwlink/?linkid=2353408" TargetMode="Externa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98.svg"/><Relationship Id="rId3" Type="http://schemas.openxmlformats.org/officeDocument/2006/relationships/image" Target="../media/image93.svg"/><Relationship Id="rId7" Type="http://schemas.openxmlformats.org/officeDocument/2006/relationships/image" Target="../media/image97.sv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96.svg"/><Relationship Id="rId5" Type="http://schemas.openxmlformats.org/officeDocument/2006/relationships/image" Target="../media/image95.svg"/><Relationship Id="rId4" Type="http://schemas.openxmlformats.org/officeDocument/2006/relationships/image" Target="../media/image94.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8.xml"/><Relationship Id="rId1" Type="http://schemas.openxmlformats.org/officeDocument/2006/relationships/slideLayout" Target="../slideLayouts/slideLayout27.xml"/><Relationship Id="rId4" Type="http://schemas.openxmlformats.org/officeDocument/2006/relationships/hyperlink" Target="https://go.microsoft.com/fwlink/?linkid=2353605"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6.xml"/><Relationship Id="rId1" Type="http://schemas.openxmlformats.org/officeDocument/2006/relationships/slideLayout" Target="../slideLayouts/slideLayout27.xml"/><Relationship Id="rId4" Type="http://schemas.openxmlformats.org/officeDocument/2006/relationships/hyperlink" Target="https://go.microsoft.com/fwlink/?linkid=2353606" TargetMode="Externa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569912" y="3440906"/>
            <a:ext cx="5686955" cy="1219200"/>
          </a:xfrm>
        </p:spPr>
        <p:txBody>
          <a:bodyPr/>
          <a:lstStyle/>
          <a:p>
            <a:r>
              <a:rPr lang="es-ES" sz="4000" b="0" i="0" strike="noStrike" cap="none" baseline="0" dirty="0">
                <a:solidFill>
                  <a:srgbClr val="000000"/>
                </a:solidFill>
                <a:effectLst/>
                <a:latin typeface="Segoe UI"/>
                <a:ea typeface="Segoe UI"/>
                <a:cs typeface="Segoe UI"/>
              </a:rPr>
              <a:t>Desarrollo de agentes</a:t>
            </a:r>
            <a:br>
              <a:rPr lang="es-ES" sz="4000" b="0" i="0" strike="noStrike" cap="none" baseline="0" dirty="0">
                <a:solidFill>
                  <a:srgbClr val="000000"/>
                </a:solidFill>
                <a:effectLst/>
                <a:latin typeface="Segoe UI"/>
                <a:ea typeface="Segoe UI"/>
                <a:cs typeface="Segoe UI"/>
              </a:rPr>
            </a:br>
            <a:r>
              <a:rPr lang="es-ES" sz="4000" b="0" i="0" strike="noStrike" cap="none" baseline="0" dirty="0">
                <a:solidFill>
                  <a:srgbClr val="000000"/>
                </a:solidFill>
                <a:effectLst/>
                <a:latin typeface="Segoe UI"/>
                <a:ea typeface="Segoe UI"/>
                <a:cs typeface="Segoe UI"/>
              </a:rPr>
              <a:t>de IA en Azure</a:t>
            </a:r>
          </a:p>
        </p:txBody>
      </p:sp>
      <p:sp>
        <p:nvSpPr>
          <p:cNvPr id="26" name="Footer Placeholder 25">
            <a:extLst>
              <a:ext uri="{FF2B5EF4-FFF2-40B4-BE49-F238E27FC236}">
                <a16:creationId xmlns:a16="http://schemas.microsoft.com/office/drawing/2014/main" id="{8963EE6A-7DC5-CE7E-2AD5-B8FC6E39564F}"/>
              </a:ext>
            </a:extLst>
          </p:cNvPr>
          <p:cNvSpPr>
            <a:spLocks noGrp="1"/>
          </p:cNvSpPr>
          <p:nvPr>
            <p:ph type="ftr" sz="quarter" idx="3"/>
          </p:nvPr>
        </p:nvSpPr>
        <p:spPr>
          <a:xfrm>
            <a:off x="579438" y="6421083"/>
            <a:ext cx="4151312" cy="197976"/>
          </a:xfrm>
        </p:spPr>
        <p:txBody>
          <a:bodyPr/>
          <a:lstStyle/>
          <a:p>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 name="Text Placeholder 5">
            <a:extLst>
              <a:ext uri="{FF2B5EF4-FFF2-40B4-BE49-F238E27FC236}">
                <a16:creationId xmlns:a16="http://schemas.microsoft.com/office/drawing/2014/main" id="{A885462E-AC6B-3006-FA4D-1CE744FBA46E}"/>
              </a:ext>
            </a:extLst>
          </p:cNvPr>
          <p:cNvSpPr>
            <a:spLocks noGrp="1"/>
          </p:cNvSpPr>
          <p:nvPr>
            <p:ph type="body" sz="quarter" idx="13"/>
          </p:nvPr>
        </p:nvSpPr>
        <p:spPr/>
        <p:txBody>
          <a:bodyPr/>
          <a:lstStyle/>
          <a:p>
            <a:endParaRPr lang="en-US"/>
          </a:p>
        </p:txBody>
      </p:sp>
      <p:sp>
        <p:nvSpPr>
          <p:cNvPr id="2" name="TextBox 1">
            <a:extLst>
              <a:ext uri="{FF2B5EF4-FFF2-40B4-BE49-F238E27FC236}">
                <a16:creationId xmlns:a16="http://schemas.microsoft.com/office/drawing/2014/main" id="{030FD8D8-5D8E-A5F3-6683-CFD385DCEFC6}"/>
              </a:ext>
            </a:extLst>
          </p:cNvPr>
          <p:cNvSpPr txBox="1"/>
          <p:nvPr/>
        </p:nvSpPr>
        <p:spPr>
          <a:xfrm>
            <a:off x="497342" y="4660106"/>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https://aka.ms/mslearn-develop-ai-agents</a:t>
            </a:r>
          </a:p>
        </p:txBody>
      </p:sp>
    </p:spTree>
    <p:extLst>
      <p:ext uri="{BB962C8B-B14F-4D97-AF65-F5344CB8AC3E}">
        <p14:creationId xmlns:p14="http://schemas.microsoft.com/office/powerpoint/2010/main" val="4046885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975360"/>
          </a:xfrm>
        </p:spPr>
        <p:txBody>
          <a:bodyPr vert="horz" wrap="square" lIns="0" tIns="0" rIns="0" bIns="0" rtlCol="0" anchor="t">
            <a:spAutoFit/>
          </a:bodyPr>
          <a:lstStyle/>
          <a:p>
            <a:r>
              <a:rPr lang="es-ES" sz="3200" b="0" i="0" strike="noStrike" cap="none" baseline="0">
                <a:solidFill>
                  <a:srgbClr val="000000"/>
                </a:solidFill>
                <a:effectLst/>
                <a:latin typeface="Segoe UI Semibold"/>
                <a:ea typeface="Segoe UI Semibold"/>
                <a:cs typeface="Segoe UI Semibold"/>
              </a:rPr>
              <a:t>Cargas de trabajo de inteligencia artificial</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grpSp>
        <p:nvGrpSpPr>
          <p:cNvPr id="23" name="Group 22">
            <a:extLst>
              <a:ext uri="{FF2B5EF4-FFF2-40B4-BE49-F238E27FC236}">
                <a16:creationId xmlns:a16="http://schemas.microsoft.com/office/drawing/2014/main" id="{293C55A1-AB7B-C064-40EE-19B61A19D8A5}"/>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26" name="Group 25" descr="Generative AI.">
              <a:extLst>
                <a:ext uri="{FF2B5EF4-FFF2-40B4-BE49-F238E27FC236}">
                  <a16:creationId xmlns:a16="http://schemas.microsoft.com/office/drawing/2014/main" id="{1CAD66E7-20D2-7568-5677-08F2F3A033BA}"/>
                </a:ext>
              </a:extLst>
            </p:cNvPr>
            <p:cNvGrpSpPr/>
            <p:nvPr/>
          </p:nvGrpSpPr>
          <p:grpSpPr>
            <a:xfrm>
              <a:off x="636270" y="1878796"/>
              <a:ext cx="2103120" cy="2293814"/>
              <a:chOff x="636270" y="2540945"/>
              <a:chExt cx="2103120" cy="2293814"/>
            </a:xfrm>
          </p:grpSpPr>
          <p:sp>
            <p:nvSpPr>
              <p:cNvPr id="30" name="Rectangle 29" descr="Generative AI">
                <a:extLst>
                  <a:ext uri="{FF2B5EF4-FFF2-40B4-BE49-F238E27FC236}">
                    <a16:creationId xmlns:a16="http://schemas.microsoft.com/office/drawing/2014/main" id="{B5B7A4B4-E179-25B1-C8C6-E4125CB77D1F}"/>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32" name="Graphic 31" descr="Chat with solid fill">
                <a:extLst>
                  <a:ext uri="{FF2B5EF4-FFF2-40B4-BE49-F238E27FC236}">
                    <a16:creationId xmlns:a16="http://schemas.microsoft.com/office/drawing/2014/main" id="{6D60F11E-B5E3-6116-5248-C87B7622F7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5305" y="2540945"/>
                <a:ext cx="1143231" cy="1143231"/>
              </a:xfrm>
              <a:prstGeom prst="rect">
                <a:avLst/>
              </a:prstGeom>
            </p:spPr>
          </p:pic>
        </p:grpSp>
        <p:pic>
          <p:nvPicPr>
            <p:cNvPr id="29" name="Graphic 28" descr="Robot with solid fill">
              <a:extLst>
                <a:ext uri="{FF2B5EF4-FFF2-40B4-BE49-F238E27FC236}">
                  <a16:creationId xmlns:a16="http://schemas.microsoft.com/office/drawing/2014/main" id="{EBF3D08F-31DD-A95D-A5F1-5B7816DFED8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67584" y="2813173"/>
              <a:ext cx="913022" cy="913022"/>
            </a:xfrm>
            <a:prstGeom prst="rect">
              <a:avLst/>
            </a:prstGeom>
          </p:spPr>
        </p:pic>
      </p:grpSp>
      <p:sp>
        <p:nvSpPr>
          <p:cNvPr id="25" name="TextBox 24">
            <a:extLst>
              <a:ext uri="{FF2B5EF4-FFF2-40B4-BE49-F238E27FC236}">
                <a16:creationId xmlns:a16="http://schemas.microsoft.com/office/drawing/2014/main" id="{E778269F-38DE-BCFD-6107-0029CBB53238}"/>
              </a:ext>
            </a:extLst>
          </p:cNvPr>
          <p:cNvSpPr txBox="1"/>
          <p:nvPr/>
        </p:nvSpPr>
        <p:spPr>
          <a:xfrm>
            <a:off x="718445" y="3805837"/>
            <a:ext cx="1938771"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IA generativa y agentes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183199" y="3805836"/>
            <a:ext cx="1392667"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Texto y lenguaje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76481" y="3805836"/>
            <a:ext cx="1589509"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12475" y="3805836"/>
            <a:ext cx="1500926" cy="51816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0815"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349020" y="3805836"/>
            <a:ext cx="2206710"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Extracción de información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rgbClr val="0E2841">
                  <a:lumMod val="90000"/>
                  <a:lumOff val="10000"/>
                </a:srgb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a:ln>
                          <a:noFill/>
                        </a:ln>
                        <a:solidFill>
                          <a:prstClr val="white"/>
                        </a:solidFill>
                        <a:effectLst/>
                        <a:uLnTx/>
                        <a:uFillTx/>
                      </a:endParaRP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9"/>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4" y="5458868"/>
              <a:ext cx="2112955"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Aprendizaje automático</a:t>
              </a:r>
            </a:p>
          </p:txBody>
        </p:sp>
      </p:grpSp>
    </p:spTree>
    <p:extLst>
      <p:ext uri="{BB962C8B-B14F-4D97-AF65-F5344CB8AC3E}">
        <p14:creationId xmlns:p14="http://schemas.microsoft.com/office/powerpoint/2010/main" val="313226733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D2BC216-1BC5-19FB-EF6E-2F90B026DDA7}"/>
              </a:ext>
            </a:extLst>
          </p:cNvPr>
          <p:cNvSpPr>
            <a:spLocks noGrp="1"/>
          </p:cNvSpPr>
          <p:nvPr>
            <p:ph type="title"/>
          </p:nvPr>
        </p:nvSpPr>
        <p:spPr>
          <a:xfrm>
            <a:off x="588262" y="585216"/>
            <a:ext cx="8193024" cy="487680"/>
          </a:xfrm>
        </p:spPr>
        <p:txBody>
          <a:bodyPr vert="horz" wrap="square" lIns="0" tIns="0" rIns="0" bIns="0" rtlCol="0" anchor="t">
            <a:spAutoFit/>
          </a:bodyPr>
          <a:lstStyle/>
          <a:p>
            <a:r>
              <a:rPr lang="es-ES" sz="3200" b="0" i="0" strike="noStrike" cap="none" baseline="0">
                <a:solidFill>
                  <a:srgbClr val="000000"/>
                </a:solidFill>
                <a:effectLst/>
                <a:latin typeface="Segoe UI Semibold"/>
                <a:ea typeface="Segoe UI Semibold"/>
                <a:cs typeface="Segoe UI Semibold"/>
              </a:rPr>
              <a:t>Nuestro enfoque actual</a:t>
            </a:r>
          </a:p>
        </p:txBody>
      </p:sp>
      <p:sp>
        <p:nvSpPr>
          <p:cNvPr id="3" name="Footer Placeholder 2">
            <a:extLst>
              <a:ext uri="{FF2B5EF4-FFF2-40B4-BE49-F238E27FC236}">
                <a16:creationId xmlns:a16="http://schemas.microsoft.com/office/drawing/2014/main" id="{23BBC019-A935-4C35-6598-2AF84E2D1619}"/>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defPPr>
              <a:defRPr lang="en-US"/>
            </a:defPPr>
            <a:lvl1pPr marL="0" algn="l" defTabSz="914400" rtl="0" eaLnBrk="1" latinLnBrk="0" hangingPunct="1">
              <a:defRPr lang="en-US" sz="1000"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a:solidFill>
                <a:srgbClr val="000000"/>
              </a:solidFill>
            </a:endParaRPr>
          </a:p>
        </p:txBody>
      </p:sp>
      <p:sp>
        <p:nvSpPr>
          <p:cNvPr id="25" name="TextBox 24">
            <a:extLst>
              <a:ext uri="{FF2B5EF4-FFF2-40B4-BE49-F238E27FC236}">
                <a16:creationId xmlns:a16="http://schemas.microsoft.com/office/drawing/2014/main" id="{E778269F-38DE-BCFD-6107-0029CBB53238}"/>
              </a:ext>
            </a:extLst>
          </p:cNvPr>
          <p:cNvSpPr txBox="1"/>
          <p:nvPr/>
        </p:nvSpPr>
        <p:spPr>
          <a:xfrm>
            <a:off x="659321" y="3805837"/>
            <a:ext cx="2103119" cy="51816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a:solidFill>
                  <a:srgbClr val="FFFFFF"/>
                </a:solidFill>
                <a:effectLst/>
                <a:latin typeface="Aptos"/>
                <a:ea typeface="Aptos"/>
                <a:cs typeface="Aptos"/>
              </a:rPr>
              <a:t>IA generativa y agentes</a:t>
            </a:r>
          </a:p>
        </p:txBody>
      </p:sp>
      <p:grpSp>
        <p:nvGrpSpPr>
          <p:cNvPr id="37" name="Group 36">
            <a:extLst>
              <a:ext uri="{FF2B5EF4-FFF2-40B4-BE49-F238E27FC236}">
                <a16:creationId xmlns:a16="http://schemas.microsoft.com/office/drawing/2014/main" id="{EF60D6CD-602D-E517-8E1A-5E346F3216D8}"/>
              </a:ext>
              <a:ext uri="{C183D7F6-B498-43B3-948B-1728B52AA6E4}">
                <adec:decorative xmlns:adec="http://schemas.microsoft.com/office/drawing/2017/decorative" val="1"/>
              </a:ext>
            </a:extLst>
          </p:cNvPr>
          <p:cNvGrpSpPr/>
          <p:nvPr/>
        </p:nvGrpSpPr>
        <p:grpSpPr>
          <a:xfrm>
            <a:off x="2827972" y="1882929"/>
            <a:ext cx="2103120" cy="2289681"/>
            <a:chOff x="2827972" y="1882929"/>
            <a:chExt cx="2103120" cy="2289681"/>
          </a:xfrm>
        </p:grpSpPr>
        <p:sp>
          <p:nvSpPr>
            <p:cNvPr id="41" name="Rectangle 40" descr="Agents and automation">
              <a:extLst>
                <a:ext uri="{FF2B5EF4-FFF2-40B4-BE49-F238E27FC236}">
                  <a16:creationId xmlns:a16="http://schemas.microsoft.com/office/drawing/2014/main" id="{B76002B2-9EBF-8926-9128-D88346675B76}"/>
                </a:ext>
              </a:extLst>
            </p:cNvPr>
            <p:cNvSpPr/>
            <p:nvPr/>
          </p:nvSpPr>
          <p:spPr bwMode="auto">
            <a:xfrm>
              <a:off x="2827972" y="188292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4" name="Graphic 43" descr="Document outline">
              <a:extLst>
                <a:ext uri="{FF2B5EF4-FFF2-40B4-BE49-F238E27FC236}">
                  <a16:creationId xmlns:a16="http://schemas.microsoft.com/office/drawing/2014/main" id="{9C74529C-9E8F-B9F8-1595-FE756C9C51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8767" y="2423109"/>
              <a:ext cx="1039843" cy="1039843"/>
            </a:xfrm>
            <a:prstGeom prst="rect">
              <a:avLst/>
            </a:prstGeom>
          </p:spPr>
        </p:pic>
      </p:grpSp>
      <p:sp>
        <p:nvSpPr>
          <p:cNvPr id="40" name="TextBox 39">
            <a:extLst>
              <a:ext uri="{FF2B5EF4-FFF2-40B4-BE49-F238E27FC236}">
                <a16:creationId xmlns:a16="http://schemas.microsoft.com/office/drawing/2014/main" id="{5892A0B7-4BAA-376A-F389-2A3DD9B86C19}"/>
              </a:ext>
            </a:extLst>
          </p:cNvPr>
          <p:cNvSpPr txBox="1"/>
          <p:nvPr/>
        </p:nvSpPr>
        <p:spPr>
          <a:xfrm>
            <a:off x="3183198" y="3805836"/>
            <a:ext cx="1392668" cy="304800"/>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Texto y lenguaje</a:t>
            </a:r>
          </a:p>
        </p:txBody>
      </p:sp>
      <p:grpSp>
        <p:nvGrpSpPr>
          <p:cNvPr id="46" name="Group 45">
            <a:extLst>
              <a:ext uri="{FF2B5EF4-FFF2-40B4-BE49-F238E27FC236}">
                <a16:creationId xmlns:a16="http://schemas.microsoft.com/office/drawing/2014/main" id="{AEEC36BC-574D-033C-6242-BBE039EA054C}"/>
              </a:ext>
              <a:ext uri="{C183D7F6-B498-43B3-948B-1728B52AA6E4}">
                <adec:decorative xmlns:adec="http://schemas.microsoft.com/office/drawing/2017/decorative" val="1"/>
              </a:ext>
            </a:extLst>
          </p:cNvPr>
          <p:cNvGrpSpPr/>
          <p:nvPr/>
        </p:nvGrpSpPr>
        <p:grpSpPr>
          <a:xfrm>
            <a:off x="5019675" y="1882929"/>
            <a:ext cx="2103120" cy="2289681"/>
            <a:chOff x="7211379" y="2545079"/>
            <a:chExt cx="2103120" cy="2289681"/>
          </a:xfrm>
        </p:grpSpPr>
        <p:sp>
          <p:nvSpPr>
            <p:cNvPr id="48" name="Rectangle 47">
              <a:extLst>
                <a:ext uri="{FF2B5EF4-FFF2-40B4-BE49-F238E27FC236}">
                  <a16:creationId xmlns:a16="http://schemas.microsoft.com/office/drawing/2014/main" id="{B30BE5C3-EDC2-F630-C79E-F0880250FB6B}"/>
                </a:ext>
              </a:extLst>
            </p:cNvPr>
            <p:cNvSpPr/>
            <p:nvPr/>
          </p:nvSpPr>
          <p:spPr bwMode="auto">
            <a:xfrm>
              <a:off x="7211379"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49" name="Graphic 48" descr="Call center outline">
              <a:extLst>
                <a:ext uri="{FF2B5EF4-FFF2-40B4-BE49-F238E27FC236}">
                  <a16:creationId xmlns:a16="http://schemas.microsoft.com/office/drawing/2014/main" id="{654DDDDE-BD31-930F-742F-9CF8918659A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10397" y="2941747"/>
              <a:ext cx="1239660" cy="1239660"/>
            </a:xfrm>
            <a:prstGeom prst="rect">
              <a:avLst/>
            </a:prstGeom>
          </p:spPr>
        </p:pic>
      </p:grpSp>
      <p:sp>
        <p:nvSpPr>
          <p:cNvPr id="47" name="TextBox 46">
            <a:extLst>
              <a:ext uri="{FF2B5EF4-FFF2-40B4-BE49-F238E27FC236}">
                <a16:creationId xmlns:a16="http://schemas.microsoft.com/office/drawing/2014/main" id="{B317D3B1-1546-8933-CD52-FDDD442377D2}"/>
              </a:ext>
            </a:extLst>
          </p:cNvPr>
          <p:cNvSpPr txBox="1"/>
          <p:nvPr/>
        </p:nvSpPr>
        <p:spPr>
          <a:xfrm>
            <a:off x="5276481" y="3805836"/>
            <a:ext cx="1589509"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Speech</a:t>
            </a:r>
          </a:p>
        </p:txBody>
      </p:sp>
      <p:grpSp>
        <p:nvGrpSpPr>
          <p:cNvPr id="51" name="Group 50">
            <a:extLst>
              <a:ext uri="{FF2B5EF4-FFF2-40B4-BE49-F238E27FC236}">
                <a16:creationId xmlns:a16="http://schemas.microsoft.com/office/drawing/2014/main" id="{15B9F1F2-2AB0-DFF7-DAEF-B5AC94AAF3F2}"/>
              </a:ext>
              <a:ext uri="{C183D7F6-B498-43B3-948B-1728B52AA6E4}">
                <adec:decorative xmlns:adec="http://schemas.microsoft.com/office/drawing/2017/decorative" val="1"/>
              </a:ext>
            </a:extLst>
          </p:cNvPr>
          <p:cNvGrpSpPr/>
          <p:nvPr/>
        </p:nvGrpSpPr>
        <p:grpSpPr>
          <a:xfrm>
            <a:off x="7211378" y="1882929"/>
            <a:ext cx="2103120" cy="2289681"/>
            <a:chOff x="5019676" y="2545079"/>
            <a:chExt cx="2103120" cy="2289681"/>
          </a:xfrm>
        </p:grpSpPr>
        <p:sp>
          <p:nvSpPr>
            <p:cNvPr id="53" name="Rectangle 52">
              <a:extLst>
                <a:ext uri="{FF2B5EF4-FFF2-40B4-BE49-F238E27FC236}">
                  <a16:creationId xmlns:a16="http://schemas.microsoft.com/office/drawing/2014/main" id="{0961FC95-E021-E5B0-3AB5-C528774E33AC}"/>
                </a:ext>
              </a:extLst>
            </p:cNvPr>
            <p:cNvSpPr/>
            <p:nvPr/>
          </p:nvSpPr>
          <p:spPr bwMode="auto">
            <a:xfrm>
              <a:off x="5019676" y="2545079"/>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54" name="Graphic 53" descr="Eye Scan with solid fill">
              <a:extLst>
                <a:ext uri="{FF2B5EF4-FFF2-40B4-BE49-F238E27FC236}">
                  <a16:creationId xmlns:a16="http://schemas.microsoft.com/office/drawing/2014/main" id="{7492B401-62F5-B00D-FF41-23DE48BD7AA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91134" y="3068416"/>
              <a:ext cx="1125841" cy="1125841"/>
            </a:xfrm>
            <a:prstGeom prst="rect">
              <a:avLst/>
            </a:prstGeom>
          </p:spPr>
        </p:pic>
      </p:grpSp>
      <p:sp>
        <p:nvSpPr>
          <p:cNvPr id="52" name="TextBox 51">
            <a:extLst>
              <a:ext uri="{FF2B5EF4-FFF2-40B4-BE49-F238E27FC236}">
                <a16:creationId xmlns:a16="http://schemas.microsoft.com/office/drawing/2014/main" id="{6FC82ABC-7E5F-CB37-9E21-F1FD530E8E98}"/>
              </a:ext>
            </a:extLst>
          </p:cNvPr>
          <p:cNvSpPr txBox="1"/>
          <p:nvPr/>
        </p:nvSpPr>
        <p:spPr>
          <a:xfrm>
            <a:off x="7512094" y="3805836"/>
            <a:ext cx="1501689"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err="1">
                <a:solidFill>
                  <a:srgbClr val="FFFFFF"/>
                </a:solidFill>
                <a:effectLst/>
                <a:latin typeface="Aptos"/>
                <a:ea typeface="Aptos"/>
                <a:cs typeface="Aptos"/>
              </a:rPr>
              <a:t>Computer</a:t>
            </a:r>
            <a:r>
              <a:rPr lang="es-ES" sz="1400" b="0" i="0" strike="noStrike" cap="none" baseline="0" dirty="0">
                <a:solidFill>
                  <a:srgbClr val="FFFFFF"/>
                </a:solidFill>
                <a:effectLst/>
                <a:latin typeface="Aptos"/>
                <a:ea typeface="Aptos"/>
                <a:cs typeface="Aptos"/>
              </a:rPr>
              <a:t> Vision</a:t>
            </a:r>
          </a:p>
        </p:txBody>
      </p:sp>
      <p:grpSp>
        <p:nvGrpSpPr>
          <p:cNvPr id="56" name="Group 55">
            <a:extLst>
              <a:ext uri="{FF2B5EF4-FFF2-40B4-BE49-F238E27FC236}">
                <a16:creationId xmlns:a16="http://schemas.microsoft.com/office/drawing/2014/main" id="{04C0737A-7A16-F0DA-2B86-5F8E4A862F5F}"/>
              </a:ext>
              <a:ext uri="{C183D7F6-B498-43B3-948B-1728B52AA6E4}">
                <adec:decorative xmlns:adec="http://schemas.microsoft.com/office/drawing/2017/decorative" val="1"/>
              </a:ext>
            </a:extLst>
          </p:cNvPr>
          <p:cNvGrpSpPr/>
          <p:nvPr/>
        </p:nvGrpSpPr>
        <p:grpSpPr>
          <a:xfrm>
            <a:off x="9403989" y="1882929"/>
            <a:ext cx="2103120" cy="2289681"/>
            <a:chOff x="9403080" y="2545078"/>
            <a:chExt cx="2103120" cy="2289681"/>
          </a:xfrm>
        </p:grpSpPr>
        <p:sp>
          <p:nvSpPr>
            <p:cNvPr id="58" name="Rectangle 57" descr="Information extraction">
              <a:extLst>
                <a:ext uri="{FF2B5EF4-FFF2-40B4-BE49-F238E27FC236}">
                  <a16:creationId xmlns:a16="http://schemas.microsoft.com/office/drawing/2014/main" id="{C66D2834-7A09-8DAD-E141-D975DC745A22}"/>
                </a:ext>
              </a:extLst>
            </p:cNvPr>
            <p:cNvSpPr/>
            <p:nvPr/>
          </p:nvSpPr>
          <p:spPr bwMode="auto">
            <a:xfrm>
              <a:off x="9403080" y="2545078"/>
              <a:ext cx="2103120" cy="228968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59" name="Group 58">
              <a:extLst>
                <a:ext uri="{FF2B5EF4-FFF2-40B4-BE49-F238E27FC236}">
                  <a16:creationId xmlns:a16="http://schemas.microsoft.com/office/drawing/2014/main" id="{87FC3456-0D0C-9C1B-BE9C-AE8E8C24C1CB}"/>
                </a:ext>
              </a:extLst>
            </p:cNvPr>
            <p:cNvGrpSpPr/>
            <p:nvPr/>
          </p:nvGrpSpPr>
          <p:grpSpPr>
            <a:xfrm>
              <a:off x="9985194" y="3154414"/>
              <a:ext cx="1059255" cy="1134146"/>
              <a:chOff x="8487635" y="549954"/>
              <a:chExt cx="1059255" cy="1134146"/>
            </a:xfrm>
            <a:solidFill>
              <a:srgbClr val="000000"/>
            </a:solidFill>
          </p:grpSpPr>
          <p:pic>
            <p:nvPicPr>
              <p:cNvPr id="60" name="Graphic 59" descr="Magnifying glass with solid fill">
                <a:extLst>
                  <a:ext uri="{FF2B5EF4-FFF2-40B4-BE49-F238E27FC236}">
                    <a16:creationId xmlns:a16="http://schemas.microsoft.com/office/drawing/2014/main" id="{D6BE2CAF-F7DD-67FC-4F47-4180C5B3CB6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64237" y="901447"/>
                <a:ext cx="782653" cy="782653"/>
              </a:xfrm>
              <a:prstGeom prst="rect">
                <a:avLst/>
              </a:prstGeom>
            </p:spPr>
          </p:pic>
          <p:pic>
            <p:nvPicPr>
              <p:cNvPr id="61" name="Graphic 60" descr="Contract outline">
                <a:extLst>
                  <a:ext uri="{FF2B5EF4-FFF2-40B4-BE49-F238E27FC236}">
                    <a16:creationId xmlns:a16="http://schemas.microsoft.com/office/drawing/2014/main" id="{A8EA2D7C-52F7-E75D-B725-6431DA42D30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87635" y="549954"/>
                <a:ext cx="914400" cy="914400"/>
              </a:xfrm>
              <a:prstGeom prst="rect">
                <a:avLst/>
              </a:prstGeom>
            </p:spPr>
          </p:pic>
        </p:grpSp>
      </p:grpSp>
      <p:sp>
        <p:nvSpPr>
          <p:cNvPr id="57" name="TextBox 56">
            <a:extLst>
              <a:ext uri="{FF2B5EF4-FFF2-40B4-BE49-F238E27FC236}">
                <a16:creationId xmlns:a16="http://schemas.microsoft.com/office/drawing/2014/main" id="{DC012BF2-B566-ED65-3A22-824F791A71AB}"/>
              </a:ext>
            </a:extLst>
          </p:cNvPr>
          <p:cNvSpPr txBox="1"/>
          <p:nvPr/>
        </p:nvSpPr>
        <p:spPr>
          <a:xfrm>
            <a:off x="9355369" y="3805836"/>
            <a:ext cx="2200361"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Extracción de información</a:t>
            </a:r>
          </a:p>
        </p:txBody>
      </p:sp>
      <p:grpSp>
        <p:nvGrpSpPr>
          <p:cNvPr id="62" name="Group 61">
            <a:extLst>
              <a:ext uri="{FF2B5EF4-FFF2-40B4-BE49-F238E27FC236}">
                <a16:creationId xmlns:a16="http://schemas.microsoft.com/office/drawing/2014/main" id="{126EA9F0-1821-D1EA-9FE0-960703EF08F2}"/>
              </a:ext>
              <a:ext uri="{C183D7F6-B498-43B3-948B-1728B52AA6E4}">
                <adec:decorative xmlns:adec="http://schemas.microsoft.com/office/drawing/2017/decorative" val="1"/>
              </a:ext>
            </a:extLst>
          </p:cNvPr>
          <p:cNvGrpSpPr/>
          <p:nvPr/>
        </p:nvGrpSpPr>
        <p:grpSpPr>
          <a:xfrm>
            <a:off x="624840" y="4250952"/>
            <a:ext cx="10896600" cy="1527441"/>
            <a:chOff x="624840" y="4250952"/>
            <a:chExt cx="10896600" cy="1527441"/>
          </a:xfrm>
        </p:grpSpPr>
        <p:grpSp>
          <p:nvGrpSpPr>
            <p:cNvPr id="63" name="Group 62" descr="Machine learning.">
              <a:extLst>
                <a:ext uri="{FF2B5EF4-FFF2-40B4-BE49-F238E27FC236}">
                  <a16:creationId xmlns:a16="http://schemas.microsoft.com/office/drawing/2014/main" id="{DD8660B5-E7F1-BD22-1116-77964F0D7B02}"/>
                </a:ext>
              </a:extLst>
            </p:cNvPr>
            <p:cNvGrpSpPr/>
            <p:nvPr/>
          </p:nvGrpSpPr>
          <p:grpSpPr>
            <a:xfrm>
              <a:off x="624840" y="4250952"/>
              <a:ext cx="10896600" cy="1527441"/>
              <a:chOff x="624840" y="4913101"/>
              <a:chExt cx="10896600" cy="1527441"/>
            </a:xfrm>
          </p:grpSpPr>
          <p:sp>
            <p:nvSpPr>
              <p:cNvPr id="65" name="Rectangle 64" descr="Machine learning">
                <a:extLst>
                  <a:ext uri="{FF2B5EF4-FFF2-40B4-BE49-F238E27FC236}">
                    <a16:creationId xmlns:a16="http://schemas.microsoft.com/office/drawing/2014/main" id="{0C292D01-31A5-6A71-766E-324BC9C7FEFE}"/>
                  </a:ext>
                </a:extLst>
              </p:cNvPr>
              <p:cNvSpPr/>
              <p:nvPr/>
            </p:nvSpPr>
            <p:spPr bwMode="auto">
              <a:xfrm>
                <a:off x="624840" y="4913101"/>
                <a:ext cx="10896600" cy="1527441"/>
              </a:xfrm>
              <a:prstGeom prst="rect">
                <a:avLst/>
              </a:prstGeom>
              <a:solidFill>
                <a:schemeClr val="bg1">
                  <a:lumMod val="85000"/>
                </a:schemeClr>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grpSp>
            <p:nvGrpSpPr>
              <p:cNvPr id="66" name="Group 65">
                <a:extLst>
                  <a:ext uri="{FF2B5EF4-FFF2-40B4-BE49-F238E27FC236}">
                    <a16:creationId xmlns:a16="http://schemas.microsoft.com/office/drawing/2014/main" id="{8FD60DB0-A56C-2B72-0097-89997B2BD00B}"/>
                  </a:ext>
                </a:extLst>
              </p:cNvPr>
              <p:cNvGrpSpPr/>
              <p:nvPr/>
            </p:nvGrpSpPr>
            <p:grpSpPr>
              <a:xfrm>
                <a:off x="5032337" y="5038924"/>
                <a:ext cx="1799227" cy="1059457"/>
                <a:chOff x="7196417" y="2730064"/>
                <a:chExt cx="1799227" cy="1059457"/>
              </a:xfrm>
            </p:grpSpPr>
            <p:pic>
              <p:nvPicPr>
                <p:cNvPr id="67" name="Graphic 66" descr="Gears with solid fill">
                  <a:extLst>
                    <a:ext uri="{FF2B5EF4-FFF2-40B4-BE49-F238E27FC236}">
                      <a16:creationId xmlns:a16="http://schemas.microsoft.com/office/drawing/2014/main" id="{0579F314-9113-A606-D7E8-7C0BB346FA5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196417" y="2730064"/>
                  <a:ext cx="1059457" cy="1059457"/>
                </a:xfrm>
                <a:prstGeom prst="rect">
                  <a:avLst/>
                </a:prstGeom>
              </p:spPr>
            </p:pic>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11222B60-02CF-845A-D90A-C20CCFDA8751}"/>
                        </a:ext>
                      </a:extLst>
                    </p:cNvPr>
                    <p:cNvSpPr txBox="1"/>
                    <p:nvPr/>
                  </p:nvSpPr>
                  <p:spPr>
                    <a:xfrm>
                      <a:off x="7936187" y="3253216"/>
                      <a:ext cx="1059457" cy="307777"/>
                    </a:xfrm>
                    <a:prstGeom prst="rect">
                      <a:avLst/>
                    </a:prstGeom>
                    <a:noFill/>
                  </p:spPr>
                  <p:txBody>
                    <a:bodyPr wrap="non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𝑓</m:t>
                            </m:r>
                            <m:d>
                              <m:dPr>
                                <m:ctrlP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ctrlPr>
                              </m:dPr>
                              <m:e>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𝑥</m:t>
                                </m:r>
                              </m:e>
                            </m:d>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m:t>
                            </m:r>
                            <m:r>
                              <a:rPr kumimoji="0" lang="en-US" sz="2000" b="0" i="1" u="none" strike="noStrike" kern="0" cap="none" spc="0" normalizeH="0" baseline="0" noProof="0" smtClean="0">
                                <a:ln>
                                  <a:noFill/>
                                </a:ln>
                                <a:solidFill>
                                  <a:prstClr val="white"/>
                                </a:solidFill>
                                <a:effectLst/>
                                <a:uLnTx/>
                                <a:uFillTx/>
                                <a:latin typeface="Cambria Math" panose="02040503050406030204" pitchFamily="18" charset="0"/>
                              </a:rPr>
                              <m:t>𝑦</m:t>
                            </m:r>
                          </m:oMath>
                        </m:oMathPara>
                      </a14:m>
                      <a:endParaRPr kumimoji="0" lang="en-US" sz="2000" b="0" i="0" u="none" strike="noStrike" kern="0" cap="none" spc="0" normalizeH="0" baseline="0" noProof="0">
                        <a:ln>
                          <a:noFill/>
                        </a:ln>
                        <a:solidFill>
                          <a:prstClr val="white"/>
                        </a:solidFill>
                        <a:effectLst/>
                        <a:uLnTx/>
                        <a:uFillTx/>
                      </a:endParaRP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94" name="TextBox 93">
                      <a:extLst>
                        <a:ext uri="{FF2B5EF4-FFF2-40B4-BE49-F238E27FC236}">
                          <a16:creationId xmlns:a16="http://schemas.microsoft.com/office/drawing/2014/main" id="{B69AE8EA-16E4-E909-EEE7-9A3549E5FD07}"/>
                        </a:ext>
                      </a:extLst>
                    </p:cNvPr>
                    <p:cNvSpPr txBox="1">
                      <a:spLocks noRot="1" noChangeAspect="1" noMove="1" noResize="1" noEditPoints="1" noAdjustHandles="1" noChangeArrowheads="1" noChangeShapeType="1" noTextEdit="1"/>
                    </p:cNvSpPr>
                    <p:nvPr/>
                  </p:nvSpPr>
                  <p:spPr>
                    <a:xfrm>
                      <a:off x="7936187" y="3253216"/>
                      <a:ext cx="1059457" cy="307777"/>
                    </a:xfrm>
                    <a:prstGeom prst="rect">
                      <a:avLst/>
                    </a:prstGeom>
                    <a:blipFill>
                      <a:blip r:embed="rId15"/>
                      <a:stretch>
                        <a:fillRect l="-7471" r="-4598" b="-38000"/>
                      </a:stretch>
                    </a:blipFill>
                  </p:spPr>
                  <p:txBody>
                    <a:bodyPr/>
                    <a:lstStyle/>
                    <a:p>
                      <a:r>
                        <a:rPr lang="en-US">
                          <a:noFill/>
                        </a:rPr>
                        <a:t> </a:t>
                      </a:r>
                    </a:p>
                  </p:txBody>
                </p:sp>
              </mc:Fallback>
            </mc:AlternateContent>
          </p:grpSp>
        </p:grpSp>
        <p:sp>
          <p:nvSpPr>
            <p:cNvPr id="64" name="TextBox 63">
              <a:extLst>
                <a:ext uri="{FF2B5EF4-FFF2-40B4-BE49-F238E27FC236}">
                  <a16:creationId xmlns:a16="http://schemas.microsoft.com/office/drawing/2014/main" id="{5DD4F784-4FAB-8B73-D45A-C1CAA2739143}"/>
                </a:ext>
              </a:extLst>
            </p:cNvPr>
            <p:cNvSpPr txBox="1"/>
            <p:nvPr/>
          </p:nvSpPr>
          <p:spPr>
            <a:xfrm>
              <a:off x="5284794" y="5458868"/>
              <a:ext cx="2157405"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FFFFFF"/>
                  </a:solidFill>
                  <a:effectLst/>
                  <a:latin typeface="Aptos"/>
                  <a:ea typeface="Aptos"/>
                  <a:cs typeface="Aptos"/>
                </a:rPr>
                <a:t>Aprendizaje automático</a:t>
              </a:r>
            </a:p>
          </p:txBody>
        </p:sp>
      </p:grpSp>
      <p:grpSp>
        <p:nvGrpSpPr>
          <p:cNvPr id="2" name="Group 1">
            <a:extLst>
              <a:ext uri="{FF2B5EF4-FFF2-40B4-BE49-F238E27FC236}">
                <a16:creationId xmlns:a16="http://schemas.microsoft.com/office/drawing/2014/main" id="{504EB00B-F7EA-F0F8-612D-4D74FCA81CCE}"/>
              </a:ext>
              <a:ext uri="{C183D7F6-B498-43B3-948B-1728B52AA6E4}">
                <adec:decorative xmlns:adec="http://schemas.microsoft.com/office/drawing/2017/decorative" val="1"/>
              </a:ext>
            </a:extLst>
          </p:cNvPr>
          <p:cNvGrpSpPr/>
          <p:nvPr/>
        </p:nvGrpSpPr>
        <p:grpSpPr>
          <a:xfrm>
            <a:off x="636270" y="1878796"/>
            <a:ext cx="2103120" cy="2293814"/>
            <a:chOff x="636270" y="1878796"/>
            <a:chExt cx="2103120" cy="2293814"/>
          </a:xfrm>
        </p:grpSpPr>
        <p:grpSp>
          <p:nvGrpSpPr>
            <p:cNvPr id="4" name="Group 3" descr="Generative AI.">
              <a:extLst>
                <a:ext uri="{FF2B5EF4-FFF2-40B4-BE49-F238E27FC236}">
                  <a16:creationId xmlns:a16="http://schemas.microsoft.com/office/drawing/2014/main" id="{1A586F1A-782C-0FDE-47CE-78790E1D35C3}"/>
                </a:ext>
              </a:extLst>
            </p:cNvPr>
            <p:cNvGrpSpPr/>
            <p:nvPr/>
          </p:nvGrpSpPr>
          <p:grpSpPr>
            <a:xfrm>
              <a:off x="636270" y="1878796"/>
              <a:ext cx="2103120" cy="2293814"/>
              <a:chOff x="636270" y="2540945"/>
              <a:chExt cx="2103120" cy="2293814"/>
            </a:xfrm>
          </p:grpSpPr>
          <p:sp>
            <p:nvSpPr>
              <p:cNvPr id="7" name="Rectangle 6" descr="Generative AI">
                <a:extLst>
                  <a:ext uri="{FF2B5EF4-FFF2-40B4-BE49-F238E27FC236}">
                    <a16:creationId xmlns:a16="http://schemas.microsoft.com/office/drawing/2014/main" id="{DD30944E-DBF6-4FFA-6EF8-B824138F6F79}"/>
                  </a:ext>
                </a:extLst>
              </p:cNvPr>
              <p:cNvSpPr/>
              <p:nvPr/>
            </p:nvSpPr>
            <p:spPr bwMode="auto">
              <a:xfrm>
                <a:off x="636270" y="2545078"/>
                <a:ext cx="2103120" cy="2289681"/>
              </a:xfrm>
              <a:prstGeom prst="rect">
                <a:avLst/>
              </a:prstGeom>
              <a:solidFill>
                <a:srgbClr val="0F9ED5"/>
              </a:solidFill>
              <a:ln w="12700" cap="flat" cmpd="sng" algn="ctr">
                <a:noFill/>
                <a:prstDash val="solid"/>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ctr" defTabSz="932472" eaLnBrk="1" fontAlgn="base" latinLnBrk="0" hangingPunct="1">
                  <a:lnSpc>
                    <a:spcPct val="100000"/>
                  </a:lnSpc>
                  <a:spcBef>
                    <a:spcPct val="0"/>
                  </a:spcBef>
                  <a:spcAft>
                    <a:spcPct val="0"/>
                  </a:spcAft>
                  <a:buClrTx/>
                  <a:buSzTx/>
                  <a:buFontTx/>
                  <a:buNone/>
                  <a:defRPr/>
                </a:pPr>
                <a:endParaRPr kumimoji="0" lang="en-US" sz="2000" b="0" i="0" u="none" strike="noStrike" kern="0" cap="none" spc="0" normalizeH="0" baseline="0" noProof="0">
                  <a:ln>
                    <a:noFill/>
                  </a:ln>
                  <a:solidFill>
                    <a:srgbClr val="000000"/>
                  </a:solidFill>
                  <a:effectLst/>
                  <a:uLnTx/>
                  <a:uFillTx/>
                  <a:ea typeface="Segoe UI" pitchFamily="34" charset="0"/>
                  <a:cs typeface="Segoe UI" pitchFamily="34" charset="0"/>
                </a:endParaRPr>
              </a:p>
            </p:txBody>
          </p:sp>
          <p:pic>
            <p:nvPicPr>
              <p:cNvPr id="8" name="Graphic 7" descr="Chat with solid fill">
                <a:extLst>
                  <a:ext uri="{FF2B5EF4-FFF2-40B4-BE49-F238E27FC236}">
                    <a16:creationId xmlns:a16="http://schemas.microsoft.com/office/drawing/2014/main" id="{06EF438B-2B7B-79EA-3019-6091645647B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115305" y="2540945"/>
                <a:ext cx="1143231" cy="1143231"/>
              </a:xfrm>
              <a:prstGeom prst="rect">
                <a:avLst/>
              </a:prstGeom>
            </p:spPr>
          </p:pic>
        </p:grpSp>
        <p:pic>
          <p:nvPicPr>
            <p:cNvPr id="6" name="Graphic 5" descr="Robot with solid fill">
              <a:extLst>
                <a:ext uri="{FF2B5EF4-FFF2-40B4-BE49-F238E27FC236}">
                  <a16:creationId xmlns:a16="http://schemas.microsoft.com/office/drawing/2014/main" id="{128D853D-5ECA-C54A-93EB-A69143F73C1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267584" y="2813173"/>
              <a:ext cx="913022" cy="913022"/>
            </a:xfrm>
            <a:prstGeom prst="rect">
              <a:avLst/>
            </a:prstGeom>
          </p:spPr>
        </p:pic>
      </p:grpSp>
      <p:sp>
        <p:nvSpPr>
          <p:cNvPr id="9" name="TextBox 8">
            <a:extLst>
              <a:ext uri="{FF2B5EF4-FFF2-40B4-BE49-F238E27FC236}">
                <a16:creationId xmlns:a16="http://schemas.microsoft.com/office/drawing/2014/main" id="{0C5C4FF6-66C5-8D0B-2D0A-5360C0746E1F}"/>
              </a:ext>
            </a:extLst>
          </p:cNvPr>
          <p:cNvSpPr txBox="1"/>
          <p:nvPr/>
        </p:nvSpPr>
        <p:spPr>
          <a:xfrm>
            <a:off x="702310" y="3805836"/>
            <a:ext cx="1971041" cy="307777"/>
          </a:xfrm>
          <a:prstGeom prst="rect">
            <a:avLst/>
          </a:prstGeom>
          <a:noFill/>
        </p:spPr>
        <p:txBody>
          <a:bodyPr wrap="square"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lang="es-ES" sz="1400" b="0" i="0" strike="noStrike" cap="none" baseline="0" dirty="0">
                <a:solidFill>
                  <a:srgbClr val="A0CDEC"/>
                </a:solidFill>
                <a:effectLst/>
                <a:latin typeface="Aptos"/>
                <a:ea typeface="Aptos"/>
                <a:cs typeface="Aptos"/>
              </a:rPr>
              <a:t>IA generativa y </a:t>
            </a:r>
            <a:r>
              <a:rPr lang="es-ES" sz="1400" b="0" i="0" strike="noStrike" cap="none" baseline="0" dirty="0">
                <a:solidFill>
                  <a:srgbClr val="FFFFFF"/>
                </a:solidFill>
                <a:effectLst/>
                <a:latin typeface="Aptos"/>
                <a:ea typeface="Aptos"/>
                <a:cs typeface="Aptos"/>
              </a:rPr>
              <a:t>agentes</a:t>
            </a:r>
          </a:p>
        </p:txBody>
      </p:sp>
    </p:spTree>
    <p:extLst>
      <p:ext uri="{BB962C8B-B14F-4D97-AF65-F5344CB8AC3E}">
        <p14:creationId xmlns:p14="http://schemas.microsoft.com/office/powerpoint/2010/main" val="261482274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07C2C26-EFD2-E847-AEA7-5CEF245E0904}"/>
              </a:ext>
            </a:extLst>
          </p:cNvPr>
          <p:cNvSpPr>
            <a:spLocks noGrp="1"/>
          </p:cNvSpPr>
          <p:nvPr>
            <p:ph type="title"/>
          </p:nvPr>
        </p:nvSpPr>
        <p:spPr>
          <a:xfrm>
            <a:off x="569911" y="2338170"/>
            <a:ext cx="6345239" cy="1661993"/>
          </a:xfrm>
        </p:spPr>
        <p:txBody>
          <a:bodyPr/>
          <a:lstStyle/>
          <a:p>
            <a:r>
              <a:rPr lang="en-US" altLang="zh-CN" sz="3600"/>
              <a:t>Develop AI agents with Microsoft Foundry and Visual Studio Code</a:t>
            </a:r>
            <a:endParaRPr lang="en-US" sz="3600"/>
          </a:p>
        </p:txBody>
      </p:sp>
      <p:sp>
        <p:nvSpPr>
          <p:cNvPr id="11" name="Footer Placeholder 10">
            <a:extLst>
              <a:ext uri="{FF2B5EF4-FFF2-40B4-BE49-F238E27FC236}">
                <a16:creationId xmlns:a16="http://schemas.microsoft.com/office/drawing/2014/main" id="{B4F19A99-D578-971D-9CC6-20AE640E031E}"/>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2" name="TextBox 1">
            <a:extLst>
              <a:ext uri="{FF2B5EF4-FFF2-40B4-BE49-F238E27FC236}">
                <a16:creationId xmlns:a16="http://schemas.microsoft.com/office/drawing/2014/main" id="{1F591574-CCA3-6084-9EB1-07BB1B526ACB}"/>
              </a:ext>
            </a:extLst>
          </p:cNvPr>
          <p:cNvSpPr txBox="1"/>
          <p:nvPr/>
        </p:nvSpPr>
        <p:spPr>
          <a:xfrm>
            <a:off x="497341" y="4000163"/>
            <a:ext cx="6096000" cy="369332"/>
          </a:xfrm>
          <a:prstGeom prst="rect">
            <a:avLst/>
          </a:prstGeom>
          <a:noFill/>
        </p:spPr>
        <p:txBody>
          <a:bodyPr wrap="square">
            <a:spAutoFit/>
          </a:bodyPr>
          <a:lstStyle/>
          <a:p>
            <a:r>
              <a:rPr lang="en-US" sz="1770">
                <a:solidFill>
                  <a:schemeClr val="accent2"/>
                </a:solidFill>
              </a:rPr>
              <a:t>https://aka.ms/develop-agents-vs-code</a:t>
            </a:r>
          </a:p>
        </p:txBody>
      </p:sp>
    </p:spTree>
    <p:extLst>
      <p:ext uri="{BB962C8B-B14F-4D97-AF65-F5344CB8AC3E}">
        <p14:creationId xmlns:p14="http://schemas.microsoft.com/office/powerpoint/2010/main" val="2281750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440C07C-EADE-429C-9D45-D6EAD3129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83090F-6780-9CDB-90CA-7A4D1482FC06}"/>
              </a:ext>
            </a:extLst>
          </p:cNvPr>
          <p:cNvSpPr>
            <a:spLocks noGrp="1"/>
          </p:cNvSpPr>
          <p:nvPr>
            <p:ph type="title"/>
          </p:nvPr>
        </p:nvSpPr>
        <p:spPr>
          <a:xfrm>
            <a:off x="588262" y="500000"/>
            <a:ext cx="8193024" cy="492443"/>
          </a:xfrm>
        </p:spPr>
        <p:txBody>
          <a:bodyPr/>
          <a:lstStyle/>
          <a:p>
            <a:r>
              <a:rPr lang="en-US" sz="3200" b="1"/>
              <a:t>Understand AI agents</a:t>
            </a:r>
          </a:p>
        </p:txBody>
      </p:sp>
      <p:sp>
        <p:nvSpPr>
          <p:cNvPr id="3" name="Footer Placeholder 1">
            <a:extLst>
              <a:ext uri="{FF2B5EF4-FFF2-40B4-BE49-F238E27FC236}">
                <a16:creationId xmlns:a16="http://schemas.microsoft.com/office/drawing/2014/main" id="{B40A941E-D99C-96C4-2A85-91793271CBC3}"/>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13" name="Container">
            <a:extLst>
              <a:ext uri="{FF2B5EF4-FFF2-40B4-BE49-F238E27FC236}">
                <a16:creationId xmlns:a16="http://schemas.microsoft.com/office/drawing/2014/main" id="{FD5B3090-406D-723B-F0AE-C5D8C7A45F25}"/>
              </a:ext>
              <a:ext uri="{C183D7F6-B498-43B3-948B-1728B52AA6E4}">
                <adec:decorative xmlns:adec="http://schemas.microsoft.com/office/drawing/2017/decorative" val="1"/>
              </a:ext>
            </a:extLst>
          </p:cNvPr>
          <p:cNvSpPr/>
          <p:nvPr/>
        </p:nvSpPr>
        <p:spPr>
          <a:xfrm>
            <a:off x="2200000" y="2450000"/>
            <a:ext cx="7792000" cy="2530000"/>
          </a:xfrm>
          <a:prstGeom prst="roundRect">
            <a:avLst>
              <a:gd name="adj" fmla="val 8000"/>
            </a:avLst>
          </a:prstGeom>
          <a:solidFill>
            <a:srgbClr val="F0F0F0"/>
          </a:solidFill>
          <a:ln w="12700">
            <a:solidFill>
              <a:srgbClr val="DCDCDC"/>
            </a:solidFill>
          </a:ln>
        </p:spPr>
        <p:txBody>
          <a:bodyPr/>
          <a:lstStyle/>
          <a:p>
            <a:endParaRPr/>
          </a:p>
        </p:txBody>
      </p:sp>
      <p:sp>
        <p:nvSpPr>
          <p:cNvPr id="14" name="CardLLM">
            <a:extLst>
              <a:ext uri="{FF2B5EF4-FFF2-40B4-BE49-F238E27FC236}">
                <a16:creationId xmlns:a16="http://schemas.microsoft.com/office/drawing/2014/main" id="{687CC572-C645-131C-781A-0FACE0EC3EA8}"/>
              </a:ext>
              <a:ext uri="{C183D7F6-B498-43B3-948B-1728B52AA6E4}">
                <adec:decorative xmlns:adec="http://schemas.microsoft.com/office/drawing/2017/decorative" val="1"/>
              </a:ext>
            </a:extLst>
          </p:cNvPr>
          <p:cNvSpPr/>
          <p:nvPr/>
        </p:nvSpPr>
        <p:spPr>
          <a:xfrm>
            <a:off x="2700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16" name="LLMLabel">
            <a:extLst>
              <a:ext uri="{FF2B5EF4-FFF2-40B4-BE49-F238E27FC236}">
                <a16:creationId xmlns:a16="http://schemas.microsoft.com/office/drawing/2014/main" id="{DE48A074-AACE-4BDA-86A7-C8427DA80862}"/>
              </a:ext>
            </a:extLst>
          </p:cNvPr>
          <p:cNvSpPr/>
          <p:nvPr/>
        </p:nvSpPr>
        <p:spPr>
          <a:xfrm>
            <a:off x="2875000" y="4030000"/>
            <a:ext cx="1350000" cy="380000"/>
          </a:xfrm>
          <a:prstGeom prst="roundRect">
            <a:avLst>
              <a:gd name="adj" fmla="val 50000"/>
            </a:avLst>
          </a:prstGeom>
          <a:solidFill>
            <a:srgbClr val="1D68E8"/>
          </a:solidFill>
          <a:ln>
            <a:noFill/>
          </a:ln>
        </p:spPr>
        <p:txBody>
          <a:bodyPr anchor="ctr"/>
          <a:lstStyle/>
          <a:p>
            <a:pPr algn="ctr"/>
            <a:r>
              <a:rPr lang="en-US" sz="1400" b="1">
                <a:solidFill>
                  <a:srgbClr val="FFFFFF"/>
                </a:solidFill>
              </a:rPr>
              <a:t>LLM</a:t>
            </a:r>
          </a:p>
        </p:txBody>
      </p:sp>
      <p:sp>
        <p:nvSpPr>
          <p:cNvPr id="17" name="Plus1">
            <a:extLst>
              <a:ext uri="{FF2B5EF4-FFF2-40B4-BE49-F238E27FC236}">
                <a16:creationId xmlns:a16="http://schemas.microsoft.com/office/drawing/2014/main" id="{FD3497AC-8056-3596-4029-12DDE8D062EA}"/>
              </a:ext>
            </a:extLst>
          </p:cNvPr>
          <p:cNvSpPr/>
          <p:nvPr/>
        </p:nvSpPr>
        <p:spPr>
          <a:xfrm>
            <a:off x="4580000" y="3720000"/>
            <a:ext cx="440000" cy="440000"/>
          </a:xfrm>
          <a:prstGeom prst="rect">
            <a:avLst/>
          </a:prstGeom>
          <a:noFill/>
          <a:ln>
            <a:noFill/>
          </a:ln>
        </p:spPr>
        <p:txBody>
          <a:bodyPr anchor="ctr"/>
          <a:lstStyle/>
          <a:p>
            <a:pPr algn="ctr"/>
            <a:r>
              <a:rPr lang="en-US" sz="3200" b="1">
                <a:solidFill>
                  <a:srgbClr val="1D68E8"/>
                </a:solidFill>
              </a:rPr>
              <a:t>+</a:t>
            </a:r>
          </a:p>
        </p:txBody>
      </p:sp>
      <p:sp>
        <p:nvSpPr>
          <p:cNvPr id="21" name="Plus2">
            <a:extLst>
              <a:ext uri="{FF2B5EF4-FFF2-40B4-BE49-F238E27FC236}">
                <a16:creationId xmlns:a16="http://schemas.microsoft.com/office/drawing/2014/main" id="{7B419330-7DCB-14DB-DA8E-9BC675FA6D9F}"/>
              </a:ext>
            </a:extLst>
          </p:cNvPr>
          <p:cNvSpPr/>
          <p:nvPr/>
        </p:nvSpPr>
        <p:spPr>
          <a:xfrm>
            <a:off x="7126000" y="3720000"/>
            <a:ext cx="440000" cy="440000"/>
          </a:xfrm>
          <a:prstGeom prst="rect">
            <a:avLst/>
          </a:prstGeom>
          <a:noFill/>
          <a:ln>
            <a:noFill/>
          </a:ln>
        </p:spPr>
        <p:txBody>
          <a:bodyPr anchor="ctr"/>
          <a:lstStyle/>
          <a:p>
            <a:pPr algn="ctr"/>
            <a:r>
              <a:rPr lang="en-US" sz="3200" b="1">
                <a:solidFill>
                  <a:srgbClr val="1D68E8"/>
                </a:solidFill>
              </a:rPr>
              <a:t>+</a:t>
            </a:r>
          </a:p>
        </p:txBody>
      </p:sp>
      <p:sp>
        <p:nvSpPr>
          <p:cNvPr id="22" name="CardTools">
            <a:extLst>
              <a:ext uri="{FF2B5EF4-FFF2-40B4-BE49-F238E27FC236}">
                <a16:creationId xmlns:a16="http://schemas.microsoft.com/office/drawing/2014/main" id="{0938E88C-0E31-BA72-A394-838B8E5823AB}"/>
              </a:ext>
              <a:ext uri="{C183D7F6-B498-43B3-948B-1728B52AA6E4}">
                <adec:decorative xmlns:adec="http://schemas.microsoft.com/office/drawing/2017/decorative" val="1"/>
              </a:ext>
            </a:extLst>
          </p:cNvPr>
          <p:cNvSpPr/>
          <p:nvPr/>
        </p:nvSpPr>
        <p:spPr>
          <a:xfrm>
            <a:off x="7792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24" name="ToolsLabel">
            <a:extLst>
              <a:ext uri="{FF2B5EF4-FFF2-40B4-BE49-F238E27FC236}">
                <a16:creationId xmlns:a16="http://schemas.microsoft.com/office/drawing/2014/main" id="{AC264313-746D-586B-513A-9C9620F78908}"/>
              </a:ext>
            </a:extLst>
          </p:cNvPr>
          <p:cNvSpPr/>
          <p:nvPr/>
        </p:nvSpPr>
        <p:spPr>
          <a:xfrm>
            <a:off x="7967000" y="4030000"/>
            <a:ext cx="1350000" cy="380000"/>
          </a:xfrm>
          <a:prstGeom prst="roundRect">
            <a:avLst>
              <a:gd name="adj" fmla="val 50000"/>
            </a:avLst>
          </a:prstGeom>
          <a:solidFill>
            <a:srgbClr val="EC4899"/>
          </a:solidFill>
          <a:ln>
            <a:noFill/>
          </a:ln>
        </p:spPr>
        <p:txBody>
          <a:bodyPr anchor="ctr"/>
          <a:lstStyle/>
          <a:p>
            <a:pPr algn="ctr"/>
            <a:r>
              <a:rPr lang="en-US" sz="1400" b="1">
                <a:solidFill>
                  <a:srgbClr val="FFFFFF"/>
                </a:solidFill>
              </a:rPr>
              <a:t>Tools</a:t>
            </a:r>
          </a:p>
        </p:txBody>
      </p:sp>
      <p:pic>
        <p:nvPicPr>
          <p:cNvPr id="5" name="Graphic 4" descr="Processor outline">
            <a:extLst>
              <a:ext uri="{FF2B5EF4-FFF2-40B4-BE49-F238E27FC236}">
                <a16:creationId xmlns:a16="http://schemas.microsoft.com/office/drawing/2014/main" id="{3EE1ACC4-F4D6-BA09-91DD-BD45DC4633A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50385" y="3092800"/>
            <a:ext cx="914400" cy="914400"/>
          </a:xfrm>
          <a:prstGeom prst="rect">
            <a:avLst/>
          </a:prstGeom>
        </p:spPr>
      </p:pic>
      <p:sp>
        <p:nvSpPr>
          <p:cNvPr id="10" name="Input">
            <a:extLst>
              <a:ext uri="{FF2B5EF4-FFF2-40B4-BE49-F238E27FC236}">
                <a16:creationId xmlns:a16="http://schemas.microsoft.com/office/drawing/2014/main" id="{F2BA9FFC-1928-91EF-FABD-1A0DF9902241}"/>
              </a:ext>
            </a:extLst>
          </p:cNvPr>
          <p:cNvSpPr/>
          <p:nvPr/>
        </p:nvSpPr>
        <p:spPr>
          <a:xfrm>
            <a:off x="4953000" y="1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Input</a:t>
            </a:r>
          </a:p>
        </p:txBody>
      </p:sp>
      <p:sp>
        <p:nvSpPr>
          <p:cNvPr id="11" name="Arrow1">
            <a:extLst>
              <a:ext uri="{FF2B5EF4-FFF2-40B4-BE49-F238E27FC236}">
                <a16:creationId xmlns:a16="http://schemas.microsoft.com/office/drawing/2014/main" id="{597AD65C-F79B-103D-6A2B-575A03D5187A}"/>
              </a:ext>
              <a:ext uri="{C183D7F6-B498-43B3-948B-1728B52AA6E4}">
                <adec:decorative xmlns:adec="http://schemas.microsoft.com/office/drawing/2017/decorative" val="1"/>
              </a:ext>
            </a:extLst>
          </p:cNvPr>
          <p:cNvSpPr/>
          <p:nvPr/>
        </p:nvSpPr>
        <p:spPr>
          <a:xfrm>
            <a:off x="5971000" y="1900000"/>
            <a:ext cx="250000" cy="300000"/>
          </a:xfrm>
          <a:prstGeom prst="downArrow">
            <a:avLst>
              <a:gd name="adj1" fmla="val 50000"/>
              <a:gd name="adj2" fmla="val 65000"/>
            </a:avLst>
          </a:prstGeom>
          <a:solidFill>
            <a:srgbClr val="AEAEAE"/>
          </a:solidFill>
          <a:ln>
            <a:noFill/>
          </a:ln>
        </p:spPr>
        <p:txBody>
          <a:bodyPr/>
          <a:lstStyle/>
          <a:p>
            <a:endParaRPr/>
          </a:p>
        </p:txBody>
      </p:sp>
      <p:sp>
        <p:nvSpPr>
          <p:cNvPr id="12" name="Agent">
            <a:extLst>
              <a:ext uri="{FF2B5EF4-FFF2-40B4-BE49-F238E27FC236}">
                <a16:creationId xmlns:a16="http://schemas.microsoft.com/office/drawing/2014/main" id="{65E36592-D347-3BDF-F958-AB3F1F7FBB98}"/>
              </a:ext>
            </a:extLst>
          </p:cNvPr>
          <p:cNvSpPr/>
          <p:nvPr/>
        </p:nvSpPr>
        <p:spPr>
          <a:xfrm>
            <a:off x="4953000" y="225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sp>
        <p:nvSpPr>
          <p:cNvPr id="18" name="CardInstructions">
            <a:extLst>
              <a:ext uri="{FF2B5EF4-FFF2-40B4-BE49-F238E27FC236}">
                <a16:creationId xmlns:a16="http://schemas.microsoft.com/office/drawing/2014/main" id="{CDEA92DE-5BBE-921B-406F-3B682CAED41D}"/>
              </a:ext>
              <a:ext uri="{C183D7F6-B498-43B3-948B-1728B52AA6E4}">
                <adec:decorative xmlns:adec="http://schemas.microsoft.com/office/drawing/2017/decorative" val="1"/>
              </a:ext>
            </a:extLst>
          </p:cNvPr>
          <p:cNvSpPr/>
          <p:nvPr/>
        </p:nvSpPr>
        <p:spPr>
          <a:xfrm>
            <a:off x="5246000" y="2970000"/>
            <a:ext cx="1700000" cy="1820000"/>
          </a:xfrm>
          <a:prstGeom prst="roundRect">
            <a:avLst>
              <a:gd name="adj" fmla="val 10000"/>
            </a:avLst>
          </a:prstGeom>
          <a:solidFill>
            <a:srgbClr val="FFFFFF"/>
          </a:solidFill>
          <a:ln w="9525">
            <a:solidFill>
              <a:srgbClr val="E0E0E0"/>
            </a:solidFill>
          </a:ln>
        </p:spPr>
        <p:txBody>
          <a:bodyPr/>
          <a:lstStyle/>
          <a:p>
            <a:endParaRPr/>
          </a:p>
        </p:txBody>
      </p:sp>
      <p:sp>
        <p:nvSpPr>
          <p:cNvPr id="20" name="InstrLabel">
            <a:extLst>
              <a:ext uri="{FF2B5EF4-FFF2-40B4-BE49-F238E27FC236}">
                <a16:creationId xmlns:a16="http://schemas.microsoft.com/office/drawing/2014/main" id="{7488C622-EEFA-1031-F6A4-DEBF8B12EBBD}"/>
              </a:ext>
            </a:extLst>
          </p:cNvPr>
          <p:cNvSpPr/>
          <p:nvPr/>
        </p:nvSpPr>
        <p:spPr>
          <a:xfrm>
            <a:off x="5421000" y="4030000"/>
            <a:ext cx="1350000" cy="380000"/>
          </a:xfrm>
          <a:prstGeom prst="roundRect">
            <a:avLst>
              <a:gd name="adj" fmla="val 50000"/>
            </a:avLst>
          </a:prstGeom>
          <a:solidFill>
            <a:srgbClr val="9333EA"/>
          </a:solidFill>
          <a:ln>
            <a:noFill/>
          </a:ln>
        </p:spPr>
        <p:txBody>
          <a:bodyPr anchor="ctr"/>
          <a:lstStyle/>
          <a:p>
            <a:pPr algn="ctr"/>
            <a:r>
              <a:rPr lang="en-US" sz="1400" b="1">
                <a:solidFill>
                  <a:srgbClr val="FFFFFF"/>
                </a:solidFill>
              </a:rPr>
              <a:t>Instructions</a:t>
            </a:r>
          </a:p>
        </p:txBody>
      </p:sp>
      <p:sp>
        <p:nvSpPr>
          <p:cNvPr id="25" name="Arrow2">
            <a:extLst>
              <a:ext uri="{FF2B5EF4-FFF2-40B4-BE49-F238E27FC236}">
                <a16:creationId xmlns:a16="http://schemas.microsoft.com/office/drawing/2014/main" id="{B5CCAC02-23E6-CA19-5F9A-81BD21DB4E31}"/>
              </a:ext>
              <a:ext uri="{C183D7F6-B498-43B3-948B-1728B52AA6E4}">
                <adec:decorative xmlns:adec="http://schemas.microsoft.com/office/drawing/2017/decorative" val="1"/>
              </a:ext>
            </a:extLst>
          </p:cNvPr>
          <p:cNvSpPr/>
          <p:nvPr/>
        </p:nvSpPr>
        <p:spPr>
          <a:xfrm>
            <a:off x="5971000" y="5030000"/>
            <a:ext cx="250000" cy="300000"/>
          </a:xfrm>
          <a:prstGeom prst="downArrow">
            <a:avLst>
              <a:gd name="adj1" fmla="val 50000"/>
              <a:gd name="adj2" fmla="val 65000"/>
            </a:avLst>
          </a:prstGeom>
          <a:solidFill>
            <a:srgbClr val="AEAEAE"/>
          </a:solidFill>
          <a:ln>
            <a:noFill/>
          </a:ln>
        </p:spPr>
        <p:txBody>
          <a:bodyPr/>
          <a:lstStyle/>
          <a:p>
            <a:endParaRPr/>
          </a:p>
        </p:txBody>
      </p:sp>
      <p:sp>
        <p:nvSpPr>
          <p:cNvPr id="26" name="Output">
            <a:extLst>
              <a:ext uri="{FF2B5EF4-FFF2-40B4-BE49-F238E27FC236}">
                <a16:creationId xmlns:a16="http://schemas.microsoft.com/office/drawing/2014/main" id="{B6C9D9E4-6FE9-4CFE-8409-CF24E6EE4BC9}"/>
              </a:ext>
            </a:extLst>
          </p:cNvPr>
          <p:cNvSpPr/>
          <p:nvPr/>
        </p:nvSpPr>
        <p:spPr>
          <a:xfrm>
            <a:off x="4953000" y="5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Output</a:t>
            </a:r>
          </a:p>
        </p:txBody>
      </p:sp>
      <p:pic>
        <p:nvPicPr>
          <p:cNvPr id="7" name="Graphic 6" descr="Document outline">
            <a:extLst>
              <a:ext uri="{FF2B5EF4-FFF2-40B4-BE49-F238E27FC236}">
                <a16:creationId xmlns:a16="http://schemas.microsoft.com/office/drawing/2014/main" id="{BD508CDA-8FAE-253F-ABB4-0C7F1DA990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38800" y="3070600"/>
            <a:ext cx="914400" cy="914400"/>
          </a:xfrm>
          <a:prstGeom prst="rect">
            <a:avLst/>
          </a:prstGeom>
        </p:spPr>
      </p:pic>
      <p:pic>
        <p:nvPicPr>
          <p:cNvPr id="9" name="Graphic 8" descr="Wrench outline">
            <a:extLst>
              <a:ext uri="{FF2B5EF4-FFF2-40B4-BE49-F238E27FC236}">
                <a16:creationId xmlns:a16="http://schemas.microsoft.com/office/drawing/2014/main" id="{F7150396-E62B-873A-CBB7-85444F5F1E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70323" y="3186647"/>
            <a:ext cx="743353" cy="743353"/>
          </a:xfrm>
          <a:prstGeom prst="rect">
            <a:avLst/>
          </a:prstGeom>
        </p:spPr>
      </p:pic>
    </p:spTree>
    <p:extLst>
      <p:ext uri="{BB962C8B-B14F-4D97-AF65-F5344CB8AC3E}">
        <p14:creationId xmlns:p14="http://schemas.microsoft.com/office/powerpoint/2010/main" val="52206813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62D9B5-9CB5-4E0A-80A4-3EF9323C2A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F0B48-5FD9-0278-B355-0630BCC197B0}"/>
              </a:ext>
            </a:extLst>
          </p:cNvPr>
          <p:cNvSpPr>
            <a:spLocks noGrp="1"/>
          </p:cNvSpPr>
          <p:nvPr>
            <p:ph type="title"/>
          </p:nvPr>
        </p:nvSpPr>
        <p:spPr>
          <a:xfrm>
            <a:off x="588262" y="500000"/>
            <a:ext cx="8193024" cy="492443"/>
          </a:xfrm>
        </p:spPr>
        <p:txBody>
          <a:bodyPr/>
          <a:lstStyle/>
          <a:p>
            <a:r>
              <a:rPr lang="en-US" sz="3200" b="1"/>
              <a:t>Understand AI agents</a:t>
            </a:r>
          </a:p>
        </p:txBody>
      </p:sp>
      <p:sp>
        <p:nvSpPr>
          <p:cNvPr id="3" name="Footer Placeholder 1">
            <a:extLst>
              <a:ext uri="{FF2B5EF4-FFF2-40B4-BE49-F238E27FC236}">
                <a16:creationId xmlns:a16="http://schemas.microsoft.com/office/drawing/2014/main" id="{90E6FA54-C0AD-017D-FFF3-47C90AF127BB}"/>
              </a:ext>
            </a:extLst>
          </p:cNvPr>
          <p:cNvSpPr>
            <a:spLocks noGrp="1"/>
          </p:cNvSpPr>
          <p:nvPr>
            <p:ph type="ftr" sz="quarter" idx="3"/>
          </p:nvPr>
        </p:nvSpPr>
        <p:spPr>
          <a:xfrm>
            <a:off x="579438" y="6421083"/>
            <a:ext cx="4151312" cy="197976"/>
          </a:xfrm>
        </p:spPr>
        <p:txBody>
          <a:bodyPr/>
          <a:lstStyle/>
          <a:p>
            <a:r>
              <a:rPr lang="en-US"/>
              <a:t>© Copyright Microsoft Corporation. All rights reserved.</a:t>
            </a:r>
          </a:p>
        </p:txBody>
      </p:sp>
      <p:sp>
        <p:nvSpPr>
          <p:cNvPr id="13" name="Container">
            <a:extLst>
              <a:ext uri="{FF2B5EF4-FFF2-40B4-BE49-F238E27FC236}">
                <a16:creationId xmlns:a16="http://schemas.microsoft.com/office/drawing/2014/main" id="{0415F0EB-A204-E7C9-3555-DE95307292D2}"/>
              </a:ext>
              <a:ext uri="{C183D7F6-B498-43B3-948B-1728B52AA6E4}">
                <adec:decorative xmlns:adec="http://schemas.microsoft.com/office/drawing/2017/decorative" val="1"/>
              </a:ext>
            </a:extLst>
          </p:cNvPr>
          <p:cNvSpPr/>
          <p:nvPr/>
        </p:nvSpPr>
        <p:spPr>
          <a:xfrm>
            <a:off x="588261" y="2450000"/>
            <a:ext cx="11011601" cy="2754012"/>
          </a:xfrm>
          <a:prstGeom prst="roundRect">
            <a:avLst>
              <a:gd name="adj" fmla="val 8000"/>
            </a:avLst>
          </a:prstGeom>
          <a:solidFill>
            <a:srgbClr val="F0F0F0"/>
          </a:solidFill>
          <a:ln w="12700">
            <a:solidFill>
              <a:srgbClr val="DCDCDC"/>
            </a:solidFill>
          </a:ln>
        </p:spPr>
        <p:txBody>
          <a:bodyPr/>
          <a:lstStyle/>
          <a:p>
            <a:endParaRPr/>
          </a:p>
        </p:txBody>
      </p:sp>
      <p:sp>
        <p:nvSpPr>
          <p:cNvPr id="14" name="CardLLM">
            <a:extLst>
              <a:ext uri="{FF2B5EF4-FFF2-40B4-BE49-F238E27FC236}">
                <a16:creationId xmlns:a16="http://schemas.microsoft.com/office/drawing/2014/main" id="{E743E604-C68C-C49B-E3C7-FC44A9ECFC4F}"/>
              </a:ext>
              <a:ext uri="{C183D7F6-B498-43B3-948B-1728B52AA6E4}">
                <adec:decorative xmlns:adec="http://schemas.microsoft.com/office/drawing/2017/decorative" val="1"/>
              </a:ext>
            </a:extLst>
          </p:cNvPr>
          <p:cNvSpPr/>
          <p:nvPr/>
        </p:nvSpPr>
        <p:spPr>
          <a:xfrm>
            <a:off x="909919" y="2970000"/>
            <a:ext cx="2593803" cy="2032306"/>
          </a:xfrm>
          <a:prstGeom prst="roundRect">
            <a:avLst>
              <a:gd name="adj" fmla="val 10000"/>
            </a:avLst>
          </a:prstGeom>
          <a:solidFill>
            <a:srgbClr val="FFFFFF"/>
          </a:solidFill>
          <a:ln w="9525">
            <a:solidFill>
              <a:srgbClr val="E0E0E0"/>
            </a:solidFill>
          </a:ln>
        </p:spPr>
        <p:txBody>
          <a:bodyPr/>
          <a:lstStyle/>
          <a:p>
            <a:endParaRPr/>
          </a:p>
        </p:txBody>
      </p:sp>
      <p:sp>
        <p:nvSpPr>
          <p:cNvPr id="16" name="LLMLabel">
            <a:extLst>
              <a:ext uri="{FF2B5EF4-FFF2-40B4-BE49-F238E27FC236}">
                <a16:creationId xmlns:a16="http://schemas.microsoft.com/office/drawing/2014/main" id="{700E0B79-6C54-7D5A-0B13-BA4A232F941B}"/>
              </a:ext>
            </a:extLst>
          </p:cNvPr>
          <p:cNvSpPr/>
          <p:nvPr/>
        </p:nvSpPr>
        <p:spPr>
          <a:xfrm>
            <a:off x="1531820" y="4508398"/>
            <a:ext cx="1350000" cy="380000"/>
          </a:xfrm>
          <a:prstGeom prst="roundRect">
            <a:avLst>
              <a:gd name="adj" fmla="val 50000"/>
            </a:avLst>
          </a:prstGeom>
          <a:solidFill>
            <a:srgbClr val="1D68E8"/>
          </a:solidFill>
          <a:ln>
            <a:noFill/>
          </a:ln>
        </p:spPr>
        <p:txBody>
          <a:bodyPr anchor="ctr"/>
          <a:lstStyle/>
          <a:p>
            <a:pPr algn="ctr"/>
            <a:r>
              <a:rPr lang="en-US" sz="1400" b="1">
                <a:solidFill>
                  <a:srgbClr val="FFFFFF"/>
                </a:solidFill>
              </a:rPr>
              <a:t>LLM</a:t>
            </a:r>
          </a:p>
        </p:txBody>
      </p:sp>
      <p:grpSp>
        <p:nvGrpSpPr>
          <p:cNvPr id="8" name="Group 7">
            <a:extLst>
              <a:ext uri="{FF2B5EF4-FFF2-40B4-BE49-F238E27FC236}">
                <a16:creationId xmlns:a16="http://schemas.microsoft.com/office/drawing/2014/main" id="{E36F5DB3-D7EC-4F1F-3EE5-5E4DE6AF81E6}"/>
              </a:ext>
            </a:extLst>
          </p:cNvPr>
          <p:cNvGrpSpPr/>
          <p:nvPr/>
        </p:nvGrpSpPr>
        <p:grpSpPr>
          <a:xfrm>
            <a:off x="3944757" y="2882510"/>
            <a:ext cx="4302487" cy="2130002"/>
            <a:chOff x="3953435" y="2882510"/>
            <a:chExt cx="4302487" cy="2130002"/>
          </a:xfrm>
        </p:grpSpPr>
        <p:sp>
          <p:nvSpPr>
            <p:cNvPr id="18" name="CardInstructions">
              <a:extLst>
                <a:ext uri="{FF2B5EF4-FFF2-40B4-BE49-F238E27FC236}">
                  <a16:creationId xmlns:a16="http://schemas.microsoft.com/office/drawing/2014/main" id="{3F9B603E-6B36-0994-80A2-8ECD8351285E}"/>
                </a:ext>
              </a:extLst>
            </p:cNvPr>
            <p:cNvSpPr/>
            <p:nvPr/>
          </p:nvSpPr>
          <p:spPr>
            <a:xfrm>
              <a:off x="3953435" y="2882510"/>
              <a:ext cx="4302487" cy="2130002"/>
            </a:xfrm>
            <a:prstGeom prst="roundRect">
              <a:avLst>
                <a:gd name="adj" fmla="val 10000"/>
              </a:avLst>
            </a:prstGeom>
            <a:solidFill>
              <a:srgbClr val="FFFFFF"/>
            </a:solidFill>
            <a:ln w="9525">
              <a:solidFill>
                <a:srgbClr val="E0E0E0"/>
              </a:solidFill>
            </a:ln>
          </p:spPr>
          <p:txBody>
            <a:bodyPr/>
            <a:lstStyle/>
            <a:p>
              <a:endParaRPr/>
            </a:p>
          </p:txBody>
        </p:sp>
        <p:sp>
          <p:nvSpPr>
            <p:cNvPr id="20" name="InstrLabel">
              <a:extLst>
                <a:ext uri="{FF2B5EF4-FFF2-40B4-BE49-F238E27FC236}">
                  <a16:creationId xmlns:a16="http://schemas.microsoft.com/office/drawing/2014/main" id="{8C857BE9-12A4-67AC-DE0F-02FF6944E285}"/>
                </a:ext>
              </a:extLst>
            </p:cNvPr>
            <p:cNvSpPr/>
            <p:nvPr/>
          </p:nvSpPr>
          <p:spPr>
            <a:xfrm>
              <a:off x="5419061" y="4553646"/>
              <a:ext cx="1350000" cy="380000"/>
            </a:xfrm>
            <a:prstGeom prst="roundRect">
              <a:avLst>
                <a:gd name="adj" fmla="val 50000"/>
              </a:avLst>
            </a:prstGeom>
            <a:solidFill>
              <a:srgbClr val="9333EA"/>
            </a:solidFill>
            <a:ln>
              <a:noFill/>
            </a:ln>
          </p:spPr>
          <p:txBody>
            <a:bodyPr anchor="ctr"/>
            <a:lstStyle/>
            <a:p>
              <a:pPr algn="ctr"/>
              <a:r>
                <a:rPr lang="en-US" sz="1400" b="1">
                  <a:solidFill>
                    <a:srgbClr val="FFFFFF"/>
                  </a:solidFill>
                </a:rPr>
                <a:t>Instructions</a:t>
              </a:r>
            </a:p>
          </p:txBody>
        </p:sp>
        <p:sp>
          <p:nvSpPr>
            <p:cNvPr id="6" name="InstrText">
              <a:extLst>
                <a:ext uri="{FF2B5EF4-FFF2-40B4-BE49-F238E27FC236}">
                  <a16:creationId xmlns:a16="http://schemas.microsoft.com/office/drawing/2014/main" id="{26FBF377-7C75-9592-C966-3E1F392A450E}"/>
                </a:ext>
              </a:extLst>
            </p:cNvPr>
            <p:cNvSpPr/>
            <p:nvPr/>
          </p:nvSpPr>
          <p:spPr>
            <a:xfrm>
              <a:off x="4116079" y="3012424"/>
              <a:ext cx="3959843" cy="1470000"/>
            </a:xfrm>
            <a:prstGeom prst="roundRect">
              <a:avLst>
                <a:gd name="adj" fmla="val 5000"/>
              </a:avLst>
            </a:prstGeom>
            <a:solidFill>
              <a:srgbClr val="F8F8F8"/>
            </a:solidFill>
            <a:ln w="9525">
              <a:solidFill>
                <a:srgbClr val="DEDEDE"/>
              </a:solidFill>
            </a:ln>
          </p:spPr>
          <p:txBody>
            <a:bodyPr wrap="square" lIns="91440" tIns="91440" rIns="91440" bIns="91440"/>
            <a:lstStyle/>
            <a:p>
              <a:r>
                <a:rPr lang="en-US" sz="1200">
                  <a:solidFill>
                    <a:srgbClr val="404040"/>
                  </a:solidFill>
                  <a:latin typeface="Courier New" panose="02070309020205020404" pitchFamily="49" charset="0"/>
                  <a:cs typeface="Courier New" panose="02070309020205020404" pitchFamily="49" charset="0"/>
                </a:rPr>
                <a:t>You are a travel booking and expense management assistant designed to help employees plan, book, and manage business travel. Always confirm trip dates and budget before making bookings. Prefer direct flights when cost difference is &lt; 20%.</a:t>
              </a:r>
            </a:p>
          </p:txBody>
        </p:sp>
      </p:grpSp>
      <p:sp>
        <p:nvSpPr>
          <p:cNvPr id="17" name="Plus1">
            <a:extLst>
              <a:ext uri="{FF2B5EF4-FFF2-40B4-BE49-F238E27FC236}">
                <a16:creationId xmlns:a16="http://schemas.microsoft.com/office/drawing/2014/main" id="{72EB8BDB-315B-11DE-2D9F-C03C5C54F577}"/>
              </a:ext>
            </a:extLst>
          </p:cNvPr>
          <p:cNvSpPr/>
          <p:nvPr/>
        </p:nvSpPr>
        <p:spPr>
          <a:xfrm>
            <a:off x="3504240" y="3720000"/>
            <a:ext cx="440000" cy="440000"/>
          </a:xfrm>
          <a:prstGeom prst="rect">
            <a:avLst/>
          </a:prstGeom>
          <a:noFill/>
          <a:ln>
            <a:noFill/>
          </a:ln>
        </p:spPr>
        <p:txBody>
          <a:bodyPr anchor="ctr"/>
          <a:lstStyle/>
          <a:p>
            <a:pPr algn="ctr"/>
            <a:r>
              <a:rPr lang="en-US" sz="3200" b="1">
                <a:solidFill>
                  <a:srgbClr val="1D68E8"/>
                </a:solidFill>
              </a:rPr>
              <a:t>+</a:t>
            </a:r>
          </a:p>
        </p:txBody>
      </p:sp>
      <p:sp>
        <p:nvSpPr>
          <p:cNvPr id="21" name="Plus2">
            <a:extLst>
              <a:ext uri="{FF2B5EF4-FFF2-40B4-BE49-F238E27FC236}">
                <a16:creationId xmlns:a16="http://schemas.microsoft.com/office/drawing/2014/main" id="{D36710B0-41A6-7795-881A-44BB414BA59F}"/>
              </a:ext>
            </a:extLst>
          </p:cNvPr>
          <p:cNvSpPr/>
          <p:nvPr/>
        </p:nvSpPr>
        <p:spPr>
          <a:xfrm>
            <a:off x="8242101" y="3720000"/>
            <a:ext cx="440000" cy="440000"/>
          </a:xfrm>
          <a:prstGeom prst="rect">
            <a:avLst/>
          </a:prstGeom>
          <a:noFill/>
          <a:ln>
            <a:noFill/>
          </a:ln>
        </p:spPr>
        <p:txBody>
          <a:bodyPr anchor="ctr"/>
          <a:lstStyle/>
          <a:p>
            <a:pPr algn="ctr"/>
            <a:r>
              <a:rPr lang="en-US" sz="3200" b="1">
                <a:solidFill>
                  <a:srgbClr val="1D68E8"/>
                </a:solidFill>
              </a:rPr>
              <a:t>+</a:t>
            </a:r>
          </a:p>
        </p:txBody>
      </p:sp>
      <p:sp>
        <p:nvSpPr>
          <p:cNvPr id="22" name="CardTools">
            <a:extLst>
              <a:ext uri="{FF2B5EF4-FFF2-40B4-BE49-F238E27FC236}">
                <a16:creationId xmlns:a16="http://schemas.microsoft.com/office/drawing/2014/main" id="{741EF7D3-04E1-5F9F-E1B2-00E885A23543}"/>
              </a:ext>
              <a:ext uri="{C183D7F6-B498-43B3-948B-1728B52AA6E4}">
                <adec:decorative xmlns:adec="http://schemas.microsoft.com/office/drawing/2017/decorative" val="1"/>
              </a:ext>
            </a:extLst>
          </p:cNvPr>
          <p:cNvSpPr/>
          <p:nvPr/>
        </p:nvSpPr>
        <p:spPr>
          <a:xfrm>
            <a:off x="8682101" y="2970000"/>
            <a:ext cx="2599980" cy="2032306"/>
          </a:xfrm>
          <a:prstGeom prst="roundRect">
            <a:avLst>
              <a:gd name="adj" fmla="val 10000"/>
            </a:avLst>
          </a:prstGeom>
          <a:solidFill>
            <a:srgbClr val="FFFFFF"/>
          </a:solidFill>
          <a:ln w="9525">
            <a:solidFill>
              <a:srgbClr val="E0E0E0"/>
            </a:solidFill>
          </a:ln>
        </p:spPr>
        <p:txBody>
          <a:bodyPr/>
          <a:lstStyle/>
          <a:p>
            <a:endParaRPr/>
          </a:p>
        </p:txBody>
      </p:sp>
      <p:sp>
        <p:nvSpPr>
          <p:cNvPr id="24" name="ToolsLabel">
            <a:extLst>
              <a:ext uri="{FF2B5EF4-FFF2-40B4-BE49-F238E27FC236}">
                <a16:creationId xmlns:a16="http://schemas.microsoft.com/office/drawing/2014/main" id="{174A659F-9030-B3F4-F5B8-154EF058CFAE}"/>
              </a:ext>
            </a:extLst>
          </p:cNvPr>
          <p:cNvSpPr/>
          <p:nvPr/>
        </p:nvSpPr>
        <p:spPr>
          <a:xfrm>
            <a:off x="9307091" y="4528140"/>
            <a:ext cx="1350000" cy="380000"/>
          </a:xfrm>
          <a:prstGeom prst="roundRect">
            <a:avLst>
              <a:gd name="adj" fmla="val 50000"/>
            </a:avLst>
          </a:prstGeom>
          <a:solidFill>
            <a:srgbClr val="EC4899"/>
          </a:solidFill>
          <a:ln>
            <a:noFill/>
          </a:ln>
        </p:spPr>
        <p:txBody>
          <a:bodyPr anchor="ctr"/>
          <a:lstStyle/>
          <a:p>
            <a:pPr algn="ctr"/>
            <a:r>
              <a:rPr lang="en-US" sz="1400" b="1">
                <a:solidFill>
                  <a:srgbClr val="FFFFFF"/>
                </a:solidFill>
              </a:rPr>
              <a:t>Tools</a:t>
            </a:r>
          </a:p>
        </p:txBody>
      </p:sp>
      <p:sp>
        <p:nvSpPr>
          <p:cNvPr id="10" name="Input">
            <a:extLst>
              <a:ext uri="{FF2B5EF4-FFF2-40B4-BE49-F238E27FC236}">
                <a16:creationId xmlns:a16="http://schemas.microsoft.com/office/drawing/2014/main" id="{FCCC854D-765F-156B-1AEC-14FD0D03D4E0}"/>
              </a:ext>
            </a:extLst>
          </p:cNvPr>
          <p:cNvSpPr/>
          <p:nvPr/>
        </p:nvSpPr>
        <p:spPr>
          <a:xfrm>
            <a:off x="4953000" y="138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Input</a:t>
            </a:r>
          </a:p>
        </p:txBody>
      </p:sp>
      <p:sp>
        <p:nvSpPr>
          <p:cNvPr id="11" name="Arrow1">
            <a:extLst>
              <a:ext uri="{FF2B5EF4-FFF2-40B4-BE49-F238E27FC236}">
                <a16:creationId xmlns:a16="http://schemas.microsoft.com/office/drawing/2014/main" id="{53E20D0E-955C-24DA-80AD-B83C772E2E96}"/>
              </a:ext>
              <a:ext uri="{C183D7F6-B498-43B3-948B-1728B52AA6E4}">
                <adec:decorative xmlns:adec="http://schemas.microsoft.com/office/drawing/2017/decorative" val="1"/>
              </a:ext>
            </a:extLst>
          </p:cNvPr>
          <p:cNvSpPr/>
          <p:nvPr/>
        </p:nvSpPr>
        <p:spPr>
          <a:xfrm>
            <a:off x="5971000" y="1900000"/>
            <a:ext cx="250000" cy="300000"/>
          </a:xfrm>
          <a:prstGeom prst="downArrow">
            <a:avLst>
              <a:gd name="adj1" fmla="val 50000"/>
              <a:gd name="adj2" fmla="val 65000"/>
            </a:avLst>
          </a:prstGeom>
          <a:solidFill>
            <a:srgbClr val="AEAEAE"/>
          </a:solidFill>
          <a:ln>
            <a:noFill/>
          </a:ln>
        </p:spPr>
        <p:txBody>
          <a:bodyPr/>
          <a:lstStyle/>
          <a:p>
            <a:endParaRPr/>
          </a:p>
        </p:txBody>
      </p:sp>
      <p:sp>
        <p:nvSpPr>
          <p:cNvPr id="12" name="Agent">
            <a:extLst>
              <a:ext uri="{FF2B5EF4-FFF2-40B4-BE49-F238E27FC236}">
                <a16:creationId xmlns:a16="http://schemas.microsoft.com/office/drawing/2014/main" id="{A4DD7553-C407-0FBB-CB77-BDF5491F7C99}"/>
              </a:ext>
            </a:extLst>
          </p:cNvPr>
          <p:cNvSpPr/>
          <p:nvPr/>
        </p:nvSpPr>
        <p:spPr>
          <a:xfrm>
            <a:off x="4953000" y="2250000"/>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sp>
        <p:nvSpPr>
          <p:cNvPr id="25" name="Arrow2">
            <a:extLst>
              <a:ext uri="{FF2B5EF4-FFF2-40B4-BE49-F238E27FC236}">
                <a16:creationId xmlns:a16="http://schemas.microsoft.com/office/drawing/2014/main" id="{9B4F6E66-305A-E8D1-131C-905E2A5CE8D5}"/>
              </a:ext>
              <a:ext uri="{C183D7F6-B498-43B3-948B-1728B52AA6E4}">
                <adec:decorative xmlns:adec="http://schemas.microsoft.com/office/drawing/2017/decorative" val="1"/>
              </a:ext>
            </a:extLst>
          </p:cNvPr>
          <p:cNvSpPr/>
          <p:nvPr/>
        </p:nvSpPr>
        <p:spPr>
          <a:xfrm>
            <a:off x="5971000" y="5393069"/>
            <a:ext cx="250000" cy="300000"/>
          </a:xfrm>
          <a:prstGeom prst="downArrow">
            <a:avLst>
              <a:gd name="adj1" fmla="val 50000"/>
              <a:gd name="adj2" fmla="val 65000"/>
            </a:avLst>
          </a:prstGeom>
          <a:solidFill>
            <a:srgbClr val="AEAEAE"/>
          </a:solidFill>
          <a:ln>
            <a:noFill/>
          </a:ln>
        </p:spPr>
        <p:txBody>
          <a:bodyPr/>
          <a:lstStyle/>
          <a:p>
            <a:endParaRPr/>
          </a:p>
        </p:txBody>
      </p:sp>
      <p:sp>
        <p:nvSpPr>
          <p:cNvPr id="26" name="Output">
            <a:extLst>
              <a:ext uri="{FF2B5EF4-FFF2-40B4-BE49-F238E27FC236}">
                <a16:creationId xmlns:a16="http://schemas.microsoft.com/office/drawing/2014/main" id="{7A47CD81-4837-F028-CCC4-A46A32859043}"/>
              </a:ext>
            </a:extLst>
          </p:cNvPr>
          <p:cNvSpPr/>
          <p:nvPr/>
        </p:nvSpPr>
        <p:spPr>
          <a:xfrm>
            <a:off x="4953000" y="5743069"/>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Output</a:t>
            </a:r>
          </a:p>
        </p:txBody>
      </p:sp>
      <p:sp>
        <p:nvSpPr>
          <p:cNvPr id="4" name="Text Placeholder 3">
            <a:extLst>
              <a:ext uri="{FF2B5EF4-FFF2-40B4-BE49-F238E27FC236}">
                <a16:creationId xmlns:a16="http://schemas.microsoft.com/office/drawing/2014/main" id="{8ED08A49-9140-27B4-107C-89B31D4618D1}"/>
              </a:ext>
            </a:extLst>
          </p:cNvPr>
          <p:cNvSpPr>
            <a:spLocks noGrp="1"/>
          </p:cNvSpPr>
          <p:nvPr>
            <p:ph type="body" sz="quarter" idx="17"/>
          </p:nvPr>
        </p:nvSpPr>
        <p:spPr>
          <a:xfrm>
            <a:off x="590199" y="1117176"/>
            <a:ext cx="11011601" cy="307777"/>
          </a:xfrm>
        </p:spPr>
        <p:txBody>
          <a:bodyPr/>
          <a:lstStyle/>
          <a:p>
            <a:r>
              <a:rPr lang="en-US" sz="2000"/>
              <a:t>Explore the three components</a:t>
            </a:r>
          </a:p>
        </p:txBody>
      </p:sp>
      <p:sp>
        <p:nvSpPr>
          <p:cNvPr id="15" name="RetrievalCard">
            <a:extLst>
              <a:ext uri="{FF2B5EF4-FFF2-40B4-BE49-F238E27FC236}">
                <a16:creationId xmlns:a16="http://schemas.microsoft.com/office/drawing/2014/main" id="{C8AC56DF-FE37-CA9A-2547-A92482EF4836}"/>
              </a:ext>
            </a:extLst>
          </p:cNvPr>
          <p:cNvSpPr/>
          <p:nvPr/>
        </p:nvSpPr>
        <p:spPr>
          <a:xfrm>
            <a:off x="1229570" y="3093638"/>
            <a:ext cx="876899" cy="592994"/>
          </a:xfrm>
          <a:prstGeom prst="roundRect">
            <a:avLst>
              <a:gd name="adj" fmla="val 12000"/>
            </a:avLst>
          </a:prstGeom>
          <a:solidFill>
            <a:srgbClr val="F8F8F8"/>
          </a:solidFill>
          <a:ln w="9525">
            <a:solidFill>
              <a:srgbClr val="DEDEDE"/>
            </a:solidFill>
          </a:ln>
        </p:spPr>
        <p:txBody>
          <a:bodyPr anchor="ctr"/>
          <a:lstStyle/>
          <a:p>
            <a:pPr algn="ctr"/>
            <a:r>
              <a:rPr lang="nl-NL" sz="2400" b="1"/>
              <a:t>G</a:t>
            </a:r>
            <a:endParaRPr lang="nl-NL" sz="1200" b="1"/>
          </a:p>
          <a:p>
            <a:pPr algn="ctr"/>
            <a:r>
              <a:rPr lang="nl-NL" sz="1200"/>
              <a:t>GPT</a:t>
            </a:r>
            <a:endParaRPr sz="1200"/>
          </a:p>
        </p:txBody>
      </p:sp>
      <p:sp>
        <p:nvSpPr>
          <p:cNvPr id="19" name="RetrievalCard">
            <a:extLst>
              <a:ext uri="{FF2B5EF4-FFF2-40B4-BE49-F238E27FC236}">
                <a16:creationId xmlns:a16="http://schemas.microsoft.com/office/drawing/2014/main" id="{0543EA3E-D9B7-A141-1DAB-E0BF05F3C577}"/>
              </a:ext>
            </a:extLst>
          </p:cNvPr>
          <p:cNvSpPr/>
          <p:nvPr/>
        </p:nvSpPr>
        <p:spPr>
          <a:xfrm>
            <a:off x="2320214" y="3093638"/>
            <a:ext cx="866245" cy="592994"/>
          </a:xfrm>
          <a:prstGeom prst="roundRect">
            <a:avLst>
              <a:gd name="adj" fmla="val 12000"/>
            </a:avLst>
          </a:prstGeom>
          <a:solidFill>
            <a:srgbClr val="F8F8F8"/>
          </a:solidFill>
          <a:ln w="9525">
            <a:solidFill>
              <a:srgbClr val="DEDEDE"/>
            </a:solidFill>
          </a:ln>
        </p:spPr>
        <p:txBody>
          <a:bodyPr anchor="ctr"/>
          <a:lstStyle/>
          <a:p>
            <a:pPr algn="ctr"/>
            <a:r>
              <a:rPr lang="nl-NL" sz="2400" b="1">
                <a:solidFill>
                  <a:srgbClr val="000000"/>
                </a:solidFill>
                <a:latin typeface="Segoe UI"/>
              </a:rPr>
              <a:t>L</a:t>
            </a:r>
            <a:endParaRPr lang="nl-NL" sz="1200"/>
          </a:p>
          <a:p>
            <a:pPr algn="ctr"/>
            <a:r>
              <a:rPr lang="nl-NL" sz="1200" err="1"/>
              <a:t>Llama</a:t>
            </a:r>
            <a:endParaRPr sz="1200"/>
          </a:p>
        </p:txBody>
      </p:sp>
      <p:sp>
        <p:nvSpPr>
          <p:cNvPr id="23" name="RetrievalCard">
            <a:extLst>
              <a:ext uri="{FF2B5EF4-FFF2-40B4-BE49-F238E27FC236}">
                <a16:creationId xmlns:a16="http://schemas.microsoft.com/office/drawing/2014/main" id="{4AD8022B-53E7-5644-80BE-64894031D654}"/>
              </a:ext>
            </a:extLst>
          </p:cNvPr>
          <p:cNvSpPr/>
          <p:nvPr/>
        </p:nvSpPr>
        <p:spPr>
          <a:xfrm>
            <a:off x="1229570" y="3791897"/>
            <a:ext cx="876899" cy="592994"/>
          </a:xfrm>
          <a:prstGeom prst="roundRect">
            <a:avLst>
              <a:gd name="adj" fmla="val 12000"/>
            </a:avLst>
          </a:prstGeom>
          <a:solidFill>
            <a:srgbClr val="F8F8F8"/>
          </a:solidFill>
          <a:ln w="9525">
            <a:solidFill>
              <a:srgbClr val="DEDEDE"/>
            </a:solidFill>
          </a:ln>
        </p:spPr>
        <p:txBody>
          <a:bodyPr anchor="ctr"/>
          <a:lstStyle/>
          <a:p>
            <a:pPr algn="ctr"/>
            <a:r>
              <a:rPr lang="nl-NL" sz="2400" b="1"/>
              <a:t>M</a:t>
            </a:r>
            <a:endParaRPr lang="nl-NL" sz="1200"/>
          </a:p>
          <a:p>
            <a:pPr algn="ctr"/>
            <a:r>
              <a:rPr lang="nl-NL" sz="1200"/>
              <a:t>Mistral</a:t>
            </a:r>
            <a:endParaRPr sz="1200"/>
          </a:p>
        </p:txBody>
      </p:sp>
      <p:sp>
        <p:nvSpPr>
          <p:cNvPr id="27" name="RetrievalCard">
            <a:extLst>
              <a:ext uri="{FF2B5EF4-FFF2-40B4-BE49-F238E27FC236}">
                <a16:creationId xmlns:a16="http://schemas.microsoft.com/office/drawing/2014/main" id="{F498F159-EC7E-964D-9E06-42ECBD2C0A95}"/>
              </a:ext>
            </a:extLst>
          </p:cNvPr>
          <p:cNvSpPr/>
          <p:nvPr/>
        </p:nvSpPr>
        <p:spPr>
          <a:xfrm>
            <a:off x="2286471" y="3791897"/>
            <a:ext cx="899988" cy="592994"/>
          </a:xfrm>
          <a:prstGeom prst="roundRect">
            <a:avLst>
              <a:gd name="adj" fmla="val 12000"/>
            </a:avLst>
          </a:prstGeom>
          <a:solidFill>
            <a:srgbClr val="F8F8F8"/>
          </a:solidFill>
          <a:ln w="9525">
            <a:solidFill>
              <a:srgbClr val="DEDEDE"/>
            </a:solidFill>
          </a:ln>
        </p:spPr>
        <p:txBody>
          <a:bodyPr anchor="ctr"/>
          <a:lstStyle/>
          <a:p>
            <a:pPr algn="ctr"/>
            <a:r>
              <a:rPr lang="nl-NL" sz="2400" b="1">
                <a:solidFill>
                  <a:srgbClr val="000000"/>
                </a:solidFill>
                <a:latin typeface="Segoe UI"/>
              </a:rPr>
              <a:t>C</a:t>
            </a:r>
            <a:endParaRPr lang="nl-NL" sz="1200"/>
          </a:p>
          <a:p>
            <a:pPr algn="ctr"/>
            <a:r>
              <a:rPr lang="nl-NL" sz="1200"/>
              <a:t>Claude</a:t>
            </a:r>
            <a:endParaRPr sz="1200"/>
          </a:p>
        </p:txBody>
      </p:sp>
      <p:grpSp>
        <p:nvGrpSpPr>
          <p:cNvPr id="38" name="Group 37">
            <a:extLst>
              <a:ext uri="{FF2B5EF4-FFF2-40B4-BE49-F238E27FC236}">
                <a16:creationId xmlns:a16="http://schemas.microsoft.com/office/drawing/2014/main" id="{6E0C41BE-D27F-FD3A-06B6-630D7187ED66}"/>
              </a:ext>
            </a:extLst>
          </p:cNvPr>
          <p:cNvGrpSpPr/>
          <p:nvPr/>
        </p:nvGrpSpPr>
        <p:grpSpPr>
          <a:xfrm>
            <a:off x="9130996" y="3106320"/>
            <a:ext cx="1737360" cy="1322878"/>
            <a:chOff x="8888950" y="3106320"/>
            <a:chExt cx="1737360" cy="1322878"/>
          </a:xfrm>
        </p:grpSpPr>
        <p:sp>
          <p:nvSpPr>
            <p:cNvPr id="29" name="RetrievalCard">
              <a:extLst>
                <a:ext uri="{FF2B5EF4-FFF2-40B4-BE49-F238E27FC236}">
                  <a16:creationId xmlns:a16="http://schemas.microsoft.com/office/drawing/2014/main" id="{6C7C77DA-6F76-BDCB-9D21-F72CF92F304A}"/>
                </a:ext>
              </a:extLst>
            </p:cNvPr>
            <p:cNvSpPr/>
            <p:nvPr/>
          </p:nvSpPr>
          <p:spPr>
            <a:xfrm>
              <a:off x="8888950" y="3106320"/>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a:t>Retrieval</a:t>
              </a:r>
              <a:endParaRPr sz="1200"/>
            </a:p>
          </p:txBody>
        </p:sp>
        <p:sp>
          <p:nvSpPr>
            <p:cNvPr id="30" name="RetrievalCard">
              <a:extLst>
                <a:ext uri="{FF2B5EF4-FFF2-40B4-BE49-F238E27FC236}">
                  <a16:creationId xmlns:a16="http://schemas.microsoft.com/office/drawing/2014/main" id="{5B989AE8-7CAD-5DC5-6DC5-AC3E9191CA49}"/>
                </a:ext>
              </a:extLst>
            </p:cNvPr>
            <p:cNvSpPr/>
            <p:nvPr/>
          </p:nvSpPr>
          <p:spPr>
            <a:xfrm>
              <a:off x="8888950" y="3577759"/>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a:t>Actions</a:t>
              </a:r>
              <a:endParaRPr sz="1200"/>
            </a:p>
          </p:txBody>
        </p:sp>
        <p:sp>
          <p:nvSpPr>
            <p:cNvPr id="31" name="RetrievalCard">
              <a:extLst>
                <a:ext uri="{FF2B5EF4-FFF2-40B4-BE49-F238E27FC236}">
                  <a16:creationId xmlns:a16="http://schemas.microsoft.com/office/drawing/2014/main" id="{7B857A60-7642-DFC4-C46F-F40F8742C561}"/>
                </a:ext>
              </a:extLst>
            </p:cNvPr>
            <p:cNvSpPr/>
            <p:nvPr/>
          </p:nvSpPr>
          <p:spPr>
            <a:xfrm>
              <a:off x="8888950" y="4049198"/>
              <a:ext cx="1737360" cy="380000"/>
            </a:xfrm>
            <a:prstGeom prst="roundRect">
              <a:avLst>
                <a:gd name="adj" fmla="val 12000"/>
              </a:avLst>
            </a:prstGeom>
            <a:solidFill>
              <a:srgbClr val="F8F8F8"/>
            </a:solidFill>
            <a:ln w="9525">
              <a:solidFill>
                <a:srgbClr val="DEDEDE"/>
              </a:solidFill>
            </a:ln>
          </p:spPr>
          <p:txBody>
            <a:bodyPr anchor="ctr"/>
            <a:lstStyle/>
            <a:p>
              <a:pPr algn="ctr"/>
              <a:r>
                <a:rPr lang="nl-NL" sz="1200"/>
                <a:t>Memory</a:t>
              </a:r>
              <a:endParaRPr sz="1200"/>
            </a:p>
          </p:txBody>
        </p:sp>
      </p:grpSp>
      <p:pic>
        <p:nvPicPr>
          <p:cNvPr id="33" name="Graphic 32" descr="Magnifying glass with solid fill">
            <a:extLst>
              <a:ext uri="{FF2B5EF4-FFF2-40B4-BE49-F238E27FC236}">
                <a16:creationId xmlns:a16="http://schemas.microsoft.com/office/drawing/2014/main" id="{057B2716-8DE0-BB16-7F17-7D54D34DD3F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249797" y="3147286"/>
            <a:ext cx="336307" cy="336307"/>
          </a:xfrm>
          <a:prstGeom prst="rect">
            <a:avLst/>
          </a:prstGeom>
        </p:spPr>
      </p:pic>
      <p:pic>
        <p:nvPicPr>
          <p:cNvPr id="35" name="Graphic 34" descr="Lightning bolt with solid fill">
            <a:extLst>
              <a:ext uri="{FF2B5EF4-FFF2-40B4-BE49-F238E27FC236}">
                <a16:creationId xmlns:a16="http://schemas.microsoft.com/office/drawing/2014/main" id="{55245E03-2BC6-121F-DE17-C7D7E2CF91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235070" y="3612838"/>
            <a:ext cx="365760" cy="365760"/>
          </a:xfrm>
          <a:prstGeom prst="rect">
            <a:avLst/>
          </a:prstGeom>
        </p:spPr>
      </p:pic>
      <p:pic>
        <p:nvPicPr>
          <p:cNvPr id="37" name="Graphic 36" descr="Database with solid fill">
            <a:extLst>
              <a:ext uri="{FF2B5EF4-FFF2-40B4-BE49-F238E27FC236}">
                <a16:creationId xmlns:a16="http://schemas.microsoft.com/office/drawing/2014/main" id="{24F7094C-BC6F-0F34-BFDC-398AF95F0DF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48786" y="4080949"/>
            <a:ext cx="338328" cy="338328"/>
          </a:xfrm>
          <a:prstGeom prst="rect">
            <a:avLst/>
          </a:prstGeom>
        </p:spPr>
      </p:pic>
    </p:spTree>
    <p:extLst>
      <p:ext uri="{BB962C8B-B14F-4D97-AF65-F5344CB8AC3E}">
        <p14:creationId xmlns:p14="http://schemas.microsoft.com/office/powerpoint/2010/main" val="28131781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p15="http://schemas.microsoft.com/office/powerpoint/2012/main" xmlns:p14="http://schemas.microsoft.com/office/powerpoint/2010/main" xmlns:a14="http://schemas.microsoft.com/office/drawing/2010/main" xmlns:wp="http://schemas.openxmlformats.org/drawingml/2006/wordprocessingDrawing" xmlns:w="http://schemas.openxmlformats.org/wordprocessingml/2006/main" xmlns:m="http://schemas.openxmlformats.org/officeDocument/2006/math"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7E4D3-5E14-7BDE-2558-DEE1BF5E5865}"/>
              </a:ext>
            </a:extLst>
          </p:cNvPr>
          <p:cNvSpPr>
            <a:spLocks noGrp="1"/>
          </p:cNvSpPr>
          <p:nvPr>
            <p:ph type="title"/>
          </p:nvPr>
        </p:nvSpPr>
        <p:spPr>
          <a:xfrm>
            <a:off x="588261" y="585216"/>
            <a:ext cx="11011601" cy="492443"/>
          </a:xfrm>
        </p:spPr>
        <p:txBody>
          <a:bodyPr/>
          <a:lstStyle/>
          <a:p>
            <a:r>
              <a:rPr lang="en-US" sz="3200"/>
              <a:t>Why agents are useful</a:t>
            </a:r>
          </a:p>
        </p:txBody>
      </p:sp>
      <p:sp>
        <p:nvSpPr>
          <p:cNvPr id="3" name="Footer Placeholder 2">
            <a:extLst>
              <a:ext uri="{FF2B5EF4-FFF2-40B4-BE49-F238E27FC236}">
                <a16:creationId xmlns:a16="http://schemas.microsoft.com/office/drawing/2014/main" id="{BC39DD98-245E-C7C8-AC97-C68A8E6612CD}"/>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sp>
        <p:nvSpPr>
          <p:cNvPr id="5" name="Oval 4">
            <a:extLst>
              <a:ext uri="{FF2B5EF4-FFF2-40B4-BE49-F238E27FC236}">
                <a16:creationId xmlns:a16="http://schemas.microsoft.com/office/drawing/2014/main" id="{598080E3-1F96-C90F-0995-FDB51F3BE56E}"/>
              </a:ext>
              <a:ext uri="{C183D7F6-B498-43B3-948B-1728B52AA6E4}">
                <adec:decorative xmlns:adec="http://schemas.microsoft.com/office/drawing/2017/decorative" val="1"/>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6" name="Agent">
            <a:extLst>
              <a:ext uri="{FF2B5EF4-FFF2-40B4-BE49-F238E27FC236}">
                <a16:creationId xmlns:a16="http://schemas.microsoft.com/office/drawing/2014/main" id="{8D6E3945-20F7-6CC6-380E-D5A10227456F}"/>
              </a:ext>
            </a:extLst>
          </p:cNvPr>
          <p:cNvSpPr/>
          <p:nvPr/>
        </p:nvSpPr>
        <p:spPr>
          <a:xfrm>
            <a:off x="4953000" y="3888748"/>
            <a:ext cx="2286000" cy="480000"/>
          </a:xfrm>
          <a:prstGeom prst="roundRect">
            <a:avLst>
              <a:gd name="adj" fmla="val 50000"/>
            </a:avLst>
          </a:prstGeom>
          <a:solidFill>
            <a:srgbClr val="252536"/>
          </a:solidFill>
          <a:ln>
            <a:noFill/>
          </a:ln>
        </p:spPr>
        <p:txBody>
          <a:bodyPr anchor="ctr"/>
          <a:lstStyle/>
          <a:p>
            <a:pPr algn="ctr"/>
            <a:r>
              <a:rPr lang="en-US" sz="1800" b="1">
                <a:solidFill>
                  <a:srgbClr val="FFFFFF"/>
                </a:solidFill>
              </a:rPr>
              <a:t>Agent</a:t>
            </a:r>
          </a:p>
        </p:txBody>
      </p:sp>
      <p:pic>
        <p:nvPicPr>
          <p:cNvPr id="8" name="Graphic 7" descr="Robot with solid fill">
            <a:extLst>
              <a:ext uri="{FF2B5EF4-FFF2-40B4-BE49-F238E27FC236}">
                <a16:creationId xmlns:a16="http://schemas.microsoft.com/office/drawing/2014/main" id="{DBE8209C-A127-3744-CD2A-F82EF59E74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836446"/>
            <a:ext cx="914400" cy="914400"/>
          </a:xfrm>
          <a:prstGeom prst="rect">
            <a:avLst/>
          </a:prstGeom>
        </p:spPr>
      </p:pic>
      <p:sp>
        <p:nvSpPr>
          <p:cNvPr id="9" name="RetrievalCard">
            <a:extLst>
              <a:ext uri="{FF2B5EF4-FFF2-40B4-BE49-F238E27FC236}">
                <a16:creationId xmlns:a16="http://schemas.microsoft.com/office/drawing/2014/main" id="{3C9E7835-3C91-7E05-E060-D418D0347AB4}"/>
              </a:ext>
            </a:extLst>
          </p:cNvPr>
          <p:cNvSpPr/>
          <p:nvPr/>
        </p:nvSpPr>
        <p:spPr>
          <a:xfrm>
            <a:off x="7676030" y="1386482"/>
            <a:ext cx="3919770" cy="2111646"/>
          </a:xfrm>
          <a:prstGeom prst="roundRect">
            <a:avLst>
              <a:gd name="adj" fmla="val 12000"/>
            </a:avLst>
          </a:prstGeom>
          <a:solidFill>
            <a:srgbClr val="F8F8F8"/>
          </a:solidFill>
          <a:ln w="9525">
            <a:solidFill>
              <a:srgbClr val="DEDEDE"/>
            </a:solidFill>
          </a:ln>
        </p:spPr>
        <p:txBody>
          <a:bodyPr anchor="b"/>
          <a:lstStyle/>
          <a:p>
            <a:r>
              <a:rPr lang="en-US" sz="2000" noProof="0">
                <a:latin typeface="+mj-lt"/>
              </a:rPr>
              <a:t>Enhanced decision-making</a:t>
            </a:r>
          </a:p>
          <a:p>
            <a:r>
              <a:rPr lang="en-US" noProof="0"/>
              <a:t>Analyzes data to surface insights, predict outcomes, and recommend actions in real time.</a:t>
            </a:r>
            <a:endParaRPr lang="en-US" sz="2000" noProof="0">
              <a:latin typeface="+mj-lt"/>
            </a:endParaRPr>
          </a:p>
        </p:txBody>
      </p:sp>
      <p:sp>
        <p:nvSpPr>
          <p:cNvPr id="10" name="RetrievalCard">
            <a:extLst>
              <a:ext uri="{FF2B5EF4-FFF2-40B4-BE49-F238E27FC236}">
                <a16:creationId xmlns:a16="http://schemas.microsoft.com/office/drawing/2014/main" id="{BF307BE4-1AC5-26E9-9F50-3E87B9D033FD}"/>
              </a:ext>
            </a:extLst>
          </p:cNvPr>
          <p:cNvSpPr/>
          <p:nvPr/>
        </p:nvSpPr>
        <p:spPr>
          <a:xfrm>
            <a:off x="7676030" y="3750846"/>
            <a:ext cx="3919770" cy="2111646"/>
          </a:xfrm>
          <a:prstGeom prst="roundRect">
            <a:avLst>
              <a:gd name="adj" fmla="val 12000"/>
            </a:avLst>
          </a:prstGeom>
          <a:solidFill>
            <a:srgbClr val="F8F8F8"/>
          </a:solidFill>
          <a:ln w="9525">
            <a:solidFill>
              <a:srgbClr val="DEDEDE"/>
            </a:solidFill>
          </a:ln>
        </p:spPr>
        <p:txBody>
          <a:bodyPr anchor="b"/>
          <a:lstStyle/>
          <a:p>
            <a:r>
              <a:rPr lang="en-US" sz="2000" noProof="0">
                <a:latin typeface="+mj-lt"/>
              </a:rPr>
              <a:t>24/7 availability</a:t>
            </a:r>
          </a:p>
          <a:p>
            <a:r>
              <a:rPr lang="en-US"/>
              <a:t>Operates continuously without breaks, keeping services available around the clock.</a:t>
            </a:r>
            <a:endParaRPr lang="en-US" sz="2000" noProof="0">
              <a:latin typeface="+mj-lt"/>
            </a:endParaRPr>
          </a:p>
        </p:txBody>
      </p:sp>
      <p:pic>
        <p:nvPicPr>
          <p:cNvPr id="12" name="Graphic 11" descr="Clock with solid fill">
            <a:extLst>
              <a:ext uri="{FF2B5EF4-FFF2-40B4-BE49-F238E27FC236}">
                <a16:creationId xmlns:a16="http://schemas.microsoft.com/office/drawing/2014/main" id="{51AE13F7-CD55-15E9-EE3C-0D5709CBDB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809291" y="3853427"/>
            <a:ext cx="731520" cy="731520"/>
          </a:xfrm>
          <a:prstGeom prst="rect">
            <a:avLst/>
          </a:prstGeom>
        </p:spPr>
      </p:pic>
      <p:pic>
        <p:nvPicPr>
          <p:cNvPr id="14" name="Graphic 13" descr="Heartbeat with solid fill">
            <a:extLst>
              <a:ext uri="{FF2B5EF4-FFF2-40B4-BE49-F238E27FC236}">
                <a16:creationId xmlns:a16="http://schemas.microsoft.com/office/drawing/2014/main" id="{635838E0-CD26-E348-68CB-00EF06F8BC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3231" y="1498820"/>
            <a:ext cx="731520" cy="731520"/>
          </a:xfrm>
          <a:prstGeom prst="rect">
            <a:avLst/>
          </a:prstGeom>
        </p:spPr>
      </p:pic>
      <p:sp>
        <p:nvSpPr>
          <p:cNvPr id="15" name="RetrievalCard">
            <a:extLst>
              <a:ext uri="{FF2B5EF4-FFF2-40B4-BE49-F238E27FC236}">
                <a16:creationId xmlns:a16="http://schemas.microsoft.com/office/drawing/2014/main" id="{B3F415E8-BDA1-E65A-23E1-CC850BA8A4FC}"/>
              </a:ext>
            </a:extLst>
          </p:cNvPr>
          <p:cNvSpPr/>
          <p:nvPr/>
        </p:nvSpPr>
        <p:spPr>
          <a:xfrm>
            <a:off x="579438" y="1393885"/>
            <a:ext cx="3919770" cy="2111646"/>
          </a:xfrm>
          <a:prstGeom prst="roundRect">
            <a:avLst>
              <a:gd name="adj" fmla="val 12000"/>
            </a:avLst>
          </a:prstGeom>
          <a:solidFill>
            <a:srgbClr val="F8F8F8"/>
          </a:solidFill>
          <a:ln w="9525">
            <a:solidFill>
              <a:srgbClr val="DEDEDE"/>
            </a:solidFill>
          </a:ln>
        </p:spPr>
        <p:txBody>
          <a:bodyPr anchor="b"/>
          <a:lstStyle/>
          <a:p>
            <a:r>
              <a:rPr lang="en-US" sz="2000" noProof="0">
                <a:latin typeface="+mj-lt"/>
              </a:rPr>
              <a:t>Automation of routine tasks</a:t>
            </a:r>
          </a:p>
          <a:p>
            <a:r>
              <a:rPr lang="en-US"/>
              <a:t>Handles repetitive activities, freeing humans to focus on strategic and creative work.</a:t>
            </a:r>
            <a:endParaRPr lang="en-US" sz="2000" noProof="0">
              <a:latin typeface="+mj-lt"/>
            </a:endParaRPr>
          </a:p>
        </p:txBody>
      </p:sp>
      <p:pic>
        <p:nvPicPr>
          <p:cNvPr id="17" name="Graphic 16" descr="Single gear with solid fill">
            <a:extLst>
              <a:ext uri="{FF2B5EF4-FFF2-40B4-BE49-F238E27FC236}">
                <a16:creationId xmlns:a16="http://schemas.microsoft.com/office/drawing/2014/main" id="{3318A568-A1F7-B420-548A-266AD82081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0187" y="1514969"/>
            <a:ext cx="731520" cy="731520"/>
          </a:xfrm>
          <a:prstGeom prst="rect">
            <a:avLst/>
          </a:prstGeom>
        </p:spPr>
      </p:pic>
      <p:sp>
        <p:nvSpPr>
          <p:cNvPr id="18" name="RetrievalCard">
            <a:extLst>
              <a:ext uri="{FF2B5EF4-FFF2-40B4-BE49-F238E27FC236}">
                <a16:creationId xmlns:a16="http://schemas.microsoft.com/office/drawing/2014/main" id="{3519FB66-6EAD-EE3B-C24C-419940415455}"/>
              </a:ext>
            </a:extLst>
          </p:cNvPr>
          <p:cNvSpPr/>
          <p:nvPr/>
        </p:nvSpPr>
        <p:spPr>
          <a:xfrm>
            <a:off x="596200" y="3750846"/>
            <a:ext cx="3919770" cy="2111646"/>
          </a:xfrm>
          <a:prstGeom prst="roundRect">
            <a:avLst>
              <a:gd name="adj" fmla="val 12000"/>
            </a:avLst>
          </a:prstGeom>
          <a:solidFill>
            <a:srgbClr val="F8F8F8"/>
          </a:solidFill>
          <a:ln w="9525">
            <a:solidFill>
              <a:srgbClr val="DEDEDE"/>
            </a:solidFill>
          </a:ln>
        </p:spPr>
        <p:txBody>
          <a:bodyPr anchor="b"/>
          <a:lstStyle/>
          <a:p>
            <a:r>
              <a:rPr lang="en-US" sz="2000" noProof="0">
                <a:latin typeface="+mj-lt"/>
              </a:rPr>
              <a:t>Scalability</a:t>
            </a:r>
          </a:p>
          <a:p>
            <a:r>
              <a:rPr lang="en-US"/>
              <a:t>Grows capabilities without proportional increases in headcount or operational costs.</a:t>
            </a:r>
            <a:endParaRPr lang="en-US" sz="2000" noProof="0">
              <a:latin typeface="+mj-lt"/>
            </a:endParaRPr>
          </a:p>
        </p:txBody>
      </p:sp>
      <p:pic>
        <p:nvPicPr>
          <p:cNvPr id="20" name="Graphic 19" descr="Maximize with solid fill">
            <a:extLst>
              <a:ext uri="{FF2B5EF4-FFF2-40B4-BE49-F238E27FC236}">
                <a16:creationId xmlns:a16="http://schemas.microsoft.com/office/drawing/2014/main" id="{6C7E8F3D-FAEE-3A7C-5874-14BE6949B1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6681" y="3913270"/>
            <a:ext cx="640080" cy="640080"/>
          </a:xfrm>
          <a:prstGeom prst="rect">
            <a:avLst/>
          </a:prstGeom>
        </p:spPr>
      </p:pic>
    </p:spTree>
    <p:extLst>
      <p:ext uri="{BB962C8B-B14F-4D97-AF65-F5344CB8AC3E}">
        <p14:creationId xmlns:p14="http://schemas.microsoft.com/office/powerpoint/2010/main" val="130732302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3271-EF7B-32A2-8344-47ADB32E21D5}"/>
              </a:ext>
            </a:extLst>
          </p:cNvPr>
          <p:cNvSpPr>
            <a:spLocks noGrp="1"/>
          </p:cNvSpPr>
          <p:nvPr>
            <p:ph type="title"/>
          </p:nvPr>
        </p:nvSpPr>
        <p:spPr>
          <a:xfrm>
            <a:off x="588261" y="585216"/>
            <a:ext cx="11011601" cy="492443"/>
          </a:xfrm>
        </p:spPr>
        <p:txBody>
          <a:bodyPr/>
          <a:lstStyle/>
          <a:p>
            <a:r>
              <a:rPr lang="en-US" sz="3200"/>
              <a:t>AI agent use cases</a:t>
            </a:r>
          </a:p>
        </p:txBody>
      </p:sp>
      <p:sp>
        <p:nvSpPr>
          <p:cNvPr id="5" name="Rounded Rectangle 4">
            <a:extLst>
              <a:ext uri="{FF2B5EF4-FFF2-40B4-BE49-F238E27FC236}">
                <a16:creationId xmlns:a16="http://schemas.microsoft.com/office/drawing/2014/main" id="{B0E46325-966E-41AA-A98F-F2290122CE53}"/>
              </a:ext>
              <a:ext uri="{C183D7F6-B498-43B3-948B-1728B52AA6E4}">
                <adec:decorative xmlns:adec="http://schemas.microsoft.com/office/drawing/2017/decorative" val="1"/>
              </a:ext>
            </a:extLst>
          </p:cNvPr>
          <p:cNvSpPr/>
          <p:nvPr/>
        </p:nvSpPr>
        <p:spPr>
          <a:xfrm>
            <a:off x="546354" y="1180651"/>
            <a:ext cx="5490972" cy="2525750"/>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9" name="Rounded Rectangle 58">
            <a:extLst>
              <a:ext uri="{FF2B5EF4-FFF2-40B4-BE49-F238E27FC236}">
                <a16:creationId xmlns:a16="http://schemas.microsoft.com/office/drawing/2014/main" id="{04237723-B165-1935-7E85-689EED7725C4}"/>
              </a:ext>
              <a:ext uri="{C183D7F6-B498-43B3-948B-1728B52AA6E4}">
                <adec:decorative xmlns:adec="http://schemas.microsoft.com/office/drawing/2017/decorative" val="1"/>
              </a:ext>
            </a:extLst>
          </p:cNvPr>
          <p:cNvSpPr/>
          <p:nvPr/>
        </p:nvSpPr>
        <p:spPr>
          <a:xfrm>
            <a:off x="502920" y="1157501"/>
            <a:ext cx="5577840" cy="457200"/>
          </a:xfrm>
          <a:prstGeom prst="roundRect">
            <a:avLst/>
          </a:prstGeom>
          <a:solidFill>
            <a:srgbClr val="F0F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Oval 7">
            <a:extLst>
              <a:ext uri="{FF2B5EF4-FFF2-40B4-BE49-F238E27FC236}">
                <a16:creationId xmlns:a16="http://schemas.microsoft.com/office/drawing/2014/main" id="{02AEC30F-A500-91A2-A534-B67307835279}"/>
              </a:ext>
              <a:ext uri="{C183D7F6-B498-43B3-948B-1728B52AA6E4}">
                <adec:decorative xmlns:adec="http://schemas.microsoft.com/office/drawing/2017/decorative" val="1"/>
              </a:ext>
            </a:extLst>
          </p:cNvPr>
          <p:cNvSpPr/>
          <p:nvPr/>
        </p:nvSpPr>
        <p:spPr>
          <a:xfrm>
            <a:off x="640080" y="1281235"/>
            <a:ext cx="256032" cy="256032"/>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a:extLst>
              <a:ext uri="{FF2B5EF4-FFF2-40B4-BE49-F238E27FC236}">
                <a16:creationId xmlns:a16="http://schemas.microsoft.com/office/drawing/2014/main" id="{8A4F5831-BFAC-CBC8-A95B-B73E3AF9C955}"/>
              </a:ext>
            </a:extLst>
          </p:cNvPr>
          <p:cNvSpPr txBox="1"/>
          <p:nvPr/>
        </p:nvSpPr>
        <p:spPr>
          <a:xfrm>
            <a:off x="978408" y="1240894"/>
            <a:ext cx="4878324" cy="338554"/>
          </a:xfrm>
          <a:prstGeom prst="rect">
            <a:avLst/>
          </a:prstGeom>
          <a:noFill/>
        </p:spPr>
        <p:txBody>
          <a:bodyPr wrap="square" anchor="ctr">
            <a:spAutoFit/>
          </a:bodyPr>
          <a:lstStyle/>
          <a:p>
            <a:pPr algn="l"/>
            <a:r>
              <a:rPr sz="1600" b="1">
                <a:solidFill>
                  <a:srgbClr val="005A9E"/>
                </a:solidFill>
                <a:latin typeface="Segoe UI"/>
              </a:rPr>
              <a:t>Personal productivity</a:t>
            </a:r>
          </a:p>
        </p:txBody>
      </p:sp>
      <p:sp>
        <p:nvSpPr>
          <p:cNvPr id="10" name="Rounded Rectangle 9">
            <a:extLst>
              <a:ext uri="{FF2B5EF4-FFF2-40B4-BE49-F238E27FC236}">
                <a16:creationId xmlns:a16="http://schemas.microsoft.com/office/drawing/2014/main" id="{D76925EA-E83E-B772-9EF0-2F71DF941288}"/>
              </a:ext>
              <a:ext uri="{C183D7F6-B498-43B3-948B-1728B52AA6E4}">
                <adec:decorative xmlns:adec="http://schemas.microsoft.com/office/drawing/2017/decorative" val="1"/>
              </a:ext>
            </a:extLst>
          </p:cNvPr>
          <p:cNvSpPr/>
          <p:nvPr/>
        </p:nvSpPr>
        <p:spPr>
          <a:xfrm>
            <a:off x="1903232" y="1747579"/>
            <a:ext cx="3953499" cy="347472"/>
          </a:xfrm>
          <a:prstGeom prst="roundRect">
            <a:avLst>
              <a:gd name="adj" fmla="val 1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a:extLst>
              <a:ext uri="{FF2B5EF4-FFF2-40B4-BE49-F238E27FC236}">
                <a16:creationId xmlns:a16="http://schemas.microsoft.com/office/drawing/2014/main" id="{587FE110-01A6-794C-75F7-5310401AE207}"/>
              </a:ext>
            </a:extLst>
          </p:cNvPr>
          <p:cNvSpPr txBox="1"/>
          <p:nvPr/>
        </p:nvSpPr>
        <p:spPr>
          <a:xfrm>
            <a:off x="1985528" y="1802443"/>
            <a:ext cx="3788907" cy="261610"/>
          </a:xfrm>
          <a:prstGeom prst="rect">
            <a:avLst/>
          </a:prstGeom>
          <a:noFill/>
        </p:spPr>
        <p:txBody>
          <a:bodyPr wrap="square">
            <a:spAutoFit/>
          </a:bodyPr>
          <a:lstStyle/>
          <a:p>
            <a:pPr algn="l"/>
            <a:r>
              <a:rPr sz="1100" b="0">
                <a:solidFill>
                  <a:srgbClr val="FFFFFF"/>
                </a:solidFill>
                <a:latin typeface="Segoe UI"/>
              </a:rPr>
              <a:t>Schedule our team standup for next week.</a:t>
            </a:r>
          </a:p>
        </p:txBody>
      </p:sp>
      <p:sp>
        <p:nvSpPr>
          <p:cNvPr id="12" name="Rounded Rectangle 11">
            <a:extLst>
              <a:ext uri="{FF2B5EF4-FFF2-40B4-BE49-F238E27FC236}">
                <a16:creationId xmlns:a16="http://schemas.microsoft.com/office/drawing/2014/main" id="{8B9F1247-7B2E-99A1-43A1-4FFBCC9505C1}"/>
              </a:ext>
              <a:ext uri="{C183D7F6-B498-43B3-948B-1728B52AA6E4}">
                <adec:decorative xmlns:adec="http://schemas.microsoft.com/office/drawing/2017/decorative" val="1"/>
              </a:ext>
            </a:extLst>
          </p:cNvPr>
          <p:cNvSpPr/>
          <p:nvPr/>
        </p:nvSpPr>
        <p:spPr>
          <a:xfrm>
            <a:off x="640080" y="2177347"/>
            <a:ext cx="4291827"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a:extLst>
              <a:ext uri="{FF2B5EF4-FFF2-40B4-BE49-F238E27FC236}">
                <a16:creationId xmlns:a16="http://schemas.microsoft.com/office/drawing/2014/main" id="{B974C1D9-688E-02C8-0551-3FB1D80FADC5}"/>
              </a:ext>
            </a:extLst>
          </p:cNvPr>
          <p:cNvSpPr txBox="1"/>
          <p:nvPr/>
        </p:nvSpPr>
        <p:spPr>
          <a:xfrm>
            <a:off x="722376" y="2232211"/>
            <a:ext cx="4113150" cy="261610"/>
          </a:xfrm>
          <a:prstGeom prst="rect">
            <a:avLst/>
          </a:prstGeom>
          <a:noFill/>
        </p:spPr>
        <p:txBody>
          <a:bodyPr wrap="square">
            <a:spAutoFit/>
          </a:bodyPr>
          <a:lstStyle/>
          <a:p>
            <a:pPr algn="l"/>
            <a:r>
              <a:rPr sz="1100" b="0">
                <a:solidFill>
                  <a:srgbClr val="333333"/>
                </a:solidFill>
                <a:latin typeface="Segoe UI"/>
              </a:rPr>
              <a:t>Done! Mon–Fri at 9 AM — invites sent to all 6 team members.</a:t>
            </a:r>
          </a:p>
        </p:txBody>
      </p:sp>
      <p:sp>
        <p:nvSpPr>
          <p:cNvPr id="14" name="Rounded Rectangle 13">
            <a:extLst>
              <a:ext uri="{FF2B5EF4-FFF2-40B4-BE49-F238E27FC236}">
                <a16:creationId xmlns:a16="http://schemas.microsoft.com/office/drawing/2014/main" id="{0684EDF4-970F-1831-F743-497D0694D48B}"/>
              </a:ext>
              <a:ext uri="{C183D7F6-B498-43B3-948B-1728B52AA6E4}">
                <adec:decorative xmlns:adec="http://schemas.microsoft.com/office/drawing/2017/decorative" val="1"/>
              </a:ext>
            </a:extLst>
          </p:cNvPr>
          <p:cNvSpPr/>
          <p:nvPr/>
        </p:nvSpPr>
        <p:spPr>
          <a:xfrm>
            <a:off x="1903232" y="2607115"/>
            <a:ext cx="3953499" cy="347472"/>
          </a:xfrm>
          <a:prstGeom prst="roundRect">
            <a:avLst>
              <a:gd name="adj" fmla="val 14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a:extLst>
              <a:ext uri="{FF2B5EF4-FFF2-40B4-BE49-F238E27FC236}">
                <a16:creationId xmlns:a16="http://schemas.microsoft.com/office/drawing/2014/main" id="{00ACD12C-AA74-A53E-1B65-E99ECF1865B4}"/>
              </a:ext>
            </a:extLst>
          </p:cNvPr>
          <p:cNvSpPr txBox="1"/>
          <p:nvPr/>
        </p:nvSpPr>
        <p:spPr>
          <a:xfrm>
            <a:off x="1985528" y="2661979"/>
            <a:ext cx="3788907" cy="261610"/>
          </a:xfrm>
          <a:prstGeom prst="rect">
            <a:avLst/>
          </a:prstGeom>
          <a:noFill/>
        </p:spPr>
        <p:txBody>
          <a:bodyPr wrap="square">
            <a:spAutoFit/>
          </a:bodyPr>
          <a:lstStyle/>
          <a:p>
            <a:pPr algn="l"/>
            <a:r>
              <a:rPr sz="1100" b="0">
                <a:solidFill>
                  <a:srgbClr val="FFFFFF"/>
                </a:solidFill>
                <a:latin typeface="Segoe UI"/>
              </a:rPr>
              <a:t>Also draft a recap email from yesterday's notes.</a:t>
            </a:r>
          </a:p>
        </p:txBody>
      </p:sp>
      <p:sp>
        <p:nvSpPr>
          <p:cNvPr id="16" name="Rounded Rectangle 15">
            <a:extLst>
              <a:ext uri="{FF2B5EF4-FFF2-40B4-BE49-F238E27FC236}">
                <a16:creationId xmlns:a16="http://schemas.microsoft.com/office/drawing/2014/main" id="{19337AA6-8BA5-BC3E-82E0-C588852298BE}"/>
              </a:ext>
              <a:ext uri="{C183D7F6-B498-43B3-948B-1728B52AA6E4}">
                <adec:decorative xmlns:adec="http://schemas.microsoft.com/office/drawing/2017/decorative" val="1"/>
              </a:ext>
            </a:extLst>
          </p:cNvPr>
          <p:cNvSpPr/>
          <p:nvPr/>
        </p:nvSpPr>
        <p:spPr>
          <a:xfrm>
            <a:off x="640080" y="3036883"/>
            <a:ext cx="3953499"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TextBox 16">
            <a:extLst>
              <a:ext uri="{FF2B5EF4-FFF2-40B4-BE49-F238E27FC236}">
                <a16:creationId xmlns:a16="http://schemas.microsoft.com/office/drawing/2014/main" id="{70F48770-C3DE-ADE0-4EF4-5CDCB7763952}"/>
              </a:ext>
            </a:extLst>
          </p:cNvPr>
          <p:cNvSpPr txBox="1"/>
          <p:nvPr/>
        </p:nvSpPr>
        <p:spPr>
          <a:xfrm>
            <a:off x="722376" y="3091747"/>
            <a:ext cx="3788907" cy="261610"/>
          </a:xfrm>
          <a:prstGeom prst="rect">
            <a:avLst/>
          </a:prstGeom>
          <a:noFill/>
        </p:spPr>
        <p:txBody>
          <a:bodyPr wrap="square">
            <a:spAutoFit/>
          </a:bodyPr>
          <a:lstStyle/>
          <a:p>
            <a:pPr algn="l"/>
            <a:r>
              <a:rPr sz="1100" b="0">
                <a:solidFill>
                  <a:srgbClr val="333333"/>
                </a:solidFill>
                <a:latin typeface="Segoe UI"/>
              </a:rPr>
              <a:t>Draft ready in your Drafts folder. Want me to send it?</a:t>
            </a:r>
          </a:p>
        </p:txBody>
      </p:sp>
      <p:sp>
        <p:nvSpPr>
          <p:cNvPr id="18" name="Rounded Rectangle 17">
            <a:extLst>
              <a:ext uri="{FF2B5EF4-FFF2-40B4-BE49-F238E27FC236}">
                <a16:creationId xmlns:a16="http://schemas.microsoft.com/office/drawing/2014/main" id="{431FEB76-3C5B-6CB2-FE30-852630DFA86C}"/>
              </a:ext>
              <a:ext uri="{C183D7F6-B498-43B3-948B-1728B52AA6E4}">
                <adec:decorative xmlns:adec="http://schemas.microsoft.com/office/drawing/2017/decorative" val="1"/>
              </a:ext>
            </a:extLst>
          </p:cNvPr>
          <p:cNvSpPr/>
          <p:nvPr/>
        </p:nvSpPr>
        <p:spPr>
          <a:xfrm>
            <a:off x="6238494" y="1171380"/>
            <a:ext cx="5490972" cy="2557223"/>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9" name="Rounded Rectangle 18">
            <a:extLst>
              <a:ext uri="{FF2B5EF4-FFF2-40B4-BE49-F238E27FC236}">
                <a16:creationId xmlns:a16="http://schemas.microsoft.com/office/drawing/2014/main" id="{056DBA50-83BF-5B91-161F-12A8875A6120}"/>
              </a:ext>
              <a:ext uri="{C183D7F6-B498-43B3-948B-1728B52AA6E4}">
                <adec:decorative xmlns:adec="http://schemas.microsoft.com/office/drawing/2017/decorative" val="1"/>
              </a:ext>
            </a:extLst>
          </p:cNvPr>
          <p:cNvSpPr/>
          <p:nvPr/>
        </p:nvSpPr>
        <p:spPr>
          <a:xfrm>
            <a:off x="6195060" y="1148230"/>
            <a:ext cx="5577840" cy="45720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1" name="Oval 20">
            <a:extLst>
              <a:ext uri="{FF2B5EF4-FFF2-40B4-BE49-F238E27FC236}">
                <a16:creationId xmlns:a16="http://schemas.microsoft.com/office/drawing/2014/main" id="{8A947D61-624D-8D81-2C22-FFF25B71082F}"/>
              </a:ext>
              <a:ext uri="{C183D7F6-B498-43B3-948B-1728B52AA6E4}">
                <adec:decorative xmlns:adec="http://schemas.microsoft.com/office/drawing/2017/decorative" val="1"/>
              </a:ext>
            </a:extLst>
          </p:cNvPr>
          <p:cNvSpPr/>
          <p:nvPr/>
        </p:nvSpPr>
        <p:spPr>
          <a:xfrm>
            <a:off x="6332220" y="1294682"/>
            <a:ext cx="256032" cy="256032"/>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TextBox 21">
            <a:extLst>
              <a:ext uri="{FF2B5EF4-FFF2-40B4-BE49-F238E27FC236}">
                <a16:creationId xmlns:a16="http://schemas.microsoft.com/office/drawing/2014/main" id="{E7D60CDC-7F29-0460-5E95-420D640AF86E}"/>
              </a:ext>
            </a:extLst>
          </p:cNvPr>
          <p:cNvSpPr txBox="1"/>
          <p:nvPr/>
        </p:nvSpPr>
        <p:spPr>
          <a:xfrm>
            <a:off x="6670548" y="1242766"/>
            <a:ext cx="4878324" cy="338554"/>
          </a:xfrm>
          <a:prstGeom prst="rect">
            <a:avLst/>
          </a:prstGeom>
          <a:noFill/>
        </p:spPr>
        <p:txBody>
          <a:bodyPr wrap="square" anchor="ctr">
            <a:spAutoFit/>
          </a:bodyPr>
          <a:lstStyle/>
          <a:p>
            <a:pPr algn="l"/>
            <a:r>
              <a:rPr sz="1600" b="1">
                <a:solidFill>
                  <a:srgbClr val="5B21B6"/>
                </a:solidFill>
                <a:latin typeface="Segoe UI"/>
              </a:rPr>
              <a:t>Research</a:t>
            </a:r>
          </a:p>
        </p:txBody>
      </p:sp>
      <p:sp>
        <p:nvSpPr>
          <p:cNvPr id="23" name="Rounded Rectangle 22">
            <a:extLst>
              <a:ext uri="{FF2B5EF4-FFF2-40B4-BE49-F238E27FC236}">
                <a16:creationId xmlns:a16="http://schemas.microsoft.com/office/drawing/2014/main" id="{AF650BC3-BC6D-4C4B-3EB0-96B4EE05D0B0}"/>
              </a:ext>
              <a:ext uri="{C183D7F6-B498-43B3-948B-1728B52AA6E4}">
                <adec:decorative xmlns:adec="http://schemas.microsoft.com/office/drawing/2017/decorative" val="1"/>
              </a:ext>
            </a:extLst>
          </p:cNvPr>
          <p:cNvSpPr/>
          <p:nvPr/>
        </p:nvSpPr>
        <p:spPr>
          <a:xfrm>
            <a:off x="7595372" y="1761026"/>
            <a:ext cx="3953499" cy="347472"/>
          </a:xfrm>
          <a:prstGeom prst="roundRect">
            <a:avLst>
              <a:gd name="adj" fmla="val 14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4" name="TextBox 23">
            <a:extLst>
              <a:ext uri="{FF2B5EF4-FFF2-40B4-BE49-F238E27FC236}">
                <a16:creationId xmlns:a16="http://schemas.microsoft.com/office/drawing/2014/main" id="{5A07094F-FC98-B757-F1CF-ECA47CD84D18}"/>
              </a:ext>
            </a:extLst>
          </p:cNvPr>
          <p:cNvSpPr txBox="1"/>
          <p:nvPr/>
        </p:nvSpPr>
        <p:spPr>
          <a:xfrm>
            <a:off x="7677668" y="1815890"/>
            <a:ext cx="3788907" cy="261610"/>
          </a:xfrm>
          <a:prstGeom prst="rect">
            <a:avLst/>
          </a:prstGeom>
          <a:noFill/>
        </p:spPr>
        <p:txBody>
          <a:bodyPr wrap="square">
            <a:spAutoFit/>
          </a:bodyPr>
          <a:lstStyle/>
          <a:p>
            <a:pPr algn="l"/>
            <a:r>
              <a:rPr sz="1100" b="0">
                <a:solidFill>
                  <a:srgbClr val="FFFFFF"/>
                </a:solidFill>
                <a:latin typeface="Segoe UI"/>
              </a:rPr>
              <a:t>Any major shifts in the AI market this week?</a:t>
            </a:r>
          </a:p>
        </p:txBody>
      </p:sp>
      <p:sp>
        <p:nvSpPr>
          <p:cNvPr id="25" name="Rounded Rectangle 24">
            <a:extLst>
              <a:ext uri="{FF2B5EF4-FFF2-40B4-BE49-F238E27FC236}">
                <a16:creationId xmlns:a16="http://schemas.microsoft.com/office/drawing/2014/main" id="{E20DAF62-BEEE-FD3E-68ED-53A3C3767273}"/>
              </a:ext>
              <a:ext uri="{C183D7F6-B498-43B3-948B-1728B52AA6E4}">
                <adec:decorative xmlns:adec="http://schemas.microsoft.com/office/drawing/2017/decorative" val="1"/>
              </a:ext>
            </a:extLst>
          </p:cNvPr>
          <p:cNvSpPr/>
          <p:nvPr/>
        </p:nvSpPr>
        <p:spPr>
          <a:xfrm>
            <a:off x="6332220" y="2190793"/>
            <a:ext cx="4492662" cy="50664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6" name="TextBox 25">
            <a:extLst>
              <a:ext uri="{FF2B5EF4-FFF2-40B4-BE49-F238E27FC236}">
                <a16:creationId xmlns:a16="http://schemas.microsoft.com/office/drawing/2014/main" id="{D35256B1-48A9-0219-CEB4-16FB74E238D0}"/>
              </a:ext>
            </a:extLst>
          </p:cNvPr>
          <p:cNvSpPr txBox="1"/>
          <p:nvPr/>
        </p:nvSpPr>
        <p:spPr>
          <a:xfrm>
            <a:off x="6414516" y="2245658"/>
            <a:ext cx="4305624" cy="430887"/>
          </a:xfrm>
          <a:prstGeom prst="rect">
            <a:avLst/>
          </a:prstGeom>
          <a:noFill/>
        </p:spPr>
        <p:txBody>
          <a:bodyPr wrap="square">
            <a:spAutoFit/>
          </a:bodyPr>
          <a:lstStyle/>
          <a:p>
            <a:pPr algn="l"/>
            <a:r>
              <a:rPr sz="1100" b="0">
                <a:solidFill>
                  <a:srgbClr val="333333"/>
                </a:solidFill>
                <a:latin typeface="Segoe UI"/>
              </a:rPr>
              <a:t>3 key updates: AI adoption up 40%, EU AI Act enforcement started, healthcare AI funding at record high.</a:t>
            </a:r>
          </a:p>
        </p:txBody>
      </p:sp>
      <p:grpSp>
        <p:nvGrpSpPr>
          <p:cNvPr id="57" name="Group 56">
            <a:extLst>
              <a:ext uri="{FF2B5EF4-FFF2-40B4-BE49-F238E27FC236}">
                <a16:creationId xmlns:a16="http://schemas.microsoft.com/office/drawing/2014/main" id="{C515FC7F-D2B7-461F-FB20-E84BB1F0A767}"/>
              </a:ext>
            </a:extLst>
          </p:cNvPr>
          <p:cNvGrpSpPr/>
          <p:nvPr/>
        </p:nvGrpSpPr>
        <p:grpSpPr>
          <a:xfrm>
            <a:off x="7595372" y="2781926"/>
            <a:ext cx="3953499" cy="347472"/>
            <a:chOff x="7595372" y="2620562"/>
            <a:chExt cx="3953499" cy="347472"/>
          </a:xfrm>
        </p:grpSpPr>
        <p:sp>
          <p:nvSpPr>
            <p:cNvPr id="27" name="Rounded Rectangle 26">
              <a:extLst>
                <a:ext uri="{FF2B5EF4-FFF2-40B4-BE49-F238E27FC236}">
                  <a16:creationId xmlns:a16="http://schemas.microsoft.com/office/drawing/2014/main" id="{B5FB9280-70E4-936E-EAAA-E80C442B8998}"/>
                </a:ext>
              </a:extLst>
            </p:cNvPr>
            <p:cNvSpPr/>
            <p:nvPr/>
          </p:nvSpPr>
          <p:spPr>
            <a:xfrm>
              <a:off x="7595372" y="2620562"/>
              <a:ext cx="3953499" cy="347472"/>
            </a:xfrm>
            <a:prstGeom prst="roundRect">
              <a:avLst>
                <a:gd name="adj" fmla="val 14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a:extLst>
                <a:ext uri="{FF2B5EF4-FFF2-40B4-BE49-F238E27FC236}">
                  <a16:creationId xmlns:a16="http://schemas.microsoft.com/office/drawing/2014/main" id="{D6E1DA7B-D8DC-85D6-4A12-1EF572559E6A}"/>
                </a:ext>
              </a:extLst>
            </p:cNvPr>
            <p:cNvSpPr txBox="1"/>
            <p:nvPr/>
          </p:nvSpPr>
          <p:spPr>
            <a:xfrm>
              <a:off x="7677668" y="2675426"/>
              <a:ext cx="3788907" cy="261610"/>
            </a:xfrm>
            <a:prstGeom prst="rect">
              <a:avLst/>
            </a:prstGeom>
            <a:noFill/>
          </p:spPr>
          <p:txBody>
            <a:bodyPr wrap="square">
              <a:spAutoFit/>
            </a:bodyPr>
            <a:lstStyle/>
            <a:p>
              <a:pPr algn="l"/>
              <a:r>
                <a:rPr sz="1100" b="0">
                  <a:solidFill>
                    <a:srgbClr val="FFFFFF"/>
                  </a:solidFill>
                  <a:latin typeface="Segoe UI"/>
                </a:rPr>
                <a:t>Generate a summary report for the team.</a:t>
              </a:r>
            </a:p>
          </p:txBody>
        </p:sp>
      </p:grpSp>
      <p:grpSp>
        <p:nvGrpSpPr>
          <p:cNvPr id="58" name="Group 57">
            <a:extLst>
              <a:ext uri="{FF2B5EF4-FFF2-40B4-BE49-F238E27FC236}">
                <a16:creationId xmlns:a16="http://schemas.microsoft.com/office/drawing/2014/main" id="{C152AB72-4514-48CD-64C5-F0C625A586DF}"/>
              </a:ext>
            </a:extLst>
          </p:cNvPr>
          <p:cNvGrpSpPr/>
          <p:nvPr/>
        </p:nvGrpSpPr>
        <p:grpSpPr>
          <a:xfrm>
            <a:off x="6332220" y="3265485"/>
            <a:ext cx="4492662" cy="463118"/>
            <a:chOff x="6332220" y="3050330"/>
            <a:chExt cx="3953499" cy="457629"/>
          </a:xfrm>
        </p:grpSpPr>
        <p:sp>
          <p:nvSpPr>
            <p:cNvPr id="29" name="Rounded Rectangle 28">
              <a:extLst>
                <a:ext uri="{FF2B5EF4-FFF2-40B4-BE49-F238E27FC236}">
                  <a16:creationId xmlns:a16="http://schemas.microsoft.com/office/drawing/2014/main" id="{31561781-592A-54A9-8AE2-7C0866621F07}"/>
                </a:ext>
              </a:extLst>
            </p:cNvPr>
            <p:cNvSpPr/>
            <p:nvPr/>
          </p:nvSpPr>
          <p:spPr>
            <a:xfrm>
              <a:off x="6332220" y="3050330"/>
              <a:ext cx="3953499"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0" name="TextBox 29">
              <a:extLst>
                <a:ext uri="{FF2B5EF4-FFF2-40B4-BE49-F238E27FC236}">
                  <a16:creationId xmlns:a16="http://schemas.microsoft.com/office/drawing/2014/main" id="{13D940B3-A05C-1CBB-95A2-27729CB6FB99}"/>
                </a:ext>
              </a:extLst>
            </p:cNvPr>
            <p:cNvSpPr txBox="1"/>
            <p:nvPr/>
          </p:nvSpPr>
          <p:spPr>
            <a:xfrm>
              <a:off x="6414516" y="3077072"/>
              <a:ext cx="3788907" cy="430887"/>
            </a:xfrm>
            <a:prstGeom prst="rect">
              <a:avLst/>
            </a:prstGeom>
            <a:noFill/>
          </p:spPr>
          <p:txBody>
            <a:bodyPr wrap="square">
              <a:spAutoFit/>
            </a:bodyPr>
            <a:lstStyle/>
            <a:p>
              <a:pPr algn="l"/>
              <a:r>
                <a:rPr sz="1100" b="0">
                  <a:solidFill>
                    <a:srgbClr val="333333"/>
                  </a:solidFill>
                  <a:latin typeface="Segoe UI"/>
                </a:rPr>
                <a:t>Report generated — 2-page summary with source links attached.</a:t>
              </a:r>
            </a:p>
          </p:txBody>
        </p:sp>
      </p:grpSp>
      <p:grpSp>
        <p:nvGrpSpPr>
          <p:cNvPr id="89" name="Group 88">
            <a:extLst>
              <a:ext uri="{FF2B5EF4-FFF2-40B4-BE49-F238E27FC236}">
                <a16:creationId xmlns:a16="http://schemas.microsoft.com/office/drawing/2014/main" id="{D3571D52-BD9C-F805-6533-949B016C872D}"/>
              </a:ext>
            </a:extLst>
          </p:cNvPr>
          <p:cNvGrpSpPr/>
          <p:nvPr/>
        </p:nvGrpSpPr>
        <p:grpSpPr>
          <a:xfrm>
            <a:off x="502920" y="3789318"/>
            <a:ext cx="5577840" cy="2483466"/>
            <a:chOff x="502920" y="3789318"/>
            <a:chExt cx="5577840" cy="2483466"/>
          </a:xfrm>
        </p:grpSpPr>
        <p:sp>
          <p:nvSpPr>
            <p:cNvPr id="60" name="Rounded Rectangle 59">
              <a:extLst>
                <a:ext uri="{FF2B5EF4-FFF2-40B4-BE49-F238E27FC236}">
                  <a16:creationId xmlns:a16="http://schemas.microsoft.com/office/drawing/2014/main" id="{E3F91047-E82C-B772-F2CD-27933FEA53B8}"/>
                </a:ext>
              </a:extLst>
            </p:cNvPr>
            <p:cNvSpPr/>
            <p:nvPr/>
          </p:nvSpPr>
          <p:spPr>
            <a:xfrm>
              <a:off x="546354" y="3812468"/>
              <a:ext cx="5490972" cy="2460316"/>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1" name="Rounded Rectangle 60">
              <a:extLst>
                <a:ext uri="{FF2B5EF4-FFF2-40B4-BE49-F238E27FC236}">
                  <a16:creationId xmlns:a16="http://schemas.microsoft.com/office/drawing/2014/main" id="{5E24659F-D8D0-1DA4-D8E6-D90D4E7B99BD}"/>
                </a:ext>
              </a:extLst>
            </p:cNvPr>
            <p:cNvSpPr/>
            <p:nvPr/>
          </p:nvSpPr>
          <p:spPr>
            <a:xfrm>
              <a:off x="502920" y="3789318"/>
              <a:ext cx="5577840" cy="457200"/>
            </a:xfrm>
            <a:prstGeom prst="roundRect">
              <a:avLst/>
            </a:prstGeom>
            <a:solidFill>
              <a:srgbClr val="FF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3" name="Oval 62">
              <a:extLst>
                <a:ext uri="{FF2B5EF4-FFF2-40B4-BE49-F238E27FC236}">
                  <a16:creationId xmlns:a16="http://schemas.microsoft.com/office/drawing/2014/main" id="{C371B687-449E-A5FA-8868-8F5F8ED97741}"/>
                </a:ext>
              </a:extLst>
            </p:cNvPr>
            <p:cNvSpPr/>
            <p:nvPr/>
          </p:nvSpPr>
          <p:spPr>
            <a:xfrm>
              <a:off x="640080" y="3878327"/>
              <a:ext cx="256032" cy="256032"/>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4" name="TextBox 63">
              <a:extLst>
                <a:ext uri="{FF2B5EF4-FFF2-40B4-BE49-F238E27FC236}">
                  <a16:creationId xmlns:a16="http://schemas.microsoft.com/office/drawing/2014/main" id="{FF0F6D0D-38A5-333B-6FF9-C80A949FA119}"/>
                </a:ext>
              </a:extLst>
            </p:cNvPr>
            <p:cNvSpPr txBox="1"/>
            <p:nvPr/>
          </p:nvSpPr>
          <p:spPr>
            <a:xfrm>
              <a:off x="978408" y="3866753"/>
              <a:ext cx="4878324" cy="338554"/>
            </a:xfrm>
            <a:prstGeom prst="rect">
              <a:avLst/>
            </a:prstGeom>
            <a:noFill/>
          </p:spPr>
          <p:txBody>
            <a:bodyPr wrap="square">
              <a:spAutoFit/>
            </a:bodyPr>
            <a:lstStyle/>
            <a:p>
              <a:pPr algn="l"/>
              <a:r>
                <a:rPr sz="1600" b="1">
                  <a:solidFill>
                    <a:srgbClr val="BE185D"/>
                  </a:solidFill>
                  <a:latin typeface="Segoe UI"/>
                </a:rPr>
                <a:t>Sales</a:t>
              </a:r>
            </a:p>
          </p:txBody>
        </p:sp>
        <p:sp>
          <p:nvSpPr>
            <p:cNvPr id="65" name="Rounded Rectangle 64">
              <a:extLst>
                <a:ext uri="{FF2B5EF4-FFF2-40B4-BE49-F238E27FC236}">
                  <a16:creationId xmlns:a16="http://schemas.microsoft.com/office/drawing/2014/main" id="{3DC46DBF-8AFF-B7BE-B926-F30660CB8F95}"/>
                </a:ext>
              </a:extLst>
            </p:cNvPr>
            <p:cNvSpPr/>
            <p:nvPr/>
          </p:nvSpPr>
          <p:spPr>
            <a:xfrm>
              <a:off x="1903232" y="4425696"/>
              <a:ext cx="3953499" cy="347472"/>
            </a:xfrm>
            <a:prstGeom prst="roundRect">
              <a:avLst>
                <a:gd name="adj" fmla="val 14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6" name="TextBox 65">
              <a:extLst>
                <a:ext uri="{FF2B5EF4-FFF2-40B4-BE49-F238E27FC236}">
                  <a16:creationId xmlns:a16="http://schemas.microsoft.com/office/drawing/2014/main" id="{CE8BD59B-8909-DD12-6B6E-FBE6E7C5A794}"/>
                </a:ext>
              </a:extLst>
            </p:cNvPr>
            <p:cNvSpPr txBox="1"/>
            <p:nvPr/>
          </p:nvSpPr>
          <p:spPr>
            <a:xfrm>
              <a:off x="1985528" y="4480560"/>
              <a:ext cx="3788907" cy="261610"/>
            </a:xfrm>
            <a:prstGeom prst="rect">
              <a:avLst/>
            </a:prstGeom>
            <a:noFill/>
          </p:spPr>
          <p:txBody>
            <a:bodyPr wrap="square">
              <a:spAutoFit/>
            </a:bodyPr>
            <a:lstStyle/>
            <a:p>
              <a:pPr algn="l"/>
              <a:r>
                <a:rPr sz="1100" b="0">
                  <a:solidFill>
                    <a:srgbClr val="FFFFFF"/>
                  </a:solidFill>
                  <a:latin typeface="Segoe UI"/>
                </a:rPr>
                <a:t>Find leads in the Pacific Northwest retail sector.</a:t>
              </a:r>
            </a:p>
          </p:txBody>
        </p:sp>
        <p:grpSp>
          <p:nvGrpSpPr>
            <p:cNvPr id="88" name="Group 87">
              <a:extLst>
                <a:ext uri="{FF2B5EF4-FFF2-40B4-BE49-F238E27FC236}">
                  <a16:creationId xmlns:a16="http://schemas.microsoft.com/office/drawing/2014/main" id="{604F13FC-8E2B-921E-EBC1-4FA036054386}"/>
                </a:ext>
              </a:extLst>
            </p:cNvPr>
            <p:cNvGrpSpPr/>
            <p:nvPr/>
          </p:nvGrpSpPr>
          <p:grpSpPr>
            <a:xfrm>
              <a:off x="640080" y="4855464"/>
              <a:ext cx="3953499" cy="476068"/>
              <a:chOff x="640080" y="4855464"/>
              <a:chExt cx="3953499" cy="476068"/>
            </a:xfrm>
          </p:grpSpPr>
          <p:sp>
            <p:nvSpPr>
              <p:cNvPr id="67" name="Rounded Rectangle 66">
                <a:extLst>
                  <a:ext uri="{FF2B5EF4-FFF2-40B4-BE49-F238E27FC236}">
                    <a16:creationId xmlns:a16="http://schemas.microsoft.com/office/drawing/2014/main" id="{C691F126-AF11-4B77-F83A-8A92942BED2F}"/>
                  </a:ext>
                </a:extLst>
              </p:cNvPr>
              <p:cNvSpPr/>
              <p:nvPr/>
            </p:nvSpPr>
            <p:spPr>
              <a:xfrm>
                <a:off x="640080" y="4855464"/>
                <a:ext cx="3953499" cy="476068"/>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8" name="TextBox 67">
                <a:extLst>
                  <a:ext uri="{FF2B5EF4-FFF2-40B4-BE49-F238E27FC236}">
                    <a16:creationId xmlns:a16="http://schemas.microsoft.com/office/drawing/2014/main" id="{2C16B915-9B71-360F-7FD4-D0F947624AB9}"/>
                  </a:ext>
                </a:extLst>
              </p:cNvPr>
              <p:cNvSpPr txBox="1"/>
              <p:nvPr/>
            </p:nvSpPr>
            <p:spPr>
              <a:xfrm>
                <a:off x="722376" y="4875603"/>
                <a:ext cx="3788907" cy="430887"/>
              </a:xfrm>
              <a:prstGeom prst="rect">
                <a:avLst/>
              </a:prstGeom>
              <a:noFill/>
            </p:spPr>
            <p:txBody>
              <a:bodyPr wrap="square">
                <a:spAutoFit/>
              </a:bodyPr>
              <a:lstStyle/>
              <a:p>
                <a:pPr algn="l"/>
                <a:r>
                  <a:rPr sz="1100" b="0">
                    <a:solidFill>
                      <a:srgbClr val="333333"/>
                    </a:solidFill>
                    <a:latin typeface="Segoe UI"/>
                  </a:rPr>
                  <a:t>Found 14 leads. Drafted personalized emails and flagged 3 as high-priority for calls.</a:t>
                </a:r>
              </a:p>
            </p:txBody>
          </p:sp>
        </p:grpSp>
        <p:grpSp>
          <p:nvGrpSpPr>
            <p:cNvPr id="86" name="Group 85">
              <a:extLst>
                <a:ext uri="{FF2B5EF4-FFF2-40B4-BE49-F238E27FC236}">
                  <a16:creationId xmlns:a16="http://schemas.microsoft.com/office/drawing/2014/main" id="{DFAB7B37-0DB6-AFE3-D1A5-3B61B91E4C06}"/>
                </a:ext>
              </a:extLst>
            </p:cNvPr>
            <p:cNvGrpSpPr/>
            <p:nvPr/>
          </p:nvGrpSpPr>
          <p:grpSpPr>
            <a:xfrm>
              <a:off x="1903232" y="5424132"/>
              <a:ext cx="3953499" cy="347472"/>
              <a:chOff x="1903232" y="5331532"/>
              <a:chExt cx="3953499" cy="347472"/>
            </a:xfrm>
          </p:grpSpPr>
          <p:sp>
            <p:nvSpPr>
              <p:cNvPr id="69" name="Rounded Rectangle 68">
                <a:extLst>
                  <a:ext uri="{FF2B5EF4-FFF2-40B4-BE49-F238E27FC236}">
                    <a16:creationId xmlns:a16="http://schemas.microsoft.com/office/drawing/2014/main" id="{8A00B16B-DDA2-0FE2-BEAE-13697E6BBF87}"/>
                  </a:ext>
                </a:extLst>
              </p:cNvPr>
              <p:cNvSpPr/>
              <p:nvPr/>
            </p:nvSpPr>
            <p:spPr>
              <a:xfrm>
                <a:off x="1903232" y="5331532"/>
                <a:ext cx="3953499" cy="347472"/>
              </a:xfrm>
              <a:prstGeom prst="roundRect">
                <a:avLst>
                  <a:gd name="adj" fmla="val 14000"/>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0" name="TextBox 69">
                <a:extLst>
                  <a:ext uri="{FF2B5EF4-FFF2-40B4-BE49-F238E27FC236}">
                    <a16:creationId xmlns:a16="http://schemas.microsoft.com/office/drawing/2014/main" id="{7CEC2CE9-4384-E881-F57F-D85399792091}"/>
                  </a:ext>
                </a:extLst>
              </p:cNvPr>
              <p:cNvSpPr txBox="1"/>
              <p:nvPr/>
            </p:nvSpPr>
            <p:spPr>
              <a:xfrm>
                <a:off x="1985528" y="5386396"/>
                <a:ext cx="3788907" cy="261610"/>
              </a:xfrm>
              <a:prstGeom prst="rect">
                <a:avLst/>
              </a:prstGeom>
              <a:noFill/>
            </p:spPr>
            <p:txBody>
              <a:bodyPr wrap="square">
                <a:spAutoFit/>
              </a:bodyPr>
              <a:lstStyle/>
              <a:p>
                <a:pPr algn="l"/>
                <a:r>
                  <a:rPr sz="1100" b="0">
                    <a:solidFill>
                      <a:srgbClr val="FFFFFF"/>
                    </a:solidFill>
                    <a:latin typeface="Segoe UI"/>
                  </a:rPr>
                  <a:t>Schedule the priority calls for this week.</a:t>
                </a:r>
              </a:p>
            </p:txBody>
          </p:sp>
        </p:grpSp>
        <p:grpSp>
          <p:nvGrpSpPr>
            <p:cNvPr id="87" name="Group 86">
              <a:extLst>
                <a:ext uri="{FF2B5EF4-FFF2-40B4-BE49-F238E27FC236}">
                  <a16:creationId xmlns:a16="http://schemas.microsoft.com/office/drawing/2014/main" id="{9849817D-5761-ADBF-EFFC-4FE13A82B8E1}"/>
                </a:ext>
              </a:extLst>
            </p:cNvPr>
            <p:cNvGrpSpPr/>
            <p:nvPr/>
          </p:nvGrpSpPr>
          <p:grpSpPr>
            <a:xfrm>
              <a:off x="640081" y="5853900"/>
              <a:ext cx="4195446" cy="347472"/>
              <a:chOff x="640081" y="5715000"/>
              <a:chExt cx="4195446" cy="347472"/>
            </a:xfrm>
          </p:grpSpPr>
          <p:sp>
            <p:nvSpPr>
              <p:cNvPr id="71" name="Rounded Rectangle 70">
                <a:extLst>
                  <a:ext uri="{FF2B5EF4-FFF2-40B4-BE49-F238E27FC236}">
                    <a16:creationId xmlns:a16="http://schemas.microsoft.com/office/drawing/2014/main" id="{A86BE341-F5A6-2828-6B75-0A696D109E8B}"/>
                  </a:ext>
                </a:extLst>
              </p:cNvPr>
              <p:cNvSpPr/>
              <p:nvPr/>
            </p:nvSpPr>
            <p:spPr>
              <a:xfrm>
                <a:off x="640081" y="5715000"/>
                <a:ext cx="4195446"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2" name="TextBox 71">
                <a:extLst>
                  <a:ext uri="{FF2B5EF4-FFF2-40B4-BE49-F238E27FC236}">
                    <a16:creationId xmlns:a16="http://schemas.microsoft.com/office/drawing/2014/main" id="{013C9FB1-80BB-C9A4-03C6-63A50D1F7C22}"/>
                  </a:ext>
                </a:extLst>
              </p:cNvPr>
              <p:cNvSpPr txBox="1"/>
              <p:nvPr/>
            </p:nvSpPr>
            <p:spPr>
              <a:xfrm>
                <a:off x="722377" y="5769864"/>
                <a:ext cx="4020782" cy="261610"/>
              </a:xfrm>
              <a:prstGeom prst="rect">
                <a:avLst/>
              </a:prstGeom>
              <a:noFill/>
            </p:spPr>
            <p:txBody>
              <a:bodyPr wrap="square">
                <a:spAutoFit/>
              </a:bodyPr>
              <a:lstStyle/>
              <a:p>
                <a:pPr algn="l"/>
                <a:r>
                  <a:rPr sz="1100" b="0">
                    <a:solidFill>
                      <a:srgbClr val="333333"/>
                    </a:solidFill>
                    <a:latin typeface="Segoe UI"/>
                  </a:rPr>
                  <a:t>Calls booked Tuesday and Thursday — calendar invites sent.</a:t>
                </a:r>
              </a:p>
            </p:txBody>
          </p:sp>
        </p:grpSp>
      </p:grpSp>
      <p:grpSp>
        <p:nvGrpSpPr>
          <p:cNvPr id="90" name="Group 89">
            <a:extLst>
              <a:ext uri="{FF2B5EF4-FFF2-40B4-BE49-F238E27FC236}">
                <a16:creationId xmlns:a16="http://schemas.microsoft.com/office/drawing/2014/main" id="{7ED4B292-518E-7926-DB01-ED2C3BCFA377}"/>
              </a:ext>
            </a:extLst>
          </p:cNvPr>
          <p:cNvGrpSpPr/>
          <p:nvPr/>
        </p:nvGrpSpPr>
        <p:grpSpPr>
          <a:xfrm>
            <a:off x="6195060" y="3751753"/>
            <a:ext cx="5577840" cy="2497881"/>
            <a:chOff x="6195060" y="3774903"/>
            <a:chExt cx="5577840" cy="2497881"/>
          </a:xfrm>
        </p:grpSpPr>
        <p:sp>
          <p:nvSpPr>
            <p:cNvPr id="73" name="Rounded Rectangle 72">
              <a:extLst>
                <a:ext uri="{FF2B5EF4-FFF2-40B4-BE49-F238E27FC236}">
                  <a16:creationId xmlns:a16="http://schemas.microsoft.com/office/drawing/2014/main" id="{43700B30-2014-6B03-45DC-8FAD95BA8619}"/>
                </a:ext>
              </a:extLst>
            </p:cNvPr>
            <p:cNvSpPr/>
            <p:nvPr/>
          </p:nvSpPr>
          <p:spPr>
            <a:xfrm>
              <a:off x="6238494" y="3858768"/>
              <a:ext cx="5490972" cy="2414016"/>
            </a:xfrm>
            <a:prstGeom prst="roundRect">
              <a:avLst>
                <a:gd name="adj" fmla="val 5000"/>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ounded Rectangle 73">
              <a:extLst>
                <a:ext uri="{FF2B5EF4-FFF2-40B4-BE49-F238E27FC236}">
                  <a16:creationId xmlns:a16="http://schemas.microsoft.com/office/drawing/2014/main" id="{1CE25FFD-90E5-06F9-3F76-580EE393A266}"/>
                </a:ext>
              </a:extLst>
            </p:cNvPr>
            <p:cNvSpPr/>
            <p:nvPr/>
          </p:nvSpPr>
          <p:spPr>
            <a:xfrm>
              <a:off x="6195060" y="3774903"/>
              <a:ext cx="5577840" cy="517915"/>
            </a:xfrm>
            <a:prstGeom prst="roundRect">
              <a:avLst/>
            </a:prstGeom>
            <a:solidFill>
              <a:srgbClr val="FF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6" name="Oval 75">
              <a:extLst>
                <a:ext uri="{FF2B5EF4-FFF2-40B4-BE49-F238E27FC236}">
                  <a16:creationId xmlns:a16="http://schemas.microsoft.com/office/drawing/2014/main" id="{BCE6091C-4CA0-79BD-6FB0-59031A2B8EC5}"/>
                </a:ext>
              </a:extLst>
            </p:cNvPr>
            <p:cNvSpPr/>
            <p:nvPr/>
          </p:nvSpPr>
          <p:spPr>
            <a:xfrm>
              <a:off x="6332220" y="3959352"/>
              <a:ext cx="256032" cy="256032"/>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7" name="TextBox 76">
              <a:extLst>
                <a:ext uri="{FF2B5EF4-FFF2-40B4-BE49-F238E27FC236}">
                  <a16:creationId xmlns:a16="http://schemas.microsoft.com/office/drawing/2014/main" id="{4A62D399-2B89-DE10-F0C4-F05BABA76E13}"/>
                </a:ext>
              </a:extLst>
            </p:cNvPr>
            <p:cNvSpPr txBox="1"/>
            <p:nvPr/>
          </p:nvSpPr>
          <p:spPr>
            <a:xfrm>
              <a:off x="6670548" y="3913052"/>
              <a:ext cx="4878324" cy="338554"/>
            </a:xfrm>
            <a:prstGeom prst="rect">
              <a:avLst/>
            </a:prstGeom>
            <a:noFill/>
          </p:spPr>
          <p:txBody>
            <a:bodyPr wrap="square">
              <a:spAutoFit/>
            </a:bodyPr>
            <a:lstStyle/>
            <a:p>
              <a:pPr algn="l"/>
              <a:r>
                <a:rPr sz="1600" b="1">
                  <a:solidFill>
                    <a:srgbClr val="B91C1C"/>
                  </a:solidFill>
                  <a:latin typeface="Segoe UI"/>
                </a:rPr>
                <a:t>Customer service</a:t>
              </a:r>
            </a:p>
          </p:txBody>
        </p:sp>
        <p:sp>
          <p:nvSpPr>
            <p:cNvPr id="78" name="Rounded Rectangle 77">
              <a:extLst>
                <a:ext uri="{FF2B5EF4-FFF2-40B4-BE49-F238E27FC236}">
                  <a16:creationId xmlns:a16="http://schemas.microsoft.com/office/drawing/2014/main" id="{DDA4853B-5EAD-B5A5-3930-C1863EC79F89}"/>
                </a:ext>
              </a:extLst>
            </p:cNvPr>
            <p:cNvSpPr/>
            <p:nvPr/>
          </p:nvSpPr>
          <p:spPr>
            <a:xfrm>
              <a:off x="7595372" y="4425696"/>
              <a:ext cx="3953499" cy="347472"/>
            </a:xfrm>
            <a:prstGeom prst="roundRect">
              <a:avLst>
                <a:gd name="adj" fmla="val 1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9" name="TextBox 78">
              <a:extLst>
                <a:ext uri="{FF2B5EF4-FFF2-40B4-BE49-F238E27FC236}">
                  <a16:creationId xmlns:a16="http://schemas.microsoft.com/office/drawing/2014/main" id="{21465D06-8A46-8483-A18B-7E3844AB7300}"/>
                </a:ext>
              </a:extLst>
            </p:cNvPr>
            <p:cNvSpPr txBox="1"/>
            <p:nvPr/>
          </p:nvSpPr>
          <p:spPr>
            <a:xfrm>
              <a:off x="7677668" y="4480560"/>
              <a:ext cx="3788907" cy="261610"/>
            </a:xfrm>
            <a:prstGeom prst="rect">
              <a:avLst/>
            </a:prstGeom>
            <a:noFill/>
          </p:spPr>
          <p:txBody>
            <a:bodyPr wrap="square">
              <a:spAutoFit/>
            </a:bodyPr>
            <a:lstStyle/>
            <a:p>
              <a:pPr algn="l"/>
              <a:r>
                <a:rPr sz="1100" b="0">
                  <a:solidFill>
                    <a:srgbClr val="FFFFFF"/>
                  </a:solidFill>
                  <a:latin typeface="Segoe UI"/>
                </a:rPr>
                <a:t>I need a refund for order #4821.</a:t>
              </a:r>
            </a:p>
          </p:txBody>
        </p:sp>
        <p:sp>
          <p:nvSpPr>
            <p:cNvPr id="80" name="Rounded Rectangle 79">
              <a:extLst>
                <a:ext uri="{FF2B5EF4-FFF2-40B4-BE49-F238E27FC236}">
                  <a16:creationId xmlns:a16="http://schemas.microsoft.com/office/drawing/2014/main" id="{2FFA906C-AF8D-98FC-AB53-F3E549749114}"/>
                </a:ext>
              </a:extLst>
            </p:cNvPr>
            <p:cNvSpPr/>
            <p:nvPr/>
          </p:nvSpPr>
          <p:spPr>
            <a:xfrm>
              <a:off x="6332220" y="4855464"/>
              <a:ext cx="4999395"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1" name="TextBox 80">
              <a:extLst>
                <a:ext uri="{FF2B5EF4-FFF2-40B4-BE49-F238E27FC236}">
                  <a16:creationId xmlns:a16="http://schemas.microsoft.com/office/drawing/2014/main" id="{ABFF1C06-F41B-0062-9E80-3D686DDA45F2}"/>
                </a:ext>
              </a:extLst>
            </p:cNvPr>
            <p:cNvSpPr txBox="1"/>
            <p:nvPr/>
          </p:nvSpPr>
          <p:spPr>
            <a:xfrm>
              <a:off x="6414516" y="4910328"/>
              <a:ext cx="4791260" cy="261610"/>
            </a:xfrm>
            <a:prstGeom prst="rect">
              <a:avLst/>
            </a:prstGeom>
            <a:noFill/>
          </p:spPr>
          <p:txBody>
            <a:bodyPr wrap="square">
              <a:spAutoFit/>
            </a:bodyPr>
            <a:lstStyle/>
            <a:p>
              <a:pPr algn="l"/>
              <a:r>
                <a:rPr sz="1100" b="0">
                  <a:solidFill>
                    <a:srgbClr val="333333"/>
                  </a:solidFill>
                  <a:latin typeface="Segoe UI"/>
                </a:rPr>
                <a:t>Refund approved! $47.99 will return to your card in 2–3 business days.</a:t>
              </a:r>
            </a:p>
          </p:txBody>
        </p:sp>
        <p:sp>
          <p:nvSpPr>
            <p:cNvPr id="82" name="Rounded Rectangle 81">
              <a:extLst>
                <a:ext uri="{FF2B5EF4-FFF2-40B4-BE49-F238E27FC236}">
                  <a16:creationId xmlns:a16="http://schemas.microsoft.com/office/drawing/2014/main" id="{BBB5288F-C784-FD9E-C8AF-17DCC638D332}"/>
                </a:ext>
              </a:extLst>
            </p:cNvPr>
            <p:cNvSpPr/>
            <p:nvPr/>
          </p:nvSpPr>
          <p:spPr>
            <a:xfrm>
              <a:off x="7595372" y="5285232"/>
              <a:ext cx="3953499" cy="347472"/>
            </a:xfrm>
            <a:prstGeom prst="roundRect">
              <a:avLst>
                <a:gd name="adj" fmla="val 14000"/>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3" name="TextBox 82">
              <a:extLst>
                <a:ext uri="{FF2B5EF4-FFF2-40B4-BE49-F238E27FC236}">
                  <a16:creationId xmlns:a16="http://schemas.microsoft.com/office/drawing/2014/main" id="{CDE4D129-ED61-675A-D303-C62988D1EE9C}"/>
                </a:ext>
              </a:extLst>
            </p:cNvPr>
            <p:cNvSpPr txBox="1"/>
            <p:nvPr/>
          </p:nvSpPr>
          <p:spPr>
            <a:xfrm>
              <a:off x="7677668" y="5340096"/>
              <a:ext cx="3788907" cy="261610"/>
            </a:xfrm>
            <a:prstGeom prst="rect">
              <a:avLst/>
            </a:prstGeom>
            <a:noFill/>
          </p:spPr>
          <p:txBody>
            <a:bodyPr wrap="square">
              <a:spAutoFit/>
            </a:bodyPr>
            <a:lstStyle/>
            <a:p>
              <a:pPr algn="l"/>
              <a:r>
                <a:rPr sz="1100" b="0">
                  <a:solidFill>
                    <a:srgbClr val="FFFFFF"/>
                  </a:solidFill>
                  <a:latin typeface="Segoe UI"/>
                </a:rPr>
                <a:t>Can I get a confirmation email?</a:t>
              </a:r>
            </a:p>
          </p:txBody>
        </p:sp>
        <p:sp>
          <p:nvSpPr>
            <p:cNvPr id="84" name="Rounded Rectangle 83">
              <a:extLst>
                <a:ext uri="{FF2B5EF4-FFF2-40B4-BE49-F238E27FC236}">
                  <a16:creationId xmlns:a16="http://schemas.microsoft.com/office/drawing/2014/main" id="{E418917B-2396-4979-565A-688216F60BCC}"/>
                </a:ext>
              </a:extLst>
            </p:cNvPr>
            <p:cNvSpPr/>
            <p:nvPr/>
          </p:nvSpPr>
          <p:spPr>
            <a:xfrm>
              <a:off x="6332220" y="5715000"/>
              <a:ext cx="4695911" cy="347472"/>
            </a:xfrm>
            <a:prstGeom prst="roundRect">
              <a:avLst>
                <a:gd name="adj" fmla="val 14000"/>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5" name="TextBox 84">
              <a:extLst>
                <a:ext uri="{FF2B5EF4-FFF2-40B4-BE49-F238E27FC236}">
                  <a16:creationId xmlns:a16="http://schemas.microsoft.com/office/drawing/2014/main" id="{A35568EE-2669-FBD9-AB97-D0FE00898188}"/>
                </a:ext>
              </a:extLst>
            </p:cNvPr>
            <p:cNvSpPr txBox="1"/>
            <p:nvPr/>
          </p:nvSpPr>
          <p:spPr>
            <a:xfrm>
              <a:off x="6414516" y="5769864"/>
              <a:ext cx="4500411" cy="261610"/>
            </a:xfrm>
            <a:prstGeom prst="rect">
              <a:avLst/>
            </a:prstGeom>
            <a:noFill/>
          </p:spPr>
          <p:txBody>
            <a:bodyPr wrap="square">
              <a:spAutoFit/>
            </a:bodyPr>
            <a:lstStyle/>
            <a:p>
              <a:pPr algn="l"/>
              <a:r>
                <a:rPr sz="1100" b="0">
                  <a:solidFill>
                    <a:srgbClr val="333333"/>
                  </a:solidFill>
                  <a:latin typeface="Segoe UI"/>
                </a:rPr>
                <a:t>Sent to your registered email. Is there anything else I can help with?</a:t>
              </a:r>
            </a:p>
          </p:txBody>
        </p:sp>
      </p:grpSp>
    </p:spTree>
    <p:extLst>
      <p:ext uri="{BB962C8B-B14F-4D97-AF65-F5344CB8AC3E}">
        <p14:creationId xmlns:p14="http://schemas.microsoft.com/office/powerpoint/2010/main" val="251765587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9659CCDC-0E78-32B8-1E82-6140BE8119B4}"/>
              </a:ext>
              <a:ext uri="{C183D7F6-B498-43B3-948B-1728B52AA6E4}">
                <adec:decorative xmlns:adec="http://schemas.microsoft.com/office/drawing/2017/decorative" val="1"/>
              </a:ext>
            </a:extLst>
          </p:cNvPr>
          <p:cNvCxnSpPr>
            <a:stCxn id="5" idx="6"/>
            <a:endCxn id="15" idx="2"/>
          </p:cNvCxnSpPr>
          <p:nvPr/>
        </p:nvCxnSpPr>
        <p:spPr>
          <a:xfrm>
            <a:off x="1149636" y="1833795"/>
            <a:ext cx="8054053"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E796111-5806-3E75-6093-BFDF7F55D278}"/>
              </a:ext>
            </a:extLst>
          </p:cNvPr>
          <p:cNvSpPr>
            <a:spLocks noGrp="1"/>
          </p:cNvSpPr>
          <p:nvPr>
            <p:ph type="title"/>
          </p:nvPr>
        </p:nvSpPr>
        <p:spPr>
          <a:xfrm>
            <a:off x="588261" y="585216"/>
            <a:ext cx="11011601" cy="492443"/>
          </a:xfrm>
        </p:spPr>
        <p:txBody>
          <a:bodyPr/>
          <a:lstStyle/>
          <a:p>
            <a:r>
              <a:rPr lang="en-US" sz="3200"/>
              <a:t>Typical development workflow</a:t>
            </a:r>
          </a:p>
        </p:txBody>
      </p:sp>
      <p:sp>
        <p:nvSpPr>
          <p:cNvPr id="3" name="Footer Placeholder 2">
            <a:extLst>
              <a:ext uri="{FF2B5EF4-FFF2-40B4-BE49-F238E27FC236}">
                <a16:creationId xmlns:a16="http://schemas.microsoft.com/office/drawing/2014/main" id="{102515E2-6117-C196-0D6E-7F183F13D40F}"/>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10" name="Group 9">
            <a:extLst>
              <a:ext uri="{FF2B5EF4-FFF2-40B4-BE49-F238E27FC236}">
                <a16:creationId xmlns:a16="http://schemas.microsoft.com/office/drawing/2014/main" id="{EB81A082-3E96-8FD0-5D4C-5FE6F20C4277}"/>
              </a:ext>
            </a:extLst>
          </p:cNvPr>
          <p:cNvGrpSpPr/>
          <p:nvPr/>
        </p:nvGrpSpPr>
        <p:grpSpPr>
          <a:xfrm>
            <a:off x="692436" y="1605195"/>
            <a:ext cx="2949205" cy="752974"/>
            <a:chOff x="588261" y="1805651"/>
            <a:chExt cx="2949205" cy="752974"/>
          </a:xfrm>
        </p:grpSpPr>
        <p:sp>
          <p:nvSpPr>
            <p:cNvPr id="5" name="Oval 4">
              <a:extLst>
                <a:ext uri="{FF2B5EF4-FFF2-40B4-BE49-F238E27FC236}">
                  <a16:creationId xmlns:a16="http://schemas.microsoft.com/office/drawing/2014/main" id="{9526C55F-9613-7F0D-D9D8-2D12B11F5D01}"/>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gradFill>
                    <a:gsLst>
                      <a:gs pos="0">
                        <a:srgbClr val="FFFFFF"/>
                      </a:gs>
                      <a:gs pos="100000">
                        <a:srgbClr val="FFFFFF"/>
                      </a:gs>
                    </a:gsLst>
                    <a:lin ang="5400000" scaled="0"/>
                  </a:gradFill>
                  <a:latin typeface="+mj-lt"/>
                  <a:ea typeface="Segoe UI" pitchFamily="34" charset="0"/>
                  <a:cs typeface="Segoe UI" pitchFamily="34" charset="0"/>
                </a:rPr>
                <a:t>1</a:t>
              </a:r>
            </a:p>
          </p:txBody>
        </p:sp>
        <p:sp>
          <p:nvSpPr>
            <p:cNvPr id="6" name="TextBox 5">
              <a:extLst>
                <a:ext uri="{FF2B5EF4-FFF2-40B4-BE49-F238E27FC236}">
                  <a16:creationId xmlns:a16="http://schemas.microsoft.com/office/drawing/2014/main" id="{87952FD0-F365-024E-A710-4F482AEAA662}"/>
                </a:ext>
              </a:extLst>
            </p:cNvPr>
            <p:cNvSpPr txBox="1"/>
            <p:nvPr/>
          </p:nvSpPr>
          <p:spPr>
            <a:xfrm>
              <a:off x="588261" y="2312404"/>
              <a:ext cx="2949205" cy="246221"/>
            </a:xfrm>
            <a:prstGeom prst="rect">
              <a:avLst/>
            </a:prstGeom>
            <a:noFill/>
          </p:spPr>
          <p:txBody>
            <a:bodyPr wrap="none" lIns="0" tIns="0" rIns="0" bIns="0" rtlCol="0">
              <a:spAutoFit/>
            </a:bodyPr>
            <a:lstStyle/>
            <a:p>
              <a:pPr algn="l"/>
              <a:r>
                <a:rPr lang="en-US" sz="1600"/>
                <a:t>Connect to your Foundry project</a:t>
              </a:r>
            </a:p>
          </p:txBody>
        </p:sp>
      </p:grpSp>
      <p:grpSp>
        <p:nvGrpSpPr>
          <p:cNvPr id="9" name="Group 8">
            <a:extLst>
              <a:ext uri="{FF2B5EF4-FFF2-40B4-BE49-F238E27FC236}">
                <a16:creationId xmlns:a16="http://schemas.microsoft.com/office/drawing/2014/main" id="{5E25BAAA-348B-1A5E-D531-AF1BE54C9B31}"/>
              </a:ext>
            </a:extLst>
          </p:cNvPr>
          <p:cNvGrpSpPr/>
          <p:nvPr/>
        </p:nvGrpSpPr>
        <p:grpSpPr>
          <a:xfrm>
            <a:off x="4011805" y="1605195"/>
            <a:ext cx="1674048" cy="752974"/>
            <a:chOff x="3761654" y="1805651"/>
            <a:chExt cx="1674048" cy="752974"/>
          </a:xfrm>
        </p:grpSpPr>
        <p:sp>
          <p:nvSpPr>
            <p:cNvPr id="7" name="Oval 6">
              <a:extLst>
                <a:ext uri="{FF2B5EF4-FFF2-40B4-BE49-F238E27FC236}">
                  <a16:creationId xmlns:a16="http://schemas.microsoft.com/office/drawing/2014/main" id="{C147F0BA-0EEA-1C73-F182-D8E9ACEA93AB}"/>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gradFill>
                    <a:gsLst>
                      <a:gs pos="0">
                        <a:srgbClr val="FFFFFF"/>
                      </a:gs>
                      <a:gs pos="100000">
                        <a:srgbClr val="FFFFFF"/>
                      </a:gs>
                    </a:gsLst>
                    <a:lin ang="5400000" scaled="0"/>
                  </a:gradFill>
                  <a:latin typeface="+mj-lt"/>
                  <a:ea typeface="Segoe UI" pitchFamily="34" charset="0"/>
                  <a:cs typeface="Segoe UI" pitchFamily="34" charset="0"/>
                </a:rPr>
                <a:t>2</a:t>
              </a:r>
            </a:p>
          </p:txBody>
        </p:sp>
        <p:sp>
          <p:nvSpPr>
            <p:cNvPr id="8" name="TextBox 7">
              <a:extLst>
                <a:ext uri="{FF2B5EF4-FFF2-40B4-BE49-F238E27FC236}">
                  <a16:creationId xmlns:a16="http://schemas.microsoft.com/office/drawing/2014/main" id="{D04B4CE0-7A70-FF1B-D824-65AAE99FCE1A}"/>
                </a:ext>
              </a:extLst>
            </p:cNvPr>
            <p:cNvSpPr txBox="1"/>
            <p:nvPr/>
          </p:nvSpPr>
          <p:spPr>
            <a:xfrm>
              <a:off x="3761654" y="2312404"/>
              <a:ext cx="1674048" cy="246221"/>
            </a:xfrm>
            <a:prstGeom prst="rect">
              <a:avLst/>
            </a:prstGeom>
            <a:noFill/>
          </p:spPr>
          <p:txBody>
            <a:bodyPr wrap="none" lIns="0" tIns="0" rIns="0" bIns="0" rtlCol="0">
              <a:spAutoFit/>
            </a:bodyPr>
            <a:lstStyle/>
            <a:p>
              <a:pPr algn="l"/>
              <a:r>
                <a:rPr lang="en-US" sz="1600"/>
                <a:t>Create an AI agent</a:t>
              </a:r>
            </a:p>
          </p:txBody>
        </p:sp>
      </p:grpSp>
      <p:grpSp>
        <p:nvGrpSpPr>
          <p:cNvPr id="11" name="Group 10">
            <a:extLst>
              <a:ext uri="{FF2B5EF4-FFF2-40B4-BE49-F238E27FC236}">
                <a16:creationId xmlns:a16="http://schemas.microsoft.com/office/drawing/2014/main" id="{A72F68C7-45CB-E1CF-5BEF-7924DBE388C2}"/>
              </a:ext>
            </a:extLst>
          </p:cNvPr>
          <p:cNvGrpSpPr/>
          <p:nvPr/>
        </p:nvGrpSpPr>
        <p:grpSpPr>
          <a:xfrm>
            <a:off x="6115821" y="1605195"/>
            <a:ext cx="2560509" cy="752974"/>
            <a:chOff x="3761654" y="1805651"/>
            <a:chExt cx="2560509" cy="752974"/>
          </a:xfrm>
        </p:grpSpPr>
        <p:sp>
          <p:nvSpPr>
            <p:cNvPr id="12" name="Oval 11">
              <a:extLst>
                <a:ext uri="{FF2B5EF4-FFF2-40B4-BE49-F238E27FC236}">
                  <a16:creationId xmlns:a16="http://schemas.microsoft.com/office/drawing/2014/main" id="{39F5CBAA-52C3-21CC-BA8F-3D573AD7A1E2}"/>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gradFill>
                    <a:gsLst>
                      <a:gs pos="0">
                        <a:srgbClr val="FFFFFF"/>
                      </a:gs>
                      <a:gs pos="100000">
                        <a:srgbClr val="FFFFFF"/>
                      </a:gs>
                    </a:gsLst>
                    <a:lin ang="5400000" scaled="0"/>
                  </a:gradFill>
                  <a:latin typeface="+mj-lt"/>
                  <a:ea typeface="Segoe UI" pitchFamily="34" charset="0"/>
                  <a:cs typeface="Segoe UI" pitchFamily="34" charset="0"/>
                </a:rPr>
                <a:t>3</a:t>
              </a:r>
            </a:p>
          </p:txBody>
        </p:sp>
        <p:sp>
          <p:nvSpPr>
            <p:cNvPr id="13" name="TextBox 12">
              <a:extLst>
                <a:ext uri="{FF2B5EF4-FFF2-40B4-BE49-F238E27FC236}">
                  <a16:creationId xmlns:a16="http://schemas.microsoft.com/office/drawing/2014/main" id="{3547E951-B718-10EF-E1EB-F3F733105BA6}"/>
                </a:ext>
              </a:extLst>
            </p:cNvPr>
            <p:cNvSpPr txBox="1"/>
            <p:nvPr/>
          </p:nvSpPr>
          <p:spPr>
            <a:xfrm>
              <a:off x="3761654" y="2312404"/>
              <a:ext cx="2560509" cy="246221"/>
            </a:xfrm>
            <a:prstGeom prst="rect">
              <a:avLst/>
            </a:prstGeom>
            <a:noFill/>
          </p:spPr>
          <p:txBody>
            <a:bodyPr wrap="none" lIns="0" tIns="0" rIns="0" bIns="0" rtlCol="0">
              <a:spAutoFit/>
            </a:bodyPr>
            <a:lstStyle/>
            <a:p>
              <a:pPr algn="l"/>
              <a:r>
                <a:rPr lang="en-US" sz="1600"/>
                <a:t>Configure agent instructions</a:t>
              </a:r>
            </a:p>
          </p:txBody>
        </p:sp>
      </p:grpSp>
      <p:grpSp>
        <p:nvGrpSpPr>
          <p:cNvPr id="14" name="Group 13">
            <a:extLst>
              <a:ext uri="{FF2B5EF4-FFF2-40B4-BE49-F238E27FC236}">
                <a16:creationId xmlns:a16="http://schemas.microsoft.com/office/drawing/2014/main" id="{70F7C2A8-BB53-CABE-4050-F7C195B0DF9E}"/>
              </a:ext>
            </a:extLst>
          </p:cNvPr>
          <p:cNvGrpSpPr/>
          <p:nvPr/>
        </p:nvGrpSpPr>
        <p:grpSpPr>
          <a:xfrm>
            <a:off x="9203689" y="1605195"/>
            <a:ext cx="873637" cy="752974"/>
            <a:chOff x="3761654" y="1805651"/>
            <a:chExt cx="873637" cy="752974"/>
          </a:xfrm>
        </p:grpSpPr>
        <p:sp>
          <p:nvSpPr>
            <p:cNvPr id="15" name="Oval 14">
              <a:extLst>
                <a:ext uri="{FF2B5EF4-FFF2-40B4-BE49-F238E27FC236}">
                  <a16:creationId xmlns:a16="http://schemas.microsoft.com/office/drawing/2014/main" id="{80B566DF-753F-0B7A-EC25-69AF1099C6A4}"/>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gradFill>
                    <a:gsLst>
                      <a:gs pos="0">
                        <a:srgbClr val="FFFFFF"/>
                      </a:gs>
                      <a:gs pos="100000">
                        <a:srgbClr val="FFFFFF"/>
                      </a:gs>
                    </a:gsLst>
                    <a:lin ang="5400000" scaled="0"/>
                  </a:gradFill>
                  <a:latin typeface="+mj-lt"/>
                  <a:ea typeface="Segoe UI" pitchFamily="34" charset="0"/>
                  <a:cs typeface="Segoe UI" pitchFamily="34" charset="0"/>
                </a:rPr>
                <a:t>4</a:t>
              </a:r>
            </a:p>
          </p:txBody>
        </p:sp>
        <p:sp>
          <p:nvSpPr>
            <p:cNvPr id="16" name="TextBox 15">
              <a:extLst>
                <a:ext uri="{FF2B5EF4-FFF2-40B4-BE49-F238E27FC236}">
                  <a16:creationId xmlns:a16="http://schemas.microsoft.com/office/drawing/2014/main" id="{3EECC3F8-29B5-57FC-4B13-B49F757F01B8}"/>
                </a:ext>
              </a:extLst>
            </p:cNvPr>
            <p:cNvSpPr txBox="1"/>
            <p:nvPr/>
          </p:nvSpPr>
          <p:spPr>
            <a:xfrm>
              <a:off x="3761654" y="2312404"/>
              <a:ext cx="873637" cy="246221"/>
            </a:xfrm>
            <a:prstGeom prst="rect">
              <a:avLst/>
            </a:prstGeom>
            <a:noFill/>
          </p:spPr>
          <p:txBody>
            <a:bodyPr wrap="none" lIns="0" tIns="0" rIns="0" bIns="0" rtlCol="0">
              <a:spAutoFit/>
            </a:bodyPr>
            <a:lstStyle/>
            <a:p>
              <a:pPr algn="l"/>
              <a:r>
                <a:rPr lang="en-US" sz="1600"/>
                <a:t>Add tools</a:t>
              </a:r>
            </a:p>
          </p:txBody>
        </p:sp>
      </p:grpSp>
      <p:cxnSp>
        <p:nvCxnSpPr>
          <p:cNvPr id="19" name="Straight Connector 18">
            <a:extLst>
              <a:ext uri="{FF2B5EF4-FFF2-40B4-BE49-F238E27FC236}">
                <a16:creationId xmlns:a16="http://schemas.microsoft.com/office/drawing/2014/main" id="{D814A76A-5A64-E8A3-EF02-F07ED7497AD4}"/>
              </a:ext>
              <a:ext uri="{C183D7F6-B498-43B3-948B-1728B52AA6E4}">
                <adec:decorative xmlns:adec="http://schemas.microsoft.com/office/drawing/2017/decorative" val="1"/>
              </a:ext>
            </a:extLst>
          </p:cNvPr>
          <p:cNvCxnSpPr>
            <a:stCxn id="21" idx="6"/>
            <a:endCxn id="30" idx="2"/>
          </p:cNvCxnSpPr>
          <p:nvPr/>
        </p:nvCxnSpPr>
        <p:spPr>
          <a:xfrm>
            <a:off x="1149636" y="3235585"/>
            <a:ext cx="8054053"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4243F3C1-A673-0570-3BD0-A7CC704D1EC1}"/>
              </a:ext>
            </a:extLst>
          </p:cNvPr>
          <p:cNvGrpSpPr/>
          <p:nvPr/>
        </p:nvGrpSpPr>
        <p:grpSpPr>
          <a:xfrm>
            <a:off x="692436" y="3006985"/>
            <a:ext cx="2580002" cy="752974"/>
            <a:chOff x="588261" y="1805651"/>
            <a:chExt cx="2580002" cy="752974"/>
          </a:xfrm>
        </p:grpSpPr>
        <p:sp>
          <p:nvSpPr>
            <p:cNvPr id="21" name="Oval 20">
              <a:extLst>
                <a:ext uri="{FF2B5EF4-FFF2-40B4-BE49-F238E27FC236}">
                  <a16:creationId xmlns:a16="http://schemas.microsoft.com/office/drawing/2014/main" id="{E4B58AEA-791F-D230-F5E6-5AD8BED56022}"/>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gradFill>
                    <a:gsLst>
                      <a:gs pos="0">
                        <a:srgbClr val="FFFFFF"/>
                      </a:gs>
                      <a:gs pos="100000">
                        <a:srgbClr val="FFFFFF"/>
                      </a:gs>
                    </a:gsLst>
                    <a:lin ang="5400000" scaled="0"/>
                  </a:gradFill>
                  <a:latin typeface="+mj-lt"/>
                  <a:ea typeface="Segoe UI" pitchFamily="34" charset="0"/>
                  <a:cs typeface="Segoe UI" pitchFamily="34" charset="0"/>
                </a:rPr>
                <a:t>5</a:t>
              </a:r>
            </a:p>
          </p:txBody>
        </p:sp>
        <p:sp>
          <p:nvSpPr>
            <p:cNvPr id="22" name="TextBox 21">
              <a:extLst>
                <a:ext uri="{FF2B5EF4-FFF2-40B4-BE49-F238E27FC236}">
                  <a16:creationId xmlns:a16="http://schemas.microsoft.com/office/drawing/2014/main" id="{CB84736D-5D0D-1F2E-5B41-DCAD25F55C1E}"/>
                </a:ext>
              </a:extLst>
            </p:cNvPr>
            <p:cNvSpPr txBox="1"/>
            <p:nvPr/>
          </p:nvSpPr>
          <p:spPr>
            <a:xfrm>
              <a:off x="588261" y="2312404"/>
              <a:ext cx="2580002" cy="246221"/>
            </a:xfrm>
            <a:prstGeom prst="rect">
              <a:avLst/>
            </a:prstGeom>
            <a:noFill/>
          </p:spPr>
          <p:txBody>
            <a:bodyPr wrap="none" lIns="0" tIns="0" rIns="0" bIns="0" rtlCol="0">
              <a:spAutoFit/>
            </a:bodyPr>
            <a:lstStyle/>
            <a:p>
              <a:pPr algn="l"/>
              <a:r>
                <a:rPr lang="en-US" sz="1600"/>
                <a:t>Test the agent in playground</a:t>
              </a:r>
            </a:p>
          </p:txBody>
        </p:sp>
      </p:grpSp>
      <p:grpSp>
        <p:nvGrpSpPr>
          <p:cNvPr id="23" name="Group 22">
            <a:extLst>
              <a:ext uri="{FF2B5EF4-FFF2-40B4-BE49-F238E27FC236}">
                <a16:creationId xmlns:a16="http://schemas.microsoft.com/office/drawing/2014/main" id="{A9A136B2-3132-AD71-C9FA-D43B978738C3}"/>
              </a:ext>
            </a:extLst>
          </p:cNvPr>
          <p:cNvGrpSpPr/>
          <p:nvPr/>
        </p:nvGrpSpPr>
        <p:grpSpPr>
          <a:xfrm>
            <a:off x="4011805" y="3006985"/>
            <a:ext cx="1527662" cy="752974"/>
            <a:chOff x="3761654" y="1805651"/>
            <a:chExt cx="1527662" cy="752974"/>
          </a:xfrm>
        </p:grpSpPr>
        <p:sp>
          <p:nvSpPr>
            <p:cNvPr id="24" name="Oval 23">
              <a:extLst>
                <a:ext uri="{FF2B5EF4-FFF2-40B4-BE49-F238E27FC236}">
                  <a16:creationId xmlns:a16="http://schemas.microsoft.com/office/drawing/2014/main" id="{285B6D15-C07A-C8AE-961B-9FE59C5B21EA}"/>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gradFill>
                    <a:gsLst>
                      <a:gs pos="0">
                        <a:srgbClr val="FFFFFF"/>
                      </a:gs>
                      <a:gs pos="100000">
                        <a:srgbClr val="FFFFFF"/>
                      </a:gs>
                    </a:gsLst>
                    <a:lin ang="5400000" scaled="0"/>
                  </a:gradFill>
                  <a:latin typeface="+mj-lt"/>
                  <a:ea typeface="Segoe UI" pitchFamily="34" charset="0"/>
                  <a:cs typeface="Segoe UI" pitchFamily="34" charset="0"/>
                </a:rPr>
                <a:t>6</a:t>
              </a:r>
            </a:p>
          </p:txBody>
        </p:sp>
        <p:sp>
          <p:nvSpPr>
            <p:cNvPr id="25" name="TextBox 24">
              <a:extLst>
                <a:ext uri="{FF2B5EF4-FFF2-40B4-BE49-F238E27FC236}">
                  <a16:creationId xmlns:a16="http://schemas.microsoft.com/office/drawing/2014/main" id="{AD01C592-8171-CB16-5340-236521D410F6}"/>
                </a:ext>
              </a:extLst>
            </p:cNvPr>
            <p:cNvSpPr txBox="1"/>
            <p:nvPr/>
          </p:nvSpPr>
          <p:spPr>
            <a:xfrm>
              <a:off x="3761654" y="2312404"/>
              <a:ext cx="1527662" cy="246221"/>
            </a:xfrm>
            <a:prstGeom prst="rect">
              <a:avLst/>
            </a:prstGeom>
            <a:noFill/>
          </p:spPr>
          <p:txBody>
            <a:bodyPr wrap="none" lIns="0" tIns="0" rIns="0" bIns="0" rtlCol="0">
              <a:spAutoFit/>
            </a:bodyPr>
            <a:lstStyle/>
            <a:p>
              <a:pPr algn="l"/>
              <a:r>
                <a:rPr lang="en-US" sz="1600"/>
                <a:t>Iterate on design</a:t>
              </a:r>
            </a:p>
          </p:txBody>
        </p:sp>
      </p:grpSp>
      <p:grpSp>
        <p:nvGrpSpPr>
          <p:cNvPr id="26" name="Group 25">
            <a:extLst>
              <a:ext uri="{FF2B5EF4-FFF2-40B4-BE49-F238E27FC236}">
                <a16:creationId xmlns:a16="http://schemas.microsoft.com/office/drawing/2014/main" id="{0C04422B-B8BE-825B-B760-EA33A5A4E772}"/>
              </a:ext>
            </a:extLst>
          </p:cNvPr>
          <p:cNvGrpSpPr/>
          <p:nvPr/>
        </p:nvGrpSpPr>
        <p:grpSpPr>
          <a:xfrm>
            <a:off x="6115821" y="3006985"/>
            <a:ext cx="2855462" cy="752974"/>
            <a:chOff x="3761654" y="1805651"/>
            <a:chExt cx="2855462" cy="752974"/>
          </a:xfrm>
        </p:grpSpPr>
        <p:sp>
          <p:nvSpPr>
            <p:cNvPr id="27" name="Oval 26">
              <a:extLst>
                <a:ext uri="{FF2B5EF4-FFF2-40B4-BE49-F238E27FC236}">
                  <a16:creationId xmlns:a16="http://schemas.microsoft.com/office/drawing/2014/main" id="{7EA6C1AC-F007-A1D5-BDE1-F9BEF763492F}"/>
                </a:ext>
              </a:extLst>
            </p:cNvPr>
            <p:cNvSpPr/>
            <p:nvPr/>
          </p:nvSpPr>
          <p:spPr bwMode="auto">
            <a:xfrm>
              <a:off x="3761654" y="1805651"/>
              <a:ext cx="457200" cy="457200"/>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gradFill>
                    <a:gsLst>
                      <a:gs pos="0">
                        <a:srgbClr val="FFFFFF"/>
                      </a:gs>
                      <a:gs pos="100000">
                        <a:srgbClr val="FFFFFF"/>
                      </a:gs>
                    </a:gsLst>
                    <a:lin ang="5400000" scaled="0"/>
                  </a:gradFill>
                  <a:latin typeface="+mj-lt"/>
                  <a:ea typeface="Segoe UI" pitchFamily="34" charset="0"/>
                  <a:cs typeface="Segoe UI" pitchFamily="34" charset="0"/>
                </a:rPr>
                <a:t>7</a:t>
              </a:r>
            </a:p>
          </p:txBody>
        </p:sp>
        <p:sp>
          <p:nvSpPr>
            <p:cNvPr id="28" name="TextBox 27">
              <a:extLst>
                <a:ext uri="{FF2B5EF4-FFF2-40B4-BE49-F238E27FC236}">
                  <a16:creationId xmlns:a16="http://schemas.microsoft.com/office/drawing/2014/main" id="{C8D9D8D3-9DE3-A240-65F1-24168AED0A32}"/>
                </a:ext>
              </a:extLst>
            </p:cNvPr>
            <p:cNvSpPr txBox="1"/>
            <p:nvPr/>
          </p:nvSpPr>
          <p:spPr>
            <a:xfrm>
              <a:off x="3761654" y="2312404"/>
              <a:ext cx="2855462" cy="246221"/>
            </a:xfrm>
            <a:prstGeom prst="rect">
              <a:avLst/>
            </a:prstGeom>
            <a:noFill/>
          </p:spPr>
          <p:txBody>
            <a:bodyPr wrap="none" lIns="0" tIns="0" rIns="0" bIns="0" rtlCol="0">
              <a:spAutoFit/>
            </a:bodyPr>
            <a:lstStyle/>
            <a:p>
              <a:pPr algn="l"/>
              <a:r>
                <a:rPr lang="en-US" sz="1600"/>
                <a:t>Deploy the agent to production</a:t>
              </a:r>
            </a:p>
          </p:txBody>
        </p:sp>
      </p:grpSp>
      <p:grpSp>
        <p:nvGrpSpPr>
          <p:cNvPr id="29" name="Group 28">
            <a:extLst>
              <a:ext uri="{FF2B5EF4-FFF2-40B4-BE49-F238E27FC236}">
                <a16:creationId xmlns:a16="http://schemas.microsoft.com/office/drawing/2014/main" id="{D7B3AA4C-9438-936E-4C34-7FC3951BC1FD}"/>
              </a:ext>
            </a:extLst>
          </p:cNvPr>
          <p:cNvGrpSpPr/>
          <p:nvPr/>
        </p:nvGrpSpPr>
        <p:grpSpPr>
          <a:xfrm>
            <a:off x="9203689" y="3006985"/>
            <a:ext cx="2433871" cy="752974"/>
            <a:chOff x="3761654" y="1805651"/>
            <a:chExt cx="2433871" cy="752974"/>
          </a:xfrm>
        </p:grpSpPr>
        <p:sp>
          <p:nvSpPr>
            <p:cNvPr id="30" name="Oval 29">
              <a:extLst>
                <a:ext uri="{FF2B5EF4-FFF2-40B4-BE49-F238E27FC236}">
                  <a16:creationId xmlns:a16="http://schemas.microsoft.com/office/drawing/2014/main" id="{61130B8D-8364-CE9F-CCFB-B0118EBC4C5F}"/>
                </a:ext>
              </a:extLst>
            </p:cNvPr>
            <p:cNvSpPr/>
            <p:nvPr/>
          </p:nvSpPr>
          <p:spPr bwMode="auto">
            <a:xfrm>
              <a:off x="3761654" y="1805651"/>
              <a:ext cx="457200" cy="457200"/>
            </a:xfrm>
            <a:prstGeom prst="ellipse">
              <a:avLst/>
            </a:prstGeom>
            <a:solidFill>
              <a:srgbClr val="2A446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a:gradFill>
                    <a:gsLst>
                      <a:gs pos="0">
                        <a:srgbClr val="FFFFFF"/>
                      </a:gs>
                      <a:gs pos="100000">
                        <a:srgbClr val="FFFFFF"/>
                      </a:gs>
                    </a:gsLst>
                    <a:lin ang="5400000" scaled="0"/>
                  </a:gradFill>
                  <a:latin typeface="+mj-lt"/>
                  <a:ea typeface="Segoe UI" pitchFamily="34" charset="0"/>
                  <a:cs typeface="Segoe UI" pitchFamily="34" charset="0"/>
                </a:rPr>
                <a:t>8</a:t>
              </a:r>
            </a:p>
          </p:txBody>
        </p:sp>
        <p:sp>
          <p:nvSpPr>
            <p:cNvPr id="31" name="TextBox 30">
              <a:extLst>
                <a:ext uri="{FF2B5EF4-FFF2-40B4-BE49-F238E27FC236}">
                  <a16:creationId xmlns:a16="http://schemas.microsoft.com/office/drawing/2014/main" id="{9333A0A6-DD01-992E-AB50-C82A8E83E3D4}"/>
                </a:ext>
              </a:extLst>
            </p:cNvPr>
            <p:cNvSpPr txBox="1"/>
            <p:nvPr/>
          </p:nvSpPr>
          <p:spPr>
            <a:xfrm>
              <a:off x="3761654" y="2312404"/>
              <a:ext cx="2433871" cy="246221"/>
            </a:xfrm>
            <a:prstGeom prst="rect">
              <a:avLst/>
            </a:prstGeom>
            <a:noFill/>
          </p:spPr>
          <p:txBody>
            <a:bodyPr wrap="none" lIns="0" tIns="0" rIns="0" bIns="0" rtlCol="0">
              <a:spAutoFit/>
            </a:bodyPr>
            <a:lstStyle/>
            <a:p>
              <a:pPr algn="l"/>
              <a:r>
                <a:rPr lang="en-US" sz="1600"/>
                <a:t>Integrate into applications</a:t>
              </a:r>
            </a:p>
          </p:txBody>
        </p:sp>
      </p:grpSp>
      <p:cxnSp>
        <p:nvCxnSpPr>
          <p:cNvPr id="41" name="Elbow Connector 40">
            <a:extLst>
              <a:ext uri="{FF2B5EF4-FFF2-40B4-BE49-F238E27FC236}">
                <a16:creationId xmlns:a16="http://schemas.microsoft.com/office/drawing/2014/main" id="{605783B8-1E23-4E9D-166F-27AABC1AD928}"/>
              </a:ext>
              <a:ext uri="{C183D7F6-B498-43B3-948B-1728B52AA6E4}">
                <adec:decorative xmlns:adec="http://schemas.microsoft.com/office/drawing/2017/decorative" val="1"/>
              </a:ext>
            </a:extLst>
          </p:cNvPr>
          <p:cNvCxnSpPr>
            <a:stCxn id="15" idx="6"/>
            <a:endCxn id="21" idx="0"/>
          </p:cNvCxnSpPr>
          <p:nvPr/>
        </p:nvCxnSpPr>
        <p:spPr>
          <a:xfrm flipH="1">
            <a:off x="921036" y="1833795"/>
            <a:ext cx="8739853" cy="1173190"/>
          </a:xfrm>
          <a:prstGeom prst="bentConnector4">
            <a:avLst>
              <a:gd name="adj1" fmla="val -14138"/>
              <a:gd name="adj2" fmla="val 72569"/>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0" name="RetrievalCard">
            <a:extLst>
              <a:ext uri="{FF2B5EF4-FFF2-40B4-BE49-F238E27FC236}">
                <a16:creationId xmlns:a16="http://schemas.microsoft.com/office/drawing/2014/main" id="{030913D9-5DB5-72AC-2E1C-249C9946BB50}"/>
              </a:ext>
            </a:extLst>
          </p:cNvPr>
          <p:cNvSpPr/>
          <p:nvPr/>
        </p:nvSpPr>
        <p:spPr>
          <a:xfrm>
            <a:off x="692435" y="4113000"/>
            <a:ext cx="4038315" cy="1566904"/>
          </a:xfrm>
          <a:prstGeom prst="roundRect">
            <a:avLst>
              <a:gd name="adj" fmla="val 12000"/>
            </a:avLst>
          </a:prstGeom>
          <a:solidFill>
            <a:srgbClr val="F8F8F8"/>
          </a:solidFill>
          <a:ln w="9525">
            <a:solidFill>
              <a:srgbClr val="DEDEDE"/>
            </a:solidFill>
          </a:ln>
        </p:spPr>
        <p:txBody>
          <a:bodyPr anchor="t"/>
          <a:lstStyle/>
          <a:p>
            <a:endParaRPr lang="en-US" sz="1600" b="1" noProof="0">
              <a:solidFill>
                <a:srgbClr val="4C4C4C"/>
              </a:solidFill>
              <a:latin typeface="+mj-lt"/>
            </a:endParaRPr>
          </a:p>
          <a:p>
            <a:endParaRPr lang="en-US" sz="1600" b="1" noProof="0">
              <a:solidFill>
                <a:srgbClr val="4C4C4C"/>
              </a:solidFill>
              <a:latin typeface="+mj-lt"/>
            </a:endParaRPr>
          </a:p>
          <a:p>
            <a:pPr marL="285750" indent="-285750">
              <a:buClr>
                <a:schemeClr val="accent2"/>
              </a:buClr>
              <a:buFont typeface="Arial" panose="020B0604020202020204" pitchFamily="34" charset="0"/>
              <a:buChar char="•"/>
            </a:pPr>
            <a:r>
              <a:rPr lang="en-US" sz="1400" b="1">
                <a:solidFill>
                  <a:srgbClr val="4C4C4C"/>
                </a:solidFill>
                <a:latin typeface="+mj-lt"/>
              </a:rPr>
              <a:t>Microsoft Foundry project  </a:t>
            </a:r>
            <a:br>
              <a:rPr lang="en-US" sz="1400" b="1">
                <a:solidFill>
                  <a:srgbClr val="4C4C4C"/>
                </a:solidFill>
                <a:latin typeface="+mj-lt"/>
              </a:rPr>
            </a:br>
            <a:r>
              <a:rPr lang="en-US" sz="1200">
                <a:solidFill>
                  <a:srgbClr val="4C4C4C"/>
                </a:solidFill>
              </a:rPr>
              <a:t>Organizes agents, models, and assets</a:t>
            </a:r>
          </a:p>
          <a:p>
            <a:pPr marL="285750" indent="-285750">
              <a:buClr>
                <a:schemeClr val="accent2"/>
              </a:buClr>
              <a:buFont typeface="Arial" panose="020B0604020202020204" pitchFamily="34" charset="0"/>
              <a:buChar char="•"/>
            </a:pPr>
            <a:r>
              <a:rPr lang="en-US" sz="1400" b="1">
                <a:solidFill>
                  <a:srgbClr val="4C4C4C"/>
                </a:solidFill>
                <a:latin typeface="+mj-lt"/>
              </a:rPr>
              <a:t>Model deployment</a:t>
            </a:r>
            <a:br>
              <a:rPr lang="en-US" sz="1400" b="1">
                <a:solidFill>
                  <a:srgbClr val="4C4C4C"/>
                </a:solidFill>
                <a:latin typeface="+mj-lt"/>
              </a:rPr>
            </a:br>
            <a:r>
              <a:rPr lang="en-US" sz="1200">
                <a:solidFill>
                  <a:srgbClr val="4C4C4C"/>
                </a:solidFill>
                <a:latin typeface="Segoe UI"/>
              </a:rPr>
              <a:t>For example, GPT-4.1 or Claude Sonnet 4.6</a:t>
            </a:r>
            <a:endParaRPr lang="en-US" sz="1400" b="1">
              <a:solidFill>
                <a:srgbClr val="4C4C4C"/>
              </a:solidFill>
              <a:latin typeface="+mj-lt"/>
            </a:endParaRPr>
          </a:p>
        </p:txBody>
      </p:sp>
      <p:sp>
        <p:nvSpPr>
          <p:cNvPr id="51" name="Oval 50">
            <a:extLst>
              <a:ext uri="{FF2B5EF4-FFF2-40B4-BE49-F238E27FC236}">
                <a16:creationId xmlns:a16="http://schemas.microsoft.com/office/drawing/2014/main" id="{567AF073-99EA-94EF-BFC0-DBF04568519F}"/>
              </a:ext>
            </a:extLst>
          </p:cNvPr>
          <p:cNvSpPr/>
          <p:nvPr/>
        </p:nvSpPr>
        <p:spPr bwMode="auto">
          <a:xfrm>
            <a:off x="860319" y="4205020"/>
            <a:ext cx="365760" cy="36576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gradFill>
                  <a:gsLst>
                    <a:gs pos="0">
                      <a:srgbClr val="FFFFFF"/>
                    </a:gs>
                    <a:gs pos="100000">
                      <a:srgbClr val="FFFFFF"/>
                    </a:gs>
                  </a:gsLst>
                  <a:lin ang="5400000" scaled="0"/>
                </a:gradFill>
                <a:latin typeface="+mj-lt"/>
                <a:ea typeface="Segoe UI" pitchFamily="34" charset="0"/>
                <a:cs typeface="Segoe UI" pitchFamily="34" charset="0"/>
              </a:rPr>
              <a:t>✓</a:t>
            </a:r>
          </a:p>
        </p:txBody>
      </p:sp>
      <p:sp>
        <p:nvSpPr>
          <p:cNvPr id="53" name="TextBox 52">
            <a:extLst>
              <a:ext uri="{FF2B5EF4-FFF2-40B4-BE49-F238E27FC236}">
                <a16:creationId xmlns:a16="http://schemas.microsoft.com/office/drawing/2014/main" id="{69891873-3655-D24A-9D32-E44BD9697504}"/>
              </a:ext>
            </a:extLst>
          </p:cNvPr>
          <p:cNvSpPr txBox="1"/>
          <p:nvPr/>
        </p:nvSpPr>
        <p:spPr>
          <a:xfrm>
            <a:off x="1232463" y="4213619"/>
            <a:ext cx="3137607" cy="338554"/>
          </a:xfrm>
          <a:prstGeom prst="rect">
            <a:avLst/>
          </a:prstGeom>
          <a:noFill/>
        </p:spPr>
        <p:txBody>
          <a:bodyPr wrap="square">
            <a:spAutoFit/>
          </a:bodyPr>
          <a:lstStyle/>
          <a:p>
            <a:r>
              <a:rPr lang="en-US" sz="1600" b="1">
                <a:solidFill>
                  <a:schemeClr val="accent2"/>
                </a:solidFill>
                <a:latin typeface="+mj-lt"/>
              </a:rPr>
              <a:t> </a:t>
            </a:r>
            <a:r>
              <a:rPr lang="en-US" sz="1600" b="1" noProof="0">
                <a:solidFill>
                  <a:schemeClr val="accent2"/>
                </a:solidFill>
                <a:latin typeface="+mj-lt"/>
              </a:rPr>
              <a:t>Required resources</a:t>
            </a:r>
            <a:endParaRPr lang="en-US" sz="1600">
              <a:solidFill>
                <a:schemeClr val="accent2"/>
              </a:solidFill>
            </a:endParaRPr>
          </a:p>
        </p:txBody>
      </p:sp>
      <p:sp>
        <p:nvSpPr>
          <p:cNvPr id="54" name="RetrievalCard">
            <a:extLst>
              <a:ext uri="{FF2B5EF4-FFF2-40B4-BE49-F238E27FC236}">
                <a16:creationId xmlns:a16="http://schemas.microsoft.com/office/drawing/2014/main" id="{1821122D-C0FA-C1C2-6E21-E11DBFE020E3}"/>
              </a:ext>
            </a:extLst>
          </p:cNvPr>
          <p:cNvSpPr/>
          <p:nvPr/>
        </p:nvSpPr>
        <p:spPr>
          <a:xfrm>
            <a:off x="4988689" y="4113001"/>
            <a:ext cx="5970848" cy="1566908"/>
          </a:xfrm>
          <a:prstGeom prst="roundRect">
            <a:avLst>
              <a:gd name="adj" fmla="val 12000"/>
            </a:avLst>
          </a:prstGeom>
          <a:solidFill>
            <a:srgbClr val="F8F8F8"/>
          </a:solidFill>
          <a:ln w="9525">
            <a:solidFill>
              <a:srgbClr val="DEDEDE"/>
            </a:solidFill>
          </a:ln>
        </p:spPr>
        <p:txBody>
          <a:bodyPr anchor="t"/>
          <a:lstStyle/>
          <a:p>
            <a:endParaRPr lang="en-US" sz="1400" b="1" noProof="0">
              <a:solidFill>
                <a:srgbClr val="4C4C4C"/>
              </a:solidFill>
              <a:latin typeface="+mj-lt"/>
            </a:endParaRPr>
          </a:p>
          <a:p>
            <a:endParaRPr lang="en-US" sz="1400" b="1" noProof="0">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a:solidFill>
                  <a:srgbClr val="4C4C4C"/>
                </a:solidFill>
                <a:latin typeface="+mj-lt"/>
              </a:rPr>
              <a:t>Azure AI Search	</a:t>
            </a:r>
            <a:r>
              <a:rPr lang="en-US" sz="1200">
                <a:solidFill>
                  <a:srgbClr val="4C4C4C"/>
                </a:solidFill>
                <a:latin typeface="Segoe UI"/>
              </a:rPr>
              <a:t>Knowledge retrieval for Foundry IQ or File Search</a:t>
            </a:r>
            <a:endParaRPr lang="en-US" sz="1400" b="1">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a:solidFill>
                  <a:srgbClr val="4C4C4C"/>
                </a:solidFill>
                <a:latin typeface="+mj-lt"/>
              </a:rPr>
              <a:t>Azure Storage	</a:t>
            </a:r>
            <a:r>
              <a:rPr kumimoji="0" lang="en-US" sz="1200" b="0" i="0" u="none" strike="noStrike" kern="1200" cap="none" spc="0" normalizeH="0" baseline="0" noProof="0">
                <a:ln>
                  <a:noFill/>
                </a:ln>
                <a:solidFill>
                  <a:srgbClr val="4C4C4C"/>
                </a:solidFill>
                <a:effectLst/>
                <a:uLnTx/>
                <a:uFillTx/>
                <a:latin typeface="Segoe UI"/>
                <a:ea typeface="+mn-ea"/>
                <a:cs typeface="+mn-cs"/>
              </a:rPr>
              <a:t>Files agents can read and write</a:t>
            </a:r>
          </a:p>
          <a:p>
            <a:pPr marL="285750" indent="-285750">
              <a:buClr>
                <a:schemeClr val="tx1">
                  <a:lumMod val="75000"/>
                  <a:lumOff val="25000"/>
                </a:schemeClr>
              </a:buClr>
              <a:buFont typeface="Arial" panose="020B0604020202020204" pitchFamily="34" charset="0"/>
              <a:buChar char="•"/>
            </a:pPr>
            <a:r>
              <a:rPr lang="en-US" sz="1400" b="1">
                <a:solidFill>
                  <a:srgbClr val="4C4C4C"/>
                </a:solidFill>
                <a:latin typeface="+mj-lt"/>
              </a:rPr>
              <a:t>Azure Key Vault	</a:t>
            </a:r>
            <a:r>
              <a:rPr lang="en-US" sz="1200">
                <a:solidFill>
                  <a:srgbClr val="4C4C4C"/>
                </a:solidFill>
                <a:latin typeface="Segoe UI"/>
              </a:rPr>
              <a:t>Securely store secrets and credentials</a:t>
            </a:r>
            <a:endParaRPr lang="en-US" sz="1400" b="1">
              <a:solidFill>
                <a:srgbClr val="4C4C4C"/>
              </a:solidFill>
              <a:latin typeface="+mj-lt"/>
            </a:endParaRPr>
          </a:p>
          <a:p>
            <a:pPr marL="285750" indent="-285750">
              <a:buClr>
                <a:schemeClr val="tx1">
                  <a:lumMod val="75000"/>
                  <a:lumOff val="25000"/>
                </a:schemeClr>
              </a:buClr>
              <a:buFont typeface="Arial" panose="020B0604020202020204" pitchFamily="34" charset="0"/>
              <a:buChar char="•"/>
            </a:pPr>
            <a:r>
              <a:rPr lang="en-US" sz="1400" b="1">
                <a:solidFill>
                  <a:srgbClr val="4C4C4C"/>
                </a:solidFill>
                <a:latin typeface="+mj-lt"/>
              </a:rPr>
              <a:t>Azure Functions	</a:t>
            </a:r>
            <a:r>
              <a:rPr lang="en-US" sz="1200">
                <a:solidFill>
                  <a:srgbClr val="4C4C4C"/>
                </a:solidFill>
                <a:latin typeface="Segoe UI"/>
              </a:rPr>
              <a:t>Custom tool implementations and business logic</a:t>
            </a:r>
            <a:endParaRPr lang="en-US" sz="1400" b="1">
              <a:solidFill>
                <a:srgbClr val="4C4C4C"/>
              </a:solidFill>
              <a:latin typeface="+mj-lt"/>
            </a:endParaRPr>
          </a:p>
        </p:txBody>
      </p:sp>
      <p:sp>
        <p:nvSpPr>
          <p:cNvPr id="55" name="Oval 54">
            <a:extLst>
              <a:ext uri="{FF2B5EF4-FFF2-40B4-BE49-F238E27FC236}">
                <a16:creationId xmlns:a16="http://schemas.microsoft.com/office/drawing/2014/main" id="{C5771827-17F3-38FF-89FE-BB38839C131A}"/>
              </a:ext>
            </a:extLst>
          </p:cNvPr>
          <p:cNvSpPr/>
          <p:nvPr/>
        </p:nvSpPr>
        <p:spPr bwMode="auto">
          <a:xfrm>
            <a:off x="5149096" y="4205021"/>
            <a:ext cx="365760" cy="365760"/>
          </a:xfrm>
          <a:prstGeom prst="ellipse">
            <a:avLst/>
          </a:prstGeom>
          <a:solidFill>
            <a:schemeClr val="tx1">
              <a:lumMod val="75000"/>
              <a:lumOff val="2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800" b="1">
                <a:gradFill>
                  <a:gsLst>
                    <a:gs pos="0">
                      <a:srgbClr val="FFFFFF"/>
                    </a:gs>
                    <a:gs pos="100000">
                      <a:srgbClr val="FFFFFF"/>
                    </a:gs>
                  </a:gsLst>
                  <a:lin ang="5400000" scaled="0"/>
                </a:gradFill>
                <a:latin typeface="+mj-lt"/>
                <a:ea typeface="Segoe UI" pitchFamily="34" charset="0"/>
                <a:cs typeface="Segoe UI" pitchFamily="34" charset="0"/>
              </a:rPr>
              <a:t>+</a:t>
            </a:r>
          </a:p>
        </p:txBody>
      </p:sp>
      <p:sp>
        <p:nvSpPr>
          <p:cNvPr id="56" name="TextBox 55">
            <a:extLst>
              <a:ext uri="{FF2B5EF4-FFF2-40B4-BE49-F238E27FC236}">
                <a16:creationId xmlns:a16="http://schemas.microsoft.com/office/drawing/2014/main" id="{CD54D526-D86B-1EAC-02FA-B8CF1E8019E3}"/>
              </a:ext>
            </a:extLst>
          </p:cNvPr>
          <p:cNvSpPr txBox="1"/>
          <p:nvPr/>
        </p:nvSpPr>
        <p:spPr>
          <a:xfrm>
            <a:off x="5509665" y="4213620"/>
            <a:ext cx="3137607" cy="338554"/>
          </a:xfrm>
          <a:prstGeom prst="rect">
            <a:avLst/>
          </a:prstGeom>
          <a:noFill/>
        </p:spPr>
        <p:txBody>
          <a:bodyPr wrap="square">
            <a:spAutoFit/>
          </a:bodyPr>
          <a:lstStyle/>
          <a:p>
            <a:r>
              <a:rPr lang="en-US" sz="1600" b="1">
                <a:solidFill>
                  <a:schemeClr val="tx1">
                    <a:lumMod val="75000"/>
                    <a:lumOff val="25000"/>
                  </a:schemeClr>
                </a:solidFill>
                <a:latin typeface="+mj-lt"/>
              </a:rPr>
              <a:t> </a:t>
            </a:r>
            <a:r>
              <a:rPr lang="en-US" sz="1600" b="1" noProof="0">
                <a:solidFill>
                  <a:schemeClr val="tx1">
                    <a:lumMod val="75000"/>
                    <a:lumOff val="25000"/>
                  </a:schemeClr>
                </a:solidFill>
                <a:latin typeface="+mj-lt"/>
              </a:rPr>
              <a:t>Optional resources</a:t>
            </a:r>
            <a:endParaRPr lang="en-US" sz="1600">
              <a:solidFill>
                <a:schemeClr val="tx1">
                  <a:lumMod val="75000"/>
                  <a:lumOff val="25000"/>
                </a:schemeClr>
              </a:solidFill>
            </a:endParaRPr>
          </a:p>
        </p:txBody>
      </p:sp>
    </p:spTree>
    <p:extLst>
      <p:ext uri="{BB962C8B-B14F-4D97-AF65-F5344CB8AC3E}">
        <p14:creationId xmlns:p14="http://schemas.microsoft.com/office/powerpoint/2010/main" val="419714777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D22E2-0001-ABDA-44AF-DC5A96AFD1B6}"/>
              </a:ext>
            </a:extLst>
          </p:cNvPr>
          <p:cNvSpPr>
            <a:spLocks noGrp="1"/>
          </p:cNvSpPr>
          <p:nvPr>
            <p:ph type="title"/>
          </p:nvPr>
        </p:nvSpPr>
        <p:spPr/>
        <p:txBody>
          <a:bodyPr/>
          <a:lstStyle/>
          <a:p>
            <a:r>
              <a:rPr lang="en-US" sz="3200"/>
              <a:t>Choose your development approach</a:t>
            </a:r>
          </a:p>
        </p:txBody>
      </p:sp>
      <p:sp>
        <p:nvSpPr>
          <p:cNvPr id="6" name="Text Placeholder 5">
            <a:extLst>
              <a:ext uri="{FF2B5EF4-FFF2-40B4-BE49-F238E27FC236}">
                <a16:creationId xmlns:a16="http://schemas.microsoft.com/office/drawing/2014/main" id="{6B4F3C30-140A-7982-1739-CD6739638D90}"/>
              </a:ext>
            </a:extLst>
          </p:cNvPr>
          <p:cNvSpPr>
            <a:spLocks noGrp="1"/>
          </p:cNvSpPr>
          <p:nvPr>
            <p:ph type="body" sz="quarter" idx="16"/>
          </p:nvPr>
        </p:nvSpPr>
        <p:spPr>
          <a:xfrm>
            <a:off x="1273214" y="1442945"/>
            <a:ext cx="4530685" cy="553998"/>
          </a:xfrm>
        </p:spPr>
        <p:txBody>
          <a:bodyPr/>
          <a:lstStyle/>
          <a:p>
            <a:r>
              <a:rPr lang="en-US" sz="2000">
                <a:solidFill>
                  <a:schemeClr val="accent1"/>
                </a:solidFill>
              </a:rPr>
              <a:t>Foundry portal</a:t>
            </a:r>
          </a:p>
          <a:p>
            <a:r>
              <a:rPr lang="en-US">
                <a:solidFill>
                  <a:schemeClr val="tx1">
                    <a:lumMod val="50000"/>
                    <a:lumOff val="50000"/>
                  </a:schemeClr>
                </a:solidFill>
                <a:latin typeface="+mn-lt"/>
              </a:rPr>
              <a:t>Visual, web-based, no local setup required</a:t>
            </a:r>
            <a:endParaRPr lang="en-US" sz="1800">
              <a:solidFill>
                <a:schemeClr val="tx1">
                  <a:lumMod val="50000"/>
                  <a:lumOff val="50000"/>
                </a:schemeClr>
              </a:solidFill>
              <a:latin typeface="+mn-lt"/>
            </a:endParaRPr>
          </a:p>
        </p:txBody>
      </p:sp>
      <p:sp>
        <p:nvSpPr>
          <p:cNvPr id="5" name="Text Placeholder 4">
            <a:extLst>
              <a:ext uri="{FF2B5EF4-FFF2-40B4-BE49-F238E27FC236}">
                <a16:creationId xmlns:a16="http://schemas.microsoft.com/office/drawing/2014/main" id="{E2E67AE3-7A40-0D89-3029-CA8E1037A693}"/>
              </a:ext>
            </a:extLst>
          </p:cNvPr>
          <p:cNvSpPr>
            <a:spLocks noGrp="1"/>
          </p:cNvSpPr>
          <p:nvPr>
            <p:ph type="body" sz="quarter" idx="15"/>
          </p:nvPr>
        </p:nvSpPr>
        <p:spPr>
          <a:xfrm>
            <a:off x="586390" y="2189939"/>
            <a:ext cx="5217510" cy="2856167"/>
          </a:xfrm>
        </p:spPr>
        <p:txBody>
          <a:bodyPr/>
          <a:lstStyle/>
          <a:p>
            <a:pPr marL="287338" indent="-287338">
              <a:buFont typeface="System Font Regular"/>
              <a:buChar char="✓"/>
            </a:pPr>
            <a:r>
              <a:rPr lang="en-US" b="1"/>
              <a:t>Quick prototyping</a:t>
            </a:r>
            <a:br>
              <a:rPr lang="en-US" b="1"/>
            </a:br>
            <a:r>
              <a:rPr lang="en-US" sz="1400">
                <a:solidFill>
                  <a:schemeClr val="tx1">
                    <a:lumMod val="50000"/>
                    <a:lumOff val="50000"/>
                  </a:schemeClr>
                </a:solidFill>
              </a:rPr>
              <a:t>Test agent concepts without setting up </a:t>
            </a:r>
            <a:br>
              <a:rPr lang="en-US" sz="1400">
                <a:solidFill>
                  <a:schemeClr val="tx1">
                    <a:lumMod val="50000"/>
                    <a:lumOff val="50000"/>
                  </a:schemeClr>
                </a:solidFill>
              </a:rPr>
            </a:br>
            <a:r>
              <a:rPr lang="en-US" sz="1400">
                <a:solidFill>
                  <a:schemeClr val="tx1">
                    <a:lumMod val="50000"/>
                    <a:lumOff val="50000"/>
                  </a:schemeClr>
                </a:solidFill>
              </a:rPr>
              <a:t>a local development environment</a:t>
            </a:r>
          </a:p>
          <a:p>
            <a:pPr marL="287338" indent="-287338">
              <a:buFont typeface="System Font Regular"/>
              <a:buChar char="✓"/>
            </a:pPr>
            <a:r>
              <a:rPr lang="en-US" b="1"/>
              <a:t>Visual configuration</a:t>
            </a:r>
            <a:br>
              <a:rPr lang="en-US" b="1"/>
            </a:br>
            <a:r>
              <a:rPr lang="en-US" sz="1400">
                <a:solidFill>
                  <a:schemeClr val="tx1">
                    <a:lumMod val="50000"/>
                    <a:lumOff val="50000"/>
                  </a:schemeClr>
                </a:solidFill>
              </a:rPr>
              <a:t>Configure agents through intuitive forms </a:t>
            </a:r>
            <a:br>
              <a:rPr lang="en-US" sz="1400">
                <a:solidFill>
                  <a:schemeClr val="tx1">
                    <a:lumMod val="50000"/>
                    <a:lumOff val="50000"/>
                  </a:schemeClr>
                </a:solidFill>
              </a:rPr>
            </a:br>
            <a:r>
              <a:rPr lang="en-US" sz="1400">
                <a:solidFill>
                  <a:schemeClr val="tx1">
                    <a:lumMod val="50000"/>
                    <a:lumOff val="50000"/>
                  </a:schemeClr>
                </a:solidFill>
              </a:rPr>
              <a:t>and dropdowns rather than code</a:t>
            </a:r>
          </a:p>
          <a:p>
            <a:pPr marL="287338" indent="-287338">
              <a:buFont typeface="System Font Regular"/>
              <a:buChar char="✓"/>
            </a:pPr>
            <a:r>
              <a:rPr lang="en-US" b="1"/>
              <a:t>Centralized management</a:t>
            </a:r>
            <a:br>
              <a:rPr lang="en-US" b="1"/>
            </a:br>
            <a:r>
              <a:rPr lang="en-US" sz="1400">
                <a:solidFill>
                  <a:schemeClr val="tx1">
                    <a:lumMod val="50000"/>
                    <a:lumOff val="50000"/>
                  </a:schemeClr>
                </a:solidFill>
              </a:rPr>
              <a:t>View and manage all agents across projects </a:t>
            </a:r>
            <a:br>
              <a:rPr lang="en-US" sz="1400">
                <a:solidFill>
                  <a:schemeClr val="tx1">
                    <a:lumMod val="50000"/>
                    <a:lumOff val="50000"/>
                  </a:schemeClr>
                </a:solidFill>
              </a:rPr>
            </a:br>
            <a:r>
              <a:rPr lang="en-US" sz="1400">
                <a:solidFill>
                  <a:schemeClr val="tx1">
                    <a:lumMod val="50000"/>
                    <a:lumOff val="50000"/>
                  </a:schemeClr>
                </a:solidFill>
              </a:rPr>
              <a:t>in one place with dashboards</a:t>
            </a:r>
          </a:p>
          <a:p>
            <a:pPr marL="287338" indent="-287338">
              <a:buFont typeface="System Font Regular"/>
              <a:buChar char="✓"/>
            </a:pPr>
            <a:r>
              <a:rPr lang="en-US" b="1"/>
              <a:t>Team collaboration</a:t>
            </a:r>
            <a:br>
              <a:rPr lang="en-US" b="1"/>
            </a:br>
            <a:r>
              <a:rPr lang="en-US" sz="1400">
                <a:solidFill>
                  <a:schemeClr val="tx1">
                    <a:lumMod val="50000"/>
                    <a:lumOff val="50000"/>
                  </a:schemeClr>
                </a:solidFill>
              </a:rPr>
              <a:t>Share configurations with stakeholders </a:t>
            </a:r>
            <a:br>
              <a:rPr lang="en-US" sz="1400">
                <a:solidFill>
                  <a:schemeClr val="tx1">
                    <a:lumMod val="50000"/>
                    <a:lumOff val="50000"/>
                  </a:schemeClr>
                </a:solidFill>
              </a:rPr>
            </a:br>
            <a:r>
              <a:rPr lang="en-US" sz="1400">
                <a:solidFill>
                  <a:schemeClr val="tx1">
                    <a:lumMod val="50000"/>
                    <a:lumOff val="50000"/>
                  </a:schemeClr>
                </a:solidFill>
              </a:rPr>
              <a:t>who prefer visual interfaces</a:t>
            </a:r>
            <a:endParaRPr lang="en-US">
              <a:solidFill>
                <a:schemeClr val="tx1">
                  <a:lumMod val="50000"/>
                  <a:lumOff val="50000"/>
                </a:schemeClr>
              </a:solidFill>
            </a:endParaRPr>
          </a:p>
        </p:txBody>
      </p:sp>
      <p:sp>
        <p:nvSpPr>
          <p:cNvPr id="8" name="Text Placeholder 7">
            <a:extLst>
              <a:ext uri="{FF2B5EF4-FFF2-40B4-BE49-F238E27FC236}">
                <a16:creationId xmlns:a16="http://schemas.microsoft.com/office/drawing/2014/main" id="{1C845E65-0FE4-A65E-3D7C-C279F2962DD9}"/>
              </a:ext>
            </a:extLst>
          </p:cNvPr>
          <p:cNvSpPr>
            <a:spLocks noGrp="1"/>
          </p:cNvSpPr>
          <p:nvPr>
            <p:ph type="body" sz="quarter" idx="20"/>
          </p:nvPr>
        </p:nvSpPr>
        <p:spPr>
          <a:xfrm>
            <a:off x="6253664" y="2189939"/>
            <a:ext cx="5187106" cy="2856167"/>
          </a:xfrm>
        </p:spPr>
        <p:txBody>
          <a:bodyPr/>
          <a:lstStyle/>
          <a:p>
            <a:pPr marL="287338" indent="-287338">
              <a:buFont typeface="System Font Regular"/>
              <a:buChar char="✓"/>
            </a:pPr>
            <a:r>
              <a:rPr lang="en-US" b="1"/>
              <a:t>Developer-centric workflows</a:t>
            </a:r>
            <a:br>
              <a:rPr lang="en-US"/>
            </a:br>
            <a:r>
              <a:rPr lang="en-US" sz="1400">
                <a:solidFill>
                  <a:schemeClr val="tx1">
                    <a:lumMod val="50000"/>
                    <a:lumOff val="50000"/>
                  </a:schemeClr>
                </a:solidFill>
              </a:rPr>
              <a:t>Build agents alongside application code </a:t>
            </a:r>
            <a:br>
              <a:rPr lang="en-US" sz="1400">
                <a:solidFill>
                  <a:schemeClr val="tx1">
                    <a:lumMod val="50000"/>
                    <a:lumOff val="50000"/>
                  </a:schemeClr>
                </a:solidFill>
              </a:rPr>
            </a:br>
            <a:r>
              <a:rPr lang="en-US" sz="1400">
                <a:solidFill>
                  <a:schemeClr val="tx1">
                    <a:lumMod val="50000"/>
                    <a:lumOff val="50000"/>
                  </a:schemeClr>
                </a:solidFill>
              </a:rPr>
              <a:t>in a single familiar environment</a:t>
            </a:r>
          </a:p>
          <a:p>
            <a:pPr marL="287338" indent="-287338">
              <a:buFont typeface="System Font Regular"/>
              <a:buChar char="✓"/>
            </a:pPr>
            <a:r>
              <a:rPr lang="en-US" b="1"/>
              <a:t>Version control integration</a:t>
            </a:r>
            <a:br>
              <a:rPr lang="en-US"/>
            </a:br>
            <a:r>
              <a:rPr lang="en-US" sz="1400">
                <a:solidFill>
                  <a:schemeClr val="tx1">
                    <a:lumMod val="50000"/>
                    <a:lumOff val="50000"/>
                  </a:schemeClr>
                </a:solidFill>
              </a:rPr>
              <a:t>Track agent configurations in Git </a:t>
            </a:r>
            <a:br>
              <a:rPr lang="en-US" sz="1400">
                <a:solidFill>
                  <a:schemeClr val="tx1">
                    <a:lumMod val="50000"/>
                    <a:lumOff val="50000"/>
                  </a:schemeClr>
                </a:solidFill>
              </a:rPr>
            </a:br>
            <a:r>
              <a:rPr lang="en-US" sz="1400">
                <a:solidFill>
                  <a:schemeClr val="tx1">
                    <a:lumMod val="50000"/>
                    <a:lumOff val="50000"/>
                  </a:schemeClr>
                </a:solidFill>
              </a:rPr>
              <a:t>alongside your codebase</a:t>
            </a:r>
          </a:p>
          <a:p>
            <a:pPr marL="287338" indent="-287338">
              <a:buFont typeface="System Font Regular"/>
              <a:buChar char="✓"/>
            </a:pPr>
            <a:r>
              <a:rPr lang="en-US" b="1"/>
              <a:t>Code-first development</a:t>
            </a:r>
            <a:br>
              <a:rPr lang="en-US"/>
            </a:br>
            <a:r>
              <a:rPr lang="en-US" sz="1400">
                <a:solidFill>
                  <a:schemeClr val="tx1">
                    <a:lumMod val="50000"/>
                    <a:lumOff val="50000"/>
                  </a:schemeClr>
                </a:solidFill>
              </a:rPr>
              <a:t>Edit YAML configurations directly and </a:t>
            </a:r>
            <a:br>
              <a:rPr lang="en-US" sz="1400">
                <a:solidFill>
                  <a:schemeClr val="tx1">
                    <a:lumMod val="50000"/>
                    <a:lumOff val="50000"/>
                  </a:schemeClr>
                </a:solidFill>
              </a:rPr>
            </a:br>
            <a:r>
              <a:rPr lang="en-US" sz="1400">
                <a:solidFill>
                  <a:schemeClr val="tx1">
                    <a:lumMod val="50000"/>
                    <a:lumOff val="50000"/>
                  </a:schemeClr>
                </a:solidFill>
              </a:rPr>
              <a:t>integrate agents into application logic</a:t>
            </a:r>
          </a:p>
          <a:p>
            <a:pPr marL="287338" indent="-287338">
              <a:buFont typeface="System Font Regular"/>
              <a:buChar char="✓"/>
            </a:pPr>
            <a:r>
              <a:rPr lang="en-US" b="1"/>
              <a:t>Local development</a:t>
            </a:r>
            <a:br>
              <a:rPr lang="en-US"/>
            </a:br>
            <a:r>
              <a:rPr lang="en-US" sz="1400">
                <a:solidFill>
                  <a:schemeClr val="tx1">
                    <a:lumMod val="50000"/>
                    <a:lumOff val="50000"/>
                  </a:schemeClr>
                </a:solidFill>
              </a:rPr>
              <a:t>Design and test agents offline before </a:t>
            </a:r>
            <a:br>
              <a:rPr lang="en-US" sz="1400">
                <a:solidFill>
                  <a:schemeClr val="tx1">
                    <a:lumMod val="50000"/>
                    <a:lumOff val="50000"/>
                  </a:schemeClr>
                </a:solidFill>
              </a:rPr>
            </a:br>
            <a:r>
              <a:rPr lang="en-US" sz="1400">
                <a:solidFill>
                  <a:schemeClr val="tx1">
                    <a:lumMod val="50000"/>
                    <a:lumOff val="50000"/>
                  </a:schemeClr>
                </a:solidFill>
              </a:rPr>
              <a:t>deploying to Azure</a:t>
            </a:r>
            <a:endParaRPr lang="en-US">
              <a:solidFill>
                <a:schemeClr val="tx1">
                  <a:lumMod val="50000"/>
                  <a:lumOff val="50000"/>
                </a:schemeClr>
              </a:solidFill>
            </a:endParaRPr>
          </a:p>
        </p:txBody>
      </p:sp>
      <p:sp>
        <p:nvSpPr>
          <p:cNvPr id="3" name="Footer Placeholder 2">
            <a:extLst>
              <a:ext uri="{FF2B5EF4-FFF2-40B4-BE49-F238E27FC236}">
                <a16:creationId xmlns:a16="http://schemas.microsoft.com/office/drawing/2014/main" id="{BF23189A-8C36-C830-67B2-96B9FD1C1964}"/>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12" name="Group 11">
            <a:extLst>
              <a:ext uri="{FF2B5EF4-FFF2-40B4-BE49-F238E27FC236}">
                <a16:creationId xmlns:a16="http://schemas.microsoft.com/office/drawing/2014/main" id="{9A4B833E-08AB-0F52-A137-7B4D6839FF53}"/>
              </a:ext>
            </a:extLst>
          </p:cNvPr>
          <p:cNvGrpSpPr/>
          <p:nvPr/>
        </p:nvGrpSpPr>
        <p:grpSpPr>
          <a:xfrm>
            <a:off x="586390" y="1442945"/>
            <a:ext cx="548640" cy="548640"/>
            <a:chOff x="2558005" y="1190845"/>
            <a:chExt cx="914400" cy="914400"/>
          </a:xfrm>
        </p:grpSpPr>
        <p:sp>
          <p:nvSpPr>
            <p:cNvPr id="9" name="Oval 8">
              <a:extLst>
                <a:ext uri="{FF2B5EF4-FFF2-40B4-BE49-F238E27FC236}">
                  <a16:creationId xmlns:a16="http://schemas.microsoft.com/office/drawing/2014/main" id="{A9B5084B-B7CD-FB54-811E-B5FF55FC9446}"/>
                </a:ext>
              </a:extLst>
            </p:cNvPr>
            <p:cNvSpPr/>
            <p:nvPr/>
          </p:nvSpPr>
          <p:spPr bwMode="auto">
            <a:xfrm>
              <a:off x="2558005" y="1190845"/>
              <a:ext cx="914400" cy="9144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1" name="Graphic 10" descr="Browser window outline">
              <a:extLst>
                <a:ext uri="{FF2B5EF4-FFF2-40B4-BE49-F238E27FC236}">
                  <a16:creationId xmlns:a16="http://schemas.microsoft.com/office/drawing/2014/main" id="{1ACFFA8A-D7AE-55D3-32A1-969DA1388B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652028" y="1284868"/>
              <a:ext cx="726354" cy="726354"/>
            </a:xfrm>
            <a:prstGeom prst="rect">
              <a:avLst/>
            </a:prstGeom>
          </p:spPr>
        </p:pic>
      </p:grpSp>
      <p:sp>
        <p:nvSpPr>
          <p:cNvPr id="14" name="Oval 13">
            <a:extLst>
              <a:ext uri="{FF2B5EF4-FFF2-40B4-BE49-F238E27FC236}">
                <a16:creationId xmlns:a16="http://schemas.microsoft.com/office/drawing/2014/main" id="{A143ED69-AD14-16FE-69F2-5ABF968EE19F}"/>
              </a:ext>
              <a:ext uri="{C183D7F6-B498-43B3-948B-1728B52AA6E4}">
                <adec:decorative xmlns:adec="http://schemas.microsoft.com/office/drawing/2017/decorative" val="1"/>
              </a:ext>
            </a:extLst>
          </p:cNvPr>
          <p:cNvSpPr/>
          <p:nvPr/>
        </p:nvSpPr>
        <p:spPr bwMode="auto">
          <a:xfrm>
            <a:off x="6244220" y="1449909"/>
            <a:ext cx="548640" cy="54864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050">
              <a:gradFill>
                <a:gsLst>
                  <a:gs pos="0">
                    <a:srgbClr val="FFFFFF"/>
                  </a:gs>
                  <a:gs pos="100000">
                    <a:srgbClr val="FFFFFF"/>
                  </a:gs>
                </a:gsLst>
                <a:lin ang="5400000" scaled="0"/>
              </a:gradFill>
              <a:ea typeface="Segoe UI" pitchFamily="34" charset="0"/>
              <a:cs typeface="Segoe UI" pitchFamily="34" charset="0"/>
            </a:endParaRPr>
          </a:p>
        </p:txBody>
      </p:sp>
      <p:sp>
        <p:nvSpPr>
          <p:cNvPr id="16" name="TextBox 15">
            <a:extLst>
              <a:ext uri="{FF2B5EF4-FFF2-40B4-BE49-F238E27FC236}">
                <a16:creationId xmlns:a16="http://schemas.microsoft.com/office/drawing/2014/main" id="{79C00DAA-C6EB-1481-CDD5-AB6B2C1FA867}"/>
              </a:ext>
            </a:extLst>
          </p:cNvPr>
          <p:cNvSpPr txBox="1"/>
          <p:nvPr/>
        </p:nvSpPr>
        <p:spPr>
          <a:xfrm>
            <a:off x="6337400" y="1594155"/>
            <a:ext cx="362279" cy="246221"/>
          </a:xfrm>
          <a:prstGeom prst="rect">
            <a:avLst/>
          </a:prstGeom>
          <a:noFill/>
        </p:spPr>
        <p:txBody>
          <a:bodyPr wrap="none" lIns="0" tIns="0" rIns="0" bIns="0" rtlCol="0">
            <a:spAutoFit/>
          </a:bodyPr>
          <a:lstStyle/>
          <a:p>
            <a:pPr algn="l"/>
            <a:r>
              <a:rPr lang="en-US" sz="1600">
                <a:solidFill>
                  <a:schemeClr val="bg1"/>
                </a:solidFill>
              </a:rPr>
              <a:t>&lt;/&gt;</a:t>
            </a:r>
          </a:p>
        </p:txBody>
      </p:sp>
      <p:sp>
        <p:nvSpPr>
          <p:cNvPr id="17" name="Text Placeholder 5">
            <a:extLst>
              <a:ext uri="{FF2B5EF4-FFF2-40B4-BE49-F238E27FC236}">
                <a16:creationId xmlns:a16="http://schemas.microsoft.com/office/drawing/2014/main" id="{D8306866-220A-3428-A458-973B38B29091}"/>
              </a:ext>
            </a:extLst>
          </p:cNvPr>
          <p:cNvSpPr txBox="1"/>
          <p:nvPr/>
        </p:nvSpPr>
        <p:spPr>
          <a:xfrm>
            <a:off x="6886040" y="1449909"/>
            <a:ext cx="4530685" cy="553998"/>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ct val="0"/>
              </a:spcBef>
              <a:spcAft>
                <a:spcPct val="0"/>
              </a:spcAft>
              <a:buClrTx/>
              <a:buSzPct val="90000"/>
              <a:buFont typeface="Arial" panose="020B0604020202020204" pitchFamily="34" charset="0"/>
              <a:buNone/>
              <a:defRPr sz="1600" kern="1200" spc="0" baseline="0">
                <a:solidFill>
                  <a:schemeClr val="tx1"/>
                </a:solidFill>
                <a:latin typeface="+mj-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000">
                <a:solidFill>
                  <a:schemeClr val="accent2"/>
                </a:solidFill>
              </a:rPr>
              <a:t>Visual Studio Code</a:t>
            </a:r>
          </a:p>
          <a:p>
            <a:r>
              <a:rPr lang="en-US">
                <a:solidFill>
                  <a:schemeClr val="tx1">
                    <a:lumMod val="50000"/>
                    <a:lumOff val="50000"/>
                  </a:schemeClr>
                </a:solidFill>
                <a:latin typeface="+mn-lt"/>
              </a:rPr>
              <a:t>Developer-centric, code-integrated, Git-friendly</a:t>
            </a:r>
          </a:p>
        </p:txBody>
      </p:sp>
      <p:sp>
        <p:nvSpPr>
          <p:cNvPr id="18" name="RetrievalCard">
            <a:extLst>
              <a:ext uri="{FF2B5EF4-FFF2-40B4-BE49-F238E27FC236}">
                <a16:creationId xmlns:a16="http://schemas.microsoft.com/office/drawing/2014/main" id="{F44C0644-EE7B-0C16-C90C-E32B02B33D3C}"/>
              </a:ext>
            </a:extLst>
          </p:cNvPr>
          <p:cNvSpPr/>
          <p:nvPr/>
        </p:nvSpPr>
        <p:spPr>
          <a:xfrm>
            <a:off x="586390" y="5404301"/>
            <a:ext cx="11009410" cy="377168"/>
          </a:xfrm>
          <a:prstGeom prst="roundRect">
            <a:avLst>
              <a:gd name="adj" fmla="val 12000"/>
            </a:avLst>
          </a:prstGeom>
          <a:solidFill>
            <a:srgbClr val="F8F8F8"/>
          </a:solidFill>
          <a:ln w="9525">
            <a:solidFill>
              <a:srgbClr val="DEDEDE"/>
            </a:solidFill>
          </a:ln>
        </p:spPr>
        <p:txBody>
          <a:bodyPr anchor="ctr"/>
          <a:lstStyle/>
          <a:p>
            <a:r>
              <a:rPr lang="en-US" sz="1300" b="1" noProof="0"/>
              <a:t>Many teams use both: </a:t>
            </a:r>
            <a:r>
              <a:rPr lang="en-US" sz="1300" noProof="0"/>
              <a:t>the Foundry portal for initial exploration and reviews, and VS Code for detailed development and production deployments.</a:t>
            </a:r>
          </a:p>
        </p:txBody>
      </p:sp>
      <p:cxnSp>
        <p:nvCxnSpPr>
          <p:cNvPr id="20" name="Straight Connector 19">
            <a:extLst>
              <a:ext uri="{FF2B5EF4-FFF2-40B4-BE49-F238E27FC236}">
                <a16:creationId xmlns:a16="http://schemas.microsoft.com/office/drawing/2014/main" id="{7DF6BB29-95CD-37B0-A3DD-E1D382B2635D}"/>
              </a:ext>
              <a:ext uri="{C183D7F6-B498-43B3-948B-1728B52AA6E4}">
                <adec:decorative xmlns:adec="http://schemas.microsoft.com/office/drawing/2017/decorative" val="1"/>
              </a:ext>
            </a:extLst>
          </p:cNvPr>
          <p:cNvCxnSpPr/>
          <p:nvPr/>
        </p:nvCxnSpPr>
        <p:spPr>
          <a:xfrm flipH="1">
            <a:off x="5644584" y="1449909"/>
            <a:ext cx="0" cy="3761316"/>
          </a:xfrm>
          <a:prstGeom prst="line">
            <a:avLst/>
          </a:prstGeom>
          <a:ln>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ECFCDAC7-DB2E-2796-3BD6-E09FB85AE9D9}"/>
              </a:ext>
            </a:extLst>
          </p:cNvPr>
          <p:cNvSpPr txBox="1"/>
          <p:nvPr/>
        </p:nvSpPr>
        <p:spPr>
          <a:xfrm>
            <a:off x="5505122" y="3170778"/>
            <a:ext cx="278923" cy="246221"/>
          </a:xfrm>
          <a:prstGeom prst="rect">
            <a:avLst/>
          </a:prstGeom>
          <a:solidFill>
            <a:schemeClr val="bg1"/>
          </a:solidFill>
        </p:spPr>
        <p:txBody>
          <a:bodyPr wrap="none" lIns="0" tIns="0" rIns="0" bIns="0" rtlCol="0">
            <a:spAutoFit/>
          </a:bodyPr>
          <a:lstStyle/>
          <a:p>
            <a:pPr algn="l"/>
            <a:r>
              <a:rPr lang="en-US" sz="1600">
                <a:solidFill>
                  <a:schemeClr val="tx1">
                    <a:lumMod val="75000"/>
                    <a:lumOff val="25000"/>
                  </a:schemeClr>
                </a:solidFill>
              </a:rPr>
              <a:t>OR</a:t>
            </a:r>
          </a:p>
        </p:txBody>
      </p:sp>
    </p:spTree>
    <p:extLst>
      <p:ext uri="{BB962C8B-B14F-4D97-AF65-F5344CB8AC3E}">
        <p14:creationId xmlns:p14="http://schemas.microsoft.com/office/powerpoint/2010/main" val="340699638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1C62F3-2AB4-01B3-A6DC-D8FEB3C0A967}"/>
              </a:ext>
            </a:extLst>
          </p:cNvPr>
          <p:cNvSpPr>
            <a:spLocks noGrp="1"/>
          </p:cNvSpPr>
          <p:nvPr>
            <p:ph type="title"/>
          </p:nvPr>
        </p:nvSpPr>
        <p:spPr>
          <a:xfrm>
            <a:off x="588262" y="585216"/>
            <a:ext cx="5652201" cy="492443"/>
          </a:xfrm>
        </p:spPr>
        <p:txBody>
          <a:bodyPr/>
          <a:lstStyle/>
          <a:p>
            <a:r>
              <a:rPr lang="en-US" sz="3200"/>
              <a:t>Demo</a:t>
            </a:r>
          </a:p>
        </p:txBody>
      </p:sp>
      <p:sp>
        <p:nvSpPr>
          <p:cNvPr id="7" name="Text Placeholder 6">
            <a:extLst>
              <a:ext uri="{FF2B5EF4-FFF2-40B4-BE49-F238E27FC236}">
                <a16:creationId xmlns:a16="http://schemas.microsoft.com/office/drawing/2014/main" id="{B489270F-9EF7-9F08-4517-BEDF258E3EBE}"/>
              </a:ext>
            </a:extLst>
          </p:cNvPr>
          <p:cNvSpPr>
            <a:spLocks noGrp="1"/>
          </p:cNvSpPr>
          <p:nvPr>
            <p:ph type="body" sz="quarter" idx="16"/>
          </p:nvPr>
        </p:nvSpPr>
        <p:spPr>
          <a:xfrm>
            <a:off x="584199" y="1594155"/>
            <a:ext cx="5654573" cy="307777"/>
          </a:xfrm>
        </p:spPr>
        <p:txBody>
          <a:bodyPr/>
          <a:lstStyle/>
          <a:p>
            <a:r>
              <a:rPr lang="en-US" sz="2000"/>
              <a:t>Build AI agents with portal and VS Code</a:t>
            </a:r>
          </a:p>
        </p:txBody>
      </p:sp>
      <p:sp>
        <p:nvSpPr>
          <p:cNvPr id="6" name="Text Placeholder 5">
            <a:extLst>
              <a:ext uri="{FF2B5EF4-FFF2-40B4-BE49-F238E27FC236}">
                <a16:creationId xmlns:a16="http://schemas.microsoft.com/office/drawing/2014/main" id="{A3562903-AEDA-A6D3-0839-99AD53EE32D9}"/>
              </a:ext>
            </a:extLst>
          </p:cNvPr>
          <p:cNvSpPr>
            <a:spLocks noGrp="1"/>
          </p:cNvSpPr>
          <p:nvPr>
            <p:ph type="body" sz="quarter" idx="15"/>
          </p:nvPr>
        </p:nvSpPr>
        <p:spPr>
          <a:xfrm>
            <a:off x="586389" y="2085764"/>
            <a:ext cx="5652201" cy="1132618"/>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kumimoji="0" lang="en-US" sz="1600" b="0" i="0" u="none" strike="noStrike" kern="1200" cap="none" spc="0" normalizeH="0" baseline="0" noProof="0">
                <a:ln>
                  <a:noFill/>
                </a:ln>
                <a:solidFill>
                  <a:srgbClr val="000000"/>
                </a:solidFill>
                <a:effectLst/>
                <a:uLnTx/>
                <a:uFillTx/>
                <a:latin typeface="Segoe UI"/>
                <a:ea typeface="+mn-ea"/>
                <a:cs typeface="+mn-cs"/>
              </a:rPr>
              <a:t>In this demo, you’ll explore how to:</a:t>
            </a:r>
          </a:p>
          <a:p>
            <a:r>
              <a:rPr lang="en-US"/>
              <a:t>Create an AI agent in Microsoft Foundry portal</a:t>
            </a:r>
          </a:p>
          <a:p>
            <a:r>
              <a:rPr lang="en-US"/>
              <a:t>Interact with your agent using VS Code</a:t>
            </a:r>
          </a:p>
          <a:p>
            <a:endParaRPr lang="en-US"/>
          </a:p>
        </p:txBody>
      </p:sp>
      <p:sp>
        <p:nvSpPr>
          <p:cNvPr id="10" name="TextBox 9">
            <a:extLst>
              <a:ext uri="{FF2B5EF4-FFF2-40B4-BE49-F238E27FC236}">
                <a16:creationId xmlns:a16="http://schemas.microsoft.com/office/drawing/2014/main" id="{2B36A80B-6AE9-1EEE-0C02-31D345F3EE82}"/>
              </a:ext>
            </a:extLst>
          </p:cNvPr>
          <p:cNvSpPr txBox="1"/>
          <p:nvPr/>
        </p:nvSpPr>
        <p:spPr>
          <a:xfrm>
            <a:off x="487330" y="3561343"/>
            <a:ext cx="4607087" cy="584775"/>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kumimoji="0" lang="en-US" sz="1600" b="0" i="0" u="none" strike="noStrike" kern="1200" cap="none" spc="0" normalizeH="0" baseline="0" noProof="0">
                <a:ln>
                  <a:noFill/>
                </a:ln>
                <a:solidFill>
                  <a:srgbClr val="000000"/>
                </a:solidFill>
                <a:effectLst/>
                <a:uLnTx/>
                <a:uFillTx/>
                <a:latin typeface="Segoe UI"/>
                <a:ea typeface="+mn-ea"/>
                <a:cs typeface="+mn-cs"/>
              </a:rPr>
              <a:t>Start the exercise at:</a:t>
            </a:r>
          </a:p>
          <a:p>
            <a:pPr lvl="0">
              <a:defRPr/>
            </a:pPr>
            <a:r>
              <a:rPr lang="en-US" sz="1600">
                <a:solidFill>
                  <a:srgbClr val="000000"/>
                </a:solidFill>
                <a:hlinkClick r:id="rId3"/>
              </a:rPr>
              <a:t>https://go.microsoft.com/fwlink/?linkid=2352649</a:t>
            </a:r>
            <a:r>
              <a:rPr lang="en-US" sz="1600">
                <a:solidFill>
                  <a:srgbClr val="000000"/>
                </a:solidFill>
              </a:rPr>
              <a:t> </a:t>
            </a:r>
          </a:p>
        </p:txBody>
      </p:sp>
      <p:sp>
        <p:nvSpPr>
          <p:cNvPr id="3" name="Footer Placeholder 2">
            <a:extLst>
              <a:ext uri="{FF2B5EF4-FFF2-40B4-BE49-F238E27FC236}">
                <a16:creationId xmlns:a16="http://schemas.microsoft.com/office/drawing/2014/main" id="{6BFECD59-9234-1833-F144-6077BB6A41BF}"/>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kumimoji="0" lang="en-US" sz="1000" b="0" i="0" u="none" strike="noStrike" kern="1200" cap="none" spc="0" normalizeH="0" baseline="0" noProof="0">
                <a:ln>
                  <a:noFill/>
                </a:ln>
                <a:solidFill>
                  <a:srgbClr val="000000"/>
                </a:solidFill>
                <a:effectLst/>
                <a:uLnTx/>
                <a:uFillTx/>
                <a:latin typeface="Segoe UI"/>
                <a:ea typeface="+mn-ea"/>
                <a:cs typeface="+mn-cs"/>
              </a:rPr>
              <a:t>© Copyright Microsoft Corporation. All rights reserved.</a:t>
            </a:r>
          </a:p>
        </p:txBody>
      </p:sp>
      <p:pic>
        <p:nvPicPr>
          <p:cNvPr id="12" name="Picture 11">
            <a:extLst>
              <a:ext uri="{FF2B5EF4-FFF2-40B4-BE49-F238E27FC236}">
                <a16:creationId xmlns:a16="http://schemas.microsoft.com/office/drawing/2014/main" id="{BDC2E765-8D89-D084-3FC7-69C4E5DFF9A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7723991" y="2052313"/>
            <a:ext cx="4632481" cy="3278110"/>
          </a:xfrm>
          <a:prstGeom prst="rect">
            <a:avLst/>
          </a:prstGeom>
        </p:spPr>
      </p:pic>
      <p:sp>
        <p:nvSpPr>
          <p:cNvPr id="11" name="Flowchart: Off-page Connector 44">
            <a:extLst>
              <a:ext uri="{FF2B5EF4-FFF2-40B4-BE49-F238E27FC236}">
                <a16:creationId xmlns:a16="http://schemas.microsoft.com/office/drawing/2014/main" id="{3FDB94ED-2CC1-7ECD-F6AA-402A38DEBC92}"/>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kumimoji="0" lang="en-US" sz="1800" b="1"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rPr>
              <a:t>Trainers: </a:t>
            </a:r>
            <a:endParaRPr kumimoji="0" lang="en-US" sz="1400" b="1" i="0" u="none" strike="noStrike" kern="1200" cap="none" spc="0" normalizeH="0" baseline="0" noProof="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kumimoji="0" lang="en-US" sz="14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Customize this slide to include the link to the hosted lab environment and any custom instructions.</a:t>
            </a:r>
          </a:p>
          <a:p>
            <a:pPr marL="0" marR="0" lvl="0" indent="0" algn="l" defTabSz="932472" rtl="0" eaLnBrk="1" fontAlgn="base" latinLnBrk="0" hangingPunct="1">
              <a:lnSpc>
                <a:spcPct val="100000"/>
              </a:lnSpc>
              <a:spcBef>
                <a:spcPct val="0"/>
              </a:spcBef>
              <a:spcAft>
                <a:spcPts val="600"/>
              </a:spcAft>
              <a:buClrTx/>
              <a:buSzTx/>
              <a:buFontTx/>
              <a:buNone/>
              <a:defRPr/>
            </a:pPr>
            <a:r>
              <a:rPr kumimoji="0" lang="en-US" sz="1400" b="0" i="0" u="none" strike="noStrike" kern="0" cap="none" spc="0" normalizeH="0" baseline="0" noProof="0">
                <a:ln>
                  <a:noFill/>
                </a:ln>
                <a:solidFill>
                  <a:srgbClr val="FFFFFF"/>
                </a:solidFill>
                <a:effectLst/>
                <a:uLnTx/>
                <a:uFillTx/>
                <a:latin typeface="Segoe UI"/>
                <a:ea typeface="Segoe UI" pitchFamily="34" charset="0"/>
                <a:cs typeface="Segoe UI" pitchFamily="34" charset="0"/>
              </a:rPr>
              <a:t>(then remove this arrow)</a:t>
            </a:r>
          </a:p>
        </p:txBody>
      </p:sp>
    </p:spTree>
    <p:extLst>
      <p:ext uri="{BB962C8B-B14F-4D97-AF65-F5344CB8AC3E}">
        <p14:creationId xmlns:p14="http://schemas.microsoft.com/office/powerpoint/2010/main" val="70060155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900A34-DA73-69D2-B830-35DC1C6BF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DA1A0-32BF-F463-CE9C-BBE4F48C78BB}"/>
              </a:ext>
            </a:extLst>
          </p:cNvPr>
          <p:cNvSpPr>
            <a:spLocks noGrp="1"/>
          </p:cNvSpPr>
          <p:nvPr>
            <p:ph type="title"/>
          </p:nvPr>
        </p:nvSpPr>
        <p:spPr/>
        <p:txBody>
          <a:bodyPr/>
          <a:lstStyle/>
          <a:p>
            <a:r>
              <a:rPr lang="en-US" sz="3200" noProof="0"/>
              <a:t>Knowledge check</a:t>
            </a:r>
          </a:p>
        </p:txBody>
      </p:sp>
      <p:sp>
        <p:nvSpPr>
          <p:cNvPr id="10" name="Text Placeholder 9">
            <a:extLst>
              <a:ext uri="{FF2B5EF4-FFF2-40B4-BE49-F238E27FC236}">
                <a16:creationId xmlns:a16="http://schemas.microsoft.com/office/drawing/2014/main" id="{6A3C8FCA-4F45-B2A3-DB3E-B3E2BB23024A}"/>
              </a:ext>
            </a:extLst>
          </p:cNvPr>
          <p:cNvSpPr>
            <a:spLocks noGrp="1"/>
          </p:cNvSpPr>
          <p:nvPr>
            <p:ph type="body" sz="quarter" idx="17"/>
          </p:nvPr>
        </p:nvSpPr>
        <p:spPr>
          <a:xfrm>
            <a:off x="1235075" y="2332142"/>
            <a:ext cx="8778782" cy="430887"/>
          </a:xfrm>
        </p:spPr>
        <p:txBody>
          <a:bodyPr/>
          <a:lstStyle/>
          <a:p>
            <a:r>
              <a:rPr lang="en-US" b="1"/>
              <a:t>What is the primary benefit of using Microsoft Foundry to build your agents compared to building agents with standard language model APIs?</a:t>
            </a:r>
          </a:p>
        </p:txBody>
      </p:sp>
      <p:sp>
        <p:nvSpPr>
          <p:cNvPr id="9" name="Text Placeholder 8">
            <a:extLst>
              <a:ext uri="{FF2B5EF4-FFF2-40B4-BE49-F238E27FC236}">
                <a16:creationId xmlns:a16="http://schemas.microsoft.com/office/drawing/2014/main" id="{81C12844-4DEE-068A-E1E0-561949433B27}"/>
              </a:ext>
            </a:extLst>
          </p:cNvPr>
          <p:cNvSpPr>
            <a:spLocks noGrp="1"/>
          </p:cNvSpPr>
          <p:nvPr>
            <p:ph type="body" sz="quarter" idx="15"/>
          </p:nvPr>
        </p:nvSpPr>
        <p:spPr>
          <a:xfrm>
            <a:off x="1235075" y="2787987"/>
            <a:ext cx="8775098" cy="991041"/>
          </a:xfrm>
          <a:noFill/>
        </p:spPr>
        <p:txBody>
          <a:bodyPr/>
          <a:lstStyle/>
          <a:p>
            <a:r>
              <a:rPr lang="en-US" noProof="0"/>
              <a:t>It provides access to more powerful AI models  </a:t>
            </a:r>
            <a:endParaRPr lang="en-US"/>
          </a:p>
          <a:p>
            <a:r>
              <a:rPr lang="en-US" noProof="0"/>
              <a:t>It requires no Azure subscription  </a:t>
            </a:r>
            <a:endParaRPr lang="en-US"/>
          </a:p>
          <a:p>
            <a:r>
              <a:rPr lang="en-US" noProof="0"/>
              <a:t>It handles tool calling, state management, and infrastructure automatically  </a:t>
            </a:r>
            <a:endParaRPr lang="en-US"/>
          </a:p>
          <a:p>
            <a:r>
              <a:rPr lang="en-US" noProof="0"/>
              <a:t>It only works with the Azure portal</a:t>
            </a:r>
          </a:p>
        </p:txBody>
      </p:sp>
      <p:sp>
        <p:nvSpPr>
          <p:cNvPr id="18" name="Text Placeholder 17">
            <a:extLst>
              <a:ext uri="{FF2B5EF4-FFF2-40B4-BE49-F238E27FC236}">
                <a16:creationId xmlns:a16="http://schemas.microsoft.com/office/drawing/2014/main" id="{53AB6FD1-57CF-221C-5D16-0227C050AC77}"/>
              </a:ext>
            </a:extLst>
          </p:cNvPr>
          <p:cNvSpPr>
            <a:spLocks noGrp="1"/>
          </p:cNvSpPr>
          <p:nvPr>
            <p:ph type="body" sz="quarter" idx="22"/>
          </p:nvPr>
        </p:nvSpPr>
        <p:spPr>
          <a:xfrm>
            <a:off x="1235075" y="4034002"/>
            <a:ext cx="8778782" cy="215444"/>
          </a:xfrm>
        </p:spPr>
        <p:txBody>
          <a:bodyPr/>
          <a:lstStyle/>
          <a:p>
            <a:r>
              <a:rPr lang="en-US" noProof="0"/>
              <a:t>How does the Microsoft Foundry SDK handle conversation state?</a:t>
            </a:r>
          </a:p>
        </p:txBody>
      </p:sp>
      <p:sp>
        <p:nvSpPr>
          <p:cNvPr id="19" name="Text Placeholder 18">
            <a:extLst>
              <a:ext uri="{FF2B5EF4-FFF2-40B4-BE49-F238E27FC236}">
                <a16:creationId xmlns:a16="http://schemas.microsoft.com/office/drawing/2014/main" id="{3D449513-CE1B-1BE9-0EAA-70FB7322E505}"/>
              </a:ext>
            </a:extLst>
          </p:cNvPr>
          <p:cNvSpPr>
            <a:spLocks noGrp="1"/>
          </p:cNvSpPr>
          <p:nvPr>
            <p:ph type="body" sz="quarter" idx="23"/>
          </p:nvPr>
        </p:nvSpPr>
        <p:spPr>
          <a:xfrm>
            <a:off x="1235074" y="4267495"/>
            <a:ext cx="8775098" cy="991041"/>
          </a:xfrm>
        </p:spPr>
        <p:txBody>
          <a:bodyPr/>
          <a:lstStyle/>
          <a:p>
            <a:r>
              <a:rPr lang="en-US"/>
              <a:t>By requiring developers to manually manage conversation history  </a:t>
            </a:r>
          </a:p>
          <a:p>
            <a:r>
              <a:rPr lang="en-US"/>
              <a:t>Through external database connections  </a:t>
            </a:r>
          </a:p>
          <a:p>
            <a:r>
              <a:rPr lang="en-US"/>
              <a:t>Through the Responses API which automatically manages conversation context  </a:t>
            </a:r>
          </a:p>
          <a:p>
            <a:r>
              <a:rPr lang="en-US"/>
              <a:t>Using local file storage on the client device</a:t>
            </a:r>
          </a:p>
        </p:txBody>
      </p:sp>
      <p:sp>
        <p:nvSpPr>
          <p:cNvPr id="76" name="Oval 75">
            <a:extLst>
              <a:ext uri="{FF2B5EF4-FFF2-40B4-BE49-F238E27FC236}">
                <a16:creationId xmlns:a16="http://schemas.microsoft.com/office/drawing/2014/main" id="{CA81D8C2-06AC-9696-29C4-75EAC4A09F57}"/>
              </a:ext>
              <a:ext uri="{C183D7F6-B498-43B3-948B-1728B52AA6E4}">
                <adec:decorative xmlns:adec="http://schemas.microsoft.com/office/drawing/2017/decorative" val="1"/>
              </a:ext>
            </a:extLst>
          </p:cNvPr>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kumimoji="0" lang="en-US" sz="1800" b="1" i="0" u="none" strike="noStrike" cap="none" spc="0" normalizeH="0" baseline="0" noProof="0">
                <a:ln>
                  <a:noFill/>
                </a:ln>
                <a:solidFill>
                  <a:schemeClr val="tx1"/>
                </a:solidFill>
                <a:effectLst/>
                <a:uLnTx/>
                <a:uFillTx/>
              </a:rPr>
              <a:t>1</a:t>
            </a:r>
          </a:p>
        </p:txBody>
      </p:sp>
      <p:sp>
        <p:nvSpPr>
          <p:cNvPr id="77" name="Oval 76">
            <a:extLst>
              <a:ext uri="{FF2B5EF4-FFF2-40B4-BE49-F238E27FC236}">
                <a16:creationId xmlns:a16="http://schemas.microsoft.com/office/drawing/2014/main" id="{E0D83A3C-CB16-5EC6-C25C-48CDA1C3730D}"/>
              </a:ext>
              <a:ext uri="{C183D7F6-B498-43B3-948B-1728B52AA6E4}">
                <adec:decorative xmlns:adec="http://schemas.microsoft.com/office/drawing/2017/decorative" val="1"/>
              </a:ext>
            </a:extLst>
          </p:cNvPr>
          <p:cNvSpPr/>
          <p:nvPr/>
        </p:nvSpPr>
        <p:spPr bwMode="auto">
          <a:xfrm>
            <a:off x="722582" y="40344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kumimoji="0" lang="en-US" sz="1800" b="1" i="0" u="none" strike="noStrike" cap="none" spc="0" normalizeH="0" baseline="0" noProof="0">
                <a:ln>
                  <a:noFill/>
                </a:ln>
                <a:solidFill>
                  <a:schemeClr val="tx1"/>
                </a:solidFill>
                <a:effectLst/>
                <a:uLnTx/>
                <a:uFillTx/>
              </a:rPr>
              <a:t>2</a:t>
            </a:r>
          </a:p>
        </p:txBody>
      </p:sp>
      <p:sp>
        <p:nvSpPr>
          <p:cNvPr id="3" name="Graphic 26">
            <a:extLst>
              <a:ext uri="{FF2B5EF4-FFF2-40B4-BE49-F238E27FC236}">
                <a16:creationId xmlns:a16="http://schemas.microsoft.com/office/drawing/2014/main" id="{F6B70CA7-ACF2-C638-A658-102B675523D8}"/>
              </a:ext>
              <a:ext uri="{C183D7F6-B498-43B3-948B-1728B52AA6E4}">
                <adec:decorative xmlns:adec="http://schemas.microsoft.com/office/drawing/2017/decorative" val="1"/>
              </a:ext>
            </a:extLst>
          </p:cNvPr>
          <p:cNvSpPr/>
          <p:nvPr/>
        </p:nvSpPr>
        <p:spPr>
          <a:xfrm>
            <a:off x="1263852" y="331916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0E26365-DEDE-DE47-6D7A-4D0E83AF25E8}"/>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n-US" sz="1000">
                <a:solidFill>
                  <a:srgbClr val="000000"/>
                </a:solidFill>
                <a:latin typeface="Segoe UI"/>
              </a:rPr>
              <a:t>© Copyright Microsoft Corporation. All rights reserved.</a:t>
            </a:r>
          </a:p>
        </p:txBody>
      </p:sp>
      <p:sp>
        <p:nvSpPr>
          <p:cNvPr id="5" name="Graphic 26">
            <a:extLst>
              <a:ext uri="{FF2B5EF4-FFF2-40B4-BE49-F238E27FC236}">
                <a16:creationId xmlns:a16="http://schemas.microsoft.com/office/drawing/2014/main" id="{1BC2DADB-2D77-0412-4D5B-67A9AEB8C86A}"/>
              </a:ext>
              <a:ext uri="{C183D7F6-B498-43B3-948B-1728B52AA6E4}">
                <adec:decorative xmlns:adec="http://schemas.microsoft.com/office/drawing/2017/decorative" val="1"/>
              </a:ext>
            </a:extLst>
          </p:cNvPr>
          <p:cNvSpPr/>
          <p:nvPr/>
        </p:nvSpPr>
        <p:spPr>
          <a:xfrm>
            <a:off x="1248110" y="479156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Tree>
    <p:extLst>
      <p:ext uri="{BB962C8B-B14F-4D97-AF65-F5344CB8AC3E}">
        <p14:creationId xmlns:p14="http://schemas.microsoft.com/office/powerpoint/2010/main" val="2157268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8F765-FC16-F4BA-6B8F-642C6E660B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080E45F-A546-6B16-68D1-3106DADFC2D6}"/>
              </a:ext>
            </a:extLst>
          </p:cNvPr>
          <p:cNvSpPr>
            <a:spLocks noGrp="1"/>
          </p:cNvSpPr>
          <p:nvPr>
            <p:ph type="title"/>
          </p:nvPr>
        </p:nvSpPr>
        <p:spPr>
          <a:xfrm>
            <a:off x="569911" y="2902883"/>
            <a:ext cx="6345239" cy="1097280"/>
          </a:xfrm>
        </p:spPr>
        <p:txBody>
          <a:bodyPr/>
          <a:lstStyle/>
          <a:p>
            <a:r>
              <a:rPr lang="es-ES" sz="3600" b="0" i="0" strike="noStrike" cap="none" baseline="0">
                <a:solidFill>
                  <a:srgbClr val="000000"/>
                </a:solidFill>
                <a:effectLst/>
                <a:latin typeface="Segoe UI"/>
                <a:ea typeface="Segoe UI"/>
                <a:cs typeface="Segoe UI"/>
              </a:rPr>
              <a:t>Integración de herramientas personalizadas en el agente</a:t>
            </a:r>
            <a:endParaRPr lang="en-US" sz="3600"/>
          </a:p>
        </p:txBody>
      </p:sp>
      <p:sp>
        <p:nvSpPr>
          <p:cNvPr id="11" name="Footer Placeholder 10">
            <a:extLst>
              <a:ext uri="{FF2B5EF4-FFF2-40B4-BE49-F238E27FC236}">
                <a16:creationId xmlns:a16="http://schemas.microsoft.com/office/drawing/2014/main" id="{D41FDB84-27C7-D595-A64E-3D97D637FE45}"/>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Rectangle 1">
            <a:extLst>
              <a:ext uri="{FF2B5EF4-FFF2-40B4-BE49-F238E27FC236}">
                <a16:creationId xmlns:a16="http://schemas.microsoft.com/office/drawing/2014/main" id="{3D921D9A-8F1F-706B-CB08-467D17B29FFB}"/>
              </a:ext>
              <a:ext uri="{C183D7F6-B498-43B3-948B-1728B52AA6E4}">
                <adec:decorative xmlns:adec="http://schemas.microsoft.com/office/drawing/2017/decorative" val="1"/>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2D61FBFF-A82C-77FB-C70A-9BCD6558D166}"/>
              </a:ext>
            </a:extLst>
          </p:cNvPr>
          <p:cNvSpPr txBox="1"/>
          <p:nvPr/>
        </p:nvSpPr>
        <p:spPr>
          <a:xfrm>
            <a:off x="497341" y="4000163"/>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https://aka.ms/mslearn-agent-custom-tools</a:t>
            </a:r>
          </a:p>
        </p:txBody>
      </p:sp>
    </p:spTree>
    <p:extLst>
      <p:ext uri="{BB962C8B-B14F-4D97-AF65-F5344CB8AC3E}">
        <p14:creationId xmlns:p14="http://schemas.microsoft.com/office/powerpoint/2010/main" val="1451881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42BB9-164A-349E-9B5D-0B044BCEE6F0}"/>
              </a:ext>
            </a:extLst>
          </p:cNvPr>
          <p:cNvSpPr>
            <a:spLocks noGrp="1"/>
          </p:cNvSpPr>
          <p:nvPr>
            <p:ph type="title"/>
          </p:nvPr>
        </p:nvSpPr>
        <p:spPr>
          <a:xfrm>
            <a:off x="588261" y="585216"/>
            <a:ext cx="11011601" cy="487680"/>
          </a:xfrm>
        </p:spPr>
        <p:txBody>
          <a:bodyPr/>
          <a:lstStyle/>
          <a:p>
            <a:r>
              <a:rPr lang="es-ES" sz="3200" b="0" i="0" strike="noStrike" cap="none" baseline="0">
                <a:solidFill>
                  <a:srgbClr val="000000"/>
                </a:solidFill>
                <a:effectLst/>
                <a:latin typeface="Segoe UI Semibold"/>
                <a:ea typeface="Segoe UI Semibold"/>
                <a:cs typeface="Segoe UI Semibold"/>
              </a:rPr>
              <a:t>¿Por qué se usan las herramientas personalizadas?</a:t>
            </a:r>
          </a:p>
        </p:txBody>
      </p:sp>
      <p:sp>
        <p:nvSpPr>
          <p:cNvPr id="3" name="Footer Placeholder 2">
            <a:extLst>
              <a:ext uri="{FF2B5EF4-FFF2-40B4-BE49-F238E27FC236}">
                <a16:creationId xmlns:a16="http://schemas.microsoft.com/office/drawing/2014/main" id="{674A4971-E670-CBB3-B960-A80E0F2BE82D}"/>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Consolas"/>
              </a:rPr>
              <a:t>© Copyright Microsoft Corporation. </a:t>
            </a:r>
            <a:r>
              <a:rPr lang="es-ES" sz="1000" b="0" i="0" strike="noStrike" cap="none" baseline="0">
                <a:solidFill>
                  <a:srgbClr val="000000"/>
                </a:solidFill>
                <a:effectLst/>
                <a:latin typeface="Segoe UI"/>
                <a:ea typeface="Segoe UI"/>
                <a:cs typeface="Segoe UI"/>
              </a:rPr>
              <a:t>Todos los derechos reservados.</a:t>
            </a:r>
          </a:p>
        </p:txBody>
      </p:sp>
      <p:sp>
        <p:nvSpPr>
          <p:cNvPr id="8" name="Oval 7">
            <a:extLst>
              <a:ext uri="{FF2B5EF4-FFF2-40B4-BE49-F238E27FC236}">
                <a16:creationId xmlns:a16="http://schemas.microsoft.com/office/drawing/2014/main" id="{6D9D5FDE-E8CA-EF42-4B27-247B310FB060}"/>
              </a:ext>
            </a:extLst>
          </p:cNvPr>
          <p:cNvSpPr>
            <a:spLocks noChangeAspect="1"/>
          </p:cNvSpPr>
          <p:nvPr/>
        </p:nvSpPr>
        <p:spPr bwMode="auto">
          <a:xfrm>
            <a:off x="963021" y="1681855"/>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24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1</a:t>
            </a:r>
          </a:p>
        </p:txBody>
      </p:sp>
      <p:grpSp>
        <p:nvGrpSpPr>
          <p:cNvPr id="12" name="Group 11">
            <a:extLst>
              <a:ext uri="{FF2B5EF4-FFF2-40B4-BE49-F238E27FC236}">
                <a16:creationId xmlns:a16="http://schemas.microsoft.com/office/drawing/2014/main" id="{DE9498BE-D46D-F716-853E-2E588269D22D}"/>
              </a:ext>
            </a:extLst>
          </p:cNvPr>
          <p:cNvGrpSpPr/>
          <p:nvPr/>
        </p:nvGrpSpPr>
        <p:grpSpPr>
          <a:xfrm>
            <a:off x="4277962" y="2306050"/>
            <a:ext cx="1371600" cy="1341512"/>
            <a:chOff x="5410200" y="2925523"/>
            <a:chExt cx="1371600" cy="1341512"/>
          </a:xfrm>
        </p:grpSpPr>
        <p:grpSp>
          <p:nvGrpSpPr>
            <p:cNvPr id="11" name="Group 10">
              <a:extLst>
                <a:ext uri="{FF2B5EF4-FFF2-40B4-BE49-F238E27FC236}">
                  <a16:creationId xmlns:a16="http://schemas.microsoft.com/office/drawing/2014/main" id="{BDC8FBD4-DADD-A41B-DCC8-8C52C9D345E2}"/>
                </a:ext>
              </a:extLst>
            </p:cNvPr>
            <p:cNvGrpSpPr>
              <a:grpSpLocks noChangeAspect="1"/>
            </p:cNvGrpSpPr>
            <p:nvPr/>
          </p:nvGrpSpPr>
          <p:grpSpPr>
            <a:xfrm>
              <a:off x="5580949" y="2925523"/>
              <a:ext cx="1030103" cy="1005840"/>
              <a:chOff x="5390030" y="2622573"/>
              <a:chExt cx="1411941" cy="1378683"/>
            </a:xfrm>
          </p:grpSpPr>
          <p:sp>
            <p:nvSpPr>
              <p:cNvPr id="9" name="Oval 8">
                <a:extLst>
                  <a:ext uri="{FF2B5EF4-FFF2-40B4-BE49-F238E27FC236}">
                    <a16:creationId xmlns:a16="http://schemas.microsoft.com/office/drawing/2014/main" id="{89FD168E-3DEB-F86B-A1EB-5F9679B7B5E4}"/>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9" descr="Robot with solid fill">
                <a:extLst>
                  <a:ext uri="{FF2B5EF4-FFF2-40B4-BE49-F238E27FC236}">
                    <a16:creationId xmlns:a16="http://schemas.microsoft.com/office/drawing/2014/main" id="{1DC4B26B-89FC-2E47-D05C-74A7E7809A1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38800" y="2836446"/>
                <a:ext cx="914400" cy="914400"/>
              </a:xfrm>
              <a:prstGeom prst="rect">
                <a:avLst/>
              </a:prstGeom>
            </p:spPr>
          </p:pic>
        </p:grpSp>
        <p:sp>
          <p:nvSpPr>
            <p:cNvPr id="6" name="Agent">
              <a:extLst>
                <a:ext uri="{FF2B5EF4-FFF2-40B4-BE49-F238E27FC236}">
                  <a16:creationId xmlns:a16="http://schemas.microsoft.com/office/drawing/2014/main" id="{D8DCBB30-BF99-D542-E00D-AACA0F961B04}"/>
                </a:ext>
              </a:extLst>
            </p:cNvPr>
            <p:cNvSpPr/>
            <p:nvPr/>
          </p:nvSpPr>
          <p:spPr>
            <a:xfrm>
              <a:off x="5410200" y="3787035"/>
              <a:ext cx="1371600" cy="480000"/>
            </a:xfrm>
            <a:prstGeom prst="roundRect">
              <a:avLst>
                <a:gd name="adj" fmla="val 50000"/>
              </a:avLst>
            </a:prstGeom>
            <a:solidFill>
              <a:srgbClr val="252536"/>
            </a:solidFill>
            <a:ln>
              <a:noFill/>
            </a:ln>
          </p:spPr>
          <p:txBody>
            <a:bodyPr anchor="ctr"/>
            <a:lstStyle/>
            <a:p>
              <a:pPr algn="ctr"/>
              <a:r>
                <a:rPr lang="es-ES" sz="1600" b="1" i="0" strike="noStrike" cap="none" baseline="0" dirty="0">
                  <a:solidFill>
                    <a:srgbClr val="FFFFFF"/>
                  </a:solidFill>
                  <a:effectLst/>
                  <a:latin typeface="Segoe UI"/>
                  <a:ea typeface="Segoe UI"/>
                  <a:cs typeface="Segoe UI"/>
                </a:rPr>
                <a:t>Agent</a:t>
              </a:r>
            </a:p>
          </p:txBody>
        </p:sp>
      </p:grpSp>
      <p:grpSp>
        <p:nvGrpSpPr>
          <p:cNvPr id="21" name="Group 20">
            <a:extLst>
              <a:ext uri="{FF2B5EF4-FFF2-40B4-BE49-F238E27FC236}">
                <a16:creationId xmlns:a16="http://schemas.microsoft.com/office/drawing/2014/main" id="{70163254-AF4D-4709-9E89-22112329A4AE}"/>
              </a:ext>
            </a:extLst>
          </p:cNvPr>
          <p:cNvGrpSpPr/>
          <p:nvPr/>
        </p:nvGrpSpPr>
        <p:grpSpPr>
          <a:xfrm>
            <a:off x="6777251" y="2306050"/>
            <a:ext cx="1371600" cy="1341512"/>
            <a:chOff x="8245033" y="3975338"/>
            <a:chExt cx="1371600" cy="1341512"/>
          </a:xfrm>
        </p:grpSpPr>
        <p:grpSp>
          <p:nvGrpSpPr>
            <p:cNvPr id="14" name="Group 13">
              <a:extLst>
                <a:ext uri="{FF2B5EF4-FFF2-40B4-BE49-F238E27FC236}">
                  <a16:creationId xmlns:a16="http://schemas.microsoft.com/office/drawing/2014/main" id="{DFC395AE-69D0-0DB8-C7DA-430C134F3A9E}"/>
                </a:ext>
              </a:extLst>
            </p:cNvPr>
            <p:cNvGrpSpPr/>
            <p:nvPr/>
          </p:nvGrpSpPr>
          <p:grpSpPr>
            <a:xfrm>
              <a:off x="8245033" y="3975338"/>
              <a:ext cx="1371600" cy="1341512"/>
              <a:chOff x="5410200" y="2925523"/>
              <a:chExt cx="1371600" cy="1341512"/>
            </a:xfrm>
          </p:grpSpPr>
          <p:sp>
            <p:nvSpPr>
              <p:cNvPr id="17" name="Oval 16">
                <a:extLst>
                  <a:ext uri="{FF2B5EF4-FFF2-40B4-BE49-F238E27FC236}">
                    <a16:creationId xmlns:a16="http://schemas.microsoft.com/office/drawing/2014/main" id="{460563F1-338F-BFED-D108-9FBFF741B6A8}"/>
                  </a:ext>
                </a:extLst>
              </p:cNvPr>
              <p:cNvSpPr/>
              <p:nvPr/>
            </p:nvSpPr>
            <p:spPr bwMode="auto">
              <a:xfrm>
                <a:off x="5580949" y="2925523"/>
                <a:ext cx="1030103" cy="100584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16" name="Agent">
                <a:extLst>
                  <a:ext uri="{FF2B5EF4-FFF2-40B4-BE49-F238E27FC236}">
                    <a16:creationId xmlns:a16="http://schemas.microsoft.com/office/drawing/2014/main" id="{733A4DF7-3A8C-C67D-8176-6427BD443675}"/>
                  </a:ext>
                </a:extLst>
              </p:cNvPr>
              <p:cNvSpPr/>
              <p:nvPr/>
            </p:nvSpPr>
            <p:spPr>
              <a:xfrm>
                <a:off x="5410200" y="3787035"/>
                <a:ext cx="1371600" cy="480000"/>
              </a:xfrm>
              <a:prstGeom prst="roundRect">
                <a:avLst>
                  <a:gd name="adj" fmla="val 50000"/>
                </a:avLst>
              </a:prstGeom>
              <a:solidFill>
                <a:srgbClr val="252536"/>
              </a:solidFill>
              <a:ln>
                <a:noFill/>
              </a:ln>
            </p:spPr>
            <p:txBody>
              <a:bodyPr anchor="ctr"/>
              <a:lstStyle/>
              <a:p>
                <a:pPr algn="ctr"/>
                <a:r>
                  <a:rPr lang="es-ES" sz="1600" b="1" i="0" strike="noStrike" cap="none" baseline="0" dirty="0">
                    <a:solidFill>
                      <a:srgbClr val="FFFFFF"/>
                    </a:solidFill>
                    <a:effectLst/>
                    <a:latin typeface="Segoe UI"/>
                    <a:ea typeface="Segoe UI"/>
                    <a:cs typeface="Segoe UI"/>
                  </a:rPr>
                  <a:t>al centro de datos</a:t>
                </a:r>
              </a:p>
            </p:txBody>
          </p:sp>
        </p:grpSp>
        <p:pic>
          <p:nvPicPr>
            <p:cNvPr id="20" name="Graphic 19" descr="Single gear with solid fill">
              <a:extLst>
                <a:ext uri="{FF2B5EF4-FFF2-40B4-BE49-F238E27FC236}">
                  <a16:creationId xmlns:a16="http://schemas.microsoft.com/office/drawing/2014/main" id="{8797B783-5FF6-E201-A09A-46F8D2BA14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22937" y="4070362"/>
              <a:ext cx="815792" cy="815792"/>
            </a:xfrm>
            <a:prstGeom prst="rect">
              <a:avLst/>
            </a:prstGeom>
          </p:spPr>
        </p:pic>
      </p:grpSp>
      <p:grpSp>
        <p:nvGrpSpPr>
          <p:cNvPr id="29" name="Group 28">
            <a:extLst>
              <a:ext uri="{FF2B5EF4-FFF2-40B4-BE49-F238E27FC236}">
                <a16:creationId xmlns:a16="http://schemas.microsoft.com/office/drawing/2014/main" id="{289D4369-0705-03A1-9618-673D1D16A5B6}"/>
              </a:ext>
            </a:extLst>
          </p:cNvPr>
          <p:cNvGrpSpPr/>
          <p:nvPr/>
        </p:nvGrpSpPr>
        <p:grpSpPr>
          <a:xfrm>
            <a:off x="588261" y="2938443"/>
            <a:ext cx="1371600" cy="1341512"/>
            <a:chOff x="1810142" y="2800951"/>
            <a:chExt cx="1371600" cy="1341512"/>
          </a:xfrm>
        </p:grpSpPr>
        <p:grpSp>
          <p:nvGrpSpPr>
            <p:cNvPr id="22" name="Group 21">
              <a:extLst>
                <a:ext uri="{FF2B5EF4-FFF2-40B4-BE49-F238E27FC236}">
                  <a16:creationId xmlns:a16="http://schemas.microsoft.com/office/drawing/2014/main" id="{2AA052C9-08B2-F9DB-1F12-0A1263E67175}"/>
                </a:ext>
              </a:extLst>
            </p:cNvPr>
            <p:cNvGrpSpPr/>
            <p:nvPr/>
          </p:nvGrpSpPr>
          <p:grpSpPr>
            <a:xfrm>
              <a:off x="1810142" y="2800951"/>
              <a:ext cx="1371600" cy="1341512"/>
              <a:chOff x="5410200" y="2925523"/>
              <a:chExt cx="1371600" cy="1341512"/>
            </a:xfrm>
          </p:grpSpPr>
          <p:sp>
            <p:nvSpPr>
              <p:cNvPr id="25" name="Oval 24">
                <a:extLst>
                  <a:ext uri="{FF2B5EF4-FFF2-40B4-BE49-F238E27FC236}">
                    <a16:creationId xmlns:a16="http://schemas.microsoft.com/office/drawing/2014/main" id="{FEEBDDD0-4EFE-0447-D0C7-AF59B9B95936}"/>
                  </a:ext>
                </a:extLst>
              </p:cNvPr>
              <p:cNvSpPr/>
              <p:nvPr/>
            </p:nvSpPr>
            <p:spPr bwMode="auto">
              <a:xfrm>
                <a:off x="5580949" y="2925523"/>
                <a:ext cx="1030103" cy="100584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24" name="Agent">
                <a:extLst>
                  <a:ext uri="{FF2B5EF4-FFF2-40B4-BE49-F238E27FC236}">
                    <a16:creationId xmlns:a16="http://schemas.microsoft.com/office/drawing/2014/main" id="{B8B761E5-8A78-A4BE-9025-D177233BDE37}"/>
                  </a:ext>
                </a:extLst>
              </p:cNvPr>
              <p:cNvSpPr/>
              <p:nvPr/>
            </p:nvSpPr>
            <p:spPr>
              <a:xfrm>
                <a:off x="5410200" y="3787035"/>
                <a:ext cx="1371600" cy="480000"/>
              </a:xfrm>
              <a:prstGeom prst="roundRect">
                <a:avLst>
                  <a:gd name="adj" fmla="val 50000"/>
                </a:avLst>
              </a:prstGeom>
              <a:solidFill>
                <a:srgbClr val="252536"/>
              </a:solidFill>
              <a:ln>
                <a:noFill/>
              </a:ln>
            </p:spPr>
            <p:txBody>
              <a:bodyPr anchor="ctr"/>
              <a:lstStyle/>
              <a:p>
                <a:pPr algn="ctr"/>
                <a:r>
                  <a:rPr lang="es-ES" sz="1600" b="1" i="0" strike="noStrike" cap="none" baseline="0" dirty="0">
                    <a:solidFill>
                      <a:srgbClr val="FFFFFF"/>
                    </a:solidFill>
                    <a:effectLst/>
                    <a:latin typeface="Segoe UI"/>
                    <a:ea typeface="Segoe UI"/>
                    <a:cs typeface="Segoe UI"/>
                  </a:rPr>
                  <a:t>que- contienen</a:t>
                </a:r>
              </a:p>
            </p:txBody>
          </p:sp>
        </p:grpSp>
        <p:pic>
          <p:nvPicPr>
            <p:cNvPr id="28" name="Graphic 27" descr="User with solid fill">
              <a:extLst>
                <a:ext uri="{FF2B5EF4-FFF2-40B4-BE49-F238E27FC236}">
                  <a16:creationId xmlns:a16="http://schemas.microsoft.com/office/drawing/2014/main" id="{93D9089C-5387-9911-B629-16EA3FFCE4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038742" y="2875262"/>
              <a:ext cx="914400" cy="914400"/>
            </a:xfrm>
            <a:prstGeom prst="rect">
              <a:avLst/>
            </a:prstGeom>
          </p:spPr>
        </p:pic>
      </p:grpSp>
      <p:sp>
        <p:nvSpPr>
          <p:cNvPr id="31" name="RetrievalCard">
            <a:extLst>
              <a:ext uri="{FF2B5EF4-FFF2-40B4-BE49-F238E27FC236}">
                <a16:creationId xmlns:a16="http://schemas.microsoft.com/office/drawing/2014/main" id="{CC0B6F9B-0A3F-4E13-1304-C0C7F8E68FE0}"/>
              </a:ext>
            </a:extLst>
          </p:cNvPr>
          <p:cNvSpPr/>
          <p:nvPr/>
        </p:nvSpPr>
        <p:spPr>
          <a:xfrm>
            <a:off x="1620456" y="1684270"/>
            <a:ext cx="1540257" cy="1214476"/>
          </a:xfrm>
          <a:prstGeom prst="wedgeRoundRectCallout">
            <a:avLst>
              <a:gd name="adj1" fmla="val -43558"/>
              <a:gd name="adj2" fmla="val 63239"/>
              <a:gd name="adj3" fmla="val 16667"/>
            </a:avLst>
          </a:prstGeom>
          <a:solidFill>
            <a:srgbClr val="F8F8F8"/>
          </a:solidFill>
          <a:ln w="9525">
            <a:solidFill>
              <a:srgbClr val="DEDEDE"/>
            </a:solidFill>
          </a:ln>
        </p:spPr>
        <p:txBody>
          <a:bodyPr anchor="t"/>
          <a:lstStyle/>
          <a:p>
            <a:endParaRPr lang="en-US" sz="1400" b="1">
              <a:latin typeface="+mj-lt"/>
            </a:endParaRPr>
          </a:p>
        </p:txBody>
      </p:sp>
      <p:pic>
        <p:nvPicPr>
          <p:cNvPr id="33" name="Graphic 32" descr="Cross country skiing with solid fill">
            <a:extLst>
              <a:ext uri="{FF2B5EF4-FFF2-40B4-BE49-F238E27FC236}">
                <a16:creationId xmlns:a16="http://schemas.microsoft.com/office/drawing/2014/main" id="{168A1AF9-772E-B395-6EEB-A51648A221C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42813" y="1837548"/>
            <a:ext cx="914400" cy="914400"/>
          </a:xfrm>
          <a:prstGeom prst="rect">
            <a:avLst/>
          </a:prstGeom>
        </p:spPr>
      </p:pic>
      <p:sp>
        <p:nvSpPr>
          <p:cNvPr id="34" name="Rectangle 33">
            <a:extLst>
              <a:ext uri="{FF2B5EF4-FFF2-40B4-BE49-F238E27FC236}">
                <a16:creationId xmlns:a16="http://schemas.microsoft.com/office/drawing/2014/main" id="{BBC168B8-C8D5-6523-3383-6A2DA7EA3F88}"/>
              </a:ext>
            </a:extLst>
          </p:cNvPr>
          <p:cNvSpPr/>
          <p:nvPr/>
        </p:nvSpPr>
        <p:spPr>
          <a:xfrm>
            <a:off x="2630339" y="1797851"/>
            <a:ext cx="495649" cy="923330"/>
          </a:xfrm>
          <a:prstGeom prst="rect">
            <a:avLst/>
          </a:prstGeom>
          <a:noFill/>
          <a:effectLst/>
        </p:spPr>
        <p:txBody>
          <a:bodyPr wrap="none" lIns="91440" tIns="45720" rIns="91440" bIns="45720">
            <a:spAutoFit/>
          </a:bodyPr>
          <a:lstStyle/>
          <a:p>
            <a:pPr algn="ctr"/>
            <a:r>
              <a:rPr lang="en-US" sz="5400" b="0" cap="none" spc="0">
                <a:ln w="0">
                  <a:noFill/>
                </a:ln>
                <a:solidFill>
                  <a:schemeClr val="tx1">
                    <a:lumMod val="50000"/>
                    <a:lumOff val="50000"/>
                  </a:schemeClr>
                </a:solidFill>
              </a:rPr>
              <a:t>?</a:t>
            </a:r>
          </a:p>
        </p:txBody>
      </p:sp>
      <p:sp>
        <p:nvSpPr>
          <p:cNvPr id="35" name="RetrievalCard">
            <a:extLst>
              <a:ext uri="{FF2B5EF4-FFF2-40B4-BE49-F238E27FC236}">
                <a16:creationId xmlns:a16="http://schemas.microsoft.com/office/drawing/2014/main" id="{0675E54D-C433-B67B-122C-B34C3AF083BF}"/>
              </a:ext>
            </a:extLst>
          </p:cNvPr>
          <p:cNvSpPr/>
          <p:nvPr/>
        </p:nvSpPr>
        <p:spPr>
          <a:xfrm>
            <a:off x="2263409" y="3193721"/>
            <a:ext cx="1540257" cy="1214476"/>
          </a:xfrm>
          <a:prstGeom prst="wedgeRoundRectCallout">
            <a:avLst>
              <a:gd name="adj1" fmla="val 65406"/>
              <a:gd name="adj2" fmla="val -46363"/>
              <a:gd name="adj3" fmla="val 16667"/>
            </a:avLst>
          </a:prstGeom>
          <a:solidFill>
            <a:srgbClr val="F8F8F8"/>
          </a:solidFill>
          <a:ln w="9525">
            <a:solidFill>
              <a:srgbClr val="DEDEDE"/>
            </a:solidFill>
          </a:ln>
        </p:spPr>
        <p:txBody>
          <a:bodyPr anchor="t"/>
          <a:lstStyle/>
          <a:p>
            <a:endParaRPr lang="en-US" sz="1400" b="1">
              <a:latin typeface="+mj-lt"/>
            </a:endParaRPr>
          </a:p>
        </p:txBody>
      </p:sp>
      <p:pic>
        <p:nvPicPr>
          <p:cNvPr id="37" name="Graphic 36" descr="Snowflake with solid fill">
            <a:extLst>
              <a:ext uri="{FF2B5EF4-FFF2-40B4-BE49-F238E27FC236}">
                <a16:creationId xmlns:a16="http://schemas.microsoft.com/office/drawing/2014/main" id="{9CEDBDCB-4419-6852-E64A-DEAA4D494A7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76337" y="3340400"/>
            <a:ext cx="914400" cy="914400"/>
          </a:xfrm>
          <a:prstGeom prst="rect">
            <a:avLst/>
          </a:prstGeom>
        </p:spPr>
      </p:pic>
      <p:sp>
        <p:nvSpPr>
          <p:cNvPr id="38" name="Oval 37">
            <a:extLst>
              <a:ext uri="{FF2B5EF4-FFF2-40B4-BE49-F238E27FC236}">
                <a16:creationId xmlns:a16="http://schemas.microsoft.com/office/drawing/2014/main" id="{52120157-4390-564D-9EAD-CC8A7E391417}"/>
              </a:ext>
            </a:extLst>
          </p:cNvPr>
          <p:cNvSpPr>
            <a:spLocks noChangeAspect="1"/>
          </p:cNvSpPr>
          <p:nvPr/>
        </p:nvSpPr>
        <p:spPr bwMode="auto">
          <a:xfrm>
            <a:off x="6640848" y="1837548"/>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24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2</a:t>
            </a:r>
          </a:p>
        </p:txBody>
      </p:sp>
      <p:sp>
        <p:nvSpPr>
          <p:cNvPr id="39" name="Oval 38">
            <a:extLst>
              <a:ext uri="{FF2B5EF4-FFF2-40B4-BE49-F238E27FC236}">
                <a16:creationId xmlns:a16="http://schemas.microsoft.com/office/drawing/2014/main" id="{7986036F-0649-E6C8-045C-7983B1BA8858}"/>
              </a:ext>
            </a:extLst>
          </p:cNvPr>
          <p:cNvSpPr>
            <a:spLocks noChangeAspect="1"/>
          </p:cNvSpPr>
          <p:nvPr/>
        </p:nvSpPr>
        <p:spPr bwMode="auto">
          <a:xfrm>
            <a:off x="4035570" y="3797600"/>
            <a:ext cx="457200" cy="45720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24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3</a:t>
            </a:r>
          </a:p>
        </p:txBody>
      </p:sp>
      <p:pic>
        <p:nvPicPr>
          <p:cNvPr id="42" name="Graphic 41" descr="Mountains with solid fill">
            <a:extLst>
              <a:ext uri="{FF2B5EF4-FFF2-40B4-BE49-F238E27FC236}">
                <a16:creationId xmlns:a16="http://schemas.microsoft.com/office/drawing/2014/main" id="{43035B2C-AACB-9173-C6CA-D3FC40DA7B5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711664" y="2434834"/>
            <a:ext cx="1388730" cy="1388730"/>
          </a:xfrm>
          <a:prstGeom prst="rect">
            <a:avLst/>
          </a:prstGeom>
        </p:spPr>
      </p:pic>
      <p:pic>
        <p:nvPicPr>
          <p:cNvPr id="44" name="Graphic 43" descr="Snow outline">
            <a:extLst>
              <a:ext uri="{FF2B5EF4-FFF2-40B4-BE49-F238E27FC236}">
                <a16:creationId xmlns:a16="http://schemas.microsoft.com/office/drawing/2014/main" id="{B4A4CEAB-DDFF-FE73-B35C-0A33E232EB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69891" y="2035054"/>
            <a:ext cx="914400" cy="914400"/>
          </a:xfrm>
          <a:prstGeom prst="rect">
            <a:avLst/>
          </a:prstGeom>
        </p:spPr>
      </p:pic>
      <p:sp>
        <p:nvSpPr>
          <p:cNvPr id="45" name="Right Arrow 44">
            <a:extLst>
              <a:ext uri="{FF2B5EF4-FFF2-40B4-BE49-F238E27FC236}">
                <a16:creationId xmlns:a16="http://schemas.microsoft.com/office/drawing/2014/main" id="{B6DEC800-D831-F9F0-B979-7BEF6A9E76AD}"/>
              </a:ext>
            </a:extLst>
          </p:cNvPr>
          <p:cNvSpPr/>
          <p:nvPr/>
        </p:nvSpPr>
        <p:spPr bwMode="auto">
          <a:xfrm>
            <a:off x="5819032" y="2594460"/>
            <a:ext cx="821816" cy="402361"/>
          </a:xfrm>
          <a:prstGeom prst="rightArrow">
            <a:avLst>
              <a:gd name="adj1" fmla="val 40446"/>
              <a:gd name="adj2" fmla="val 5000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6" name="Left-Right Arrow 45">
            <a:extLst>
              <a:ext uri="{FF2B5EF4-FFF2-40B4-BE49-F238E27FC236}">
                <a16:creationId xmlns:a16="http://schemas.microsoft.com/office/drawing/2014/main" id="{980BCE57-DD64-97D3-963E-11A842DFC8CA}"/>
              </a:ext>
            </a:extLst>
          </p:cNvPr>
          <p:cNvSpPr/>
          <p:nvPr/>
        </p:nvSpPr>
        <p:spPr bwMode="auto">
          <a:xfrm>
            <a:off x="8287803" y="2556686"/>
            <a:ext cx="1641870" cy="402361"/>
          </a:xfrm>
          <a:prstGeom prst="leftRightArrow">
            <a:avLst>
              <a:gd name="adj1" fmla="val 38493"/>
              <a:gd name="adj2" fmla="val 50000"/>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7" name="Text Placeholder 1">
            <a:extLst>
              <a:ext uri="{FF2B5EF4-FFF2-40B4-BE49-F238E27FC236}">
                <a16:creationId xmlns:a16="http://schemas.microsoft.com/office/drawing/2014/main" id="{80F053FC-06ED-8D69-06B4-BEFAE6E93325}"/>
              </a:ext>
            </a:extLst>
          </p:cNvPr>
          <p:cNvSpPr txBox="1"/>
          <p:nvPr/>
        </p:nvSpPr>
        <p:spPr>
          <a:xfrm>
            <a:off x="963021" y="4787624"/>
            <a:ext cx="11011601" cy="1001066"/>
          </a:xfrm>
          <a:prstGeom prst="rect">
            <a:avLst/>
          </a:prstGeom>
        </p:spPr>
        <p:txBody>
          <a:bodyPr numCol="3" spcCol="365760"/>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ES" sz="1400" b="0" i="0" strike="noStrike" cap="none" baseline="0" dirty="0">
                <a:solidFill>
                  <a:srgbClr val="404040"/>
                </a:solidFill>
                <a:effectLst/>
                <a:latin typeface="Segoe UI"/>
                <a:ea typeface="Segoe UI"/>
                <a:cs typeface="Segoe UI"/>
              </a:rPr>
              <a:t>Un usuario pregunta a un agente</a:t>
            </a:r>
            <a:br>
              <a:rPr lang="es-ES" sz="1400" b="0" i="0" strike="noStrike" cap="none" baseline="0" dirty="0">
                <a:solidFill>
                  <a:srgbClr val="404040"/>
                </a:solidFill>
                <a:effectLst/>
                <a:latin typeface="Segoe UI"/>
                <a:ea typeface="Segoe UI"/>
                <a:cs typeface="Segoe UI"/>
              </a:rPr>
            </a:br>
            <a:r>
              <a:rPr lang="es-ES" sz="1400" b="0" i="0" strike="noStrike" cap="none" baseline="0" dirty="0">
                <a:solidFill>
                  <a:srgbClr val="404040"/>
                </a:solidFill>
                <a:effectLst/>
                <a:latin typeface="Segoe UI"/>
                <a:ea typeface="Segoe UI"/>
                <a:cs typeface="Segoe UI"/>
              </a:rPr>
              <a:t>sobre las condiciones meteorológicas</a:t>
            </a:r>
            <a:br>
              <a:rPr lang="es-ES" sz="1400" b="0" i="0" strike="noStrike" cap="none" baseline="0" dirty="0">
                <a:solidFill>
                  <a:srgbClr val="404040"/>
                </a:solidFill>
                <a:effectLst/>
                <a:latin typeface="Segoe UI"/>
                <a:ea typeface="Segoe UI"/>
                <a:cs typeface="Segoe UI"/>
              </a:rPr>
            </a:br>
            <a:r>
              <a:rPr lang="es-ES" sz="1400" b="0" i="0" strike="noStrike" cap="none" baseline="0" dirty="0">
                <a:solidFill>
                  <a:srgbClr val="404040"/>
                </a:solidFill>
                <a:effectLst/>
                <a:latin typeface="Segoe UI"/>
                <a:ea typeface="Segoe UI"/>
                <a:cs typeface="Segoe UI"/>
              </a:rPr>
              <a:t>en una estación de esquí.</a:t>
            </a:r>
          </a:p>
          <a:p>
            <a:pPr marL="0" indent="0">
              <a:buNone/>
            </a:pPr>
            <a:endParaRPr lang="en-US" sz="1400" dirty="0">
              <a:solidFill>
                <a:schemeClr val="tx1">
                  <a:lumMod val="75000"/>
                  <a:lumOff val="25000"/>
                </a:schemeClr>
              </a:solidFill>
            </a:endParaRPr>
          </a:p>
          <a:p>
            <a:pPr marL="0" indent="0">
              <a:buNone/>
            </a:pPr>
            <a:r>
              <a:rPr lang="es-ES" sz="1400" b="0" i="0" strike="noStrike" cap="none" baseline="0" dirty="0">
                <a:solidFill>
                  <a:srgbClr val="404040"/>
                </a:solidFill>
                <a:effectLst/>
                <a:latin typeface="Segoe UI"/>
                <a:ea typeface="Segoe UI"/>
                <a:cs typeface="Segoe UI"/>
              </a:rPr>
              <a:t>El agente determina que tiene acceso </a:t>
            </a:r>
            <a:br>
              <a:rPr sz="1400" dirty="0"/>
            </a:br>
            <a:r>
              <a:rPr lang="es-ES" sz="1400" b="0" i="0" strike="noStrike" cap="none" baseline="0" dirty="0">
                <a:solidFill>
                  <a:srgbClr val="404040"/>
                </a:solidFill>
                <a:effectLst/>
                <a:latin typeface="Segoe UI"/>
                <a:ea typeface="Segoe UI"/>
                <a:cs typeface="Segoe UI"/>
              </a:rPr>
              <a:t>a una herramienta que puede usar</a:t>
            </a:r>
            <a:br>
              <a:rPr lang="es-ES" sz="1400" b="0" i="0" strike="noStrike" cap="none" baseline="0" dirty="0">
                <a:solidFill>
                  <a:srgbClr val="404040"/>
                </a:solidFill>
                <a:effectLst/>
                <a:latin typeface="Segoe UI"/>
                <a:ea typeface="Segoe UI"/>
                <a:cs typeface="Segoe UI"/>
              </a:rPr>
            </a:br>
            <a:r>
              <a:rPr lang="es-ES" sz="1400" b="0" i="0" strike="noStrike" cap="none" baseline="0" dirty="0">
                <a:solidFill>
                  <a:srgbClr val="404040"/>
                </a:solidFill>
                <a:effectLst/>
                <a:latin typeface="Segoe UI"/>
                <a:ea typeface="Segoe UI"/>
                <a:cs typeface="Segoe UI"/>
              </a:rPr>
              <a:t>una</a:t>
            </a:r>
            <a:r>
              <a:rPr lang="es-ES" sz="1400" dirty="0">
                <a:solidFill>
                  <a:srgbClr val="404040"/>
                </a:solidFill>
                <a:latin typeface="Segoe UI"/>
                <a:ea typeface="Segoe UI"/>
                <a:cs typeface="Segoe UI"/>
              </a:rPr>
              <a:t> </a:t>
            </a:r>
            <a:r>
              <a:rPr lang="es-ES" sz="1400" b="0" i="0" strike="noStrike" cap="none" baseline="0" dirty="0">
                <a:solidFill>
                  <a:srgbClr val="404040"/>
                </a:solidFill>
                <a:effectLst/>
                <a:latin typeface="Segoe UI"/>
                <a:ea typeface="Segoe UI"/>
                <a:cs typeface="Segoe UI"/>
              </a:rPr>
              <a:t>API para obtener información meteorológica y la llama.</a:t>
            </a:r>
          </a:p>
          <a:p>
            <a:pPr marL="0" indent="0">
              <a:buNone/>
            </a:pPr>
            <a:r>
              <a:rPr lang="es-ES" sz="1400" b="0" i="0" strike="noStrike" cap="none" baseline="0" dirty="0">
                <a:solidFill>
                  <a:srgbClr val="404040"/>
                </a:solidFill>
                <a:effectLst/>
                <a:latin typeface="Segoe UI"/>
                <a:ea typeface="Segoe UI"/>
                <a:cs typeface="Segoe UI"/>
              </a:rPr>
              <a:t>La herramienta devuelve el informe meteorológico y el agente informa</a:t>
            </a:r>
            <a:br>
              <a:rPr lang="es-ES" sz="1400" b="0" i="0" strike="noStrike" cap="none" baseline="0" dirty="0">
                <a:solidFill>
                  <a:srgbClr val="404040"/>
                </a:solidFill>
                <a:effectLst/>
                <a:latin typeface="Segoe UI"/>
                <a:ea typeface="Segoe UI"/>
                <a:cs typeface="Segoe UI"/>
              </a:rPr>
            </a:br>
            <a:r>
              <a:rPr lang="es-ES" sz="1400" b="0" i="0" strike="noStrike" cap="none" baseline="0" dirty="0">
                <a:solidFill>
                  <a:srgbClr val="404040"/>
                </a:solidFill>
                <a:effectLst/>
                <a:latin typeface="Segoe UI"/>
                <a:ea typeface="Segoe UI"/>
                <a:cs typeface="Segoe UI"/>
              </a:rPr>
              <a:t>al usuario.</a:t>
            </a:r>
          </a:p>
        </p:txBody>
      </p:sp>
      <p:sp>
        <p:nvSpPr>
          <p:cNvPr id="48" name="Oval 47">
            <a:extLst>
              <a:ext uri="{FF2B5EF4-FFF2-40B4-BE49-F238E27FC236}">
                <a16:creationId xmlns:a16="http://schemas.microsoft.com/office/drawing/2014/main" id="{9C5107EF-E1CA-284A-DE49-87D2B1BF03A4}"/>
              </a:ext>
            </a:extLst>
          </p:cNvPr>
          <p:cNvSpPr>
            <a:spLocks noChangeAspect="1"/>
          </p:cNvSpPr>
          <p:nvPr/>
        </p:nvSpPr>
        <p:spPr bwMode="auto">
          <a:xfrm>
            <a:off x="679878" y="4807767"/>
            <a:ext cx="274320" cy="27432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6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1</a:t>
            </a:r>
          </a:p>
        </p:txBody>
      </p:sp>
      <p:sp>
        <p:nvSpPr>
          <p:cNvPr id="49" name="Oval 48">
            <a:extLst>
              <a:ext uri="{FF2B5EF4-FFF2-40B4-BE49-F238E27FC236}">
                <a16:creationId xmlns:a16="http://schemas.microsoft.com/office/drawing/2014/main" id="{567CC6FF-C63B-46A9-BD6C-9D6046271E33}"/>
              </a:ext>
            </a:extLst>
          </p:cNvPr>
          <p:cNvSpPr>
            <a:spLocks noChangeAspect="1"/>
          </p:cNvSpPr>
          <p:nvPr/>
        </p:nvSpPr>
        <p:spPr bwMode="auto">
          <a:xfrm>
            <a:off x="4378402" y="4807767"/>
            <a:ext cx="274320" cy="27432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6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2</a:t>
            </a:r>
          </a:p>
        </p:txBody>
      </p:sp>
      <p:sp>
        <p:nvSpPr>
          <p:cNvPr id="50" name="Oval 49">
            <a:extLst>
              <a:ext uri="{FF2B5EF4-FFF2-40B4-BE49-F238E27FC236}">
                <a16:creationId xmlns:a16="http://schemas.microsoft.com/office/drawing/2014/main" id="{5797892E-18F2-637E-2A9E-B44A4BD3574C}"/>
              </a:ext>
            </a:extLst>
          </p:cNvPr>
          <p:cNvSpPr>
            <a:spLocks noChangeAspect="1"/>
          </p:cNvSpPr>
          <p:nvPr/>
        </p:nvSpPr>
        <p:spPr bwMode="auto">
          <a:xfrm>
            <a:off x="8177795" y="4807767"/>
            <a:ext cx="274320" cy="27432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6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3</a:t>
            </a:r>
          </a:p>
        </p:txBody>
      </p:sp>
    </p:spTree>
    <p:extLst>
      <p:ext uri="{BB962C8B-B14F-4D97-AF65-F5344CB8AC3E}">
        <p14:creationId xmlns:p14="http://schemas.microsoft.com/office/powerpoint/2010/main" val="179240870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199A-9A6A-96B7-291F-162CBB35DA76}"/>
              </a:ext>
            </a:extLst>
          </p:cNvPr>
          <p:cNvSpPr>
            <a:spLocks noGrp="1"/>
          </p:cNvSpPr>
          <p:nvPr>
            <p:ph type="title"/>
          </p:nvPr>
        </p:nvSpPr>
        <p:spPr>
          <a:xfrm>
            <a:off x="588261" y="585216"/>
            <a:ext cx="11011601" cy="975360"/>
          </a:xfrm>
        </p:spPr>
        <p:txBody>
          <a:bodyPr/>
          <a:lstStyle/>
          <a:p>
            <a:r>
              <a:rPr lang="es-ES" sz="3200" b="0" i="0" strike="noStrike" cap="none" baseline="0">
                <a:solidFill>
                  <a:srgbClr val="000000"/>
                </a:solidFill>
                <a:effectLst/>
                <a:latin typeface="Segoe UI Semibold"/>
                <a:ea typeface="Segoe UI Semibold"/>
                <a:cs typeface="Segoe UI Semibold"/>
              </a:rPr>
              <a:t>Opciones para implementar herramientas personalizadas</a:t>
            </a:r>
          </a:p>
        </p:txBody>
      </p:sp>
      <p:sp>
        <p:nvSpPr>
          <p:cNvPr id="3" name="Footer Placeholder 2">
            <a:extLst>
              <a:ext uri="{FF2B5EF4-FFF2-40B4-BE49-F238E27FC236}">
                <a16:creationId xmlns:a16="http://schemas.microsoft.com/office/drawing/2014/main" id="{9FFCD88D-7FA1-7CC4-0ACB-0E58A1288465}"/>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5" name="RetrievalCard">
            <a:extLst>
              <a:ext uri="{FF2B5EF4-FFF2-40B4-BE49-F238E27FC236}">
                <a16:creationId xmlns:a16="http://schemas.microsoft.com/office/drawing/2014/main" id="{FD44EB7B-B4BE-7DD2-51C9-F1BF651D055C}"/>
              </a:ext>
            </a:extLst>
          </p:cNvPr>
          <p:cNvSpPr/>
          <p:nvPr/>
        </p:nvSpPr>
        <p:spPr>
          <a:xfrm>
            <a:off x="588262" y="1399014"/>
            <a:ext cx="2651760" cy="4168409"/>
          </a:xfrm>
          <a:prstGeom prst="roundRect">
            <a:avLst>
              <a:gd name="adj" fmla="val 12000"/>
            </a:avLst>
          </a:prstGeom>
          <a:solidFill>
            <a:srgbClr val="F8F8F8"/>
          </a:solidFill>
          <a:ln w="9525">
            <a:solidFill>
              <a:srgbClr val="DEDEDE"/>
            </a:solidFill>
          </a:ln>
        </p:spPr>
        <p:txBody>
          <a:bodyPr anchor="t"/>
          <a:lstStyle/>
          <a:p>
            <a:endParaRPr lang="en-US" sz="1600" b="1" dirty="0">
              <a:solidFill>
                <a:srgbClr val="6F6F6F"/>
              </a:solidFill>
              <a:latin typeface="+mj-lt"/>
            </a:endParaRPr>
          </a:p>
          <a:p>
            <a:endParaRPr lang="en-US" sz="1600" b="1" dirty="0">
              <a:solidFill>
                <a:srgbClr val="6F6F6F"/>
              </a:solidFill>
              <a:latin typeface="+mj-lt"/>
            </a:endParaRPr>
          </a:p>
          <a:p>
            <a:endParaRPr lang="en-US" sz="1600" b="1" dirty="0">
              <a:solidFill>
                <a:srgbClr val="6F6F6F"/>
              </a:solidFill>
              <a:latin typeface="+mj-lt"/>
            </a:endParaRPr>
          </a:p>
          <a:p>
            <a:r>
              <a:rPr lang="es-ES" sz="1500" b="1" i="0" strike="noStrike" cap="none" baseline="0" dirty="0">
                <a:solidFill>
                  <a:srgbClr val="091F2E"/>
                </a:solidFill>
                <a:effectLst/>
                <a:latin typeface="Segoe UI Semibold"/>
                <a:ea typeface="Segoe UI Semibold"/>
                <a:cs typeface="Segoe UI Semibold"/>
              </a:rPr>
              <a:t>Función personalizada</a:t>
            </a:r>
          </a:p>
          <a:p>
            <a:endParaRPr lang="en-US" sz="1600" b="1" dirty="0">
              <a:solidFill>
                <a:srgbClr val="6F6F6F"/>
              </a:solidFill>
              <a:latin typeface="+mj-lt"/>
            </a:endParaRPr>
          </a:p>
          <a:p>
            <a:r>
              <a:rPr lang="es-ES" sz="1300" b="0" i="0" strike="noStrike" cap="none" baseline="0" dirty="0">
                <a:solidFill>
                  <a:srgbClr val="6F6F6F"/>
                </a:solidFill>
                <a:effectLst/>
                <a:latin typeface="Segoe UI"/>
                <a:ea typeface="Segoe UI"/>
                <a:cs typeface="Segoe UI"/>
              </a:rPr>
              <a:t>Describe funciones personalizadas a un agente</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y le permite identificar y llamar dinámicamente a la función adecuada con los argumentos correctos. </a:t>
            </a:r>
          </a:p>
          <a:p>
            <a:endParaRPr lang="en-US" sz="1300" dirty="0">
              <a:solidFill>
                <a:srgbClr val="6F6F6F"/>
              </a:solidFill>
            </a:endParaRPr>
          </a:p>
          <a:p>
            <a:r>
              <a:rPr lang="es-ES" sz="1300" b="0" i="0" strike="noStrike" cap="none" baseline="0" dirty="0">
                <a:solidFill>
                  <a:srgbClr val="6F6F6F"/>
                </a:solidFill>
                <a:effectLst/>
                <a:latin typeface="Segoe UI"/>
                <a:ea typeface="Segoe UI"/>
                <a:cs typeface="Segoe UI"/>
              </a:rPr>
              <a:t>Admite varios lenguajes de programación para integrar lógica y flujos de trabajo personalizados.</a:t>
            </a:r>
            <a:endParaRPr lang="en-US" sz="1300" b="1" dirty="0">
              <a:solidFill>
                <a:srgbClr val="6F6F6F"/>
              </a:solidFill>
              <a:latin typeface="+mj-lt"/>
            </a:endParaRPr>
          </a:p>
          <a:p>
            <a:endParaRPr lang="en-US" sz="1100" b="1" dirty="0">
              <a:solidFill>
                <a:srgbClr val="6F6F6F"/>
              </a:solidFill>
              <a:latin typeface="+mj-lt"/>
            </a:endParaRPr>
          </a:p>
        </p:txBody>
      </p:sp>
      <p:sp>
        <p:nvSpPr>
          <p:cNvPr id="6" name="RetrievalCard">
            <a:extLst>
              <a:ext uri="{FF2B5EF4-FFF2-40B4-BE49-F238E27FC236}">
                <a16:creationId xmlns:a16="http://schemas.microsoft.com/office/drawing/2014/main" id="{2CB57B40-43F0-BEF0-09ED-E8508CCBF306}"/>
              </a:ext>
            </a:extLst>
          </p:cNvPr>
          <p:cNvSpPr/>
          <p:nvPr/>
        </p:nvSpPr>
        <p:spPr>
          <a:xfrm>
            <a:off x="3391264" y="1399015"/>
            <a:ext cx="2651760" cy="4168408"/>
          </a:xfrm>
          <a:prstGeom prst="roundRect">
            <a:avLst>
              <a:gd name="adj" fmla="val 12000"/>
            </a:avLst>
          </a:prstGeom>
          <a:solidFill>
            <a:srgbClr val="F8F8F8"/>
          </a:solidFill>
          <a:ln w="9525">
            <a:solidFill>
              <a:srgbClr val="DEDEDE"/>
            </a:solidFill>
          </a:ln>
        </p:spPr>
        <p:txBody>
          <a:bodyPr anchor="t"/>
          <a:lstStyle/>
          <a:p>
            <a:endParaRPr lang="en-US" sz="1600" b="1" dirty="0">
              <a:solidFill>
                <a:srgbClr val="6F6F6F"/>
              </a:solidFill>
              <a:latin typeface="+mj-lt"/>
            </a:endParaRPr>
          </a:p>
          <a:p>
            <a:endParaRPr lang="en-US" sz="1600" b="1" dirty="0">
              <a:solidFill>
                <a:srgbClr val="6F6F6F"/>
              </a:solidFill>
              <a:latin typeface="+mj-lt"/>
            </a:endParaRPr>
          </a:p>
          <a:p>
            <a:endParaRPr lang="en-US" sz="1600" b="1" dirty="0">
              <a:solidFill>
                <a:srgbClr val="6F6F6F"/>
              </a:solidFill>
              <a:latin typeface="+mj-lt"/>
            </a:endParaRPr>
          </a:p>
          <a:p>
            <a:r>
              <a:rPr lang="es-ES" sz="1500" b="1" i="0" strike="noStrike" cap="none" baseline="0" dirty="0">
                <a:solidFill>
                  <a:srgbClr val="091F2E"/>
                </a:solidFill>
                <a:effectLst/>
                <a:latin typeface="Segoe UI Semibold"/>
                <a:ea typeface="Segoe UI Semibold"/>
                <a:cs typeface="Segoe UI Semibold"/>
              </a:rPr>
              <a:t>Azure </a:t>
            </a:r>
            <a:r>
              <a:rPr lang="es-ES" sz="1500" b="1" i="0" strike="noStrike" cap="none" baseline="0" dirty="0" err="1">
                <a:solidFill>
                  <a:srgbClr val="091F2E"/>
                </a:solidFill>
                <a:effectLst/>
                <a:latin typeface="Segoe UI Semibold"/>
                <a:ea typeface="Segoe UI Semibold"/>
                <a:cs typeface="Segoe UI Semibold"/>
              </a:rPr>
              <a:t>Functions</a:t>
            </a:r>
            <a:endParaRPr lang="es-ES" sz="1500" b="1" i="0" strike="noStrike" cap="none" baseline="0" dirty="0">
              <a:solidFill>
                <a:srgbClr val="091F2E"/>
              </a:solidFill>
              <a:effectLst/>
              <a:latin typeface="Segoe UI Semibold"/>
              <a:ea typeface="Segoe UI Semibold"/>
              <a:cs typeface="Segoe UI Semibold"/>
            </a:endParaRPr>
          </a:p>
          <a:p>
            <a:endParaRPr lang="en-US" sz="1600" b="1" dirty="0">
              <a:solidFill>
                <a:srgbClr val="6F6F6F"/>
              </a:solidFill>
              <a:latin typeface="+mj-lt"/>
            </a:endParaRPr>
          </a:p>
          <a:p>
            <a:r>
              <a:rPr lang="es-ES" sz="1300" b="0" i="0" strike="noStrike" cap="none" baseline="0" dirty="0">
                <a:solidFill>
                  <a:srgbClr val="6F6F6F"/>
                </a:solidFill>
                <a:effectLst/>
                <a:latin typeface="Segoe UI"/>
                <a:ea typeface="Segoe UI"/>
                <a:cs typeface="Segoe UI"/>
              </a:rPr>
              <a:t>Crea aplicaciones inteligentes controladas por eventos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con una sobrecarga mínima. </a:t>
            </a:r>
          </a:p>
          <a:p>
            <a:endParaRPr lang="en-US" sz="1300" dirty="0">
              <a:solidFill>
                <a:srgbClr val="6F6F6F"/>
              </a:solidFill>
            </a:endParaRPr>
          </a:p>
          <a:p>
            <a:r>
              <a:rPr lang="es-ES" sz="1300" b="0" i="0" strike="noStrike" cap="none" baseline="0" dirty="0">
                <a:solidFill>
                  <a:srgbClr val="6F6F6F"/>
                </a:solidFill>
                <a:effectLst/>
                <a:latin typeface="Segoe UI"/>
                <a:ea typeface="Segoe UI"/>
                <a:cs typeface="Segoe UI"/>
              </a:rPr>
              <a:t>Los desencadenadores determinan cuándo se ejecuta una función, y los enlaces simplifican las conexiones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a los orígenes de los datos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de entrada y salida.</a:t>
            </a:r>
            <a:endParaRPr lang="en-US" sz="1300" b="1" dirty="0">
              <a:solidFill>
                <a:srgbClr val="6F6F6F"/>
              </a:solidFill>
              <a:latin typeface="+mj-lt"/>
            </a:endParaRPr>
          </a:p>
        </p:txBody>
      </p:sp>
      <p:sp>
        <p:nvSpPr>
          <p:cNvPr id="7" name="RetrievalCard">
            <a:extLst>
              <a:ext uri="{FF2B5EF4-FFF2-40B4-BE49-F238E27FC236}">
                <a16:creationId xmlns:a16="http://schemas.microsoft.com/office/drawing/2014/main" id="{1B0E9A28-51EA-321B-99CF-74DEA572661D}"/>
              </a:ext>
            </a:extLst>
          </p:cNvPr>
          <p:cNvSpPr/>
          <p:nvPr/>
        </p:nvSpPr>
        <p:spPr>
          <a:xfrm>
            <a:off x="6194266" y="1399014"/>
            <a:ext cx="2651760" cy="4168408"/>
          </a:xfrm>
          <a:prstGeom prst="roundRect">
            <a:avLst>
              <a:gd name="adj" fmla="val 12000"/>
            </a:avLst>
          </a:prstGeom>
          <a:solidFill>
            <a:srgbClr val="F8F8F8"/>
          </a:solidFill>
          <a:ln w="9525">
            <a:solidFill>
              <a:srgbClr val="DEDEDE"/>
            </a:solidFill>
          </a:ln>
        </p:spPr>
        <p:txBody>
          <a:bodyPr anchor="t"/>
          <a:lstStyle/>
          <a:p>
            <a:endParaRPr lang="en-US" sz="1600" b="1" dirty="0">
              <a:solidFill>
                <a:srgbClr val="6F6F6F"/>
              </a:solidFill>
              <a:latin typeface="+mj-lt"/>
            </a:endParaRPr>
          </a:p>
          <a:p>
            <a:endParaRPr lang="en-US" sz="1600" b="1" dirty="0">
              <a:solidFill>
                <a:srgbClr val="6F6F6F"/>
              </a:solidFill>
              <a:latin typeface="+mj-lt"/>
            </a:endParaRPr>
          </a:p>
          <a:p>
            <a:endParaRPr lang="en-US" sz="1600" b="1" dirty="0">
              <a:solidFill>
                <a:srgbClr val="6F6F6F"/>
              </a:solidFill>
              <a:latin typeface="+mj-lt"/>
            </a:endParaRPr>
          </a:p>
          <a:p>
            <a:r>
              <a:rPr lang="es-ES" sz="1500" b="1" i="0" strike="noStrike" cap="none" baseline="0" dirty="0">
                <a:solidFill>
                  <a:srgbClr val="091F2E"/>
                </a:solidFill>
                <a:effectLst/>
                <a:latin typeface="Segoe UI Semibold"/>
                <a:ea typeface="Segoe UI Semibold"/>
                <a:cs typeface="Segoe UI Semibold"/>
              </a:rPr>
              <a:t>Especificación </a:t>
            </a:r>
            <a:r>
              <a:rPr lang="es-ES" sz="1500" b="1" i="0" strike="noStrike" cap="none" baseline="0" dirty="0" err="1">
                <a:solidFill>
                  <a:srgbClr val="091F2E"/>
                </a:solidFill>
                <a:effectLst/>
                <a:latin typeface="Segoe UI Semibold"/>
                <a:ea typeface="Segoe UI Semibold"/>
                <a:cs typeface="Segoe UI Semibold"/>
              </a:rPr>
              <a:t>OpenAPI</a:t>
            </a:r>
            <a:endParaRPr lang="es-ES" sz="1500" b="1" i="0" strike="noStrike" cap="none" baseline="0" dirty="0">
              <a:solidFill>
                <a:srgbClr val="091F2E"/>
              </a:solidFill>
              <a:effectLst/>
              <a:latin typeface="Segoe UI Semibold"/>
              <a:ea typeface="Segoe UI Semibold"/>
              <a:cs typeface="Segoe UI Semibold"/>
            </a:endParaRPr>
          </a:p>
          <a:p>
            <a:endParaRPr lang="en-US" sz="1600" b="1" dirty="0">
              <a:solidFill>
                <a:srgbClr val="6F6F6F"/>
              </a:solidFill>
              <a:latin typeface="+mj-lt"/>
            </a:endParaRPr>
          </a:p>
          <a:p>
            <a:r>
              <a:rPr lang="es-ES" sz="1300" b="0" i="0" strike="noStrike" cap="none" baseline="0" dirty="0">
                <a:solidFill>
                  <a:srgbClr val="6F6F6F"/>
                </a:solidFill>
                <a:effectLst/>
                <a:latin typeface="Segoe UI"/>
                <a:ea typeface="Segoe UI"/>
                <a:cs typeface="Segoe UI"/>
              </a:rPr>
              <a:t>Crea aplicaciones inteligentes controladas por eventos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con una sobrecarga mínima. </a:t>
            </a:r>
          </a:p>
          <a:p>
            <a:endParaRPr lang="en-US" sz="1300" dirty="0">
              <a:solidFill>
                <a:srgbClr val="6F6F6F"/>
              </a:solidFill>
            </a:endParaRPr>
          </a:p>
          <a:p>
            <a:r>
              <a:rPr lang="es-ES" sz="1300" b="0" i="0" strike="noStrike" cap="none" baseline="0" dirty="0">
                <a:solidFill>
                  <a:srgbClr val="6F6F6F"/>
                </a:solidFill>
                <a:effectLst/>
                <a:latin typeface="Segoe UI"/>
                <a:ea typeface="Segoe UI"/>
                <a:cs typeface="Segoe UI"/>
              </a:rPr>
              <a:t>Los desencadenadores determinan cuándo se ejecuta una función, y los enlaces simplifican las conexiones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a los orígenes de los datos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de entrada y salida.</a:t>
            </a:r>
            <a:endParaRPr lang="en-US" sz="1300" b="1" dirty="0">
              <a:solidFill>
                <a:srgbClr val="6F6F6F"/>
              </a:solidFill>
              <a:latin typeface="+mj-lt"/>
            </a:endParaRPr>
          </a:p>
        </p:txBody>
      </p:sp>
      <p:sp>
        <p:nvSpPr>
          <p:cNvPr id="8" name="RetrievalCard">
            <a:extLst>
              <a:ext uri="{FF2B5EF4-FFF2-40B4-BE49-F238E27FC236}">
                <a16:creationId xmlns:a16="http://schemas.microsoft.com/office/drawing/2014/main" id="{EBA80F35-05CA-7048-AE73-11F3806085F7}"/>
              </a:ext>
            </a:extLst>
          </p:cNvPr>
          <p:cNvSpPr/>
          <p:nvPr/>
        </p:nvSpPr>
        <p:spPr>
          <a:xfrm>
            <a:off x="8997269" y="1399014"/>
            <a:ext cx="2651760" cy="4168408"/>
          </a:xfrm>
          <a:prstGeom prst="roundRect">
            <a:avLst>
              <a:gd name="adj" fmla="val 12000"/>
            </a:avLst>
          </a:prstGeom>
          <a:solidFill>
            <a:srgbClr val="F8F8F8"/>
          </a:solidFill>
          <a:ln w="9525">
            <a:solidFill>
              <a:srgbClr val="DEDEDE"/>
            </a:solidFill>
          </a:ln>
        </p:spPr>
        <p:txBody>
          <a:bodyPr anchor="t"/>
          <a:lstStyle/>
          <a:p>
            <a:endParaRPr lang="en-US" sz="1600" b="1" dirty="0">
              <a:solidFill>
                <a:srgbClr val="6F6F6F"/>
              </a:solidFill>
              <a:latin typeface="+mj-lt"/>
            </a:endParaRPr>
          </a:p>
          <a:p>
            <a:endParaRPr lang="en-US" sz="1600" b="1" dirty="0">
              <a:solidFill>
                <a:srgbClr val="6F6F6F"/>
              </a:solidFill>
              <a:latin typeface="+mj-lt"/>
            </a:endParaRPr>
          </a:p>
          <a:p>
            <a:endParaRPr lang="en-US" sz="1600" b="1" dirty="0">
              <a:solidFill>
                <a:srgbClr val="6F6F6F"/>
              </a:solidFill>
              <a:latin typeface="+mj-lt"/>
            </a:endParaRPr>
          </a:p>
          <a:p>
            <a:r>
              <a:rPr lang="es-ES" sz="1500" b="1" i="0" strike="noStrike" cap="none" baseline="0" dirty="0">
                <a:solidFill>
                  <a:srgbClr val="091F2E"/>
                </a:solidFill>
                <a:effectLst/>
                <a:latin typeface="Segoe UI Semibold"/>
                <a:ea typeface="Segoe UI Semibold"/>
                <a:cs typeface="Segoe UI Semibold"/>
              </a:rPr>
              <a:t>Azure Logic Apps</a:t>
            </a:r>
          </a:p>
          <a:p>
            <a:endParaRPr lang="en-US" sz="1600" b="1" dirty="0">
              <a:solidFill>
                <a:srgbClr val="6F6F6F"/>
              </a:solidFill>
              <a:latin typeface="+mj-lt"/>
            </a:endParaRPr>
          </a:p>
          <a:p>
            <a:r>
              <a:rPr lang="es-ES" sz="1300" b="0" i="0" strike="noStrike" cap="none" baseline="0" dirty="0">
                <a:solidFill>
                  <a:srgbClr val="6F6F6F"/>
                </a:solidFill>
                <a:effectLst/>
                <a:latin typeface="Segoe UI"/>
                <a:ea typeface="Segoe UI"/>
                <a:cs typeface="Segoe UI"/>
              </a:rPr>
              <a:t>Crea aplicaciones inteligentes controladas por eventos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con una sobrecarga mínima. </a:t>
            </a:r>
          </a:p>
          <a:p>
            <a:endParaRPr lang="en-US" sz="1300" dirty="0">
              <a:solidFill>
                <a:srgbClr val="6F6F6F"/>
              </a:solidFill>
            </a:endParaRPr>
          </a:p>
          <a:p>
            <a:r>
              <a:rPr lang="es-ES" sz="1300" b="0" i="0" strike="noStrike" cap="none" baseline="0" dirty="0">
                <a:solidFill>
                  <a:srgbClr val="6F6F6F"/>
                </a:solidFill>
                <a:effectLst/>
                <a:latin typeface="Segoe UI"/>
                <a:ea typeface="Segoe UI"/>
                <a:cs typeface="Segoe UI"/>
              </a:rPr>
              <a:t>Los desencadenadores determinan cuándo se ejecuta una función, y los enlaces simplifican las conexiones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a los orígenes de los datos</a:t>
            </a:r>
            <a:br>
              <a:rPr lang="es-ES" sz="1300" b="0" i="0" strike="noStrike" cap="none" baseline="0" dirty="0">
                <a:solidFill>
                  <a:srgbClr val="6F6F6F"/>
                </a:solidFill>
                <a:effectLst/>
                <a:latin typeface="Segoe UI"/>
                <a:ea typeface="Segoe UI"/>
                <a:cs typeface="Segoe UI"/>
              </a:rPr>
            </a:br>
            <a:r>
              <a:rPr lang="es-ES" sz="1300" b="0" i="0" strike="noStrike" cap="none" baseline="0" dirty="0">
                <a:solidFill>
                  <a:srgbClr val="6F6F6F"/>
                </a:solidFill>
                <a:effectLst/>
                <a:latin typeface="Segoe UI"/>
                <a:ea typeface="Segoe UI"/>
                <a:cs typeface="Segoe UI"/>
              </a:rPr>
              <a:t>de entrada y salida.</a:t>
            </a:r>
            <a:endParaRPr lang="en-US" sz="1300" b="1" dirty="0">
              <a:solidFill>
                <a:srgbClr val="6F6F6F"/>
              </a:solidFill>
              <a:latin typeface="+mj-lt"/>
            </a:endParaRPr>
          </a:p>
        </p:txBody>
      </p:sp>
      <p:grpSp>
        <p:nvGrpSpPr>
          <p:cNvPr id="23" name="Group 22">
            <a:extLst>
              <a:ext uri="{FF2B5EF4-FFF2-40B4-BE49-F238E27FC236}">
                <a16:creationId xmlns:a16="http://schemas.microsoft.com/office/drawing/2014/main" id="{8CBBCACA-907D-1243-1619-A8ADE08148FC}"/>
              </a:ext>
            </a:extLst>
          </p:cNvPr>
          <p:cNvGrpSpPr/>
          <p:nvPr/>
        </p:nvGrpSpPr>
        <p:grpSpPr>
          <a:xfrm>
            <a:off x="821802" y="1527969"/>
            <a:ext cx="636608" cy="640742"/>
            <a:chOff x="821802" y="1556797"/>
            <a:chExt cx="636608" cy="640742"/>
          </a:xfrm>
        </p:grpSpPr>
        <p:sp>
          <p:nvSpPr>
            <p:cNvPr id="9" name="Oval 8">
              <a:extLst>
                <a:ext uri="{FF2B5EF4-FFF2-40B4-BE49-F238E27FC236}">
                  <a16:creationId xmlns:a16="http://schemas.microsoft.com/office/drawing/2014/main" id="{AE579266-1CF5-0B4B-300A-E2BFB11DF612}"/>
                </a:ext>
              </a:extLst>
            </p:cNvPr>
            <p:cNvSpPr>
              <a:spLocks noChangeAspect="1"/>
            </p:cNvSpPr>
            <p:nvPr/>
          </p:nvSpPr>
          <p:spPr bwMode="auto">
            <a:xfrm>
              <a:off x="821802" y="1556797"/>
              <a:ext cx="636608" cy="640742"/>
            </a:xfrm>
            <a:prstGeom prst="ellipse">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0" name="TextBox 9">
              <a:extLst>
                <a:ext uri="{FF2B5EF4-FFF2-40B4-BE49-F238E27FC236}">
                  <a16:creationId xmlns:a16="http://schemas.microsoft.com/office/drawing/2014/main" id="{156EE489-E780-6DC0-0426-52385EBF958F}"/>
                </a:ext>
              </a:extLst>
            </p:cNvPr>
            <p:cNvSpPr txBox="1"/>
            <p:nvPr/>
          </p:nvSpPr>
          <p:spPr>
            <a:xfrm>
              <a:off x="902060" y="1723280"/>
              <a:ext cx="476092" cy="307777"/>
            </a:xfrm>
            <a:prstGeom prst="rect">
              <a:avLst/>
            </a:prstGeom>
            <a:noFill/>
          </p:spPr>
          <p:txBody>
            <a:bodyPr wrap="none" lIns="0" tIns="0" rIns="0" bIns="0" rtlCol="0">
              <a:spAutoFit/>
            </a:bodyPr>
            <a:lstStyle/>
            <a:p>
              <a:pPr algn="ctr"/>
              <a:r>
                <a:rPr lang="en-US" sz="2000" b="1">
                  <a:solidFill>
                    <a:schemeClr val="tx2"/>
                  </a:solidFill>
                </a:rPr>
                <a:t>&lt;/&gt;</a:t>
              </a:r>
            </a:p>
          </p:txBody>
        </p:sp>
      </p:grpSp>
      <p:grpSp>
        <p:nvGrpSpPr>
          <p:cNvPr id="22" name="Group 21">
            <a:extLst>
              <a:ext uri="{FF2B5EF4-FFF2-40B4-BE49-F238E27FC236}">
                <a16:creationId xmlns:a16="http://schemas.microsoft.com/office/drawing/2014/main" id="{746FE9EE-7205-83AE-BEEA-009349B23BB2}"/>
              </a:ext>
            </a:extLst>
          </p:cNvPr>
          <p:cNvGrpSpPr/>
          <p:nvPr/>
        </p:nvGrpSpPr>
        <p:grpSpPr>
          <a:xfrm>
            <a:off x="3679143" y="1527969"/>
            <a:ext cx="636608" cy="640742"/>
            <a:chOff x="3679143" y="1552849"/>
            <a:chExt cx="636608" cy="640742"/>
          </a:xfrm>
        </p:grpSpPr>
        <p:sp>
          <p:nvSpPr>
            <p:cNvPr id="11" name="Oval 10">
              <a:extLst>
                <a:ext uri="{FF2B5EF4-FFF2-40B4-BE49-F238E27FC236}">
                  <a16:creationId xmlns:a16="http://schemas.microsoft.com/office/drawing/2014/main" id="{EED808A5-C6A9-E037-9018-19B1CD61EE33}"/>
                </a:ext>
              </a:extLst>
            </p:cNvPr>
            <p:cNvSpPr>
              <a:spLocks noChangeAspect="1"/>
            </p:cNvSpPr>
            <p:nvPr/>
          </p:nvSpPr>
          <p:spPr bwMode="auto">
            <a:xfrm>
              <a:off x="3679143" y="1552849"/>
              <a:ext cx="636608" cy="640742"/>
            </a:xfrm>
            <a:prstGeom prst="ellipse">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3" name="Graphic 12" descr="Lightning bolt outline">
              <a:extLst>
                <a:ext uri="{FF2B5EF4-FFF2-40B4-BE49-F238E27FC236}">
                  <a16:creationId xmlns:a16="http://schemas.microsoft.com/office/drawing/2014/main" id="{FE1CF259-458E-8BE5-0BE6-7BFB57D664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65508" y="1629706"/>
              <a:ext cx="510178" cy="510178"/>
            </a:xfrm>
            <a:prstGeom prst="rect">
              <a:avLst/>
            </a:prstGeom>
          </p:spPr>
        </p:pic>
      </p:grpSp>
      <p:grpSp>
        <p:nvGrpSpPr>
          <p:cNvPr id="21" name="Group 20">
            <a:extLst>
              <a:ext uri="{FF2B5EF4-FFF2-40B4-BE49-F238E27FC236}">
                <a16:creationId xmlns:a16="http://schemas.microsoft.com/office/drawing/2014/main" id="{EEC6B496-892B-8253-1283-734D9BA541D0}"/>
              </a:ext>
            </a:extLst>
          </p:cNvPr>
          <p:cNvGrpSpPr/>
          <p:nvPr/>
        </p:nvGrpSpPr>
        <p:grpSpPr>
          <a:xfrm>
            <a:off x="6447421" y="1527969"/>
            <a:ext cx="636608" cy="640742"/>
            <a:chOff x="6447421" y="1552849"/>
            <a:chExt cx="636608" cy="640742"/>
          </a:xfrm>
        </p:grpSpPr>
        <p:sp>
          <p:nvSpPr>
            <p:cNvPr id="18" name="Oval 17">
              <a:extLst>
                <a:ext uri="{FF2B5EF4-FFF2-40B4-BE49-F238E27FC236}">
                  <a16:creationId xmlns:a16="http://schemas.microsoft.com/office/drawing/2014/main" id="{93413F26-1EDE-2F49-3ABE-71815E10DDE1}"/>
                </a:ext>
              </a:extLst>
            </p:cNvPr>
            <p:cNvSpPr>
              <a:spLocks noChangeAspect="1"/>
            </p:cNvSpPr>
            <p:nvPr/>
          </p:nvSpPr>
          <p:spPr bwMode="auto">
            <a:xfrm>
              <a:off x="6447421" y="1552849"/>
              <a:ext cx="636608" cy="640742"/>
            </a:xfrm>
            <a:prstGeom prst="ellipse">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7" name="Graphic 16" descr="World outline">
              <a:extLst>
                <a:ext uri="{FF2B5EF4-FFF2-40B4-BE49-F238E27FC236}">
                  <a16:creationId xmlns:a16="http://schemas.microsoft.com/office/drawing/2014/main" id="{1B8FCD61-5B0D-178C-5C23-38AABA3B1D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37125" y="1644620"/>
              <a:ext cx="457200" cy="457200"/>
            </a:xfrm>
            <a:prstGeom prst="rect">
              <a:avLst/>
            </a:prstGeom>
          </p:spPr>
        </p:pic>
      </p:grpSp>
      <p:grpSp>
        <p:nvGrpSpPr>
          <p:cNvPr id="20" name="Group 19">
            <a:extLst>
              <a:ext uri="{FF2B5EF4-FFF2-40B4-BE49-F238E27FC236}">
                <a16:creationId xmlns:a16="http://schemas.microsoft.com/office/drawing/2014/main" id="{DBD2C5E3-DCC3-CE06-C6CC-9C0297E32834}"/>
              </a:ext>
            </a:extLst>
          </p:cNvPr>
          <p:cNvGrpSpPr/>
          <p:nvPr/>
        </p:nvGrpSpPr>
        <p:grpSpPr>
          <a:xfrm>
            <a:off x="9261998" y="1527969"/>
            <a:ext cx="636608" cy="640742"/>
            <a:chOff x="9261998" y="1499142"/>
            <a:chExt cx="636608" cy="640742"/>
          </a:xfrm>
        </p:grpSpPr>
        <p:sp>
          <p:nvSpPr>
            <p:cNvPr id="19" name="Oval 18">
              <a:extLst>
                <a:ext uri="{FF2B5EF4-FFF2-40B4-BE49-F238E27FC236}">
                  <a16:creationId xmlns:a16="http://schemas.microsoft.com/office/drawing/2014/main" id="{0483085B-AE26-D4C3-292F-218FAE8B5E45}"/>
                </a:ext>
              </a:extLst>
            </p:cNvPr>
            <p:cNvSpPr>
              <a:spLocks noChangeAspect="1"/>
            </p:cNvSpPr>
            <p:nvPr/>
          </p:nvSpPr>
          <p:spPr bwMode="auto">
            <a:xfrm>
              <a:off x="9261998" y="1499142"/>
              <a:ext cx="636608" cy="640742"/>
            </a:xfrm>
            <a:prstGeom prst="ellipse">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5" name="Graphic 14" descr="Decision chart outline">
              <a:extLst>
                <a:ext uri="{FF2B5EF4-FFF2-40B4-BE49-F238E27FC236}">
                  <a16:creationId xmlns:a16="http://schemas.microsoft.com/office/drawing/2014/main" id="{17EEA032-5B54-5BA4-EC3E-C52C07563A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51702" y="1590913"/>
              <a:ext cx="457200" cy="457200"/>
            </a:xfrm>
            <a:prstGeom prst="rect">
              <a:avLst/>
            </a:prstGeom>
          </p:spPr>
        </p:pic>
      </p:grpSp>
      <p:sp>
        <p:nvSpPr>
          <p:cNvPr id="24" name="Rounded Rectangle 23">
            <a:extLst>
              <a:ext uri="{FF2B5EF4-FFF2-40B4-BE49-F238E27FC236}">
                <a16:creationId xmlns:a16="http://schemas.microsoft.com/office/drawing/2014/main" id="{4F5B0B13-5C8B-E9C4-4B17-E6F96AE43199}"/>
              </a:ext>
            </a:extLst>
          </p:cNvPr>
          <p:cNvSpPr/>
          <p:nvPr/>
        </p:nvSpPr>
        <p:spPr bwMode="auto">
          <a:xfrm>
            <a:off x="855198" y="5100146"/>
            <a:ext cx="2117888" cy="328244"/>
          </a:xfrm>
          <a:prstGeom prst="roundRect">
            <a:avLst>
              <a:gd name="adj" fmla="val 50000"/>
            </a:avLst>
          </a:prstGeom>
          <a:solidFill>
            <a:schemeClr val="tx2">
              <a:lumMod val="10000"/>
              <a:lumOff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0" i="0" strike="noStrike" cap="none" baseline="0" dirty="0">
                <a:solidFill>
                  <a:srgbClr val="091F2E"/>
                </a:solidFill>
                <a:effectLst/>
                <a:latin typeface="Segoe UI Semibold"/>
                <a:ea typeface="Segoe UI Semibold"/>
                <a:cs typeface="Segoe UI Semibold"/>
              </a:rPr>
              <a:t>Llamada a funciones</a:t>
            </a:r>
          </a:p>
        </p:txBody>
      </p:sp>
      <p:sp>
        <p:nvSpPr>
          <p:cNvPr id="25" name="Rounded Rectangle 24">
            <a:extLst>
              <a:ext uri="{FF2B5EF4-FFF2-40B4-BE49-F238E27FC236}">
                <a16:creationId xmlns:a16="http://schemas.microsoft.com/office/drawing/2014/main" id="{04BB234E-67B3-768F-E76A-6FC80C9C5899}"/>
              </a:ext>
            </a:extLst>
          </p:cNvPr>
          <p:cNvSpPr/>
          <p:nvPr/>
        </p:nvSpPr>
        <p:spPr bwMode="auto">
          <a:xfrm>
            <a:off x="3658200" y="5100146"/>
            <a:ext cx="2117888" cy="328244"/>
          </a:xfrm>
          <a:prstGeom prst="roundRect">
            <a:avLst>
              <a:gd name="adj" fmla="val 50000"/>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0" i="0" strike="noStrike" cap="none" baseline="0" dirty="0">
                <a:solidFill>
                  <a:srgbClr val="702573"/>
                </a:solidFill>
                <a:effectLst/>
                <a:latin typeface="Segoe UI Semibold"/>
                <a:ea typeface="Segoe UI Semibold"/>
                <a:cs typeface="Segoe UI Semibold"/>
              </a:rPr>
              <a:t>Controlado por eventos</a:t>
            </a:r>
          </a:p>
        </p:txBody>
      </p:sp>
      <p:sp>
        <p:nvSpPr>
          <p:cNvPr id="26" name="Rounded Rectangle 25">
            <a:extLst>
              <a:ext uri="{FF2B5EF4-FFF2-40B4-BE49-F238E27FC236}">
                <a16:creationId xmlns:a16="http://schemas.microsoft.com/office/drawing/2014/main" id="{DC84A356-FA6C-8206-083B-740A761620B3}"/>
              </a:ext>
            </a:extLst>
          </p:cNvPr>
          <p:cNvSpPr/>
          <p:nvPr/>
        </p:nvSpPr>
        <p:spPr bwMode="auto">
          <a:xfrm>
            <a:off x="6461202" y="5100146"/>
            <a:ext cx="2117888" cy="328244"/>
          </a:xfrm>
          <a:prstGeom prst="roundRect">
            <a:avLst>
              <a:gd name="adj" fmla="val 50000"/>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0" i="0" strike="noStrike" cap="none" baseline="0">
                <a:solidFill>
                  <a:srgbClr val="8F2C93"/>
                </a:solidFill>
                <a:effectLst/>
                <a:latin typeface="Segoe UI Semibold"/>
                <a:ea typeface="Segoe UI Semibold"/>
                <a:cs typeface="Segoe UI Semibold"/>
              </a:rPr>
              <a:t>OpenAPI 3.0</a:t>
            </a:r>
          </a:p>
        </p:txBody>
      </p:sp>
      <p:sp>
        <p:nvSpPr>
          <p:cNvPr id="27" name="Rounded Rectangle 26">
            <a:extLst>
              <a:ext uri="{FF2B5EF4-FFF2-40B4-BE49-F238E27FC236}">
                <a16:creationId xmlns:a16="http://schemas.microsoft.com/office/drawing/2014/main" id="{B92F3A03-A618-ED8E-5D3B-966FEA8FD06C}"/>
              </a:ext>
            </a:extLst>
          </p:cNvPr>
          <p:cNvSpPr/>
          <p:nvPr/>
        </p:nvSpPr>
        <p:spPr bwMode="auto">
          <a:xfrm>
            <a:off x="9264205" y="5100146"/>
            <a:ext cx="2117888" cy="328244"/>
          </a:xfrm>
          <a:prstGeom prst="roundRect">
            <a:avLst>
              <a:gd name="adj" fmla="val 50000"/>
            </a:avLst>
          </a:prstGeom>
          <a:solidFill>
            <a:schemeClr val="accent3">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200" b="0" i="0" strike="noStrike" cap="none" baseline="0">
                <a:solidFill>
                  <a:srgbClr val="9A1C01"/>
                </a:solidFill>
                <a:effectLst/>
                <a:latin typeface="Segoe UI Semibold"/>
                <a:ea typeface="Segoe UI Semibold"/>
                <a:cs typeface="Segoe UI Semibold"/>
              </a:rPr>
              <a:t>Código bajo</a:t>
            </a:r>
          </a:p>
        </p:txBody>
      </p:sp>
    </p:spTree>
    <p:extLst>
      <p:ext uri="{BB962C8B-B14F-4D97-AF65-F5344CB8AC3E}">
        <p14:creationId xmlns:p14="http://schemas.microsoft.com/office/powerpoint/2010/main" val="278961035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C2F3D-D49A-C93B-2D39-BC9C91D81E6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6B2719FF-3F1F-E031-5811-86062B86E152}"/>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807" y="2052313"/>
            <a:ext cx="4630848" cy="3278110"/>
          </a:xfrm>
          <a:prstGeom prst="rect">
            <a:avLst/>
          </a:prstGeom>
        </p:spPr>
      </p:pic>
      <p:sp>
        <p:nvSpPr>
          <p:cNvPr id="5" name="Title 4">
            <a:extLst>
              <a:ext uri="{FF2B5EF4-FFF2-40B4-BE49-F238E27FC236}">
                <a16:creationId xmlns:a16="http://schemas.microsoft.com/office/drawing/2014/main" id="{64E629BD-BC5D-8704-D629-2CD1EDA0969C}"/>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2863F4FE-7916-9B18-C30F-6429A31A93F3}"/>
              </a:ext>
            </a:extLst>
          </p:cNvPr>
          <p:cNvSpPr>
            <a:spLocks noGrp="1"/>
          </p:cNvSpPr>
          <p:nvPr>
            <p:ph type="body" sz="quarter" idx="16"/>
          </p:nvPr>
        </p:nvSpPr>
        <p:spPr>
          <a:xfrm>
            <a:off x="584199" y="1594155"/>
            <a:ext cx="6546851" cy="292388"/>
          </a:xfrm>
        </p:spPr>
        <p:txBody>
          <a:bodyPr/>
          <a:lstStyle/>
          <a:p>
            <a:r>
              <a:rPr lang="es-ES" sz="1900" b="0" i="0" strike="noStrike" cap="none" baseline="0" dirty="0">
                <a:solidFill>
                  <a:srgbClr val="000000"/>
                </a:solidFill>
                <a:effectLst/>
                <a:latin typeface="Segoe UI Semibold"/>
                <a:ea typeface="Segoe UI Semibold"/>
                <a:cs typeface="Segoe UI Semibold"/>
              </a:rPr>
              <a:t>Creación de un agente con herramientas personalizadas</a:t>
            </a:r>
          </a:p>
        </p:txBody>
      </p:sp>
      <p:sp>
        <p:nvSpPr>
          <p:cNvPr id="6" name="Text Placeholder 5">
            <a:extLst>
              <a:ext uri="{FF2B5EF4-FFF2-40B4-BE49-F238E27FC236}">
                <a16:creationId xmlns:a16="http://schemas.microsoft.com/office/drawing/2014/main" id="{365531F9-F840-F253-2707-0C17F6557CF1}"/>
              </a:ext>
            </a:extLst>
          </p:cNvPr>
          <p:cNvSpPr>
            <a:spLocks noGrp="1"/>
          </p:cNvSpPr>
          <p:nvPr>
            <p:ph type="body" sz="quarter" idx="15"/>
          </p:nvPr>
        </p:nvSpPr>
        <p:spPr>
          <a:xfrm>
            <a:off x="586389" y="2085764"/>
            <a:ext cx="4922871" cy="1615827"/>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500" b="0" i="0" strike="noStrike" cap="none" baseline="0" dirty="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500" b="0" i="0" strike="noStrike" cap="none" baseline="0" dirty="0">
                <a:solidFill>
                  <a:srgbClr val="000000"/>
                </a:solidFill>
                <a:effectLst/>
                <a:latin typeface="Segoe UI"/>
                <a:ea typeface="Segoe UI"/>
                <a:cs typeface="Segoe UI"/>
              </a:rPr>
              <a:t>Crear una función para que el agente la use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500" b="0" i="0" strike="noStrike" cap="none" baseline="0" dirty="0">
                <a:solidFill>
                  <a:srgbClr val="000000"/>
                </a:solidFill>
                <a:effectLst/>
                <a:latin typeface="Segoe UI"/>
                <a:ea typeface="Segoe UI"/>
                <a:cs typeface="Segoe UI"/>
              </a:rPr>
              <a:t>Definir las herramientas de funciones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500" b="0" i="0" strike="noStrike" cap="none" baseline="0" dirty="0">
                <a:solidFill>
                  <a:srgbClr val="000000"/>
                </a:solidFill>
                <a:effectLst/>
                <a:latin typeface="Segoe UI"/>
                <a:ea typeface="Segoe UI"/>
                <a:cs typeface="Segoe UI"/>
              </a:rPr>
              <a:t>Crear el agente que usa las herramientas de funciones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500" b="0" i="0" strike="noStrike" cap="none" baseline="0" dirty="0">
                <a:solidFill>
                  <a:srgbClr val="000000"/>
                </a:solidFill>
                <a:effectLst/>
                <a:latin typeface="Segoe UI"/>
                <a:ea typeface="Segoe UI"/>
                <a:cs typeface="Segoe UI"/>
              </a:rPr>
              <a:t>Enviar un mensaje al agente y procesar la respuesta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500" b="0" i="0" strike="noStrike" cap="none" baseline="0" dirty="0">
                <a:solidFill>
                  <a:srgbClr val="000000"/>
                </a:solidFill>
                <a:effectLst/>
                <a:latin typeface="Segoe UI"/>
                <a:ea typeface="Segoe UI"/>
                <a:cs typeface="Segoe UI"/>
              </a:rPr>
              <a:t>Procesar llamadas a funciones y mostrar la respuesta</a:t>
            </a:r>
            <a:br>
              <a:rPr lang="es-ES" sz="1500" b="0" i="0" strike="noStrike" cap="none" baseline="0" dirty="0">
                <a:solidFill>
                  <a:srgbClr val="000000"/>
                </a:solidFill>
                <a:effectLst/>
                <a:latin typeface="Segoe UI"/>
                <a:ea typeface="Segoe UI"/>
                <a:cs typeface="Segoe UI"/>
              </a:rPr>
            </a:br>
            <a:r>
              <a:rPr lang="es-ES" sz="1500" b="0" i="0" strike="noStrike" cap="none" baseline="0" dirty="0">
                <a:solidFill>
                  <a:srgbClr val="000000"/>
                </a:solidFill>
                <a:effectLst/>
                <a:latin typeface="Segoe UI"/>
                <a:ea typeface="Segoe UI"/>
                <a:cs typeface="Segoe UI"/>
              </a:rPr>
              <a:t>del agente</a:t>
            </a:r>
          </a:p>
        </p:txBody>
      </p:sp>
      <p:sp>
        <p:nvSpPr>
          <p:cNvPr id="10" name="TextBox 9">
            <a:extLst>
              <a:ext uri="{FF2B5EF4-FFF2-40B4-BE49-F238E27FC236}">
                <a16:creationId xmlns:a16="http://schemas.microsoft.com/office/drawing/2014/main" id="{793EFCBF-090D-A8B3-0B57-AE485B8126B5}"/>
              </a:ext>
            </a:extLst>
          </p:cNvPr>
          <p:cNvSpPr txBox="1"/>
          <p:nvPr/>
        </p:nvSpPr>
        <p:spPr>
          <a:xfrm>
            <a:off x="487330" y="3688343"/>
            <a:ext cx="4607087" cy="553998"/>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500" b="0" i="0" strike="noStrike" cap="none" baseline="0" dirty="0">
                <a:solidFill>
                  <a:srgbClr val="000000"/>
                </a:solidFill>
                <a:effectLst/>
                <a:latin typeface="Segoe UI"/>
                <a:ea typeface="Segoe UI"/>
                <a:cs typeface="Segoe UI"/>
              </a:rPr>
              <a:t>Inicia el ejercicio en:</a:t>
            </a:r>
          </a:p>
          <a:p>
            <a:pPr lvl="0">
              <a:defRPr/>
            </a:pPr>
            <a:r>
              <a:rPr lang="es-ES" sz="1500" b="0" i="0" strike="noStrike" cap="none" baseline="0" dirty="0">
                <a:solidFill>
                  <a:srgbClr val="000000"/>
                </a:solidFill>
                <a:effectLst/>
                <a:latin typeface="Segoe UI"/>
                <a:ea typeface="Segoe UI"/>
                <a:cs typeface="Segoe UI"/>
                <a:hlinkClick r:id="rId4" history="0"/>
              </a:rPr>
              <a:t>https://go.microsoft.com/fwlink/?linkid=2353623</a:t>
            </a:r>
            <a:r>
              <a:rPr lang="es-ES" sz="1500" b="0" i="0" strike="noStrike" cap="none" baseline="0" dirty="0">
                <a:solidFill>
                  <a:srgbClr val="000000"/>
                </a:solidFill>
                <a:effectLst/>
                <a:latin typeface="Segoe UI"/>
                <a:ea typeface="Segoe UI"/>
                <a:cs typeface="Segoe UI"/>
              </a:rPr>
              <a:t> </a:t>
            </a:r>
            <a:endParaRPr kumimoji="0" lang="en-US" sz="15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713EF577-537F-3D8F-A455-5F129E3FC771}"/>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161AD6A4-A9AE-C6C6-7FB3-F96109A4F01C}"/>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358806594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3BA2A-E136-1F6D-1B43-52E30AC9E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253EA-7C43-352B-E605-993D3831E1D6}"/>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6B1878B1-857D-4C5F-84E7-42B1875B3B67}"/>
              </a:ext>
            </a:extLst>
          </p:cNvPr>
          <p:cNvSpPr>
            <a:spLocks noGrp="1"/>
          </p:cNvSpPr>
          <p:nvPr>
            <p:ph type="body" sz="quarter" idx="17"/>
          </p:nvPr>
        </p:nvSpPr>
        <p:spPr>
          <a:xfrm>
            <a:off x="1235075" y="2332142"/>
            <a:ext cx="8778782" cy="426720"/>
          </a:xfrm>
        </p:spPr>
        <p:txBody>
          <a:bodyPr/>
          <a:lstStyle/>
          <a:p>
            <a:r>
              <a:rPr lang="es-ES" sz="1400" b="1" i="0" strike="noStrike" cap="none" baseline="0">
                <a:solidFill>
                  <a:srgbClr val="000000"/>
                </a:solidFill>
                <a:effectLst/>
                <a:latin typeface="Segoe UI Semibold"/>
                <a:ea typeface="Segoe UI Semibold"/>
                <a:cs typeface="Segoe UI Semibold"/>
              </a:rPr>
              <a:t>¿Qué son las herramientas personalizadas y cómo pueden ayudarte a desarrollar agentes eficaces?</a:t>
            </a:r>
          </a:p>
        </p:txBody>
      </p:sp>
      <p:sp>
        <p:nvSpPr>
          <p:cNvPr id="9" name="Text Placeholder 8">
            <a:extLst>
              <a:ext uri="{FF2B5EF4-FFF2-40B4-BE49-F238E27FC236}">
                <a16:creationId xmlns:a16="http://schemas.microsoft.com/office/drawing/2014/main" id="{30B410E3-E328-F513-63CF-75F3085BC77B}"/>
              </a:ext>
            </a:extLst>
          </p:cNvPr>
          <p:cNvSpPr>
            <a:spLocks noGrp="1"/>
          </p:cNvSpPr>
          <p:nvPr>
            <p:ph type="body" sz="quarter" idx="15"/>
          </p:nvPr>
        </p:nvSpPr>
        <p:spPr>
          <a:xfrm>
            <a:off x="1235075" y="2576118"/>
            <a:ext cx="8775098" cy="725424"/>
          </a:xfrm>
          <a:noFill/>
        </p:spPr>
        <p:txBody>
          <a:bodyPr/>
          <a:lstStyle/>
          <a:p>
            <a:r>
              <a:rPr lang="es-ES" sz="1400" b="0" i="0" strike="noStrike" cap="none" baseline="0">
                <a:solidFill>
                  <a:srgbClr val="000000"/>
                </a:solidFill>
                <a:effectLst/>
                <a:latin typeface="Segoe UI"/>
                <a:ea typeface="Segoe UI"/>
                <a:cs typeface="Segoe UI"/>
              </a:rPr>
              <a:t>Funciones invocables que un agente puede usar para ampliar sus funcionalidades </a:t>
            </a:r>
            <a:endParaRPr lang="en-US"/>
          </a:p>
          <a:p>
            <a:r>
              <a:rPr lang="es-ES" sz="1400" b="0" i="0" strike="noStrike" cap="none" baseline="0">
                <a:solidFill>
                  <a:srgbClr val="000000"/>
                </a:solidFill>
                <a:effectLst/>
                <a:latin typeface="Segoe UI"/>
                <a:ea typeface="Segoe UI"/>
                <a:cs typeface="Segoe UI"/>
              </a:rPr>
              <a:t>Extensiones para Visual Studio Code que crean e implementan agentes </a:t>
            </a:r>
            <a:endParaRPr lang="en-US"/>
          </a:p>
          <a:p>
            <a:r>
              <a:rPr lang="es-ES" sz="1400" b="0" i="0" strike="noStrike" cap="none" baseline="0">
                <a:solidFill>
                  <a:srgbClr val="000000"/>
                </a:solidFill>
                <a:effectLst/>
                <a:latin typeface="Segoe UI"/>
                <a:ea typeface="Segoe UI"/>
                <a:cs typeface="Segoe UI"/>
              </a:rPr>
              <a:t>Modelos ajustados de forma precisa que el agente usa para generar una salida personalizada</a:t>
            </a:r>
          </a:p>
        </p:txBody>
      </p:sp>
      <p:sp>
        <p:nvSpPr>
          <p:cNvPr id="18" name="Text Placeholder 17">
            <a:extLst>
              <a:ext uri="{FF2B5EF4-FFF2-40B4-BE49-F238E27FC236}">
                <a16:creationId xmlns:a16="http://schemas.microsoft.com/office/drawing/2014/main" id="{20218DD9-CF0E-681C-1A90-7801FAFFD998}"/>
              </a:ext>
            </a:extLst>
          </p:cNvPr>
          <p:cNvSpPr>
            <a:spLocks noGrp="1"/>
          </p:cNvSpPr>
          <p:nvPr>
            <p:ph type="body" sz="quarter" idx="22"/>
          </p:nvPr>
        </p:nvSpPr>
        <p:spPr>
          <a:xfrm>
            <a:off x="1235075" y="4034002"/>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Debes integrar la funcionalidad de un servicio web basado en OpenAPI 3.0. ¿Qué tiene que hacer?</a:t>
            </a:r>
          </a:p>
        </p:txBody>
      </p:sp>
      <p:sp>
        <p:nvSpPr>
          <p:cNvPr id="19" name="Text Placeholder 18">
            <a:extLst>
              <a:ext uri="{FF2B5EF4-FFF2-40B4-BE49-F238E27FC236}">
                <a16:creationId xmlns:a16="http://schemas.microsoft.com/office/drawing/2014/main" id="{EF865CC9-A887-0CEA-C87D-1624B7A25F67}"/>
              </a:ext>
            </a:extLst>
          </p:cNvPr>
          <p:cNvSpPr>
            <a:spLocks noGrp="1"/>
          </p:cNvSpPr>
          <p:nvPr>
            <p:ph type="body" sz="quarter" idx="23"/>
          </p:nvPr>
        </p:nvSpPr>
        <p:spPr>
          <a:xfrm>
            <a:off x="1235074" y="4275582"/>
            <a:ext cx="8775098" cy="938784"/>
          </a:xfrm>
        </p:spPr>
        <p:txBody>
          <a:bodyPr/>
          <a:lstStyle/>
          <a:p>
            <a:r>
              <a:rPr lang="es-ES" sz="1400" b="0" i="0" strike="noStrike" cap="none" baseline="0">
                <a:solidFill>
                  <a:srgbClr val="000000"/>
                </a:solidFill>
                <a:effectLst/>
                <a:latin typeface="Segoe UI"/>
                <a:ea typeface="Segoe UI"/>
                <a:cs typeface="Segoe UI"/>
              </a:rPr>
              <a:t>Agrega el esquema JSON a las instrucciones del agente </a:t>
            </a:r>
          </a:p>
          <a:p>
            <a:r>
              <a:rPr lang="es-ES" sz="1400" b="0" i="0" strike="noStrike" cap="none" baseline="0">
                <a:solidFill>
                  <a:srgbClr val="000000"/>
                </a:solidFill>
                <a:effectLst/>
                <a:latin typeface="Segoe UI"/>
                <a:ea typeface="Segoe UI"/>
                <a:cs typeface="Segoe UI"/>
              </a:rPr>
              <a:t>Vuelve a escribir el servicio web como una función de Python y codifícalo de forma rígida </a:t>
            </a:r>
          </a:p>
          <a:p>
            <a:r>
              <a:rPr lang="es-ES" sz="1400" b="0" i="0" strike="noStrike" cap="none" baseline="0">
                <a:solidFill>
                  <a:srgbClr val="000000"/>
                </a:solidFill>
                <a:effectLst/>
                <a:latin typeface="Segoe UI"/>
                <a:ea typeface="Segoe UI"/>
                <a:cs typeface="Segoe UI"/>
              </a:rPr>
              <a:t>Adición del servicio web como una herramienta de especificación de OpenAPI a la definición del agente</a:t>
            </a:r>
          </a:p>
        </p:txBody>
      </p:sp>
      <p:sp>
        <p:nvSpPr>
          <p:cNvPr id="76" name="Oval 75">
            <a:extLst>
              <a:ext uri="{FF2B5EF4-FFF2-40B4-BE49-F238E27FC236}">
                <a16:creationId xmlns:a16="http://schemas.microsoft.com/office/drawing/2014/main" id="{D408D31A-80BB-3228-B15B-AD5419889987}"/>
              </a:ext>
              <a:ext uri="{C183D7F6-B498-43B3-948B-1728B52AA6E4}">
                <adec:decorative xmlns:adec="http://schemas.microsoft.com/office/drawing/2017/decorative" val="1"/>
              </a:ext>
            </a:extLst>
          </p:cNvPr>
          <p:cNvSpPr/>
          <p:nvPr/>
        </p:nvSpPr>
        <p:spPr bwMode="auto">
          <a:xfrm>
            <a:off x="722582" y="224505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63493497-E5A0-2C3D-5D41-454C096EF351}"/>
              </a:ext>
              <a:ext uri="{C183D7F6-B498-43B3-948B-1728B52AA6E4}">
                <adec:decorative xmlns:adec="http://schemas.microsoft.com/office/drawing/2017/decorative" val="1"/>
              </a:ext>
            </a:extLst>
          </p:cNvPr>
          <p:cNvSpPr/>
          <p:nvPr/>
        </p:nvSpPr>
        <p:spPr bwMode="auto">
          <a:xfrm>
            <a:off x="722582" y="393458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dirty="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E09F430A-94CB-AB54-0FC7-F72FEA91D82B}"/>
              </a:ext>
              <a:ext uri="{C183D7F6-B498-43B3-948B-1728B52AA6E4}">
                <adec:decorative xmlns:adec="http://schemas.microsoft.com/office/drawing/2017/decorative" val="1"/>
              </a:ext>
            </a:extLst>
          </p:cNvPr>
          <p:cNvSpPr/>
          <p:nvPr/>
        </p:nvSpPr>
        <p:spPr>
          <a:xfrm>
            <a:off x="1263852" y="4811471"/>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85F488A5-C07F-F6FF-8CDB-94C964FBF671}"/>
              </a:ext>
              <a:ext uri="{C183D7F6-B498-43B3-948B-1728B52AA6E4}">
                <adec:decorative xmlns:adec="http://schemas.microsoft.com/office/drawing/2017/decorative" val="1"/>
              </a:ext>
            </a:extLst>
          </p:cNvPr>
          <p:cNvSpPr/>
          <p:nvPr/>
        </p:nvSpPr>
        <p:spPr>
          <a:xfrm>
            <a:off x="1263852" y="260659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69C64C4-9275-ED8F-3EAE-C51454013A65}"/>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1873623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78580-7EDD-0832-F565-9BF588F7E0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7FDEE50-9F16-82C4-55CF-45B139D0409D}"/>
              </a:ext>
            </a:extLst>
          </p:cNvPr>
          <p:cNvSpPr>
            <a:spLocks noGrp="1"/>
          </p:cNvSpPr>
          <p:nvPr>
            <p:ph type="title"/>
          </p:nvPr>
        </p:nvSpPr>
        <p:spPr>
          <a:xfrm>
            <a:off x="569911" y="2354244"/>
            <a:ext cx="6899113" cy="1645920"/>
          </a:xfrm>
        </p:spPr>
        <p:txBody>
          <a:bodyPr/>
          <a:lstStyle/>
          <a:p>
            <a:r>
              <a:rPr lang="es-ES" sz="3600" b="0" i="0" strike="noStrike" cap="none" baseline="0" dirty="0">
                <a:solidFill>
                  <a:srgbClr val="000000"/>
                </a:solidFill>
                <a:effectLst/>
                <a:latin typeface="Segoe UI"/>
                <a:ea typeface="Segoe UI"/>
                <a:cs typeface="Segoe UI"/>
              </a:rPr>
              <a:t>Integración de las herramientas de MCP con agentes de Azure IA</a:t>
            </a:r>
            <a:endParaRPr lang="en-US" sz="3600" dirty="0"/>
          </a:p>
        </p:txBody>
      </p:sp>
      <p:sp>
        <p:nvSpPr>
          <p:cNvPr id="11" name="Footer Placeholder 10">
            <a:extLst>
              <a:ext uri="{FF2B5EF4-FFF2-40B4-BE49-F238E27FC236}">
                <a16:creationId xmlns:a16="http://schemas.microsoft.com/office/drawing/2014/main" id="{2FA3826A-A529-D5F7-4353-DDD8732A916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Rectangle 1">
            <a:extLst>
              <a:ext uri="{FF2B5EF4-FFF2-40B4-BE49-F238E27FC236}">
                <a16:creationId xmlns:a16="http://schemas.microsoft.com/office/drawing/2014/main" id="{FE51E758-4972-A5CD-4139-D96A0B83D184}"/>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075EEC15-24CB-6E58-77A8-CA800D833893}"/>
              </a:ext>
            </a:extLst>
          </p:cNvPr>
          <p:cNvSpPr txBox="1"/>
          <p:nvPr/>
        </p:nvSpPr>
        <p:spPr>
          <a:xfrm>
            <a:off x="497341" y="4000163"/>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https://aka.ms/mslearn-agent-mcp</a:t>
            </a:r>
          </a:p>
        </p:txBody>
      </p:sp>
    </p:spTree>
    <p:extLst>
      <p:ext uri="{BB962C8B-B14F-4D97-AF65-F5344CB8AC3E}">
        <p14:creationId xmlns:p14="http://schemas.microsoft.com/office/powerpoint/2010/main" val="268634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54485-A7B2-3393-FCAD-422BAEB0029F}"/>
              </a:ext>
            </a:extLst>
          </p:cNvPr>
          <p:cNvSpPr>
            <a:spLocks noGrp="1"/>
          </p:cNvSpPr>
          <p:nvPr>
            <p:ph type="title"/>
          </p:nvPr>
        </p:nvSpPr>
        <p:spPr>
          <a:xfrm>
            <a:off x="588262" y="585216"/>
            <a:ext cx="11495788" cy="975360"/>
          </a:xfrm>
        </p:spPr>
        <p:txBody>
          <a:bodyPr/>
          <a:lstStyle/>
          <a:p>
            <a:r>
              <a:rPr lang="es-ES" sz="3200" b="0" i="0" strike="noStrike" cap="none" baseline="0" dirty="0">
                <a:solidFill>
                  <a:srgbClr val="000000"/>
                </a:solidFill>
                <a:effectLst/>
                <a:latin typeface="Segoe UI Semibold"/>
                <a:ea typeface="Segoe UI Semibold"/>
                <a:cs typeface="Segoe UI Semibold"/>
              </a:rPr>
              <a:t>Comprensión del Model </a:t>
            </a:r>
            <a:r>
              <a:rPr lang="es-ES" sz="3200" b="0" i="0" strike="noStrike" cap="none" baseline="0" dirty="0" err="1">
                <a:solidFill>
                  <a:srgbClr val="000000"/>
                </a:solidFill>
                <a:effectLst/>
                <a:latin typeface="Segoe UI Semibold"/>
                <a:ea typeface="Segoe UI Semibold"/>
                <a:cs typeface="Segoe UI Semibold"/>
              </a:rPr>
              <a:t>Context</a:t>
            </a:r>
            <a:r>
              <a:rPr lang="es-ES" sz="3200" b="0" i="0" strike="noStrike" cap="none" baseline="0" dirty="0">
                <a:solidFill>
                  <a:srgbClr val="000000"/>
                </a:solidFill>
                <a:effectLst/>
                <a:latin typeface="Segoe UI Semibold"/>
                <a:ea typeface="Segoe UI Semibold"/>
                <a:cs typeface="Segoe UI Semibold"/>
              </a:rPr>
              <a:t> </a:t>
            </a:r>
            <a:r>
              <a:rPr lang="es-ES" sz="3200" b="0" i="0" strike="noStrike" cap="none" baseline="0" dirty="0" err="1">
                <a:solidFill>
                  <a:srgbClr val="000000"/>
                </a:solidFill>
                <a:effectLst/>
                <a:latin typeface="Segoe UI Semibold"/>
                <a:ea typeface="Segoe UI Semibold"/>
                <a:cs typeface="Segoe UI Semibold"/>
              </a:rPr>
              <a:t>Protocol</a:t>
            </a:r>
            <a:r>
              <a:rPr lang="es-ES" sz="3200" b="0" i="0" strike="noStrike" cap="none" baseline="0" dirty="0">
                <a:solidFill>
                  <a:srgbClr val="000000"/>
                </a:solidFill>
                <a:effectLst/>
                <a:latin typeface="Segoe UI Semibold"/>
                <a:ea typeface="Segoe UI Semibold"/>
                <a:cs typeface="Segoe UI Semibold"/>
              </a:rPr>
              <a:t> para agentes de IA</a:t>
            </a:r>
          </a:p>
        </p:txBody>
      </p:sp>
      <p:sp>
        <p:nvSpPr>
          <p:cNvPr id="4" name="Footer Placeholder 3">
            <a:extLst>
              <a:ext uri="{FF2B5EF4-FFF2-40B4-BE49-F238E27FC236}">
                <a16:creationId xmlns:a16="http://schemas.microsoft.com/office/drawing/2014/main" id="{01854DF1-4807-FB95-97B4-60C03E2C845A}"/>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5" name="Rectangle 4">
            <a:extLst>
              <a:ext uri="{FF2B5EF4-FFF2-40B4-BE49-F238E27FC236}">
                <a16:creationId xmlns:a16="http://schemas.microsoft.com/office/drawing/2014/main" id="{26F1BC2B-B70F-9121-3D54-397C98CFBEC2}"/>
              </a:ext>
            </a:extLst>
          </p:cNvPr>
          <p:cNvSpPr/>
          <p:nvPr/>
        </p:nvSpPr>
        <p:spPr>
          <a:xfrm>
            <a:off x="502920" y="1261872"/>
            <a:ext cx="5394960" cy="4548085"/>
          </a:xfrm>
          <a:prstGeom prst="rect">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01945EA8-65C5-90EB-2852-40D7449011A0}"/>
              </a:ext>
            </a:extLst>
          </p:cNvPr>
          <p:cNvSpPr/>
          <p:nvPr/>
        </p:nvSpPr>
        <p:spPr>
          <a:xfrm>
            <a:off x="6291072" y="1261872"/>
            <a:ext cx="5394960" cy="4548085"/>
          </a:xfrm>
          <a:prstGeom prst="rect">
            <a:avLst/>
          </a:prstGeom>
          <a:solidFill>
            <a:srgbClr val="FAFA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5AD2362-5844-6497-3746-ABCE4291CC54}"/>
              </a:ext>
            </a:extLst>
          </p:cNvPr>
          <p:cNvSpPr txBox="1"/>
          <p:nvPr/>
        </p:nvSpPr>
        <p:spPr>
          <a:xfrm>
            <a:off x="5830824" y="3228945"/>
            <a:ext cx="530352" cy="396240"/>
          </a:xfrm>
          <a:prstGeom prst="rect">
            <a:avLst/>
          </a:prstGeom>
          <a:noFill/>
        </p:spPr>
        <p:txBody>
          <a:bodyPr wrap="square">
            <a:spAutoFit/>
          </a:bodyPr>
          <a:lstStyle/>
          <a:p>
            <a:pPr algn="ctr"/>
            <a:r>
              <a:rPr lang="es-ES" sz="2000" b="0" i="0" strike="noStrike" cap="none" baseline="0">
                <a:solidFill>
                  <a:srgbClr val="808080"/>
                </a:solidFill>
                <a:effectLst/>
                <a:latin typeface="Segoe UI"/>
                <a:ea typeface="Segoe UI"/>
                <a:cs typeface="Segoe UI"/>
              </a:rPr>
              <a:t>vs.</a:t>
            </a:r>
          </a:p>
        </p:txBody>
      </p:sp>
      <p:sp>
        <p:nvSpPr>
          <p:cNvPr id="8" name="Rectangle 7">
            <a:extLst>
              <a:ext uri="{FF2B5EF4-FFF2-40B4-BE49-F238E27FC236}">
                <a16:creationId xmlns:a16="http://schemas.microsoft.com/office/drawing/2014/main" id="{EE8783F6-4626-C3A3-6A26-96774D76C837}"/>
              </a:ext>
            </a:extLst>
          </p:cNvPr>
          <p:cNvSpPr/>
          <p:nvPr/>
        </p:nvSpPr>
        <p:spPr>
          <a:xfrm>
            <a:off x="502920" y="1261872"/>
            <a:ext cx="5394960" cy="640080"/>
          </a:xfrm>
          <a:prstGeom prst="rect">
            <a:avLst/>
          </a:prstGeom>
          <a:solidFill>
            <a:srgbClr val="FEE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A7621E29-18EB-0A72-D184-BA562261AAF3}"/>
              </a:ext>
            </a:extLst>
          </p:cNvPr>
          <p:cNvSpPr txBox="1"/>
          <p:nvPr/>
        </p:nvSpPr>
        <p:spPr>
          <a:xfrm>
            <a:off x="667512" y="1366133"/>
            <a:ext cx="5394960" cy="396240"/>
          </a:xfrm>
          <a:prstGeom prst="rect">
            <a:avLst/>
          </a:prstGeom>
          <a:noFill/>
        </p:spPr>
        <p:txBody>
          <a:bodyPr wrap="square">
            <a:spAutoFit/>
          </a:bodyPr>
          <a:lstStyle/>
          <a:p>
            <a:pPr algn="l"/>
            <a:r>
              <a:rPr lang="es-ES" sz="2000" b="1" i="0" strike="noStrike" cap="none" baseline="0" dirty="0">
                <a:solidFill>
                  <a:srgbClr val="EF4444"/>
                </a:solidFill>
                <a:effectLst/>
                <a:latin typeface="Segoe UI"/>
                <a:ea typeface="Segoe UI"/>
                <a:cs typeface="Segoe UI"/>
              </a:rPr>
              <a:t>SIN MCP</a:t>
            </a:r>
          </a:p>
        </p:txBody>
      </p:sp>
      <p:sp>
        <p:nvSpPr>
          <p:cNvPr id="11" name="TextBox 10">
            <a:extLst>
              <a:ext uri="{FF2B5EF4-FFF2-40B4-BE49-F238E27FC236}">
                <a16:creationId xmlns:a16="http://schemas.microsoft.com/office/drawing/2014/main" id="{4ECB3881-43FB-146D-94C1-172A39C588FE}"/>
              </a:ext>
            </a:extLst>
          </p:cNvPr>
          <p:cNvSpPr txBox="1"/>
          <p:nvPr/>
        </p:nvSpPr>
        <p:spPr>
          <a:xfrm>
            <a:off x="2241550" y="1396911"/>
            <a:ext cx="3499170" cy="307777"/>
          </a:xfrm>
          <a:prstGeom prst="rect">
            <a:avLst/>
          </a:prstGeom>
          <a:noFill/>
        </p:spPr>
        <p:txBody>
          <a:bodyPr wrap="square">
            <a:spAutoFit/>
          </a:bodyPr>
          <a:lstStyle/>
          <a:p>
            <a:pPr algn="r"/>
            <a:r>
              <a:rPr lang="es-ES" sz="1400" b="1" i="0" strike="noStrike" cap="none" baseline="0" dirty="0">
                <a:solidFill>
                  <a:srgbClr val="1A1A1A"/>
                </a:solidFill>
                <a:effectLst/>
                <a:latin typeface="Segoe UI"/>
                <a:ea typeface="Segoe UI"/>
                <a:cs typeface="Segoe UI"/>
              </a:rPr>
              <a:t>Una integración por herramienta</a:t>
            </a:r>
          </a:p>
        </p:txBody>
      </p:sp>
      <p:sp>
        <p:nvSpPr>
          <p:cNvPr id="12" name="Rectangle 11">
            <a:extLst>
              <a:ext uri="{FF2B5EF4-FFF2-40B4-BE49-F238E27FC236}">
                <a16:creationId xmlns:a16="http://schemas.microsoft.com/office/drawing/2014/main" id="{2CEA5FCC-9447-70B5-7619-26EA63710C27}"/>
              </a:ext>
            </a:extLst>
          </p:cNvPr>
          <p:cNvSpPr/>
          <p:nvPr/>
        </p:nvSpPr>
        <p:spPr>
          <a:xfrm>
            <a:off x="6291072" y="1261872"/>
            <a:ext cx="5394960" cy="640080"/>
          </a:xfrm>
          <a:prstGeom prst="rect">
            <a:avLst/>
          </a:prstGeom>
          <a:solidFill>
            <a:srgbClr val="EDE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F925B22D-45DF-DA47-FDC5-249FBB07B697}"/>
              </a:ext>
            </a:extLst>
          </p:cNvPr>
          <p:cNvSpPr txBox="1"/>
          <p:nvPr/>
        </p:nvSpPr>
        <p:spPr>
          <a:xfrm>
            <a:off x="6455664" y="1366133"/>
            <a:ext cx="5394960" cy="396240"/>
          </a:xfrm>
          <a:prstGeom prst="rect">
            <a:avLst/>
          </a:prstGeom>
          <a:noFill/>
        </p:spPr>
        <p:txBody>
          <a:bodyPr wrap="square">
            <a:spAutoFit/>
          </a:bodyPr>
          <a:lstStyle/>
          <a:p>
            <a:pPr algn="l"/>
            <a:r>
              <a:rPr lang="es-ES" sz="2000" b="1" i="0" strike="noStrike" cap="none" baseline="0">
                <a:solidFill>
                  <a:srgbClr val="5B21B6"/>
                </a:solidFill>
                <a:effectLst/>
                <a:latin typeface="Segoe UI"/>
                <a:ea typeface="Segoe UI"/>
                <a:cs typeface="Segoe UI"/>
              </a:rPr>
              <a:t>CON MCP</a:t>
            </a:r>
          </a:p>
        </p:txBody>
      </p:sp>
      <p:sp>
        <p:nvSpPr>
          <p:cNvPr id="15" name="TextBox 14">
            <a:extLst>
              <a:ext uri="{FF2B5EF4-FFF2-40B4-BE49-F238E27FC236}">
                <a16:creationId xmlns:a16="http://schemas.microsoft.com/office/drawing/2014/main" id="{B9597EEA-E5C9-BF8B-4FC7-4F7877969032}"/>
              </a:ext>
            </a:extLst>
          </p:cNvPr>
          <p:cNvSpPr txBox="1"/>
          <p:nvPr/>
        </p:nvSpPr>
        <p:spPr>
          <a:xfrm>
            <a:off x="7845552" y="1396911"/>
            <a:ext cx="3739896" cy="307777"/>
          </a:xfrm>
          <a:prstGeom prst="rect">
            <a:avLst/>
          </a:prstGeom>
          <a:noFill/>
        </p:spPr>
        <p:txBody>
          <a:bodyPr wrap="square">
            <a:spAutoFit/>
          </a:bodyPr>
          <a:lstStyle/>
          <a:p>
            <a:pPr algn="r"/>
            <a:r>
              <a:rPr lang="es-ES" sz="1400" b="1" i="0" strike="noStrike" cap="none" baseline="0">
                <a:solidFill>
                  <a:srgbClr val="1A1A1A"/>
                </a:solidFill>
                <a:effectLst/>
                <a:latin typeface="Segoe UI"/>
                <a:ea typeface="Segoe UI"/>
                <a:cs typeface="Segoe UI"/>
              </a:rPr>
              <a:t>Integrar una vez y detectarlo todo</a:t>
            </a:r>
          </a:p>
        </p:txBody>
      </p:sp>
      <p:sp>
        <p:nvSpPr>
          <p:cNvPr id="20" name="TextBox 19">
            <a:extLst>
              <a:ext uri="{FF2B5EF4-FFF2-40B4-BE49-F238E27FC236}">
                <a16:creationId xmlns:a16="http://schemas.microsoft.com/office/drawing/2014/main" id="{B5E8CD71-8AF1-E00F-1A6C-EB56E99E0B14}"/>
              </a:ext>
            </a:extLst>
          </p:cNvPr>
          <p:cNvSpPr txBox="1"/>
          <p:nvPr/>
        </p:nvSpPr>
        <p:spPr>
          <a:xfrm>
            <a:off x="844866" y="4218976"/>
            <a:ext cx="1223772" cy="468000"/>
          </a:xfrm>
          <a:prstGeom prst="roundRect">
            <a:avLst>
              <a:gd name="adj" fmla="val 50000"/>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grpSp>
        <p:nvGrpSpPr>
          <p:cNvPr id="91" name="Group 90">
            <a:extLst>
              <a:ext uri="{FF2B5EF4-FFF2-40B4-BE49-F238E27FC236}">
                <a16:creationId xmlns:a16="http://schemas.microsoft.com/office/drawing/2014/main" id="{DD2FC86D-49C1-B934-2472-782DA34C1654}"/>
              </a:ext>
            </a:extLst>
          </p:cNvPr>
          <p:cNvGrpSpPr/>
          <p:nvPr/>
        </p:nvGrpSpPr>
        <p:grpSpPr>
          <a:xfrm>
            <a:off x="793812" y="3595119"/>
            <a:ext cx="1404000" cy="544984"/>
            <a:chOff x="793812" y="3595119"/>
            <a:chExt cx="1404000" cy="544984"/>
          </a:xfrm>
        </p:grpSpPr>
        <p:sp>
          <p:nvSpPr>
            <p:cNvPr id="18" name="Rounded Rectangle 17">
              <a:extLst>
                <a:ext uri="{FF2B5EF4-FFF2-40B4-BE49-F238E27FC236}">
                  <a16:creationId xmlns:a16="http://schemas.microsoft.com/office/drawing/2014/main" id="{C1B8AA74-B781-8F66-ADC4-568BD612D967}"/>
                </a:ext>
              </a:extLst>
            </p:cNvPr>
            <p:cNvSpPr/>
            <p:nvPr/>
          </p:nvSpPr>
          <p:spPr>
            <a:xfrm>
              <a:off x="793812" y="3595119"/>
              <a:ext cx="140400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600" b="1" i="0" strike="noStrike" cap="none" baseline="0" dirty="0">
                  <a:solidFill>
                    <a:srgbClr val="4A5568"/>
                  </a:solidFill>
                  <a:effectLst/>
                  <a:latin typeface="Segoe UI"/>
                  <a:ea typeface="Segoe UI"/>
                  <a:cs typeface="Segoe UI"/>
                </a:rPr>
                <a:t>Herram</a:t>
              </a:r>
              <a:br>
                <a:rPr lang="es-ES" sz="1600" b="1" i="0" strike="noStrike" cap="none" baseline="0" dirty="0">
                  <a:solidFill>
                    <a:srgbClr val="4A5568"/>
                  </a:solidFill>
                  <a:effectLst/>
                  <a:latin typeface="Segoe UI"/>
                  <a:ea typeface="Segoe UI"/>
                  <a:cs typeface="Segoe UI"/>
                </a:rPr>
              </a:br>
              <a:r>
                <a:rPr lang="es-ES" sz="1600" b="1" i="0" strike="noStrike" cap="none" baseline="0" dirty="0">
                  <a:solidFill>
                    <a:srgbClr val="4A5568"/>
                  </a:solidFill>
                  <a:effectLst/>
                  <a:latin typeface="Segoe UI"/>
                  <a:ea typeface="Segoe UI"/>
                  <a:cs typeface="Segoe UI"/>
                </a:rPr>
                <a:t>-</a:t>
              </a:r>
              <a:r>
                <a:rPr lang="es-ES" sz="1600" b="1" i="0" strike="noStrike" cap="none" baseline="0" dirty="0" err="1">
                  <a:solidFill>
                    <a:srgbClr val="4A5568"/>
                  </a:solidFill>
                  <a:effectLst/>
                  <a:latin typeface="Segoe UI"/>
                  <a:ea typeface="Segoe UI"/>
                  <a:cs typeface="Segoe UI"/>
                </a:rPr>
                <a:t>ienta</a:t>
              </a:r>
              <a:r>
                <a:rPr lang="es-ES" sz="1600" b="1" i="0" strike="noStrike" cap="none" baseline="0" dirty="0">
                  <a:solidFill>
                    <a:srgbClr val="4A5568"/>
                  </a:solidFill>
                  <a:effectLst/>
                  <a:latin typeface="Segoe UI"/>
                  <a:ea typeface="Segoe UI"/>
                  <a:cs typeface="Segoe UI"/>
                </a:rPr>
                <a:t> A</a:t>
              </a:r>
            </a:p>
          </p:txBody>
        </p:sp>
        <p:grpSp>
          <p:nvGrpSpPr>
            <p:cNvPr id="55" name="Group 54">
              <a:extLst>
                <a:ext uri="{FF2B5EF4-FFF2-40B4-BE49-F238E27FC236}">
                  <a16:creationId xmlns:a16="http://schemas.microsoft.com/office/drawing/2014/main" id="{B8FBB6B4-0323-AACD-0E0B-F5A14443F09E}"/>
                </a:ext>
              </a:extLst>
            </p:cNvPr>
            <p:cNvGrpSpPr>
              <a:grpSpLocks noChangeAspect="1"/>
            </p:cNvGrpSpPr>
            <p:nvPr/>
          </p:nvGrpSpPr>
          <p:grpSpPr>
            <a:xfrm>
              <a:off x="895920" y="3684731"/>
              <a:ext cx="365760" cy="365760"/>
              <a:chOff x="-118872" y="2906385"/>
              <a:chExt cx="914400" cy="914400"/>
            </a:xfrm>
          </p:grpSpPr>
          <p:sp>
            <p:nvSpPr>
              <p:cNvPr id="54" name="Oval 53">
                <a:extLst>
                  <a:ext uri="{FF2B5EF4-FFF2-40B4-BE49-F238E27FC236}">
                    <a16:creationId xmlns:a16="http://schemas.microsoft.com/office/drawing/2014/main" id="{664E35D4-CB34-0C4F-C35A-7CEFF85A11F2}"/>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3" name="Graphic 52" descr="World outline">
                <a:extLst>
                  <a:ext uri="{FF2B5EF4-FFF2-40B4-BE49-F238E27FC236}">
                    <a16:creationId xmlns:a16="http://schemas.microsoft.com/office/drawing/2014/main" id="{69C6E218-E19B-CA95-60D9-A153F7DA927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grpSp>
        <p:nvGrpSpPr>
          <p:cNvPr id="60" name="Group 59">
            <a:extLst>
              <a:ext uri="{FF2B5EF4-FFF2-40B4-BE49-F238E27FC236}">
                <a16:creationId xmlns:a16="http://schemas.microsoft.com/office/drawing/2014/main" id="{9FBB715D-4AF7-6DF0-E45C-0DBA965F2641}"/>
              </a:ext>
            </a:extLst>
          </p:cNvPr>
          <p:cNvGrpSpPr/>
          <p:nvPr/>
        </p:nvGrpSpPr>
        <p:grpSpPr>
          <a:xfrm>
            <a:off x="2338007" y="2220160"/>
            <a:ext cx="1724786" cy="797360"/>
            <a:chOff x="2304289" y="2176272"/>
            <a:chExt cx="1724786" cy="797360"/>
          </a:xfrm>
        </p:grpSpPr>
        <p:sp>
          <p:nvSpPr>
            <p:cNvPr id="16" name="Rounded Rectangle 15">
              <a:extLst>
                <a:ext uri="{FF2B5EF4-FFF2-40B4-BE49-F238E27FC236}">
                  <a16:creationId xmlns:a16="http://schemas.microsoft.com/office/drawing/2014/main" id="{77B424A3-348B-25FA-D13C-A04A205F78BE}"/>
                </a:ext>
              </a:extLst>
            </p:cNvPr>
            <p:cNvSpPr/>
            <p:nvPr/>
          </p:nvSpPr>
          <p:spPr>
            <a:xfrm>
              <a:off x="2304289" y="2176272"/>
              <a:ext cx="1724786" cy="797360"/>
            </a:xfrm>
            <a:prstGeom prst="roundRect">
              <a:avLst>
                <a:gd name="adj" fmla="val 10000"/>
              </a:avLst>
            </a:prstGeom>
            <a:solidFill>
              <a:srgbClr val="E6F2FC"/>
            </a:solidFill>
            <a:ln w="9525">
              <a:solidFill>
                <a:srgbClr val="B3D7F5"/>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400" b="1" i="0" strike="noStrike" cap="none" baseline="0" dirty="0">
                  <a:solidFill>
                    <a:srgbClr val="005A9E"/>
                  </a:solidFill>
                  <a:effectLst/>
                  <a:latin typeface="Segoe UI"/>
                  <a:ea typeface="Segoe UI"/>
                  <a:cs typeface="Segoe UI"/>
                </a:rPr>
                <a:t>Agente</a:t>
              </a:r>
              <a:br>
                <a:rPr lang="es-ES" sz="1400" b="1" dirty="0">
                  <a:solidFill>
                    <a:srgbClr val="005A9E"/>
                  </a:solidFill>
                  <a:latin typeface="Segoe UI"/>
                  <a:ea typeface="Segoe UI"/>
                  <a:cs typeface="Segoe UI"/>
                </a:rPr>
              </a:br>
              <a:r>
                <a:rPr lang="es-ES" sz="1400" b="1" i="0" strike="noStrike" cap="none" baseline="0" dirty="0">
                  <a:solidFill>
                    <a:srgbClr val="005A9E"/>
                  </a:solidFill>
                  <a:effectLst/>
                  <a:latin typeface="Segoe UI"/>
                  <a:ea typeface="Segoe UI"/>
                  <a:cs typeface="Segoe UI"/>
                </a:rPr>
                <a:t>de IA</a:t>
              </a:r>
            </a:p>
          </p:txBody>
        </p:sp>
        <p:grpSp>
          <p:nvGrpSpPr>
            <p:cNvPr id="58" name="Group 57">
              <a:extLst>
                <a:ext uri="{FF2B5EF4-FFF2-40B4-BE49-F238E27FC236}">
                  <a16:creationId xmlns:a16="http://schemas.microsoft.com/office/drawing/2014/main" id="{0A35B900-EF35-9E4B-387E-C39E983B43AB}"/>
                </a:ext>
              </a:extLst>
            </p:cNvPr>
            <p:cNvGrpSpPr>
              <a:grpSpLocks noChangeAspect="1"/>
            </p:cNvGrpSpPr>
            <p:nvPr/>
          </p:nvGrpSpPr>
          <p:grpSpPr>
            <a:xfrm>
              <a:off x="2418591" y="2300632"/>
              <a:ext cx="548640" cy="548640"/>
              <a:chOff x="5390030" y="2622573"/>
              <a:chExt cx="1411941" cy="1378683"/>
            </a:xfrm>
          </p:grpSpPr>
          <p:sp>
            <p:nvSpPr>
              <p:cNvPr id="56" name="Oval 55">
                <a:extLst>
                  <a:ext uri="{FF2B5EF4-FFF2-40B4-BE49-F238E27FC236}">
                    <a16:creationId xmlns:a16="http://schemas.microsoft.com/office/drawing/2014/main" id="{CD284C42-7091-3395-9A99-3682994E000D}"/>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57" name="Graphic 56" descr="Robot with solid fill">
                <a:extLst>
                  <a:ext uri="{FF2B5EF4-FFF2-40B4-BE49-F238E27FC236}">
                    <a16:creationId xmlns:a16="http://schemas.microsoft.com/office/drawing/2014/main" id="{3E421258-D394-8C16-9741-FF1F14EFFE5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836446"/>
                <a:ext cx="914400" cy="914400"/>
              </a:xfrm>
              <a:prstGeom prst="rect">
                <a:avLst/>
              </a:prstGeom>
            </p:spPr>
          </p:pic>
        </p:grpSp>
      </p:grpSp>
      <p:grpSp>
        <p:nvGrpSpPr>
          <p:cNvPr id="61" name="Group 60">
            <a:extLst>
              <a:ext uri="{FF2B5EF4-FFF2-40B4-BE49-F238E27FC236}">
                <a16:creationId xmlns:a16="http://schemas.microsoft.com/office/drawing/2014/main" id="{1D38C844-0CAC-CDD7-00A4-1755FB135B30}"/>
              </a:ext>
            </a:extLst>
          </p:cNvPr>
          <p:cNvGrpSpPr/>
          <p:nvPr/>
        </p:nvGrpSpPr>
        <p:grpSpPr>
          <a:xfrm>
            <a:off x="8129207" y="2121418"/>
            <a:ext cx="1724786" cy="797360"/>
            <a:chOff x="2304289" y="2176272"/>
            <a:chExt cx="1724786" cy="797360"/>
          </a:xfrm>
        </p:grpSpPr>
        <p:sp>
          <p:nvSpPr>
            <p:cNvPr id="62" name="Rounded Rectangle 61">
              <a:extLst>
                <a:ext uri="{FF2B5EF4-FFF2-40B4-BE49-F238E27FC236}">
                  <a16:creationId xmlns:a16="http://schemas.microsoft.com/office/drawing/2014/main" id="{88078265-0AC2-C05C-185A-FE5CE3A70674}"/>
                </a:ext>
              </a:extLst>
            </p:cNvPr>
            <p:cNvSpPr/>
            <p:nvPr/>
          </p:nvSpPr>
          <p:spPr>
            <a:xfrm>
              <a:off x="2304289" y="2176272"/>
              <a:ext cx="1724786" cy="797360"/>
            </a:xfrm>
            <a:prstGeom prst="roundRect">
              <a:avLst>
                <a:gd name="adj" fmla="val 10000"/>
              </a:avLst>
            </a:prstGeom>
            <a:solidFill>
              <a:srgbClr val="E6F2FC"/>
            </a:solidFill>
            <a:ln w="9525">
              <a:solidFill>
                <a:srgbClr val="B3D7F5"/>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400" b="1" i="0" strike="noStrike" cap="none" baseline="0" dirty="0">
                  <a:solidFill>
                    <a:srgbClr val="005A9E"/>
                  </a:solidFill>
                  <a:effectLst/>
                  <a:latin typeface="Segoe UI"/>
                  <a:ea typeface="Segoe UI"/>
                  <a:cs typeface="Segoe UI"/>
                </a:rPr>
                <a:t>Agente</a:t>
              </a:r>
              <a:br>
                <a:rPr lang="es-ES" sz="1400" b="1" i="0" strike="noStrike" cap="none" baseline="0" dirty="0">
                  <a:solidFill>
                    <a:srgbClr val="005A9E"/>
                  </a:solidFill>
                  <a:effectLst/>
                  <a:latin typeface="Segoe UI"/>
                  <a:ea typeface="Segoe UI"/>
                  <a:cs typeface="Segoe UI"/>
                </a:rPr>
              </a:br>
              <a:r>
                <a:rPr lang="es-ES" sz="1400" b="1" i="0" strike="noStrike" cap="none" baseline="0" dirty="0">
                  <a:solidFill>
                    <a:srgbClr val="005A9E"/>
                  </a:solidFill>
                  <a:effectLst/>
                  <a:latin typeface="Segoe UI"/>
                  <a:ea typeface="Segoe UI"/>
                  <a:cs typeface="Segoe UI"/>
                </a:rPr>
                <a:t>de IA</a:t>
              </a:r>
            </a:p>
          </p:txBody>
        </p:sp>
        <p:grpSp>
          <p:nvGrpSpPr>
            <p:cNvPr id="63" name="Group 62">
              <a:extLst>
                <a:ext uri="{FF2B5EF4-FFF2-40B4-BE49-F238E27FC236}">
                  <a16:creationId xmlns:a16="http://schemas.microsoft.com/office/drawing/2014/main" id="{E1705624-5A43-4E89-B887-0B1EFFC7420C}"/>
                </a:ext>
              </a:extLst>
            </p:cNvPr>
            <p:cNvGrpSpPr>
              <a:grpSpLocks noChangeAspect="1"/>
            </p:cNvGrpSpPr>
            <p:nvPr/>
          </p:nvGrpSpPr>
          <p:grpSpPr>
            <a:xfrm>
              <a:off x="2418591" y="2300632"/>
              <a:ext cx="548640" cy="548640"/>
              <a:chOff x="5390030" y="2622573"/>
              <a:chExt cx="1411941" cy="1378683"/>
            </a:xfrm>
          </p:grpSpPr>
          <p:sp>
            <p:nvSpPr>
              <p:cNvPr id="64" name="Oval 63">
                <a:extLst>
                  <a:ext uri="{FF2B5EF4-FFF2-40B4-BE49-F238E27FC236}">
                    <a16:creationId xmlns:a16="http://schemas.microsoft.com/office/drawing/2014/main" id="{4566D958-5B9F-48E5-9727-EC4E040738B5}"/>
                  </a:ext>
                </a:extLst>
              </p:cNvPr>
              <p:cNvSpPr/>
              <p:nvPr/>
            </p:nvSpPr>
            <p:spPr bwMode="auto">
              <a:xfrm>
                <a:off x="5390030" y="2622573"/>
                <a:ext cx="1411941" cy="1378683"/>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65" name="Graphic 64" descr="Robot with solid fill">
                <a:extLst>
                  <a:ext uri="{FF2B5EF4-FFF2-40B4-BE49-F238E27FC236}">
                    <a16:creationId xmlns:a16="http://schemas.microsoft.com/office/drawing/2014/main" id="{7013EE2C-425B-4624-A86F-8DE783599D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836446"/>
                <a:ext cx="914400" cy="914400"/>
              </a:xfrm>
              <a:prstGeom prst="rect">
                <a:avLst/>
              </a:prstGeom>
            </p:spPr>
          </p:pic>
        </p:grpSp>
      </p:grpSp>
      <p:sp>
        <p:nvSpPr>
          <p:cNvPr id="71" name="TextBox 70">
            <a:extLst>
              <a:ext uri="{FF2B5EF4-FFF2-40B4-BE49-F238E27FC236}">
                <a16:creationId xmlns:a16="http://schemas.microsoft.com/office/drawing/2014/main" id="{0BC990AA-6748-F415-466F-02BDF669AD2F}"/>
              </a:ext>
            </a:extLst>
          </p:cNvPr>
          <p:cNvSpPr txBox="1"/>
          <p:nvPr/>
        </p:nvSpPr>
        <p:spPr>
          <a:xfrm>
            <a:off x="2594418" y="4218976"/>
            <a:ext cx="1223772" cy="468000"/>
          </a:xfrm>
          <a:prstGeom prst="roundRect">
            <a:avLst>
              <a:gd name="adj" fmla="val 50000"/>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grpSp>
        <p:nvGrpSpPr>
          <p:cNvPr id="92" name="Group 91">
            <a:extLst>
              <a:ext uri="{FF2B5EF4-FFF2-40B4-BE49-F238E27FC236}">
                <a16:creationId xmlns:a16="http://schemas.microsoft.com/office/drawing/2014/main" id="{3B625879-CA3A-C945-83D5-5F375FF8DB7D}"/>
              </a:ext>
            </a:extLst>
          </p:cNvPr>
          <p:cNvGrpSpPr/>
          <p:nvPr/>
        </p:nvGrpSpPr>
        <p:grpSpPr>
          <a:xfrm>
            <a:off x="2543364" y="3595119"/>
            <a:ext cx="1404000" cy="544984"/>
            <a:chOff x="2543364" y="3595119"/>
            <a:chExt cx="1404000" cy="544984"/>
          </a:xfrm>
        </p:grpSpPr>
        <p:sp>
          <p:nvSpPr>
            <p:cNvPr id="70" name="Rounded Rectangle 69">
              <a:extLst>
                <a:ext uri="{FF2B5EF4-FFF2-40B4-BE49-F238E27FC236}">
                  <a16:creationId xmlns:a16="http://schemas.microsoft.com/office/drawing/2014/main" id="{EF6954C5-9157-5913-AB64-B01764E3C9FB}"/>
                </a:ext>
              </a:extLst>
            </p:cNvPr>
            <p:cNvSpPr/>
            <p:nvPr/>
          </p:nvSpPr>
          <p:spPr>
            <a:xfrm>
              <a:off x="2543364" y="3595119"/>
              <a:ext cx="140400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600" b="1" i="0" strike="noStrike" cap="none" baseline="0" dirty="0">
                  <a:solidFill>
                    <a:srgbClr val="4A5568"/>
                  </a:solidFill>
                  <a:effectLst/>
                  <a:latin typeface="Segoe UI"/>
                  <a:ea typeface="Segoe UI"/>
                  <a:cs typeface="Segoe UI"/>
                </a:rPr>
                <a:t>Herram</a:t>
              </a:r>
              <a:br>
                <a:rPr lang="es-ES" sz="1600" b="1" i="0" strike="noStrike" cap="none" baseline="0" dirty="0">
                  <a:solidFill>
                    <a:srgbClr val="4A5568"/>
                  </a:solidFill>
                  <a:effectLst/>
                  <a:latin typeface="Segoe UI"/>
                  <a:ea typeface="Segoe UI"/>
                  <a:cs typeface="Segoe UI"/>
                </a:rPr>
              </a:br>
              <a:r>
                <a:rPr lang="es-ES" sz="1600" b="1" i="0" strike="noStrike" cap="none" baseline="0" dirty="0">
                  <a:solidFill>
                    <a:srgbClr val="4A5568"/>
                  </a:solidFill>
                  <a:effectLst/>
                  <a:latin typeface="Segoe UI"/>
                  <a:ea typeface="Segoe UI"/>
                  <a:cs typeface="Segoe UI"/>
                </a:rPr>
                <a:t>-</a:t>
              </a:r>
              <a:r>
                <a:rPr lang="es-ES" sz="1600" b="1" i="0" strike="noStrike" cap="none" baseline="0" dirty="0" err="1">
                  <a:solidFill>
                    <a:srgbClr val="4A5568"/>
                  </a:solidFill>
                  <a:effectLst/>
                  <a:latin typeface="Segoe UI"/>
                  <a:ea typeface="Segoe UI"/>
                  <a:cs typeface="Segoe UI"/>
                </a:rPr>
                <a:t>ienta</a:t>
              </a:r>
              <a:r>
                <a:rPr lang="es-ES" sz="1600" b="1" i="0" strike="noStrike" cap="none" baseline="0" dirty="0">
                  <a:solidFill>
                    <a:srgbClr val="4A5568"/>
                  </a:solidFill>
                  <a:effectLst/>
                  <a:latin typeface="Segoe UI"/>
                  <a:ea typeface="Segoe UI"/>
                  <a:cs typeface="Segoe UI"/>
                </a:rPr>
                <a:t> B</a:t>
              </a:r>
            </a:p>
          </p:txBody>
        </p:sp>
        <p:grpSp>
          <p:nvGrpSpPr>
            <p:cNvPr id="72" name="Group 71">
              <a:extLst>
                <a:ext uri="{FF2B5EF4-FFF2-40B4-BE49-F238E27FC236}">
                  <a16:creationId xmlns:a16="http://schemas.microsoft.com/office/drawing/2014/main" id="{BEBD5ACB-3713-C284-4FAB-73C951AD54F6}"/>
                </a:ext>
              </a:extLst>
            </p:cNvPr>
            <p:cNvGrpSpPr>
              <a:grpSpLocks noChangeAspect="1"/>
            </p:cNvGrpSpPr>
            <p:nvPr/>
          </p:nvGrpSpPr>
          <p:grpSpPr>
            <a:xfrm>
              <a:off x="2645472" y="3684731"/>
              <a:ext cx="365760" cy="365760"/>
              <a:chOff x="-118872" y="2906385"/>
              <a:chExt cx="914400" cy="914400"/>
            </a:xfrm>
          </p:grpSpPr>
          <p:sp>
            <p:nvSpPr>
              <p:cNvPr id="73" name="Oval 72">
                <a:extLst>
                  <a:ext uri="{FF2B5EF4-FFF2-40B4-BE49-F238E27FC236}">
                    <a16:creationId xmlns:a16="http://schemas.microsoft.com/office/drawing/2014/main" id="{2B0E6E01-9A3F-B989-F4F3-DFBA2020A295}"/>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74" name="Graphic 73" descr="World outline">
                <a:extLst>
                  <a:ext uri="{FF2B5EF4-FFF2-40B4-BE49-F238E27FC236}">
                    <a16:creationId xmlns:a16="http://schemas.microsoft.com/office/drawing/2014/main" id="{3C275734-A118-55E7-1F8A-B1C6BB7CB8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sp>
        <p:nvSpPr>
          <p:cNvPr id="77" name="TextBox 76">
            <a:extLst>
              <a:ext uri="{FF2B5EF4-FFF2-40B4-BE49-F238E27FC236}">
                <a16:creationId xmlns:a16="http://schemas.microsoft.com/office/drawing/2014/main" id="{D4B857E2-0358-4C3E-DFEE-E1EA2BAC2FE2}"/>
              </a:ext>
            </a:extLst>
          </p:cNvPr>
          <p:cNvSpPr txBox="1"/>
          <p:nvPr/>
        </p:nvSpPr>
        <p:spPr>
          <a:xfrm>
            <a:off x="4343970" y="4218976"/>
            <a:ext cx="1223772" cy="468000"/>
          </a:xfrm>
          <a:prstGeom prst="roundRect">
            <a:avLst>
              <a:gd name="adj" fmla="val 50000"/>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grpSp>
        <p:nvGrpSpPr>
          <p:cNvPr id="93" name="Group 92">
            <a:extLst>
              <a:ext uri="{FF2B5EF4-FFF2-40B4-BE49-F238E27FC236}">
                <a16:creationId xmlns:a16="http://schemas.microsoft.com/office/drawing/2014/main" id="{6D657380-4E07-2B5F-878A-9D8D27F5E2F4}"/>
              </a:ext>
            </a:extLst>
          </p:cNvPr>
          <p:cNvGrpSpPr/>
          <p:nvPr/>
        </p:nvGrpSpPr>
        <p:grpSpPr>
          <a:xfrm>
            <a:off x="4292916" y="3595119"/>
            <a:ext cx="1404000" cy="544984"/>
            <a:chOff x="4292916" y="3595119"/>
            <a:chExt cx="1404000" cy="544984"/>
          </a:xfrm>
        </p:grpSpPr>
        <p:sp>
          <p:nvSpPr>
            <p:cNvPr id="76" name="Rounded Rectangle 75">
              <a:extLst>
                <a:ext uri="{FF2B5EF4-FFF2-40B4-BE49-F238E27FC236}">
                  <a16:creationId xmlns:a16="http://schemas.microsoft.com/office/drawing/2014/main" id="{4089157E-9CC4-713F-ACA8-6D2824256805}"/>
                </a:ext>
              </a:extLst>
            </p:cNvPr>
            <p:cNvSpPr/>
            <p:nvPr/>
          </p:nvSpPr>
          <p:spPr>
            <a:xfrm>
              <a:off x="4292916" y="3595119"/>
              <a:ext cx="140400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600" b="1" i="0" strike="noStrike" cap="none" baseline="0" dirty="0">
                  <a:solidFill>
                    <a:srgbClr val="4A5568"/>
                  </a:solidFill>
                  <a:effectLst/>
                  <a:latin typeface="Segoe UI"/>
                  <a:ea typeface="Segoe UI"/>
                  <a:cs typeface="Segoe UI"/>
                </a:rPr>
                <a:t>Herram</a:t>
              </a:r>
              <a:br>
                <a:rPr lang="es-ES" sz="1600" b="1" i="0" strike="noStrike" cap="none" baseline="0" dirty="0">
                  <a:solidFill>
                    <a:srgbClr val="4A5568"/>
                  </a:solidFill>
                  <a:effectLst/>
                  <a:latin typeface="Segoe UI"/>
                  <a:ea typeface="Segoe UI"/>
                  <a:cs typeface="Segoe UI"/>
                </a:rPr>
              </a:br>
              <a:r>
                <a:rPr lang="es-ES" sz="1600" b="1" i="0" strike="noStrike" cap="none" baseline="0" dirty="0">
                  <a:solidFill>
                    <a:srgbClr val="4A5568"/>
                  </a:solidFill>
                  <a:effectLst/>
                  <a:latin typeface="Segoe UI"/>
                  <a:ea typeface="Segoe UI"/>
                  <a:cs typeface="Segoe UI"/>
                </a:rPr>
                <a:t>-</a:t>
              </a:r>
              <a:r>
                <a:rPr lang="es-ES" sz="1600" b="1" i="0" strike="noStrike" cap="none" baseline="0" dirty="0" err="1">
                  <a:solidFill>
                    <a:srgbClr val="4A5568"/>
                  </a:solidFill>
                  <a:effectLst/>
                  <a:latin typeface="Segoe UI"/>
                  <a:ea typeface="Segoe UI"/>
                  <a:cs typeface="Segoe UI"/>
                </a:rPr>
                <a:t>ienta</a:t>
              </a:r>
              <a:r>
                <a:rPr lang="es-ES" sz="1600" b="1" i="0" strike="noStrike" cap="none" baseline="0" dirty="0">
                  <a:solidFill>
                    <a:srgbClr val="4A5568"/>
                  </a:solidFill>
                  <a:effectLst/>
                  <a:latin typeface="Segoe UI"/>
                  <a:ea typeface="Segoe UI"/>
                  <a:cs typeface="Segoe UI"/>
                </a:rPr>
                <a:t> C</a:t>
              </a:r>
            </a:p>
          </p:txBody>
        </p:sp>
        <p:grpSp>
          <p:nvGrpSpPr>
            <p:cNvPr id="78" name="Group 77">
              <a:extLst>
                <a:ext uri="{FF2B5EF4-FFF2-40B4-BE49-F238E27FC236}">
                  <a16:creationId xmlns:a16="http://schemas.microsoft.com/office/drawing/2014/main" id="{65706268-175D-6DFA-0F65-27C2AF01E8A8}"/>
                </a:ext>
              </a:extLst>
            </p:cNvPr>
            <p:cNvGrpSpPr>
              <a:grpSpLocks noChangeAspect="1"/>
            </p:cNvGrpSpPr>
            <p:nvPr/>
          </p:nvGrpSpPr>
          <p:grpSpPr>
            <a:xfrm>
              <a:off x="4395024" y="3684731"/>
              <a:ext cx="365760" cy="365760"/>
              <a:chOff x="-118872" y="2906385"/>
              <a:chExt cx="914400" cy="914400"/>
            </a:xfrm>
          </p:grpSpPr>
          <p:sp>
            <p:nvSpPr>
              <p:cNvPr id="79" name="Oval 78">
                <a:extLst>
                  <a:ext uri="{FF2B5EF4-FFF2-40B4-BE49-F238E27FC236}">
                    <a16:creationId xmlns:a16="http://schemas.microsoft.com/office/drawing/2014/main" id="{B27D590C-5909-9EAB-9218-0BBEA4CC6C4B}"/>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80" name="Graphic 79" descr="World outline">
                <a:extLst>
                  <a:ext uri="{FF2B5EF4-FFF2-40B4-BE49-F238E27FC236}">
                    <a16:creationId xmlns:a16="http://schemas.microsoft.com/office/drawing/2014/main" id="{CAA01BF4-8DA0-486A-97BC-5A179A59A5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cxnSp>
        <p:nvCxnSpPr>
          <p:cNvPr id="82" name="Straight Connector 81">
            <a:extLst>
              <a:ext uri="{FF2B5EF4-FFF2-40B4-BE49-F238E27FC236}">
                <a16:creationId xmlns:a16="http://schemas.microsoft.com/office/drawing/2014/main" id="{7DD9E472-E46D-0045-1F1B-F8243E6261C9}"/>
              </a:ext>
            </a:extLst>
          </p:cNvPr>
          <p:cNvCxnSpPr>
            <a:cxnSpLocks/>
            <a:stCxn id="18" idx="0"/>
            <a:endCxn id="16" idx="2"/>
          </p:cNvCxnSpPr>
          <p:nvPr/>
        </p:nvCxnSpPr>
        <p:spPr>
          <a:xfrm flipV="1">
            <a:off x="1495812" y="3017520"/>
            <a:ext cx="1704588" cy="577599"/>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F5D5B3A4-0EC8-D360-AEB6-7515FF901D31}"/>
              </a:ext>
            </a:extLst>
          </p:cNvPr>
          <p:cNvCxnSpPr>
            <a:stCxn id="70" idx="0"/>
            <a:endCxn id="16" idx="2"/>
          </p:cNvCxnSpPr>
          <p:nvPr/>
        </p:nvCxnSpPr>
        <p:spPr>
          <a:xfrm flipH="1" flipV="1">
            <a:off x="3200400" y="3017520"/>
            <a:ext cx="44964" cy="577599"/>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B2D41C4-7B0C-309E-29CE-7BB08940271A}"/>
              </a:ext>
            </a:extLst>
          </p:cNvPr>
          <p:cNvCxnSpPr>
            <a:stCxn id="76" idx="0"/>
            <a:endCxn id="16" idx="2"/>
          </p:cNvCxnSpPr>
          <p:nvPr/>
        </p:nvCxnSpPr>
        <p:spPr>
          <a:xfrm flipH="1" flipV="1">
            <a:off x="3200400" y="3017520"/>
            <a:ext cx="1794516" cy="577599"/>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67437192-1F45-BC32-0438-ADAAD9E26839}"/>
              </a:ext>
            </a:extLst>
          </p:cNvPr>
          <p:cNvGrpSpPr/>
          <p:nvPr/>
        </p:nvGrpSpPr>
        <p:grpSpPr>
          <a:xfrm>
            <a:off x="6576824" y="4958344"/>
            <a:ext cx="1404000" cy="544984"/>
            <a:chOff x="793812" y="3595119"/>
            <a:chExt cx="1404000" cy="544984"/>
          </a:xfrm>
        </p:grpSpPr>
        <p:sp>
          <p:nvSpPr>
            <p:cNvPr id="95" name="Rounded Rectangle 94">
              <a:extLst>
                <a:ext uri="{FF2B5EF4-FFF2-40B4-BE49-F238E27FC236}">
                  <a16:creationId xmlns:a16="http://schemas.microsoft.com/office/drawing/2014/main" id="{4D9CC071-2B6F-19E1-104F-C9124B8A5A67}"/>
                </a:ext>
              </a:extLst>
            </p:cNvPr>
            <p:cNvSpPr/>
            <p:nvPr/>
          </p:nvSpPr>
          <p:spPr>
            <a:xfrm>
              <a:off x="793812" y="3595119"/>
              <a:ext cx="140400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600" b="1" i="0" strike="noStrike" cap="none" baseline="0" dirty="0">
                  <a:solidFill>
                    <a:srgbClr val="4A5568"/>
                  </a:solidFill>
                  <a:effectLst/>
                  <a:latin typeface="Segoe UI"/>
                  <a:ea typeface="Segoe UI"/>
                  <a:cs typeface="Segoe UI"/>
                </a:rPr>
                <a:t>Herram</a:t>
              </a:r>
              <a:br>
                <a:rPr lang="es-ES" sz="1600" b="1" i="0" strike="noStrike" cap="none" baseline="0" dirty="0">
                  <a:solidFill>
                    <a:srgbClr val="4A5568"/>
                  </a:solidFill>
                  <a:effectLst/>
                  <a:latin typeface="Segoe UI"/>
                  <a:ea typeface="Segoe UI"/>
                  <a:cs typeface="Segoe UI"/>
                </a:rPr>
              </a:br>
              <a:r>
                <a:rPr lang="es-ES" sz="1600" b="1" i="0" strike="noStrike" cap="none" baseline="0" dirty="0">
                  <a:solidFill>
                    <a:srgbClr val="4A5568"/>
                  </a:solidFill>
                  <a:effectLst/>
                  <a:latin typeface="Segoe UI"/>
                  <a:ea typeface="Segoe UI"/>
                  <a:cs typeface="Segoe UI"/>
                </a:rPr>
                <a:t>-</a:t>
              </a:r>
              <a:r>
                <a:rPr lang="es-ES" sz="1600" b="1" i="0" strike="noStrike" cap="none" baseline="0" dirty="0" err="1">
                  <a:solidFill>
                    <a:srgbClr val="4A5568"/>
                  </a:solidFill>
                  <a:effectLst/>
                  <a:latin typeface="Segoe UI"/>
                  <a:ea typeface="Segoe UI"/>
                  <a:cs typeface="Segoe UI"/>
                </a:rPr>
                <a:t>ienta</a:t>
              </a:r>
              <a:r>
                <a:rPr lang="es-ES" sz="1600" b="1" i="0" strike="noStrike" cap="none" baseline="0" dirty="0">
                  <a:solidFill>
                    <a:srgbClr val="4A5568"/>
                  </a:solidFill>
                  <a:effectLst/>
                  <a:latin typeface="Segoe UI"/>
                  <a:ea typeface="Segoe UI"/>
                  <a:cs typeface="Segoe UI"/>
                </a:rPr>
                <a:t> A</a:t>
              </a:r>
            </a:p>
          </p:txBody>
        </p:sp>
        <p:grpSp>
          <p:nvGrpSpPr>
            <p:cNvPr id="96" name="Group 95">
              <a:extLst>
                <a:ext uri="{FF2B5EF4-FFF2-40B4-BE49-F238E27FC236}">
                  <a16:creationId xmlns:a16="http://schemas.microsoft.com/office/drawing/2014/main" id="{8F46CA1B-89AE-AD9D-74CD-692BE43C05DC}"/>
                </a:ext>
              </a:extLst>
            </p:cNvPr>
            <p:cNvGrpSpPr>
              <a:grpSpLocks noChangeAspect="1"/>
            </p:cNvGrpSpPr>
            <p:nvPr/>
          </p:nvGrpSpPr>
          <p:grpSpPr>
            <a:xfrm>
              <a:off x="895920" y="3684731"/>
              <a:ext cx="365760" cy="365760"/>
              <a:chOff x="-118872" y="2906385"/>
              <a:chExt cx="914400" cy="914400"/>
            </a:xfrm>
          </p:grpSpPr>
          <p:sp>
            <p:nvSpPr>
              <p:cNvPr id="97" name="Oval 96">
                <a:extLst>
                  <a:ext uri="{FF2B5EF4-FFF2-40B4-BE49-F238E27FC236}">
                    <a16:creationId xmlns:a16="http://schemas.microsoft.com/office/drawing/2014/main" id="{75097F8A-B4A3-B8CE-3594-E1075DB143A9}"/>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98" name="Graphic 97" descr="World outline">
                <a:extLst>
                  <a:ext uri="{FF2B5EF4-FFF2-40B4-BE49-F238E27FC236}">
                    <a16:creationId xmlns:a16="http://schemas.microsoft.com/office/drawing/2014/main" id="{6ECA22C4-1758-A6FF-4D0E-59AC58EB0A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grpSp>
        <p:nvGrpSpPr>
          <p:cNvPr id="99" name="Group 98">
            <a:extLst>
              <a:ext uri="{FF2B5EF4-FFF2-40B4-BE49-F238E27FC236}">
                <a16:creationId xmlns:a16="http://schemas.microsoft.com/office/drawing/2014/main" id="{C018B444-9C97-54CE-EC2A-9E1B999BD5F2}"/>
              </a:ext>
            </a:extLst>
          </p:cNvPr>
          <p:cNvGrpSpPr/>
          <p:nvPr/>
        </p:nvGrpSpPr>
        <p:grpSpPr>
          <a:xfrm>
            <a:off x="8326376" y="4958344"/>
            <a:ext cx="1404000" cy="544984"/>
            <a:chOff x="2543364" y="3595119"/>
            <a:chExt cx="1404000" cy="544984"/>
          </a:xfrm>
        </p:grpSpPr>
        <p:sp>
          <p:nvSpPr>
            <p:cNvPr id="100" name="Rounded Rectangle 99">
              <a:extLst>
                <a:ext uri="{FF2B5EF4-FFF2-40B4-BE49-F238E27FC236}">
                  <a16:creationId xmlns:a16="http://schemas.microsoft.com/office/drawing/2014/main" id="{D672CD45-4ADF-5A3A-4CC2-36E90670D4BE}"/>
                </a:ext>
              </a:extLst>
            </p:cNvPr>
            <p:cNvSpPr/>
            <p:nvPr/>
          </p:nvSpPr>
          <p:spPr>
            <a:xfrm>
              <a:off x="2543364" y="3595119"/>
              <a:ext cx="140400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600" b="1" i="0" strike="noStrike" cap="none" baseline="0" dirty="0">
                  <a:solidFill>
                    <a:srgbClr val="4A5568"/>
                  </a:solidFill>
                  <a:effectLst/>
                  <a:latin typeface="Segoe UI"/>
                  <a:ea typeface="Segoe UI"/>
                  <a:cs typeface="Segoe UI"/>
                </a:rPr>
                <a:t>Herram</a:t>
              </a:r>
              <a:br>
                <a:rPr lang="es-ES" sz="1600" b="1" i="0" strike="noStrike" cap="none" baseline="0" dirty="0">
                  <a:solidFill>
                    <a:srgbClr val="4A5568"/>
                  </a:solidFill>
                  <a:effectLst/>
                  <a:latin typeface="Segoe UI"/>
                  <a:ea typeface="Segoe UI"/>
                  <a:cs typeface="Segoe UI"/>
                </a:rPr>
              </a:br>
              <a:r>
                <a:rPr lang="es-ES" sz="1600" b="1" i="0" strike="noStrike" cap="none" baseline="0" dirty="0">
                  <a:solidFill>
                    <a:srgbClr val="4A5568"/>
                  </a:solidFill>
                  <a:effectLst/>
                  <a:latin typeface="Segoe UI"/>
                  <a:ea typeface="Segoe UI"/>
                  <a:cs typeface="Segoe UI"/>
                </a:rPr>
                <a:t>-</a:t>
              </a:r>
              <a:r>
                <a:rPr lang="es-ES" sz="1600" b="1" i="0" strike="noStrike" cap="none" baseline="0" dirty="0" err="1">
                  <a:solidFill>
                    <a:srgbClr val="4A5568"/>
                  </a:solidFill>
                  <a:effectLst/>
                  <a:latin typeface="Segoe UI"/>
                  <a:ea typeface="Segoe UI"/>
                  <a:cs typeface="Segoe UI"/>
                </a:rPr>
                <a:t>ienta</a:t>
              </a:r>
              <a:r>
                <a:rPr lang="es-ES" sz="1600" b="1" i="0" strike="noStrike" cap="none" baseline="0" dirty="0">
                  <a:solidFill>
                    <a:srgbClr val="4A5568"/>
                  </a:solidFill>
                  <a:effectLst/>
                  <a:latin typeface="Segoe UI"/>
                  <a:ea typeface="Segoe UI"/>
                  <a:cs typeface="Segoe UI"/>
                </a:rPr>
                <a:t> B</a:t>
              </a:r>
            </a:p>
          </p:txBody>
        </p:sp>
        <p:grpSp>
          <p:nvGrpSpPr>
            <p:cNvPr id="101" name="Group 100">
              <a:extLst>
                <a:ext uri="{FF2B5EF4-FFF2-40B4-BE49-F238E27FC236}">
                  <a16:creationId xmlns:a16="http://schemas.microsoft.com/office/drawing/2014/main" id="{861F8E74-71F7-C9BF-44F2-64E59AFDB0FD}"/>
                </a:ext>
              </a:extLst>
            </p:cNvPr>
            <p:cNvGrpSpPr>
              <a:grpSpLocks noChangeAspect="1"/>
            </p:cNvGrpSpPr>
            <p:nvPr/>
          </p:nvGrpSpPr>
          <p:grpSpPr>
            <a:xfrm>
              <a:off x="2645472" y="3684731"/>
              <a:ext cx="365760" cy="365760"/>
              <a:chOff x="-118872" y="2906385"/>
              <a:chExt cx="914400" cy="914400"/>
            </a:xfrm>
          </p:grpSpPr>
          <p:sp>
            <p:nvSpPr>
              <p:cNvPr id="102" name="Oval 101">
                <a:extLst>
                  <a:ext uri="{FF2B5EF4-FFF2-40B4-BE49-F238E27FC236}">
                    <a16:creationId xmlns:a16="http://schemas.microsoft.com/office/drawing/2014/main" id="{30D53448-14CB-8513-40FD-73AEADA6CAA6}"/>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03" name="Graphic 102" descr="World outline">
                <a:extLst>
                  <a:ext uri="{FF2B5EF4-FFF2-40B4-BE49-F238E27FC236}">
                    <a16:creationId xmlns:a16="http://schemas.microsoft.com/office/drawing/2014/main" id="{2AEBCBB2-1BBF-3C50-523C-DAF15EF5F00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grpSp>
        <p:nvGrpSpPr>
          <p:cNvPr id="104" name="Group 103">
            <a:extLst>
              <a:ext uri="{FF2B5EF4-FFF2-40B4-BE49-F238E27FC236}">
                <a16:creationId xmlns:a16="http://schemas.microsoft.com/office/drawing/2014/main" id="{8386141E-158B-E3D2-0835-60B67B7A4287}"/>
              </a:ext>
            </a:extLst>
          </p:cNvPr>
          <p:cNvGrpSpPr/>
          <p:nvPr/>
        </p:nvGrpSpPr>
        <p:grpSpPr>
          <a:xfrm>
            <a:off x="10075928" y="4958344"/>
            <a:ext cx="1404000" cy="544984"/>
            <a:chOff x="4292916" y="3595119"/>
            <a:chExt cx="1404000" cy="544984"/>
          </a:xfrm>
        </p:grpSpPr>
        <p:sp>
          <p:nvSpPr>
            <p:cNvPr id="105" name="Rounded Rectangle 104">
              <a:extLst>
                <a:ext uri="{FF2B5EF4-FFF2-40B4-BE49-F238E27FC236}">
                  <a16:creationId xmlns:a16="http://schemas.microsoft.com/office/drawing/2014/main" id="{A8053FE1-61A2-F1BB-5888-257D178C3A06}"/>
                </a:ext>
              </a:extLst>
            </p:cNvPr>
            <p:cNvSpPr/>
            <p:nvPr/>
          </p:nvSpPr>
          <p:spPr>
            <a:xfrm>
              <a:off x="4292916" y="3595119"/>
              <a:ext cx="1404000" cy="544984"/>
            </a:xfrm>
            <a:prstGeom prst="roundRect">
              <a:avLst>
                <a:gd name="adj" fmla="val 12000"/>
              </a:avLst>
            </a:prstGeom>
            <a:solidFill>
              <a:srgbClr val="F8F9FA"/>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600" b="1" i="0" strike="noStrike" cap="none" baseline="0" dirty="0">
                  <a:solidFill>
                    <a:srgbClr val="4A5568"/>
                  </a:solidFill>
                  <a:effectLst/>
                  <a:latin typeface="Segoe UI"/>
                  <a:ea typeface="Segoe UI"/>
                  <a:cs typeface="Segoe UI"/>
                </a:rPr>
                <a:t>Herram</a:t>
              </a:r>
              <a:br>
                <a:rPr lang="es-ES" sz="1600" b="1" i="0" strike="noStrike" cap="none" baseline="0" dirty="0">
                  <a:solidFill>
                    <a:srgbClr val="4A5568"/>
                  </a:solidFill>
                  <a:effectLst/>
                  <a:latin typeface="Segoe UI"/>
                  <a:ea typeface="Segoe UI"/>
                  <a:cs typeface="Segoe UI"/>
                </a:rPr>
              </a:br>
              <a:r>
                <a:rPr lang="es-ES" sz="1600" b="1" i="0" strike="noStrike" cap="none" baseline="0" dirty="0">
                  <a:solidFill>
                    <a:srgbClr val="4A5568"/>
                  </a:solidFill>
                  <a:effectLst/>
                  <a:latin typeface="Segoe UI"/>
                  <a:ea typeface="Segoe UI"/>
                  <a:cs typeface="Segoe UI"/>
                </a:rPr>
                <a:t>-</a:t>
              </a:r>
              <a:r>
                <a:rPr lang="es-ES" sz="1600" b="1" i="0" strike="noStrike" cap="none" baseline="0" dirty="0" err="1">
                  <a:solidFill>
                    <a:srgbClr val="4A5568"/>
                  </a:solidFill>
                  <a:effectLst/>
                  <a:latin typeface="Segoe UI"/>
                  <a:ea typeface="Segoe UI"/>
                  <a:cs typeface="Segoe UI"/>
                </a:rPr>
                <a:t>ienta</a:t>
              </a:r>
              <a:r>
                <a:rPr lang="es-ES" sz="1600" b="1" i="0" strike="noStrike" cap="none" baseline="0" dirty="0">
                  <a:solidFill>
                    <a:srgbClr val="4A5568"/>
                  </a:solidFill>
                  <a:effectLst/>
                  <a:latin typeface="Segoe UI"/>
                  <a:ea typeface="Segoe UI"/>
                  <a:cs typeface="Segoe UI"/>
                </a:rPr>
                <a:t> C</a:t>
              </a:r>
            </a:p>
          </p:txBody>
        </p:sp>
        <p:grpSp>
          <p:nvGrpSpPr>
            <p:cNvPr id="106" name="Group 105">
              <a:extLst>
                <a:ext uri="{FF2B5EF4-FFF2-40B4-BE49-F238E27FC236}">
                  <a16:creationId xmlns:a16="http://schemas.microsoft.com/office/drawing/2014/main" id="{D0A0AFBE-EF7A-7520-3882-DCA9EB6B8DC8}"/>
                </a:ext>
              </a:extLst>
            </p:cNvPr>
            <p:cNvGrpSpPr>
              <a:grpSpLocks noChangeAspect="1"/>
            </p:cNvGrpSpPr>
            <p:nvPr/>
          </p:nvGrpSpPr>
          <p:grpSpPr>
            <a:xfrm>
              <a:off x="4395024" y="3684731"/>
              <a:ext cx="365760" cy="365760"/>
              <a:chOff x="-118872" y="2906385"/>
              <a:chExt cx="914400" cy="914400"/>
            </a:xfrm>
          </p:grpSpPr>
          <p:sp>
            <p:nvSpPr>
              <p:cNvPr id="107" name="Oval 106">
                <a:extLst>
                  <a:ext uri="{FF2B5EF4-FFF2-40B4-BE49-F238E27FC236}">
                    <a16:creationId xmlns:a16="http://schemas.microsoft.com/office/drawing/2014/main" id="{017199D8-FF35-924C-FAFA-9D92281B2D42}"/>
                  </a:ext>
                </a:extLst>
              </p:cNvPr>
              <p:cNvSpPr/>
              <p:nvPr/>
            </p:nvSpPr>
            <p:spPr bwMode="auto">
              <a:xfrm>
                <a:off x="-118872" y="2906385"/>
                <a:ext cx="914400" cy="914400"/>
              </a:xfrm>
              <a:prstGeom prst="ellipse">
                <a:avLst/>
              </a:prstGeom>
              <a:solidFill>
                <a:schemeClr val="bg1">
                  <a:lumMod val="75000"/>
                </a:schemeClr>
              </a:solid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08" name="Graphic 107" descr="World outline">
                <a:extLst>
                  <a:ext uri="{FF2B5EF4-FFF2-40B4-BE49-F238E27FC236}">
                    <a16:creationId xmlns:a16="http://schemas.microsoft.com/office/drawing/2014/main" id="{4E959CF1-2D08-58B0-8007-21E7FDAEFC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6" y="3120353"/>
                <a:ext cx="486464" cy="486464"/>
              </a:xfrm>
              <a:prstGeom prst="rect">
                <a:avLst/>
              </a:prstGeom>
            </p:spPr>
          </p:pic>
        </p:grpSp>
      </p:grpSp>
      <p:grpSp>
        <p:nvGrpSpPr>
          <p:cNvPr id="125" name="Group 124">
            <a:extLst>
              <a:ext uri="{FF2B5EF4-FFF2-40B4-BE49-F238E27FC236}">
                <a16:creationId xmlns:a16="http://schemas.microsoft.com/office/drawing/2014/main" id="{F64867D1-7BBF-CDC8-3C0E-D43FF56E4153}"/>
              </a:ext>
            </a:extLst>
          </p:cNvPr>
          <p:cNvGrpSpPr/>
          <p:nvPr/>
        </p:nvGrpSpPr>
        <p:grpSpPr>
          <a:xfrm>
            <a:off x="7868888" y="3457274"/>
            <a:ext cx="2239328" cy="797360"/>
            <a:chOff x="8006048" y="3445988"/>
            <a:chExt cx="2239328" cy="797360"/>
          </a:xfrm>
        </p:grpSpPr>
        <p:sp>
          <p:nvSpPr>
            <p:cNvPr id="33" name="Rounded Rectangle 32">
              <a:extLst>
                <a:ext uri="{FF2B5EF4-FFF2-40B4-BE49-F238E27FC236}">
                  <a16:creationId xmlns:a16="http://schemas.microsoft.com/office/drawing/2014/main" id="{5EBEA994-5DB9-BA6B-D0FE-49874B6B4F90}"/>
                </a:ext>
              </a:extLst>
            </p:cNvPr>
            <p:cNvSpPr/>
            <p:nvPr/>
          </p:nvSpPr>
          <p:spPr>
            <a:xfrm>
              <a:off x="8006048" y="3445988"/>
              <a:ext cx="2239328" cy="797360"/>
            </a:xfrm>
            <a:prstGeom prst="roundRect">
              <a:avLst>
                <a:gd name="adj" fmla="val 10000"/>
              </a:avLst>
            </a:prstGeom>
            <a:solidFill>
              <a:srgbClr val="EDE9FB"/>
            </a:solidFill>
            <a:ln w="9525">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r"/>
              <a:r>
                <a:rPr lang="es-ES" sz="1600" b="1" i="0" strike="noStrike" cap="none" baseline="0" dirty="0">
                  <a:solidFill>
                    <a:srgbClr val="5B21B6"/>
                  </a:solidFill>
                  <a:effectLst/>
                  <a:latin typeface="Segoe UI"/>
                  <a:ea typeface="Segoe UI"/>
                  <a:cs typeface="Segoe UI"/>
                </a:rPr>
                <a:t>Servidor MCP</a:t>
              </a:r>
            </a:p>
          </p:txBody>
        </p:sp>
        <p:grpSp>
          <p:nvGrpSpPr>
            <p:cNvPr id="112" name="Group 111">
              <a:extLst>
                <a:ext uri="{FF2B5EF4-FFF2-40B4-BE49-F238E27FC236}">
                  <a16:creationId xmlns:a16="http://schemas.microsoft.com/office/drawing/2014/main" id="{EAA8398F-7BCD-9096-06A5-947C21BF1B93}"/>
                </a:ext>
              </a:extLst>
            </p:cNvPr>
            <p:cNvGrpSpPr/>
            <p:nvPr/>
          </p:nvGrpSpPr>
          <p:grpSpPr>
            <a:xfrm>
              <a:off x="8174741" y="3570348"/>
              <a:ext cx="548640" cy="548640"/>
              <a:chOff x="7887464" y="3401292"/>
              <a:chExt cx="548640" cy="548640"/>
            </a:xfrm>
          </p:grpSpPr>
          <p:sp>
            <p:nvSpPr>
              <p:cNvPr id="109" name="Oval 108">
                <a:extLst>
                  <a:ext uri="{FF2B5EF4-FFF2-40B4-BE49-F238E27FC236}">
                    <a16:creationId xmlns:a16="http://schemas.microsoft.com/office/drawing/2014/main" id="{212E13E9-BB40-C950-E2B0-6942C3231390}"/>
                  </a:ext>
                </a:extLst>
              </p:cNvPr>
              <p:cNvSpPr/>
              <p:nvPr/>
            </p:nvSpPr>
            <p:spPr bwMode="auto">
              <a:xfrm>
                <a:off x="7887464" y="3401292"/>
                <a:ext cx="548640" cy="548640"/>
              </a:xfrm>
              <a:prstGeom prst="ellipse">
                <a:avLst/>
              </a:prstGeom>
              <a:solidFill>
                <a:srgbClr val="5B21B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11" name="Graphic 110" descr="Server with solid fill">
                <a:extLst>
                  <a:ext uri="{FF2B5EF4-FFF2-40B4-BE49-F238E27FC236}">
                    <a16:creationId xmlns:a16="http://schemas.microsoft.com/office/drawing/2014/main" id="{EA254CC8-7902-4D31-3E8E-8987624204F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51676" y="3465504"/>
                <a:ext cx="420216" cy="420216"/>
              </a:xfrm>
              <a:prstGeom prst="rect">
                <a:avLst/>
              </a:prstGeom>
            </p:spPr>
          </p:pic>
        </p:grpSp>
      </p:grpSp>
      <p:cxnSp>
        <p:nvCxnSpPr>
          <p:cNvPr id="113" name="Straight Connector 112">
            <a:extLst>
              <a:ext uri="{FF2B5EF4-FFF2-40B4-BE49-F238E27FC236}">
                <a16:creationId xmlns:a16="http://schemas.microsoft.com/office/drawing/2014/main" id="{D566D6FE-56A2-AF59-0371-4F6843CD800F}"/>
              </a:ext>
            </a:extLst>
          </p:cNvPr>
          <p:cNvCxnSpPr>
            <a:stCxn id="33" idx="0"/>
            <a:endCxn id="62" idx="2"/>
          </p:cNvCxnSpPr>
          <p:nvPr/>
        </p:nvCxnSpPr>
        <p:spPr>
          <a:xfrm flipV="1">
            <a:off x="8988552" y="2918778"/>
            <a:ext cx="3048" cy="538496"/>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183F341-DAC1-E671-48C2-87BDFE181DEB}"/>
              </a:ext>
            </a:extLst>
          </p:cNvPr>
          <p:cNvCxnSpPr>
            <a:stCxn id="95" idx="0"/>
            <a:endCxn id="33" idx="2"/>
          </p:cNvCxnSpPr>
          <p:nvPr/>
        </p:nvCxnSpPr>
        <p:spPr>
          <a:xfrm flipV="1">
            <a:off x="7278824" y="4254634"/>
            <a:ext cx="1709728" cy="703710"/>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18BD0E05-D870-AFB1-2F63-95F0D7B6EF43}"/>
              </a:ext>
            </a:extLst>
          </p:cNvPr>
          <p:cNvCxnSpPr>
            <a:stCxn id="100" idx="0"/>
            <a:endCxn id="33" idx="2"/>
          </p:cNvCxnSpPr>
          <p:nvPr/>
        </p:nvCxnSpPr>
        <p:spPr>
          <a:xfrm flipH="1" flipV="1">
            <a:off x="8988552" y="4254634"/>
            <a:ext cx="39824" cy="703710"/>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4D136C27-7C1F-45B2-53FD-DA72E6261B59}"/>
              </a:ext>
            </a:extLst>
          </p:cNvPr>
          <p:cNvCxnSpPr>
            <a:stCxn id="105" idx="0"/>
            <a:endCxn id="33" idx="2"/>
          </p:cNvCxnSpPr>
          <p:nvPr/>
        </p:nvCxnSpPr>
        <p:spPr>
          <a:xfrm flipH="1" flipV="1">
            <a:off x="8988552" y="4254634"/>
            <a:ext cx="1789376" cy="703710"/>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E9F6933F-BE66-B79B-9602-96CC488DFA0D}"/>
              </a:ext>
            </a:extLst>
          </p:cNvPr>
          <p:cNvSpPr txBox="1"/>
          <p:nvPr/>
        </p:nvSpPr>
        <p:spPr>
          <a:xfrm>
            <a:off x="559306" y="4238867"/>
            <a:ext cx="1789367" cy="430887"/>
          </a:xfrm>
          <a:prstGeom prst="rect">
            <a:avLst/>
          </a:prstGeom>
          <a:noFill/>
        </p:spPr>
        <p:txBody>
          <a:bodyPr wrap="square">
            <a:spAutoFit/>
          </a:bodyPr>
          <a:lstStyle/>
          <a:p>
            <a:pPr algn="ctr"/>
            <a:r>
              <a:rPr lang="es-ES" sz="1100" b="1" i="0" strike="noStrike" cap="none" baseline="0" dirty="0">
                <a:solidFill>
                  <a:srgbClr val="FE5B38"/>
                </a:solidFill>
                <a:effectLst/>
                <a:latin typeface="Segoe UI"/>
                <a:ea typeface="Segoe UI"/>
                <a:cs typeface="Segoe UI"/>
              </a:rPr>
              <a:t>Configuración</a:t>
            </a:r>
            <a:br>
              <a:rPr lang="es-ES" sz="1100" b="1" i="0" strike="noStrike" cap="none" baseline="0" dirty="0">
                <a:solidFill>
                  <a:srgbClr val="FE5B38"/>
                </a:solidFill>
                <a:effectLst/>
                <a:latin typeface="Segoe UI"/>
                <a:ea typeface="Segoe UI"/>
                <a:cs typeface="Segoe UI"/>
              </a:rPr>
            </a:br>
            <a:r>
              <a:rPr lang="es-ES" sz="1100" b="1" i="0" strike="noStrike" cap="none" baseline="0" dirty="0">
                <a:solidFill>
                  <a:srgbClr val="FE5B38"/>
                </a:solidFill>
                <a:effectLst/>
                <a:latin typeface="Segoe UI"/>
                <a:ea typeface="Segoe UI"/>
                <a:cs typeface="Segoe UI"/>
              </a:rPr>
              <a:t>manual</a:t>
            </a:r>
          </a:p>
        </p:txBody>
      </p:sp>
      <p:sp>
        <p:nvSpPr>
          <p:cNvPr id="130" name="TextBox 129">
            <a:extLst>
              <a:ext uri="{FF2B5EF4-FFF2-40B4-BE49-F238E27FC236}">
                <a16:creationId xmlns:a16="http://schemas.microsoft.com/office/drawing/2014/main" id="{1B8867B2-F0BE-5976-71AD-1804481B57E4}"/>
              </a:ext>
            </a:extLst>
          </p:cNvPr>
          <p:cNvSpPr txBox="1"/>
          <p:nvPr/>
        </p:nvSpPr>
        <p:spPr>
          <a:xfrm>
            <a:off x="2311272" y="4238867"/>
            <a:ext cx="1789367" cy="430887"/>
          </a:xfrm>
          <a:prstGeom prst="rect">
            <a:avLst/>
          </a:prstGeom>
          <a:noFill/>
        </p:spPr>
        <p:txBody>
          <a:bodyPr wrap="square">
            <a:spAutoFit/>
          </a:bodyPr>
          <a:lstStyle/>
          <a:p>
            <a:pPr algn="ctr"/>
            <a:r>
              <a:rPr lang="es-ES" sz="1100" b="1" i="0" strike="noStrike" cap="none" baseline="0" dirty="0">
                <a:solidFill>
                  <a:srgbClr val="FE5B38"/>
                </a:solidFill>
                <a:effectLst/>
                <a:latin typeface="Segoe UI"/>
                <a:ea typeface="Segoe UI"/>
                <a:cs typeface="Segoe UI"/>
              </a:rPr>
              <a:t>Configuración</a:t>
            </a:r>
            <a:br>
              <a:rPr lang="es-ES" sz="1100" b="1" i="0" strike="noStrike" cap="none" baseline="0" dirty="0">
                <a:solidFill>
                  <a:srgbClr val="FE5B38"/>
                </a:solidFill>
                <a:effectLst/>
                <a:latin typeface="Segoe UI"/>
                <a:ea typeface="Segoe UI"/>
                <a:cs typeface="Segoe UI"/>
              </a:rPr>
            </a:br>
            <a:r>
              <a:rPr lang="es-ES" sz="1100" b="1" i="0" strike="noStrike" cap="none" baseline="0" dirty="0">
                <a:solidFill>
                  <a:srgbClr val="FE5B38"/>
                </a:solidFill>
                <a:effectLst/>
                <a:latin typeface="Segoe UI"/>
                <a:ea typeface="Segoe UI"/>
                <a:cs typeface="Segoe UI"/>
              </a:rPr>
              <a:t>manual</a:t>
            </a:r>
          </a:p>
        </p:txBody>
      </p:sp>
      <p:sp>
        <p:nvSpPr>
          <p:cNvPr id="131" name="TextBox 130">
            <a:extLst>
              <a:ext uri="{FF2B5EF4-FFF2-40B4-BE49-F238E27FC236}">
                <a16:creationId xmlns:a16="http://schemas.microsoft.com/office/drawing/2014/main" id="{7D2E0A9B-EADC-9759-15D4-72A807D94B95}"/>
              </a:ext>
            </a:extLst>
          </p:cNvPr>
          <p:cNvSpPr txBox="1"/>
          <p:nvPr/>
        </p:nvSpPr>
        <p:spPr>
          <a:xfrm>
            <a:off x="4065459" y="4238867"/>
            <a:ext cx="1789367" cy="430887"/>
          </a:xfrm>
          <a:prstGeom prst="rect">
            <a:avLst/>
          </a:prstGeom>
          <a:noFill/>
        </p:spPr>
        <p:txBody>
          <a:bodyPr wrap="square">
            <a:spAutoFit/>
          </a:bodyPr>
          <a:lstStyle/>
          <a:p>
            <a:pPr algn="ctr"/>
            <a:r>
              <a:rPr lang="es-ES" sz="1100" b="1" i="0" strike="noStrike" cap="none" baseline="0" dirty="0">
                <a:solidFill>
                  <a:srgbClr val="FE5B38"/>
                </a:solidFill>
                <a:effectLst/>
                <a:latin typeface="Segoe UI"/>
                <a:ea typeface="Segoe UI"/>
                <a:cs typeface="Segoe UI"/>
              </a:rPr>
              <a:t>Configuración</a:t>
            </a:r>
            <a:br>
              <a:rPr lang="es-ES" sz="1100" b="1" i="0" strike="noStrike" cap="none" baseline="0" dirty="0">
                <a:solidFill>
                  <a:srgbClr val="FE5B38"/>
                </a:solidFill>
                <a:effectLst/>
                <a:latin typeface="Segoe UI"/>
                <a:ea typeface="Segoe UI"/>
                <a:cs typeface="Segoe UI"/>
              </a:rPr>
            </a:br>
            <a:r>
              <a:rPr lang="es-ES" sz="1100" b="1" i="0" strike="noStrike" cap="none" baseline="0" dirty="0">
                <a:solidFill>
                  <a:srgbClr val="FE5B38"/>
                </a:solidFill>
                <a:effectLst/>
                <a:latin typeface="Segoe UI"/>
                <a:ea typeface="Segoe UI"/>
                <a:cs typeface="Segoe UI"/>
              </a:rPr>
              <a:t>manual</a:t>
            </a:r>
          </a:p>
        </p:txBody>
      </p:sp>
    </p:spTree>
    <p:extLst>
      <p:ext uri="{BB962C8B-B14F-4D97-AF65-F5344CB8AC3E}">
        <p14:creationId xmlns:p14="http://schemas.microsoft.com/office/powerpoint/2010/main" val="382741567"/>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08BE9-B381-B1F6-6D99-E442E85A97DB}"/>
              </a:ext>
            </a:extLst>
          </p:cNvPr>
          <p:cNvSpPr>
            <a:spLocks noGrp="1"/>
          </p:cNvSpPr>
          <p:nvPr>
            <p:ph type="title"/>
          </p:nvPr>
        </p:nvSpPr>
        <p:spPr>
          <a:xfrm>
            <a:off x="588261" y="422845"/>
            <a:ext cx="11337039" cy="861774"/>
          </a:xfrm>
        </p:spPr>
        <p:txBody>
          <a:bodyPr/>
          <a:lstStyle/>
          <a:p>
            <a:r>
              <a:rPr lang="es-ES" sz="2800" b="0" i="0" strike="noStrike" cap="none" baseline="0" dirty="0">
                <a:solidFill>
                  <a:srgbClr val="000000"/>
                </a:solidFill>
                <a:effectLst/>
                <a:latin typeface="Segoe UI Semibold"/>
                <a:ea typeface="Segoe UI Semibold"/>
                <a:cs typeface="Segoe UI Semibold"/>
              </a:rPr>
              <a:t>Integración de las herramientas del agente con un cliente y un servidor MCP</a:t>
            </a:r>
          </a:p>
        </p:txBody>
      </p:sp>
      <p:sp>
        <p:nvSpPr>
          <p:cNvPr id="4" name="Footer Placeholder 3">
            <a:extLst>
              <a:ext uri="{FF2B5EF4-FFF2-40B4-BE49-F238E27FC236}">
                <a16:creationId xmlns:a16="http://schemas.microsoft.com/office/drawing/2014/main" id="{0005E681-7DC2-5BD3-4B4F-78ABD3D47B25}"/>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6" name="TextBox 5">
            <a:extLst>
              <a:ext uri="{FF2B5EF4-FFF2-40B4-BE49-F238E27FC236}">
                <a16:creationId xmlns:a16="http://schemas.microsoft.com/office/drawing/2014/main" id="{9F68721F-2317-AB89-A218-F774E85470F0}"/>
              </a:ext>
            </a:extLst>
          </p:cNvPr>
          <p:cNvSpPr txBox="1"/>
          <p:nvPr/>
        </p:nvSpPr>
        <p:spPr>
          <a:xfrm>
            <a:off x="579438" y="1369693"/>
            <a:ext cx="1492012" cy="276999"/>
          </a:xfrm>
          <a:prstGeom prst="rect">
            <a:avLst/>
          </a:prstGeom>
          <a:noFill/>
        </p:spPr>
        <p:txBody>
          <a:bodyPr wrap="none" lIns="0" tIns="0" rIns="0" bIns="0" rtlCol="0">
            <a:spAutoFit/>
          </a:bodyPr>
          <a:lstStyle/>
          <a:p>
            <a:pPr algn="l"/>
            <a:r>
              <a:rPr lang="es-ES" sz="1800" b="1" i="0" strike="noStrike" cap="none" baseline="0" dirty="0">
                <a:solidFill>
                  <a:srgbClr val="702573"/>
                </a:solidFill>
                <a:effectLst/>
                <a:latin typeface="Segoe UI"/>
                <a:ea typeface="Segoe UI"/>
                <a:cs typeface="Segoe UI"/>
              </a:rPr>
              <a:t>Servidor MCP</a:t>
            </a:r>
          </a:p>
        </p:txBody>
      </p:sp>
      <p:sp>
        <p:nvSpPr>
          <p:cNvPr id="7" name="TextBox 6">
            <a:extLst>
              <a:ext uri="{FF2B5EF4-FFF2-40B4-BE49-F238E27FC236}">
                <a16:creationId xmlns:a16="http://schemas.microsoft.com/office/drawing/2014/main" id="{3152465E-AD32-BA3A-106F-C3FFA795B4E2}"/>
              </a:ext>
            </a:extLst>
          </p:cNvPr>
          <p:cNvSpPr txBox="1"/>
          <p:nvPr/>
        </p:nvSpPr>
        <p:spPr>
          <a:xfrm>
            <a:off x="579438" y="2861298"/>
            <a:ext cx="1324786" cy="276999"/>
          </a:xfrm>
          <a:prstGeom prst="rect">
            <a:avLst/>
          </a:prstGeom>
          <a:noFill/>
        </p:spPr>
        <p:txBody>
          <a:bodyPr wrap="none" lIns="0" tIns="0" rIns="0" bIns="0" rtlCol="0">
            <a:spAutoFit/>
          </a:bodyPr>
          <a:lstStyle/>
          <a:p>
            <a:pPr algn="l"/>
            <a:r>
              <a:rPr lang="es-ES" sz="1800" b="1" i="0" strike="noStrike" cap="none" baseline="0" dirty="0">
                <a:solidFill>
                  <a:srgbClr val="BF3AC4"/>
                </a:solidFill>
                <a:effectLst/>
                <a:latin typeface="Segoe UI"/>
                <a:ea typeface="Segoe UI"/>
                <a:cs typeface="Segoe UI"/>
              </a:rPr>
              <a:t>Cliente MCP</a:t>
            </a:r>
          </a:p>
        </p:txBody>
      </p:sp>
      <p:sp>
        <p:nvSpPr>
          <p:cNvPr id="8" name="TextBox 7">
            <a:extLst>
              <a:ext uri="{FF2B5EF4-FFF2-40B4-BE49-F238E27FC236}">
                <a16:creationId xmlns:a16="http://schemas.microsoft.com/office/drawing/2014/main" id="{42DB1156-1E04-94F5-447E-578B2C5313F0}"/>
              </a:ext>
            </a:extLst>
          </p:cNvPr>
          <p:cNvSpPr txBox="1"/>
          <p:nvPr/>
        </p:nvSpPr>
        <p:spPr>
          <a:xfrm>
            <a:off x="579438" y="4378303"/>
            <a:ext cx="658835" cy="276999"/>
          </a:xfrm>
          <a:prstGeom prst="rect">
            <a:avLst/>
          </a:prstGeom>
          <a:noFill/>
        </p:spPr>
        <p:txBody>
          <a:bodyPr wrap="none" lIns="0" tIns="0" rIns="0" bIns="0" rtlCol="0">
            <a:spAutoFit/>
          </a:bodyPr>
          <a:lstStyle/>
          <a:p>
            <a:pPr algn="l"/>
            <a:r>
              <a:rPr lang="es-ES" sz="1800" b="1" i="0" strike="noStrike" cap="none" baseline="0" dirty="0">
                <a:solidFill>
                  <a:srgbClr val="0078D4"/>
                </a:solidFill>
                <a:effectLst/>
                <a:latin typeface="Segoe UI"/>
                <a:ea typeface="Segoe UI"/>
                <a:cs typeface="Segoe UI"/>
              </a:rPr>
              <a:t>Agent</a:t>
            </a:r>
          </a:p>
        </p:txBody>
      </p:sp>
      <p:cxnSp>
        <p:nvCxnSpPr>
          <p:cNvPr id="10" name="Straight Connector 9">
            <a:extLst>
              <a:ext uri="{FF2B5EF4-FFF2-40B4-BE49-F238E27FC236}">
                <a16:creationId xmlns:a16="http://schemas.microsoft.com/office/drawing/2014/main" id="{0E6DA127-F418-87BC-1DC3-B2A4C8727148}"/>
              </a:ext>
            </a:extLst>
          </p:cNvPr>
          <p:cNvCxnSpPr>
            <a:cxnSpLocks/>
          </p:cNvCxnSpPr>
          <p:nvPr/>
        </p:nvCxnSpPr>
        <p:spPr>
          <a:xfrm>
            <a:off x="2152650" y="1510467"/>
            <a:ext cx="9299756" cy="0"/>
          </a:xfrm>
          <a:prstGeom prst="line">
            <a:avLst/>
          </a:prstGeom>
          <a:ln w="57150">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21104AF-FB38-703C-09BB-9BD7728357DE}"/>
              </a:ext>
            </a:extLst>
          </p:cNvPr>
          <p:cNvCxnSpPr/>
          <p:nvPr/>
        </p:nvCxnSpPr>
        <p:spPr>
          <a:xfrm>
            <a:off x="2051685" y="3034995"/>
            <a:ext cx="9400721" cy="0"/>
          </a:xfrm>
          <a:prstGeom prst="line">
            <a:avLst/>
          </a:prstGeom>
          <a:ln w="57150">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0CD32CE-6265-EB91-BA3D-6B1E3824B272}"/>
              </a:ext>
            </a:extLst>
          </p:cNvPr>
          <p:cNvCxnSpPr/>
          <p:nvPr/>
        </p:nvCxnSpPr>
        <p:spPr>
          <a:xfrm>
            <a:off x="1428750" y="4552000"/>
            <a:ext cx="10023656" cy="0"/>
          </a:xfrm>
          <a:prstGeom prst="line">
            <a:avLst/>
          </a:prstGeom>
          <a:ln w="57150">
            <a:solidFill>
              <a:schemeClr val="tx1">
                <a:lumMod val="50000"/>
                <a:lumOff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9" name="Rounded Rectangle 18">
            <a:extLst>
              <a:ext uri="{FF2B5EF4-FFF2-40B4-BE49-F238E27FC236}">
                <a16:creationId xmlns:a16="http://schemas.microsoft.com/office/drawing/2014/main" id="{987876DD-EC28-44C1-0B41-063258450979}"/>
              </a:ext>
            </a:extLst>
          </p:cNvPr>
          <p:cNvSpPr/>
          <p:nvPr/>
        </p:nvSpPr>
        <p:spPr bwMode="auto">
          <a:xfrm>
            <a:off x="579438" y="1757362"/>
            <a:ext cx="3492500" cy="962331"/>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a:solidFill>
                <a:schemeClr val="tx1"/>
              </a:solidFill>
              <a:latin typeface="+mj-lt"/>
              <a:ea typeface="Segoe UI" pitchFamily="34" charset="0"/>
              <a:cs typeface="Segoe UI" pitchFamily="34" charset="0"/>
            </a:endParaRPr>
          </a:p>
        </p:txBody>
      </p:sp>
      <p:sp>
        <p:nvSpPr>
          <p:cNvPr id="20" name="Rounded Rectangle 19">
            <a:extLst>
              <a:ext uri="{FF2B5EF4-FFF2-40B4-BE49-F238E27FC236}">
                <a16:creationId xmlns:a16="http://schemas.microsoft.com/office/drawing/2014/main" id="{C6781F2C-2EFD-5459-8111-BE545A9E3832}"/>
              </a:ext>
            </a:extLst>
          </p:cNvPr>
          <p:cNvSpPr/>
          <p:nvPr/>
        </p:nvSpPr>
        <p:spPr bwMode="auto">
          <a:xfrm>
            <a:off x="728662" y="2263682"/>
            <a:ext cx="3243261" cy="319050"/>
          </a:xfrm>
          <a:prstGeom prst="roundRect">
            <a:avLst/>
          </a:prstGeom>
          <a:solidFill>
            <a:schemeClr val="accent1">
              <a:lumMod val="40000"/>
              <a:lumOff val="6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Box 21">
            <a:extLst>
              <a:ext uri="{FF2B5EF4-FFF2-40B4-BE49-F238E27FC236}">
                <a16:creationId xmlns:a16="http://schemas.microsoft.com/office/drawing/2014/main" id="{55138F1B-99EE-D032-1890-87F00210E39C}"/>
              </a:ext>
            </a:extLst>
          </p:cNvPr>
          <p:cNvSpPr txBox="1"/>
          <p:nvPr/>
        </p:nvSpPr>
        <p:spPr>
          <a:xfrm>
            <a:off x="579438" y="1763099"/>
            <a:ext cx="3392485" cy="523220"/>
          </a:xfrm>
          <a:prstGeom prst="rect">
            <a:avLst/>
          </a:prstGeom>
          <a:noFill/>
        </p:spPr>
        <p:txBody>
          <a:bodyPr wrap="square">
            <a:spAutoFit/>
          </a:bodyPr>
          <a:lstStyle/>
          <a:p>
            <a:pPr algn="r" defTabSz="932472" fontAlgn="base">
              <a:spcBef>
                <a:spcPct val="0"/>
              </a:spcBef>
              <a:spcAft>
                <a:spcPct val="0"/>
              </a:spcAft>
            </a:pPr>
            <a:r>
              <a:rPr lang="es-ES" sz="1400" b="1" i="0" strike="noStrike" cap="none" baseline="0" dirty="0">
                <a:solidFill>
                  <a:srgbClr val="702573"/>
                </a:solidFill>
                <a:effectLst/>
                <a:latin typeface="Segoe UI"/>
                <a:ea typeface="Segoe UI"/>
                <a:cs typeface="Segoe UI"/>
              </a:rPr>
              <a:t>Definiciones de herramientas</a:t>
            </a:r>
            <a:br>
              <a:rPr lang="es-ES" sz="1400" b="1" i="0" strike="noStrike" cap="none" baseline="0" dirty="0">
                <a:solidFill>
                  <a:srgbClr val="702573"/>
                </a:solidFill>
                <a:effectLst/>
                <a:latin typeface="Segoe UI"/>
                <a:ea typeface="Segoe UI"/>
                <a:cs typeface="Segoe UI"/>
              </a:rPr>
            </a:br>
            <a:r>
              <a:rPr lang="es-ES" sz="1400" b="1" i="0" strike="noStrike" cap="none" baseline="0" dirty="0">
                <a:solidFill>
                  <a:srgbClr val="702573"/>
                </a:solidFill>
                <a:effectLst/>
                <a:latin typeface="Segoe UI"/>
                <a:ea typeface="Segoe UI"/>
                <a:cs typeface="Segoe UI"/>
              </a:rPr>
              <a:t>del host</a:t>
            </a:r>
          </a:p>
        </p:txBody>
      </p:sp>
      <p:sp>
        <p:nvSpPr>
          <p:cNvPr id="23" name="TextBox 22">
            <a:extLst>
              <a:ext uri="{FF2B5EF4-FFF2-40B4-BE49-F238E27FC236}">
                <a16:creationId xmlns:a16="http://schemas.microsoft.com/office/drawing/2014/main" id="{C3EC2738-BAC5-1A0A-1B84-C7AB35DDCFD6}"/>
              </a:ext>
            </a:extLst>
          </p:cNvPr>
          <p:cNvSpPr txBox="1"/>
          <p:nvPr/>
        </p:nvSpPr>
        <p:spPr>
          <a:xfrm>
            <a:off x="778669" y="2252345"/>
            <a:ext cx="1964531" cy="307777"/>
          </a:xfrm>
          <a:prstGeom prst="rect">
            <a:avLst/>
          </a:prstGeom>
          <a:noFill/>
        </p:spPr>
        <p:txBody>
          <a:bodyPr wrap="square">
            <a:spAutoFit/>
          </a:bodyPr>
          <a:lstStyle/>
          <a:p>
            <a:pPr defTabSz="932472" fontAlgn="base">
              <a:spcBef>
                <a:spcPct val="0"/>
              </a:spcBef>
              <a:spcAft>
                <a:spcPct val="0"/>
              </a:spcAft>
            </a:pPr>
            <a:r>
              <a:rPr lang="es-ES" sz="1400" b="0" i="0" strike="noStrike" cap="none" baseline="0" dirty="0">
                <a:solidFill>
                  <a:srgbClr val="702573"/>
                </a:solidFill>
                <a:effectLst/>
                <a:latin typeface="Consolas"/>
                <a:ea typeface="Consolas"/>
                <a:cs typeface="Consolas"/>
              </a:rPr>
              <a:t>@mcp.tool</a:t>
            </a:r>
            <a:endParaRPr lang="en-US" sz="1400" dirty="0">
              <a:solidFill>
                <a:schemeClr val="accent1"/>
              </a:solidFill>
              <a:latin typeface="Consolas" panose="020B0609020204030204" pitchFamily="49" charset="0"/>
              <a:ea typeface="Segoe UI" pitchFamily="34" charset="0"/>
              <a:cs typeface="Consolas" panose="020B0609020204030204" pitchFamily="49" charset="0"/>
            </a:endParaRPr>
          </a:p>
        </p:txBody>
      </p:sp>
      <p:sp>
        <p:nvSpPr>
          <p:cNvPr id="25" name="Rounded Rectangle 24">
            <a:extLst>
              <a:ext uri="{FF2B5EF4-FFF2-40B4-BE49-F238E27FC236}">
                <a16:creationId xmlns:a16="http://schemas.microsoft.com/office/drawing/2014/main" id="{20765AD5-D3D1-8260-DD3D-FFF0A5D97A5D}"/>
              </a:ext>
            </a:extLst>
          </p:cNvPr>
          <p:cNvSpPr/>
          <p:nvPr/>
        </p:nvSpPr>
        <p:spPr bwMode="auto">
          <a:xfrm>
            <a:off x="579438" y="3295141"/>
            <a:ext cx="3492500" cy="962331"/>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a:solidFill>
                <a:schemeClr val="tx1"/>
              </a:solidFill>
              <a:latin typeface="+mj-lt"/>
              <a:ea typeface="Segoe UI" pitchFamily="34" charset="0"/>
              <a:cs typeface="Segoe UI" pitchFamily="34" charset="0"/>
            </a:endParaRPr>
          </a:p>
        </p:txBody>
      </p:sp>
      <p:sp>
        <p:nvSpPr>
          <p:cNvPr id="26" name="Rounded Rectangle 25">
            <a:extLst>
              <a:ext uri="{FF2B5EF4-FFF2-40B4-BE49-F238E27FC236}">
                <a16:creationId xmlns:a16="http://schemas.microsoft.com/office/drawing/2014/main" id="{5A427E57-7E65-37C8-D802-FC2292E4A540}"/>
              </a:ext>
            </a:extLst>
          </p:cNvPr>
          <p:cNvSpPr/>
          <p:nvPr/>
        </p:nvSpPr>
        <p:spPr bwMode="auto">
          <a:xfrm>
            <a:off x="728662" y="3801461"/>
            <a:ext cx="3243261" cy="319050"/>
          </a:xfrm>
          <a:prstGeom prst="roundRect">
            <a:avLst/>
          </a:prstGeom>
          <a:solidFill>
            <a:schemeClr val="accent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Box 26">
            <a:extLst>
              <a:ext uri="{FF2B5EF4-FFF2-40B4-BE49-F238E27FC236}">
                <a16:creationId xmlns:a16="http://schemas.microsoft.com/office/drawing/2014/main" id="{83EE2126-DFA4-9A43-D8E9-27FA434601E7}"/>
              </a:ext>
            </a:extLst>
          </p:cNvPr>
          <p:cNvSpPr txBox="1"/>
          <p:nvPr/>
        </p:nvSpPr>
        <p:spPr>
          <a:xfrm>
            <a:off x="728662" y="3408828"/>
            <a:ext cx="3243261" cy="307777"/>
          </a:xfrm>
          <a:prstGeom prst="rect">
            <a:avLst/>
          </a:prstGeom>
          <a:noFill/>
        </p:spPr>
        <p:txBody>
          <a:bodyPr wrap="square">
            <a:spAutoFit/>
          </a:bodyPr>
          <a:lstStyle/>
          <a:p>
            <a:pPr algn="r" defTabSz="932472" fontAlgn="base">
              <a:spcBef>
                <a:spcPct val="0"/>
              </a:spcBef>
              <a:spcAft>
                <a:spcPct val="0"/>
              </a:spcAft>
            </a:pPr>
            <a:r>
              <a:rPr lang="es-ES" sz="1400" b="1" i="0" strike="noStrike" cap="none" baseline="0" dirty="0">
                <a:solidFill>
                  <a:srgbClr val="BF3AC4"/>
                </a:solidFill>
                <a:effectLst/>
                <a:latin typeface="Segoe UI"/>
                <a:ea typeface="Segoe UI"/>
                <a:cs typeface="Segoe UI"/>
              </a:rPr>
              <a:t>Inicializar sesión</a:t>
            </a:r>
          </a:p>
        </p:txBody>
      </p:sp>
      <p:sp>
        <p:nvSpPr>
          <p:cNvPr id="28" name="TextBox 27">
            <a:extLst>
              <a:ext uri="{FF2B5EF4-FFF2-40B4-BE49-F238E27FC236}">
                <a16:creationId xmlns:a16="http://schemas.microsoft.com/office/drawing/2014/main" id="{280B96D3-0678-57C4-E109-7A1DF50A94F1}"/>
              </a:ext>
            </a:extLst>
          </p:cNvPr>
          <p:cNvSpPr txBox="1"/>
          <p:nvPr/>
        </p:nvSpPr>
        <p:spPr>
          <a:xfrm>
            <a:off x="778669" y="3790124"/>
            <a:ext cx="2707481" cy="307777"/>
          </a:xfrm>
          <a:prstGeom prst="rect">
            <a:avLst/>
          </a:prstGeom>
          <a:noFill/>
        </p:spPr>
        <p:txBody>
          <a:bodyPr wrap="square">
            <a:spAutoFit/>
          </a:bodyPr>
          <a:lstStyle/>
          <a:p>
            <a:pPr defTabSz="932472" fontAlgn="base">
              <a:spcBef>
                <a:spcPct val="0"/>
              </a:spcBef>
              <a:spcAft>
                <a:spcPct val="0"/>
              </a:spcAft>
            </a:pPr>
            <a:r>
              <a:rPr lang="es-ES" sz="1400" b="0" i="0" strike="noStrike" cap="none" baseline="0" dirty="0" err="1">
                <a:solidFill>
                  <a:srgbClr val="702573"/>
                </a:solidFill>
                <a:effectLst/>
                <a:latin typeface="Consolas"/>
                <a:ea typeface="Consolas"/>
                <a:cs typeface="Consolas"/>
              </a:rPr>
              <a:t>ClientSession</a:t>
            </a:r>
            <a:r>
              <a:rPr lang="es-ES" sz="1400" b="0" i="0" strike="noStrike" cap="none" baseline="0" dirty="0">
                <a:solidFill>
                  <a:srgbClr val="702573"/>
                </a:solidFill>
                <a:effectLst/>
                <a:latin typeface="Consolas"/>
                <a:ea typeface="Consolas"/>
                <a:cs typeface="Consolas"/>
              </a:rPr>
              <a:t>(...)</a:t>
            </a:r>
          </a:p>
        </p:txBody>
      </p:sp>
      <p:sp>
        <p:nvSpPr>
          <p:cNvPr id="30" name="Rounded Rectangle 29">
            <a:extLst>
              <a:ext uri="{FF2B5EF4-FFF2-40B4-BE49-F238E27FC236}">
                <a16:creationId xmlns:a16="http://schemas.microsoft.com/office/drawing/2014/main" id="{C76FF042-4EF2-79BF-08CD-27EBC77FBB93}"/>
              </a:ext>
            </a:extLst>
          </p:cNvPr>
          <p:cNvSpPr/>
          <p:nvPr/>
        </p:nvSpPr>
        <p:spPr bwMode="auto">
          <a:xfrm>
            <a:off x="4271169" y="3286120"/>
            <a:ext cx="3492500" cy="962331"/>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a:solidFill>
                <a:schemeClr val="tx1"/>
              </a:solidFill>
              <a:latin typeface="+mj-lt"/>
              <a:ea typeface="Segoe UI" pitchFamily="34" charset="0"/>
              <a:cs typeface="Segoe UI" pitchFamily="34" charset="0"/>
            </a:endParaRPr>
          </a:p>
        </p:txBody>
      </p:sp>
      <p:sp>
        <p:nvSpPr>
          <p:cNvPr id="31" name="Rounded Rectangle 30">
            <a:extLst>
              <a:ext uri="{FF2B5EF4-FFF2-40B4-BE49-F238E27FC236}">
                <a16:creationId xmlns:a16="http://schemas.microsoft.com/office/drawing/2014/main" id="{4DCC8DE0-A1A1-23D6-0A1F-0A88362BCA29}"/>
              </a:ext>
            </a:extLst>
          </p:cNvPr>
          <p:cNvSpPr/>
          <p:nvPr/>
        </p:nvSpPr>
        <p:spPr bwMode="auto">
          <a:xfrm>
            <a:off x="4420393" y="3792440"/>
            <a:ext cx="3243261" cy="319050"/>
          </a:xfrm>
          <a:prstGeom prst="roundRect">
            <a:avLst/>
          </a:prstGeom>
          <a:solidFill>
            <a:schemeClr val="accent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Box 31">
            <a:extLst>
              <a:ext uri="{FF2B5EF4-FFF2-40B4-BE49-F238E27FC236}">
                <a16:creationId xmlns:a16="http://schemas.microsoft.com/office/drawing/2014/main" id="{2CF67797-836E-C593-AF35-BFE21B1CBA44}"/>
              </a:ext>
            </a:extLst>
          </p:cNvPr>
          <p:cNvSpPr txBox="1"/>
          <p:nvPr/>
        </p:nvSpPr>
        <p:spPr>
          <a:xfrm>
            <a:off x="4420393" y="3399807"/>
            <a:ext cx="3243261" cy="307777"/>
          </a:xfrm>
          <a:prstGeom prst="rect">
            <a:avLst/>
          </a:prstGeom>
          <a:noFill/>
        </p:spPr>
        <p:txBody>
          <a:bodyPr wrap="square">
            <a:spAutoFit/>
          </a:bodyPr>
          <a:lstStyle/>
          <a:p>
            <a:pPr algn="r" defTabSz="932472" fontAlgn="base">
              <a:spcBef>
                <a:spcPct val="0"/>
              </a:spcBef>
              <a:spcAft>
                <a:spcPct val="0"/>
              </a:spcAft>
            </a:pPr>
            <a:r>
              <a:rPr lang="es-ES" sz="1400" b="1" i="0" strike="noStrike" cap="none" baseline="0" dirty="0">
                <a:solidFill>
                  <a:srgbClr val="BF3AC4"/>
                </a:solidFill>
                <a:effectLst/>
                <a:latin typeface="Segoe UI"/>
                <a:ea typeface="Segoe UI"/>
                <a:cs typeface="Segoe UI"/>
              </a:rPr>
              <a:t>Capturar herramientas disponibles</a:t>
            </a:r>
            <a:endParaRPr lang="en-US" sz="1400" b="1" dirty="0">
              <a:solidFill>
                <a:schemeClr val="accent2"/>
              </a:solidFill>
              <a:ea typeface="Segoe UI" pitchFamily="34" charset="0"/>
              <a:cs typeface="Segoe UI" pitchFamily="34" charset="0"/>
            </a:endParaRPr>
          </a:p>
        </p:txBody>
      </p:sp>
      <p:sp>
        <p:nvSpPr>
          <p:cNvPr id="33" name="TextBox 32">
            <a:extLst>
              <a:ext uri="{FF2B5EF4-FFF2-40B4-BE49-F238E27FC236}">
                <a16:creationId xmlns:a16="http://schemas.microsoft.com/office/drawing/2014/main" id="{F0369141-2B63-6E9A-7752-DB4007CF4A46}"/>
              </a:ext>
            </a:extLst>
          </p:cNvPr>
          <p:cNvSpPr txBox="1"/>
          <p:nvPr/>
        </p:nvSpPr>
        <p:spPr>
          <a:xfrm>
            <a:off x="4470400" y="3781103"/>
            <a:ext cx="2707481" cy="307777"/>
          </a:xfrm>
          <a:prstGeom prst="rect">
            <a:avLst/>
          </a:prstGeom>
          <a:noFill/>
        </p:spPr>
        <p:txBody>
          <a:bodyPr wrap="square">
            <a:spAutoFit/>
          </a:bodyPr>
          <a:lstStyle/>
          <a:p>
            <a:pPr defTabSz="932472" fontAlgn="base">
              <a:spcBef>
                <a:spcPct val="0"/>
              </a:spcBef>
              <a:spcAft>
                <a:spcPct val="0"/>
              </a:spcAft>
            </a:pPr>
            <a:r>
              <a:rPr lang="es-ES" sz="1400" b="0" i="0" strike="noStrike" cap="none" baseline="0">
                <a:solidFill>
                  <a:srgbClr val="702573"/>
                </a:solidFill>
                <a:effectLst/>
                <a:latin typeface="Consolas"/>
                <a:ea typeface="Consolas"/>
                <a:cs typeface="Consolas"/>
              </a:rPr>
              <a:t>session.list_tools()</a:t>
            </a:r>
          </a:p>
        </p:txBody>
      </p:sp>
      <p:sp>
        <p:nvSpPr>
          <p:cNvPr id="35" name="Rounded Rectangle 34">
            <a:extLst>
              <a:ext uri="{FF2B5EF4-FFF2-40B4-BE49-F238E27FC236}">
                <a16:creationId xmlns:a16="http://schemas.microsoft.com/office/drawing/2014/main" id="{B16CC6B9-8E1F-3358-E6FC-792A39C8E4DE}"/>
              </a:ext>
            </a:extLst>
          </p:cNvPr>
          <p:cNvSpPr/>
          <p:nvPr/>
        </p:nvSpPr>
        <p:spPr bwMode="auto">
          <a:xfrm>
            <a:off x="7959906" y="3287378"/>
            <a:ext cx="3492500" cy="962331"/>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a:solidFill>
                <a:schemeClr val="tx1"/>
              </a:solidFill>
              <a:latin typeface="+mj-lt"/>
              <a:ea typeface="Segoe UI" pitchFamily="34" charset="0"/>
              <a:cs typeface="Segoe UI" pitchFamily="34" charset="0"/>
            </a:endParaRPr>
          </a:p>
        </p:txBody>
      </p:sp>
      <p:sp>
        <p:nvSpPr>
          <p:cNvPr id="36" name="Rounded Rectangle 35">
            <a:extLst>
              <a:ext uri="{FF2B5EF4-FFF2-40B4-BE49-F238E27FC236}">
                <a16:creationId xmlns:a16="http://schemas.microsoft.com/office/drawing/2014/main" id="{A35883BA-BE33-9E0B-469D-C550EC88990A}"/>
              </a:ext>
            </a:extLst>
          </p:cNvPr>
          <p:cNvSpPr/>
          <p:nvPr/>
        </p:nvSpPr>
        <p:spPr bwMode="auto">
          <a:xfrm>
            <a:off x="8109130" y="3793698"/>
            <a:ext cx="3243261" cy="319050"/>
          </a:xfrm>
          <a:prstGeom prst="roundRect">
            <a:avLst/>
          </a:prstGeom>
          <a:solidFill>
            <a:schemeClr val="accent2">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Box 36">
            <a:extLst>
              <a:ext uri="{FF2B5EF4-FFF2-40B4-BE49-F238E27FC236}">
                <a16:creationId xmlns:a16="http://schemas.microsoft.com/office/drawing/2014/main" id="{B3DEC32E-9E8E-1C1B-1F50-275AAD9B8567}"/>
              </a:ext>
            </a:extLst>
          </p:cNvPr>
          <p:cNvSpPr txBox="1"/>
          <p:nvPr/>
        </p:nvSpPr>
        <p:spPr>
          <a:xfrm>
            <a:off x="8109130" y="3401065"/>
            <a:ext cx="3243261" cy="307777"/>
          </a:xfrm>
          <a:prstGeom prst="rect">
            <a:avLst/>
          </a:prstGeom>
          <a:noFill/>
        </p:spPr>
        <p:txBody>
          <a:bodyPr wrap="square">
            <a:spAutoFit/>
          </a:bodyPr>
          <a:lstStyle/>
          <a:p>
            <a:pPr algn="r" defTabSz="932472" fontAlgn="base">
              <a:spcBef>
                <a:spcPct val="0"/>
              </a:spcBef>
              <a:spcAft>
                <a:spcPct val="0"/>
              </a:spcAft>
            </a:pPr>
            <a:r>
              <a:rPr lang="es-ES" sz="1400" b="1" i="0" strike="noStrike" cap="none" baseline="0" dirty="0">
                <a:solidFill>
                  <a:srgbClr val="BF3AC4"/>
                </a:solidFill>
                <a:effectLst/>
                <a:latin typeface="Segoe UI"/>
                <a:ea typeface="Segoe UI"/>
                <a:cs typeface="Segoe UI"/>
              </a:rPr>
              <a:t>Encapsular cada herramienta</a:t>
            </a:r>
          </a:p>
        </p:txBody>
      </p:sp>
      <p:sp>
        <p:nvSpPr>
          <p:cNvPr id="38" name="TextBox 37">
            <a:extLst>
              <a:ext uri="{FF2B5EF4-FFF2-40B4-BE49-F238E27FC236}">
                <a16:creationId xmlns:a16="http://schemas.microsoft.com/office/drawing/2014/main" id="{433F4720-D0E1-92B7-19B2-3ADFC838F6E4}"/>
              </a:ext>
            </a:extLst>
          </p:cNvPr>
          <p:cNvSpPr txBox="1"/>
          <p:nvPr/>
        </p:nvSpPr>
        <p:spPr>
          <a:xfrm>
            <a:off x="8144849" y="3782361"/>
            <a:ext cx="3489506" cy="307777"/>
          </a:xfrm>
          <a:prstGeom prst="rect">
            <a:avLst/>
          </a:prstGeom>
          <a:noFill/>
        </p:spPr>
        <p:txBody>
          <a:bodyPr wrap="square">
            <a:spAutoFit/>
          </a:bodyPr>
          <a:lstStyle/>
          <a:p>
            <a:pPr defTabSz="932472" fontAlgn="base">
              <a:spcBef>
                <a:spcPct val="0"/>
              </a:spcBef>
              <a:spcAft>
                <a:spcPct val="0"/>
              </a:spcAft>
            </a:pPr>
            <a:r>
              <a:rPr lang="es-ES" sz="1400" b="0" i="0" strike="noStrike" cap="none" baseline="0">
                <a:solidFill>
                  <a:srgbClr val="702573"/>
                </a:solidFill>
                <a:effectLst/>
                <a:latin typeface="Segoe UI"/>
                <a:ea typeface="Consolas"/>
                <a:cs typeface="Consolas"/>
              </a:rPr>
              <a:t>session.call_tool</a:t>
            </a:r>
            <a:endParaRPr lang="en-US" sz="1400">
              <a:solidFill>
                <a:schemeClr val="accent1"/>
              </a:solidFill>
              <a:latin typeface="Consolas" panose="020B0609020204030204" pitchFamily="49" charset="0"/>
              <a:ea typeface="Segoe UI" pitchFamily="34" charset="0"/>
              <a:cs typeface="Consolas" panose="020B0609020204030204" pitchFamily="49" charset="0"/>
            </a:endParaRPr>
          </a:p>
        </p:txBody>
      </p:sp>
      <p:sp>
        <p:nvSpPr>
          <p:cNvPr id="44" name="Rounded Rectangle 43">
            <a:extLst>
              <a:ext uri="{FF2B5EF4-FFF2-40B4-BE49-F238E27FC236}">
                <a16:creationId xmlns:a16="http://schemas.microsoft.com/office/drawing/2014/main" id="{B9255784-4F84-DABC-2795-D6886F1CBA0F}"/>
              </a:ext>
            </a:extLst>
          </p:cNvPr>
          <p:cNvSpPr/>
          <p:nvPr/>
        </p:nvSpPr>
        <p:spPr bwMode="auto">
          <a:xfrm>
            <a:off x="588262" y="4824478"/>
            <a:ext cx="3492500" cy="962331"/>
          </a:xfrm>
          <a:prstGeom prst="roundRect">
            <a:avLst/>
          </a:prstGeom>
          <a:solidFill>
            <a:schemeClr val="tx2">
              <a:lumMod val="10000"/>
              <a:lumOff val="90000"/>
            </a:schemeClr>
          </a:solidFill>
          <a:ln>
            <a:solidFill>
              <a:schemeClr val="tx2">
                <a:lumMod val="25000"/>
                <a:lumOff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r" defTabSz="932472" fontAlgn="base">
              <a:spcBef>
                <a:spcPct val="0"/>
              </a:spcBef>
              <a:spcAft>
                <a:spcPct val="0"/>
              </a:spcAft>
            </a:pPr>
            <a:endParaRPr lang="en-US" sz="1800">
              <a:solidFill>
                <a:schemeClr val="tx1"/>
              </a:solidFill>
              <a:latin typeface="+mj-lt"/>
              <a:ea typeface="Segoe UI" pitchFamily="34" charset="0"/>
              <a:cs typeface="Segoe UI" pitchFamily="34" charset="0"/>
            </a:endParaRPr>
          </a:p>
        </p:txBody>
      </p:sp>
      <p:sp>
        <p:nvSpPr>
          <p:cNvPr id="45" name="Rounded Rectangle 44">
            <a:extLst>
              <a:ext uri="{FF2B5EF4-FFF2-40B4-BE49-F238E27FC236}">
                <a16:creationId xmlns:a16="http://schemas.microsoft.com/office/drawing/2014/main" id="{81383C71-6EB5-C048-E52C-D094B26ADA75}"/>
              </a:ext>
            </a:extLst>
          </p:cNvPr>
          <p:cNvSpPr/>
          <p:nvPr/>
        </p:nvSpPr>
        <p:spPr bwMode="auto">
          <a:xfrm>
            <a:off x="737486" y="5330798"/>
            <a:ext cx="3243261" cy="319050"/>
          </a:xfrm>
          <a:prstGeom prst="roundRect">
            <a:avLst/>
          </a:prstGeom>
          <a:solidFill>
            <a:schemeClr val="tx2">
              <a:lumMod val="25000"/>
              <a:lumOff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7" name="TextBox 46">
            <a:extLst>
              <a:ext uri="{FF2B5EF4-FFF2-40B4-BE49-F238E27FC236}">
                <a16:creationId xmlns:a16="http://schemas.microsoft.com/office/drawing/2014/main" id="{5D37F09D-4C7F-2E85-31C4-BA8CA0C46BFA}"/>
              </a:ext>
            </a:extLst>
          </p:cNvPr>
          <p:cNvSpPr txBox="1"/>
          <p:nvPr/>
        </p:nvSpPr>
        <p:spPr>
          <a:xfrm>
            <a:off x="787493" y="5319461"/>
            <a:ext cx="2707481" cy="307777"/>
          </a:xfrm>
          <a:prstGeom prst="rect">
            <a:avLst/>
          </a:prstGeom>
          <a:noFill/>
        </p:spPr>
        <p:txBody>
          <a:bodyPr wrap="square">
            <a:spAutoFit/>
          </a:bodyPr>
          <a:lstStyle/>
          <a:p>
            <a:pPr defTabSz="932472" fontAlgn="base">
              <a:spcBef>
                <a:spcPct val="0"/>
              </a:spcBef>
              <a:spcAft>
                <a:spcPct val="0"/>
              </a:spcAft>
            </a:pPr>
            <a:r>
              <a:rPr lang="es-ES" sz="1400" b="0" i="0" strike="noStrike" cap="none" baseline="0">
                <a:solidFill>
                  <a:srgbClr val="091F2E"/>
                </a:solidFill>
                <a:effectLst/>
                <a:latin typeface="Consolas"/>
                <a:ea typeface="Consolas"/>
                <a:cs typeface="Consolas"/>
              </a:rPr>
              <a:t>FunctionTool</a:t>
            </a:r>
            <a:endParaRPr lang="en-US" sz="1400">
              <a:solidFill>
                <a:schemeClr val="tx2"/>
              </a:solidFill>
              <a:latin typeface="Consolas" panose="020B0609020204030204" pitchFamily="49" charset="0"/>
              <a:ea typeface="Segoe UI" pitchFamily="34" charset="0"/>
              <a:cs typeface="Consolas" panose="020B0609020204030204" pitchFamily="49" charset="0"/>
            </a:endParaRPr>
          </a:p>
        </p:txBody>
      </p:sp>
      <p:sp>
        <p:nvSpPr>
          <p:cNvPr id="58" name="TextBox 57">
            <a:extLst>
              <a:ext uri="{FF2B5EF4-FFF2-40B4-BE49-F238E27FC236}">
                <a16:creationId xmlns:a16="http://schemas.microsoft.com/office/drawing/2014/main" id="{1364A1D6-116B-628B-DB7D-1EA3EF170985}"/>
              </a:ext>
            </a:extLst>
          </p:cNvPr>
          <p:cNvSpPr txBox="1"/>
          <p:nvPr/>
        </p:nvSpPr>
        <p:spPr>
          <a:xfrm>
            <a:off x="724879" y="4823202"/>
            <a:ext cx="3243261" cy="523220"/>
          </a:xfrm>
          <a:prstGeom prst="rect">
            <a:avLst/>
          </a:prstGeom>
          <a:noFill/>
        </p:spPr>
        <p:txBody>
          <a:bodyPr wrap="square">
            <a:spAutoFit/>
          </a:bodyPr>
          <a:lstStyle/>
          <a:p>
            <a:pPr algn="r" defTabSz="932472" fontAlgn="base">
              <a:spcBef>
                <a:spcPct val="0"/>
              </a:spcBef>
              <a:spcAft>
                <a:spcPct val="0"/>
              </a:spcAft>
            </a:pPr>
            <a:r>
              <a:rPr lang="es-ES" sz="1400" b="1" i="0" strike="noStrike" cap="none" baseline="0" dirty="0">
                <a:solidFill>
                  <a:srgbClr val="091F2E"/>
                </a:solidFill>
                <a:effectLst/>
                <a:latin typeface="Segoe UI"/>
                <a:ea typeface="Segoe UI"/>
                <a:cs typeface="Segoe UI"/>
              </a:rPr>
              <a:t>Registrar en el conjunto de herramientas del agente</a:t>
            </a:r>
          </a:p>
        </p:txBody>
      </p:sp>
    </p:spTree>
    <p:extLst>
      <p:ext uri="{BB962C8B-B14F-4D97-AF65-F5344CB8AC3E}">
        <p14:creationId xmlns:p14="http://schemas.microsoft.com/office/powerpoint/2010/main" val="273267159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8EEA2-3D9E-898A-69E0-A718FDA3542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AC1FB3E-DE00-D3AC-EABE-34A796681B31}"/>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807" y="2052313"/>
            <a:ext cx="4630848" cy="3278110"/>
          </a:xfrm>
          <a:prstGeom prst="rect">
            <a:avLst/>
          </a:prstGeom>
        </p:spPr>
      </p:pic>
      <p:sp>
        <p:nvSpPr>
          <p:cNvPr id="5" name="Title 4">
            <a:extLst>
              <a:ext uri="{FF2B5EF4-FFF2-40B4-BE49-F238E27FC236}">
                <a16:creationId xmlns:a16="http://schemas.microsoft.com/office/drawing/2014/main" id="{80B6ACCE-FFAB-0238-6057-7BF4558BCFAA}"/>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97C87B30-0576-734B-FBD9-53C1525F5752}"/>
              </a:ext>
            </a:extLst>
          </p:cNvPr>
          <p:cNvSpPr>
            <a:spLocks noGrp="1"/>
          </p:cNvSpPr>
          <p:nvPr>
            <p:ph type="body" sz="quarter" idx="16"/>
          </p:nvPr>
        </p:nvSpPr>
        <p:spPr>
          <a:xfrm>
            <a:off x="584199" y="1491603"/>
            <a:ext cx="5654573" cy="609600"/>
          </a:xfrm>
        </p:spPr>
        <p:txBody>
          <a:bodyPr/>
          <a:lstStyle/>
          <a:p>
            <a:r>
              <a:rPr lang="es-ES" sz="2000" b="0" i="0" strike="noStrike" cap="none" baseline="0" dirty="0">
                <a:solidFill>
                  <a:srgbClr val="000000"/>
                </a:solidFill>
                <a:effectLst/>
                <a:latin typeface="Segoe UI Semibold"/>
                <a:ea typeface="Segoe UI Semibold"/>
                <a:cs typeface="Segoe UI Semibold"/>
              </a:rPr>
              <a:t>Conectar las herramientas de MCP a los agentes de </a:t>
            </a:r>
            <a:r>
              <a:rPr lang="es-ES" sz="2000" b="0" i="0" strike="noStrike" cap="none" baseline="0" dirty="0" err="1">
                <a:solidFill>
                  <a:srgbClr val="000000"/>
                </a:solidFill>
                <a:effectLst/>
                <a:latin typeface="Segoe UI Semibold"/>
                <a:ea typeface="Segoe UI Semibold"/>
                <a:cs typeface="Segoe UI Semibold"/>
              </a:rPr>
              <a:t>Foundry</a:t>
            </a:r>
            <a:endParaRPr lang="es-ES" sz="2000" b="0" i="0" strike="noStrike" cap="none" baseline="0" dirty="0">
              <a:solidFill>
                <a:srgbClr val="000000"/>
              </a:solidFill>
              <a:effectLst/>
              <a:latin typeface="Segoe UI Semibold"/>
              <a:ea typeface="Segoe UI Semibold"/>
              <a:cs typeface="Segoe UI Semibold"/>
            </a:endParaRPr>
          </a:p>
        </p:txBody>
      </p:sp>
      <p:sp>
        <p:nvSpPr>
          <p:cNvPr id="6" name="Text Placeholder 5">
            <a:extLst>
              <a:ext uri="{FF2B5EF4-FFF2-40B4-BE49-F238E27FC236}">
                <a16:creationId xmlns:a16="http://schemas.microsoft.com/office/drawing/2014/main" id="{C2527613-6043-46DC-4F60-15E77EFF383B}"/>
              </a:ext>
            </a:extLst>
          </p:cNvPr>
          <p:cNvSpPr>
            <a:spLocks noGrp="1"/>
          </p:cNvSpPr>
          <p:nvPr>
            <p:ph type="body" sz="quarter" idx="15"/>
          </p:nvPr>
        </p:nvSpPr>
        <p:spPr>
          <a:xfrm>
            <a:off x="586389" y="2219114"/>
            <a:ext cx="5652201" cy="1755648"/>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Conectar un agente de </a:t>
            </a:r>
            <a:r>
              <a:rPr lang="es-ES" sz="1600" b="0" i="0" strike="noStrike" cap="none" baseline="0" dirty="0" err="1">
                <a:solidFill>
                  <a:srgbClr val="000000"/>
                </a:solidFill>
                <a:effectLst/>
                <a:latin typeface="Segoe UI"/>
                <a:ea typeface="Segoe UI"/>
                <a:cs typeface="Segoe UI"/>
              </a:rPr>
              <a:t>Foundry</a:t>
            </a:r>
            <a:r>
              <a:rPr lang="es-ES" sz="1600" b="0" i="0" strike="noStrike" cap="none" baseline="0" dirty="0">
                <a:solidFill>
                  <a:srgbClr val="000000"/>
                </a:solidFill>
                <a:effectLst/>
                <a:latin typeface="Segoe UI"/>
                <a:ea typeface="Segoe UI"/>
                <a:cs typeface="Segoe UI"/>
              </a:rPr>
              <a:t> a un servidor MCP remoto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Conectar un agente de </a:t>
            </a:r>
            <a:r>
              <a:rPr lang="es-ES" sz="1600" b="0" i="0" strike="noStrike" cap="none" baseline="0" dirty="0" err="1">
                <a:solidFill>
                  <a:srgbClr val="000000"/>
                </a:solidFill>
                <a:effectLst/>
                <a:latin typeface="Segoe UI"/>
                <a:ea typeface="Segoe UI"/>
                <a:cs typeface="Segoe UI"/>
              </a:rPr>
              <a:t>Foundry</a:t>
            </a:r>
            <a:r>
              <a:rPr lang="es-ES" sz="1600" b="0" i="0" strike="noStrike" cap="none" baseline="0" dirty="0">
                <a:solidFill>
                  <a:srgbClr val="000000"/>
                </a:solidFill>
                <a:effectLst/>
                <a:latin typeface="Segoe UI"/>
                <a:ea typeface="Segoe UI"/>
                <a:cs typeface="Segoe UI"/>
              </a:rPr>
              <a:t> a herramientas del servidor MCP personalizadas</a:t>
            </a:r>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7DE527BD-CF4E-6B09-F7A7-3BE7ACB0E3C0}"/>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strike="noStrike" cap="none" baseline="0">
                <a:solidFill>
                  <a:srgbClr val="000000"/>
                </a:solidFill>
                <a:effectLst/>
                <a:latin typeface="Segoe UI"/>
                <a:ea typeface="Segoe UI"/>
                <a:cs typeface="Segoe UI"/>
                <a:hlinkClick r:id="rId4" history="0"/>
              </a:rPr>
              <a:t>https://go.microsoft.com/fwlink/?linkid=2353400</a:t>
            </a:r>
            <a:r>
              <a:rPr lang="es-ES" sz="1600" b="0" i="0" strike="noStrike" cap="none" baseline="0">
                <a:solidFill>
                  <a:srgbClr val="000000"/>
                </a:solidFill>
                <a:effectLst/>
                <a:latin typeface="Segoe UI"/>
                <a:ea typeface="Segoe UI"/>
                <a:cs typeface="Segoe UI"/>
              </a:rPr>
              <a:t> </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8FA93818-108F-8594-B7FC-3F21A9187F76}"/>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D99FF268-1016-1F99-3105-4BEA15DB301A}"/>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197194490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C36AE-E743-C16C-AE9D-E1E8EC23E2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F9A57C-0F79-AEAB-98E5-CD52DB0A4FD2}"/>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6305C9A0-A82C-C890-4A85-AEC77F8F785F}"/>
              </a:ext>
            </a:extLst>
          </p:cNvPr>
          <p:cNvSpPr>
            <a:spLocks noGrp="1"/>
          </p:cNvSpPr>
          <p:nvPr>
            <p:ph type="body" sz="quarter" idx="17"/>
          </p:nvPr>
        </p:nvSpPr>
        <p:spPr>
          <a:xfrm>
            <a:off x="1235075" y="2306504"/>
            <a:ext cx="8778782" cy="426720"/>
          </a:xfrm>
        </p:spPr>
        <p:txBody>
          <a:bodyPr/>
          <a:lstStyle/>
          <a:p>
            <a:r>
              <a:rPr lang="es-ES" sz="1400" b="1" i="0" strike="noStrike" cap="none" baseline="0">
                <a:solidFill>
                  <a:srgbClr val="000000"/>
                </a:solidFill>
                <a:effectLst/>
                <a:latin typeface="Segoe UI Semibold"/>
                <a:ea typeface="Segoe UI Semibold"/>
                <a:cs typeface="Segoe UI Semibold"/>
              </a:rPr>
              <a:t>¿Qué rol desempeña el servidor MCP en la integración de las herramientas del agente MCP?</a:t>
            </a:r>
          </a:p>
        </p:txBody>
      </p:sp>
      <p:sp>
        <p:nvSpPr>
          <p:cNvPr id="9" name="Text Placeholder 8">
            <a:extLst>
              <a:ext uri="{FF2B5EF4-FFF2-40B4-BE49-F238E27FC236}">
                <a16:creationId xmlns:a16="http://schemas.microsoft.com/office/drawing/2014/main" id="{7586ACE9-751E-EEF0-CEA8-328213FA9E73}"/>
              </a:ext>
            </a:extLst>
          </p:cNvPr>
          <p:cNvSpPr>
            <a:spLocks noGrp="1"/>
          </p:cNvSpPr>
          <p:nvPr>
            <p:ph type="body" sz="quarter" idx="15"/>
          </p:nvPr>
        </p:nvSpPr>
        <p:spPr>
          <a:xfrm>
            <a:off x="1235075" y="2539328"/>
            <a:ext cx="8775098" cy="938784"/>
          </a:xfrm>
          <a:noFill/>
        </p:spPr>
        <p:txBody>
          <a:bodyPr/>
          <a:lstStyle/>
          <a:p>
            <a:r>
              <a:rPr lang="es-ES" sz="1400" b="0" i="0" strike="noStrike" cap="none" baseline="0" dirty="0">
                <a:solidFill>
                  <a:srgbClr val="000000"/>
                </a:solidFill>
                <a:effectLst/>
                <a:latin typeface="Segoe UI"/>
                <a:ea typeface="Segoe UI"/>
                <a:cs typeface="Segoe UI"/>
              </a:rPr>
              <a:t>Ejecuta el agente de IA y procesa solicitudes del usuario directamente. </a:t>
            </a:r>
            <a:endParaRPr lang="en-US" dirty="0"/>
          </a:p>
          <a:p>
            <a:r>
              <a:rPr lang="es-ES" sz="1400" b="0" i="0" strike="noStrike" cap="none" baseline="0" dirty="0">
                <a:solidFill>
                  <a:srgbClr val="000000"/>
                </a:solidFill>
                <a:effectLst/>
                <a:latin typeface="Segoe UI"/>
                <a:ea typeface="Segoe UI"/>
                <a:cs typeface="Segoe UI"/>
              </a:rPr>
              <a:t>Administra conexiones de red entre varios agentes. </a:t>
            </a:r>
            <a:endParaRPr lang="en-US" dirty="0"/>
          </a:p>
          <a:p>
            <a:r>
              <a:rPr lang="es-ES" sz="1400" b="0" i="0" strike="noStrike" cap="none" baseline="0" dirty="0">
                <a:solidFill>
                  <a:srgbClr val="000000"/>
                </a:solidFill>
                <a:effectLst/>
                <a:latin typeface="Segoe UI"/>
                <a:ea typeface="Segoe UI"/>
                <a:cs typeface="Segoe UI"/>
              </a:rPr>
              <a:t>Hospeda definiciones de herramientas y las pone a disposición para su detección por parte del cliente.</a:t>
            </a:r>
          </a:p>
        </p:txBody>
      </p:sp>
      <p:sp>
        <p:nvSpPr>
          <p:cNvPr id="18" name="Text Placeholder 17">
            <a:extLst>
              <a:ext uri="{FF2B5EF4-FFF2-40B4-BE49-F238E27FC236}">
                <a16:creationId xmlns:a16="http://schemas.microsoft.com/office/drawing/2014/main" id="{E08ABC7B-8213-A99D-A613-0104B5FF1503}"/>
              </a:ext>
            </a:extLst>
          </p:cNvPr>
          <p:cNvSpPr>
            <a:spLocks noGrp="1"/>
          </p:cNvSpPr>
          <p:nvPr>
            <p:ph type="body" sz="quarter" idx="22"/>
          </p:nvPr>
        </p:nvSpPr>
        <p:spPr>
          <a:xfrm>
            <a:off x="1235075" y="4034002"/>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¿Cómo recupera un cliente MCP las herramientas disponibles del servidor MCP?</a:t>
            </a:r>
          </a:p>
        </p:txBody>
      </p:sp>
      <p:sp>
        <p:nvSpPr>
          <p:cNvPr id="19" name="Text Placeholder 18">
            <a:extLst>
              <a:ext uri="{FF2B5EF4-FFF2-40B4-BE49-F238E27FC236}">
                <a16:creationId xmlns:a16="http://schemas.microsoft.com/office/drawing/2014/main" id="{2C25134B-E1E1-C8A4-D2A4-C8D3D54DB1E9}"/>
              </a:ext>
            </a:extLst>
          </p:cNvPr>
          <p:cNvSpPr>
            <a:spLocks noGrp="1"/>
          </p:cNvSpPr>
          <p:nvPr>
            <p:ph type="body" sz="quarter" idx="23"/>
          </p:nvPr>
        </p:nvSpPr>
        <p:spPr>
          <a:xfrm>
            <a:off x="1235074" y="4286731"/>
            <a:ext cx="8775098" cy="725424"/>
          </a:xfrm>
        </p:spPr>
        <p:txBody>
          <a:bodyPr/>
          <a:lstStyle/>
          <a:p>
            <a:r>
              <a:rPr lang="es-ES" sz="1400" b="0" i="0" strike="noStrike" cap="none" baseline="0">
                <a:solidFill>
                  <a:srgbClr val="000000"/>
                </a:solidFill>
                <a:effectLst/>
                <a:latin typeface="Segoe UI"/>
                <a:ea typeface="Segoe UI"/>
                <a:cs typeface="Segoe UI"/>
              </a:rPr>
              <a:t>Llama a session.list_tools() para obtener el catálogo de herramientas actual. </a:t>
            </a:r>
          </a:p>
          <a:p>
            <a:r>
              <a:rPr lang="es-ES" sz="1400" b="0" i="0" strike="noStrike" cap="none" baseline="0">
                <a:solidFill>
                  <a:srgbClr val="000000"/>
                </a:solidFill>
                <a:effectLst/>
                <a:latin typeface="Segoe UI"/>
                <a:ea typeface="Segoe UI"/>
                <a:cs typeface="Segoe UI"/>
              </a:rPr>
              <a:t>Lee un archivo JSON estático desde el directorio del servidor. </a:t>
            </a:r>
          </a:p>
          <a:p>
            <a:r>
              <a:rPr lang="es-ES" sz="1400" b="0" i="0" strike="noStrike" cap="none" baseline="0">
                <a:solidFill>
                  <a:srgbClr val="000000"/>
                </a:solidFill>
                <a:effectLst/>
                <a:latin typeface="Segoe UI"/>
                <a:ea typeface="Segoe UI"/>
                <a:cs typeface="Segoe UI"/>
              </a:rPr>
              <a:t>Se suscribe a eventos del servidor mediante una conexión WebSocket.</a:t>
            </a:r>
          </a:p>
        </p:txBody>
      </p:sp>
      <p:sp>
        <p:nvSpPr>
          <p:cNvPr id="76" name="Oval 75">
            <a:extLst>
              <a:ext uri="{FF2B5EF4-FFF2-40B4-BE49-F238E27FC236}">
                <a16:creationId xmlns:a16="http://schemas.microsoft.com/office/drawing/2014/main" id="{F7E55C1D-123E-022D-7EE7-05AA21E8CACB}"/>
              </a:ext>
              <a:ext uri="{C183D7F6-B498-43B3-948B-1728B52AA6E4}">
                <adec:decorative xmlns:adec="http://schemas.microsoft.com/office/drawing/2017/decorative" val="1"/>
              </a:ext>
            </a:extLst>
          </p:cNvPr>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4801AE7E-CB7B-212C-2E7D-10C5FFD3923F}"/>
              </a:ext>
              <a:ext uri="{C183D7F6-B498-43B3-948B-1728B52AA6E4}">
                <adec:decorative xmlns:adec="http://schemas.microsoft.com/office/drawing/2017/decorative" val="1"/>
              </a:ext>
            </a:extLst>
          </p:cNvPr>
          <p:cNvSpPr/>
          <p:nvPr/>
        </p:nvSpPr>
        <p:spPr bwMode="auto">
          <a:xfrm>
            <a:off x="722582" y="397731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CB7D3E51-B8A0-BEEE-209C-A44CDE47E3A2}"/>
              </a:ext>
              <a:ext uri="{C183D7F6-B498-43B3-948B-1728B52AA6E4}">
                <adec:decorative xmlns:adec="http://schemas.microsoft.com/office/drawing/2017/decorative" val="1"/>
              </a:ext>
            </a:extLst>
          </p:cNvPr>
          <p:cNvSpPr/>
          <p:nvPr/>
        </p:nvSpPr>
        <p:spPr>
          <a:xfrm>
            <a:off x="1263852" y="4309669"/>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1B966BE0-F64F-7FE0-8C32-9A76892365BF}"/>
              </a:ext>
              <a:ext uri="{C183D7F6-B498-43B3-948B-1728B52AA6E4}">
                <adec:decorative xmlns:adec="http://schemas.microsoft.com/office/drawing/2017/decorative" val="1"/>
              </a:ext>
            </a:extLst>
          </p:cNvPr>
          <p:cNvSpPr/>
          <p:nvPr/>
        </p:nvSpPr>
        <p:spPr>
          <a:xfrm>
            <a:off x="1263852" y="308275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094B9ABD-5579-EFAC-475D-CCE0642FA83A}"/>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Consolas"/>
              </a:rPr>
              <a:t>© Copyright Microsoft Corporation.</a:t>
            </a:r>
            <a:r>
              <a:rPr lang="es-ES" sz="1000" b="0" i="0" strike="noStrike" cap="none" baseline="0">
                <a:solidFill>
                  <a:srgbClr val="000000"/>
                </a:solidFill>
                <a:effectLst/>
                <a:latin typeface="Segoe UI"/>
                <a:ea typeface="Segoe UI"/>
                <a:cs typeface="Segoe UI"/>
              </a:rPr>
              <a:t>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308884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D6D7F-C42F-5805-C873-F12F3D36A0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E3C86F2-8A23-2530-3E89-620B765E4D4B}"/>
              </a:ext>
            </a:extLst>
          </p:cNvPr>
          <p:cNvSpPr>
            <a:spLocks noGrp="1"/>
          </p:cNvSpPr>
          <p:nvPr>
            <p:ph type="title"/>
          </p:nvPr>
        </p:nvSpPr>
        <p:spPr>
          <a:xfrm>
            <a:off x="569911" y="1805604"/>
            <a:ext cx="7317857" cy="2194560"/>
          </a:xfrm>
        </p:spPr>
        <p:txBody>
          <a:bodyPr/>
          <a:lstStyle/>
          <a:p>
            <a:r>
              <a:rPr lang="es-ES" sz="3600" b="0" i="0" strike="noStrike" cap="none" baseline="0" dirty="0">
                <a:solidFill>
                  <a:srgbClr val="000000"/>
                </a:solidFill>
                <a:effectLst/>
                <a:latin typeface="Segoe UI"/>
                <a:ea typeface="Segoe UI"/>
                <a:cs typeface="Segoe UI"/>
              </a:rPr>
              <a:t>Construir agentes de IA mejorados con conocimientos con </a:t>
            </a:r>
            <a:r>
              <a:rPr lang="es-ES" sz="3600" b="0" i="0" strike="noStrike" cap="none" baseline="0" dirty="0" err="1">
                <a:solidFill>
                  <a:srgbClr val="000000"/>
                </a:solidFill>
                <a:effectLst/>
                <a:latin typeface="Segoe UI"/>
                <a:ea typeface="Segoe UI"/>
                <a:cs typeface="Segoe UI"/>
              </a:rPr>
              <a:t>Foundry</a:t>
            </a:r>
            <a:r>
              <a:rPr lang="es-ES" sz="3600" b="0" i="0" strike="noStrike" cap="none" baseline="0" dirty="0">
                <a:solidFill>
                  <a:srgbClr val="000000"/>
                </a:solidFill>
                <a:effectLst/>
                <a:latin typeface="Segoe UI"/>
                <a:ea typeface="Segoe UI"/>
                <a:cs typeface="Segoe UI"/>
              </a:rPr>
              <a:t> IQ</a:t>
            </a:r>
            <a:endParaRPr lang="en-US" sz="3600" dirty="0"/>
          </a:p>
        </p:txBody>
      </p:sp>
      <p:sp>
        <p:nvSpPr>
          <p:cNvPr id="11" name="Footer Placeholder 10">
            <a:extLst>
              <a:ext uri="{FF2B5EF4-FFF2-40B4-BE49-F238E27FC236}">
                <a16:creationId xmlns:a16="http://schemas.microsoft.com/office/drawing/2014/main" id="{5947B1E7-D9D2-FF87-9C4F-918FBAAC7C26}"/>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Rectangle 1">
            <a:extLst>
              <a:ext uri="{FF2B5EF4-FFF2-40B4-BE49-F238E27FC236}">
                <a16:creationId xmlns:a16="http://schemas.microsoft.com/office/drawing/2014/main" id="{D72F5B0D-E072-6EB3-3B7B-1E1BD848BB5D}"/>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B6AA6546-6513-0F78-5724-2ACCAA82C4D3}"/>
              </a:ext>
            </a:extLst>
          </p:cNvPr>
          <p:cNvSpPr txBox="1"/>
          <p:nvPr/>
        </p:nvSpPr>
        <p:spPr>
          <a:xfrm>
            <a:off x="497341" y="4000163"/>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https://aka.ms/mslearn-agent-foundry-iq</a:t>
            </a:r>
          </a:p>
        </p:txBody>
      </p:sp>
    </p:spTree>
    <p:extLst>
      <p:ext uri="{BB962C8B-B14F-4D97-AF65-F5344CB8AC3E}">
        <p14:creationId xmlns:p14="http://schemas.microsoft.com/office/powerpoint/2010/main" val="312062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6E0704-6A3F-97F2-3017-BA3A6C229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F1D7CE-A139-95A9-530E-AE4B8ED53388}"/>
              </a:ext>
            </a:extLst>
          </p:cNvPr>
          <p:cNvSpPr>
            <a:spLocks noGrp="1"/>
          </p:cNvSpPr>
          <p:nvPr>
            <p:ph type="title"/>
          </p:nvPr>
        </p:nvSpPr>
        <p:spPr>
          <a:xfrm>
            <a:off x="588261" y="585216"/>
            <a:ext cx="11011601" cy="492443"/>
          </a:xfrm>
        </p:spPr>
        <p:txBody>
          <a:bodyPr/>
          <a:lstStyle/>
          <a:p>
            <a:r>
              <a:rPr lang="en-US" sz="3200" b="1"/>
              <a:t>Remember Retrieval Augmented Generation (RAG)</a:t>
            </a:r>
            <a:endParaRPr lang="en-US" sz="3200"/>
          </a:p>
        </p:txBody>
      </p:sp>
      <p:sp>
        <p:nvSpPr>
          <p:cNvPr id="3" name="Footer Placeholder 2">
            <a:extLst>
              <a:ext uri="{FF2B5EF4-FFF2-40B4-BE49-F238E27FC236}">
                <a16:creationId xmlns:a16="http://schemas.microsoft.com/office/drawing/2014/main" id="{2346D031-FFA7-D323-A4E5-B2CF223B84FA}"/>
              </a:ext>
            </a:extLst>
          </p:cNvPr>
          <p:cNvSpPr>
            <a:spLocks noGrp="1"/>
          </p:cNvSpPr>
          <p:nvPr>
            <p:ph type="ftr" sz="quarter" idx="3"/>
          </p:nvPr>
        </p:nvSpPr>
        <p:spPr/>
        <p:txBody>
          <a:bodyPr/>
          <a:lstStyle/>
          <a:p>
            <a:pPr defTabSz="914367">
              <a:defRPr/>
            </a:pPr>
            <a:r>
              <a:rPr lang="en-US">
                <a:solidFill>
                  <a:srgbClr val="000000"/>
                </a:solidFill>
              </a:rPr>
              <a:t>© Copyright Microsoft Corporation. All rights reserved.</a:t>
            </a:r>
          </a:p>
        </p:txBody>
      </p:sp>
      <p:grpSp>
        <p:nvGrpSpPr>
          <p:cNvPr id="6" name="Group 5" descr="Diagram showing the flow of a RAG pattern to augment the prompt with pertinent data">
            <a:extLst>
              <a:ext uri="{FF2B5EF4-FFF2-40B4-BE49-F238E27FC236}">
                <a16:creationId xmlns:a16="http://schemas.microsoft.com/office/drawing/2014/main" id="{E9874FE4-99E7-A3AD-EE97-44D4952C3423}"/>
              </a:ext>
            </a:extLst>
          </p:cNvPr>
          <p:cNvGrpSpPr/>
          <p:nvPr/>
        </p:nvGrpSpPr>
        <p:grpSpPr>
          <a:xfrm>
            <a:off x="328853" y="2049287"/>
            <a:ext cx="11534294" cy="2286336"/>
            <a:chOff x="401032" y="3176162"/>
            <a:chExt cx="11634514" cy="2286336"/>
          </a:xfrm>
        </p:grpSpPr>
        <p:pic>
          <p:nvPicPr>
            <p:cNvPr id="14" name="Graphic 13" descr="User with solid fill">
              <a:extLst>
                <a:ext uri="{FF2B5EF4-FFF2-40B4-BE49-F238E27FC236}">
                  <a16:creationId xmlns:a16="http://schemas.microsoft.com/office/drawing/2014/main" id="{AFD06C82-4C49-078A-B294-ECA8DEA03B3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01032" y="3782493"/>
              <a:ext cx="914400" cy="914400"/>
            </a:xfrm>
            <a:prstGeom prst="rect">
              <a:avLst/>
            </a:prstGeom>
          </p:spPr>
        </p:pic>
        <p:pic>
          <p:nvPicPr>
            <p:cNvPr id="15" name="Graphic 14" descr="Cube with solid fill">
              <a:extLst>
                <a:ext uri="{FF2B5EF4-FFF2-40B4-BE49-F238E27FC236}">
                  <a16:creationId xmlns:a16="http://schemas.microsoft.com/office/drawing/2014/main" id="{1CC57CF6-DD9A-3858-F372-1872F77FED1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43341" y="3852378"/>
              <a:ext cx="914401" cy="906524"/>
            </a:xfrm>
            <a:prstGeom prst="rect">
              <a:avLst/>
            </a:prstGeom>
          </p:spPr>
        </p:pic>
        <p:pic>
          <p:nvPicPr>
            <p:cNvPr id="16" name="Graphic 15" descr="Database with solid fill">
              <a:extLst>
                <a:ext uri="{FF2B5EF4-FFF2-40B4-BE49-F238E27FC236}">
                  <a16:creationId xmlns:a16="http://schemas.microsoft.com/office/drawing/2014/main" id="{22E86796-FC7B-244A-BE1A-950B2F1802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362327" y="3677254"/>
              <a:ext cx="1124878" cy="1124878"/>
            </a:xfrm>
            <a:prstGeom prst="rect">
              <a:avLst/>
            </a:prstGeom>
          </p:spPr>
        </p:pic>
        <p:cxnSp>
          <p:nvCxnSpPr>
            <p:cNvPr id="17" name="Straight Arrow Connector 16">
              <a:extLst>
                <a:ext uri="{FF2B5EF4-FFF2-40B4-BE49-F238E27FC236}">
                  <a16:creationId xmlns:a16="http://schemas.microsoft.com/office/drawing/2014/main" id="{65404960-1838-B193-EF3B-A686AEF7C03A}"/>
                </a:ext>
              </a:extLst>
            </p:cNvPr>
            <p:cNvCxnSpPr/>
            <p:nvPr/>
          </p:nvCxnSpPr>
          <p:spPr>
            <a:xfrm>
              <a:off x="3013853" y="4239693"/>
              <a:ext cx="573315" cy="0"/>
            </a:xfrm>
            <a:prstGeom prst="straightConnector1">
              <a:avLst/>
            </a:prstGeom>
            <a:noFill/>
            <a:ln w="38100" cap="flat" cmpd="sng" algn="ctr">
              <a:solidFill>
                <a:srgbClr val="000000"/>
              </a:solidFill>
              <a:prstDash val="solid"/>
              <a:headEnd type="none" w="lg" len="med"/>
              <a:tailEnd type="triangle"/>
            </a:ln>
            <a:effectLst/>
          </p:spPr>
        </p:cxnSp>
        <p:sp>
          <p:nvSpPr>
            <p:cNvPr id="18" name="Speech Bubble: Rectangle 19">
              <a:extLst>
                <a:ext uri="{FF2B5EF4-FFF2-40B4-BE49-F238E27FC236}">
                  <a16:creationId xmlns:a16="http://schemas.microsoft.com/office/drawing/2014/main" id="{2ECAE623-3AC4-DBA3-32D6-211CD97E6440}"/>
                </a:ext>
              </a:extLst>
            </p:cNvPr>
            <p:cNvSpPr/>
            <p:nvPr/>
          </p:nvSpPr>
          <p:spPr bwMode="auto">
            <a:xfrm>
              <a:off x="1620232" y="3988046"/>
              <a:ext cx="1310821" cy="503295"/>
            </a:xfrm>
            <a:prstGeom prst="wedgeRectCallout">
              <a:avLst>
                <a:gd name="adj1" fmla="val -93825"/>
                <a:gd name="adj2" fmla="val -18931"/>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defRPr/>
              </a:pPr>
              <a:r>
                <a:rPr kumimoji="0" lang="en-US" sz="1600" b="0" i="0" u="none" strike="noStrike" kern="0" cap="none" spc="0" normalizeH="0" baseline="0" noProof="0">
                  <a:ln>
                    <a:noFill/>
                  </a:ln>
                  <a:solidFill>
                    <a:srgbClr val="000000"/>
                  </a:solidFill>
                  <a:effectLst/>
                  <a:uLnTx/>
                  <a:uFillTx/>
                  <a:latin typeface="Segoe UI"/>
                  <a:ea typeface="Segoe UI" pitchFamily="34" charset="0"/>
                  <a:cs typeface="Segoe UI" pitchFamily="34" charset="0"/>
                </a:rPr>
                <a:t>User input</a:t>
              </a:r>
            </a:p>
          </p:txBody>
        </p:sp>
        <p:pic>
          <p:nvPicPr>
            <p:cNvPr id="19" name="Graphic 18" descr="Magnifying glass with solid fill">
              <a:extLst>
                <a:ext uri="{FF2B5EF4-FFF2-40B4-BE49-F238E27FC236}">
                  <a16:creationId xmlns:a16="http://schemas.microsoft.com/office/drawing/2014/main" id="{40A5864B-2DFF-6A8C-69DB-760CC9173AA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62705" y="3988046"/>
              <a:ext cx="914400" cy="914400"/>
            </a:xfrm>
            <a:prstGeom prst="rect">
              <a:avLst/>
            </a:prstGeom>
          </p:spPr>
        </p:pic>
        <p:cxnSp>
          <p:nvCxnSpPr>
            <p:cNvPr id="20" name="Straight Arrow Connector 19">
              <a:extLst>
                <a:ext uri="{FF2B5EF4-FFF2-40B4-BE49-F238E27FC236}">
                  <a16:creationId xmlns:a16="http://schemas.microsoft.com/office/drawing/2014/main" id="{215474BC-E647-048C-2BF0-E6BA98E6B990}"/>
                </a:ext>
              </a:extLst>
            </p:cNvPr>
            <p:cNvCxnSpPr/>
            <p:nvPr/>
          </p:nvCxnSpPr>
          <p:spPr>
            <a:xfrm>
              <a:off x="4341910" y="4249501"/>
              <a:ext cx="1020286" cy="0"/>
            </a:xfrm>
            <a:prstGeom prst="straightConnector1">
              <a:avLst/>
            </a:prstGeom>
            <a:noFill/>
            <a:ln w="38100" cap="flat" cmpd="sng" algn="ctr">
              <a:solidFill>
                <a:srgbClr val="000000"/>
              </a:solidFill>
              <a:prstDash val="solid"/>
              <a:headEnd type="none" w="lg" len="med"/>
              <a:tailEnd type="triangle"/>
            </a:ln>
            <a:effectLst/>
          </p:spPr>
        </p:cxnSp>
        <p:sp>
          <p:nvSpPr>
            <p:cNvPr id="21" name="Speech Bubble: Rectangle 22">
              <a:extLst>
                <a:ext uri="{FF2B5EF4-FFF2-40B4-BE49-F238E27FC236}">
                  <a16:creationId xmlns:a16="http://schemas.microsoft.com/office/drawing/2014/main" id="{38800388-F484-2335-F11D-EE4DBD195EC5}"/>
                </a:ext>
              </a:extLst>
            </p:cNvPr>
            <p:cNvSpPr/>
            <p:nvPr/>
          </p:nvSpPr>
          <p:spPr bwMode="auto">
            <a:xfrm>
              <a:off x="5513694" y="3903502"/>
              <a:ext cx="1723018" cy="804277"/>
            </a:xfrm>
            <a:prstGeom prst="wedgeRectCallout">
              <a:avLst>
                <a:gd name="adj1" fmla="val -70572"/>
                <a:gd name="adj2" fmla="val 44514"/>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defRPr/>
              </a:pPr>
              <a:r>
                <a:rPr kumimoji="0" lang="en-US" sz="1600" b="0" i="0" u="none" strike="noStrike" kern="0" cap="none" spc="0" normalizeH="0" baseline="0" noProof="0">
                  <a:ln>
                    <a:noFill/>
                  </a:ln>
                  <a:solidFill>
                    <a:srgbClr val="000000"/>
                  </a:solidFill>
                  <a:effectLst/>
                  <a:uLnTx/>
                  <a:uFillTx/>
                  <a:latin typeface="Segoe UI"/>
                  <a:ea typeface="Segoe UI" pitchFamily="34" charset="0"/>
                  <a:cs typeface="Segoe UI" pitchFamily="34" charset="0"/>
                </a:rPr>
                <a:t>User input +</a:t>
              </a:r>
            </a:p>
            <a:p>
              <a:pPr marL="0" marR="0" lvl="0" indent="0" defTabSz="932472" eaLnBrk="1" fontAlgn="base" latinLnBrk="0" hangingPunct="1">
                <a:lnSpc>
                  <a:spcPct val="100000"/>
                </a:lnSpc>
                <a:spcBef>
                  <a:spcPct val="0"/>
                </a:spcBef>
                <a:spcAft>
                  <a:spcPct val="0"/>
                </a:spcAft>
                <a:buClrTx/>
                <a:buSzTx/>
                <a:buFontTx/>
                <a:buNone/>
                <a:defRPr/>
              </a:pPr>
              <a:r>
                <a:rPr lang="en-US" sz="1600" kern="0">
                  <a:solidFill>
                    <a:srgbClr val="000000"/>
                  </a:solidFill>
                  <a:latin typeface="Segoe UI"/>
                  <a:ea typeface="Segoe UI" pitchFamily="34" charset="0"/>
                  <a:cs typeface="Segoe UI" pitchFamily="34" charset="0"/>
                </a:rPr>
                <a:t>{search results}</a:t>
              </a:r>
              <a:endParaRPr kumimoji="0" lang="en-US" sz="1600" b="0" i="0" u="none" strike="noStrike" kern="0" cap="none" spc="0" normalizeH="0" baseline="0" noProof="0">
                <a:ln>
                  <a:noFill/>
                </a:ln>
                <a:solidFill>
                  <a:srgbClr val="000000"/>
                </a:solidFill>
                <a:effectLst/>
                <a:uLnTx/>
                <a:uFillTx/>
                <a:latin typeface="Segoe UI"/>
                <a:ea typeface="Segoe UI" pitchFamily="34" charset="0"/>
                <a:cs typeface="Segoe UI" pitchFamily="34" charset="0"/>
              </a:endParaRPr>
            </a:p>
          </p:txBody>
        </p:sp>
        <p:cxnSp>
          <p:nvCxnSpPr>
            <p:cNvPr id="22" name="Straight Arrow Connector 21">
              <a:extLst>
                <a:ext uri="{FF2B5EF4-FFF2-40B4-BE49-F238E27FC236}">
                  <a16:creationId xmlns:a16="http://schemas.microsoft.com/office/drawing/2014/main" id="{52ACFDB3-4649-EDE4-3DF6-6F75F06A6302}"/>
                </a:ext>
              </a:extLst>
            </p:cNvPr>
            <p:cNvCxnSpPr>
              <a:stCxn id="21" idx="3"/>
              <a:endCxn id="15" idx="1"/>
            </p:cNvCxnSpPr>
            <p:nvPr/>
          </p:nvCxnSpPr>
          <p:spPr>
            <a:xfrm flipV="1">
              <a:off x="7236712" y="4305640"/>
              <a:ext cx="806629" cy="1"/>
            </a:xfrm>
            <a:prstGeom prst="straightConnector1">
              <a:avLst/>
            </a:prstGeom>
            <a:noFill/>
            <a:ln w="38100" cap="flat" cmpd="sng" algn="ctr">
              <a:solidFill>
                <a:srgbClr val="000000"/>
              </a:solidFill>
              <a:prstDash val="solid"/>
              <a:headEnd type="none" w="lg" len="med"/>
              <a:tailEnd type="triangle"/>
            </a:ln>
            <a:effectLst/>
          </p:spPr>
        </p:cxnSp>
        <p:cxnSp>
          <p:nvCxnSpPr>
            <p:cNvPr id="23" name="Straight Arrow Connector 22">
              <a:extLst>
                <a:ext uri="{FF2B5EF4-FFF2-40B4-BE49-F238E27FC236}">
                  <a16:creationId xmlns:a16="http://schemas.microsoft.com/office/drawing/2014/main" id="{50B94425-C0E2-41A2-5E40-112590AAC1F0}"/>
                </a:ext>
              </a:extLst>
            </p:cNvPr>
            <p:cNvCxnSpPr/>
            <p:nvPr/>
          </p:nvCxnSpPr>
          <p:spPr>
            <a:xfrm>
              <a:off x="8819618" y="4305640"/>
              <a:ext cx="1419380" cy="0"/>
            </a:xfrm>
            <a:prstGeom prst="straightConnector1">
              <a:avLst/>
            </a:prstGeom>
            <a:noFill/>
            <a:ln w="38100" cap="flat" cmpd="sng" algn="ctr">
              <a:solidFill>
                <a:srgbClr val="000000"/>
              </a:solidFill>
              <a:prstDash val="solid"/>
              <a:headEnd type="none" w="lg" len="med"/>
              <a:tailEnd type="triangle"/>
            </a:ln>
            <a:effectLst/>
          </p:spPr>
        </p:cxnSp>
        <p:sp>
          <p:nvSpPr>
            <p:cNvPr id="24" name="Speech Bubble: Rectangle 25">
              <a:extLst>
                <a:ext uri="{FF2B5EF4-FFF2-40B4-BE49-F238E27FC236}">
                  <a16:creationId xmlns:a16="http://schemas.microsoft.com/office/drawing/2014/main" id="{78439EE9-B0E2-5668-7E0F-0C7E3C24B396}"/>
                </a:ext>
              </a:extLst>
            </p:cNvPr>
            <p:cNvSpPr/>
            <p:nvPr/>
          </p:nvSpPr>
          <p:spPr bwMode="auto">
            <a:xfrm>
              <a:off x="10329199" y="4050153"/>
              <a:ext cx="1277584" cy="510974"/>
            </a:xfrm>
            <a:prstGeom prst="wedgeRectCallout">
              <a:avLst>
                <a:gd name="adj1" fmla="val -70572"/>
                <a:gd name="adj2" fmla="val 44514"/>
              </a:avLst>
            </a:prstGeom>
            <a:solidFill>
              <a:srgbClr val="FFFFFF"/>
            </a:solidFill>
            <a:ln w="38100">
              <a:solidFill>
                <a:srgbClr val="0078D4"/>
              </a:solidFill>
            </a:ln>
            <a:effectLst/>
          </p:spPr>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defTabSz="932472" eaLnBrk="1" fontAlgn="base" latinLnBrk="0" hangingPunct="1">
                <a:lnSpc>
                  <a:spcPct val="100000"/>
                </a:lnSpc>
                <a:spcBef>
                  <a:spcPct val="0"/>
                </a:spcBef>
                <a:spcAft>
                  <a:spcPct val="0"/>
                </a:spcAft>
                <a:buClrTx/>
                <a:buSzTx/>
                <a:buFontTx/>
                <a:buNone/>
                <a:defRPr/>
              </a:pPr>
              <a:r>
                <a:rPr kumimoji="0" lang="en-US" sz="1600" b="0" i="0" u="none" strike="noStrike" kern="0" cap="none" spc="0" normalizeH="0" baseline="0" noProof="0">
                  <a:ln>
                    <a:noFill/>
                  </a:ln>
                  <a:solidFill>
                    <a:srgbClr val="000000"/>
                  </a:solidFill>
                  <a:effectLst/>
                  <a:uLnTx/>
                  <a:uFillTx/>
                  <a:latin typeface="Segoe UI"/>
                  <a:ea typeface="Segoe UI" pitchFamily="34" charset="0"/>
                  <a:cs typeface="Segoe UI" pitchFamily="34" charset="0"/>
                </a:rPr>
                <a:t>Response</a:t>
              </a:r>
            </a:p>
          </p:txBody>
        </p:sp>
        <p:sp>
          <p:nvSpPr>
            <p:cNvPr id="25" name="TextBox 24">
              <a:extLst>
                <a:ext uri="{FF2B5EF4-FFF2-40B4-BE49-F238E27FC236}">
                  <a16:creationId xmlns:a16="http://schemas.microsoft.com/office/drawing/2014/main" id="{F41E6F01-F25A-8E31-DF70-72100D4B0080}"/>
                </a:ext>
              </a:extLst>
            </p:cNvPr>
            <p:cNvSpPr txBox="1"/>
            <p:nvPr/>
          </p:nvSpPr>
          <p:spPr>
            <a:xfrm>
              <a:off x="3770470" y="3176162"/>
              <a:ext cx="2857119"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kumimoji="0" lang="en-US" sz="1800" b="1" i="0" u="none" strike="noStrike" kern="0" cap="none" spc="0" normalizeH="0" baseline="0" noProof="0">
                  <a:ln>
                    <a:noFill/>
                  </a:ln>
                  <a:solidFill>
                    <a:srgbClr val="000000"/>
                  </a:solidFill>
                  <a:effectLst/>
                  <a:uLnTx/>
                  <a:uFillTx/>
                  <a:cs typeface="Arial" panose="020B0604020202020204" pitchFamily="34" charset="0"/>
                </a:rPr>
                <a:t>Retrieve</a:t>
              </a:r>
              <a:r>
                <a:rPr kumimoji="0" lang="en-US" sz="1800" b="0" i="0" u="none" strike="noStrike" kern="0" cap="none" spc="0" normalizeH="0" baseline="0" noProof="0">
                  <a:ln>
                    <a:noFill/>
                  </a:ln>
                  <a:solidFill>
                    <a:srgbClr val="000000"/>
                  </a:solidFill>
                  <a:effectLst/>
                  <a:uLnTx/>
                  <a:uFillTx/>
                  <a:cs typeface="Arial" panose="020B0604020202020204" pitchFamily="34" charset="0"/>
                </a:rPr>
                <a:t> grounding data based on user input</a:t>
              </a:r>
            </a:p>
          </p:txBody>
        </p:sp>
        <p:sp>
          <p:nvSpPr>
            <p:cNvPr id="26" name="TextBox 25">
              <a:extLst>
                <a:ext uri="{FF2B5EF4-FFF2-40B4-BE49-F238E27FC236}">
                  <a16:creationId xmlns:a16="http://schemas.microsoft.com/office/drawing/2014/main" id="{2D417DB5-09F7-F741-EA8D-C967C2122290}"/>
                </a:ext>
              </a:extLst>
            </p:cNvPr>
            <p:cNvSpPr txBox="1"/>
            <p:nvPr/>
          </p:nvSpPr>
          <p:spPr>
            <a:xfrm>
              <a:off x="5805626" y="4908500"/>
              <a:ext cx="2409699"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kumimoji="0" lang="en-US" sz="1800" b="1" i="0" u="none" strike="noStrike" kern="0" cap="none" spc="0" normalizeH="0" baseline="0" noProof="0">
                  <a:ln>
                    <a:noFill/>
                  </a:ln>
                  <a:solidFill>
                    <a:srgbClr val="000000"/>
                  </a:solidFill>
                  <a:effectLst/>
                  <a:uLnTx/>
                  <a:uFillTx/>
                  <a:cs typeface="Arial" panose="020B0604020202020204" pitchFamily="34" charset="0"/>
                </a:rPr>
                <a:t>Augment</a:t>
              </a:r>
              <a:r>
                <a:rPr kumimoji="0" lang="en-US" sz="1800" b="0" i="0" u="none" strike="noStrike" kern="0" cap="none" spc="0" normalizeH="0" baseline="0" noProof="0">
                  <a:ln>
                    <a:noFill/>
                  </a:ln>
                  <a:solidFill>
                    <a:srgbClr val="000000"/>
                  </a:solidFill>
                  <a:effectLst/>
                  <a:uLnTx/>
                  <a:uFillTx/>
                  <a:cs typeface="Arial" panose="020B0604020202020204" pitchFamily="34" charset="0"/>
                </a:rPr>
                <a:t> the prompt with grounding data</a:t>
              </a:r>
            </a:p>
          </p:txBody>
        </p:sp>
        <p:sp>
          <p:nvSpPr>
            <p:cNvPr id="27" name="TextBox 26">
              <a:extLst>
                <a:ext uri="{FF2B5EF4-FFF2-40B4-BE49-F238E27FC236}">
                  <a16:creationId xmlns:a16="http://schemas.microsoft.com/office/drawing/2014/main" id="{38170E62-BFB1-4BD8-A6AC-44BF3A930DBB}"/>
                </a:ext>
              </a:extLst>
            </p:cNvPr>
            <p:cNvSpPr txBox="1"/>
            <p:nvPr/>
          </p:nvSpPr>
          <p:spPr>
            <a:xfrm>
              <a:off x="9574563" y="3176162"/>
              <a:ext cx="2460983" cy="553998"/>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ct val="0"/>
                </a:spcBef>
                <a:spcAft>
                  <a:spcPct val="0"/>
                </a:spcAft>
                <a:buClrTx/>
                <a:buSzTx/>
                <a:buFontTx/>
                <a:buNone/>
                <a:defRPr/>
              </a:pPr>
              <a:r>
                <a:rPr kumimoji="0" lang="en-US" sz="1800" b="1" i="0" u="none" strike="noStrike" kern="0" cap="none" spc="0" normalizeH="0" baseline="0" noProof="0">
                  <a:ln>
                    <a:noFill/>
                  </a:ln>
                  <a:solidFill>
                    <a:srgbClr val="000000"/>
                  </a:solidFill>
                  <a:effectLst/>
                  <a:uLnTx/>
                  <a:uFillTx/>
                  <a:cs typeface="Arial" panose="020B0604020202020204" pitchFamily="34" charset="0"/>
                </a:rPr>
                <a:t>Generate</a:t>
              </a:r>
              <a:r>
                <a:rPr kumimoji="0" lang="en-US" sz="1800" b="0" i="0" u="none" strike="noStrike" kern="0" cap="none" spc="0" normalizeH="0" baseline="0" noProof="0">
                  <a:ln>
                    <a:noFill/>
                  </a:ln>
                  <a:solidFill>
                    <a:srgbClr val="000000"/>
                  </a:solidFill>
                  <a:effectLst/>
                  <a:uLnTx/>
                  <a:uFillTx/>
                  <a:cs typeface="Arial" panose="020B0604020202020204" pitchFamily="34" charset="0"/>
                </a:rPr>
                <a:t> a contextualized response</a:t>
              </a:r>
            </a:p>
          </p:txBody>
        </p:sp>
        <p:pic>
          <p:nvPicPr>
            <p:cNvPr id="28" name="Graphic 27" descr="Badge with solid fill">
              <a:extLst>
                <a:ext uri="{FF2B5EF4-FFF2-40B4-BE49-F238E27FC236}">
                  <a16:creationId xmlns:a16="http://schemas.microsoft.com/office/drawing/2014/main" id="{49501B86-EEF8-968D-2C76-943D77FD37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78722" y="4908500"/>
              <a:ext cx="503296" cy="503296"/>
            </a:xfrm>
            <a:prstGeom prst="rect">
              <a:avLst/>
            </a:prstGeom>
          </p:spPr>
        </p:pic>
        <p:pic>
          <p:nvPicPr>
            <p:cNvPr id="29" name="Graphic 28" descr="Badge 3 with solid fill">
              <a:extLst>
                <a:ext uri="{FF2B5EF4-FFF2-40B4-BE49-F238E27FC236}">
                  <a16:creationId xmlns:a16="http://schemas.microsoft.com/office/drawing/2014/main" id="{4874A7A9-D58B-4E2F-48F3-F1D2C478082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071267" y="3214135"/>
              <a:ext cx="503296" cy="503296"/>
            </a:xfrm>
            <a:prstGeom prst="rect">
              <a:avLst/>
            </a:prstGeom>
          </p:spPr>
        </p:pic>
        <p:pic>
          <p:nvPicPr>
            <p:cNvPr id="30" name="Graphic 29" descr="Badge 1 with solid fill">
              <a:extLst>
                <a:ext uri="{FF2B5EF4-FFF2-40B4-BE49-F238E27FC236}">
                  <a16:creationId xmlns:a16="http://schemas.microsoft.com/office/drawing/2014/main" id="{BDE3C4B9-CE0C-1E21-E9E6-069E8FBF7F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55813" y="3223098"/>
              <a:ext cx="503296" cy="503296"/>
            </a:xfrm>
            <a:prstGeom prst="rect">
              <a:avLst/>
            </a:prstGeom>
          </p:spPr>
        </p:pic>
      </p:grpSp>
      <p:grpSp>
        <p:nvGrpSpPr>
          <p:cNvPr id="7" name="Group 6">
            <a:extLst>
              <a:ext uri="{FF2B5EF4-FFF2-40B4-BE49-F238E27FC236}">
                <a16:creationId xmlns:a16="http://schemas.microsoft.com/office/drawing/2014/main" id="{85E4DF57-D018-1AC3-7C9A-A1B5CBCEABB0}"/>
              </a:ext>
            </a:extLst>
          </p:cNvPr>
          <p:cNvGrpSpPr/>
          <p:nvPr/>
        </p:nvGrpSpPr>
        <p:grpSpPr>
          <a:xfrm>
            <a:off x="2415297" y="4058624"/>
            <a:ext cx="1842363" cy="835503"/>
            <a:chOff x="2651759" y="5405086"/>
            <a:chExt cx="1842363" cy="835503"/>
          </a:xfrm>
        </p:grpSpPr>
        <p:sp>
          <p:nvSpPr>
            <p:cNvPr id="12" name="Rectangle 11">
              <a:extLst>
                <a:ext uri="{FF2B5EF4-FFF2-40B4-BE49-F238E27FC236}">
                  <a16:creationId xmlns:a16="http://schemas.microsoft.com/office/drawing/2014/main" id="{0D62805F-A469-116E-B332-A54B26D00EAE}"/>
                </a:ext>
              </a:extLst>
            </p:cNvPr>
            <p:cNvSpPr/>
            <p:nvPr/>
          </p:nvSpPr>
          <p:spPr bwMode="auto">
            <a:xfrm>
              <a:off x="2651759" y="5405086"/>
              <a:ext cx="1820487" cy="835503"/>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3" name="TextBox 12">
              <a:extLst>
                <a:ext uri="{FF2B5EF4-FFF2-40B4-BE49-F238E27FC236}">
                  <a16:creationId xmlns:a16="http://schemas.microsoft.com/office/drawing/2014/main" id="{4C61E4AE-17F3-4E22-092D-AE299F802FE5}"/>
                </a:ext>
              </a:extLst>
            </p:cNvPr>
            <p:cNvSpPr txBox="1"/>
            <p:nvPr/>
          </p:nvSpPr>
          <p:spPr>
            <a:xfrm>
              <a:off x="2754204" y="5475643"/>
              <a:ext cx="1739918" cy="646331"/>
            </a:xfrm>
            <a:prstGeom prst="rect">
              <a:avLst/>
            </a:prstGeom>
            <a:noFill/>
          </p:spPr>
          <p:txBody>
            <a:bodyPr wrap="square" lIns="0" tIns="0" rIns="0" bIns="0" rtlCol="0">
              <a:spAutoFit/>
            </a:bodyPr>
            <a:lstStyle/>
            <a:p>
              <a:pPr algn="l"/>
              <a:r>
                <a:rPr lang="en-US" sz="1400" i="1">
                  <a:latin typeface="Abadi" panose="020F0502020204030204" pitchFamily="34" charset="0"/>
                </a:rPr>
                <a:t>Lorem -&gt; [1,34,76,…]</a:t>
              </a:r>
            </a:p>
            <a:p>
              <a:pPr algn="l"/>
              <a:r>
                <a:rPr lang="en-US" sz="1400" i="1">
                  <a:latin typeface="Abadi" panose="020F0502020204030204" pitchFamily="34" charset="0"/>
                </a:rPr>
                <a:t>Ipsum -&gt; [6,59,54,…]</a:t>
              </a:r>
            </a:p>
            <a:p>
              <a:pPr algn="l"/>
              <a:r>
                <a:rPr lang="en-US" sz="1400" i="1">
                  <a:latin typeface="Abadi" panose="020F0502020204030204" pitchFamily="34" charset="0"/>
                </a:rPr>
                <a:t>…</a:t>
              </a:r>
            </a:p>
          </p:txBody>
        </p:sp>
      </p:grpSp>
      <p:cxnSp>
        <p:nvCxnSpPr>
          <p:cNvPr id="8" name="Straight Connector 7">
            <a:extLst>
              <a:ext uri="{FF2B5EF4-FFF2-40B4-BE49-F238E27FC236}">
                <a16:creationId xmlns:a16="http://schemas.microsoft.com/office/drawing/2014/main" id="{30397405-9B88-D808-3B5D-C46052F5BCB8}"/>
              </a:ext>
            </a:extLst>
          </p:cNvPr>
          <p:cNvCxnSpPr/>
          <p:nvPr/>
        </p:nvCxnSpPr>
        <p:spPr>
          <a:xfrm flipH="1">
            <a:off x="2435629" y="3280674"/>
            <a:ext cx="932581" cy="752599"/>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2E303-F24B-BBF9-9C5D-A7752E6DA34D}"/>
              </a:ext>
            </a:extLst>
          </p:cNvPr>
          <p:cNvCxnSpPr/>
          <p:nvPr/>
        </p:nvCxnSpPr>
        <p:spPr>
          <a:xfrm>
            <a:off x="3368210" y="3280674"/>
            <a:ext cx="863592" cy="77795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B26A1F6-A5F3-D19F-DC09-7B8FD4ACF7AF}"/>
              </a:ext>
            </a:extLst>
          </p:cNvPr>
          <p:cNvSpPr txBox="1"/>
          <p:nvPr/>
        </p:nvSpPr>
        <p:spPr>
          <a:xfrm>
            <a:off x="2485226" y="3788270"/>
            <a:ext cx="1738040" cy="246221"/>
          </a:xfrm>
          <a:prstGeom prst="rect">
            <a:avLst/>
          </a:prstGeom>
          <a:solidFill>
            <a:schemeClr val="bg1"/>
          </a:solidFill>
        </p:spPr>
        <p:txBody>
          <a:bodyPr wrap="none" lIns="0" tIns="0" rIns="0" bIns="0" rtlCol="0">
            <a:spAutoFit/>
          </a:bodyPr>
          <a:lstStyle/>
          <a:p>
            <a:pPr algn="l"/>
            <a:r>
              <a:rPr lang="en-US" sz="1600"/>
              <a:t>Vector-based index</a:t>
            </a:r>
          </a:p>
        </p:txBody>
      </p:sp>
      <p:sp>
        <p:nvSpPr>
          <p:cNvPr id="11" name="TextBox 10">
            <a:extLst>
              <a:ext uri="{FF2B5EF4-FFF2-40B4-BE49-F238E27FC236}">
                <a16:creationId xmlns:a16="http://schemas.microsoft.com/office/drawing/2014/main" id="{6E2A3C5B-6B7F-4A1F-C37B-1CB58303BB86}"/>
              </a:ext>
            </a:extLst>
          </p:cNvPr>
          <p:cNvSpPr txBox="1"/>
          <p:nvPr/>
        </p:nvSpPr>
        <p:spPr>
          <a:xfrm>
            <a:off x="8093030" y="2467445"/>
            <a:ext cx="581891" cy="246221"/>
          </a:xfrm>
          <a:prstGeom prst="rect">
            <a:avLst/>
          </a:prstGeom>
          <a:noFill/>
        </p:spPr>
        <p:txBody>
          <a:bodyPr wrap="none" lIns="0" tIns="0" rIns="0" bIns="0" rtlCol="0">
            <a:spAutoFit/>
          </a:bodyPr>
          <a:lstStyle/>
          <a:p>
            <a:pPr algn="l"/>
            <a:r>
              <a:rPr lang="en-US" sz="1600"/>
              <a:t>Model</a:t>
            </a:r>
          </a:p>
        </p:txBody>
      </p:sp>
    </p:spTree>
    <p:extLst>
      <p:ext uri="{BB962C8B-B14F-4D97-AF65-F5344CB8AC3E}">
        <p14:creationId xmlns:p14="http://schemas.microsoft.com/office/powerpoint/2010/main" val="264236804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B1ECC-F9B6-9078-AFEF-A62285DF51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EADF3B-FD59-C47B-C1B6-BB1A476921D2}"/>
              </a:ext>
            </a:extLst>
          </p:cNvPr>
          <p:cNvSpPr>
            <a:spLocks noGrp="1"/>
          </p:cNvSpPr>
          <p:nvPr>
            <p:ph type="title"/>
          </p:nvPr>
        </p:nvSpPr>
        <p:spPr>
          <a:xfrm>
            <a:off x="588261" y="585216"/>
            <a:ext cx="11311639" cy="975360"/>
          </a:xfrm>
        </p:spPr>
        <p:txBody>
          <a:bodyPr/>
          <a:lstStyle/>
          <a:p>
            <a:r>
              <a:rPr lang="es-ES" sz="3200" b="1" i="0" strike="noStrike" cap="none" baseline="0" dirty="0">
                <a:solidFill>
                  <a:srgbClr val="000000"/>
                </a:solidFill>
                <a:effectLst/>
                <a:latin typeface="Segoe UI Semibold"/>
                <a:ea typeface="Segoe UI Semibold"/>
                <a:cs typeface="Segoe UI Semibold"/>
              </a:rPr>
              <a:t>Generación aumentada de recuperación (RAG) para agentes</a:t>
            </a:r>
            <a:endParaRPr lang="en-US" sz="3200" dirty="0"/>
          </a:p>
        </p:txBody>
      </p:sp>
      <p:sp>
        <p:nvSpPr>
          <p:cNvPr id="3" name="Footer Placeholder 2">
            <a:extLst>
              <a:ext uri="{FF2B5EF4-FFF2-40B4-BE49-F238E27FC236}">
                <a16:creationId xmlns:a16="http://schemas.microsoft.com/office/drawing/2014/main" id="{09BD035B-5561-DF58-E97D-9106D1C6235C}"/>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aphicFrame>
        <p:nvGraphicFramePr>
          <p:cNvPr id="4" name="Table 3">
            <a:extLst>
              <a:ext uri="{FF2B5EF4-FFF2-40B4-BE49-F238E27FC236}">
                <a16:creationId xmlns:a16="http://schemas.microsoft.com/office/drawing/2014/main" id="{FDE8C40C-3FE0-CD41-0821-341C2046B94E}"/>
              </a:ext>
            </a:extLst>
          </p:cNvPr>
          <p:cNvGraphicFramePr>
            <a:graphicFrameLocks noGrp="1"/>
          </p:cNvGraphicFramePr>
          <p:nvPr>
            <p:extLst>
              <p:ext uri="{D42A27DB-BD31-4B8C-83A1-F6EECF244321}">
                <p14:modId xmlns:p14="http://schemas.microsoft.com/office/powerpoint/2010/main" val="2161394564"/>
              </p:ext>
            </p:extLst>
          </p:nvPr>
        </p:nvGraphicFramePr>
        <p:xfrm>
          <a:off x="579438" y="1790183"/>
          <a:ext cx="10997758" cy="4114800"/>
        </p:xfrm>
        <a:graphic>
          <a:graphicData uri="http://schemas.openxmlformats.org/drawingml/2006/table">
            <a:tbl>
              <a:tblPr bandRow="1">
                <a:tableStyleId>{912C8C85-51F0-491E-9774-3900AFEF0FD7}</a:tableStyleId>
              </a:tblPr>
              <a:tblGrid>
                <a:gridCol w="2219518">
                  <a:extLst>
                    <a:ext uri="{9D8B030D-6E8A-4147-A177-3AD203B41FA5}">
                      <a16:colId xmlns:a16="http://schemas.microsoft.com/office/drawing/2014/main" val="1100889132"/>
                    </a:ext>
                  </a:extLst>
                </a:gridCol>
                <a:gridCol w="4389120">
                  <a:extLst>
                    <a:ext uri="{9D8B030D-6E8A-4147-A177-3AD203B41FA5}">
                      <a16:colId xmlns:a16="http://schemas.microsoft.com/office/drawing/2014/main" val="464610181"/>
                    </a:ext>
                  </a:extLst>
                </a:gridCol>
                <a:gridCol w="4389120">
                  <a:extLst>
                    <a:ext uri="{9D8B030D-6E8A-4147-A177-3AD203B41FA5}">
                      <a16:colId xmlns:a16="http://schemas.microsoft.com/office/drawing/2014/main" val="1367192440"/>
                    </a:ext>
                  </a:extLst>
                </a:gridCol>
              </a:tblGrid>
              <a:tr h="822960">
                <a:tc>
                  <a:txBody>
                    <a:bodyPr/>
                    <a:lstStyle/>
                    <a:p>
                      <a:pPr lvl="0"/>
                      <a:r>
                        <a:rPr lang="es-ES" sz="1400" b="1" i="0" strike="noStrike" cap="none" baseline="0">
                          <a:solidFill>
                            <a:srgbClr val="404040"/>
                          </a:solidFill>
                          <a:effectLst/>
                          <a:latin typeface="Segoe UI Semibold"/>
                          <a:ea typeface="Segoe UI Semibold"/>
                          <a:cs typeface="Segoe UI Semibold"/>
                        </a:rPr>
                        <a:t>Corte de conocimiento</a:t>
                      </a:r>
                      <a:endParaRPr lang="en-US" sz="1400" b="0" kern="1200">
                        <a:solidFill>
                          <a:schemeClr val="tx1">
                            <a:lumMod val="75000"/>
                            <a:lumOff val="25000"/>
                          </a:schemeClr>
                        </a:solidFill>
                        <a:effectLst/>
                        <a:latin typeface="+mj-lt"/>
                      </a:endParaRPr>
                    </a:p>
                  </a:txBody>
                  <a:tcPr anchor="ctr">
                    <a:solidFill>
                      <a:schemeClr val="bg1">
                        <a:lumMod val="95000"/>
                      </a:schemeClr>
                    </a:solidFill>
                  </a:tcPr>
                </a:tc>
                <a:tc>
                  <a:txBody>
                    <a:bodyPr/>
                    <a:lstStyle/>
                    <a:p>
                      <a:r>
                        <a:rPr lang="es-ES" sz="1600" b="1" i="0" strike="noStrike" cap="none" baseline="0" dirty="0">
                          <a:solidFill>
                            <a:srgbClr val="C00000"/>
                          </a:solidFill>
                          <a:effectLst/>
                          <a:latin typeface="Segoe UI Semibold"/>
                          <a:ea typeface="Segoe UI Semibold"/>
                          <a:cs typeface="Segoe UI Semibold"/>
                        </a:rPr>
                        <a:t>Respuestas obsoletas</a:t>
                      </a:r>
                    </a:p>
                    <a:p>
                      <a:r>
                        <a:rPr lang="es-ES" sz="1200" b="0" i="0" strike="noStrike" cap="none" baseline="0" dirty="0">
                          <a:solidFill>
                            <a:srgbClr val="000000"/>
                          </a:solidFill>
                          <a:effectLst/>
                          <a:latin typeface="Segoe UI"/>
                          <a:ea typeface="Segoe UI"/>
                          <a:cs typeface="Segoe UI"/>
                        </a:rPr>
                        <a:t>Desconocimiento de nada más allá de su fecha límite</a:t>
                      </a:r>
                      <a:br>
                        <a:rPr lang="es-ES" sz="1200" b="0" i="0" strike="noStrike" cap="none" baseline="0" dirty="0">
                          <a:solidFill>
                            <a:srgbClr val="000000"/>
                          </a:solidFill>
                          <a:effectLst/>
                          <a:latin typeface="Segoe UI"/>
                          <a:ea typeface="Segoe UI"/>
                          <a:cs typeface="Segoe UI"/>
                        </a:rPr>
                      </a:br>
                      <a:r>
                        <a:rPr lang="es-ES" sz="1200" b="0" i="0" strike="noStrike" cap="none" baseline="0" dirty="0">
                          <a:solidFill>
                            <a:srgbClr val="000000"/>
                          </a:solidFill>
                          <a:effectLst/>
                          <a:latin typeface="Segoe UI"/>
                          <a:ea typeface="Segoe UI"/>
                          <a:cs typeface="Segoe UI"/>
                        </a:rPr>
                        <a:t>de entrenamiento</a:t>
                      </a:r>
                      <a:endParaRPr lang="en-US" sz="1200" dirty="0"/>
                    </a:p>
                  </a:txBody>
                  <a:tcPr anchor="ctr"/>
                </a:tc>
                <a:tc>
                  <a:txBody>
                    <a:bodyPr/>
                    <a:lstStyle/>
                    <a:p>
                      <a:r>
                        <a:rPr lang="es-ES" sz="1600" b="1" i="0" strike="noStrike" cap="none" baseline="0">
                          <a:solidFill>
                            <a:srgbClr val="0078D4"/>
                          </a:solidFill>
                          <a:effectLst/>
                          <a:latin typeface="Segoe UI Semibold"/>
                          <a:ea typeface="Segoe UI Semibold"/>
                          <a:cs typeface="Segoe UI Semibold"/>
                        </a:rPr>
                        <a:t>Siempre actual</a:t>
                      </a:r>
                    </a:p>
                    <a:p>
                      <a:r>
                        <a:rPr lang="es-ES" sz="1200" b="0" i="0" strike="noStrike" cap="none" baseline="0">
                          <a:solidFill>
                            <a:srgbClr val="000000"/>
                          </a:solidFill>
                          <a:effectLst/>
                          <a:latin typeface="Segoe UI"/>
                          <a:ea typeface="Segoe UI"/>
                          <a:cs typeface="Segoe UI"/>
                        </a:rPr>
                        <a:t>Recupera documentos activos de bases de conocimiento conectadas</a:t>
                      </a:r>
                      <a:endParaRPr lang="en-US" sz="1200"/>
                    </a:p>
                  </a:txBody>
                  <a:tcPr anchor="ctr"/>
                </a:tc>
                <a:extLst>
                  <a:ext uri="{0D108BD9-81ED-4DB2-BD59-A6C34878D82A}">
                    <a16:rowId xmlns:a16="http://schemas.microsoft.com/office/drawing/2014/main" val="3486146771"/>
                  </a:ext>
                </a:extLst>
              </a:tr>
              <a:tr h="822960">
                <a:tc>
                  <a:txBody>
                    <a:bodyPr/>
                    <a:lstStyle/>
                    <a:p>
                      <a:pPr lvl="0"/>
                      <a:r>
                        <a:rPr lang="es-ES" sz="1400" b="1" i="0" strike="noStrike" cap="none" baseline="0">
                          <a:solidFill>
                            <a:srgbClr val="404040"/>
                          </a:solidFill>
                          <a:effectLst/>
                          <a:latin typeface="Segoe UI Semibold"/>
                          <a:ea typeface="Segoe UI Semibold"/>
                          <a:cs typeface="Segoe UI Semibold"/>
                        </a:rPr>
                        <a:t>Sin datos privados</a:t>
                      </a:r>
                      <a:endParaRPr lang="en-US" sz="1400" b="0" kern="1200">
                        <a:solidFill>
                          <a:schemeClr val="tx1">
                            <a:lumMod val="75000"/>
                            <a:lumOff val="25000"/>
                          </a:schemeClr>
                        </a:solidFill>
                        <a:effectLst/>
                        <a:latin typeface="+mj-lt"/>
                      </a:endParaRPr>
                    </a:p>
                  </a:txBody>
                  <a:tcPr anchor="ctr">
                    <a:solidFill>
                      <a:schemeClr val="bg1">
                        <a:lumMod val="95000"/>
                      </a:schemeClr>
                    </a:solidFill>
                  </a:tcPr>
                </a:tc>
                <a:tc>
                  <a:txBody>
                    <a:bodyPr/>
                    <a:lstStyle/>
                    <a:p>
                      <a:r>
                        <a:rPr lang="es-ES" sz="1600" b="1" i="0" strike="noStrike" cap="none" baseline="0" dirty="0">
                          <a:solidFill>
                            <a:srgbClr val="C00000"/>
                          </a:solidFill>
                          <a:effectLst/>
                          <a:latin typeface="Segoe UI Semibold"/>
                          <a:ea typeface="Segoe UI Semibold"/>
                          <a:cs typeface="Segoe UI"/>
                        </a:rPr>
                        <a:t>Solo genérico</a:t>
                      </a:r>
                    </a:p>
                    <a:p>
                      <a:r>
                        <a:rPr lang="es-ES" sz="1200" b="0" i="0" strike="noStrike" cap="none" baseline="0" dirty="0">
                          <a:solidFill>
                            <a:srgbClr val="000000"/>
                          </a:solidFill>
                          <a:effectLst/>
                          <a:latin typeface="Segoe UI"/>
                          <a:ea typeface="Segoe UI"/>
                          <a:cs typeface="Segoe UI"/>
                        </a:rPr>
                        <a:t>Sin acceso a procedimientos internos ni a especificaciones</a:t>
                      </a:r>
                      <a:br>
                        <a:rPr lang="es-ES" sz="1200" b="0" i="0" strike="noStrike" cap="none" baseline="0" dirty="0">
                          <a:solidFill>
                            <a:srgbClr val="000000"/>
                          </a:solidFill>
                          <a:effectLst/>
                          <a:latin typeface="Segoe UI"/>
                          <a:ea typeface="Segoe UI"/>
                          <a:cs typeface="Segoe UI"/>
                        </a:rPr>
                      </a:br>
                      <a:r>
                        <a:rPr lang="es-ES" sz="1200" b="0" i="0" strike="noStrike" cap="none" baseline="0" dirty="0">
                          <a:solidFill>
                            <a:srgbClr val="000000"/>
                          </a:solidFill>
                          <a:effectLst/>
                          <a:latin typeface="Segoe UI"/>
                          <a:ea typeface="Segoe UI"/>
                          <a:cs typeface="Segoe UI"/>
                        </a:rPr>
                        <a:t>de productos</a:t>
                      </a:r>
                      <a:endParaRPr lang="en-US" sz="1200" dirty="0"/>
                    </a:p>
                  </a:txBody>
                  <a:tcPr anchor="ctr"/>
                </a:tc>
                <a:tc>
                  <a:txBody>
                    <a:bodyPr/>
                    <a:lstStyle/>
                    <a:p>
                      <a:r>
                        <a:rPr lang="es-ES" sz="1600" b="1" i="0" strike="noStrike" cap="none" baseline="0" dirty="0">
                          <a:solidFill>
                            <a:srgbClr val="0078D4"/>
                          </a:solidFill>
                          <a:effectLst/>
                          <a:latin typeface="Segoe UI Semibold"/>
                          <a:ea typeface="Segoe UI Semibold"/>
                          <a:cs typeface="Segoe UI Semibold"/>
                        </a:rPr>
                        <a:t>Específico de la organización</a:t>
                      </a:r>
                    </a:p>
                    <a:p>
                      <a:r>
                        <a:rPr lang="es-ES" sz="1200" b="0" i="0" strike="noStrike" cap="none" baseline="0" dirty="0">
                          <a:solidFill>
                            <a:srgbClr val="000000"/>
                          </a:solidFill>
                          <a:effectLst/>
                          <a:latin typeface="Segoe UI"/>
                          <a:ea typeface="Segoe UI"/>
                          <a:cs typeface="Segoe UI"/>
                        </a:rPr>
                        <a:t>Busca bases de conocimiento internas para el contenido</a:t>
                      </a:r>
                      <a:br>
                        <a:rPr lang="es-ES" sz="1200" b="0" i="0" strike="noStrike" cap="none" baseline="0" dirty="0">
                          <a:solidFill>
                            <a:srgbClr val="000000"/>
                          </a:solidFill>
                          <a:effectLst/>
                          <a:latin typeface="Segoe UI"/>
                          <a:ea typeface="Segoe UI"/>
                          <a:cs typeface="Segoe UI"/>
                        </a:rPr>
                      </a:br>
                      <a:r>
                        <a:rPr lang="es-ES" sz="1200" b="0" i="0" strike="noStrike" cap="none" baseline="0" dirty="0">
                          <a:solidFill>
                            <a:srgbClr val="000000"/>
                          </a:solidFill>
                          <a:effectLst/>
                          <a:latin typeface="Segoe UI"/>
                          <a:ea typeface="Segoe UI"/>
                          <a:cs typeface="Segoe UI"/>
                        </a:rPr>
                        <a:t>de la empresa</a:t>
                      </a:r>
                      <a:endParaRPr lang="en-US" sz="1200" dirty="0"/>
                    </a:p>
                  </a:txBody>
                  <a:tcPr anchor="ctr"/>
                </a:tc>
                <a:extLst>
                  <a:ext uri="{0D108BD9-81ED-4DB2-BD59-A6C34878D82A}">
                    <a16:rowId xmlns:a16="http://schemas.microsoft.com/office/drawing/2014/main" val="1474706169"/>
                  </a:ext>
                </a:extLst>
              </a:tr>
              <a:tr h="822960">
                <a:tc>
                  <a:txBody>
                    <a:bodyPr/>
                    <a:lstStyle/>
                    <a:p>
                      <a:pPr lvl="0"/>
                      <a:r>
                        <a:rPr lang="es-ES" sz="1400" b="1" i="0" strike="noStrike" cap="none" baseline="0">
                          <a:solidFill>
                            <a:srgbClr val="404040"/>
                          </a:solidFill>
                          <a:effectLst/>
                          <a:latin typeface="Segoe UI Semibold"/>
                          <a:ea typeface="Segoe UI Semibold"/>
                          <a:cs typeface="Segoe UI"/>
                        </a:rPr>
                        <a:t>Falta de contexto</a:t>
                      </a:r>
                      <a:endParaRPr lang="en-US" sz="1400">
                        <a:solidFill>
                          <a:schemeClr val="tx1">
                            <a:lumMod val="75000"/>
                            <a:lumOff val="25000"/>
                          </a:schemeClr>
                        </a:solidFill>
                        <a:latin typeface="+mj-lt"/>
                      </a:endParaRPr>
                    </a:p>
                  </a:txBody>
                  <a:tcPr anchor="ctr">
                    <a:solidFill>
                      <a:schemeClr val="bg1">
                        <a:lumMod val="95000"/>
                      </a:schemeClr>
                    </a:solidFill>
                  </a:tcPr>
                </a:tc>
                <a:tc>
                  <a:txBody>
                    <a:bodyPr/>
                    <a:lstStyle/>
                    <a:p>
                      <a:r>
                        <a:rPr lang="es-ES" sz="1600" b="1" i="0" strike="noStrike" cap="none" baseline="0" dirty="0">
                          <a:solidFill>
                            <a:srgbClr val="C00000"/>
                          </a:solidFill>
                          <a:effectLst/>
                          <a:latin typeface="Segoe UI Semibold"/>
                          <a:ea typeface="Segoe UI Semibold"/>
                          <a:cs typeface="Segoe UI Semibold"/>
                        </a:rPr>
                        <a:t>Consejos irrelevantes</a:t>
                      </a:r>
                    </a:p>
                    <a:p>
                      <a:r>
                        <a:rPr lang="es-ES" sz="1200" b="0" i="0" strike="noStrike" cap="none" baseline="0" dirty="0">
                          <a:solidFill>
                            <a:srgbClr val="000000"/>
                          </a:solidFill>
                          <a:effectLst/>
                          <a:latin typeface="Segoe UI"/>
                          <a:ea typeface="Segoe UI"/>
                          <a:cs typeface="Segoe UI"/>
                        </a:rPr>
                        <a:t>Ignora los flujos de trabajo de la organización,</a:t>
                      </a:r>
                      <a:br>
                        <a:rPr lang="es-ES" sz="1200" b="0" i="0" strike="noStrike" cap="none" baseline="0" dirty="0">
                          <a:solidFill>
                            <a:srgbClr val="000000"/>
                          </a:solidFill>
                          <a:effectLst/>
                          <a:latin typeface="Segoe UI"/>
                          <a:ea typeface="Segoe UI"/>
                          <a:cs typeface="Segoe UI"/>
                        </a:rPr>
                      </a:br>
                      <a:r>
                        <a:rPr lang="es-ES" sz="1200" b="0" i="0" strike="noStrike" cap="none" baseline="0" dirty="0">
                          <a:solidFill>
                            <a:srgbClr val="000000"/>
                          </a:solidFill>
                          <a:effectLst/>
                          <a:latin typeface="Segoe UI"/>
                          <a:ea typeface="Segoe UI"/>
                          <a:cs typeface="Segoe UI"/>
                        </a:rPr>
                        <a:t>las cadenas de aprobación y las directivas de seguridad</a:t>
                      </a:r>
                      <a:endParaRPr lang="en-US" sz="1200" dirty="0"/>
                    </a:p>
                  </a:txBody>
                  <a:tcPr anchor="ctr"/>
                </a:tc>
                <a:tc>
                  <a:txBody>
                    <a:bodyPr/>
                    <a:lstStyle/>
                    <a:p>
                      <a:r>
                        <a:rPr lang="es-ES" sz="1600" b="1" i="0" strike="noStrike" cap="none" baseline="0" dirty="0">
                          <a:solidFill>
                            <a:srgbClr val="0078D4"/>
                          </a:solidFill>
                          <a:effectLst/>
                          <a:latin typeface="Segoe UI Semibold"/>
                          <a:ea typeface="Segoe UI Semibold"/>
                          <a:cs typeface="Segoe UI"/>
                        </a:rPr>
                        <a:t>Reconocimiento contextual</a:t>
                      </a:r>
                    </a:p>
                    <a:p>
                      <a:r>
                        <a:rPr lang="es-ES" sz="1200" b="0" i="0" strike="noStrike" cap="none" baseline="0" dirty="0">
                          <a:solidFill>
                            <a:srgbClr val="000000"/>
                          </a:solidFill>
                          <a:effectLst/>
                          <a:latin typeface="Segoe UI"/>
                          <a:ea typeface="Segoe UI"/>
                          <a:cs typeface="Segoe UI"/>
                        </a:rPr>
                        <a:t>Fundamenta los consejos en directivas y flujos de trabajo</a:t>
                      </a:r>
                      <a:br>
                        <a:rPr lang="es-ES" sz="1200" b="0" i="0" strike="noStrike" cap="none" baseline="0" dirty="0">
                          <a:solidFill>
                            <a:srgbClr val="000000"/>
                          </a:solidFill>
                          <a:effectLst/>
                          <a:latin typeface="Segoe UI"/>
                          <a:ea typeface="Segoe UI"/>
                          <a:cs typeface="Segoe UI"/>
                        </a:rPr>
                      </a:br>
                      <a:r>
                        <a:rPr lang="es-ES" sz="1200" b="0" i="0" strike="noStrike" cap="none" baseline="0" dirty="0">
                          <a:solidFill>
                            <a:srgbClr val="000000"/>
                          </a:solidFill>
                          <a:effectLst/>
                          <a:latin typeface="Segoe UI"/>
                          <a:ea typeface="Segoe UI"/>
                          <a:cs typeface="Segoe UI"/>
                        </a:rPr>
                        <a:t>de la organización recuperados</a:t>
                      </a:r>
                      <a:endParaRPr lang="en-US" sz="1200" dirty="0"/>
                    </a:p>
                  </a:txBody>
                  <a:tcPr anchor="ctr"/>
                </a:tc>
                <a:extLst>
                  <a:ext uri="{0D108BD9-81ED-4DB2-BD59-A6C34878D82A}">
                    <a16:rowId xmlns:a16="http://schemas.microsoft.com/office/drawing/2014/main" val="2422427435"/>
                  </a:ext>
                </a:extLst>
              </a:tr>
              <a:tr h="822960">
                <a:tc>
                  <a:txBody>
                    <a:bodyPr/>
                    <a:lstStyle/>
                    <a:p>
                      <a:pPr lvl="0"/>
                      <a:r>
                        <a:rPr lang="es-ES" sz="1400" b="1" i="0" strike="noStrike" cap="none" baseline="0">
                          <a:solidFill>
                            <a:srgbClr val="404040"/>
                          </a:solidFill>
                          <a:effectLst/>
                          <a:latin typeface="Segoe UI Semibold"/>
                          <a:ea typeface="Segoe UI Semibold"/>
                          <a:cs typeface="Segoe UI Semibold"/>
                        </a:rPr>
                        <a:t>Respuestas fabricadas</a:t>
                      </a:r>
                      <a:endParaRPr lang="en-US" sz="1400" b="0" i="0" kern="1200">
                        <a:solidFill>
                          <a:schemeClr val="tx1">
                            <a:lumMod val="75000"/>
                            <a:lumOff val="25000"/>
                          </a:schemeClr>
                        </a:solidFill>
                        <a:effectLst/>
                        <a:latin typeface="+mj-lt"/>
                        <a:ea typeface="+mn-ea"/>
                        <a:cs typeface="+mn-cs"/>
                      </a:endParaRPr>
                    </a:p>
                  </a:txBody>
                  <a:tcPr anchor="ctr">
                    <a:solidFill>
                      <a:schemeClr val="bg1">
                        <a:lumMod val="95000"/>
                      </a:schemeClr>
                    </a:solidFill>
                  </a:tcPr>
                </a:tc>
                <a:tc>
                  <a:txBody>
                    <a:bodyPr/>
                    <a:lstStyle/>
                    <a:p>
                      <a:r>
                        <a:rPr lang="es-ES" sz="1600" b="1" i="0" strike="noStrike" cap="none" baseline="0">
                          <a:solidFill>
                            <a:srgbClr val="C00000"/>
                          </a:solidFill>
                          <a:effectLst/>
                          <a:latin typeface="Segoe UI Semibold"/>
                          <a:ea typeface="Segoe UI Semibold"/>
                          <a:cs typeface="Segoe UI Semibold"/>
                        </a:rPr>
                        <a:t>Riesgo de cumplimiento</a:t>
                      </a:r>
                    </a:p>
                    <a:p>
                      <a:r>
                        <a:rPr lang="es-ES" sz="1200" b="0" i="0" strike="noStrike" cap="none" baseline="0">
                          <a:solidFill>
                            <a:srgbClr val="000000"/>
                          </a:solidFill>
                          <a:effectLst/>
                          <a:latin typeface="Segoe UI"/>
                          <a:ea typeface="Segoe UI"/>
                          <a:cs typeface="Segoe UI"/>
                        </a:rPr>
                        <a:t>Respuestas de sonido seguro sin origen para comprobar</a:t>
                      </a:r>
                      <a:endParaRPr lang="en-US" sz="1200"/>
                    </a:p>
                  </a:txBody>
                  <a:tcPr anchor="ctr"/>
                </a:tc>
                <a:tc>
                  <a:txBody>
                    <a:bodyPr/>
                    <a:lstStyle/>
                    <a:p>
                      <a:r>
                        <a:rPr lang="es-ES" sz="1600" b="1" i="0" strike="noStrike" cap="none" baseline="0">
                          <a:solidFill>
                            <a:srgbClr val="0078D4"/>
                          </a:solidFill>
                          <a:effectLst/>
                          <a:latin typeface="Segoe UI Semibold"/>
                          <a:ea typeface="Segoe UI Semibold"/>
                          <a:cs typeface="Segoe UI Semibold"/>
                        </a:rPr>
                        <a:t>Orígenes verificables</a:t>
                      </a:r>
                    </a:p>
                    <a:p>
                      <a:r>
                        <a:rPr lang="es-ES" sz="1200" b="0" i="0" strike="noStrike" cap="none" baseline="0">
                          <a:solidFill>
                            <a:srgbClr val="000000"/>
                          </a:solidFill>
                          <a:effectLst/>
                          <a:latin typeface="Segoe UI"/>
                          <a:ea typeface="Segoe UI"/>
                          <a:cs typeface="Segoe UI"/>
                        </a:rPr>
                        <a:t>Cita el documento exacto detrás de cada respuesta</a:t>
                      </a:r>
                      <a:endParaRPr lang="en-US" sz="1200"/>
                    </a:p>
                  </a:txBody>
                  <a:tcPr anchor="ctr"/>
                </a:tc>
                <a:extLst>
                  <a:ext uri="{0D108BD9-81ED-4DB2-BD59-A6C34878D82A}">
                    <a16:rowId xmlns:a16="http://schemas.microsoft.com/office/drawing/2014/main" val="340898770"/>
                  </a:ext>
                </a:extLst>
              </a:tr>
              <a:tr h="822960">
                <a:tc>
                  <a:txBody>
                    <a:bodyPr/>
                    <a:lstStyle/>
                    <a:p>
                      <a:pPr lvl="0"/>
                      <a:r>
                        <a:rPr lang="es-ES" sz="1400" b="1" i="0" strike="noStrike" cap="none" baseline="0">
                          <a:solidFill>
                            <a:srgbClr val="404040"/>
                          </a:solidFill>
                          <a:effectLst/>
                          <a:latin typeface="Segoe UI Semibold"/>
                          <a:ea typeface="Segoe UI Semibold"/>
                          <a:cs typeface="Segoe UI Semibold"/>
                        </a:rPr>
                        <a:t>Escalabilidad</a:t>
                      </a:r>
                      <a:endParaRPr lang="en-US" sz="1400">
                        <a:solidFill>
                          <a:schemeClr val="tx1">
                            <a:lumMod val="75000"/>
                            <a:lumOff val="25000"/>
                          </a:schemeClr>
                        </a:solidFill>
                        <a:latin typeface="+mj-lt"/>
                      </a:endParaRPr>
                    </a:p>
                  </a:txBody>
                  <a:tcPr anchor="ctr">
                    <a:solidFill>
                      <a:schemeClr val="bg1">
                        <a:lumMod val="95000"/>
                      </a:schemeClr>
                    </a:solidFill>
                  </a:tcPr>
                </a:tc>
                <a:tc>
                  <a:txBody>
                    <a:bodyPr/>
                    <a:lstStyle/>
                    <a:p>
                      <a:r>
                        <a:rPr lang="es-ES" sz="1600" b="1" i="0" strike="noStrike" cap="none" baseline="0" dirty="0">
                          <a:solidFill>
                            <a:srgbClr val="C99202"/>
                          </a:solidFill>
                          <a:effectLst/>
                          <a:latin typeface="Segoe UI Semibold"/>
                          <a:ea typeface="Segoe UI Semibold"/>
                          <a:cs typeface="Segoe UI Semibold"/>
                        </a:rPr>
                        <a:t>Esfuerzo duplicado</a:t>
                      </a:r>
                    </a:p>
                    <a:p>
                      <a:r>
                        <a:rPr lang="es-ES" sz="1200" b="0" i="0" strike="noStrike" cap="none" baseline="0" dirty="0">
                          <a:solidFill>
                            <a:srgbClr val="000000"/>
                          </a:solidFill>
                          <a:effectLst/>
                          <a:latin typeface="Segoe UI"/>
                          <a:ea typeface="Segoe UI"/>
                          <a:cs typeface="Segoe UI"/>
                        </a:rPr>
                        <a:t>Cada equipo vuelve a generar la misma canalización RAG</a:t>
                      </a:r>
                      <a:br>
                        <a:rPr lang="es-ES" sz="1200" b="0" i="0" strike="noStrike" cap="none" baseline="0" dirty="0">
                          <a:solidFill>
                            <a:srgbClr val="000000"/>
                          </a:solidFill>
                          <a:effectLst/>
                          <a:latin typeface="Segoe UI"/>
                          <a:ea typeface="Segoe UI"/>
                          <a:cs typeface="Segoe UI"/>
                        </a:rPr>
                      </a:br>
                      <a:r>
                        <a:rPr lang="es-ES" sz="1200" b="0" i="0" strike="noStrike" cap="none" baseline="0" dirty="0">
                          <a:solidFill>
                            <a:srgbClr val="000000"/>
                          </a:solidFill>
                          <a:effectLst/>
                          <a:latin typeface="Segoe UI"/>
                          <a:ea typeface="Segoe UI"/>
                          <a:cs typeface="Segoe UI"/>
                        </a:rPr>
                        <a:t>de forma independiente</a:t>
                      </a:r>
                      <a:endParaRPr lang="en-US" sz="1200" dirty="0"/>
                    </a:p>
                  </a:txBody>
                  <a:tcPr anchor="ctr"/>
                </a:tc>
                <a:tc>
                  <a:txBody>
                    <a:bodyPr/>
                    <a:lstStyle/>
                    <a:p>
                      <a:r>
                        <a:rPr lang="es-ES" sz="1600" b="1" i="0" strike="noStrike" cap="none" baseline="0" dirty="0">
                          <a:solidFill>
                            <a:srgbClr val="0078D4"/>
                          </a:solidFill>
                          <a:effectLst/>
                          <a:latin typeface="Segoe UI Semibold"/>
                          <a:ea typeface="Segoe UI Semibold"/>
                          <a:cs typeface="Segoe UI Semibold"/>
                        </a:rPr>
                        <a:t>Plataforma compartida</a:t>
                      </a:r>
                    </a:p>
                    <a:p>
                      <a:r>
                        <a:rPr lang="es-ES" sz="1200" b="0" i="0" strike="noStrike" cap="none" baseline="0" dirty="0">
                          <a:solidFill>
                            <a:srgbClr val="000000"/>
                          </a:solidFill>
                          <a:effectLst/>
                          <a:latin typeface="Segoe UI"/>
                          <a:ea typeface="Segoe UI"/>
                          <a:cs typeface="Segoe UI"/>
                        </a:rPr>
                        <a:t>Una plataforma de conocimiento (por ejemplo, </a:t>
                      </a:r>
                      <a:r>
                        <a:rPr lang="es-ES" sz="1200" b="0" i="0" strike="noStrike" cap="none" baseline="0" dirty="0" err="1">
                          <a:solidFill>
                            <a:srgbClr val="000000"/>
                          </a:solidFill>
                          <a:effectLst/>
                          <a:latin typeface="Segoe UI"/>
                          <a:ea typeface="Segoe UI"/>
                          <a:cs typeface="Segoe UI"/>
                        </a:rPr>
                        <a:t>Foundry</a:t>
                      </a:r>
                      <a:r>
                        <a:rPr lang="es-ES" sz="1200" b="0" i="0" strike="noStrike" cap="none" baseline="0" dirty="0">
                          <a:solidFill>
                            <a:srgbClr val="000000"/>
                          </a:solidFill>
                          <a:effectLst/>
                          <a:latin typeface="Segoe UI"/>
                          <a:ea typeface="Segoe UI"/>
                          <a:cs typeface="Segoe UI"/>
                        </a:rPr>
                        <a:t> IQ) sirve para todos los equipos</a:t>
                      </a:r>
                      <a:endParaRPr lang="en-US" sz="1200" dirty="0"/>
                    </a:p>
                  </a:txBody>
                  <a:tcPr anchor="ctr"/>
                </a:tc>
                <a:extLst>
                  <a:ext uri="{0D108BD9-81ED-4DB2-BD59-A6C34878D82A}">
                    <a16:rowId xmlns:a16="http://schemas.microsoft.com/office/drawing/2014/main" val="419966182"/>
                  </a:ext>
                </a:extLst>
              </a:tr>
            </a:tbl>
          </a:graphicData>
        </a:graphic>
      </p:graphicFrame>
      <p:sp>
        <p:nvSpPr>
          <p:cNvPr id="5" name="Round Single Corner Rectangle 4">
            <a:extLst>
              <a:ext uri="{FF2B5EF4-FFF2-40B4-BE49-F238E27FC236}">
                <a16:creationId xmlns:a16="http://schemas.microsoft.com/office/drawing/2014/main" id="{88730368-AA4B-EB5E-2244-B41E9E4AB895}"/>
              </a:ext>
            </a:extLst>
          </p:cNvPr>
          <p:cNvSpPr/>
          <p:nvPr/>
        </p:nvSpPr>
        <p:spPr bwMode="auto">
          <a:xfrm flipH="1">
            <a:off x="579438" y="1360450"/>
            <a:ext cx="2219518" cy="429734"/>
          </a:xfrm>
          <a:prstGeom prst="round1Rect">
            <a:avLst/>
          </a:prstGeom>
          <a:solidFill>
            <a:srgbClr val="F2F2F2"/>
          </a:solidFill>
          <a:ln w="28575">
            <a:solidFill>
              <a:srgbClr val="EAE7E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r>
              <a:rPr lang="es-ES" sz="1400" b="0" i="0" strike="noStrike" cap="none" baseline="0">
                <a:solidFill>
                  <a:srgbClr val="808080"/>
                </a:solidFill>
                <a:effectLst/>
                <a:latin typeface="Segoe UI Semibold"/>
                <a:ea typeface="Segoe UI Semibold"/>
                <a:cs typeface="Segoe UI Semibold"/>
              </a:rPr>
              <a:t>LIMITACIÓN</a:t>
            </a:r>
          </a:p>
        </p:txBody>
      </p:sp>
      <p:sp>
        <p:nvSpPr>
          <p:cNvPr id="31" name="Rectangle 30">
            <a:extLst>
              <a:ext uri="{FF2B5EF4-FFF2-40B4-BE49-F238E27FC236}">
                <a16:creationId xmlns:a16="http://schemas.microsoft.com/office/drawing/2014/main" id="{52915199-F9EE-E07C-C7AF-0CE76BBB24BF}"/>
              </a:ext>
            </a:extLst>
          </p:cNvPr>
          <p:cNvSpPr/>
          <p:nvPr/>
        </p:nvSpPr>
        <p:spPr bwMode="auto">
          <a:xfrm>
            <a:off x="2798955" y="1360448"/>
            <a:ext cx="4389120" cy="429734"/>
          </a:xfrm>
          <a:prstGeom prst="rect">
            <a:avLst/>
          </a:prstGeom>
          <a:solidFill>
            <a:schemeClr val="accent3">
              <a:alpha val="50000"/>
            </a:schemeClr>
          </a:solidFill>
          <a:ln w="28575">
            <a:solidFill>
              <a:srgbClr val="EAE7E3"/>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r>
              <a:rPr lang="es-ES" sz="1600" b="0" i="0" strike="noStrike" cap="none" baseline="0">
                <a:solidFill>
                  <a:srgbClr val="C00000"/>
                </a:solidFill>
                <a:effectLst/>
                <a:latin typeface="Segoe UI Semibold"/>
                <a:ea typeface="Segoe UI Semibold"/>
                <a:cs typeface="Segoe UI Semibold"/>
              </a:rPr>
              <a:t>Agente simple</a:t>
            </a:r>
          </a:p>
        </p:txBody>
      </p:sp>
      <p:sp>
        <p:nvSpPr>
          <p:cNvPr id="32" name="Snip Single Corner Rectangle 31">
            <a:extLst>
              <a:ext uri="{FF2B5EF4-FFF2-40B4-BE49-F238E27FC236}">
                <a16:creationId xmlns:a16="http://schemas.microsoft.com/office/drawing/2014/main" id="{AE7412FC-8FB7-81B8-34E7-700727B393D5}"/>
              </a:ext>
            </a:extLst>
          </p:cNvPr>
          <p:cNvSpPr/>
          <p:nvPr/>
        </p:nvSpPr>
        <p:spPr bwMode="auto">
          <a:xfrm>
            <a:off x="7188075" y="1360448"/>
            <a:ext cx="4389121" cy="429734"/>
          </a:xfrm>
          <a:prstGeom prst="snip1Rect">
            <a:avLst/>
          </a:prstGeom>
          <a:solidFill>
            <a:schemeClr val="tx2">
              <a:lumMod val="10000"/>
              <a:lumOff val="90000"/>
              <a:alpha val="50000"/>
            </a:schemeClr>
          </a:solidFill>
          <a:ln w="28575">
            <a:solidFill>
              <a:srgbClr val="EAE7E3"/>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r>
              <a:rPr lang="es-ES" sz="1600" b="0" i="0" strike="noStrike" cap="none" baseline="0">
                <a:solidFill>
                  <a:srgbClr val="0070C0"/>
                </a:solidFill>
                <a:effectLst/>
                <a:latin typeface="Segoe UI Semibold"/>
                <a:ea typeface="Segoe UI Semibold"/>
                <a:cs typeface="Segoe UI Semibold"/>
              </a:rPr>
              <a:t>Agente con tecnología RAG</a:t>
            </a:r>
          </a:p>
        </p:txBody>
      </p:sp>
    </p:spTree>
    <p:extLst>
      <p:ext uri="{BB962C8B-B14F-4D97-AF65-F5344CB8AC3E}">
        <p14:creationId xmlns:p14="http://schemas.microsoft.com/office/powerpoint/2010/main" val="176413451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4B83E-725D-CB16-B458-0B4BEA193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76DB9F-8870-2762-5D5C-16712E221A79}"/>
              </a:ext>
            </a:extLst>
          </p:cNvPr>
          <p:cNvSpPr>
            <a:spLocks noGrp="1"/>
          </p:cNvSpPr>
          <p:nvPr>
            <p:ph type="title"/>
          </p:nvPr>
        </p:nvSpPr>
        <p:spPr>
          <a:xfrm>
            <a:off x="588261" y="585216"/>
            <a:ext cx="11011601" cy="487680"/>
          </a:xfrm>
        </p:spPr>
        <p:txBody>
          <a:bodyPr/>
          <a:lstStyle/>
          <a:p>
            <a:r>
              <a:rPr lang="es-ES" sz="3200" b="1" i="0" strike="noStrike" cap="none" baseline="0">
                <a:solidFill>
                  <a:srgbClr val="000000"/>
                </a:solidFill>
                <a:effectLst/>
                <a:latin typeface="Segoe UI Semibold"/>
                <a:ea typeface="Segoe UI Semibold"/>
                <a:cs typeface="Segoe UI Semibold"/>
              </a:rPr>
              <a:t>Exploración de Foundry IQ</a:t>
            </a:r>
            <a:endParaRPr lang="en-US" sz="3200"/>
          </a:p>
        </p:txBody>
      </p:sp>
      <p:sp>
        <p:nvSpPr>
          <p:cNvPr id="3" name="Footer Placeholder 2">
            <a:extLst>
              <a:ext uri="{FF2B5EF4-FFF2-40B4-BE49-F238E27FC236}">
                <a16:creationId xmlns:a16="http://schemas.microsoft.com/office/drawing/2014/main" id="{7152E5B7-42F1-677C-CE8A-4067B5035E10}"/>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4" name="Text Placeholder 3">
            <a:extLst>
              <a:ext uri="{FF2B5EF4-FFF2-40B4-BE49-F238E27FC236}">
                <a16:creationId xmlns:a16="http://schemas.microsoft.com/office/drawing/2014/main" id="{BFF6DB71-CCBD-92DF-D0D1-226C4FDD5D54}"/>
              </a:ext>
            </a:extLst>
          </p:cNvPr>
          <p:cNvSpPr>
            <a:spLocks noGrp="1"/>
          </p:cNvSpPr>
          <p:nvPr>
            <p:ph type="body" sz="quarter" idx="17"/>
          </p:nvPr>
        </p:nvSpPr>
        <p:spPr>
          <a:xfrm>
            <a:off x="588261" y="1131115"/>
            <a:ext cx="11011601" cy="487680"/>
          </a:xfrm>
        </p:spPr>
        <p:txBody>
          <a:bodyPr/>
          <a:lstStyle/>
          <a:p>
            <a:r>
              <a:rPr lang="es-ES" sz="1600" b="0" i="0" strike="noStrike" cap="none" baseline="0">
                <a:solidFill>
                  <a:srgbClr val="808080"/>
                </a:solidFill>
                <a:effectLst/>
                <a:latin typeface="Segoe UI"/>
                <a:ea typeface="Segoe UI"/>
                <a:cs typeface="Segoe UI"/>
              </a:rPr>
              <a:t>Una plataforma de conocimiento administrada integrada en Microsoft Foundry </a:t>
            </a:r>
            <a:br>
              <a:rPr sz="1600"/>
            </a:br>
            <a:r>
              <a:rPr lang="es-ES" sz="1600" b="0" i="0" strike="noStrike" cap="none" baseline="0">
                <a:solidFill>
                  <a:srgbClr val="808080"/>
                </a:solidFill>
                <a:effectLst/>
                <a:latin typeface="Segoe UI"/>
                <a:ea typeface="Segoe UI"/>
                <a:cs typeface="Segoe UI"/>
              </a:rPr>
              <a:t>Define tus bases de conocimiento una vez y conecta cualquier número de agentes a ellas.</a:t>
            </a:r>
          </a:p>
        </p:txBody>
      </p:sp>
      <p:sp>
        <p:nvSpPr>
          <p:cNvPr id="5" name="Rounded Rectangle 4">
            <a:extLst>
              <a:ext uri="{FF2B5EF4-FFF2-40B4-BE49-F238E27FC236}">
                <a16:creationId xmlns:a16="http://schemas.microsoft.com/office/drawing/2014/main" id="{076683FB-2E65-DD18-D85F-32686181BCF4}"/>
              </a:ext>
            </a:extLst>
          </p:cNvPr>
          <p:cNvSpPr/>
          <p:nvPr/>
        </p:nvSpPr>
        <p:spPr bwMode="auto">
          <a:xfrm>
            <a:off x="3166946" y="1972526"/>
            <a:ext cx="5876693" cy="3190490"/>
          </a:xfrm>
          <a:prstGeom prst="roundRect">
            <a:avLst>
              <a:gd name="adj" fmla="val 5473"/>
            </a:avLst>
          </a:prstGeom>
          <a:solidFill>
            <a:srgbClr val="D9EBF8">
              <a:alpha val="50196"/>
            </a:srgbClr>
          </a:solidFill>
          <a:ln>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10" name="Group 9">
            <a:extLst>
              <a:ext uri="{FF2B5EF4-FFF2-40B4-BE49-F238E27FC236}">
                <a16:creationId xmlns:a16="http://schemas.microsoft.com/office/drawing/2014/main" id="{BD7937BA-88FC-6F21-4A31-43BB2A03906E}"/>
              </a:ext>
            </a:extLst>
          </p:cNvPr>
          <p:cNvGrpSpPr/>
          <p:nvPr/>
        </p:nvGrpSpPr>
        <p:grpSpPr>
          <a:xfrm>
            <a:off x="588261" y="2478971"/>
            <a:ext cx="1896133" cy="2301494"/>
            <a:chOff x="579438" y="2383845"/>
            <a:chExt cx="1896133" cy="2301494"/>
          </a:xfrm>
        </p:grpSpPr>
        <p:sp>
          <p:nvSpPr>
            <p:cNvPr id="6" name="RetrievalCard">
              <a:extLst>
                <a:ext uri="{FF2B5EF4-FFF2-40B4-BE49-F238E27FC236}">
                  <a16:creationId xmlns:a16="http://schemas.microsoft.com/office/drawing/2014/main" id="{1D219772-F2BB-96DD-59E3-7EF85B3A27C9}"/>
                </a:ext>
              </a:extLst>
            </p:cNvPr>
            <p:cNvSpPr/>
            <p:nvPr/>
          </p:nvSpPr>
          <p:spPr>
            <a:xfrm>
              <a:off x="579438" y="2383845"/>
              <a:ext cx="1896133" cy="492443"/>
            </a:xfrm>
            <a:prstGeom prst="roundRect">
              <a:avLst>
                <a:gd name="adj" fmla="val 12000"/>
              </a:avLst>
            </a:prstGeom>
            <a:solidFill>
              <a:srgbClr val="F8F8F8"/>
            </a:solidFill>
            <a:ln w="9525">
              <a:solidFill>
                <a:srgbClr val="DEDEDE"/>
              </a:solidFill>
            </a:ln>
          </p:spPr>
          <p:txBody>
            <a:bodyPr anchor="ctr"/>
            <a:lstStyle/>
            <a:p>
              <a:pPr lvl="1"/>
              <a:r>
                <a:rPr lang="es-ES" sz="1600" b="1" i="0" strike="noStrike" cap="none" baseline="0">
                  <a:solidFill>
                    <a:srgbClr val="4C4C4C"/>
                  </a:solidFill>
                  <a:effectLst/>
                  <a:latin typeface="Segoe UI Semibold"/>
                  <a:ea typeface="Segoe UI Semibold"/>
                  <a:cs typeface="Segoe UI Semibold"/>
                </a:rPr>
                <a:t>SharePoint</a:t>
              </a:r>
              <a:endParaRPr lang="en-US" sz="1200">
                <a:solidFill>
                  <a:srgbClr val="4C4C4C"/>
                </a:solidFill>
              </a:endParaRPr>
            </a:p>
          </p:txBody>
        </p:sp>
        <p:sp>
          <p:nvSpPr>
            <p:cNvPr id="7" name="RetrievalCard">
              <a:extLst>
                <a:ext uri="{FF2B5EF4-FFF2-40B4-BE49-F238E27FC236}">
                  <a16:creationId xmlns:a16="http://schemas.microsoft.com/office/drawing/2014/main" id="{AAC4D560-2118-E78A-FEC9-C7A2386AAFC5}"/>
                </a:ext>
              </a:extLst>
            </p:cNvPr>
            <p:cNvSpPr/>
            <p:nvPr/>
          </p:nvSpPr>
          <p:spPr>
            <a:xfrm>
              <a:off x="579438" y="2986862"/>
              <a:ext cx="1896133" cy="492443"/>
            </a:xfrm>
            <a:prstGeom prst="roundRect">
              <a:avLst>
                <a:gd name="adj" fmla="val 12000"/>
              </a:avLst>
            </a:prstGeom>
            <a:solidFill>
              <a:srgbClr val="F8F8F8"/>
            </a:solidFill>
            <a:ln w="9525">
              <a:solidFill>
                <a:srgbClr val="DEDEDE"/>
              </a:solidFill>
            </a:ln>
          </p:spPr>
          <p:txBody>
            <a:bodyPr anchor="ctr"/>
            <a:lstStyle/>
            <a:p>
              <a:pPr lvl="1"/>
              <a:r>
                <a:rPr lang="es-ES" sz="1600" b="1" i="0" strike="noStrike" cap="none" baseline="0">
                  <a:solidFill>
                    <a:srgbClr val="4C4C4C"/>
                  </a:solidFill>
                  <a:effectLst/>
                  <a:latin typeface="Segoe UI Semibold"/>
                  <a:ea typeface="Segoe UI Semibold"/>
                  <a:cs typeface="Segoe UI Semibold"/>
                </a:rPr>
                <a:t>OneLake</a:t>
              </a:r>
              <a:endParaRPr lang="en-US" sz="1200">
                <a:solidFill>
                  <a:srgbClr val="4C4C4C"/>
                </a:solidFill>
              </a:endParaRPr>
            </a:p>
          </p:txBody>
        </p:sp>
        <p:sp>
          <p:nvSpPr>
            <p:cNvPr id="8" name="RetrievalCard">
              <a:extLst>
                <a:ext uri="{FF2B5EF4-FFF2-40B4-BE49-F238E27FC236}">
                  <a16:creationId xmlns:a16="http://schemas.microsoft.com/office/drawing/2014/main" id="{F6F12310-F296-7678-6099-630B94752E6E}"/>
                </a:ext>
              </a:extLst>
            </p:cNvPr>
            <p:cNvSpPr/>
            <p:nvPr/>
          </p:nvSpPr>
          <p:spPr>
            <a:xfrm>
              <a:off x="579438" y="3589879"/>
              <a:ext cx="1896133" cy="492443"/>
            </a:xfrm>
            <a:prstGeom prst="roundRect">
              <a:avLst>
                <a:gd name="adj" fmla="val 12000"/>
              </a:avLst>
            </a:prstGeom>
            <a:solidFill>
              <a:srgbClr val="F8F8F8"/>
            </a:solidFill>
            <a:ln w="9525">
              <a:solidFill>
                <a:srgbClr val="DEDEDE"/>
              </a:solidFill>
            </a:ln>
          </p:spPr>
          <p:txBody>
            <a:bodyPr anchor="ctr"/>
            <a:lstStyle/>
            <a:p>
              <a:pPr lvl="1"/>
              <a:r>
                <a:rPr lang="es-ES" sz="1600" b="1" i="0" strike="noStrike" cap="none" baseline="0">
                  <a:solidFill>
                    <a:srgbClr val="4C4C4C"/>
                  </a:solidFill>
                  <a:effectLst/>
                  <a:latin typeface="Segoe UI Semibold"/>
                  <a:ea typeface="Segoe UI Semibold"/>
                  <a:cs typeface="Segoe UI Semibold"/>
                </a:rPr>
                <a:t>Blob Storage</a:t>
              </a:r>
              <a:endParaRPr lang="en-US" sz="1200">
                <a:solidFill>
                  <a:srgbClr val="4C4C4C"/>
                </a:solidFill>
              </a:endParaRPr>
            </a:p>
          </p:txBody>
        </p:sp>
        <p:sp>
          <p:nvSpPr>
            <p:cNvPr id="9" name="RetrievalCard">
              <a:extLst>
                <a:ext uri="{FF2B5EF4-FFF2-40B4-BE49-F238E27FC236}">
                  <a16:creationId xmlns:a16="http://schemas.microsoft.com/office/drawing/2014/main" id="{3EFD263A-D3BA-4730-EEA9-81AF7D1B39B9}"/>
                </a:ext>
              </a:extLst>
            </p:cNvPr>
            <p:cNvSpPr/>
            <p:nvPr/>
          </p:nvSpPr>
          <p:spPr>
            <a:xfrm>
              <a:off x="579438" y="4192896"/>
              <a:ext cx="1896133" cy="492443"/>
            </a:xfrm>
            <a:prstGeom prst="roundRect">
              <a:avLst>
                <a:gd name="adj" fmla="val 12000"/>
              </a:avLst>
            </a:prstGeom>
            <a:solidFill>
              <a:srgbClr val="F8F8F8"/>
            </a:solidFill>
            <a:ln w="9525">
              <a:solidFill>
                <a:srgbClr val="DEDEDE"/>
              </a:solidFill>
            </a:ln>
          </p:spPr>
          <p:txBody>
            <a:bodyPr anchor="ctr"/>
            <a:lstStyle/>
            <a:p>
              <a:pPr lvl="1"/>
              <a:r>
                <a:rPr lang="es-ES" sz="1600" b="1" i="0" strike="noStrike" cap="none" baseline="0">
                  <a:solidFill>
                    <a:srgbClr val="4C4C4C"/>
                  </a:solidFill>
                  <a:effectLst/>
                  <a:latin typeface="Segoe UI Semibold"/>
                  <a:ea typeface="Segoe UI Semibold"/>
                  <a:cs typeface="Segoe UI Semibold"/>
                </a:rPr>
                <a:t>SQL/API</a:t>
              </a:r>
              <a:endParaRPr lang="en-US" sz="1200">
                <a:solidFill>
                  <a:srgbClr val="4C4C4C"/>
                </a:solidFill>
              </a:endParaRPr>
            </a:p>
          </p:txBody>
        </p:sp>
      </p:grpSp>
      <p:cxnSp>
        <p:nvCxnSpPr>
          <p:cNvPr id="11" name="Straight Connector 10">
            <a:extLst>
              <a:ext uri="{FF2B5EF4-FFF2-40B4-BE49-F238E27FC236}">
                <a16:creationId xmlns:a16="http://schemas.microsoft.com/office/drawing/2014/main" id="{78AF89B2-C8BA-EC36-F257-2A165D6B77F8}"/>
              </a:ext>
            </a:extLst>
          </p:cNvPr>
          <p:cNvCxnSpPr>
            <a:stCxn id="5" idx="1"/>
            <a:endCxn id="6" idx="3"/>
          </p:cNvCxnSpPr>
          <p:nvPr/>
        </p:nvCxnSpPr>
        <p:spPr>
          <a:xfrm flipH="1" flipV="1">
            <a:off x="2484394" y="2725193"/>
            <a:ext cx="682552" cy="842578"/>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B7E2DA-64CC-0C6A-9904-C2CE172F3724}"/>
              </a:ext>
            </a:extLst>
          </p:cNvPr>
          <p:cNvCxnSpPr>
            <a:stCxn id="5" idx="1"/>
            <a:endCxn id="7" idx="3"/>
          </p:cNvCxnSpPr>
          <p:nvPr/>
        </p:nvCxnSpPr>
        <p:spPr>
          <a:xfrm flipH="1" flipV="1">
            <a:off x="2484394" y="3328210"/>
            <a:ext cx="682552" cy="239561"/>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2895FAB-2C81-D3E7-1251-79F6BFC5A42A}"/>
              </a:ext>
            </a:extLst>
          </p:cNvPr>
          <p:cNvCxnSpPr>
            <a:stCxn id="5" idx="1"/>
            <a:endCxn id="8" idx="3"/>
          </p:cNvCxnSpPr>
          <p:nvPr/>
        </p:nvCxnSpPr>
        <p:spPr>
          <a:xfrm flipH="1">
            <a:off x="2484394" y="3567771"/>
            <a:ext cx="682552" cy="363456"/>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849D649-FCAF-2128-855D-5CEB408BE179}"/>
              </a:ext>
            </a:extLst>
          </p:cNvPr>
          <p:cNvCxnSpPr>
            <a:stCxn id="5" idx="1"/>
            <a:endCxn id="9" idx="3"/>
          </p:cNvCxnSpPr>
          <p:nvPr/>
        </p:nvCxnSpPr>
        <p:spPr>
          <a:xfrm flipH="1">
            <a:off x="2484394" y="3567771"/>
            <a:ext cx="682552" cy="966473"/>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RetrievalCard">
            <a:extLst>
              <a:ext uri="{FF2B5EF4-FFF2-40B4-BE49-F238E27FC236}">
                <a16:creationId xmlns:a16="http://schemas.microsoft.com/office/drawing/2014/main" id="{9899A363-C41F-2226-B6D6-C7F780556A05}"/>
              </a:ext>
            </a:extLst>
          </p:cNvPr>
          <p:cNvSpPr/>
          <p:nvPr/>
        </p:nvSpPr>
        <p:spPr>
          <a:xfrm>
            <a:off x="3297377" y="3371096"/>
            <a:ext cx="5578993" cy="492443"/>
          </a:xfrm>
          <a:prstGeom prst="roundRect">
            <a:avLst>
              <a:gd name="adj" fmla="val 12000"/>
            </a:avLst>
          </a:prstGeom>
          <a:solidFill>
            <a:schemeClr val="bg1"/>
          </a:solidFill>
          <a:ln w="9525">
            <a:solidFill>
              <a:schemeClr val="tx2">
                <a:lumMod val="25000"/>
                <a:lumOff val="75000"/>
              </a:schemeClr>
            </a:solidFill>
          </a:ln>
        </p:spPr>
        <p:txBody>
          <a:bodyPr anchor="ctr"/>
          <a:lstStyle/>
          <a:p>
            <a:r>
              <a:rPr lang="es-ES" sz="1400" b="1" i="0" strike="noStrike" cap="none" baseline="0" dirty="0">
                <a:solidFill>
                  <a:srgbClr val="091F2E"/>
                </a:solidFill>
                <a:effectLst/>
                <a:latin typeface="Segoe UI Semibold"/>
                <a:ea typeface="Segoe UI Semibold"/>
                <a:cs typeface="Segoe UI Semibold"/>
              </a:rPr>
              <a:t>Documentación</a:t>
            </a:r>
            <a:br>
              <a:rPr lang="es-ES" sz="1400" b="1" i="0" strike="noStrike" cap="none" baseline="0" dirty="0">
                <a:solidFill>
                  <a:srgbClr val="091F2E"/>
                </a:solidFill>
                <a:effectLst/>
                <a:latin typeface="Segoe UI Semibold"/>
                <a:ea typeface="Segoe UI Semibold"/>
                <a:cs typeface="Segoe UI Semibold"/>
              </a:rPr>
            </a:br>
            <a:r>
              <a:rPr lang="es-ES" sz="1400" b="1" i="0" strike="noStrike" cap="none" baseline="0" dirty="0">
                <a:solidFill>
                  <a:srgbClr val="091F2E"/>
                </a:solidFill>
                <a:effectLst/>
                <a:latin typeface="Segoe UI Semibold"/>
                <a:ea typeface="Segoe UI Semibold"/>
                <a:cs typeface="Segoe UI Semibold"/>
              </a:rPr>
              <a:t>del producto</a:t>
            </a:r>
            <a:endParaRPr lang="en-US" sz="1100" dirty="0">
              <a:solidFill>
                <a:schemeClr val="tx2"/>
              </a:solidFill>
            </a:endParaRPr>
          </a:p>
        </p:txBody>
      </p:sp>
      <p:sp>
        <p:nvSpPr>
          <p:cNvPr id="24" name="RetrievalCard">
            <a:extLst>
              <a:ext uri="{FF2B5EF4-FFF2-40B4-BE49-F238E27FC236}">
                <a16:creationId xmlns:a16="http://schemas.microsoft.com/office/drawing/2014/main" id="{7372B015-29D3-1CA0-E950-FFADDC8FB099}"/>
              </a:ext>
            </a:extLst>
          </p:cNvPr>
          <p:cNvSpPr/>
          <p:nvPr/>
        </p:nvSpPr>
        <p:spPr>
          <a:xfrm>
            <a:off x="3297377" y="3920653"/>
            <a:ext cx="5578993" cy="492443"/>
          </a:xfrm>
          <a:prstGeom prst="roundRect">
            <a:avLst>
              <a:gd name="adj" fmla="val 12000"/>
            </a:avLst>
          </a:prstGeom>
          <a:solidFill>
            <a:schemeClr val="bg1"/>
          </a:solidFill>
          <a:ln w="9525">
            <a:solidFill>
              <a:schemeClr val="tx2">
                <a:lumMod val="25000"/>
                <a:lumOff val="75000"/>
              </a:schemeClr>
            </a:solidFill>
          </a:ln>
        </p:spPr>
        <p:txBody>
          <a:bodyPr anchor="ctr"/>
          <a:lstStyle/>
          <a:p>
            <a:r>
              <a:rPr lang="es-ES" sz="1400" b="1" i="0" strike="noStrike" cap="none" baseline="0">
                <a:solidFill>
                  <a:srgbClr val="091F2E"/>
                </a:solidFill>
                <a:effectLst/>
                <a:latin typeface="Segoe UI Semibold"/>
                <a:ea typeface="Segoe UI Semibold"/>
                <a:cs typeface="Segoe UI Semibold"/>
              </a:rPr>
              <a:t>Directivas de RR. HH.</a:t>
            </a:r>
            <a:endParaRPr lang="en-US" sz="1100">
              <a:solidFill>
                <a:schemeClr val="tx2"/>
              </a:solidFill>
            </a:endParaRPr>
          </a:p>
        </p:txBody>
      </p:sp>
      <p:sp>
        <p:nvSpPr>
          <p:cNvPr id="25" name="RetrievalCard">
            <a:extLst>
              <a:ext uri="{FF2B5EF4-FFF2-40B4-BE49-F238E27FC236}">
                <a16:creationId xmlns:a16="http://schemas.microsoft.com/office/drawing/2014/main" id="{07EC0A0A-EAB1-7A02-1A79-94AA41024470}"/>
              </a:ext>
            </a:extLst>
          </p:cNvPr>
          <p:cNvSpPr/>
          <p:nvPr/>
        </p:nvSpPr>
        <p:spPr>
          <a:xfrm>
            <a:off x="3297377" y="4470210"/>
            <a:ext cx="5578993" cy="492443"/>
          </a:xfrm>
          <a:prstGeom prst="roundRect">
            <a:avLst>
              <a:gd name="adj" fmla="val 12000"/>
            </a:avLst>
          </a:prstGeom>
          <a:solidFill>
            <a:schemeClr val="bg1"/>
          </a:solidFill>
          <a:ln w="9525">
            <a:solidFill>
              <a:schemeClr val="tx2">
                <a:lumMod val="25000"/>
                <a:lumOff val="75000"/>
              </a:schemeClr>
            </a:solidFill>
          </a:ln>
        </p:spPr>
        <p:txBody>
          <a:bodyPr anchor="ctr"/>
          <a:lstStyle/>
          <a:p>
            <a:r>
              <a:rPr lang="es-ES" sz="1400" b="1" i="0" strike="noStrike" cap="none" baseline="0">
                <a:solidFill>
                  <a:srgbClr val="091F2E"/>
                </a:solidFill>
                <a:effectLst/>
                <a:latin typeface="Segoe UI Semibold"/>
                <a:ea typeface="Segoe UI Semibold"/>
                <a:cs typeface="Segoe UI Semibold"/>
              </a:rPr>
              <a:t>Referencia de API</a:t>
            </a:r>
            <a:endParaRPr lang="en-US" sz="1100">
              <a:solidFill>
                <a:schemeClr val="tx2"/>
              </a:solidFill>
            </a:endParaRPr>
          </a:p>
        </p:txBody>
      </p:sp>
      <p:grpSp>
        <p:nvGrpSpPr>
          <p:cNvPr id="69" name="Group 68">
            <a:extLst>
              <a:ext uri="{FF2B5EF4-FFF2-40B4-BE49-F238E27FC236}">
                <a16:creationId xmlns:a16="http://schemas.microsoft.com/office/drawing/2014/main" id="{B72CB280-B3D6-45D9-0160-879DBF5B42A5}"/>
              </a:ext>
            </a:extLst>
          </p:cNvPr>
          <p:cNvGrpSpPr/>
          <p:nvPr/>
        </p:nvGrpSpPr>
        <p:grpSpPr>
          <a:xfrm>
            <a:off x="9707606" y="2813936"/>
            <a:ext cx="2137061" cy="1698477"/>
            <a:chOff x="9237183" y="2364358"/>
            <a:chExt cx="2137061" cy="1698477"/>
          </a:xfrm>
        </p:grpSpPr>
        <p:sp>
          <p:nvSpPr>
            <p:cNvPr id="42" name="RetrievalCard">
              <a:extLst>
                <a:ext uri="{FF2B5EF4-FFF2-40B4-BE49-F238E27FC236}">
                  <a16:creationId xmlns:a16="http://schemas.microsoft.com/office/drawing/2014/main" id="{E29002AC-67E1-7D9A-DAC0-E54E500F7B96}"/>
                </a:ext>
              </a:extLst>
            </p:cNvPr>
            <p:cNvSpPr/>
            <p:nvPr/>
          </p:nvSpPr>
          <p:spPr>
            <a:xfrm>
              <a:off x="9237183" y="2364358"/>
              <a:ext cx="2137061" cy="492443"/>
            </a:xfrm>
            <a:prstGeom prst="roundRect">
              <a:avLst>
                <a:gd name="adj" fmla="val 12000"/>
              </a:avLst>
            </a:prstGeom>
            <a:solidFill>
              <a:srgbClr val="D9EBF8">
                <a:alpha val="50196"/>
              </a:srgbClr>
            </a:solidFill>
            <a:ln w="9525">
              <a:solidFill>
                <a:schemeClr val="tx2">
                  <a:lumMod val="25000"/>
                  <a:lumOff val="75000"/>
                </a:schemeClr>
              </a:solidFill>
            </a:ln>
          </p:spPr>
          <p:txBody>
            <a:bodyPr anchor="ctr"/>
            <a:lstStyle/>
            <a:p>
              <a:pPr lvl="1"/>
              <a:r>
                <a:rPr lang="es-ES" sz="1600" b="1" i="0" strike="noStrike" cap="none" baseline="0" dirty="0">
                  <a:solidFill>
                    <a:srgbClr val="0078D4"/>
                  </a:solidFill>
                  <a:effectLst/>
                  <a:latin typeface="Segoe UI Semibold"/>
                  <a:ea typeface="Segoe UI Semibold"/>
                  <a:cs typeface="Segoe UI Semibold"/>
                </a:rPr>
                <a:t>Agente de soporte</a:t>
              </a:r>
              <a:endParaRPr lang="en-US" sz="1200" dirty="0">
                <a:solidFill>
                  <a:srgbClr val="0078D4"/>
                </a:solidFill>
              </a:endParaRPr>
            </a:p>
          </p:txBody>
        </p:sp>
        <p:sp>
          <p:nvSpPr>
            <p:cNvPr id="43" name="RetrievalCard">
              <a:extLst>
                <a:ext uri="{FF2B5EF4-FFF2-40B4-BE49-F238E27FC236}">
                  <a16:creationId xmlns:a16="http://schemas.microsoft.com/office/drawing/2014/main" id="{EA07343C-9F98-2545-FC0F-30E054CEEAB8}"/>
                </a:ext>
              </a:extLst>
            </p:cNvPr>
            <p:cNvSpPr/>
            <p:nvPr/>
          </p:nvSpPr>
          <p:spPr>
            <a:xfrm>
              <a:off x="9237183" y="2967375"/>
              <a:ext cx="2137061" cy="492443"/>
            </a:xfrm>
            <a:prstGeom prst="roundRect">
              <a:avLst>
                <a:gd name="adj" fmla="val 12000"/>
              </a:avLst>
            </a:prstGeom>
            <a:solidFill>
              <a:srgbClr val="D9EBF8">
                <a:alpha val="50196"/>
              </a:srgbClr>
            </a:solidFill>
            <a:ln w="9525">
              <a:solidFill>
                <a:schemeClr val="tx2">
                  <a:lumMod val="25000"/>
                  <a:lumOff val="75000"/>
                </a:schemeClr>
              </a:solidFill>
            </a:ln>
          </p:spPr>
          <p:txBody>
            <a:bodyPr anchor="ctr"/>
            <a:lstStyle/>
            <a:p>
              <a:pPr lvl="1"/>
              <a:r>
                <a:rPr lang="es-ES" sz="1600" b="1" i="0" strike="noStrike" cap="none" baseline="0" dirty="0">
                  <a:solidFill>
                    <a:srgbClr val="0078D4"/>
                  </a:solidFill>
                  <a:effectLst/>
                  <a:latin typeface="Segoe UI Semibold"/>
                  <a:ea typeface="Segoe UI Semibold"/>
                  <a:cs typeface="Segoe UI Semibold"/>
                </a:rPr>
                <a:t>Asistente de RR. HH.</a:t>
              </a:r>
              <a:endParaRPr lang="en-US" sz="1200" dirty="0">
                <a:solidFill>
                  <a:srgbClr val="0078D4"/>
                </a:solidFill>
              </a:endParaRPr>
            </a:p>
          </p:txBody>
        </p:sp>
        <p:sp>
          <p:nvSpPr>
            <p:cNvPr id="44" name="RetrievalCard">
              <a:extLst>
                <a:ext uri="{FF2B5EF4-FFF2-40B4-BE49-F238E27FC236}">
                  <a16:creationId xmlns:a16="http://schemas.microsoft.com/office/drawing/2014/main" id="{A8BF7B99-82FB-9A70-8B66-F37CDFA14BB5}"/>
                </a:ext>
              </a:extLst>
            </p:cNvPr>
            <p:cNvSpPr/>
            <p:nvPr/>
          </p:nvSpPr>
          <p:spPr>
            <a:xfrm>
              <a:off x="9237183" y="3570392"/>
              <a:ext cx="2137061" cy="492443"/>
            </a:xfrm>
            <a:prstGeom prst="roundRect">
              <a:avLst>
                <a:gd name="adj" fmla="val 12000"/>
              </a:avLst>
            </a:prstGeom>
            <a:solidFill>
              <a:srgbClr val="D9EBF8">
                <a:alpha val="50196"/>
              </a:srgbClr>
            </a:solidFill>
            <a:ln w="9525">
              <a:solidFill>
                <a:schemeClr val="tx2">
                  <a:lumMod val="25000"/>
                  <a:lumOff val="75000"/>
                </a:schemeClr>
              </a:solidFill>
            </a:ln>
          </p:spPr>
          <p:txBody>
            <a:bodyPr anchor="ctr"/>
            <a:lstStyle/>
            <a:p>
              <a:pPr lvl="1"/>
              <a:r>
                <a:rPr lang="es-ES" sz="1600" b="1" i="0" strike="noStrike" cap="none" baseline="0" dirty="0">
                  <a:solidFill>
                    <a:srgbClr val="0078D4"/>
                  </a:solidFill>
                  <a:effectLst/>
                  <a:latin typeface="Segoe UI Semibold"/>
                  <a:ea typeface="Segoe UI Semibold"/>
                  <a:cs typeface="Segoe UI Semibold"/>
                </a:rPr>
                <a:t>Agente de desarrollo </a:t>
              </a:r>
              <a:endParaRPr lang="en-US" sz="1200" dirty="0">
                <a:solidFill>
                  <a:srgbClr val="0078D4"/>
                </a:solidFill>
              </a:endParaRPr>
            </a:p>
          </p:txBody>
        </p:sp>
        <p:grpSp>
          <p:nvGrpSpPr>
            <p:cNvPr id="53" name="Group 52">
              <a:extLst>
                <a:ext uri="{FF2B5EF4-FFF2-40B4-BE49-F238E27FC236}">
                  <a16:creationId xmlns:a16="http://schemas.microsoft.com/office/drawing/2014/main" id="{E843C525-AA42-5877-34EB-32ED172434F1}"/>
                </a:ext>
              </a:extLst>
            </p:cNvPr>
            <p:cNvGrpSpPr>
              <a:grpSpLocks noChangeAspect="1"/>
            </p:cNvGrpSpPr>
            <p:nvPr/>
          </p:nvGrpSpPr>
          <p:grpSpPr>
            <a:xfrm>
              <a:off x="9322419" y="2427699"/>
              <a:ext cx="365760" cy="365760"/>
              <a:chOff x="9779620" y="4828054"/>
              <a:chExt cx="914400" cy="914400"/>
            </a:xfrm>
          </p:grpSpPr>
          <p:sp>
            <p:nvSpPr>
              <p:cNvPr id="46" name="Rounded Rectangle 45">
                <a:extLst>
                  <a:ext uri="{FF2B5EF4-FFF2-40B4-BE49-F238E27FC236}">
                    <a16:creationId xmlns:a16="http://schemas.microsoft.com/office/drawing/2014/main" id="{97E29DED-5FF6-4FBC-A6E4-93D6F222AD4B}"/>
                  </a:ext>
                </a:extLst>
              </p:cNvPr>
              <p:cNvSpPr/>
              <p:nvPr/>
            </p:nvSpPr>
            <p:spPr bwMode="auto">
              <a:xfrm>
                <a:off x="9779620" y="4828054"/>
                <a:ext cx="914400" cy="9144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8" name="Graphic 47" descr="Robot outline">
                <a:extLst>
                  <a:ext uri="{FF2B5EF4-FFF2-40B4-BE49-F238E27FC236}">
                    <a16:creationId xmlns:a16="http://schemas.microsoft.com/office/drawing/2014/main" id="{A0369E44-0507-5478-77A0-8B6C227697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79620" y="4828054"/>
                <a:ext cx="914400" cy="914400"/>
              </a:xfrm>
              <a:prstGeom prst="rect">
                <a:avLst/>
              </a:prstGeom>
            </p:spPr>
          </p:pic>
        </p:grpSp>
        <p:grpSp>
          <p:nvGrpSpPr>
            <p:cNvPr id="54" name="Group 53">
              <a:extLst>
                <a:ext uri="{FF2B5EF4-FFF2-40B4-BE49-F238E27FC236}">
                  <a16:creationId xmlns:a16="http://schemas.microsoft.com/office/drawing/2014/main" id="{61048AF1-BE39-3030-5FB9-8E0C84659A8C}"/>
                </a:ext>
              </a:extLst>
            </p:cNvPr>
            <p:cNvGrpSpPr>
              <a:grpSpLocks noChangeAspect="1"/>
            </p:cNvGrpSpPr>
            <p:nvPr/>
          </p:nvGrpSpPr>
          <p:grpSpPr>
            <a:xfrm>
              <a:off x="9322419" y="3030716"/>
              <a:ext cx="365760" cy="365760"/>
              <a:chOff x="9779620" y="4828054"/>
              <a:chExt cx="914400" cy="914400"/>
            </a:xfrm>
          </p:grpSpPr>
          <p:sp>
            <p:nvSpPr>
              <p:cNvPr id="55" name="Rounded Rectangle 54">
                <a:extLst>
                  <a:ext uri="{FF2B5EF4-FFF2-40B4-BE49-F238E27FC236}">
                    <a16:creationId xmlns:a16="http://schemas.microsoft.com/office/drawing/2014/main" id="{9B0DDA6B-1C8F-0EB1-FD9A-916B1BEAEA61}"/>
                  </a:ext>
                </a:extLst>
              </p:cNvPr>
              <p:cNvSpPr/>
              <p:nvPr/>
            </p:nvSpPr>
            <p:spPr bwMode="auto">
              <a:xfrm>
                <a:off x="9779620" y="4828054"/>
                <a:ext cx="914400" cy="9144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6" name="Graphic 55" descr="Robot outline">
                <a:extLst>
                  <a:ext uri="{FF2B5EF4-FFF2-40B4-BE49-F238E27FC236}">
                    <a16:creationId xmlns:a16="http://schemas.microsoft.com/office/drawing/2014/main" id="{21072248-D42D-0122-4762-7363A1958B7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79620" y="4828054"/>
                <a:ext cx="914400" cy="914400"/>
              </a:xfrm>
              <a:prstGeom prst="rect">
                <a:avLst/>
              </a:prstGeom>
            </p:spPr>
          </p:pic>
        </p:grpSp>
        <p:grpSp>
          <p:nvGrpSpPr>
            <p:cNvPr id="57" name="Group 56">
              <a:extLst>
                <a:ext uri="{FF2B5EF4-FFF2-40B4-BE49-F238E27FC236}">
                  <a16:creationId xmlns:a16="http://schemas.microsoft.com/office/drawing/2014/main" id="{9AD5E25D-6B32-7492-5B31-1C6521031DCF}"/>
                </a:ext>
              </a:extLst>
            </p:cNvPr>
            <p:cNvGrpSpPr>
              <a:grpSpLocks noChangeAspect="1"/>
            </p:cNvGrpSpPr>
            <p:nvPr/>
          </p:nvGrpSpPr>
          <p:grpSpPr>
            <a:xfrm>
              <a:off x="9322419" y="3633733"/>
              <a:ext cx="365760" cy="365760"/>
              <a:chOff x="9779620" y="4828054"/>
              <a:chExt cx="914400" cy="914400"/>
            </a:xfrm>
          </p:grpSpPr>
          <p:sp>
            <p:nvSpPr>
              <p:cNvPr id="58" name="Rounded Rectangle 57">
                <a:extLst>
                  <a:ext uri="{FF2B5EF4-FFF2-40B4-BE49-F238E27FC236}">
                    <a16:creationId xmlns:a16="http://schemas.microsoft.com/office/drawing/2014/main" id="{81ABBB3B-61E8-6C4A-6A16-F19D0DB0E553}"/>
                  </a:ext>
                </a:extLst>
              </p:cNvPr>
              <p:cNvSpPr/>
              <p:nvPr/>
            </p:nvSpPr>
            <p:spPr bwMode="auto">
              <a:xfrm>
                <a:off x="9779620" y="4828054"/>
                <a:ext cx="914400" cy="91440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59" name="Graphic 58" descr="Robot outline">
                <a:extLst>
                  <a:ext uri="{FF2B5EF4-FFF2-40B4-BE49-F238E27FC236}">
                    <a16:creationId xmlns:a16="http://schemas.microsoft.com/office/drawing/2014/main" id="{004E1800-5CE6-1792-41BF-2D37C2F728B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779620" y="4828054"/>
                <a:ext cx="914400" cy="914400"/>
              </a:xfrm>
              <a:prstGeom prst="rect">
                <a:avLst/>
              </a:prstGeom>
            </p:spPr>
          </p:pic>
        </p:grpSp>
      </p:grpSp>
      <p:cxnSp>
        <p:nvCxnSpPr>
          <p:cNvPr id="60" name="Straight Connector 59">
            <a:extLst>
              <a:ext uri="{FF2B5EF4-FFF2-40B4-BE49-F238E27FC236}">
                <a16:creationId xmlns:a16="http://schemas.microsoft.com/office/drawing/2014/main" id="{02A94880-5A87-F4BA-E2B3-3DDEA171D146}"/>
              </a:ext>
            </a:extLst>
          </p:cNvPr>
          <p:cNvCxnSpPr>
            <a:stCxn id="42" idx="1"/>
            <a:endCxn id="5" idx="3"/>
          </p:cNvCxnSpPr>
          <p:nvPr/>
        </p:nvCxnSpPr>
        <p:spPr>
          <a:xfrm flipH="1">
            <a:off x="9043639" y="3060158"/>
            <a:ext cx="663967" cy="507613"/>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DA076D6-E790-000C-D231-4E552E15E51E}"/>
              </a:ext>
            </a:extLst>
          </p:cNvPr>
          <p:cNvCxnSpPr>
            <a:stCxn id="43" idx="1"/>
            <a:endCxn id="5" idx="3"/>
          </p:cNvCxnSpPr>
          <p:nvPr/>
        </p:nvCxnSpPr>
        <p:spPr>
          <a:xfrm flipH="1" flipV="1">
            <a:off x="9043639" y="3567771"/>
            <a:ext cx="663967" cy="95404"/>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1D328C78-CE15-384D-211A-A0832F6BD184}"/>
              </a:ext>
            </a:extLst>
          </p:cNvPr>
          <p:cNvCxnSpPr>
            <a:stCxn id="44" idx="1"/>
            <a:endCxn id="5" idx="3"/>
          </p:cNvCxnSpPr>
          <p:nvPr/>
        </p:nvCxnSpPr>
        <p:spPr>
          <a:xfrm flipH="1" flipV="1">
            <a:off x="9043639" y="3567771"/>
            <a:ext cx="663967" cy="698421"/>
          </a:xfrm>
          <a:prstGeom prst="line">
            <a:avLst/>
          </a:prstGeom>
          <a:ln>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F6798A86-BEFA-2551-E1A8-F25AABB25577}"/>
              </a:ext>
            </a:extLst>
          </p:cNvPr>
          <p:cNvSpPr txBox="1"/>
          <p:nvPr/>
        </p:nvSpPr>
        <p:spPr>
          <a:xfrm>
            <a:off x="814142" y="1950340"/>
            <a:ext cx="2185099" cy="246278"/>
          </a:xfrm>
          <a:prstGeom prst="rect">
            <a:avLst/>
          </a:prstGeom>
          <a:noFill/>
        </p:spPr>
        <p:txBody>
          <a:bodyPr wrap="none" lIns="0" tIns="0" rIns="0" bIns="0" rtlCol="0">
            <a:spAutoFit/>
          </a:bodyPr>
          <a:lstStyle/>
          <a:p>
            <a:pPr algn="l"/>
            <a:r>
              <a:rPr lang="es-ES" sz="1600" b="0" i="0" strike="noStrike" cap="none" baseline="0">
                <a:solidFill>
                  <a:srgbClr val="808080"/>
                </a:solidFill>
                <a:effectLst/>
                <a:latin typeface="Segoe UI Semibold"/>
                <a:ea typeface="Segoe UI Semibold"/>
                <a:cs typeface="Segoe UI Semibold"/>
              </a:rPr>
              <a:t>ORÍGENES DE DATOS</a:t>
            </a:r>
          </a:p>
        </p:txBody>
      </p:sp>
      <p:sp>
        <p:nvSpPr>
          <p:cNvPr id="85" name="TextBox 84">
            <a:extLst>
              <a:ext uri="{FF2B5EF4-FFF2-40B4-BE49-F238E27FC236}">
                <a16:creationId xmlns:a16="http://schemas.microsoft.com/office/drawing/2014/main" id="{0870EEC8-7239-B204-7046-CCFFACFF9C73}"/>
              </a:ext>
            </a:extLst>
          </p:cNvPr>
          <p:cNvSpPr txBox="1"/>
          <p:nvPr/>
        </p:nvSpPr>
        <p:spPr>
          <a:xfrm>
            <a:off x="9550472" y="1950340"/>
            <a:ext cx="2462483" cy="246278"/>
          </a:xfrm>
          <a:prstGeom prst="rect">
            <a:avLst/>
          </a:prstGeom>
          <a:noFill/>
        </p:spPr>
        <p:txBody>
          <a:bodyPr wrap="none" lIns="0" tIns="0" rIns="0" bIns="0" rtlCol="0">
            <a:spAutoFit/>
          </a:bodyPr>
          <a:lstStyle/>
          <a:p>
            <a:pPr algn="l"/>
            <a:r>
              <a:rPr lang="es-ES" sz="1600" b="0" i="0" strike="noStrike" cap="none" baseline="0" dirty="0">
                <a:solidFill>
                  <a:srgbClr val="808080"/>
                </a:solidFill>
                <a:effectLst/>
                <a:latin typeface="Segoe UI Semibold"/>
                <a:ea typeface="Segoe UI Semibold"/>
                <a:cs typeface="Segoe UI Semibold"/>
              </a:rPr>
              <a:t>AGENTES CONECTADOS</a:t>
            </a:r>
          </a:p>
        </p:txBody>
      </p:sp>
      <p:sp>
        <p:nvSpPr>
          <p:cNvPr id="86" name="TextBox 85">
            <a:extLst>
              <a:ext uri="{FF2B5EF4-FFF2-40B4-BE49-F238E27FC236}">
                <a16:creationId xmlns:a16="http://schemas.microsoft.com/office/drawing/2014/main" id="{DEFFF0E2-87D2-25B9-AA4F-E5839CD897AB}"/>
              </a:ext>
            </a:extLst>
          </p:cNvPr>
          <p:cNvSpPr txBox="1"/>
          <p:nvPr/>
        </p:nvSpPr>
        <p:spPr>
          <a:xfrm>
            <a:off x="4100223" y="2100811"/>
            <a:ext cx="4776148" cy="822960"/>
          </a:xfrm>
          <a:prstGeom prst="rect">
            <a:avLst/>
          </a:prstGeom>
          <a:noFill/>
        </p:spPr>
        <p:txBody>
          <a:bodyPr wrap="square" lIns="0" tIns="0" rIns="0" bIns="0" rtlCol="0">
            <a:spAutoFit/>
          </a:bodyPr>
          <a:lstStyle/>
          <a:p>
            <a:pPr algn="l"/>
            <a:r>
              <a:rPr lang="es-ES" sz="1800" b="1" i="0" strike="noStrike" cap="none" baseline="0" dirty="0" err="1">
                <a:solidFill>
                  <a:srgbClr val="141883"/>
                </a:solidFill>
                <a:effectLst/>
                <a:latin typeface="Segoe UI"/>
                <a:ea typeface="Segoe UI"/>
                <a:cs typeface="Segoe UI"/>
              </a:rPr>
              <a:t>Foundry</a:t>
            </a:r>
            <a:r>
              <a:rPr lang="es-ES" sz="1800" b="1" i="0" strike="noStrike" cap="none" baseline="0" dirty="0">
                <a:solidFill>
                  <a:srgbClr val="141883"/>
                </a:solidFill>
                <a:effectLst/>
                <a:latin typeface="Segoe UI"/>
                <a:ea typeface="Segoe UI"/>
                <a:cs typeface="Segoe UI"/>
              </a:rPr>
              <a:t> IQ</a:t>
            </a:r>
          </a:p>
          <a:p>
            <a:r>
              <a:rPr lang="es-ES" sz="1200" b="0" i="0" strike="noStrike" cap="none" baseline="0" dirty="0">
                <a:solidFill>
                  <a:srgbClr val="0078D4"/>
                </a:solidFill>
                <a:effectLst/>
                <a:latin typeface="Segoe UI"/>
                <a:ea typeface="Segoe UI"/>
                <a:cs typeface="Segoe UI"/>
              </a:rPr>
              <a:t>Bases de conocimiento administradas centralmente: indexadas automáticamente, sincronizadas continuamente y accesibles para cualquier agente autorizado</a:t>
            </a:r>
            <a:endParaRPr lang="en-US" sz="1400" b="1" dirty="0">
              <a:solidFill>
                <a:srgbClr val="0078D4"/>
              </a:solidFill>
            </a:endParaRPr>
          </a:p>
        </p:txBody>
      </p:sp>
      <p:pic>
        <p:nvPicPr>
          <p:cNvPr id="94" name="Graphic 55">
            <a:extLst>
              <a:ext uri="{FF2B5EF4-FFF2-40B4-BE49-F238E27FC236}">
                <a16:creationId xmlns:a16="http://schemas.microsoft.com/office/drawing/2014/main" id="{6D6E1C81-2FEE-9BEE-45AF-37BB97D8520F}"/>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203651" y="1972526"/>
            <a:ext cx="871729" cy="822301"/>
          </a:xfrm>
          <a:prstGeom prst="rect">
            <a:avLst/>
          </a:prstGeom>
        </p:spPr>
      </p:pic>
      <p:grpSp>
        <p:nvGrpSpPr>
          <p:cNvPr id="109" name="Group 108">
            <a:extLst>
              <a:ext uri="{FF2B5EF4-FFF2-40B4-BE49-F238E27FC236}">
                <a16:creationId xmlns:a16="http://schemas.microsoft.com/office/drawing/2014/main" id="{DA898C23-8894-6E87-FD22-7E161C8A097E}"/>
              </a:ext>
            </a:extLst>
          </p:cNvPr>
          <p:cNvGrpSpPr/>
          <p:nvPr/>
        </p:nvGrpSpPr>
        <p:grpSpPr>
          <a:xfrm>
            <a:off x="4954799" y="3436946"/>
            <a:ext cx="971471" cy="357054"/>
            <a:chOff x="5610265" y="5613522"/>
            <a:chExt cx="971471" cy="357054"/>
          </a:xfrm>
        </p:grpSpPr>
        <p:sp>
          <p:nvSpPr>
            <p:cNvPr id="95" name="TextBox 94">
              <a:extLst>
                <a:ext uri="{FF2B5EF4-FFF2-40B4-BE49-F238E27FC236}">
                  <a16:creationId xmlns:a16="http://schemas.microsoft.com/office/drawing/2014/main" id="{6CAE5494-5D52-9EEC-2066-B6B83162C5B1}"/>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96" name="TextBox 95">
              <a:extLst>
                <a:ext uri="{FF2B5EF4-FFF2-40B4-BE49-F238E27FC236}">
                  <a16:creationId xmlns:a16="http://schemas.microsoft.com/office/drawing/2014/main" id="{0A088C2D-BBAB-F0D5-98E9-8B3902B076B6}"/>
                </a:ext>
              </a:extLst>
            </p:cNvPr>
            <p:cNvSpPr txBox="1"/>
            <p:nvPr/>
          </p:nvSpPr>
          <p:spPr>
            <a:xfrm>
              <a:off x="5610266" y="5653550"/>
              <a:ext cx="971470" cy="261610"/>
            </a:xfrm>
            <a:prstGeom prst="rect">
              <a:avLst/>
            </a:prstGeom>
            <a:noFill/>
          </p:spPr>
          <p:txBody>
            <a:bodyPr wrap="square">
              <a:spAutoFit/>
            </a:bodyPr>
            <a:lstStyle/>
            <a:p>
              <a:pPr algn="ctr"/>
              <a:r>
                <a:rPr lang="es-ES" sz="1100" b="1" i="0" strike="noStrike" cap="none" baseline="0" dirty="0">
                  <a:solidFill>
                    <a:srgbClr val="4C4C4C"/>
                  </a:solidFill>
                  <a:effectLst/>
                  <a:latin typeface="Segoe UI"/>
                  <a:ea typeface="Segoe UI"/>
                  <a:cs typeface="Segoe UI"/>
                </a:rPr>
                <a:t>SharePoint</a:t>
              </a:r>
            </a:p>
          </p:txBody>
        </p:sp>
      </p:grpSp>
      <p:grpSp>
        <p:nvGrpSpPr>
          <p:cNvPr id="99" name="Group 98">
            <a:extLst>
              <a:ext uri="{FF2B5EF4-FFF2-40B4-BE49-F238E27FC236}">
                <a16:creationId xmlns:a16="http://schemas.microsoft.com/office/drawing/2014/main" id="{AF5ACDA6-D8B6-806A-846D-87DFF3879608}"/>
              </a:ext>
            </a:extLst>
          </p:cNvPr>
          <p:cNvGrpSpPr/>
          <p:nvPr/>
        </p:nvGrpSpPr>
        <p:grpSpPr>
          <a:xfrm>
            <a:off x="7945940" y="4544455"/>
            <a:ext cx="863709" cy="357054"/>
            <a:chOff x="7279230" y="5667496"/>
            <a:chExt cx="493170" cy="357054"/>
          </a:xfrm>
        </p:grpSpPr>
        <p:sp>
          <p:nvSpPr>
            <p:cNvPr id="97" name="TextBox 96">
              <a:extLst>
                <a:ext uri="{FF2B5EF4-FFF2-40B4-BE49-F238E27FC236}">
                  <a16:creationId xmlns:a16="http://schemas.microsoft.com/office/drawing/2014/main" id="{58F2CE10-D4FA-55EF-754F-EF529D365D1A}"/>
                </a:ext>
              </a:extLst>
            </p:cNvPr>
            <p:cNvSpPr txBox="1"/>
            <p:nvPr/>
          </p:nvSpPr>
          <p:spPr>
            <a:xfrm>
              <a:off x="7279231" y="5667496"/>
              <a:ext cx="493169" cy="357054"/>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98" name="TextBox 97">
              <a:extLst>
                <a:ext uri="{FF2B5EF4-FFF2-40B4-BE49-F238E27FC236}">
                  <a16:creationId xmlns:a16="http://schemas.microsoft.com/office/drawing/2014/main" id="{4C19D7FB-48AD-8729-6285-FDB8F61DF757}"/>
                </a:ext>
              </a:extLst>
            </p:cNvPr>
            <p:cNvSpPr txBox="1"/>
            <p:nvPr/>
          </p:nvSpPr>
          <p:spPr>
            <a:xfrm>
              <a:off x="7279230" y="5707524"/>
              <a:ext cx="493169" cy="261610"/>
            </a:xfrm>
            <a:prstGeom prst="rect">
              <a:avLst/>
            </a:prstGeom>
            <a:noFill/>
          </p:spPr>
          <p:txBody>
            <a:bodyPr wrap="square">
              <a:spAutoFit/>
            </a:bodyPr>
            <a:lstStyle/>
            <a:p>
              <a:pPr algn="ctr"/>
              <a:r>
                <a:rPr lang="es-ES" sz="1100" b="1" i="0" strike="noStrike" cap="none" baseline="0" dirty="0">
                  <a:solidFill>
                    <a:srgbClr val="0070C0"/>
                  </a:solidFill>
                  <a:effectLst/>
                  <a:latin typeface="Segoe UI"/>
                  <a:ea typeface="Segoe UI"/>
                  <a:cs typeface="Segoe UI"/>
                </a:rPr>
                <a:t>Desarrollo</a:t>
              </a:r>
            </a:p>
          </p:txBody>
        </p:sp>
      </p:grpSp>
      <p:grpSp>
        <p:nvGrpSpPr>
          <p:cNvPr id="100" name="Group 99">
            <a:extLst>
              <a:ext uri="{FF2B5EF4-FFF2-40B4-BE49-F238E27FC236}">
                <a16:creationId xmlns:a16="http://schemas.microsoft.com/office/drawing/2014/main" id="{14144966-D7EE-32B3-7C5F-EE9F5EC8A7B1}"/>
              </a:ext>
            </a:extLst>
          </p:cNvPr>
          <p:cNvGrpSpPr/>
          <p:nvPr/>
        </p:nvGrpSpPr>
        <p:grpSpPr>
          <a:xfrm>
            <a:off x="7945941" y="3436946"/>
            <a:ext cx="863709" cy="357054"/>
            <a:chOff x="7279230" y="5667496"/>
            <a:chExt cx="493170" cy="357054"/>
          </a:xfrm>
        </p:grpSpPr>
        <p:sp>
          <p:nvSpPr>
            <p:cNvPr id="101" name="TextBox 100">
              <a:extLst>
                <a:ext uri="{FF2B5EF4-FFF2-40B4-BE49-F238E27FC236}">
                  <a16:creationId xmlns:a16="http://schemas.microsoft.com/office/drawing/2014/main" id="{C373CD4E-100A-3738-23FF-39EDF1BB3944}"/>
                </a:ext>
              </a:extLst>
            </p:cNvPr>
            <p:cNvSpPr txBox="1"/>
            <p:nvPr/>
          </p:nvSpPr>
          <p:spPr>
            <a:xfrm>
              <a:off x="7279231" y="5667496"/>
              <a:ext cx="493169" cy="357054"/>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102" name="TextBox 101">
              <a:extLst>
                <a:ext uri="{FF2B5EF4-FFF2-40B4-BE49-F238E27FC236}">
                  <a16:creationId xmlns:a16="http://schemas.microsoft.com/office/drawing/2014/main" id="{C0B56F58-F714-BF8F-CC57-CE1B35120C77}"/>
                </a:ext>
              </a:extLst>
            </p:cNvPr>
            <p:cNvSpPr txBox="1"/>
            <p:nvPr/>
          </p:nvSpPr>
          <p:spPr>
            <a:xfrm>
              <a:off x="7279230" y="5707524"/>
              <a:ext cx="493169" cy="261610"/>
            </a:xfrm>
            <a:prstGeom prst="rect">
              <a:avLst/>
            </a:prstGeom>
            <a:noFill/>
          </p:spPr>
          <p:txBody>
            <a:bodyPr wrap="square">
              <a:spAutoFit/>
            </a:bodyPr>
            <a:lstStyle/>
            <a:p>
              <a:pPr algn="ctr"/>
              <a:r>
                <a:rPr lang="es-ES" sz="1100" b="1" i="0" strike="noStrike" cap="none" baseline="0" dirty="0">
                  <a:solidFill>
                    <a:srgbClr val="0070C0"/>
                  </a:solidFill>
                  <a:effectLst/>
                  <a:latin typeface="Segoe UI"/>
                  <a:ea typeface="Segoe UI"/>
                  <a:cs typeface="Segoe UI"/>
                </a:rPr>
                <a:t>Desarrollo</a:t>
              </a:r>
            </a:p>
          </p:txBody>
        </p:sp>
      </p:grpSp>
      <p:grpSp>
        <p:nvGrpSpPr>
          <p:cNvPr id="103" name="Group 102">
            <a:extLst>
              <a:ext uri="{FF2B5EF4-FFF2-40B4-BE49-F238E27FC236}">
                <a16:creationId xmlns:a16="http://schemas.microsoft.com/office/drawing/2014/main" id="{166DDC03-1117-5A39-6115-50AE6AE90CAE}"/>
              </a:ext>
            </a:extLst>
          </p:cNvPr>
          <p:cNvGrpSpPr/>
          <p:nvPr/>
        </p:nvGrpSpPr>
        <p:grpSpPr>
          <a:xfrm>
            <a:off x="7945941" y="4006652"/>
            <a:ext cx="863707" cy="357054"/>
            <a:chOff x="7279231" y="5667496"/>
            <a:chExt cx="493169" cy="357054"/>
          </a:xfrm>
        </p:grpSpPr>
        <p:sp>
          <p:nvSpPr>
            <p:cNvPr id="104" name="TextBox 103">
              <a:extLst>
                <a:ext uri="{FF2B5EF4-FFF2-40B4-BE49-F238E27FC236}">
                  <a16:creationId xmlns:a16="http://schemas.microsoft.com/office/drawing/2014/main" id="{BA0A8811-9224-9185-C8F0-D6561577795E}"/>
                </a:ext>
              </a:extLst>
            </p:cNvPr>
            <p:cNvSpPr txBox="1"/>
            <p:nvPr/>
          </p:nvSpPr>
          <p:spPr>
            <a:xfrm>
              <a:off x="7279231" y="5667496"/>
              <a:ext cx="493169" cy="357054"/>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105" name="TextBox 104">
              <a:extLst>
                <a:ext uri="{FF2B5EF4-FFF2-40B4-BE49-F238E27FC236}">
                  <a16:creationId xmlns:a16="http://schemas.microsoft.com/office/drawing/2014/main" id="{CA4FD44C-4179-868F-3D19-91C310C6380C}"/>
                </a:ext>
              </a:extLst>
            </p:cNvPr>
            <p:cNvSpPr txBox="1"/>
            <p:nvPr/>
          </p:nvSpPr>
          <p:spPr>
            <a:xfrm>
              <a:off x="7279231" y="5707524"/>
              <a:ext cx="493169" cy="261610"/>
            </a:xfrm>
            <a:prstGeom prst="rect">
              <a:avLst/>
            </a:prstGeom>
            <a:noFill/>
          </p:spPr>
          <p:txBody>
            <a:bodyPr wrap="square">
              <a:spAutoFit/>
            </a:bodyPr>
            <a:lstStyle/>
            <a:p>
              <a:pPr algn="ctr"/>
              <a:r>
                <a:rPr lang="es-ES" sz="1100" b="1" i="0" strike="noStrike" cap="none" baseline="0" dirty="0">
                  <a:solidFill>
                    <a:srgbClr val="0070C0"/>
                  </a:solidFill>
                  <a:effectLst/>
                  <a:latin typeface="Segoe UI"/>
                  <a:ea typeface="Segoe UI"/>
                  <a:cs typeface="Segoe UI"/>
                </a:rPr>
                <a:t>RR. HH.</a:t>
              </a:r>
            </a:p>
          </p:txBody>
        </p:sp>
      </p:grpSp>
      <p:grpSp>
        <p:nvGrpSpPr>
          <p:cNvPr id="106" name="Group 105">
            <a:extLst>
              <a:ext uri="{FF2B5EF4-FFF2-40B4-BE49-F238E27FC236}">
                <a16:creationId xmlns:a16="http://schemas.microsoft.com/office/drawing/2014/main" id="{20E6EFB1-66F8-6C2E-748F-E47B4B39C39C}"/>
              </a:ext>
            </a:extLst>
          </p:cNvPr>
          <p:cNvGrpSpPr/>
          <p:nvPr/>
        </p:nvGrpSpPr>
        <p:grpSpPr>
          <a:xfrm>
            <a:off x="6680203" y="3436946"/>
            <a:ext cx="1244501" cy="470915"/>
            <a:chOff x="7279231" y="5667496"/>
            <a:chExt cx="500835" cy="470915"/>
          </a:xfrm>
        </p:grpSpPr>
        <p:sp>
          <p:nvSpPr>
            <p:cNvPr id="107" name="TextBox 106">
              <a:extLst>
                <a:ext uri="{FF2B5EF4-FFF2-40B4-BE49-F238E27FC236}">
                  <a16:creationId xmlns:a16="http://schemas.microsoft.com/office/drawing/2014/main" id="{10DA95F8-588A-942A-C7DB-07361856C0D3}"/>
                </a:ext>
              </a:extLst>
            </p:cNvPr>
            <p:cNvSpPr txBox="1"/>
            <p:nvPr/>
          </p:nvSpPr>
          <p:spPr>
            <a:xfrm>
              <a:off x="7279231" y="5667496"/>
              <a:ext cx="493169" cy="357054"/>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108" name="TextBox 107">
              <a:extLst>
                <a:ext uri="{FF2B5EF4-FFF2-40B4-BE49-F238E27FC236}">
                  <a16:creationId xmlns:a16="http://schemas.microsoft.com/office/drawing/2014/main" id="{10937113-2F21-742F-E9E4-5DDD87289A07}"/>
                </a:ext>
              </a:extLst>
            </p:cNvPr>
            <p:cNvSpPr txBox="1"/>
            <p:nvPr/>
          </p:nvSpPr>
          <p:spPr>
            <a:xfrm>
              <a:off x="7286897" y="5707524"/>
              <a:ext cx="493169" cy="430887"/>
            </a:xfrm>
            <a:prstGeom prst="rect">
              <a:avLst/>
            </a:prstGeom>
            <a:noFill/>
          </p:spPr>
          <p:txBody>
            <a:bodyPr wrap="square">
              <a:spAutoFit/>
            </a:bodyPr>
            <a:lstStyle/>
            <a:p>
              <a:pPr algn="ctr"/>
              <a:r>
                <a:rPr lang="es-ES" sz="1100" b="1" i="0" strike="noStrike" cap="none" baseline="0" dirty="0">
                  <a:solidFill>
                    <a:srgbClr val="0070C0"/>
                  </a:solidFill>
                  <a:effectLst/>
                  <a:latin typeface="Segoe UI"/>
                  <a:ea typeface="Segoe UI"/>
                  <a:cs typeface="Segoe UI"/>
                </a:rPr>
                <a:t>Soporte técnico</a:t>
              </a:r>
            </a:p>
          </p:txBody>
        </p:sp>
      </p:grpSp>
      <p:grpSp>
        <p:nvGrpSpPr>
          <p:cNvPr id="110" name="Group 109">
            <a:extLst>
              <a:ext uri="{FF2B5EF4-FFF2-40B4-BE49-F238E27FC236}">
                <a16:creationId xmlns:a16="http://schemas.microsoft.com/office/drawing/2014/main" id="{69EB02DA-94C5-0EEA-695A-D812A592EB40}"/>
              </a:ext>
            </a:extLst>
          </p:cNvPr>
          <p:cNvGrpSpPr/>
          <p:nvPr/>
        </p:nvGrpSpPr>
        <p:grpSpPr>
          <a:xfrm>
            <a:off x="6688970" y="4544455"/>
            <a:ext cx="663318" cy="357054"/>
            <a:chOff x="5610265" y="5613522"/>
            <a:chExt cx="971470" cy="357054"/>
          </a:xfrm>
        </p:grpSpPr>
        <p:sp>
          <p:nvSpPr>
            <p:cNvPr id="111" name="TextBox 110">
              <a:extLst>
                <a:ext uri="{FF2B5EF4-FFF2-40B4-BE49-F238E27FC236}">
                  <a16:creationId xmlns:a16="http://schemas.microsoft.com/office/drawing/2014/main" id="{AB38679C-0485-DC56-3E51-9D63AE7EAE0F}"/>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112" name="TextBox 111">
              <a:extLst>
                <a:ext uri="{FF2B5EF4-FFF2-40B4-BE49-F238E27FC236}">
                  <a16:creationId xmlns:a16="http://schemas.microsoft.com/office/drawing/2014/main" id="{437D547E-1A02-E3FE-74F1-24F3471E3B2D}"/>
                </a:ext>
              </a:extLst>
            </p:cNvPr>
            <p:cNvSpPr txBox="1"/>
            <p:nvPr/>
          </p:nvSpPr>
          <p:spPr>
            <a:xfrm>
              <a:off x="5610265" y="5653550"/>
              <a:ext cx="971470" cy="261610"/>
            </a:xfrm>
            <a:prstGeom prst="rect">
              <a:avLst/>
            </a:prstGeom>
            <a:noFill/>
          </p:spPr>
          <p:txBody>
            <a:bodyPr wrap="square">
              <a:spAutoFit/>
            </a:bodyPr>
            <a:lstStyle/>
            <a:p>
              <a:pPr algn="ctr"/>
              <a:r>
                <a:rPr lang="es-ES" sz="1100" b="1" i="0" strike="noStrike" cap="none" baseline="0" dirty="0">
                  <a:solidFill>
                    <a:srgbClr val="4C4C4C"/>
                  </a:solidFill>
                  <a:effectLst/>
                  <a:latin typeface="Segoe UI"/>
                  <a:ea typeface="Segoe UI"/>
                  <a:cs typeface="Segoe UI"/>
                </a:rPr>
                <a:t>Blob</a:t>
              </a:r>
            </a:p>
          </p:txBody>
        </p:sp>
      </p:grpSp>
      <p:grpSp>
        <p:nvGrpSpPr>
          <p:cNvPr id="113" name="Group 112">
            <a:extLst>
              <a:ext uri="{FF2B5EF4-FFF2-40B4-BE49-F238E27FC236}">
                <a16:creationId xmlns:a16="http://schemas.microsoft.com/office/drawing/2014/main" id="{18551C45-3817-26CE-A5AA-B9CDBD2E9F96}"/>
              </a:ext>
            </a:extLst>
          </p:cNvPr>
          <p:cNvGrpSpPr/>
          <p:nvPr/>
        </p:nvGrpSpPr>
        <p:grpSpPr>
          <a:xfrm>
            <a:off x="7426566" y="4544455"/>
            <a:ext cx="485436" cy="357054"/>
            <a:chOff x="5610265" y="5613522"/>
            <a:chExt cx="971470" cy="357054"/>
          </a:xfrm>
        </p:grpSpPr>
        <p:sp>
          <p:nvSpPr>
            <p:cNvPr id="114" name="TextBox 113">
              <a:extLst>
                <a:ext uri="{FF2B5EF4-FFF2-40B4-BE49-F238E27FC236}">
                  <a16:creationId xmlns:a16="http://schemas.microsoft.com/office/drawing/2014/main" id="{5CCE9028-9691-035C-F1CD-CE154E934654}"/>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115" name="TextBox 114">
              <a:extLst>
                <a:ext uri="{FF2B5EF4-FFF2-40B4-BE49-F238E27FC236}">
                  <a16:creationId xmlns:a16="http://schemas.microsoft.com/office/drawing/2014/main" id="{325C2149-B65D-66A8-6309-CE57CA9DF205}"/>
                </a:ext>
              </a:extLst>
            </p:cNvPr>
            <p:cNvSpPr txBox="1"/>
            <p:nvPr/>
          </p:nvSpPr>
          <p:spPr>
            <a:xfrm>
              <a:off x="5610265" y="5653550"/>
              <a:ext cx="971470" cy="261610"/>
            </a:xfrm>
            <a:prstGeom prst="rect">
              <a:avLst/>
            </a:prstGeom>
            <a:noFill/>
          </p:spPr>
          <p:txBody>
            <a:bodyPr wrap="square">
              <a:spAutoFit/>
            </a:bodyPr>
            <a:lstStyle/>
            <a:p>
              <a:pPr algn="ctr"/>
              <a:r>
                <a:rPr lang="es-ES" sz="1100" b="1" i="0" strike="noStrike" cap="none" baseline="0" dirty="0">
                  <a:solidFill>
                    <a:srgbClr val="4C4C4C"/>
                  </a:solidFill>
                  <a:effectLst/>
                  <a:latin typeface="Segoe UI"/>
                  <a:ea typeface="Segoe UI"/>
                  <a:cs typeface="Segoe UI"/>
                </a:rPr>
                <a:t>SQL</a:t>
              </a:r>
            </a:p>
          </p:txBody>
        </p:sp>
      </p:grpSp>
      <p:grpSp>
        <p:nvGrpSpPr>
          <p:cNvPr id="116" name="Group 115">
            <a:extLst>
              <a:ext uri="{FF2B5EF4-FFF2-40B4-BE49-F238E27FC236}">
                <a16:creationId xmlns:a16="http://schemas.microsoft.com/office/drawing/2014/main" id="{85D4B621-1756-F10F-54FB-477850BB6840}"/>
              </a:ext>
            </a:extLst>
          </p:cNvPr>
          <p:cNvGrpSpPr/>
          <p:nvPr/>
        </p:nvGrpSpPr>
        <p:grpSpPr>
          <a:xfrm>
            <a:off x="6935611" y="4006652"/>
            <a:ext cx="971470" cy="357054"/>
            <a:chOff x="5610265" y="5613522"/>
            <a:chExt cx="971470" cy="357054"/>
          </a:xfrm>
        </p:grpSpPr>
        <p:sp>
          <p:nvSpPr>
            <p:cNvPr id="117" name="TextBox 116">
              <a:extLst>
                <a:ext uri="{FF2B5EF4-FFF2-40B4-BE49-F238E27FC236}">
                  <a16:creationId xmlns:a16="http://schemas.microsoft.com/office/drawing/2014/main" id="{120A86F9-5EAF-AAEC-4EF7-30649F2814C1}"/>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118" name="TextBox 117">
              <a:extLst>
                <a:ext uri="{FF2B5EF4-FFF2-40B4-BE49-F238E27FC236}">
                  <a16:creationId xmlns:a16="http://schemas.microsoft.com/office/drawing/2014/main" id="{AE2ADFC2-FD03-D7B3-4A51-B9258BDBCEDA}"/>
                </a:ext>
              </a:extLst>
            </p:cNvPr>
            <p:cNvSpPr txBox="1"/>
            <p:nvPr/>
          </p:nvSpPr>
          <p:spPr>
            <a:xfrm>
              <a:off x="5610265" y="5653550"/>
              <a:ext cx="971470" cy="261610"/>
            </a:xfrm>
            <a:prstGeom prst="rect">
              <a:avLst/>
            </a:prstGeom>
            <a:noFill/>
          </p:spPr>
          <p:txBody>
            <a:bodyPr wrap="square">
              <a:spAutoFit/>
            </a:bodyPr>
            <a:lstStyle/>
            <a:p>
              <a:pPr algn="ctr"/>
              <a:r>
                <a:rPr lang="es-ES" sz="1100" b="1" i="0" strike="noStrike" cap="none" baseline="0" dirty="0">
                  <a:solidFill>
                    <a:srgbClr val="4C4C4C"/>
                  </a:solidFill>
                  <a:effectLst/>
                  <a:latin typeface="Segoe UI"/>
                  <a:ea typeface="Segoe UI"/>
                  <a:cs typeface="Segoe UI"/>
                </a:rPr>
                <a:t>SharePoint</a:t>
              </a:r>
            </a:p>
          </p:txBody>
        </p:sp>
      </p:grpSp>
      <p:grpSp>
        <p:nvGrpSpPr>
          <p:cNvPr id="119" name="Group 118">
            <a:extLst>
              <a:ext uri="{FF2B5EF4-FFF2-40B4-BE49-F238E27FC236}">
                <a16:creationId xmlns:a16="http://schemas.microsoft.com/office/drawing/2014/main" id="{16C0A40E-3BC4-ACD7-841B-05DCE2EA9AD7}"/>
              </a:ext>
            </a:extLst>
          </p:cNvPr>
          <p:cNvGrpSpPr/>
          <p:nvPr/>
        </p:nvGrpSpPr>
        <p:grpSpPr>
          <a:xfrm>
            <a:off x="5975148" y="3436946"/>
            <a:ext cx="663318" cy="357054"/>
            <a:chOff x="5610265" y="5613522"/>
            <a:chExt cx="971470" cy="357054"/>
          </a:xfrm>
        </p:grpSpPr>
        <p:sp>
          <p:nvSpPr>
            <p:cNvPr id="120" name="TextBox 119">
              <a:extLst>
                <a:ext uri="{FF2B5EF4-FFF2-40B4-BE49-F238E27FC236}">
                  <a16:creationId xmlns:a16="http://schemas.microsoft.com/office/drawing/2014/main" id="{081AC147-CA14-4E7F-20ED-B18C662D9E95}"/>
                </a:ext>
              </a:extLst>
            </p:cNvPr>
            <p:cNvSpPr txBox="1"/>
            <p:nvPr/>
          </p:nvSpPr>
          <p:spPr>
            <a:xfrm>
              <a:off x="5610265" y="5613522"/>
              <a:ext cx="971470" cy="357054"/>
            </a:xfrm>
            <a:prstGeom prst="roundRect">
              <a:avLst>
                <a:gd name="adj" fmla="val 31261"/>
              </a:avLst>
            </a:prstGeom>
            <a:solidFill>
              <a:srgbClr val="F9F9F9"/>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50" b="1">
                <a:solidFill>
                  <a:schemeClr val="accent3"/>
                </a:solidFill>
              </a:endParaRPr>
            </a:p>
          </p:txBody>
        </p:sp>
        <p:sp>
          <p:nvSpPr>
            <p:cNvPr id="121" name="TextBox 120">
              <a:extLst>
                <a:ext uri="{FF2B5EF4-FFF2-40B4-BE49-F238E27FC236}">
                  <a16:creationId xmlns:a16="http://schemas.microsoft.com/office/drawing/2014/main" id="{242AED77-0311-2F60-7D0A-F60CA00B12B1}"/>
                </a:ext>
              </a:extLst>
            </p:cNvPr>
            <p:cNvSpPr txBox="1"/>
            <p:nvPr/>
          </p:nvSpPr>
          <p:spPr>
            <a:xfrm>
              <a:off x="5610265" y="5653550"/>
              <a:ext cx="971470" cy="261610"/>
            </a:xfrm>
            <a:prstGeom prst="rect">
              <a:avLst/>
            </a:prstGeom>
            <a:noFill/>
          </p:spPr>
          <p:txBody>
            <a:bodyPr wrap="square">
              <a:spAutoFit/>
            </a:bodyPr>
            <a:lstStyle/>
            <a:p>
              <a:pPr algn="ctr"/>
              <a:r>
                <a:rPr lang="es-ES" sz="1100" b="1" i="0" strike="noStrike" cap="none" baseline="0" dirty="0">
                  <a:solidFill>
                    <a:srgbClr val="4C4C4C"/>
                  </a:solidFill>
                  <a:effectLst/>
                  <a:latin typeface="Segoe UI"/>
                  <a:ea typeface="Segoe UI"/>
                  <a:cs typeface="Segoe UI"/>
                </a:rPr>
                <a:t>Blob</a:t>
              </a:r>
            </a:p>
          </p:txBody>
        </p:sp>
      </p:grpSp>
    </p:spTree>
    <p:extLst>
      <p:ext uri="{BB962C8B-B14F-4D97-AF65-F5344CB8AC3E}">
        <p14:creationId xmlns:p14="http://schemas.microsoft.com/office/powerpoint/2010/main" val="245978921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EF99B-545A-40CD-DCED-CC449C5DFD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AE524-3671-3E6F-A835-C5000246E3E0}"/>
              </a:ext>
            </a:extLst>
          </p:cNvPr>
          <p:cNvSpPr>
            <a:spLocks noGrp="1"/>
          </p:cNvSpPr>
          <p:nvPr>
            <p:ph type="title"/>
          </p:nvPr>
        </p:nvSpPr>
        <p:spPr>
          <a:xfrm>
            <a:off x="588261" y="585216"/>
            <a:ext cx="11011601" cy="487680"/>
          </a:xfrm>
        </p:spPr>
        <p:txBody>
          <a:bodyPr/>
          <a:lstStyle/>
          <a:p>
            <a:r>
              <a:rPr lang="es-ES" sz="3200" b="1" i="0" strike="noStrike" cap="none" baseline="0">
                <a:solidFill>
                  <a:srgbClr val="000000"/>
                </a:solidFill>
                <a:effectLst/>
                <a:latin typeface="Segoe UI Semibold"/>
                <a:ea typeface="Segoe UI Semibold"/>
                <a:cs typeface="Segoe UI"/>
              </a:rPr>
              <a:t>Configuración de orígenes de datos</a:t>
            </a:r>
            <a:endParaRPr lang="en-US" sz="3200"/>
          </a:p>
        </p:txBody>
      </p:sp>
      <p:sp>
        <p:nvSpPr>
          <p:cNvPr id="3" name="Footer Placeholder 2">
            <a:extLst>
              <a:ext uri="{FF2B5EF4-FFF2-40B4-BE49-F238E27FC236}">
                <a16:creationId xmlns:a16="http://schemas.microsoft.com/office/drawing/2014/main" id="{11401DFD-146A-D1BB-CA09-DF6B7538628C}"/>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5" name="Rounded Rectangle 4">
            <a:extLst>
              <a:ext uri="{FF2B5EF4-FFF2-40B4-BE49-F238E27FC236}">
                <a16:creationId xmlns:a16="http://schemas.microsoft.com/office/drawing/2014/main" id="{EE39DA76-3ED6-4C5B-F054-CDA6F0BB47AA}"/>
              </a:ext>
            </a:extLst>
          </p:cNvPr>
          <p:cNvSpPr/>
          <p:nvPr/>
        </p:nvSpPr>
        <p:spPr bwMode="auto">
          <a:xfrm>
            <a:off x="588262" y="1493024"/>
            <a:ext cx="3474720" cy="3190490"/>
          </a:xfrm>
          <a:prstGeom prst="roundRect">
            <a:avLst>
              <a:gd name="adj" fmla="val 5473"/>
            </a:avLst>
          </a:prstGeom>
          <a:solidFill>
            <a:srgbClr val="D9EBF8">
              <a:alpha val="50196"/>
            </a:srgbClr>
          </a:solidFill>
          <a:ln>
            <a:solidFill>
              <a:schemeClr val="tx2">
                <a:lumMod val="10000"/>
                <a:lumOff val="9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Rounded Rectangle 5">
            <a:extLst>
              <a:ext uri="{FF2B5EF4-FFF2-40B4-BE49-F238E27FC236}">
                <a16:creationId xmlns:a16="http://schemas.microsoft.com/office/drawing/2014/main" id="{7A03F89A-0FED-8D99-ABBA-C33FFF5611A4}"/>
              </a:ext>
            </a:extLst>
          </p:cNvPr>
          <p:cNvSpPr/>
          <p:nvPr/>
        </p:nvSpPr>
        <p:spPr bwMode="auto">
          <a:xfrm>
            <a:off x="4358640" y="1493024"/>
            <a:ext cx="3474720" cy="3190490"/>
          </a:xfrm>
          <a:prstGeom prst="roundRect">
            <a:avLst>
              <a:gd name="adj" fmla="val 5473"/>
            </a:avLst>
          </a:prstGeom>
          <a:solidFill>
            <a:srgbClr val="ECC9EE">
              <a:alpha val="49804"/>
            </a:srgbClr>
          </a:solidFill>
          <a:ln>
            <a:solidFill>
              <a:schemeClr val="accent1">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7" name="Rounded Rectangle 6">
            <a:extLst>
              <a:ext uri="{FF2B5EF4-FFF2-40B4-BE49-F238E27FC236}">
                <a16:creationId xmlns:a16="http://schemas.microsoft.com/office/drawing/2014/main" id="{40E545EA-1B48-40AD-9E2D-B21A9797B1CF}"/>
              </a:ext>
            </a:extLst>
          </p:cNvPr>
          <p:cNvSpPr/>
          <p:nvPr/>
        </p:nvSpPr>
        <p:spPr bwMode="auto">
          <a:xfrm>
            <a:off x="8129018" y="1493024"/>
            <a:ext cx="3474720" cy="3190490"/>
          </a:xfrm>
          <a:prstGeom prst="roundRect">
            <a:avLst>
              <a:gd name="adj" fmla="val 5473"/>
            </a:avLst>
          </a:prstGeom>
          <a:solidFill>
            <a:schemeClr val="accent3">
              <a:lumMod val="20000"/>
              <a:lumOff val="80000"/>
              <a:alpha val="50196"/>
            </a:schemeClr>
          </a:solidFill>
          <a:ln>
            <a:solidFill>
              <a:schemeClr val="accent3">
                <a:lumMod val="20000"/>
                <a:lumOff val="8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8" name="Rounded Rectangle 7">
            <a:extLst>
              <a:ext uri="{FF2B5EF4-FFF2-40B4-BE49-F238E27FC236}">
                <a16:creationId xmlns:a16="http://schemas.microsoft.com/office/drawing/2014/main" id="{0817C239-F792-EE8A-72C8-FD14AE1CD4D5}"/>
              </a:ext>
            </a:extLst>
          </p:cNvPr>
          <p:cNvSpPr/>
          <p:nvPr/>
        </p:nvSpPr>
        <p:spPr bwMode="auto">
          <a:xfrm>
            <a:off x="738052" y="1661794"/>
            <a:ext cx="365760" cy="365760"/>
          </a:xfrm>
          <a:prstGeom prst="roundRect">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0" name="Graphic 9" descr="Magnifying glass with solid fill">
            <a:extLst>
              <a:ext uri="{FF2B5EF4-FFF2-40B4-BE49-F238E27FC236}">
                <a16:creationId xmlns:a16="http://schemas.microsoft.com/office/drawing/2014/main" id="{DD0F64AB-5F3F-0E8D-747C-880FE5CF78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9587" y="1743329"/>
            <a:ext cx="202690" cy="202690"/>
          </a:xfrm>
          <a:prstGeom prst="rect">
            <a:avLst/>
          </a:prstGeom>
        </p:spPr>
      </p:pic>
      <p:sp>
        <p:nvSpPr>
          <p:cNvPr id="11" name="Rounded Rectangle 10">
            <a:extLst>
              <a:ext uri="{FF2B5EF4-FFF2-40B4-BE49-F238E27FC236}">
                <a16:creationId xmlns:a16="http://schemas.microsoft.com/office/drawing/2014/main" id="{A0E1CFC7-DCC4-53A0-D988-F9B97D225610}"/>
              </a:ext>
            </a:extLst>
          </p:cNvPr>
          <p:cNvSpPr/>
          <p:nvPr/>
        </p:nvSpPr>
        <p:spPr bwMode="auto">
          <a:xfrm>
            <a:off x="4547870" y="1661794"/>
            <a:ext cx="365760" cy="365760"/>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2" name="Graphic 11" descr="Open folder with solid fill">
            <a:extLst>
              <a:ext uri="{FF2B5EF4-FFF2-40B4-BE49-F238E27FC236}">
                <a16:creationId xmlns:a16="http://schemas.microsoft.com/office/drawing/2014/main" id="{94098648-0A0A-7D3C-3F7F-F21617D427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29405" y="1743329"/>
            <a:ext cx="202690" cy="202690"/>
          </a:xfrm>
          <a:prstGeom prst="rect">
            <a:avLst/>
          </a:prstGeom>
        </p:spPr>
      </p:pic>
      <p:sp>
        <p:nvSpPr>
          <p:cNvPr id="13" name="Rounded Rectangle 12">
            <a:extLst>
              <a:ext uri="{FF2B5EF4-FFF2-40B4-BE49-F238E27FC236}">
                <a16:creationId xmlns:a16="http://schemas.microsoft.com/office/drawing/2014/main" id="{53D9FA24-EAC2-26B5-3DB9-F769B071F31B}"/>
              </a:ext>
            </a:extLst>
          </p:cNvPr>
          <p:cNvSpPr/>
          <p:nvPr/>
        </p:nvSpPr>
        <p:spPr bwMode="auto">
          <a:xfrm>
            <a:off x="8313265" y="1661794"/>
            <a:ext cx="365760" cy="365760"/>
          </a:xfrm>
          <a:prstGeom prst="round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14" name="Graphic 13" descr="Lightning bolt with solid fill">
            <a:extLst>
              <a:ext uri="{FF2B5EF4-FFF2-40B4-BE49-F238E27FC236}">
                <a16:creationId xmlns:a16="http://schemas.microsoft.com/office/drawing/2014/main" id="{26147E06-82E6-52DC-DF03-9657468562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94800" y="1743329"/>
            <a:ext cx="202690" cy="202690"/>
          </a:xfrm>
          <a:prstGeom prst="rect">
            <a:avLst/>
          </a:prstGeom>
        </p:spPr>
      </p:pic>
      <p:sp>
        <p:nvSpPr>
          <p:cNvPr id="15" name="TextBox 14">
            <a:extLst>
              <a:ext uri="{FF2B5EF4-FFF2-40B4-BE49-F238E27FC236}">
                <a16:creationId xmlns:a16="http://schemas.microsoft.com/office/drawing/2014/main" id="{545F16C5-1445-0897-F808-BFA27272CB32}"/>
              </a:ext>
            </a:extLst>
          </p:cNvPr>
          <p:cNvSpPr txBox="1"/>
          <p:nvPr/>
        </p:nvSpPr>
        <p:spPr>
          <a:xfrm>
            <a:off x="1239423" y="1706174"/>
            <a:ext cx="2172397" cy="261610"/>
          </a:xfrm>
          <a:prstGeom prst="rect">
            <a:avLst/>
          </a:prstGeom>
          <a:noFill/>
        </p:spPr>
        <p:txBody>
          <a:bodyPr wrap="square" lIns="0" tIns="0" rIns="0" bIns="0" rtlCol="0">
            <a:spAutoFit/>
          </a:bodyPr>
          <a:lstStyle/>
          <a:p>
            <a:pPr algn="l"/>
            <a:r>
              <a:rPr lang="es-ES" sz="1700" b="1" i="0" strike="noStrike" cap="none" baseline="0" dirty="0">
                <a:solidFill>
                  <a:srgbClr val="0078D4"/>
                </a:solidFill>
                <a:effectLst/>
                <a:latin typeface="Segoe UI"/>
                <a:ea typeface="Segoe UI"/>
                <a:cs typeface="Segoe UI"/>
              </a:rPr>
              <a:t>Indexado</a:t>
            </a:r>
          </a:p>
        </p:txBody>
      </p:sp>
      <p:sp>
        <p:nvSpPr>
          <p:cNvPr id="16" name="TextBox 15">
            <a:extLst>
              <a:ext uri="{FF2B5EF4-FFF2-40B4-BE49-F238E27FC236}">
                <a16:creationId xmlns:a16="http://schemas.microsoft.com/office/drawing/2014/main" id="{9B118E12-89C7-A292-D35E-200EAB4EDAB2}"/>
              </a:ext>
            </a:extLst>
          </p:cNvPr>
          <p:cNvSpPr txBox="1"/>
          <p:nvPr/>
        </p:nvSpPr>
        <p:spPr>
          <a:xfrm>
            <a:off x="5095437" y="1706174"/>
            <a:ext cx="2172397" cy="261610"/>
          </a:xfrm>
          <a:prstGeom prst="rect">
            <a:avLst/>
          </a:prstGeom>
          <a:noFill/>
        </p:spPr>
        <p:txBody>
          <a:bodyPr wrap="square" lIns="0" tIns="0" rIns="0" bIns="0" rtlCol="0">
            <a:spAutoFit/>
          </a:bodyPr>
          <a:lstStyle/>
          <a:p>
            <a:pPr algn="l"/>
            <a:r>
              <a:rPr lang="es-ES" sz="1700" b="1" i="0" strike="noStrike" cap="none" baseline="0" dirty="0">
                <a:solidFill>
                  <a:srgbClr val="702573"/>
                </a:solidFill>
                <a:effectLst/>
                <a:latin typeface="Segoe UI"/>
                <a:ea typeface="Segoe UI"/>
                <a:cs typeface="Segoe UI"/>
              </a:rPr>
              <a:t>Cobre de</a:t>
            </a:r>
          </a:p>
        </p:txBody>
      </p:sp>
      <p:sp>
        <p:nvSpPr>
          <p:cNvPr id="17" name="TextBox 16">
            <a:extLst>
              <a:ext uri="{FF2B5EF4-FFF2-40B4-BE49-F238E27FC236}">
                <a16:creationId xmlns:a16="http://schemas.microsoft.com/office/drawing/2014/main" id="{EE45018E-BE0D-A01B-1051-3F6292492E10}"/>
              </a:ext>
            </a:extLst>
          </p:cNvPr>
          <p:cNvSpPr txBox="1"/>
          <p:nvPr/>
        </p:nvSpPr>
        <p:spPr>
          <a:xfrm>
            <a:off x="8863272" y="1706173"/>
            <a:ext cx="2172397" cy="261610"/>
          </a:xfrm>
          <a:prstGeom prst="rect">
            <a:avLst/>
          </a:prstGeom>
          <a:noFill/>
        </p:spPr>
        <p:txBody>
          <a:bodyPr wrap="square" lIns="0" tIns="0" rIns="0" bIns="0" rtlCol="0">
            <a:spAutoFit/>
          </a:bodyPr>
          <a:lstStyle/>
          <a:p>
            <a:pPr algn="l"/>
            <a:r>
              <a:rPr lang="es-ES" sz="1700" b="1" i="0" strike="noStrike" cap="none" baseline="0" dirty="0">
                <a:solidFill>
                  <a:srgbClr val="FE5B38"/>
                </a:solidFill>
                <a:effectLst/>
                <a:latin typeface="Segoe UI"/>
                <a:ea typeface="Segoe UI"/>
                <a:cs typeface="Segoe UI"/>
              </a:rPr>
              <a:t>En tiempo real</a:t>
            </a:r>
          </a:p>
        </p:txBody>
      </p:sp>
      <p:sp>
        <p:nvSpPr>
          <p:cNvPr id="18" name="RetrievalCard">
            <a:extLst>
              <a:ext uri="{FF2B5EF4-FFF2-40B4-BE49-F238E27FC236}">
                <a16:creationId xmlns:a16="http://schemas.microsoft.com/office/drawing/2014/main" id="{D363099D-D7F0-3FD3-077D-1FB366050C08}"/>
              </a:ext>
            </a:extLst>
          </p:cNvPr>
          <p:cNvSpPr/>
          <p:nvPr/>
        </p:nvSpPr>
        <p:spPr>
          <a:xfrm>
            <a:off x="748759" y="2551832"/>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r>
              <a:rPr lang="es-ES" sz="1300" b="1" i="0" strike="noStrike" cap="none" baseline="0" dirty="0">
                <a:solidFill>
                  <a:srgbClr val="091F2E"/>
                </a:solidFill>
                <a:effectLst/>
                <a:latin typeface="Segoe UI Semibold"/>
                <a:ea typeface="Segoe UI Semibold"/>
                <a:cs typeface="Segoe UI Semibold"/>
              </a:rPr>
              <a:t>Índice de Búsqueda de Azure AI</a:t>
            </a:r>
          </a:p>
          <a:p>
            <a:r>
              <a:rPr lang="es-ES" sz="1100" b="0" i="0" strike="noStrike" cap="none" baseline="0" dirty="0">
                <a:solidFill>
                  <a:srgbClr val="BFBFBF"/>
                </a:solidFill>
                <a:effectLst/>
                <a:latin typeface="Segoe UI Semibold"/>
                <a:ea typeface="Segoe UI Semibold"/>
                <a:cs typeface="Segoe UI Semibold"/>
              </a:rPr>
              <a:t>MÁS ADECUADO PARA</a:t>
            </a:r>
          </a:p>
          <a:p>
            <a:r>
              <a:rPr lang="es-ES" sz="1050" b="0" i="0" strike="noStrike" cap="none" baseline="0" dirty="0">
                <a:solidFill>
                  <a:srgbClr val="091F2E"/>
                </a:solidFill>
                <a:effectLst/>
                <a:latin typeface="Segoe UI"/>
                <a:ea typeface="Segoe UI"/>
                <a:cs typeface="Segoe UI"/>
              </a:rPr>
              <a:t>Búsqueda empresarial con canalizaciones de ingesta personalizadas y enriquecimiento con IA</a:t>
            </a:r>
            <a:endParaRPr lang="en-US" sz="1050" dirty="0">
              <a:solidFill>
                <a:schemeClr val="tx2"/>
              </a:solidFill>
            </a:endParaRPr>
          </a:p>
        </p:txBody>
      </p:sp>
      <p:sp>
        <p:nvSpPr>
          <p:cNvPr id="19" name="RetrievalCard">
            <a:extLst>
              <a:ext uri="{FF2B5EF4-FFF2-40B4-BE49-F238E27FC236}">
                <a16:creationId xmlns:a16="http://schemas.microsoft.com/office/drawing/2014/main" id="{4F3380D0-8293-FC78-BCE1-706AA816C785}"/>
              </a:ext>
            </a:extLst>
          </p:cNvPr>
          <p:cNvSpPr/>
          <p:nvPr/>
        </p:nvSpPr>
        <p:spPr>
          <a:xfrm>
            <a:off x="748759" y="3636227"/>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pPr marL="0" marR="0" lvl="0" indent="0" algn="l" defTabSz="914367" rtl="0" eaLnBrk="1" fontAlgn="auto" latinLnBrk="0" hangingPunct="1">
              <a:lnSpc>
                <a:spcPct val="100000"/>
              </a:lnSpc>
              <a:spcBef>
                <a:spcPct val="0"/>
              </a:spcBef>
              <a:spcAft>
                <a:spcPct val="0"/>
              </a:spcAft>
              <a:buClrTx/>
              <a:buSzTx/>
              <a:buFontTx/>
              <a:buNone/>
              <a:defRPr/>
            </a:pPr>
            <a:r>
              <a:rPr lang="es-ES" sz="1300" b="1" i="0" strike="noStrike" cap="none" baseline="0" dirty="0">
                <a:solidFill>
                  <a:srgbClr val="091F2E"/>
                </a:solidFill>
                <a:effectLst/>
                <a:latin typeface="Segoe UI Semibold"/>
                <a:ea typeface="Segoe UI Semibold"/>
                <a:cs typeface="Segoe UI Semibold"/>
              </a:rPr>
              <a:t>SharePoint (indexado)</a:t>
            </a:r>
          </a:p>
          <a:p>
            <a:pPr marL="0" marR="0" lvl="0" indent="0" algn="l" defTabSz="914367" rtl="0" eaLnBrk="1" fontAlgn="auto" latinLnBrk="0" hangingPunct="1">
              <a:lnSpc>
                <a:spcPct val="100000"/>
              </a:lnSpc>
              <a:spcBef>
                <a:spcPct val="0"/>
              </a:spcBef>
              <a:spcAft>
                <a:spcPct val="0"/>
              </a:spcAft>
              <a:buClrTx/>
              <a:buSzTx/>
              <a:buFontTx/>
              <a:buNone/>
              <a:defRPr/>
            </a:pPr>
            <a:r>
              <a:rPr lang="es-ES" sz="1100" b="0" i="0" strike="noStrike" cap="none" baseline="0" dirty="0">
                <a:solidFill>
                  <a:srgbClr val="BFBFBF"/>
                </a:solidFill>
                <a:effectLst/>
                <a:latin typeface="Segoe UI Semibold"/>
                <a:ea typeface="Segoe UI Semibold"/>
                <a:cs typeface="Segoe UI Semibold"/>
              </a:rPr>
              <a:t>MÁS ADECUADO PARA</a:t>
            </a:r>
          </a:p>
          <a:p>
            <a:pPr marL="0" marR="0" lvl="0" indent="0" algn="l" defTabSz="914367" rtl="0" eaLnBrk="1" fontAlgn="auto" latinLnBrk="0" hangingPunct="1">
              <a:lnSpc>
                <a:spcPct val="100000"/>
              </a:lnSpc>
              <a:spcBef>
                <a:spcPct val="0"/>
              </a:spcBef>
              <a:spcAft>
                <a:spcPct val="0"/>
              </a:spcAft>
              <a:buClrTx/>
              <a:buSzTx/>
              <a:buFontTx/>
              <a:buNone/>
              <a:defRPr/>
            </a:pPr>
            <a:r>
              <a:rPr lang="es-ES" sz="1050" b="0" i="0" strike="noStrike" cap="none" baseline="0" dirty="0">
                <a:solidFill>
                  <a:srgbClr val="091F2E"/>
                </a:solidFill>
                <a:effectLst/>
                <a:latin typeface="Segoe UI"/>
                <a:ea typeface="Segoe UI"/>
                <a:cs typeface="Segoe UI"/>
              </a:rPr>
              <a:t>Búsqueda avanzada en contenido de SharePoint con canalizaciones de consulta personalizadas</a:t>
            </a:r>
            <a:endParaRPr kumimoji="0" lang="en-US" sz="1050" b="0" i="0" u="none" strike="noStrike" kern="1200" cap="none" spc="0" normalizeH="0" baseline="0" noProof="0" dirty="0">
              <a:ln>
                <a:noFill/>
              </a:ln>
              <a:solidFill>
                <a:srgbClr val="091F2E"/>
              </a:solidFill>
              <a:effectLst/>
              <a:uLnTx/>
              <a:uFillTx/>
              <a:latin typeface="Segoe UI"/>
              <a:ea typeface="+mn-ea"/>
              <a:cs typeface="+mn-cs"/>
            </a:endParaRPr>
          </a:p>
        </p:txBody>
      </p:sp>
      <p:sp>
        <p:nvSpPr>
          <p:cNvPr id="20" name="RetrievalCard">
            <a:extLst>
              <a:ext uri="{FF2B5EF4-FFF2-40B4-BE49-F238E27FC236}">
                <a16:creationId xmlns:a16="http://schemas.microsoft.com/office/drawing/2014/main" id="{22933381-1072-F19C-8EA7-8B1DC45A6E9E}"/>
              </a:ext>
            </a:extLst>
          </p:cNvPr>
          <p:cNvSpPr/>
          <p:nvPr/>
        </p:nvSpPr>
        <p:spPr>
          <a:xfrm>
            <a:off x="4519138" y="2562465"/>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r>
              <a:rPr lang="es-ES" sz="1300" b="1" i="0" strike="noStrike" cap="none" baseline="0" dirty="0">
                <a:solidFill>
                  <a:srgbClr val="091F2E"/>
                </a:solidFill>
                <a:effectLst/>
                <a:latin typeface="Segoe UI Semibold"/>
                <a:ea typeface="Segoe UI Semibold"/>
                <a:cs typeface="Segoe UI Semibold"/>
              </a:rPr>
              <a:t>Azure Blob Storage</a:t>
            </a:r>
          </a:p>
          <a:p>
            <a:r>
              <a:rPr lang="es-ES" sz="1100" b="0" i="0" strike="noStrike" cap="none" baseline="0" dirty="0">
                <a:solidFill>
                  <a:srgbClr val="BFBFBF"/>
                </a:solidFill>
                <a:effectLst/>
                <a:latin typeface="Segoe UI Semibold"/>
                <a:ea typeface="Segoe UI Semibold"/>
                <a:cs typeface="Segoe UI Semibold"/>
              </a:rPr>
              <a:t>MÁS ADECUADO PARA</a:t>
            </a:r>
          </a:p>
          <a:p>
            <a:r>
              <a:rPr lang="es-ES" sz="1050" b="0" i="0" strike="noStrike" cap="none" baseline="0" dirty="0">
                <a:solidFill>
                  <a:srgbClr val="091F2E"/>
                </a:solidFill>
                <a:effectLst/>
                <a:latin typeface="Segoe UI"/>
                <a:ea typeface="Segoe UI"/>
                <a:cs typeface="Segoe UI"/>
              </a:rPr>
              <a:t>Archivos de documento en Azure Storage: </a:t>
            </a:r>
            <a:br>
              <a:rPr lang="es-ES" sz="1050" b="0" i="0" strike="noStrike" cap="none" baseline="0" dirty="0">
                <a:solidFill>
                  <a:srgbClr val="091F2E"/>
                </a:solidFill>
                <a:effectLst/>
                <a:latin typeface="Segoe UI"/>
                <a:ea typeface="Segoe UI"/>
                <a:cs typeface="Segoe UI"/>
              </a:rPr>
            </a:br>
            <a:r>
              <a:rPr lang="es-ES" sz="1050" b="0" i="0" strike="noStrike" cap="none" baseline="0" dirty="0">
                <a:solidFill>
                  <a:srgbClr val="091F2E"/>
                </a:solidFill>
                <a:effectLst/>
                <a:latin typeface="Segoe UI"/>
                <a:ea typeface="Segoe UI"/>
                <a:cs typeface="Segoe UI"/>
              </a:rPr>
              <a:t>PDF, DOCX, texto y mucho más</a:t>
            </a:r>
            <a:endParaRPr lang="en-US" sz="1050" dirty="0">
              <a:solidFill>
                <a:schemeClr val="tx2"/>
              </a:solidFill>
            </a:endParaRPr>
          </a:p>
        </p:txBody>
      </p:sp>
      <p:sp>
        <p:nvSpPr>
          <p:cNvPr id="21" name="RetrievalCard">
            <a:extLst>
              <a:ext uri="{FF2B5EF4-FFF2-40B4-BE49-F238E27FC236}">
                <a16:creationId xmlns:a16="http://schemas.microsoft.com/office/drawing/2014/main" id="{79FCA400-D3B7-E05B-8CA1-2D90A1B3196A}"/>
              </a:ext>
            </a:extLst>
          </p:cNvPr>
          <p:cNvSpPr/>
          <p:nvPr/>
        </p:nvSpPr>
        <p:spPr>
          <a:xfrm>
            <a:off x="4519138" y="3646860"/>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pPr marL="0" marR="0" lvl="0" indent="0" algn="l" defTabSz="914367" rtl="0" eaLnBrk="1" fontAlgn="auto" latinLnBrk="0" hangingPunct="1">
              <a:lnSpc>
                <a:spcPct val="100000"/>
              </a:lnSpc>
              <a:spcBef>
                <a:spcPct val="0"/>
              </a:spcBef>
              <a:spcAft>
                <a:spcPct val="0"/>
              </a:spcAft>
              <a:buClrTx/>
              <a:buSzTx/>
              <a:buFontTx/>
              <a:buNone/>
              <a:defRPr/>
            </a:pPr>
            <a:r>
              <a:rPr lang="es-ES" sz="1300" b="1" i="0" strike="noStrike" cap="none" baseline="0" dirty="0" err="1">
                <a:solidFill>
                  <a:srgbClr val="091F2E"/>
                </a:solidFill>
                <a:effectLst/>
                <a:latin typeface="Segoe UI Semibold"/>
                <a:ea typeface="Segoe UI Semibold"/>
                <a:cs typeface="Segoe UI Semibold"/>
              </a:rPr>
              <a:t>OneLake</a:t>
            </a:r>
            <a:endParaRPr kumimoji="0" lang="en-US" sz="1300" b="1" i="0" u="none" strike="noStrike" kern="1200" cap="none" spc="0" normalizeH="0" baseline="0" noProof="0" dirty="0">
              <a:ln>
                <a:noFill/>
              </a:ln>
              <a:solidFill>
                <a:srgbClr val="091F2E"/>
              </a:solidFill>
              <a:effectLst/>
              <a:uLnTx/>
              <a:uFillTx/>
              <a:latin typeface="Segoe UI Semibold"/>
              <a:ea typeface="+mn-ea"/>
              <a:cs typeface="+mn-cs"/>
            </a:endParaRPr>
          </a:p>
          <a:p>
            <a:pPr marL="0" marR="0" lvl="0" indent="0" algn="l" defTabSz="914367" rtl="0" eaLnBrk="1" fontAlgn="auto" latinLnBrk="0" hangingPunct="1">
              <a:lnSpc>
                <a:spcPct val="100000"/>
              </a:lnSpc>
              <a:spcBef>
                <a:spcPct val="0"/>
              </a:spcBef>
              <a:spcAft>
                <a:spcPct val="0"/>
              </a:spcAft>
              <a:buClrTx/>
              <a:buSzTx/>
              <a:buFontTx/>
              <a:buNone/>
              <a:defRPr/>
            </a:pPr>
            <a:r>
              <a:rPr lang="es-ES" sz="1100" b="0" i="0" strike="noStrike" cap="none" baseline="0" dirty="0">
                <a:solidFill>
                  <a:srgbClr val="BFBFBF"/>
                </a:solidFill>
                <a:effectLst/>
                <a:latin typeface="Segoe UI Semibold"/>
                <a:ea typeface="Segoe UI Semibold"/>
                <a:cs typeface="Segoe UI Semibold"/>
              </a:rPr>
              <a:t>MÁS ADECUADO PARA</a:t>
            </a:r>
          </a:p>
          <a:p>
            <a:pPr marL="0" marR="0" lvl="0" indent="0" algn="l" defTabSz="914367" rtl="0" eaLnBrk="1" fontAlgn="auto" latinLnBrk="0" hangingPunct="1">
              <a:lnSpc>
                <a:spcPct val="100000"/>
              </a:lnSpc>
              <a:spcBef>
                <a:spcPct val="0"/>
              </a:spcBef>
              <a:spcAft>
                <a:spcPct val="0"/>
              </a:spcAft>
              <a:buClrTx/>
              <a:buSzTx/>
              <a:buFontTx/>
              <a:buNone/>
              <a:defRPr/>
            </a:pPr>
            <a:r>
              <a:rPr lang="es-ES" sz="1050" b="0" i="0" strike="noStrike" cap="none" baseline="0" dirty="0">
                <a:solidFill>
                  <a:srgbClr val="091F2E"/>
                </a:solidFill>
                <a:effectLst/>
                <a:latin typeface="Segoe UI"/>
                <a:ea typeface="Segoe UI"/>
                <a:cs typeface="Segoe UI"/>
              </a:rPr>
              <a:t>Datos y documentos no estructurados en el lago de datos unificado de Microsoft </a:t>
            </a:r>
            <a:r>
              <a:rPr lang="es-ES" sz="1050" b="0" i="0" strike="noStrike" cap="none" baseline="0" dirty="0" err="1">
                <a:solidFill>
                  <a:srgbClr val="091F2E"/>
                </a:solidFill>
                <a:effectLst/>
                <a:latin typeface="Segoe UI"/>
                <a:ea typeface="Segoe UI"/>
                <a:cs typeface="Segoe UI"/>
              </a:rPr>
              <a:t>Fabric</a:t>
            </a:r>
            <a:endParaRPr kumimoji="0" lang="en-US" sz="1050" b="0" i="0" u="none" strike="noStrike" kern="1200" cap="none" spc="0" normalizeH="0" baseline="0" noProof="0" dirty="0">
              <a:ln>
                <a:noFill/>
              </a:ln>
              <a:solidFill>
                <a:srgbClr val="091F2E"/>
              </a:solidFill>
              <a:effectLst/>
              <a:uLnTx/>
              <a:uFillTx/>
              <a:latin typeface="Segoe UI"/>
              <a:ea typeface="+mn-ea"/>
              <a:cs typeface="+mn-cs"/>
            </a:endParaRPr>
          </a:p>
        </p:txBody>
      </p:sp>
      <p:sp>
        <p:nvSpPr>
          <p:cNvPr id="22" name="RetrievalCard">
            <a:extLst>
              <a:ext uri="{FF2B5EF4-FFF2-40B4-BE49-F238E27FC236}">
                <a16:creationId xmlns:a16="http://schemas.microsoft.com/office/drawing/2014/main" id="{3643C847-1789-379D-597F-0B7AE12C99D0}"/>
              </a:ext>
            </a:extLst>
          </p:cNvPr>
          <p:cNvSpPr/>
          <p:nvPr/>
        </p:nvSpPr>
        <p:spPr>
          <a:xfrm>
            <a:off x="8289517" y="2562465"/>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r>
              <a:rPr lang="es-ES" sz="1300" b="1" i="0" strike="noStrike" cap="none" baseline="0" dirty="0">
                <a:solidFill>
                  <a:srgbClr val="091F2E"/>
                </a:solidFill>
                <a:effectLst/>
                <a:latin typeface="Segoe UI Semibold"/>
                <a:ea typeface="Segoe UI Semibold"/>
                <a:cs typeface="Segoe UI Semibold"/>
              </a:rPr>
              <a:t>Web</a:t>
            </a:r>
          </a:p>
          <a:p>
            <a:r>
              <a:rPr lang="es-ES" sz="1100" b="0" i="0" strike="noStrike" cap="none" baseline="0" dirty="0">
                <a:solidFill>
                  <a:srgbClr val="BFBFBF"/>
                </a:solidFill>
                <a:effectLst/>
                <a:latin typeface="Segoe UI Semibold"/>
                <a:ea typeface="Segoe UI Semibold"/>
                <a:cs typeface="Segoe UI Semibold"/>
              </a:rPr>
              <a:t>MÁS ADECUADO PARA</a:t>
            </a:r>
          </a:p>
          <a:p>
            <a:r>
              <a:rPr lang="es-ES" sz="1050" b="0" i="0" strike="noStrike" cap="none" baseline="0" dirty="0">
                <a:solidFill>
                  <a:srgbClr val="091F2E"/>
                </a:solidFill>
                <a:effectLst/>
                <a:latin typeface="Segoe UI"/>
                <a:ea typeface="Segoe UI"/>
                <a:cs typeface="Segoe UI"/>
              </a:rPr>
              <a:t>Información pública actual recuperada a través de Bing en tiempo de consulta</a:t>
            </a:r>
            <a:endParaRPr lang="en-US" sz="1050" dirty="0">
              <a:solidFill>
                <a:schemeClr val="tx2"/>
              </a:solidFill>
            </a:endParaRPr>
          </a:p>
        </p:txBody>
      </p:sp>
      <p:sp>
        <p:nvSpPr>
          <p:cNvPr id="23" name="RetrievalCard">
            <a:extLst>
              <a:ext uri="{FF2B5EF4-FFF2-40B4-BE49-F238E27FC236}">
                <a16:creationId xmlns:a16="http://schemas.microsoft.com/office/drawing/2014/main" id="{EED7DCFF-3BB4-82BC-1360-C913A863C58C}"/>
              </a:ext>
            </a:extLst>
          </p:cNvPr>
          <p:cNvSpPr/>
          <p:nvPr/>
        </p:nvSpPr>
        <p:spPr>
          <a:xfrm>
            <a:off x="8289517" y="3646860"/>
            <a:ext cx="3153724" cy="888766"/>
          </a:xfrm>
          <a:prstGeom prst="roundRect">
            <a:avLst>
              <a:gd name="adj" fmla="val 12000"/>
            </a:avLst>
          </a:prstGeom>
          <a:solidFill>
            <a:schemeClr val="bg1"/>
          </a:solidFill>
          <a:ln w="9525">
            <a:solidFill>
              <a:schemeClr val="tx2">
                <a:lumMod val="10000"/>
                <a:lumOff val="90000"/>
              </a:schemeClr>
            </a:solidFill>
          </a:ln>
        </p:spPr>
        <p:txBody>
          <a:bodyPr anchor="ctr"/>
          <a:lstStyle/>
          <a:p>
            <a:pPr marL="0" marR="0" lvl="0" indent="0" algn="l" defTabSz="914367" rtl="0" eaLnBrk="1" fontAlgn="auto" latinLnBrk="0" hangingPunct="1">
              <a:lnSpc>
                <a:spcPct val="100000"/>
              </a:lnSpc>
              <a:spcBef>
                <a:spcPct val="0"/>
              </a:spcBef>
              <a:spcAft>
                <a:spcPct val="0"/>
              </a:spcAft>
              <a:buClrTx/>
              <a:buSzTx/>
              <a:buFontTx/>
              <a:buNone/>
              <a:defRPr/>
            </a:pPr>
            <a:r>
              <a:rPr lang="es-ES" sz="1300" b="1" i="0" strike="noStrike" cap="none" baseline="0" dirty="0">
                <a:solidFill>
                  <a:srgbClr val="091F2E"/>
                </a:solidFill>
                <a:effectLst/>
                <a:latin typeface="Segoe UI Semibold"/>
                <a:ea typeface="Segoe UI Semibold"/>
                <a:cs typeface="Segoe UI Semibold"/>
              </a:rPr>
              <a:t>SharePoint (remoto)</a:t>
            </a:r>
          </a:p>
          <a:p>
            <a:pPr marL="0" marR="0" lvl="0" indent="0" algn="l" defTabSz="914367" rtl="0" eaLnBrk="1" fontAlgn="auto" latinLnBrk="0" hangingPunct="1">
              <a:lnSpc>
                <a:spcPct val="100000"/>
              </a:lnSpc>
              <a:spcBef>
                <a:spcPct val="0"/>
              </a:spcBef>
              <a:spcAft>
                <a:spcPct val="0"/>
              </a:spcAft>
              <a:buClrTx/>
              <a:buSzTx/>
              <a:buFontTx/>
              <a:buNone/>
              <a:defRPr/>
            </a:pPr>
            <a:r>
              <a:rPr lang="es-ES" sz="1100" b="0" i="0" strike="noStrike" cap="none" baseline="0" dirty="0">
                <a:solidFill>
                  <a:srgbClr val="BFBFBF"/>
                </a:solidFill>
                <a:effectLst/>
                <a:latin typeface="Segoe UI Semibold"/>
                <a:ea typeface="Segoe UI Semibold"/>
                <a:cs typeface="Segoe UI Semibold"/>
              </a:rPr>
              <a:t>MÁS ADECUADO PARA</a:t>
            </a:r>
          </a:p>
          <a:p>
            <a:pPr marL="0" marR="0" lvl="0" indent="0" algn="l" defTabSz="914367" rtl="0" eaLnBrk="1" fontAlgn="auto" latinLnBrk="0" hangingPunct="1">
              <a:lnSpc>
                <a:spcPct val="100000"/>
              </a:lnSpc>
              <a:spcBef>
                <a:spcPct val="0"/>
              </a:spcBef>
              <a:spcAft>
                <a:spcPct val="0"/>
              </a:spcAft>
              <a:buClrTx/>
              <a:buSzTx/>
              <a:buFontTx/>
              <a:buNone/>
              <a:defRPr/>
            </a:pPr>
            <a:r>
              <a:rPr lang="es-ES" sz="1050" b="0" i="0" strike="noStrike" cap="none" baseline="0" dirty="0">
                <a:solidFill>
                  <a:srgbClr val="091F2E"/>
                </a:solidFill>
                <a:effectLst/>
                <a:latin typeface="Segoe UI"/>
                <a:ea typeface="Segoe UI"/>
                <a:cs typeface="Segoe UI"/>
              </a:rPr>
              <a:t>Contenido de Live SharePoint con gobernanza </a:t>
            </a:r>
            <a:br>
              <a:rPr lang="es-ES" sz="1050" b="0" i="0" strike="noStrike" cap="none" baseline="0" dirty="0">
                <a:solidFill>
                  <a:srgbClr val="091F2E"/>
                </a:solidFill>
                <a:effectLst/>
                <a:latin typeface="Segoe UI"/>
                <a:ea typeface="Segoe UI"/>
                <a:cs typeface="Segoe UI"/>
              </a:rPr>
            </a:br>
            <a:r>
              <a:rPr lang="es-ES" sz="1050" b="0" i="0" strike="noStrike" cap="none" baseline="0" dirty="0">
                <a:solidFill>
                  <a:srgbClr val="091F2E"/>
                </a:solidFill>
                <a:effectLst/>
                <a:latin typeface="Segoe UI"/>
                <a:ea typeface="Segoe UI"/>
                <a:cs typeface="Segoe UI"/>
              </a:rPr>
              <a:t>y permisos de Microsoft 365</a:t>
            </a:r>
            <a:endParaRPr kumimoji="0" lang="en-US" sz="1050" b="0" i="0" u="none" strike="noStrike" kern="1200" cap="none" spc="0" normalizeH="0" baseline="0" noProof="0" dirty="0">
              <a:ln>
                <a:noFill/>
              </a:ln>
              <a:solidFill>
                <a:srgbClr val="091F2E"/>
              </a:solidFill>
              <a:effectLst/>
              <a:uLnTx/>
              <a:uFillTx/>
              <a:latin typeface="Segoe UI"/>
              <a:ea typeface="+mn-ea"/>
              <a:cs typeface="+mn-cs"/>
            </a:endParaRPr>
          </a:p>
        </p:txBody>
      </p:sp>
      <p:grpSp>
        <p:nvGrpSpPr>
          <p:cNvPr id="44" name="Group 43">
            <a:extLst>
              <a:ext uri="{FF2B5EF4-FFF2-40B4-BE49-F238E27FC236}">
                <a16:creationId xmlns:a16="http://schemas.microsoft.com/office/drawing/2014/main" id="{5A6CAF62-4673-5C9A-414A-D6BBAB6927AB}"/>
              </a:ext>
            </a:extLst>
          </p:cNvPr>
          <p:cNvGrpSpPr/>
          <p:nvPr/>
        </p:nvGrpSpPr>
        <p:grpSpPr>
          <a:xfrm>
            <a:off x="746254" y="2036014"/>
            <a:ext cx="1037941" cy="369332"/>
            <a:chOff x="7279231" y="5637674"/>
            <a:chExt cx="493169" cy="369332"/>
          </a:xfrm>
        </p:grpSpPr>
        <p:sp>
          <p:nvSpPr>
            <p:cNvPr id="45" name="TextBox 44">
              <a:extLst>
                <a:ext uri="{FF2B5EF4-FFF2-40B4-BE49-F238E27FC236}">
                  <a16:creationId xmlns:a16="http://schemas.microsoft.com/office/drawing/2014/main" id="{4B0BF377-43BA-BC8E-AAC8-811AA8AFCC0B}"/>
                </a:ext>
              </a:extLst>
            </p:cNvPr>
            <p:cNvSpPr txBox="1"/>
            <p:nvPr/>
          </p:nvSpPr>
          <p:spPr>
            <a:xfrm>
              <a:off x="7279231" y="5696718"/>
              <a:ext cx="493169" cy="298609"/>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a:solidFill>
                  <a:schemeClr val="accent3"/>
                </a:solidFill>
              </a:endParaRPr>
            </a:p>
          </p:txBody>
        </p:sp>
        <p:sp>
          <p:nvSpPr>
            <p:cNvPr id="46" name="TextBox 45">
              <a:extLst>
                <a:ext uri="{FF2B5EF4-FFF2-40B4-BE49-F238E27FC236}">
                  <a16:creationId xmlns:a16="http://schemas.microsoft.com/office/drawing/2014/main" id="{7620ABBB-0E50-A710-032D-9F9AAD2249C4}"/>
                </a:ext>
              </a:extLst>
            </p:cNvPr>
            <p:cNvSpPr txBox="1"/>
            <p:nvPr/>
          </p:nvSpPr>
          <p:spPr>
            <a:xfrm>
              <a:off x="7279231" y="5637674"/>
              <a:ext cx="493169" cy="369332"/>
            </a:xfrm>
            <a:prstGeom prst="rect">
              <a:avLst/>
            </a:prstGeom>
            <a:noFill/>
          </p:spPr>
          <p:txBody>
            <a:bodyPr wrap="square">
              <a:spAutoFit/>
            </a:bodyPr>
            <a:lstStyle/>
            <a:p>
              <a:pPr algn="ctr"/>
              <a:r>
                <a:rPr lang="es-ES" sz="900" b="1" i="0" strike="noStrike" cap="none" baseline="0" dirty="0">
                  <a:solidFill>
                    <a:srgbClr val="0070C0"/>
                  </a:solidFill>
                  <a:effectLst/>
                  <a:latin typeface="Segoe UI"/>
                  <a:ea typeface="Segoe UI"/>
                  <a:cs typeface="Segoe UI"/>
                </a:rPr>
                <a:t>Procesamiento previo</a:t>
              </a:r>
            </a:p>
          </p:txBody>
        </p:sp>
      </p:grpSp>
      <p:grpSp>
        <p:nvGrpSpPr>
          <p:cNvPr id="47" name="Group 46">
            <a:extLst>
              <a:ext uri="{FF2B5EF4-FFF2-40B4-BE49-F238E27FC236}">
                <a16:creationId xmlns:a16="http://schemas.microsoft.com/office/drawing/2014/main" id="{348BB556-1FA1-2DC2-04B4-BF07D4CFD067}"/>
              </a:ext>
            </a:extLst>
          </p:cNvPr>
          <p:cNvGrpSpPr/>
          <p:nvPr/>
        </p:nvGrpSpPr>
        <p:grpSpPr>
          <a:xfrm>
            <a:off x="1840248" y="2095058"/>
            <a:ext cx="1097280" cy="298609"/>
            <a:chOff x="7279231" y="5696718"/>
            <a:chExt cx="493169" cy="298609"/>
          </a:xfrm>
        </p:grpSpPr>
        <p:sp>
          <p:nvSpPr>
            <p:cNvPr id="48" name="TextBox 47">
              <a:extLst>
                <a:ext uri="{FF2B5EF4-FFF2-40B4-BE49-F238E27FC236}">
                  <a16:creationId xmlns:a16="http://schemas.microsoft.com/office/drawing/2014/main" id="{3B7E2563-F8E4-67D4-F3ED-F82F75007126}"/>
                </a:ext>
              </a:extLst>
            </p:cNvPr>
            <p:cNvSpPr txBox="1"/>
            <p:nvPr/>
          </p:nvSpPr>
          <p:spPr>
            <a:xfrm>
              <a:off x="7279231" y="5696718"/>
              <a:ext cx="493169" cy="298609"/>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a:solidFill>
                  <a:schemeClr val="accent3"/>
                </a:solidFill>
              </a:endParaRPr>
            </a:p>
          </p:txBody>
        </p:sp>
        <p:sp>
          <p:nvSpPr>
            <p:cNvPr id="49" name="TextBox 48">
              <a:extLst>
                <a:ext uri="{FF2B5EF4-FFF2-40B4-BE49-F238E27FC236}">
                  <a16:creationId xmlns:a16="http://schemas.microsoft.com/office/drawing/2014/main" id="{8111D9E0-01E2-33F3-1C41-697611D51227}"/>
                </a:ext>
              </a:extLst>
            </p:cNvPr>
            <p:cNvSpPr txBox="1"/>
            <p:nvPr/>
          </p:nvSpPr>
          <p:spPr>
            <a:xfrm>
              <a:off x="7279231" y="5707524"/>
              <a:ext cx="493169" cy="230832"/>
            </a:xfrm>
            <a:prstGeom prst="rect">
              <a:avLst/>
            </a:prstGeom>
            <a:noFill/>
          </p:spPr>
          <p:txBody>
            <a:bodyPr wrap="square">
              <a:spAutoFit/>
            </a:bodyPr>
            <a:lstStyle/>
            <a:p>
              <a:pPr algn="ctr"/>
              <a:r>
                <a:rPr lang="es-ES" sz="900" b="1" i="0" strike="noStrike" cap="none" baseline="0" dirty="0">
                  <a:solidFill>
                    <a:srgbClr val="0070C0"/>
                  </a:solidFill>
                  <a:effectLst/>
                  <a:latin typeface="Segoe UI"/>
                  <a:ea typeface="Segoe UI"/>
                  <a:cs typeface="Segoe UI"/>
                </a:rPr>
                <a:t>Alta relevancia</a:t>
              </a:r>
            </a:p>
          </p:txBody>
        </p:sp>
      </p:grpSp>
      <p:grpSp>
        <p:nvGrpSpPr>
          <p:cNvPr id="50" name="Group 49">
            <a:extLst>
              <a:ext uri="{FF2B5EF4-FFF2-40B4-BE49-F238E27FC236}">
                <a16:creationId xmlns:a16="http://schemas.microsoft.com/office/drawing/2014/main" id="{3E00412C-5AF5-C56D-D39C-C3EE5960ADF0}"/>
              </a:ext>
            </a:extLst>
          </p:cNvPr>
          <p:cNvGrpSpPr/>
          <p:nvPr/>
        </p:nvGrpSpPr>
        <p:grpSpPr>
          <a:xfrm>
            <a:off x="2993582" y="2095058"/>
            <a:ext cx="975167" cy="380138"/>
            <a:chOff x="7279230" y="5696718"/>
            <a:chExt cx="493170" cy="380138"/>
          </a:xfrm>
        </p:grpSpPr>
        <p:sp>
          <p:nvSpPr>
            <p:cNvPr id="51" name="TextBox 50">
              <a:extLst>
                <a:ext uri="{FF2B5EF4-FFF2-40B4-BE49-F238E27FC236}">
                  <a16:creationId xmlns:a16="http://schemas.microsoft.com/office/drawing/2014/main" id="{616CFE05-3795-198E-3F77-38158143B25B}"/>
                </a:ext>
              </a:extLst>
            </p:cNvPr>
            <p:cNvSpPr txBox="1"/>
            <p:nvPr/>
          </p:nvSpPr>
          <p:spPr>
            <a:xfrm>
              <a:off x="7279231" y="5696718"/>
              <a:ext cx="493169" cy="298609"/>
            </a:xfrm>
            <a:prstGeom prst="roundRect">
              <a:avLst>
                <a:gd name="adj" fmla="val 31261"/>
              </a:avLst>
            </a:prstGeom>
            <a:solidFill>
              <a:schemeClr val="tx2">
                <a:lumMod val="10000"/>
                <a:lumOff val="9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a:solidFill>
                  <a:schemeClr val="accent3"/>
                </a:solidFill>
              </a:endParaRPr>
            </a:p>
          </p:txBody>
        </p:sp>
        <p:sp>
          <p:nvSpPr>
            <p:cNvPr id="52" name="TextBox 51">
              <a:extLst>
                <a:ext uri="{FF2B5EF4-FFF2-40B4-BE49-F238E27FC236}">
                  <a16:creationId xmlns:a16="http://schemas.microsoft.com/office/drawing/2014/main" id="{038A7D04-3141-C3CD-A407-33A353BDA1E4}"/>
                </a:ext>
              </a:extLst>
            </p:cNvPr>
            <p:cNvSpPr txBox="1"/>
            <p:nvPr/>
          </p:nvSpPr>
          <p:spPr>
            <a:xfrm>
              <a:off x="7279230" y="5707524"/>
              <a:ext cx="493169" cy="369332"/>
            </a:xfrm>
            <a:prstGeom prst="rect">
              <a:avLst/>
            </a:prstGeom>
            <a:noFill/>
          </p:spPr>
          <p:txBody>
            <a:bodyPr wrap="square">
              <a:spAutoFit/>
            </a:bodyPr>
            <a:lstStyle/>
            <a:p>
              <a:pPr algn="ctr"/>
              <a:r>
                <a:rPr lang="es-ES" sz="900" b="1" i="0" strike="noStrike" cap="none" baseline="0" dirty="0">
                  <a:solidFill>
                    <a:srgbClr val="0070C0"/>
                  </a:solidFill>
                  <a:effectLst/>
                  <a:latin typeface="Segoe UI"/>
                  <a:ea typeface="Segoe UI"/>
                  <a:cs typeface="Segoe UI"/>
                </a:rPr>
                <a:t>Personalizado</a:t>
              </a:r>
            </a:p>
          </p:txBody>
        </p:sp>
      </p:grpSp>
      <p:sp>
        <p:nvSpPr>
          <p:cNvPr id="54" name="TextBox 53">
            <a:extLst>
              <a:ext uri="{FF2B5EF4-FFF2-40B4-BE49-F238E27FC236}">
                <a16:creationId xmlns:a16="http://schemas.microsoft.com/office/drawing/2014/main" id="{88A20FD5-9B98-636A-5FB6-6EDDF34BA68B}"/>
              </a:ext>
            </a:extLst>
          </p:cNvPr>
          <p:cNvSpPr txBox="1"/>
          <p:nvPr/>
        </p:nvSpPr>
        <p:spPr>
          <a:xfrm>
            <a:off x="4519138" y="2105864"/>
            <a:ext cx="1257194" cy="298609"/>
          </a:xfrm>
          <a:prstGeom prst="roundRect">
            <a:avLst>
              <a:gd name="adj" fmla="val 31261"/>
            </a:avLst>
          </a:prstGeom>
          <a:solidFill>
            <a:schemeClr val="accent1">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a:solidFill>
                <a:schemeClr val="accent3"/>
              </a:solidFill>
            </a:endParaRPr>
          </a:p>
        </p:txBody>
      </p:sp>
      <p:sp>
        <p:nvSpPr>
          <p:cNvPr id="55" name="TextBox 54">
            <a:extLst>
              <a:ext uri="{FF2B5EF4-FFF2-40B4-BE49-F238E27FC236}">
                <a16:creationId xmlns:a16="http://schemas.microsoft.com/office/drawing/2014/main" id="{9E40E884-31A5-4AC0-5889-752E59D2E128}"/>
              </a:ext>
            </a:extLst>
          </p:cNvPr>
          <p:cNvSpPr txBox="1"/>
          <p:nvPr/>
        </p:nvSpPr>
        <p:spPr>
          <a:xfrm>
            <a:off x="4519138" y="2059520"/>
            <a:ext cx="1257194" cy="369332"/>
          </a:xfrm>
          <a:prstGeom prst="rect">
            <a:avLst/>
          </a:prstGeom>
          <a:noFill/>
        </p:spPr>
        <p:txBody>
          <a:bodyPr wrap="square">
            <a:spAutoFit/>
          </a:bodyPr>
          <a:lstStyle/>
          <a:p>
            <a:pPr algn="ctr"/>
            <a:r>
              <a:rPr lang="es-ES" sz="900" b="1" i="0" strike="noStrike" cap="none" baseline="0" dirty="0">
                <a:solidFill>
                  <a:srgbClr val="702573"/>
                </a:solidFill>
                <a:effectLst/>
                <a:latin typeface="Segoe UI"/>
                <a:ea typeface="Segoe UI"/>
                <a:cs typeface="Segoe UI"/>
              </a:rPr>
              <a:t>No se necesita ningún índice</a:t>
            </a:r>
          </a:p>
        </p:txBody>
      </p:sp>
      <p:sp>
        <p:nvSpPr>
          <p:cNvPr id="57" name="TextBox 56">
            <a:extLst>
              <a:ext uri="{FF2B5EF4-FFF2-40B4-BE49-F238E27FC236}">
                <a16:creationId xmlns:a16="http://schemas.microsoft.com/office/drawing/2014/main" id="{FA0A8852-0DD3-E064-D9E4-7B565FF99C95}"/>
              </a:ext>
            </a:extLst>
          </p:cNvPr>
          <p:cNvSpPr txBox="1"/>
          <p:nvPr/>
        </p:nvSpPr>
        <p:spPr>
          <a:xfrm>
            <a:off x="5847306" y="2105864"/>
            <a:ext cx="1097280" cy="298609"/>
          </a:xfrm>
          <a:prstGeom prst="roundRect">
            <a:avLst>
              <a:gd name="adj" fmla="val 31261"/>
            </a:avLst>
          </a:prstGeom>
          <a:solidFill>
            <a:schemeClr val="accent1">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a:solidFill>
                <a:schemeClr val="accent3"/>
              </a:solidFill>
            </a:endParaRPr>
          </a:p>
        </p:txBody>
      </p:sp>
      <p:sp>
        <p:nvSpPr>
          <p:cNvPr id="58" name="TextBox 57">
            <a:extLst>
              <a:ext uri="{FF2B5EF4-FFF2-40B4-BE49-F238E27FC236}">
                <a16:creationId xmlns:a16="http://schemas.microsoft.com/office/drawing/2014/main" id="{A0B471B2-0AF2-3DBA-0C48-88CDA4D7E12C}"/>
              </a:ext>
            </a:extLst>
          </p:cNvPr>
          <p:cNvSpPr txBox="1"/>
          <p:nvPr/>
        </p:nvSpPr>
        <p:spPr>
          <a:xfrm>
            <a:off x="5802856" y="2065870"/>
            <a:ext cx="1169444" cy="369332"/>
          </a:xfrm>
          <a:prstGeom prst="rect">
            <a:avLst/>
          </a:prstGeom>
          <a:noFill/>
        </p:spPr>
        <p:txBody>
          <a:bodyPr wrap="square">
            <a:spAutoFit/>
          </a:bodyPr>
          <a:lstStyle/>
          <a:p>
            <a:pPr algn="ctr"/>
            <a:r>
              <a:rPr lang="es-ES" sz="900" b="1" i="0" strike="noStrike" cap="none" baseline="0" dirty="0">
                <a:solidFill>
                  <a:srgbClr val="702573"/>
                </a:solidFill>
                <a:effectLst/>
                <a:latin typeface="Segoe UI"/>
                <a:ea typeface="Segoe UI"/>
                <a:cs typeface="Segoe UI"/>
              </a:rPr>
              <a:t>Acceso a archivos sin formato</a:t>
            </a:r>
          </a:p>
        </p:txBody>
      </p:sp>
      <p:grpSp>
        <p:nvGrpSpPr>
          <p:cNvPr id="74" name="Group 73">
            <a:extLst>
              <a:ext uri="{FF2B5EF4-FFF2-40B4-BE49-F238E27FC236}">
                <a16:creationId xmlns:a16="http://schemas.microsoft.com/office/drawing/2014/main" id="{3595241B-106A-9D1F-4C50-45938FFA5505}"/>
              </a:ext>
            </a:extLst>
          </p:cNvPr>
          <p:cNvGrpSpPr/>
          <p:nvPr/>
        </p:nvGrpSpPr>
        <p:grpSpPr>
          <a:xfrm>
            <a:off x="8291958" y="2100922"/>
            <a:ext cx="1097280" cy="298609"/>
            <a:chOff x="8313224" y="2106786"/>
            <a:chExt cx="1097280" cy="298609"/>
          </a:xfrm>
        </p:grpSpPr>
        <p:sp>
          <p:nvSpPr>
            <p:cNvPr id="62" name="TextBox 61">
              <a:extLst>
                <a:ext uri="{FF2B5EF4-FFF2-40B4-BE49-F238E27FC236}">
                  <a16:creationId xmlns:a16="http://schemas.microsoft.com/office/drawing/2014/main" id="{5CEC0E89-152B-B3C5-1FB1-2691DA06FA17}"/>
                </a:ext>
              </a:extLst>
            </p:cNvPr>
            <p:cNvSpPr txBox="1"/>
            <p:nvPr/>
          </p:nvSpPr>
          <p:spPr>
            <a:xfrm>
              <a:off x="8313224" y="2106786"/>
              <a:ext cx="1097280" cy="298609"/>
            </a:xfrm>
            <a:prstGeom prst="roundRect">
              <a:avLst>
                <a:gd name="adj" fmla="val 31261"/>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a:solidFill>
                  <a:schemeClr val="accent3"/>
                </a:solidFill>
              </a:endParaRPr>
            </a:p>
          </p:txBody>
        </p:sp>
        <p:sp>
          <p:nvSpPr>
            <p:cNvPr id="63" name="TextBox 62">
              <a:extLst>
                <a:ext uri="{FF2B5EF4-FFF2-40B4-BE49-F238E27FC236}">
                  <a16:creationId xmlns:a16="http://schemas.microsoft.com/office/drawing/2014/main" id="{E3B3C2F8-4FCA-513A-0848-004184602213}"/>
                </a:ext>
              </a:extLst>
            </p:cNvPr>
            <p:cNvSpPr txBox="1"/>
            <p:nvPr/>
          </p:nvSpPr>
          <p:spPr>
            <a:xfrm>
              <a:off x="8313224" y="2132980"/>
              <a:ext cx="1085957" cy="230832"/>
            </a:xfrm>
            <a:prstGeom prst="rect">
              <a:avLst/>
            </a:prstGeom>
            <a:noFill/>
          </p:spPr>
          <p:txBody>
            <a:bodyPr wrap="square">
              <a:spAutoFit/>
            </a:bodyPr>
            <a:lstStyle/>
            <a:p>
              <a:pPr algn="ctr"/>
              <a:r>
                <a:rPr lang="es-ES" sz="900" b="1" i="0" strike="noStrike" cap="none" baseline="0" dirty="0">
                  <a:solidFill>
                    <a:srgbClr val="FE5B38"/>
                  </a:solidFill>
                  <a:effectLst/>
                  <a:latin typeface="Segoe UI"/>
                  <a:ea typeface="Segoe UI Semibold"/>
                  <a:cs typeface="Segoe UI"/>
                </a:rPr>
                <a:t>Siempre actual</a:t>
              </a:r>
            </a:p>
          </p:txBody>
        </p:sp>
      </p:grpSp>
      <p:grpSp>
        <p:nvGrpSpPr>
          <p:cNvPr id="70" name="Group 69">
            <a:extLst>
              <a:ext uri="{FF2B5EF4-FFF2-40B4-BE49-F238E27FC236}">
                <a16:creationId xmlns:a16="http://schemas.microsoft.com/office/drawing/2014/main" id="{70B29CDE-AE46-1C69-9A72-0DD56DD76DFC}"/>
              </a:ext>
            </a:extLst>
          </p:cNvPr>
          <p:cNvGrpSpPr/>
          <p:nvPr/>
        </p:nvGrpSpPr>
        <p:grpSpPr>
          <a:xfrm>
            <a:off x="9428549" y="2050916"/>
            <a:ext cx="1010167" cy="369332"/>
            <a:chOff x="9507614" y="2056780"/>
            <a:chExt cx="1097280" cy="369332"/>
          </a:xfrm>
        </p:grpSpPr>
        <p:sp>
          <p:nvSpPr>
            <p:cNvPr id="68" name="TextBox 67">
              <a:extLst>
                <a:ext uri="{FF2B5EF4-FFF2-40B4-BE49-F238E27FC236}">
                  <a16:creationId xmlns:a16="http://schemas.microsoft.com/office/drawing/2014/main" id="{9339726F-E8B9-D709-AC8E-4611693AA7D9}"/>
                </a:ext>
              </a:extLst>
            </p:cNvPr>
            <p:cNvSpPr txBox="1"/>
            <p:nvPr/>
          </p:nvSpPr>
          <p:spPr>
            <a:xfrm>
              <a:off x="9507614" y="2106786"/>
              <a:ext cx="1097280" cy="298609"/>
            </a:xfrm>
            <a:prstGeom prst="roundRect">
              <a:avLst>
                <a:gd name="adj" fmla="val 31261"/>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a:solidFill>
                  <a:schemeClr val="accent3"/>
                </a:solidFill>
              </a:endParaRPr>
            </a:p>
          </p:txBody>
        </p:sp>
        <p:sp>
          <p:nvSpPr>
            <p:cNvPr id="69" name="TextBox 68">
              <a:extLst>
                <a:ext uri="{FF2B5EF4-FFF2-40B4-BE49-F238E27FC236}">
                  <a16:creationId xmlns:a16="http://schemas.microsoft.com/office/drawing/2014/main" id="{DF7BA7BB-CB0B-D0A6-A764-D41D66F96B24}"/>
                </a:ext>
              </a:extLst>
            </p:cNvPr>
            <p:cNvSpPr txBox="1"/>
            <p:nvPr/>
          </p:nvSpPr>
          <p:spPr>
            <a:xfrm>
              <a:off x="9507614" y="2056780"/>
              <a:ext cx="1085957" cy="369332"/>
            </a:xfrm>
            <a:prstGeom prst="rect">
              <a:avLst/>
            </a:prstGeom>
            <a:noFill/>
          </p:spPr>
          <p:txBody>
            <a:bodyPr wrap="square">
              <a:spAutoFit/>
            </a:bodyPr>
            <a:lstStyle/>
            <a:p>
              <a:pPr algn="ctr"/>
              <a:r>
                <a:rPr lang="es-ES" sz="900" b="1" i="0" strike="noStrike" cap="none" baseline="0" dirty="0">
                  <a:solidFill>
                    <a:srgbClr val="FE5B38"/>
                  </a:solidFill>
                  <a:effectLst/>
                  <a:latin typeface="Segoe UI"/>
                  <a:ea typeface="Segoe UI"/>
                  <a:cs typeface="Segoe UI"/>
                </a:rPr>
                <a:t>Recuperación en tiempo real</a:t>
              </a:r>
            </a:p>
          </p:txBody>
        </p:sp>
      </p:grpSp>
      <p:grpSp>
        <p:nvGrpSpPr>
          <p:cNvPr id="71" name="Group 70">
            <a:extLst>
              <a:ext uri="{FF2B5EF4-FFF2-40B4-BE49-F238E27FC236}">
                <a16:creationId xmlns:a16="http://schemas.microsoft.com/office/drawing/2014/main" id="{D1A2ED5D-2852-CC31-F890-872327933A1A}"/>
              </a:ext>
            </a:extLst>
          </p:cNvPr>
          <p:cNvGrpSpPr/>
          <p:nvPr/>
        </p:nvGrpSpPr>
        <p:grpSpPr>
          <a:xfrm>
            <a:off x="10478026" y="2063616"/>
            <a:ext cx="1010167" cy="369332"/>
            <a:chOff x="9507614" y="2069480"/>
            <a:chExt cx="1097280" cy="369332"/>
          </a:xfrm>
        </p:grpSpPr>
        <p:sp>
          <p:nvSpPr>
            <p:cNvPr id="72" name="TextBox 71">
              <a:extLst>
                <a:ext uri="{FF2B5EF4-FFF2-40B4-BE49-F238E27FC236}">
                  <a16:creationId xmlns:a16="http://schemas.microsoft.com/office/drawing/2014/main" id="{8C1B0BA6-55F7-C9E9-1BEB-1A4AAD48BAFD}"/>
                </a:ext>
              </a:extLst>
            </p:cNvPr>
            <p:cNvSpPr txBox="1"/>
            <p:nvPr/>
          </p:nvSpPr>
          <p:spPr>
            <a:xfrm>
              <a:off x="9507614" y="2106786"/>
              <a:ext cx="1097280" cy="298609"/>
            </a:xfrm>
            <a:prstGeom prst="roundRect">
              <a:avLst>
                <a:gd name="adj" fmla="val 31261"/>
              </a:avLst>
            </a:prstGeom>
            <a:solidFill>
              <a:schemeClr val="accent3">
                <a:lumMod val="20000"/>
                <a:lumOff val="80000"/>
              </a:schemeClr>
            </a:solidFill>
            <a:ln>
              <a:noFill/>
            </a:ln>
          </p:spPr>
          <p:style>
            <a:lnRef idx="2">
              <a:schemeClr val="dk1"/>
            </a:lnRef>
            <a:fillRef idx="1">
              <a:schemeClr val="lt1"/>
            </a:fillRef>
            <a:effectRef idx="0">
              <a:schemeClr val="dk1"/>
            </a:effectRef>
            <a:fontRef idx="minor">
              <a:schemeClr val="dk1"/>
            </a:fontRef>
          </p:style>
          <p:txBody>
            <a:bodyPr wrap="square" anchor="ctr">
              <a:spAutoFit/>
            </a:bodyPr>
            <a:lstStyle/>
            <a:p>
              <a:pPr algn="ctr"/>
              <a:endParaRPr sz="1000" b="1">
                <a:solidFill>
                  <a:schemeClr val="accent3"/>
                </a:solidFill>
              </a:endParaRPr>
            </a:p>
          </p:txBody>
        </p:sp>
        <p:sp>
          <p:nvSpPr>
            <p:cNvPr id="73" name="TextBox 72">
              <a:extLst>
                <a:ext uri="{FF2B5EF4-FFF2-40B4-BE49-F238E27FC236}">
                  <a16:creationId xmlns:a16="http://schemas.microsoft.com/office/drawing/2014/main" id="{0852240D-A98D-11CD-C04E-F1C80F2DE6F8}"/>
                </a:ext>
              </a:extLst>
            </p:cNvPr>
            <p:cNvSpPr txBox="1"/>
            <p:nvPr/>
          </p:nvSpPr>
          <p:spPr>
            <a:xfrm>
              <a:off x="9507614" y="2069480"/>
              <a:ext cx="1085957" cy="369332"/>
            </a:xfrm>
            <a:prstGeom prst="rect">
              <a:avLst/>
            </a:prstGeom>
            <a:noFill/>
          </p:spPr>
          <p:txBody>
            <a:bodyPr wrap="square">
              <a:spAutoFit/>
            </a:bodyPr>
            <a:lstStyle/>
            <a:p>
              <a:pPr algn="ctr"/>
              <a:r>
                <a:rPr lang="es-ES" sz="900" b="1" i="0" strike="noStrike" cap="none" baseline="0" dirty="0">
                  <a:solidFill>
                    <a:srgbClr val="FE5B38"/>
                  </a:solidFill>
                  <a:effectLst/>
                  <a:latin typeface="Segoe UI"/>
                  <a:ea typeface="Segoe UI"/>
                  <a:cs typeface="Segoe UI"/>
                </a:rPr>
                <a:t>Sin copia</a:t>
              </a:r>
              <a:br>
                <a:rPr lang="es-ES" sz="900" b="1" i="0" strike="noStrike" cap="none" baseline="0" dirty="0">
                  <a:solidFill>
                    <a:srgbClr val="FE5B38"/>
                  </a:solidFill>
                  <a:effectLst/>
                  <a:latin typeface="Segoe UI"/>
                  <a:ea typeface="Segoe UI"/>
                  <a:cs typeface="Segoe UI"/>
                </a:rPr>
              </a:br>
              <a:r>
                <a:rPr lang="es-ES" sz="900" b="1" i="0" strike="noStrike" cap="none" baseline="0" dirty="0">
                  <a:solidFill>
                    <a:srgbClr val="FE5B38"/>
                  </a:solidFill>
                  <a:effectLst/>
                  <a:latin typeface="Segoe UI"/>
                  <a:ea typeface="Segoe UI"/>
                  <a:cs typeface="Segoe UI"/>
                </a:rPr>
                <a:t>de datos</a:t>
              </a:r>
            </a:p>
          </p:txBody>
        </p:sp>
      </p:grpSp>
    </p:spTree>
    <p:extLst>
      <p:ext uri="{BB962C8B-B14F-4D97-AF65-F5344CB8AC3E}">
        <p14:creationId xmlns:p14="http://schemas.microsoft.com/office/powerpoint/2010/main" val="396665673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8161C-7B58-2F41-E91B-8DF32175B37D}"/>
            </a:ext>
          </a:extLst>
        </p:cNvPr>
        <p:cNvGrpSpPr/>
        <p:nvPr/>
      </p:nvGrpSpPr>
      <p:grpSpPr>
        <a:xfrm>
          <a:off x="0" y="0"/>
          <a:ext cx="0" cy="0"/>
          <a:chOff x="0" y="0"/>
          <a:chExt cx="0" cy="0"/>
        </a:xfrm>
      </p:grpSpPr>
      <p:sp>
        <p:nvSpPr>
          <p:cNvPr id="13" name="Rounded Rectangle 12">
            <a:extLst>
              <a:ext uri="{FF2B5EF4-FFF2-40B4-BE49-F238E27FC236}">
                <a16:creationId xmlns:a16="http://schemas.microsoft.com/office/drawing/2014/main" id="{C70894A4-14A7-1812-7381-FCAFC9C96497}"/>
              </a:ext>
            </a:extLst>
          </p:cNvPr>
          <p:cNvSpPr/>
          <p:nvPr/>
        </p:nvSpPr>
        <p:spPr bwMode="auto">
          <a:xfrm>
            <a:off x="5175599" y="1754372"/>
            <a:ext cx="6722234" cy="3817088"/>
          </a:xfrm>
          <a:prstGeom prst="roundRect">
            <a:avLst>
              <a:gd name="adj" fmla="val 4132"/>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564D8DE8-FF7C-3FFC-9CA9-D16B610AE56E}"/>
              </a:ext>
            </a:extLst>
          </p:cNvPr>
          <p:cNvSpPr>
            <a:spLocks noGrp="1"/>
          </p:cNvSpPr>
          <p:nvPr>
            <p:ph type="title"/>
          </p:nvPr>
        </p:nvSpPr>
        <p:spPr>
          <a:xfrm>
            <a:off x="588261" y="585216"/>
            <a:ext cx="11011601" cy="975360"/>
          </a:xfrm>
        </p:spPr>
        <p:txBody>
          <a:bodyPr/>
          <a:lstStyle/>
          <a:p>
            <a:r>
              <a:rPr lang="es-ES" sz="3200" b="1" i="0" strike="noStrike" cap="none" baseline="0">
                <a:solidFill>
                  <a:srgbClr val="000000"/>
                </a:solidFill>
                <a:effectLst/>
                <a:latin typeface="Segoe UI Semibold"/>
                <a:ea typeface="Segoe UI Semibold"/>
                <a:cs typeface="Segoe UI Semibold"/>
              </a:rPr>
              <a:t>Configuración de la recuperación con Foundry IQ</a:t>
            </a:r>
            <a:endParaRPr lang="en-US" sz="3200"/>
          </a:p>
        </p:txBody>
      </p:sp>
      <p:sp>
        <p:nvSpPr>
          <p:cNvPr id="3" name="Footer Placeholder 2">
            <a:extLst>
              <a:ext uri="{FF2B5EF4-FFF2-40B4-BE49-F238E27FC236}">
                <a16:creationId xmlns:a16="http://schemas.microsoft.com/office/drawing/2014/main" id="{8CC62ABC-F678-E86A-FA35-F363B89D4703}"/>
              </a:ext>
            </a:extLst>
          </p:cNvPr>
          <p:cNvSpPr>
            <a:spLocks noGrp="1"/>
          </p:cNvSpPr>
          <p:nvPr>
            <p:ph type="ftr" sz="quarter" idx="3"/>
          </p:nvPr>
        </p:nvSpPr>
        <p:spPr/>
        <p:txBody>
          <a:bodyPr/>
          <a:lstStyle/>
          <a:p>
            <a:pPr defTabSz="914367">
              <a:defRPr/>
            </a:pPr>
            <a:r>
              <a:rPr lang="es-ES" sz="1000" b="0" i="0" strike="noStrike" cap="none" baseline="0" dirty="0">
                <a:solidFill>
                  <a:srgbClr val="000000"/>
                </a:solidFill>
                <a:effectLst/>
                <a:latin typeface="Segoe UI"/>
                <a:ea typeface="Segoe UI"/>
                <a:cs typeface="Segoe UI"/>
              </a:rPr>
              <a:t>© Copyright Microsoft </a:t>
            </a:r>
            <a:r>
              <a:rPr lang="es-ES" sz="1000" b="0" i="0" strike="noStrike" cap="none" baseline="0" dirty="0" err="1">
                <a:solidFill>
                  <a:srgbClr val="000000"/>
                </a:solidFill>
                <a:effectLst/>
                <a:latin typeface="Segoe UI"/>
                <a:ea typeface="Segoe UI"/>
                <a:cs typeface="Segoe UI"/>
              </a:rPr>
              <a:t>Corporation</a:t>
            </a:r>
            <a:r>
              <a:rPr lang="es-ES" sz="1000" b="0" i="0" strike="noStrike" cap="none" baseline="0" dirty="0">
                <a:solidFill>
                  <a:srgbClr val="000000"/>
                </a:solidFill>
                <a:effectLst/>
                <a:latin typeface="Segoe UI"/>
                <a:ea typeface="Segoe UI"/>
                <a:cs typeface="Segoe UI"/>
              </a:rPr>
              <a:t>. Todos los derechos reservados.</a:t>
            </a:r>
          </a:p>
        </p:txBody>
      </p:sp>
      <p:sp>
        <p:nvSpPr>
          <p:cNvPr id="4" name="Text Placeholder 3">
            <a:extLst>
              <a:ext uri="{FF2B5EF4-FFF2-40B4-BE49-F238E27FC236}">
                <a16:creationId xmlns:a16="http://schemas.microsoft.com/office/drawing/2014/main" id="{7DEB3F97-DA79-1467-CD1F-72682A33FF2E}"/>
              </a:ext>
            </a:extLst>
          </p:cNvPr>
          <p:cNvSpPr>
            <a:spLocks noGrp="1"/>
          </p:cNvSpPr>
          <p:nvPr>
            <p:ph type="body" sz="quarter" idx="17"/>
          </p:nvPr>
        </p:nvSpPr>
        <p:spPr>
          <a:xfrm>
            <a:off x="584199" y="1078414"/>
            <a:ext cx="11011601" cy="243840"/>
          </a:xfrm>
        </p:spPr>
        <p:txBody>
          <a:bodyPr/>
          <a:lstStyle/>
          <a:p>
            <a:r>
              <a:rPr lang="es-ES" sz="1600" b="0" i="0" strike="noStrike" cap="none" baseline="0">
                <a:solidFill>
                  <a:srgbClr val="000000"/>
                </a:solidFill>
                <a:effectLst/>
                <a:latin typeface="Segoe UI"/>
                <a:ea typeface="Segoe UI"/>
                <a:cs typeface="Segoe UI"/>
              </a:rPr>
              <a:t>Las instrucciones eficaces especifican tres comportamientos críticos</a:t>
            </a:r>
          </a:p>
        </p:txBody>
      </p:sp>
      <p:sp>
        <p:nvSpPr>
          <p:cNvPr id="12" name="TextBox 11">
            <a:extLst>
              <a:ext uri="{FF2B5EF4-FFF2-40B4-BE49-F238E27FC236}">
                <a16:creationId xmlns:a16="http://schemas.microsoft.com/office/drawing/2014/main" id="{1050D860-0DAE-B5E5-E380-C5DAB7BC4039}"/>
              </a:ext>
            </a:extLst>
          </p:cNvPr>
          <p:cNvSpPr txBox="1"/>
          <p:nvPr/>
        </p:nvSpPr>
        <p:spPr>
          <a:xfrm>
            <a:off x="5418220" y="1893201"/>
            <a:ext cx="6310230" cy="3291841"/>
          </a:xfrm>
          <a:prstGeom prst="rect">
            <a:avLst/>
          </a:prstGeom>
          <a:noFill/>
        </p:spPr>
        <p:txBody>
          <a:bodyPr wrap="square">
            <a:spAutoFit/>
          </a:bodyPr>
          <a:lstStyle/>
          <a:p>
            <a:r>
              <a:rPr lang="es-ES" sz="1400" b="0" i="0" strike="noStrike" cap="none" baseline="0" dirty="0" err="1">
                <a:solidFill>
                  <a:srgbClr val="FFFFFF"/>
                </a:solidFill>
                <a:effectLst/>
                <a:latin typeface="Consolas"/>
                <a:ea typeface="Consolas"/>
                <a:cs typeface="Consolas"/>
              </a:rPr>
              <a:t>retrieval_instructions</a:t>
            </a:r>
            <a:r>
              <a:rPr lang="es-ES" sz="1400" b="0" i="0" strike="noStrike" cap="none" baseline="0" dirty="0">
                <a:solidFill>
                  <a:srgbClr val="FFFFFF"/>
                </a:solidFill>
                <a:effectLst/>
                <a:latin typeface="Consolas"/>
                <a:ea typeface="Consolas"/>
                <a:cs typeface="Consolas"/>
              </a:rPr>
              <a:t> = """Eres un asistente de RR. HH. útil.</a:t>
            </a:r>
          </a:p>
          <a:p>
            <a:endParaRPr lang="en-US" sz="1400" dirty="0">
              <a:solidFill>
                <a:schemeClr val="bg1"/>
              </a:solidFill>
              <a:latin typeface="Consolas" panose="020B0609020204030204" pitchFamily="49" charset="0"/>
              <a:cs typeface="Consolas" panose="020B0609020204030204" pitchFamily="49" charset="0"/>
            </a:endParaRPr>
          </a:p>
          <a:p>
            <a:r>
              <a:rPr lang="es-ES" sz="1400" b="0" i="0" strike="noStrike" cap="none" baseline="0" dirty="0">
                <a:solidFill>
                  <a:srgbClr val="FFFFFF"/>
                </a:solidFill>
                <a:effectLst/>
                <a:latin typeface="Consolas"/>
                <a:ea typeface="Consolas"/>
                <a:cs typeface="Consolas"/>
              </a:rPr>
              <a:t>REGLAS CRÍTICAS: </a:t>
            </a:r>
          </a:p>
          <a:p>
            <a:pPr marL="285750" indent="-285750">
              <a:buFontTx/>
              <a:buChar char="-"/>
            </a:pPr>
            <a:r>
              <a:rPr lang="es-ES" sz="1400" b="0" i="0" strike="noStrike" cap="none" baseline="0" dirty="0">
                <a:solidFill>
                  <a:srgbClr val="FFFFFF"/>
                </a:solidFill>
                <a:effectLst/>
                <a:latin typeface="Consolas"/>
                <a:ea typeface="Consolas"/>
                <a:cs typeface="Consolas"/>
              </a:rPr>
              <a:t>SIEMPRE debes buscar en la base de conocimiento antes</a:t>
            </a:r>
            <a:br>
              <a:rPr lang="es-ES" sz="1400" b="0" i="0" strike="noStrike" cap="none" baseline="0" dirty="0">
                <a:solidFill>
                  <a:srgbClr val="FFFFFF"/>
                </a:solidFill>
                <a:effectLst/>
                <a:latin typeface="Consolas"/>
                <a:ea typeface="Consolas"/>
                <a:cs typeface="Consolas"/>
              </a:rPr>
            </a:br>
            <a:r>
              <a:rPr lang="es-ES" sz="1400" b="0" i="0" strike="noStrike" cap="none" baseline="0" dirty="0">
                <a:solidFill>
                  <a:srgbClr val="FFFFFF"/>
                </a:solidFill>
                <a:effectLst/>
                <a:latin typeface="Consolas"/>
                <a:ea typeface="Consolas"/>
                <a:cs typeface="Consolas"/>
              </a:rPr>
              <a:t>de responder a cualquier pregunta. </a:t>
            </a:r>
          </a:p>
          <a:p>
            <a:pPr marL="285750" indent="-285750">
              <a:buFontTx/>
              <a:buChar char="-"/>
            </a:pPr>
            <a:r>
              <a:rPr lang="es-ES" sz="1400" b="0" i="0" strike="noStrike" cap="none" baseline="0" dirty="0">
                <a:solidFill>
                  <a:srgbClr val="FFFFFF"/>
                </a:solidFill>
                <a:effectLst/>
                <a:latin typeface="Consolas"/>
                <a:ea typeface="Consolas"/>
                <a:cs typeface="Consolas"/>
              </a:rPr>
              <a:t>NUNCA debes responder a partir de tus propios conocimientos o datos de entrenamiento. </a:t>
            </a:r>
          </a:p>
          <a:p>
            <a:pPr marL="285750" indent="-285750">
              <a:buFontTx/>
              <a:buChar char="-"/>
            </a:pPr>
            <a:r>
              <a:rPr lang="es-ES" sz="1400" b="0" i="0" strike="noStrike" cap="none" baseline="0" dirty="0">
                <a:solidFill>
                  <a:srgbClr val="FFFFFF"/>
                </a:solidFill>
                <a:effectLst/>
                <a:latin typeface="Consolas"/>
                <a:ea typeface="Consolas"/>
                <a:cs typeface="Consolas"/>
              </a:rPr>
              <a:t>Cada respuesta DEBE incluir citas.</a:t>
            </a:r>
          </a:p>
          <a:p>
            <a:pPr marL="285750" indent="-285750">
              <a:buFontTx/>
              <a:buChar char="-"/>
            </a:pPr>
            <a:r>
              <a:rPr lang="es-ES" sz="1400" b="0" i="0" strike="noStrike" cap="none" baseline="0" dirty="0">
                <a:solidFill>
                  <a:srgbClr val="FFFFFF"/>
                </a:solidFill>
                <a:effectLst/>
                <a:latin typeface="Consolas"/>
                <a:ea typeface="Consolas"/>
                <a:cs typeface="Consolas"/>
              </a:rPr>
              <a:t>Si la base de conocimiento no contiene la respuesta, responde con "No tengo esa información en nuestra documentación actual. Ponte en contacto con RR. HH. directamente en la dirección hr@company.com". </a:t>
            </a:r>
          </a:p>
          <a:p>
            <a:endParaRPr lang="en-US" sz="1400" dirty="0">
              <a:solidFill>
                <a:schemeClr val="bg1"/>
              </a:solidFill>
              <a:latin typeface="Consolas" panose="020B0609020204030204" pitchFamily="49" charset="0"/>
              <a:cs typeface="Consolas" panose="020B0609020204030204" pitchFamily="49" charset="0"/>
            </a:endParaRPr>
          </a:p>
          <a:p>
            <a:r>
              <a:rPr lang="es-ES" sz="1400" b="0" i="0" strike="noStrike" cap="none" baseline="0" dirty="0">
                <a:solidFill>
                  <a:srgbClr val="FFFFFF"/>
                </a:solidFill>
                <a:effectLst/>
                <a:latin typeface="Consolas"/>
                <a:ea typeface="Consolas"/>
                <a:cs typeface="Consolas"/>
              </a:rPr>
              <a:t>Tu rol es proporcionar información precisa y verificable</a:t>
            </a:r>
            <a:br>
              <a:rPr lang="es-ES" sz="1400" b="0" i="0" strike="noStrike" cap="none" baseline="0" dirty="0">
                <a:solidFill>
                  <a:srgbClr val="FFFFFF"/>
                </a:solidFill>
                <a:effectLst/>
                <a:latin typeface="Consolas"/>
                <a:ea typeface="Consolas"/>
                <a:cs typeface="Consolas"/>
              </a:rPr>
            </a:br>
            <a:r>
              <a:rPr lang="es-ES" sz="1400" b="0" i="0" strike="noStrike" cap="none" baseline="0" dirty="0">
                <a:solidFill>
                  <a:srgbClr val="FFFFFF"/>
                </a:solidFill>
                <a:effectLst/>
                <a:latin typeface="Consolas"/>
                <a:ea typeface="Consolas"/>
                <a:cs typeface="Consolas"/>
              </a:rPr>
              <a:t>de la documentación de la empresa.""" </a:t>
            </a:r>
          </a:p>
        </p:txBody>
      </p:sp>
      <p:sp>
        <p:nvSpPr>
          <p:cNvPr id="15" name="RetrievalCard">
            <a:extLst>
              <a:ext uri="{FF2B5EF4-FFF2-40B4-BE49-F238E27FC236}">
                <a16:creationId xmlns:a16="http://schemas.microsoft.com/office/drawing/2014/main" id="{62A9FCB9-D12C-670F-7071-00DC0D15CE5C}"/>
              </a:ext>
            </a:extLst>
          </p:cNvPr>
          <p:cNvSpPr/>
          <p:nvPr/>
        </p:nvSpPr>
        <p:spPr>
          <a:xfrm>
            <a:off x="536788" y="1654858"/>
            <a:ext cx="4193962" cy="1097280"/>
          </a:xfrm>
          <a:prstGeom prst="roundRect">
            <a:avLst>
              <a:gd name="adj" fmla="val 12000"/>
            </a:avLst>
          </a:prstGeom>
          <a:solidFill>
            <a:srgbClr val="F8F8F8"/>
          </a:solidFill>
          <a:ln w="9525">
            <a:solidFill>
              <a:srgbClr val="DEDEDE"/>
            </a:solidFill>
          </a:ln>
        </p:spPr>
        <p:txBody>
          <a:bodyPr anchor="ctr"/>
          <a:lstStyle/>
          <a:p>
            <a:pPr marL="349250" lvl="1"/>
            <a:r>
              <a:rPr lang="es-ES" b="1" i="0" strike="noStrike" cap="none" baseline="0" dirty="0">
                <a:solidFill>
                  <a:srgbClr val="000000"/>
                </a:solidFill>
                <a:effectLst/>
                <a:latin typeface="Segoe UI Semibold"/>
                <a:ea typeface="Segoe UI Semibold"/>
                <a:cs typeface="Segoe UI Semibold"/>
              </a:rPr>
              <a:t>Cuándo recuperar</a:t>
            </a:r>
            <a:r>
              <a:rPr lang="es-ES" b="0" i="0" strike="noStrike" cap="none" baseline="0" dirty="0">
                <a:solidFill>
                  <a:srgbClr val="000000"/>
                </a:solidFill>
                <a:effectLst/>
                <a:latin typeface="Segoe UI Semibold"/>
                <a:ea typeface="Segoe UI Semibold"/>
                <a:cs typeface="Segoe UI Semibold"/>
              </a:rPr>
              <a:t> </a:t>
            </a:r>
          </a:p>
          <a:p>
            <a:r>
              <a:rPr lang="es-ES" sz="1600" b="0" i="0" strike="noStrike" cap="none" baseline="0" dirty="0">
                <a:solidFill>
                  <a:srgbClr val="595959"/>
                </a:solidFill>
                <a:effectLst/>
                <a:latin typeface="Segoe UI"/>
                <a:ea typeface="Segoe UI"/>
                <a:cs typeface="Segoe UI"/>
              </a:rPr>
              <a:t>Indica al agente que use siempre la base</a:t>
            </a:r>
            <a:br>
              <a:rPr lang="es-ES" sz="1600" b="0" i="0" strike="noStrike" cap="none" baseline="0" dirty="0">
                <a:solidFill>
                  <a:srgbClr val="595959"/>
                </a:solidFill>
                <a:effectLst/>
                <a:latin typeface="Segoe UI"/>
                <a:ea typeface="Segoe UI"/>
                <a:cs typeface="Segoe UI"/>
              </a:rPr>
            </a:br>
            <a:r>
              <a:rPr lang="es-ES" sz="1600" b="0" i="0" strike="noStrike" cap="none" baseline="0" dirty="0">
                <a:solidFill>
                  <a:srgbClr val="595959"/>
                </a:solidFill>
                <a:effectLst/>
                <a:latin typeface="Segoe UI"/>
                <a:ea typeface="Segoe UI"/>
                <a:cs typeface="Segoe UI"/>
              </a:rPr>
              <a:t>de conocimiento, nunca dependas de los datos de entrenamiento.</a:t>
            </a:r>
            <a:endParaRPr lang="en-US" sz="1800" noProof="0" dirty="0">
              <a:solidFill>
                <a:schemeClr val="tx1">
                  <a:lumMod val="65000"/>
                  <a:lumOff val="35000"/>
                </a:schemeClr>
              </a:solidFill>
              <a:latin typeface="+mj-lt"/>
            </a:endParaRPr>
          </a:p>
        </p:txBody>
      </p:sp>
      <p:sp>
        <p:nvSpPr>
          <p:cNvPr id="16" name="RetrievalCard">
            <a:extLst>
              <a:ext uri="{FF2B5EF4-FFF2-40B4-BE49-F238E27FC236}">
                <a16:creationId xmlns:a16="http://schemas.microsoft.com/office/drawing/2014/main" id="{6323DFFC-E296-C3D7-2D9C-63A15A41D26E}"/>
              </a:ext>
            </a:extLst>
          </p:cNvPr>
          <p:cNvSpPr/>
          <p:nvPr/>
        </p:nvSpPr>
        <p:spPr>
          <a:xfrm>
            <a:off x="536787" y="3053121"/>
            <a:ext cx="4193962" cy="1097280"/>
          </a:xfrm>
          <a:prstGeom prst="roundRect">
            <a:avLst>
              <a:gd name="adj" fmla="val 12000"/>
            </a:avLst>
          </a:prstGeom>
          <a:solidFill>
            <a:srgbClr val="F8F8F8"/>
          </a:solidFill>
          <a:ln w="9525">
            <a:solidFill>
              <a:srgbClr val="DEDEDE"/>
            </a:solidFill>
          </a:ln>
        </p:spPr>
        <p:txBody>
          <a:bodyPr anchor="ctr"/>
          <a:lstStyle/>
          <a:p>
            <a:pPr marL="349250" lvl="1"/>
            <a:r>
              <a:rPr lang="es-ES" b="1" i="0" strike="noStrike" cap="none" baseline="0" dirty="0">
                <a:solidFill>
                  <a:srgbClr val="000000"/>
                </a:solidFill>
                <a:effectLst/>
                <a:latin typeface="Segoe UI Semibold"/>
                <a:ea typeface="Segoe UI Semibold"/>
                <a:cs typeface="Segoe UI Semibold"/>
              </a:rPr>
              <a:t>Cómo citar</a:t>
            </a:r>
          </a:p>
          <a:p>
            <a:r>
              <a:rPr lang="es-ES" sz="1600" b="0" i="0" strike="noStrike" cap="none" baseline="0" dirty="0">
                <a:solidFill>
                  <a:srgbClr val="595959"/>
                </a:solidFill>
                <a:effectLst/>
                <a:latin typeface="Segoe UI"/>
                <a:ea typeface="Segoe UI"/>
                <a:cs typeface="Segoe UI"/>
              </a:rPr>
              <a:t>Especifica el formato exacto para la atribución del origen.</a:t>
            </a:r>
            <a:endParaRPr lang="en-US" sz="1800" noProof="0" dirty="0">
              <a:solidFill>
                <a:schemeClr val="tx1">
                  <a:lumMod val="65000"/>
                  <a:lumOff val="35000"/>
                </a:schemeClr>
              </a:solidFill>
              <a:latin typeface="+mj-lt"/>
            </a:endParaRPr>
          </a:p>
        </p:txBody>
      </p:sp>
      <p:sp>
        <p:nvSpPr>
          <p:cNvPr id="17" name="RetrievalCard">
            <a:extLst>
              <a:ext uri="{FF2B5EF4-FFF2-40B4-BE49-F238E27FC236}">
                <a16:creationId xmlns:a16="http://schemas.microsoft.com/office/drawing/2014/main" id="{ADCFF13F-20F5-093E-C02D-4257FAB65194}"/>
              </a:ext>
            </a:extLst>
          </p:cNvPr>
          <p:cNvSpPr/>
          <p:nvPr/>
        </p:nvSpPr>
        <p:spPr>
          <a:xfrm>
            <a:off x="536788" y="4474180"/>
            <a:ext cx="4193961" cy="1097280"/>
          </a:xfrm>
          <a:prstGeom prst="roundRect">
            <a:avLst>
              <a:gd name="adj" fmla="val 12000"/>
            </a:avLst>
          </a:prstGeom>
          <a:solidFill>
            <a:srgbClr val="F8F8F8"/>
          </a:solidFill>
          <a:ln w="9525">
            <a:solidFill>
              <a:srgbClr val="DEDEDE"/>
            </a:solidFill>
          </a:ln>
        </p:spPr>
        <p:txBody>
          <a:bodyPr anchor="ctr"/>
          <a:lstStyle/>
          <a:p>
            <a:pPr marL="349250" lvl="1"/>
            <a:r>
              <a:rPr lang="es-ES" sz="1765" b="1" i="0" strike="noStrike" cap="none" baseline="0" dirty="0">
                <a:solidFill>
                  <a:srgbClr val="000000"/>
                </a:solidFill>
                <a:effectLst/>
                <a:latin typeface="Segoe UI Semibold"/>
                <a:ea typeface="Segoe UI Semibold"/>
                <a:cs typeface="Segoe UI Semibold"/>
              </a:rPr>
              <a:t>Qué hacer cuando tienes dudas</a:t>
            </a:r>
          </a:p>
          <a:p>
            <a:r>
              <a:rPr lang="es-ES" sz="1600" b="0" i="0" strike="noStrike" cap="none" baseline="0" dirty="0">
                <a:solidFill>
                  <a:srgbClr val="595959"/>
                </a:solidFill>
                <a:effectLst/>
                <a:latin typeface="Segoe UI"/>
                <a:ea typeface="Segoe UI"/>
                <a:cs typeface="Segoe UI"/>
              </a:rPr>
              <a:t>Define el comportamiento de reserva cuando no se encuentra información.</a:t>
            </a:r>
            <a:endParaRPr lang="en-US" sz="1800" noProof="0" dirty="0">
              <a:solidFill>
                <a:schemeClr val="tx1">
                  <a:lumMod val="65000"/>
                  <a:lumOff val="35000"/>
                </a:schemeClr>
              </a:solidFill>
              <a:latin typeface="+mj-lt"/>
            </a:endParaRPr>
          </a:p>
        </p:txBody>
      </p:sp>
      <p:sp>
        <p:nvSpPr>
          <p:cNvPr id="18" name="Oval 17">
            <a:extLst>
              <a:ext uri="{FF2B5EF4-FFF2-40B4-BE49-F238E27FC236}">
                <a16:creationId xmlns:a16="http://schemas.microsoft.com/office/drawing/2014/main" id="{4A6A7E0E-32FD-D4E2-6228-DF9D2FC9D4EE}"/>
              </a:ext>
            </a:extLst>
          </p:cNvPr>
          <p:cNvSpPr>
            <a:spLocks noChangeAspect="1"/>
          </p:cNvSpPr>
          <p:nvPr/>
        </p:nvSpPr>
        <p:spPr bwMode="auto">
          <a:xfrm>
            <a:off x="691116" y="1741375"/>
            <a:ext cx="182880" cy="18288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2740679B-33EE-687E-EB12-76F91F58F1E0}"/>
              </a:ext>
            </a:extLst>
          </p:cNvPr>
          <p:cNvSpPr>
            <a:spLocks noChangeAspect="1"/>
          </p:cNvSpPr>
          <p:nvPr/>
        </p:nvSpPr>
        <p:spPr bwMode="auto">
          <a:xfrm>
            <a:off x="691116" y="3250085"/>
            <a:ext cx="182880" cy="1828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9D2C730A-DC66-03E3-6CEF-FAC8FF61C5E0}"/>
              </a:ext>
            </a:extLst>
          </p:cNvPr>
          <p:cNvSpPr>
            <a:spLocks noChangeAspect="1"/>
          </p:cNvSpPr>
          <p:nvPr/>
        </p:nvSpPr>
        <p:spPr bwMode="auto">
          <a:xfrm>
            <a:off x="708128" y="4687063"/>
            <a:ext cx="182880" cy="182880"/>
          </a:xfrm>
          <a:prstGeom prst="ellipse">
            <a:avLst/>
          </a:prstGeom>
          <a:ln>
            <a:noFill/>
            <a:headEnd type="none" w="med" len="med"/>
            <a:tailEnd type="none" w="med" len="med"/>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5053ED21-0A60-64CA-7BF5-9B2749BA1EE9}"/>
              </a:ext>
            </a:extLst>
          </p:cNvPr>
          <p:cNvSpPr>
            <a:spLocks noChangeAspect="1"/>
          </p:cNvSpPr>
          <p:nvPr/>
        </p:nvSpPr>
        <p:spPr bwMode="auto">
          <a:xfrm>
            <a:off x="5235341" y="3861267"/>
            <a:ext cx="182880" cy="182880"/>
          </a:xfrm>
          <a:prstGeom prst="ellipse">
            <a:avLst/>
          </a:prstGeom>
          <a:ln>
            <a:noFill/>
            <a:headEnd type="none" w="med" len="med"/>
            <a:tailEnd type="none" w="med" len="med"/>
          </a:ln>
        </p:spPr>
        <p:style>
          <a:lnRef idx="3">
            <a:schemeClr val="lt1"/>
          </a:lnRef>
          <a:fillRef idx="1">
            <a:schemeClr val="accent3"/>
          </a:fillRef>
          <a:effectRef idx="1">
            <a:schemeClr val="accent3"/>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30FD6935-1AC7-45BA-EB18-B7C415DEFFD7}"/>
              </a:ext>
            </a:extLst>
          </p:cNvPr>
          <p:cNvSpPr>
            <a:spLocks noChangeAspect="1"/>
          </p:cNvSpPr>
          <p:nvPr/>
        </p:nvSpPr>
        <p:spPr bwMode="auto">
          <a:xfrm>
            <a:off x="5235341" y="3452886"/>
            <a:ext cx="182880" cy="1828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0246484A-A3B4-2220-504E-C8AEB155AC11}"/>
              </a:ext>
            </a:extLst>
          </p:cNvPr>
          <p:cNvSpPr>
            <a:spLocks noChangeAspect="1"/>
          </p:cNvSpPr>
          <p:nvPr/>
        </p:nvSpPr>
        <p:spPr bwMode="auto">
          <a:xfrm>
            <a:off x="5235341" y="2590524"/>
            <a:ext cx="182880" cy="18288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77167478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591BE-FBF2-BB47-FDBF-94A58E55961F}"/>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2AE13D9-23B5-A589-17E3-DF0B946B51FC}"/>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807" y="2052313"/>
            <a:ext cx="4630848" cy="3278110"/>
          </a:xfrm>
          <a:prstGeom prst="rect">
            <a:avLst/>
          </a:prstGeom>
        </p:spPr>
      </p:pic>
      <p:sp>
        <p:nvSpPr>
          <p:cNvPr id="5" name="Title 4">
            <a:extLst>
              <a:ext uri="{FF2B5EF4-FFF2-40B4-BE49-F238E27FC236}">
                <a16:creationId xmlns:a16="http://schemas.microsoft.com/office/drawing/2014/main" id="{CD49C375-FE1C-6DB4-7D6E-29673DA97466}"/>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1687F0E2-02F3-0732-CD09-58172B6ACF0E}"/>
              </a:ext>
            </a:extLst>
          </p:cNvPr>
          <p:cNvSpPr>
            <a:spLocks noGrp="1"/>
          </p:cNvSpPr>
          <p:nvPr>
            <p:ph type="body" sz="quarter" idx="16"/>
          </p:nvPr>
        </p:nvSpPr>
        <p:spPr>
          <a:xfrm>
            <a:off x="584199" y="1594155"/>
            <a:ext cx="5654573" cy="609600"/>
          </a:xfrm>
        </p:spPr>
        <p:txBody>
          <a:bodyPr/>
          <a:lstStyle/>
          <a:p>
            <a:r>
              <a:rPr lang="es-ES" sz="2000" b="0" i="0" strike="noStrike" cap="none" baseline="0">
                <a:solidFill>
                  <a:srgbClr val="000000"/>
                </a:solidFill>
                <a:effectLst/>
                <a:latin typeface="Segoe UI Semibold"/>
                <a:ea typeface="Segoe UI Semibold"/>
                <a:cs typeface="Segoe UI Semibold"/>
              </a:rPr>
              <a:t>Integración de un agente de IA con Foundry IQ</a:t>
            </a:r>
          </a:p>
        </p:txBody>
      </p:sp>
      <p:sp>
        <p:nvSpPr>
          <p:cNvPr id="6" name="Text Placeholder 5">
            <a:extLst>
              <a:ext uri="{FF2B5EF4-FFF2-40B4-BE49-F238E27FC236}">
                <a16:creationId xmlns:a16="http://schemas.microsoft.com/office/drawing/2014/main" id="{24C6007A-2AC2-6657-2264-C3AB30E33A8C}"/>
              </a:ext>
            </a:extLst>
          </p:cNvPr>
          <p:cNvSpPr>
            <a:spLocks noGrp="1"/>
          </p:cNvSpPr>
          <p:nvPr>
            <p:ph type="body" sz="quarter" idx="15"/>
          </p:nvPr>
        </p:nvSpPr>
        <p:spPr>
          <a:xfrm>
            <a:off x="586389" y="2085764"/>
            <a:ext cx="5652201" cy="2243328"/>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Crear un agente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Configurar tus datos y Foundry IQ</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Prueba del agente en el área de juegos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Conectar a tu agente desde una aplicación cliente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Prueba de la integración</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endParaRPr lang="en-US"/>
          </a:p>
          <a:p>
            <a:pPr marL="0" indent="0">
              <a:buNone/>
            </a:pPr>
            <a:br>
              <a:rPr lang="en-US"/>
            </a:b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E5E1A7A6-3154-EB81-0663-4F3EFD311FDB}"/>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u="sng" strike="noStrike" cap="none" baseline="0">
                <a:solidFill>
                  <a:srgbClr val="000000"/>
                </a:solidFill>
                <a:effectLst/>
                <a:uFill>
                  <a:solidFill>
                    <a:srgbClr val="000000"/>
                  </a:solidFill>
                </a:uFill>
                <a:latin typeface="Segoe UI"/>
                <a:ea typeface="Segoe UI"/>
                <a:cs typeface="Segoe UI"/>
                <a:hlinkClick r:id="rId4" history="0"/>
              </a:rPr>
              <a:t>https://go.microsoft.com/fwlink/?linkid=2347700</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09F8E703-E86E-B05F-B948-496CF94F858A}"/>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6B758502-A392-3F9A-98FA-3F060F0BF5CC}"/>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46360947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3051C-17B3-4B46-0956-9B54563C91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02BA6-2415-5427-5EF8-8C6363EBCBDE}"/>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BA862BB4-2C4F-C056-8D02-37B37A91DF89}"/>
              </a:ext>
            </a:extLst>
          </p:cNvPr>
          <p:cNvSpPr>
            <a:spLocks noGrp="1"/>
          </p:cNvSpPr>
          <p:nvPr>
            <p:ph type="body" sz="quarter" idx="17"/>
          </p:nvPr>
        </p:nvSpPr>
        <p:spPr>
          <a:xfrm>
            <a:off x="1235075" y="2075470"/>
            <a:ext cx="8778782" cy="426720"/>
          </a:xfrm>
        </p:spPr>
        <p:txBody>
          <a:bodyPr/>
          <a:lstStyle/>
          <a:p>
            <a:r>
              <a:rPr lang="es-ES" sz="1400" b="1" i="0" strike="noStrike" cap="none" baseline="0">
                <a:solidFill>
                  <a:srgbClr val="000000"/>
                </a:solidFill>
                <a:effectLst/>
                <a:latin typeface="Segoe UI Semibold"/>
                <a:ea typeface="Segoe UI Semibold"/>
                <a:cs typeface="Segoe UI Semibold"/>
              </a:rPr>
              <a:t>¿Cuál es la principal ventaja de la generación aumentada de recuperación (RAG) con respecto a los agentes de IA simples?</a:t>
            </a:r>
          </a:p>
        </p:txBody>
      </p:sp>
      <p:sp>
        <p:nvSpPr>
          <p:cNvPr id="9" name="Text Placeholder 8">
            <a:extLst>
              <a:ext uri="{FF2B5EF4-FFF2-40B4-BE49-F238E27FC236}">
                <a16:creationId xmlns:a16="http://schemas.microsoft.com/office/drawing/2014/main" id="{ED437FFC-B56F-8CA5-0D18-6B83C6D2C485}"/>
              </a:ext>
            </a:extLst>
          </p:cNvPr>
          <p:cNvSpPr>
            <a:spLocks noGrp="1"/>
          </p:cNvSpPr>
          <p:nvPr>
            <p:ph type="body" sz="quarter" idx="15"/>
          </p:nvPr>
        </p:nvSpPr>
        <p:spPr>
          <a:xfrm>
            <a:off x="1235075" y="2564966"/>
            <a:ext cx="8775098" cy="947952"/>
          </a:xfrm>
          <a:noFill/>
        </p:spPr>
        <p:txBody>
          <a:bodyPr/>
          <a:lstStyle/>
          <a:p>
            <a:r>
              <a:rPr lang="es-ES" sz="1400" b="0" i="0" strike="noStrike" cap="none" baseline="0" dirty="0">
                <a:solidFill>
                  <a:srgbClr val="000000"/>
                </a:solidFill>
                <a:effectLst/>
                <a:latin typeface="Segoe UI"/>
                <a:ea typeface="Segoe UI"/>
                <a:cs typeface="Segoe UI"/>
              </a:rPr>
              <a:t>RAG elimina la necesidad de modelos de lenguaje grandes. </a:t>
            </a:r>
          </a:p>
          <a:p>
            <a:r>
              <a:rPr lang="es-ES" sz="1400" b="0" i="0" strike="noStrike" cap="none" baseline="0" dirty="0">
                <a:solidFill>
                  <a:srgbClr val="000000"/>
                </a:solidFill>
                <a:effectLst/>
                <a:latin typeface="Segoe UI"/>
                <a:ea typeface="Segoe UI"/>
                <a:cs typeface="Segoe UI"/>
              </a:rPr>
              <a:t>RAG permite a los agentes fundamentar las respuestas en la información de la organización actual</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y proporcionar transparencia de origen. </a:t>
            </a:r>
          </a:p>
          <a:p>
            <a:r>
              <a:rPr lang="es-ES" sz="1400" b="0" i="0" strike="noStrike" cap="none" baseline="0" dirty="0">
                <a:solidFill>
                  <a:srgbClr val="000000"/>
                </a:solidFill>
                <a:effectLst/>
                <a:latin typeface="Segoe UI"/>
                <a:ea typeface="Segoe UI"/>
                <a:cs typeface="Segoe UI"/>
              </a:rPr>
              <a:t>RAG vuelve a entrenar automáticamente el modelo de lenguaje cuando cambian los documentos.</a:t>
            </a:r>
          </a:p>
        </p:txBody>
      </p:sp>
      <p:sp>
        <p:nvSpPr>
          <p:cNvPr id="18" name="Text Placeholder 17">
            <a:extLst>
              <a:ext uri="{FF2B5EF4-FFF2-40B4-BE49-F238E27FC236}">
                <a16:creationId xmlns:a16="http://schemas.microsoft.com/office/drawing/2014/main" id="{AABCF36D-129A-1000-83C5-A96440535C8C}"/>
              </a:ext>
            </a:extLst>
          </p:cNvPr>
          <p:cNvSpPr>
            <a:spLocks noGrp="1"/>
          </p:cNvSpPr>
          <p:nvPr>
            <p:ph type="body" sz="quarter" idx="22"/>
          </p:nvPr>
        </p:nvSpPr>
        <p:spPr>
          <a:xfrm>
            <a:off x="1235075" y="3813472"/>
            <a:ext cx="8778782" cy="426720"/>
          </a:xfrm>
        </p:spPr>
        <p:txBody>
          <a:bodyPr/>
          <a:lstStyle/>
          <a:p>
            <a:r>
              <a:rPr lang="es-ES" sz="1400" b="0" i="0" strike="noStrike" cap="none" baseline="0" dirty="0">
                <a:solidFill>
                  <a:srgbClr val="000000"/>
                </a:solidFill>
                <a:effectLst/>
                <a:latin typeface="Segoe UI Semibold"/>
                <a:ea typeface="Segoe UI Semibold"/>
                <a:cs typeface="Segoe UI Semibold"/>
              </a:rPr>
              <a:t>¿Qué opción de origen de datos proporciona acceso en tiempo real al contenido de SharePoint</a:t>
            </a:r>
            <a:br>
              <a:rPr lang="es-ES" sz="1400" b="0" i="0" strike="noStrike" cap="none" baseline="0" dirty="0">
                <a:solidFill>
                  <a:srgbClr val="000000"/>
                </a:solidFill>
                <a:effectLst/>
                <a:latin typeface="Segoe UI Semibold"/>
                <a:ea typeface="Segoe UI Semibold"/>
                <a:cs typeface="Segoe UI Semibold"/>
              </a:rPr>
            </a:br>
            <a:r>
              <a:rPr lang="es-ES" sz="1400" b="0" i="0" strike="noStrike" cap="none" baseline="0" dirty="0">
                <a:solidFill>
                  <a:srgbClr val="000000"/>
                </a:solidFill>
                <a:effectLst/>
                <a:latin typeface="Segoe UI Semibold"/>
                <a:ea typeface="Segoe UI Semibold"/>
                <a:cs typeface="Segoe UI Semibold"/>
              </a:rPr>
              <a:t>con gobernanza de Microsoft 365?</a:t>
            </a:r>
            <a:endParaRPr lang="en-US" noProof="0" dirty="0"/>
          </a:p>
        </p:txBody>
      </p:sp>
      <p:sp>
        <p:nvSpPr>
          <p:cNvPr id="19" name="Text Placeholder 18">
            <a:extLst>
              <a:ext uri="{FF2B5EF4-FFF2-40B4-BE49-F238E27FC236}">
                <a16:creationId xmlns:a16="http://schemas.microsoft.com/office/drawing/2014/main" id="{7346B303-6C16-BC0A-73A4-E24259E0F6E9}"/>
              </a:ext>
            </a:extLst>
          </p:cNvPr>
          <p:cNvSpPr>
            <a:spLocks noGrp="1"/>
          </p:cNvSpPr>
          <p:nvPr>
            <p:ph type="body" sz="quarter" idx="23"/>
          </p:nvPr>
        </p:nvSpPr>
        <p:spPr>
          <a:xfrm>
            <a:off x="1235074" y="4286731"/>
            <a:ext cx="8775098" cy="725424"/>
          </a:xfrm>
        </p:spPr>
        <p:txBody>
          <a:bodyPr/>
          <a:lstStyle/>
          <a:p>
            <a:r>
              <a:rPr lang="es-ES" sz="1400" b="0" i="0" strike="noStrike" cap="none" baseline="0">
                <a:solidFill>
                  <a:srgbClr val="000000"/>
                </a:solidFill>
                <a:effectLst/>
                <a:latin typeface="Segoe UI"/>
                <a:ea typeface="Segoe UI"/>
                <a:cs typeface="Segoe UI"/>
              </a:rPr>
              <a:t>SharePoint indexado, que procesa previamente el contenido en Búsqueda de Azure AI </a:t>
            </a:r>
          </a:p>
          <a:p>
            <a:r>
              <a:rPr lang="es-ES" sz="1400" b="0" i="0" strike="noStrike" cap="none" baseline="0">
                <a:solidFill>
                  <a:srgbClr val="000000"/>
                </a:solidFill>
                <a:effectLst/>
                <a:latin typeface="Segoe UI"/>
                <a:ea typeface="Segoe UI"/>
                <a:cs typeface="Segoe UI"/>
              </a:rPr>
              <a:t>SharePoint remoto, que consulta sitios y bibliotecas de SharePoint en tiempo real </a:t>
            </a:r>
          </a:p>
          <a:p>
            <a:r>
              <a:rPr lang="es-ES" sz="1400" b="0" i="0" strike="noStrike" cap="none" baseline="0">
                <a:solidFill>
                  <a:srgbClr val="000000"/>
                </a:solidFill>
                <a:effectLst/>
                <a:latin typeface="Segoe UI"/>
                <a:ea typeface="Segoe UI"/>
                <a:cs typeface="Segoe UI"/>
              </a:rPr>
              <a:t>Azure Blob Storage, que se conecta a archivos de SharePoint almacenados como blobs</a:t>
            </a:r>
          </a:p>
        </p:txBody>
      </p:sp>
      <p:sp>
        <p:nvSpPr>
          <p:cNvPr id="76" name="Oval 75">
            <a:extLst>
              <a:ext uri="{FF2B5EF4-FFF2-40B4-BE49-F238E27FC236}">
                <a16:creationId xmlns:a16="http://schemas.microsoft.com/office/drawing/2014/main" id="{04D4AE6B-F243-BAB0-655C-632A40B9AFFD}"/>
              </a:ext>
              <a:ext uri="{C183D7F6-B498-43B3-948B-1728B52AA6E4}">
                <adec:decorative xmlns:adec="http://schemas.microsoft.com/office/drawing/2017/decorative" val="1"/>
              </a:ext>
            </a:extLst>
          </p:cNvPr>
          <p:cNvSpPr/>
          <p:nvPr/>
        </p:nvSpPr>
        <p:spPr bwMode="auto">
          <a:xfrm>
            <a:off x="722582" y="2096335"/>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BB4F8247-B703-8786-0160-27EFE03F9ECA}"/>
              </a:ext>
              <a:ext uri="{C183D7F6-B498-43B3-948B-1728B52AA6E4}">
                <adec:decorative xmlns:adec="http://schemas.microsoft.com/office/drawing/2017/decorative" val="1"/>
              </a:ext>
            </a:extLst>
          </p:cNvPr>
          <p:cNvSpPr/>
          <p:nvPr/>
        </p:nvSpPr>
        <p:spPr bwMode="auto">
          <a:xfrm>
            <a:off x="722582" y="382663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CDE75348-36C0-7D3C-4E8A-C612A18253FC}"/>
              </a:ext>
              <a:ext uri="{C183D7F6-B498-43B3-948B-1728B52AA6E4}">
                <adec:decorative xmlns:adec="http://schemas.microsoft.com/office/drawing/2017/decorative" val="1"/>
              </a:ext>
            </a:extLst>
          </p:cNvPr>
          <p:cNvSpPr/>
          <p:nvPr/>
        </p:nvSpPr>
        <p:spPr>
          <a:xfrm>
            <a:off x="1263852" y="455499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8176D862-73B0-8998-5C2B-CAF1BBB5EBAD}"/>
              </a:ext>
              <a:ext uri="{C183D7F6-B498-43B3-948B-1728B52AA6E4}">
                <adec:decorative xmlns:adec="http://schemas.microsoft.com/office/drawing/2017/decorative" val="1"/>
              </a:ext>
            </a:extLst>
          </p:cNvPr>
          <p:cNvSpPr/>
          <p:nvPr/>
        </p:nvSpPr>
        <p:spPr>
          <a:xfrm>
            <a:off x="1263852" y="2840767"/>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AE3FBB6C-A152-57A1-146F-51C3291D3445}"/>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456395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1CBB-9F01-CCEA-B5C7-6ADA71EC985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4454C9F-2F66-EC51-66A8-607E6A4CBCD4}"/>
              </a:ext>
            </a:extLst>
          </p:cNvPr>
          <p:cNvSpPr>
            <a:spLocks noGrp="1"/>
          </p:cNvSpPr>
          <p:nvPr>
            <p:ph type="title"/>
          </p:nvPr>
        </p:nvSpPr>
        <p:spPr>
          <a:xfrm>
            <a:off x="569911" y="2902884"/>
            <a:ext cx="4939349" cy="1097280"/>
          </a:xfrm>
        </p:spPr>
        <p:txBody>
          <a:bodyPr/>
          <a:lstStyle/>
          <a:p>
            <a:r>
              <a:rPr lang="es-ES" sz="3600" b="0" i="0" strike="noStrike" cap="none" baseline="0" dirty="0">
                <a:solidFill>
                  <a:srgbClr val="000000"/>
                </a:solidFill>
                <a:effectLst/>
                <a:latin typeface="Segoe UI"/>
                <a:ea typeface="Segoe UI"/>
                <a:cs typeface="Segoe UI"/>
              </a:rPr>
              <a:t>Integración de tu agente con Microsoft 365</a:t>
            </a:r>
            <a:endParaRPr lang="en-US" sz="3600" dirty="0"/>
          </a:p>
        </p:txBody>
      </p:sp>
      <p:sp>
        <p:nvSpPr>
          <p:cNvPr id="11" name="Footer Placeholder 10">
            <a:extLst>
              <a:ext uri="{FF2B5EF4-FFF2-40B4-BE49-F238E27FC236}">
                <a16:creationId xmlns:a16="http://schemas.microsoft.com/office/drawing/2014/main" id="{CA49B2D4-F2D4-46A7-242F-DDD8A962E612}"/>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Rectangle 1">
            <a:extLst>
              <a:ext uri="{FF2B5EF4-FFF2-40B4-BE49-F238E27FC236}">
                <a16:creationId xmlns:a16="http://schemas.microsoft.com/office/drawing/2014/main" id="{F74F34F3-BB7F-19A4-F1DE-8D095916D320}"/>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C5583C13-4A68-CC78-0254-9C233B87C51A}"/>
              </a:ext>
            </a:extLst>
          </p:cNvPr>
          <p:cNvSpPr txBox="1"/>
          <p:nvPr/>
        </p:nvSpPr>
        <p:spPr>
          <a:xfrm>
            <a:off x="497341" y="4000163"/>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https://aka.ms/mslearn-integrate-m365</a:t>
            </a:r>
          </a:p>
        </p:txBody>
      </p:sp>
    </p:spTree>
    <p:extLst>
      <p:ext uri="{BB962C8B-B14F-4D97-AF65-F5344CB8AC3E}">
        <p14:creationId xmlns:p14="http://schemas.microsoft.com/office/powerpoint/2010/main" val="3369489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7DA0D-DC5F-0BD9-ED7A-65860D080428}"/>
              </a:ext>
            </a:extLst>
          </p:cNvPr>
          <p:cNvSpPr>
            <a:spLocks noGrp="1"/>
          </p:cNvSpPr>
          <p:nvPr>
            <p:ph type="title"/>
          </p:nvPr>
        </p:nvSpPr>
        <p:spPr/>
        <p:txBody>
          <a:bodyPr/>
          <a:lstStyle/>
          <a:p>
            <a:r>
              <a:rPr lang="es-ES" sz="3200" b="1" i="0" strike="noStrike" cap="none" baseline="0">
                <a:solidFill>
                  <a:srgbClr val="000000"/>
                </a:solidFill>
                <a:effectLst/>
                <a:latin typeface="Segoe UI Semibold"/>
                <a:ea typeface="Segoe UI Semibold"/>
                <a:cs typeface="Segoe UI Semibold"/>
              </a:rPr>
              <a:t>Comprensión de las aplicaciones del agente</a:t>
            </a:r>
            <a:endParaRPr lang="en-US" sz="3200"/>
          </a:p>
        </p:txBody>
      </p:sp>
      <p:sp>
        <p:nvSpPr>
          <p:cNvPr id="4" name="Footer Placeholder 3">
            <a:extLst>
              <a:ext uri="{FF2B5EF4-FFF2-40B4-BE49-F238E27FC236}">
                <a16:creationId xmlns:a16="http://schemas.microsoft.com/office/drawing/2014/main" id="{B87F9931-F68E-7811-F832-07C7DD677332}"/>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5" name="Text Placeholder 4">
            <a:extLst>
              <a:ext uri="{FF2B5EF4-FFF2-40B4-BE49-F238E27FC236}">
                <a16:creationId xmlns:a16="http://schemas.microsoft.com/office/drawing/2014/main" id="{61B4A927-E2E0-AFAC-68DE-84C0B97D593D}"/>
              </a:ext>
            </a:extLst>
          </p:cNvPr>
          <p:cNvSpPr>
            <a:spLocks noGrp="1"/>
          </p:cNvSpPr>
          <p:nvPr>
            <p:ph type="body" sz="quarter" idx="17"/>
          </p:nvPr>
        </p:nvSpPr>
        <p:spPr>
          <a:xfrm>
            <a:off x="584199" y="1386766"/>
            <a:ext cx="11011601" cy="243840"/>
          </a:xfrm>
        </p:spPr>
        <p:txBody>
          <a:bodyPr/>
          <a:lstStyle/>
          <a:p>
            <a:r>
              <a:rPr lang="es-ES" sz="1600" b="0" i="0" strike="noStrike" cap="none" baseline="0">
                <a:solidFill>
                  <a:srgbClr val="000000"/>
                </a:solidFill>
                <a:effectLst/>
                <a:latin typeface="Segoe UI"/>
                <a:ea typeface="Segoe UI"/>
                <a:cs typeface="Segoe UI"/>
              </a:rPr>
              <a:t>Al publicar un agente, Microsoft Foundry crea un recurso de </a:t>
            </a:r>
            <a:r>
              <a:rPr lang="es-ES" sz="1600" b="1" i="0" strike="noStrike" cap="none" baseline="0">
                <a:solidFill>
                  <a:srgbClr val="000000"/>
                </a:solidFill>
                <a:effectLst/>
                <a:latin typeface="Segoe UI Semibold"/>
                <a:ea typeface="Segoe UI Semibold"/>
                <a:cs typeface="Segoe UI Semibold"/>
              </a:rPr>
              <a:t>aplicación del agente</a:t>
            </a:r>
            <a:r>
              <a:rPr lang="es-ES" sz="1600" b="0" i="0" strike="noStrike" cap="none" baseline="0">
                <a:solidFill>
                  <a:srgbClr val="000000"/>
                </a:solidFill>
                <a:effectLst/>
                <a:latin typeface="Segoe UI Semibold"/>
                <a:ea typeface="Segoe UI Semibold"/>
                <a:cs typeface="Segoe UI Semibold"/>
              </a:rPr>
              <a:t> </a:t>
            </a:r>
            <a:r>
              <a:rPr lang="es-ES" sz="1600" b="0" i="0" strike="noStrike" cap="none" baseline="0">
                <a:solidFill>
                  <a:srgbClr val="000000"/>
                </a:solidFill>
                <a:effectLst/>
                <a:latin typeface="Segoe UI"/>
                <a:ea typeface="Segoe UI"/>
                <a:cs typeface="Segoe UI"/>
              </a:rPr>
              <a:t>con:</a:t>
            </a:r>
          </a:p>
        </p:txBody>
      </p:sp>
      <p:sp>
        <p:nvSpPr>
          <p:cNvPr id="6" name="RetrievalCard">
            <a:extLst>
              <a:ext uri="{FF2B5EF4-FFF2-40B4-BE49-F238E27FC236}">
                <a16:creationId xmlns:a16="http://schemas.microsoft.com/office/drawing/2014/main" id="{2DC7FB4A-8E6B-F3F8-9536-E6B885525FDD}"/>
              </a:ext>
            </a:extLst>
          </p:cNvPr>
          <p:cNvSpPr/>
          <p:nvPr/>
        </p:nvSpPr>
        <p:spPr>
          <a:xfrm>
            <a:off x="588261" y="1984864"/>
            <a:ext cx="10291942" cy="827785"/>
          </a:xfrm>
          <a:prstGeom prst="roundRect">
            <a:avLst>
              <a:gd name="adj" fmla="val 12000"/>
            </a:avLst>
          </a:prstGeom>
          <a:solidFill>
            <a:srgbClr val="F8F8F8"/>
          </a:solidFill>
          <a:ln w="9525">
            <a:solidFill>
              <a:srgbClr val="DEDEDE"/>
            </a:solidFill>
          </a:ln>
        </p:spPr>
        <p:txBody>
          <a:bodyPr anchor="ctr"/>
          <a:lstStyle/>
          <a:p>
            <a:r>
              <a:rPr lang="es-ES" sz="1800" b="1" i="0" strike="noStrike" cap="none" baseline="0">
                <a:solidFill>
                  <a:srgbClr val="702573"/>
                </a:solidFill>
                <a:effectLst/>
                <a:latin typeface="Segoe UI"/>
                <a:ea typeface="Segoe UI"/>
                <a:cs typeface="Segoe UI"/>
              </a:rPr>
              <a:t>Dirección URL de invocación dedicada</a:t>
            </a:r>
          </a:p>
          <a:p>
            <a:r>
              <a:rPr lang="es-ES" sz="1600" b="0" i="0" strike="noStrike" cap="none" baseline="0">
                <a:solidFill>
                  <a:srgbClr val="000000"/>
                </a:solidFill>
                <a:effectLst/>
                <a:latin typeface="Segoe UI"/>
                <a:ea typeface="Segoe UI"/>
                <a:cs typeface="Segoe UI"/>
              </a:rPr>
              <a:t>Un punto de conexión estable que se mantiene constante a medida que actualizas versiones del agente</a:t>
            </a:r>
            <a:endParaRPr lang="en-US" sz="1600" b="1">
              <a:solidFill>
                <a:srgbClr val="4C4C4C"/>
              </a:solidFill>
              <a:latin typeface="+mj-lt"/>
            </a:endParaRPr>
          </a:p>
        </p:txBody>
      </p:sp>
      <p:sp>
        <p:nvSpPr>
          <p:cNvPr id="7" name="RetrievalCard">
            <a:extLst>
              <a:ext uri="{FF2B5EF4-FFF2-40B4-BE49-F238E27FC236}">
                <a16:creationId xmlns:a16="http://schemas.microsoft.com/office/drawing/2014/main" id="{DB4A0616-4FC4-9AFA-DC52-B42D4F44516E}"/>
              </a:ext>
            </a:extLst>
          </p:cNvPr>
          <p:cNvSpPr/>
          <p:nvPr/>
        </p:nvSpPr>
        <p:spPr>
          <a:xfrm>
            <a:off x="579438" y="3029005"/>
            <a:ext cx="10291942" cy="827785"/>
          </a:xfrm>
          <a:prstGeom prst="roundRect">
            <a:avLst>
              <a:gd name="adj" fmla="val 12000"/>
            </a:avLst>
          </a:prstGeom>
          <a:solidFill>
            <a:srgbClr val="F8F8F8"/>
          </a:solidFill>
          <a:ln w="9525">
            <a:solidFill>
              <a:srgbClr val="DEDEDE"/>
            </a:solidFill>
          </a:ln>
        </p:spPr>
        <p:txBody>
          <a:bodyPr anchor="ctr"/>
          <a:lstStyle/>
          <a:p>
            <a:r>
              <a:rPr lang="es-ES" sz="1800" b="1" i="0" strike="noStrike" cap="none" baseline="0">
                <a:solidFill>
                  <a:srgbClr val="BF3AC4"/>
                </a:solidFill>
                <a:effectLst/>
                <a:latin typeface="Segoe UI"/>
                <a:ea typeface="Segoe UI"/>
                <a:cs typeface="Segoe UI"/>
              </a:rPr>
              <a:t>Identidad del agente</a:t>
            </a:r>
          </a:p>
          <a:p>
            <a:r>
              <a:rPr lang="es-ES" sz="1600" b="0" i="0" strike="noStrike" cap="none" baseline="0">
                <a:solidFill>
                  <a:srgbClr val="000000"/>
                </a:solidFill>
                <a:effectLst/>
                <a:latin typeface="Segoe UI"/>
                <a:ea typeface="Segoe UI"/>
                <a:cs typeface="Segoe UI"/>
              </a:rPr>
              <a:t>Una identidad distinta de Microsoft Entra independiente de tu proyecto de desarrollo</a:t>
            </a:r>
            <a:endParaRPr lang="en-US" sz="1400" b="1">
              <a:solidFill>
                <a:srgbClr val="4C4C4C"/>
              </a:solidFill>
              <a:latin typeface="+mj-lt"/>
            </a:endParaRPr>
          </a:p>
        </p:txBody>
      </p:sp>
      <p:sp>
        <p:nvSpPr>
          <p:cNvPr id="8" name="RetrievalCard">
            <a:extLst>
              <a:ext uri="{FF2B5EF4-FFF2-40B4-BE49-F238E27FC236}">
                <a16:creationId xmlns:a16="http://schemas.microsoft.com/office/drawing/2014/main" id="{5E711728-7A07-145E-49BF-21072B74EE38}"/>
              </a:ext>
            </a:extLst>
          </p:cNvPr>
          <p:cNvSpPr/>
          <p:nvPr/>
        </p:nvSpPr>
        <p:spPr>
          <a:xfrm>
            <a:off x="579438" y="4073146"/>
            <a:ext cx="10291942" cy="827785"/>
          </a:xfrm>
          <a:prstGeom prst="roundRect">
            <a:avLst>
              <a:gd name="adj" fmla="val 12000"/>
            </a:avLst>
          </a:prstGeom>
          <a:solidFill>
            <a:srgbClr val="F8F8F8"/>
          </a:solidFill>
          <a:ln w="9525">
            <a:solidFill>
              <a:srgbClr val="DEDEDE"/>
            </a:solidFill>
          </a:ln>
        </p:spPr>
        <p:txBody>
          <a:bodyPr anchor="ctr"/>
          <a:lstStyle/>
          <a:p>
            <a:r>
              <a:rPr lang="es-ES" sz="1765" b="1" i="0" strike="noStrike" cap="none" baseline="0">
                <a:solidFill>
                  <a:srgbClr val="FE5B38"/>
                </a:solidFill>
                <a:effectLst/>
                <a:latin typeface="Segoe UI"/>
                <a:ea typeface="Segoe UI"/>
                <a:cs typeface="Segoe UI"/>
              </a:rPr>
              <a:t>Aislamiento de los datos de usuario</a:t>
            </a:r>
            <a:endParaRPr lang="en-US">
              <a:solidFill>
                <a:schemeClr val="accent3"/>
              </a:solidFill>
            </a:endParaRPr>
          </a:p>
          <a:p>
            <a:r>
              <a:rPr lang="es-ES" sz="1600" b="0" i="0" strike="noStrike" cap="none" baseline="0">
                <a:solidFill>
                  <a:srgbClr val="000000"/>
                </a:solidFill>
                <a:effectLst/>
                <a:latin typeface="Segoe UI"/>
                <a:ea typeface="Segoe UI"/>
                <a:cs typeface="Segoe UI"/>
              </a:rPr>
              <a:t>Las entradas y las interacciones de un usuario no están disponibles para otros usuarios</a:t>
            </a:r>
          </a:p>
        </p:txBody>
      </p:sp>
    </p:spTree>
    <p:extLst>
      <p:ext uri="{BB962C8B-B14F-4D97-AF65-F5344CB8AC3E}">
        <p14:creationId xmlns:p14="http://schemas.microsoft.com/office/powerpoint/2010/main" val="3529278479"/>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59DAE-9840-C8B8-7A3E-0D3841B2A327}"/>
            </a:ext>
          </a:extLst>
        </p:cNvPr>
        <p:cNvGrpSpPr/>
        <p:nvPr/>
      </p:nvGrpSpPr>
      <p:grpSpPr>
        <a:xfrm>
          <a:off x="0" y="0"/>
          <a:ext cx="0" cy="0"/>
          <a:chOff x="0" y="0"/>
          <a:chExt cx="0" cy="0"/>
        </a:xfrm>
      </p:grpSpPr>
      <p:cxnSp>
        <p:nvCxnSpPr>
          <p:cNvPr id="18" name="Straight Connector 17">
            <a:extLst>
              <a:ext uri="{FF2B5EF4-FFF2-40B4-BE49-F238E27FC236}">
                <a16:creationId xmlns:a16="http://schemas.microsoft.com/office/drawing/2014/main" id="{C7C9AE16-87B0-00D8-F8B9-B720E186B614}"/>
              </a:ext>
            </a:extLst>
          </p:cNvPr>
          <p:cNvCxnSpPr>
            <a:stCxn id="5" idx="6"/>
            <a:endCxn id="15" idx="2"/>
          </p:cNvCxnSpPr>
          <p:nvPr/>
        </p:nvCxnSpPr>
        <p:spPr>
          <a:xfrm>
            <a:off x="1149636" y="1833795"/>
            <a:ext cx="7396139"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AEAC55C-D26D-B4EC-0CD7-A8F5D42B784C}"/>
              </a:ext>
            </a:extLst>
          </p:cNvPr>
          <p:cNvSpPr>
            <a:spLocks noGrp="1"/>
          </p:cNvSpPr>
          <p:nvPr>
            <p:ph type="title"/>
          </p:nvPr>
        </p:nvSpPr>
        <p:spPr>
          <a:xfrm>
            <a:off x="588261" y="585216"/>
            <a:ext cx="11011601" cy="487680"/>
          </a:xfrm>
        </p:spPr>
        <p:txBody>
          <a:bodyPr/>
          <a:lstStyle/>
          <a:p>
            <a:r>
              <a:rPr lang="es-ES" sz="3200" b="0" i="0" strike="noStrike" cap="none" baseline="0">
                <a:solidFill>
                  <a:srgbClr val="000000"/>
                </a:solidFill>
                <a:effectLst/>
                <a:latin typeface="Segoe UI Semibold"/>
                <a:ea typeface="Segoe UI Semibold"/>
                <a:cs typeface="Segoe UI Semibold"/>
              </a:rPr>
              <a:t>Publicar tu agente</a:t>
            </a:r>
          </a:p>
        </p:txBody>
      </p:sp>
      <p:sp>
        <p:nvSpPr>
          <p:cNvPr id="3" name="Footer Placeholder 2">
            <a:extLst>
              <a:ext uri="{FF2B5EF4-FFF2-40B4-BE49-F238E27FC236}">
                <a16:creationId xmlns:a16="http://schemas.microsoft.com/office/drawing/2014/main" id="{DD68C3B9-416E-927B-EF66-89CF2F37BE9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10" name="Group 9">
            <a:extLst>
              <a:ext uri="{FF2B5EF4-FFF2-40B4-BE49-F238E27FC236}">
                <a16:creationId xmlns:a16="http://schemas.microsoft.com/office/drawing/2014/main" id="{5C4533A0-4CE7-CE87-E739-DB9BCBED8115}"/>
              </a:ext>
            </a:extLst>
          </p:cNvPr>
          <p:cNvGrpSpPr/>
          <p:nvPr/>
        </p:nvGrpSpPr>
        <p:grpSpPr>
          <a:xfrm>
            <a:off x="692436" y="1605195"/>
            <a:ext cx="1668918" cy="893190"/>
            <a:chOff x="588261" y="1805651"/>
            <a:chExt cx="1668918" cy="893190"/>
          </a:xfrm>
        </p:grpSpPr>
        <p:sp>
          <p:nvSpPr>
            <p:cNvPr id="5" name="Oval 4">
              <a:extLst>
                <a:ext uri="{FF2B5EF4-FFF2-40B4-BE49-F238E27FC236}">
                  <a16:creationId xmlns:a16="http://schemas.microsoft.com/office/drawing/2014/main" id="{36AE69EE-B6A0-3921-A596-644F58B426A0}"/>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1</a:t>
              </a:r>
            </a:p>
          </p:txBody>
        </p:sp>
        <p:sp>
          <p:nvSpPr>
            <p:cNvPr id="6" name="TextBox 5">
              <a:extLst>
                <a:ext uri="{FF2B5EF4-FFF2-40B4-BE49-F238E27FC236}">
                  <a16:creationId xmlns:a16="http://schemas.microsoft.com/office/drawing/2014/main" id="{3D7FC922-7AA1-29D0-DF37-2DED5760704C}"/>
                </a:ext>
              </a:extLst>
            </p:cNvPr>
            <p:cNvSpPr txBox="1"/>
            <p:nvPr/>
          </p:nvSpPr>
          <p:spPr>
            <a:xfrm>
              <a:off x="588261" y="2267954"/>
              <a:ext cx="1668918" cy="430887"/>
            </a:xfrm>
            <a:prstGeom prst="rect">
              <a:avLst/>
            </a:prstGeom>
            <a:noFill/>
          </p:spPr>
          <p:txBody>
            <a:bodyPr wrap="none" lIns="0" tIns="0" rIns="0" bIns="0" rtlCol="0">
              <a:spAutoFit/>
            </a:bodyPr>
            <a:lstStyle/>
            <a:p>
              <a:pPr algn="l"/>
              <a:r>
                <a:rPr lang="es-ES" sz="1400" b="0" i="0" strike="noStrike" cap="none" baseline="0" dirty="0">
                  <a:solidFill>
                    <a:srgbClr val="000000"/>
                  </a:solidFill>
                  <a:effectLst/>
                  <a:latin typeface="Segoe UI"/>
                  <a:ea typeface="Segoe UI"/>
                  <a:cs typeface="Segoe UI"/>
                </a:rPr>
                <a:t>Selecciona tu versión</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del agente</a:t>
              </a:r>
            </a:p>
          </p:txBody>
        </p:sp>
      </p:grpSp>
      <p:grpSp>
        <p:nvGrpSpPr>
          <p:cNvPr id="9" name="Group 8">
            <a:extLst>
              <a:ext uri="{FF2B5EF4-FFF2-40B4-BE49-F238E27FC236}">
                <a16:creationId xmlns:a16="http://schemas.microsoft.com/office/drawing/2014/main" id="{BFEA608C-53FD-6291-5C6A-E61F819A5CA2}"/>
              </a:ext>
            </a:extLst>
          </p:cNvPr>
          <p:cNvGrpSpPr/>
          <p:nvPr/>
        </p:nvGrpSpPr>
        <p:grpSpPr>
          <a:xfrm>
            <a:off x="3164315" y="1605195"/>
            <a:ext cx="2560509" cy="893190"/>
            <a:chOff x="3761654" y="1805651"/>
            <a:chExt cx="2560509" cy="893190"/>
          </a:xfrm>
        </p:grpSpPr>
        <p:sp>
          <p:nvSpPr>
            <p:cNvPr id="7" name="Oval 6">
              <a:extLst>
                <a:ext uri="{FF2B5EF4-FFF2-40B4-BE49-F238E27FC236}">
                  <a16:creationId xmlns:a16="http://schemas.microsoft.com/office/drawing/2014/main" id="{87C8EE71-0893-9127-7134-DDA79E9ABB23}"/>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2</a:t>
              </a:r>
            </a:p>
          </p:txBody>
        </p:sp>
        <p:sp>
          <p:nvSpPr>
            <p:cNvPr id="8" name="TextBox 7">
              <a:extLst>
                <a:ext uri="{FF2B5EF4-FFF2-40B4-BE49-F238E27FC236}">
                  <a16:creationId xmlns:a16="http://schemas.microsoft.com/office/drawing/2014/main" id="{BF717ADC-D52A-5881-7F1C-13809C561AD3}"/>
                </a:ext>
              </a:extLst>
            </p:cNvPr>
            <p:cNvSpPr txBox="1"/>
            <p:nvPr/>
          </p:nvSpPr>
          <p:spPr>
            <a:xfrm>
              <a:off x="3761654" y="2267954"/>
              <a:ext cx="2560509" cy="430887"/>
            </a:xfrm>
            <a:prstGeom prst="rect">
              <a:avLst/>
            </a:prstGeom>
            <a:noFill/>
          </p:spPr>
          <p:txBody>
            <a:bodyPr wrap="square" lIns="0" tIns="0" rIns="0" bIns="0" rtlCol="0">
              <a:spAutoFit/>
            </a:bodyPr>
            <a:lstStyle/>
            <a:p>
              <a:pPr algn="l"/>
              <a:r>
                <a:rPr lang="es-ES" sz="1400" b="0" i="0" strike="noStrike" cap="none" baseline="0" dirty="0">
                  <a:solidFill>
                    <a:srgbClr val="000000"/>
                  </a:solidFill>
                  <a:effectLst/>
                  <a:latin typeface="Segoe UI"/>
                  <a:ea typeface="Segoe UI"/>
                  <a:cs typeface="Segoe UI"/>
                </a:rPr>
                <a:t>Empieza el proceso</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de publicación</a:t>
              </a:r>
            </a:p>
          </p:txBody>
        </p:sp>
      </p:grpSp>
      <p:grpSp>
        <p:nvGrpSpPr>
          <p:cNvPr id="11" name="Group 10">
            <a:extLst>
              <a:ext uri="{FF2B5EF4-FFF2-40B4-BE49-F238E27FC236}">
                <a16:creationId xmlns:a16="http://schemas.microsoft.com/office/drawing/2014/main" id="{F96E8CDC-197B-DE38-C316-9F0F3A74FE6D}"/>
              </a:ext>
            </a:extLst>
          </p:cNvPr>
          <p:cNvGrpSpPr/>
          <p:nvPr/>
        </p:nvGrpSpPr>
        <p:grpSpPr>
          <a:xfrm>
            <a:off x="5859346" y="1605195"/>
            <a:ext cx="1280030" cy="893190"/>
            <a:chOff x="3761654" y="1805651"/>
            <a:chExt cx="1280030" cy="893190"/>
          </a:xfrm>
        </p:grpSpPr>
        <p:sp>
          <p:nvSpPr>
            <p:cNvPr id="12" name="Oval 11">
              <a:extLst>
                <a:ext uri="{FF2B5EF4-FFF2-40B4-BE49-F238E27FC236}">
                  <a16:creationId xmlns:a16="http://schemas.microsoft.com/office/drawing/2014/main" id="{6B7405F5-45A9-2760-A424-196D79CD08E1}"/>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3</a:t>
              </a:r>
            </a:p>
          </p:txBody>
        </p:sp>
        <p:sp>
          <p:nvSpPr>
            <p:cNvPr id="13" name="TextBox 12">
              <a:extLst>
                <a:ext uri="{FF2B5EF4-FFF2-40B4-BE49-F238E27FC236}">
                  <a16:creationId xmlns:a16="http://schemas.microsoft.com/office/drawing/2014/main" id="{97C8B31C-1377-701A-07CF-D2E9E00F729E}"/>
                </a:ext>
              </a:extLst>
            </p:cNvPr>
            <p:cNvSpPr txBox="1"/>
            <p:nvPr/>
          </p:nvSpPr>
          <p:spPr>
            <a:xfrm>
              <a:off x="3761654" y="2267954"/>
              <a:ext cx="1280030" cy="430887"/>
            </a:xfrm>
            <a:prstGeom prst="rect">
              <a:avLst/>
            </a:prstGeom>
            <a:noFill/>
          </p:spPr>
          <p:txBody>
            <a:bodyPr wrap="none" lIns="0" tIns="0" rIns="0" bIns="0" rtlCol="0">
              <a:spAutoFit/>
            </a:bodyPr>
            <a:lstStyle/>
            <a:p>
              <a:pPr algn="l"/>
              <a:r>
                <a:rPr lang="es-ES" sz="1400" b="0" i="0" strike="noStrike" cap="none" baseline="0" dirty="0">
                  <a:solidFill>
                    <a:srgbClr val="000000"/>
                  </a:solidFill>
                  <a:effectLst/>
                  <a:latin typeface="Segoe UI"/>
                  <a:ea typeface="Segoe UI"/>
                  <a:cs typeface="Segoe UI"/>
                </a:rPr>
                <a:t>Configura Azure</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Bot Service</a:t>
              </a:r>
            </a:p>
          </p:txBody>
        </p:sp>
      </p:grpSp>
      <p:grpSp>
        <p:nvGrpSpPr>
          <p:cNvPr id="14" name="Group 13">
            <a:extLst>
              <a:ext uri="{FF2B5EF4-FFF2-40B4-BE49-F238E27FC236}">
                <a16:creationId xmlns:a16="http://schemas.microsoft.com/office/drawing/2014/main" id="{6330C7BE-9113-1451-160F-622DD7949BC8}"/>
              </a:ext>
            </a:extLst>
          </p:cNvPr>
          <p:cNvGrpSpPr/>
          <p:nvPr/>
        </p:nvGrpSpPr>
        <p:grpSpPr>
          <a:xfrm>
            <a:off x="8545775" y="1605195"/>
            <a:ext cx="1169487" cy="893190"/>
            <a:chOff x="3761654" y="1805651"/>
            <a:chExt cx="1169487" cy="893190"/>
          </a:xfrm>
        </p:grpSpPr>
        <p:sp>
          <p:nvSpPr>
            <p:cNvPr id="15" name="Oval 14">
              <a:extLst>
                <a:ext uri="{FF2B5EF4-FFF2-40B4-BE49-F238E27FC236}">
                  <a16:creationId xmlns:a16="http://schemas.microsoft.com/office/drawing/2014/main" id="{0685913B-7941-5263-90B0-BA43F4DB8A24}"/>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4</a:t>
              </a:r>
            </a:p>
          </p:txBody>
        </p:sp>
        <p:sp>
          <p:nvSpPr>
            <p:cNvPr id="16" name="TextBox 15">
              <a:extLst>
                <a:ext uri="{FF2B5EF4-FFF2-40B4-BE49-F238E27FC236}">
                  <a16:creationId xmlns:a16="http://schemas.microsoft.com/office/drawing/2014/main" id="{6FAB2378-A08F-E243-614C-40E7D91C929E}"/>
                </a:ext>
              </a:extLst>
            </p:cNvPr>
            <p:cNvSpPr txBox="1"/>
            <p:nvPr/>
          </p:nvSpPr>
          <p:spPr>
            <a:xfrm>
              <a:off x="3761654" y="2267954"/>
              <a:ext cx="1169487" cy="430887"/>
            </a:xfrm>
            <a:prstGeom prst="rect">
              <a:avLst/>
            </a:prstGeom>
            <a:noFill/>
          </p:spPr>
          <p:txBody>
            <a:bodyPr wrap="none" lIns="0" tIns="0" rIns="0" bIns="0" rtlCol="0">
              <a:spAutoFit/>
            </a:bodyPr>
            <a:lstStyle/>
            <a:p>
              <a:pPr algn="l"/>
              <a:r>
                <a:rPr lang="es-ES" sz="1400" b="0" i="0" strike="noStrike" cap="none" baseline="0" dirty="0">
                  <a:solidFill>
                    <a:srgbClr val="000000"/>
                  </a:solidFill>
                  <a:effectLst/>
                  <a:latin typeface="Segoe UI"/>
                  <a:ea typeface="Segoe UI"/>
                  <a:cs typeface="Segoe UI"/>
                </a:rPr>
                <a:t>Completa</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los </a:t>
              </a:r>
              <a:r>
                <a:rPr lang="es-ES" sz="1400" b="1" i="0" strike="noStrike" cap="none" baseline="0" dirty="0">
                  <a:solidFill>
                    <a:srgbClr val="BF3AC4"/>
                  </a:solidFill>
                  <a:effectLst/>
                  <a:latin typeface="Segoe UI"/>
                  <a:ea typeface="Segoe UI"/>
                  <a:cs typeface="Segoe UI"/>
                </a:rPr>
                <a:t>metadatos</a:t>
              </a:r>
            </a:p>
          </p:txBody>
        </p:sp>
      </p:grpSp>
      <p:cxnSp>
        <p:nvCxnSpPr>
          <p:cNvPr id="19" name="Straight Connector 18">
            <a:extLst>
              <a:ext uri="{FF2B5EF4-FFF2-40B4-BE49-F238E27FC236}">
                <a16:creationId xmlns:a16="http://schemas.microsoft.com/office/drawing/2014/main" id="{C5306F5B-EEE8-D8D9-A971-9077182827A2}"/>
              </a:ext>
            </a:extLst>
          </p:cNvPr>
          <p:cNvCxnSpPr>
            <a:stCxn id="21" idx="6"/>
            <a:endCxn id="24" idx="2"/>
          </p:cNvCxnSpPr>
          <p:nvPr/>
        </p:nvCxnSpPr>
        <p:spPr>
          <a:xfrm>
            <a:off x="1149636" y="4417713"/>
            <a:ext cx="6388972" cy="0"/>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7836A013-B064-E7A6-C02F-B2CA110566FB}"/>
              </a:ext>
            </a:extLst>
          </p:cNvPr>
          <p:cNvGrpSpPr/>
          <p:nvPr/>
        </p:nvGrpSpPr>
        <p:grpSpPr>
          <a:xfrm>
            <a:off x="692436" y="4189113"/>
            <a:ext cx="2448684" cy="722197"/>
            <a:chOff x="588261" y="1805651"/>
            <a:chExt cx="2448684" cy="722197"/>
          </a:xfrm>
        </p:grpSpPr>
        <p:sp>
          <p:nvSpPr>
            <p:cNvPr id="21" name="Oval 20">
              <a:extLst>
                <a:ext uri="{FF2B5EF4-FFF2-40B4-BE49-F238E27FC236}">
                  <a16:creationId xmlns:a16="http://schemas.microsoft.com/office/drawing/2014/main" id="{52C8F97C-3062-3ED3-FFE4-8627DEC48738}"/>
                </a:ext>
              </a:extLst>
            </p:cNvPr>
            <p:cNvSpPr/>
            <p:nvPr/>
          </p:nvSpPr>
          <p:spPr bwMode="auto">
            <a:xfrm>
              <a:off x="588261"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5</a:t>
              </a:r>
            </a:p>
          </p:txBody>
        </p:sp>
        <p:sp>
          <p:nvSpPr>
            <p:cNvPr id="22" name="TextBox 21">
              <a:extLst>
                <a:ext uri="{FF2B5EF4-FFF2-40B4-BE49-F238E27FC236}">
                  <a16:creationId xmlns:a16="http://schemas.microsoft.com/office/drawing/2014/main" id="{A0A807CD-7FFD-9C96-1AC8-E5C46E06BC9D}"/>
                </a:ext>
              </a:extLst>
            </p:cNvPr>
            <p:cNvSpPr txBox="1"/>
            <p:nvPr/>
          </p:nvSpPr>
          <p:spPr>
            <a:xfrm>
              <a:off x="588261" y="2312404"/>
              <a:ext cx="2448684" cy="215444"/>
            </a:xfrm>
            <a:prstGeom prst="rect">
              <a:avLst/>
            </a:prstGeom>
            <a:noFill/>
          </p:spPr>
          <p:txBody>
            <a:bodyPr wrap="none" lIns="0" tIns="0" rIns="0" bIns="0" rtlCol="0">
              <a:spAutoFit/>
            </a:bodyPr>
            <a:lstStyle/>
            <a:p>
              <a:pPr algn="l"/>
              <a:r>
                <a:rPr lang="es-ES" sz="1400" b="0" i="0" strike="noStrike" cap="none" baseline="0" dirty="0">
                  <a:solidFill>
                    <a:srgbClr val="000000"/>
                  </a:solidFill>
                  <a:effectLst/>
                  <a:latin typeface="Segoe UI"/>
                  <a:ea typeface="Segoe UI"/>
                  <a:cs typeface="Segoe UI"/>
                </a:rPr>
                <a:t>Elige tu </a:t>
              </a:r>
              <a:r>
                <a:rPr lang="es-ES" sz="1400" b="1" i="0" strike="noStrike" cap="none" baseline="0" dirty="0">
                  <a:solidFill>
                    <a:srgbClr val="BF3AC4"/>
                  </a:solidFill>
                  <a:effectLst/>
                  <a:latin typeface="Segoe UI"/>
                  <a:ea typeface="Segoe UI"/>
                  <a:cs typeface="Segoe UI"/>
                </a:rPr>
                <a:t>ámbito</a:t>
              </a:r>
              <a:r>
                <a:rPr lang="es-ES" sz="1400" b="0" i="0" strike="noStrike" cap="none" baseline="0" dirty="0">
                  <a:solidFill>
                    <a:srgbClr val="000000"/>
                  </a:solidFill>
                  <a:effectLst/>
                  <a:latin typeface="Segoe UI"/>
                  <a:ea typeface="Segoe UI"/>
                  <a:cs typeface="Segoe UI"/>
                </a:rPr>
                <a:t> de publicación</a:t>
              </a:r>
            </a:p>
          </p:txBody>
        </p:sp>
      </p:grpSp>
      <p:grpSp>
        <p:nvGrpSpPr>
          <p:cNvPr id="23" name="Group 22">
            <a:extLst>
              <a:ext uri="{FF2B5EF4-FFF2-40B4-BE49-F238E27FC236}">
                <a16:creationId xmlns:a16="http://schemas.microsoft.com/office/drawing/2014/main" id="{58634C1D-1158-EE88-7AB5-1C553481D3CF}"/>
              </a:ext>
            </a:extLst>
          </p:cNvPr>
          <p:cNvGrpSpPr/>
          <p:nvPr/>
        </p:nvGrpSpPr>
        <p:grpSpPr>
          <a:xfrm>
            <a:off x="7538608" y="4189113"/>
            <a:ext cx="3688126" cy="722197"/>
            <a:chOff x="3761654" y="1805651"/>
            <a:chExt cx="3688126" cy="722197"/>
          </a:xfrm>
        </p:grpSpPr>
        <p:sp>
          <p:nvSpPr>
            <p:cNvPr id="24" name="Oval 23">
              <a:extLst>
                <a:ext uri="{FF2B5EF4-FFF2-40B4-BE49-F238E27FC236}">
                  <a16:creationId xmlns:a16="http://schemas.microsoft.com/office/drawing/2014/main" id="{DF436E17-3DAB-E286-ED0D-81927E465193}"/>
                </a:ext>
              </a:extLst>
            </p:cNvPr>
            <p:cNvSpPr/>
            <p:nvPr/>
          </p:nvSpPr>
          <p:spPr bwMode="auto">
            <a:xfrm>
              <a:off x="3761654" y="1805651"/>
              <a:ext cx="457200" cy="457200"/>
            </a:xfrm>
            <a:prstGeom prst="ellipse">
              <a:avLst/>
            </a:prstGeom>
            <a:solidFill>
              <a:srgbClr val="0078D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8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6</a:t>
              </a:r>
            </a:p>
          </p:txBody>
        </p:sp>
        <p:sp>
          <p:nvSpPr>
            <p:cNvPr id="25" name="TextBox 24">
              <a:extLst>
                <a:ext uri="{FF2B5EF4-FFF2-40B4-BE49-F238E27FC236}">
                  <a16:creationId xmlns:a16="http://schemas.microsoft.com/office/drawing/2014/main" id="{F2AC7DAB-4E90-EC95-902D-ABFF3D64B19A}"/>
                </a:ext>
              </a:extLst>
            </p:cNvPr>
            <p:cNvSpPr txBox="1"/>
            <p:nvPr/>
          </p:nvSpPr>
          <p:spPr>
            <a:xfrm>
              <a:off x="3761654" y="2312404"/>
              <a:ext cx="3688126" cy="215444"/>
            </a:xfrm>
            <a:prstGeom prst="rect">
              <a:avLst/>
            </a:prstGeom>
            <a:noFill/>
          </p:spPr>
          <p:txBody>
            <a:bodyPr wrap="none" lIns="0" tIns="0" rIns="0" bIns="0" rtlCol="0">
              <a:spAutoFit/>
            </a:bodyPr>
            <a:lstStyle/>
            <a:p>
              <a:pPr algn="l"/>
              <a:r>
                <a:rPr lang="es-ES" sz="1400" b="0" i="0" strike="noStrike" cap="none" baseline="0" dirty="0">
                  <a:solidFill>
                    <a:srgbClr val="000000"/>
                  </a:solidFill>
                  <a:effectLst/>
                  <a:latin typeface="Segoe UI"/>
                  <a:ea typeface="Segoe UI"/>
                  <a:cs typeface="Segoe UI"/>
                </a:rPr>
                <a:t>Prepara y, opcionalmente, descarga el paquete</a:t>
              </a:r>
            </a:p>
          </p:txBody>
        </p:sp>
      </p:grpSp>
      <p:cxnSp>
        <p:nvCxnSpPr>
          <p:cNvPr id="41" name="Elbow Connector 40">
            <a:extLst>
              <a:ext uri="{FF2B5EF4-FFF2-40B4-BE49-F238E27FC236}">
                <a16:creationId xmlns:a16="http://schemas.microsoft.com/office/drawing/2014/main" id="{5680A2F7-7C62-DD2B-C729-3C04D2325781}"/>
              </a:ext>
            </a:extLst>
          </p:cNvPr>
          <p:cNvCxnSpPr>
            <a:stCxn id="15" idx="6"/>
            <a:endCxn id="21" idx="0"/>
          </p:cNvCxnSpPr>
          <p:nvPr/>
        </p:nvCxnSpPr>
        <p:spPr>
          <a:xfrm flipH="1">
            <a:off x="921036" y="1833795"/>
            <a:ext cx="8081939" cy="2355318"/>
          </a:xfrm>
          <a:prstGeom prst="bentConnector4">
            <a:avLst>
              <a:gd name="adj1" fmla="val -28217"/>
              <a:gd name="adj2" fmla="val 54853"/>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4" name="RetrievalCard">
            <a:extLst>
              <a:ext uri="{FF2B5EF4-FFF2-40B4-BE49-F238E27FC236}">
                <a16:creationId xmlns:a16="http://schemas.microsoft.com/office/drawing/2014/main" id="{1A5CD2FF-8D75-5D82-68D9-480A04CFAA1B}"/>
              </a:ext>
            </a:extLst>
          </p:cNvPr>
          <p:cNvSpPr/>
          <p:nvPr/>
        </p:nvSpPr>
        <p:spPr>
          <a:xfrm>
            <a:off x="1415819" y="2535183"/>
            <a:ext cx="8887053" cy="1566908"/>
          </a:xfrm>
          <a:prstGeom prst="roundRect">
            <a:avLst>
              <a:gd name="adj" fmla="val 12000"/>
            </a:avLst>
          </a:prstGeom>
          <a:solidFill>
            <a:schemeClr val="tx1"/>
          </a:solidFill>
          <a:ln w="9525">
            <a:solidFill>
              <a:schemeClr val="tx1"/>
            </a:solidFill>
          </a:ln>
        </p:spPr>
        <p:txBody>
          <a:bodyPr anchor="ctr"/>
          <a:lstStyle/>
          <a:p>
            <a:endParaRPr lang="en-US" sz="1400" b="1">
              <a:solidFill>
                <a:schemeClr val="bg1"/>
              </a:solidFill>
              <a:latin typeface="Consolas" panose="020B0609020204030204" pitchFamily="49" charset="0"/>
              <a:cs typeface="Consolas" panose="020B0609020204030204" pitchFamily="49" charset="0"/>
            </a:endParaRPr>
          </a:p>
        </p:txBody>
      </p:sp>
      <p:sp>
        <p:nvSpPr>
          <p:cNvPr id="34" name="Round Same Side Corner Rectangle 33">
            <a:extLst>
              <a:ext uri="{FF2B5EF4-FFF2-40B4-BE49-F238E27FC236}">
                <a16:creationId xmlns:a16="http://schemas.microsoft.com/office/drawing/2014/main" id="{F4FD24DB-45FA-7FAC-7066-81B794A3FD46}"/>
              </a:ext>
            </a:extLst>
          </p:cNvPr>
          <p:cNvSpPr/>
          <p:nvPr/>
        </p:nvSpPr>
        <p:spPr bwMode="auto">
          <a:xfrm rot="16200000">
            <a:off x="762192" y="3124688"/>
            <a:ext cx="1566907" cy="387893"/>
          </a:xfrm>
          <a:prstGeom prst="round2SameRect">
            <a:avLst>
              <a:gd name="adj1" fmla="val 45415"/>
              <a:gd name="adj2" fmla="val 0"/>
            </a:avLst>
          </a:prstGeom>
          <a:solidFill>
            <a:schemeClr val="accent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1" i="0" strike="noStrike" cap="none" baseline="0" dirty="0" err="1">
                <a:gradFill>
                  <a:gsLst>
                    <a:gs pos="0">
                      <a:srgbClr val="FFFFFF"/>
                    </a:gs>
                    <a:gs pos="100000">
                      <a:srgbClr val="FFFFFF"/>
                    </a:gs>
                  </a:gsLst>
                  <a:lin ang="5400000"/>
                  <a:tileRect l="-100000" t="-100000"/>
                </a:gradFill>
                <a:effectLst/>
                <a:latin typeface="Segoe UI"/>
                <a:ea typeface="Segoe UI"/>
                <a:cs typeface="Segoe UI"/>
              </a:rPr>
              <a:t>metadata</a:t>
            </a:r>
            <a:endParaRPr lang="es-ES" sz="1400" b="1" i="0" strike="noStrike" cap="none" baseline="0" dirty="0">
              <a:gradFill>
                <a:gsLst>
                  <a:gs pos="0">
                    <a:srgbClr val="FFFFFF"/>
                  </a:gs>
                  <a:gs pos="100000">
                    <a:srgbClr val="FFFFFF"/>
                  </a:gs>
                </a:gsLst>
                <a:lin ang="5400000"/>
                <a:tileRect l="-100000" t="-100000"/>
              </a:gradFill>
              <a:effectLst/>
              <a:latin typeface="Segoe UI"/>
              <a:ea typeface="Segoe UI"/>
              <a:cs typeface="Segoe UI"/>
            </a:endParaRPr>
          </a:p>
        </p:txBody>
      </p:sp>
      <p:sp>
        <p:nvSpPr>
          <p:cNvPr id="36" name="TextBox 35">
            <a:extLst>
              <a:ext uri="{FF2B5EF4-FFF2-40B4-BE49-F238E27FC236}">
                <a16:creationId xmlns:a16="http://schemas.microsoft.com/office/drawing/2014/main" id="{B2C8DBF5-A7CA-B5B6-90EE-3A621CA3902D}"/>
              </a:ext>
            </a:extLst>
          </p:cNvPr>
          <p:cNvSpPr txBox="1"/>
          <p:nvPr/>
        </p:nvSpPr>
        <p:spPr>
          <a:xfrm>
            <a:off x="2170255" y="2710142"/>
            <a:ext cx="7899295" cy="1200329"/>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200" b="1" i="0" strike="noStrike" cap="none" baseline="0" dirty="0">
                <a:solidFill>
                  <a:srgbClr val="FFFFFF"/>
                </a:solidFill>
                <a:effectLst/>
                <a:latin typeface="Consolas"/>
                <a:ea typeface="Consolas"/>
                <a:cs typeface="Consolas"/>
              </a:rPr>
              <a:t>Nombre			Nombre para mostrar de tu agente en la Tienda de </a:t>
            </a:r>
            <a:r>
              <a:rPr lang="es-ES" sz="1200" b="1" i="0" strike="noStrike" cap="none" baseline="0" dirty="0" err="1">
                <a:solidFill>
                  <a:srgbClr val="FFFFFF"/>
                </a:solidFill>
                <a:effectLst/>
                <a:latin typeface="Consolas"/>
                <a:ea typeface="Consolas"/>
                <a:cs typeface="Consolas"/>
              </a:rPr>
              <a:t>Teams</a:t>
            </a:r>
            <a:endParaRPr lang="es-ES" sz="1200" b="1" i="0" strike="noStrike" cap="none" baseline="0" dirty="0">
              <a:solidFill>
                <a:srgbClr val="FFFFFF"/>
              </a:solidFill>
              <a:effectLst/>
              <a:latin typeface="Consolas"/>
              <a:ea typeface="Consolas"/>
              <a:cs typeface="Consolas"/>
            </a:endParaRPr>
          </a:p>
          <a:p>
            <a:pPr marL="0" marR="0" lvl="0" indent="0" algn="l" defTabSz="914367" rtl="0" eaLnBrk="1" fontAlgn="auto" latinLnBrk="0" hangingPunct="1">
              <a:lnSpc>
                <a:spcPct val="100000"/>
              </a:lnSpc>
              <a:spcBef>
                <a:spcPct val="0"/>
              </a:spcBef>
              <a:spcAft>
                <a:spcPct val="0"/>
              </a:spcAft>
              <a:buClrTx/>
              <a:buSzTx/>
              <a:buFontTx/>
              <a:buNone/>
              <a:defRPr/>
            </a:pPr>
            <a:r>
              <a:rPr lang="es-ES" sz="1200" b="1" i="0" strike="noStrike" cap="none" baseline="0" dirty="0">
                <a:solidFill>
                  <a:srgbClr val="FFFFFF"/>
                </a:solidFill>
                <a:effectLst/>
                <a:latin typeface="Consolas"/>
                <a:ea typeface="Consolas"/>
                <a:cs typeface="Consolas"/>
              </a:rPr>
              <a:t>Descripción		Breve explicación de lo que hace tu agente</a:t>
            </a:r>
          </a:p>
          <a:p>
            <a:pPr marL="0" marR="0" lvl="0" indent="0" algn="l" defTabSz="914367" rtl="0" eaLnBrk="1" fontAlgn="auto" latinLnBrk="0" hangingPunct="1">
              <a:lnSpc>
                <a:spcPct val="100000"/>
              </a:lnSpc>
              <a:spcBef>
                <a:spcPct val="0"/>
              </a:spcBef>
              <a:spcAft>
                <a:spcPct val="0"/>
              </a:spcAft>
              <a:buClrTx/>
              <a:buSzTx/>
              <a:buFontTx/>
              <a:buNone/>
              <a:defRPr/>
            </a:pPr>
            <a:r>
              <a:rPr lang="es-ES" sz="1200" b="1" i="0" strike="noStrike" cap="none" baseline="0" dirty="0">
                <a:solidFill>
                  <a:srgbClr val="FFFFFF"/>
                </a:solidFill>
                <a:effectLst/>
                <a:latin typeface="Consolas"/>
                <a:ea typeface="Consolas"/>
                <a:cs typeface="Consolas"/>
              </a:rPr>
              <a:t>Iconos			Carga de iconos PNG pequeños y grandes</a:t>
            </a:r>
          </a:p>
          <a:p>
            <a:pPr marL="0" marR="0" lvl="0" indent="0" algn="l" defTabSz="914367" rtl="0" eaLnBrk="1" fontAlgn="auto" latinLnBrk="0" hangingPunct="1">
              <a:lnSpc>
                <a:spcPct val="100000"/>
              </a:lnSpc>
              <a:spcBef>
                <a:spcPct val="0"/>
              </a:spcBef>
              <a:spcAft>
                <a:spcPct val="0"/>
              </a:spcAft>
              <a:buClrTx/>
              <a:buSzTx/>
              <a:buFontTx/>
              <a:buNone/>
              <a:defRPr/>
            </a:pPr>
            <a:r>
              <a:rPr lang="es-ES" sz="1200" b="1" i="0" strike="noStrike" cap="none" baseline="0" dirty="0">
                <a:solidFill>
                  <a:srgbClr val="FFFFFF"/>
                </a:solidFill>
                <a:effectLst/>
                <a:latin typeface="Consolas"/>
                <a:ea typeface="Consolas"/>
                <a:cs typeface="Consolas"/>
              </a:rPr>
              <a:t>Información del publicador	El nombre de la organización y tus detalles de contacto</a:t>
            </a:r>
          </a:p>
          <a:p>
            <a:pPr marL="0" marR="0" lvl="0" indent="0" algn="l" defTabSz="914367" rtl="0" eaLnBrk="1" fontAlgn="auto" latinLnBrk="0" hangingPunct="1">
              <a:lnSpc>
                <a:spcPct val="100000"/>
              </a:lnSpc>
              <a:spcBef>
                <a:spcPct val="0"/>
              </a:spcBef>
              <a:spcAft>
                <a:spcPct val="0"/>
              </a:spcAft>
              <a:buClrTx/>
              <a:buSzTx/>
              <a:buFontTx/>
              <a:buNone/>
              <a:defRPr/>
            </a:pPr>
            <a:r>
              <a:rPr lang="es-ES" sz="1200" b="1" i="0" strike="noStrike" cap="none" baseline="0" dirty="0">
                <a:solidFill>
                  <a:srgbClr val="FFFFFF"/>
                </a:solidFill>
                <a:effectLst/>
                <a:latin typeface="Consolas"/>
                <a:ea typeface="Consolas"/>
                <a:cs typeface="Consolas"/>
              </a:rPr>
              <a:t>Directiva de privacidad	URL a la directiva de privacidad de tu organización</a:t>
            </a:r>
          </a:p>
          <a:p>
            <a:pPr marL="0" marR="0" lvl="0" indent="0" algn="l" defTabSz="914367" rtl="0" eaLnBrk="1" fontAlgn="auto" latinLnBrk="0" hangingPunct="1">
              <a:lnSpc>
                <a:spcPct val="100000"/>
              </a:lnSpc>
              <a:spcBef>
                <a:spcPct val="0"/>
              </a:spcBef>
              <a:spcAft>
                <a:spcPct val="0"/>
              </a:spcAft>
              <a:buClrTx/>
              <a:buSzTx/>
              <a:buFontTx/>
              <a:buNone/>
              <a:defRPr/>
            </a:pPr>
            <a:r>
              <a:rPr lang="es-ES" sz="1200" b="1" i="0" strike="noStrike" cap="none" baseline="0" dirty="0">
                <a:solidFill>
                  <a:srgbClr val="FFFFFF"/>
                </a:solidFill>
                <a:effectLst/>
                <a:latin typeface="Consolas"/>
                <a:ea typeface="Consolas"/>
                <a:cs typeface="Consolas"/>
              </a:rPr>
              <a:t>Términos de uso		URL a tus términos del servicio</a:t>
            </a:r>
          </a:p>
        </p:txBody>
      </p:sp>
      <p:sp>
        <p:nvSpPr>
          <p:cNvPr id="39" name="RetrievalCard">
            <a:extLst>
              <a:ext uri="{FF2B5EF4-FFF2-40B4-BE49-F238E27FC236}">
                <a16:creationId xmlns:a16="http://schemas.microsoft.com/office/drawing/2014/main" id="{DF06727E-3B51-6391-8860-65A15349DCE1}"/>
              </a:ext>
            </a:extLst>
          </p:cNvPr>
          <p:cNvSpPr/>
          <p:nvPr/>
        </p:nvSpPr>
        <p:spPr>
          <a:xfrm>
            <a:off x="692437" y="5052155"/>
            <a:ext cx="4038314" cy="960890"/>
          </a:xfrm>
          <a:prstGeom prst="roundRect">
            <a:avLst>
              <a:gd name="adj" fmla="val 12000"/>
            </a:avLst>
          </a:prstGeom>
          <a:solidFill>
            <a:srgbClr val="F8F8F8"/>
          </a:solidFill>
          <a:ln w="9525">
            <a:solidFill>
              <a:srgbClr val="DEDEDE"/>
            </a:solidFill>
          </a:ln>
        </p:spPr>
        <p:txBody>
          <a:bodyPr anchor="t"/>
          <a:lstStyle/>
          <a:p>
            <a:r>
              <a:rPr lang="es-ES" sz="1200" b="1" i="0" strike="noStrike" cap="none" baseline="0" dirty="0">
                <a:solidFill>
                  <a:srgbClr val="BF3AC4"/>
                </a:solidFill>
                <a:effectLst/>
                <a:latin typeface="Segoe UI Semibold"/>
                <a:ea typeface="Segoe UI Semibold"/>
                <a:cs typeface="Segoe UI Semibold"/>
              </a:rPr>
              <a:t>Ámbito compartido</a:t>
            </a:r>
            <a:r>
              <a:rPr lang="es-ES" sz="1200" b="0" i="0" strike="noStrike" cap="none" baseline="0" dirty="0">
                <a:solidFill>
                  <a:srgbClr val="BF3AC4"/>
                </a:solidFill>
                <a:effectLst/>
                <a:latin typeface="Segoe UI Semibold"/>
                <a:ea typeface="Segoe UI Semibold"/>
                <a:cs typeface="Segoe UI Semibold"/>
              </a:rPr>
              <a:t> </a:t>
            </a:r>
          </a:p>
          <a:p>
            <a:r>
              <a:rPr lang="es-ES" sz="1100" b="0" i="0" strike="noStrike" cap="none" baseline="0" dirty="0">
                <a:solidFill>
                  <a:srgbClr val="000000"/>
                </a:solidFill>
                <a:effectLst/>
                <a:latin typeface="Segoe UI"/>
                <a:ea typeface="Segoe UI"/>
                <a:cs typeface="Segoe UI"/>
              </a:rPr>
              <a:t>El agente aparece en la sección "Tus agentes" en la tienda. Disponible inmediatamente. Más adecuado para pruebas</a:t>
            </a:r>
            <a:br>
              <a:rPr lang="es-ES" sz="1100" b="0" i="0" strike="noStrike" cap="none" baseline="0" dirty="0">
                <a:solidFill>
                  <a:srgbClr val="000000"/>
                </a:solidFill>
                <a:effectLst/>
                <a:latin typeface="Segoe UI"/>
                <a:ea typeface="Segoe UI"/>
                <a:cs typeface="Segoe UI"/>
              </a:rPr>
            </a:br>
            <a:r>
              <a:rPr lang="es-ES" sz="1100" b="0" i="0" strike="noStrike" cap="none" baseline="0" dirty="0">
                <a:solidFill>
                  <a:srgbClr val="000000"/>
                </a:solidFill>
                <a:effectLst/>
                <a:latin typeface="Segoe UI"/>
                <a:ea typeface="Segoe UI"/>
                <a:cs typeface="Segoe UI"/>
              </a:rPr>
              <a:t>y equipos pequeños.</a:t>
            </a:r>
          </a:p>
          <a:p>
            <a:endParaRPr lang="en-US" sz="1400" b="1" dirty="0">
              <a:solidFill>
                <a:srgbClr val="4C4C4C"/>
              </a:solidFill>
              <a:latin typeface="+mj-lt"/>
            </a:endParaRPr>
          </a:p>
        </p:txBody>
      </p:sp>
      <p:sp>
        <p:nvSpPr>
          <p:cNvPr id="40" name="RetrievalCard">
            <a:extLst>
              <a:ext uri="{FF2B5EF4-FFF2-40B4-BE49-F238E27FC236}">
                <a16:creationId xmlns:a16="http://schemas.microsoft.com/office/drawing/2014/main" id="{C21F0BC3-F9B2-DB48-E2DF-D51D66320298}"/>
              </a:ext>
            </a:extLst>
          </p:cNvPr>
          <p:cNvSpPr/>
          <p:nvPr/>
        </p:nvSpPr>
        <p:spPr>
          <a:xfrm>
            <a:off x="5212106" y="5052155"/>
            <a:ext cx="4400467" cy="960890"/>
          </a:xfrm>
          <a:prstGeom prst="roundRect">
            <a:avLst>
              <a:gd name="adj" fmla="val 12000"/>
            </a:avLst>
          </a:prstGeom>
          <a:solidFill>
            <a:srgbClr val="F8F8F8"/>
          </a:solidFill>
          <a:ln w="9525">
            <a:solidFill>
              <a:srgbClr val="DEDEDE"/>
            </a:solidFill>
          </a:ln>
        </p:spPr>
        <p:txBody>
          <a:bodyPr anchor="t"/>
          <a:lstStyle/>
          <a:p>
            <a:r>
              <a:rPr lang="es-ES" sz="1200" b="1" i="0" strike="noStrike" cap="none" baseline="0" dirty="0">
                <a:solidFill>
                  <a:srgbClr val="BF3AC4"/>
                </a:solidFill>
                <a:effectLst/>
                <a:latin typeface="Segoe UI Semibold"/>
                <a:ea typeface="Segoe UI Semibold"/>
                <a:cs typeface="Segoe UI Semibold"/>
              </a:rPr>
              <a:t>Ámbito de la organización</a:t>
            </a:r>
            <a:r>
              <a:rPr lang="es-ES" sz="1200" b="0" i="0" strike="noStrike" cap="none" baseline="0" dirty="0">
                <a:solidFill>
                  <a:srgbClr val="BF3AC4"/>
                </a:solidFill>
                <a:effectLst/>
                <a:latin typeface="Segoe UI Semibold"/>
                <a:ea typeface="Segoe UI Semibold"/>
                <a:cs typeface="Segoe UI Semibold"/>
              </a:rPr>
              <a:t> </a:t>
            </a:r>
          </a:p>
          <a:p>
            <a:r>
              <a:rPr lang="es-ES" sz="1100" b="0" i="0" strike="noStrike" cap="none" baseline="0" dirty="0">
                <a:solidFill>
                  <a:srgbClr val="000000"/>
                </a:solidFill>
                <a:effectLst/>
                <a:latin typeface="Segoe UI"/>
                <a:ea typeface="Segoe UI"/>
                <a:cs typeface="Segoe UI"/>
              </a:rPr>
              <a:t>El agente aparece en la sección "Creado por su organización" </a:t>
            </a:r>
            <a:br>
              <a:rPr lang="es-ES" sz="1100" b="0" i="0" strike="noStrike" cap="none" baseline="0" dirty="0">
                <a:solidFill>
                  <a:srgbClr val="000000"/>
                </a:solidFill>
                <a:effectLst/>
                <a:latin typeface="Segoe UI"/>
                <a:ea typeface="Segoe UI"/>
                <a:cs typeface="Segoe UI"/>
              </a:rPr>
            </a:br>
            <a:r>
              <a:rPr lang="es-ES" sz="1100" b="0" i="0" strike="noStrike" cap="none" baseline="0" dirty="0">
                <a:solidFill>
                  <a:srgbClr val="000000"/>
                </a:solidFill>
                <a:effectLst/>
                <a:latin typeface="Segoe UI"/>
                <a:ea typeface="Segoe UI"/>
                <a:cs typeface="Segoe UI"/>
              </a:rPr>
              <a:t>de la tienda. </a:t>
            </a:r>
            <a:br>
              <a:rPr sz="1100" dirty="0"/>
            </a:br>
            <a:r>
              <a:rPr lang="es-ES" sz="1100" b="0" i="0" strike="noStrike" cap="none" baseline="0" dirty="0">
                <a:solidFill>
                  <a:srgbClr val="000000"/>
                </a:solidFill>
                <a:effectLst/>
                <a:latin typeface="Segoe UI"/>
                <a:ea typeface="Segoe UI"/>
                <a:cs typeface="Segoe UI"/>
              </a:rPr>
              <a:t>Requiere aprobación del administrador.</a:t>
            </a:r>
            <a:br>
              <a:rPr lang="es-ES" sz="1100" b="0" i="0" strike="noStrike" cap="none" baseline="0" dirty="0">
                <a:solidFill>
                  <a:srgbClr val="000000"/>
                </a:solidFill>
                <a:effectLst/>
                <a:latin typeface="Segoe UI"/>
                <a:ea typeface="Segoe UI"/>
                <a:cs typeface="Segoe UI"/>
              </a:rPr>
            </a:br>
            <a:r>
              <a:rPr lang="es-ES" sz="1100" b="0" i="0" strike="noStrike" cap="none" baseline="0" dirty="0">
                <a:solidFill>
                  <a:srgbClr val="000000"/>
                </a:solidFill>
                <a:effectLst/>
                <a:latin typeface="Segoe UI"/>
                <a:ea typeface="Segoe UI"/>
                <a:cs typeface="Segoe UI"/>
              </a:rPr>
              <a:t>Más adecuado para implementaciones de producción.</a:t>
            </a:r>
            <a:endParaRPr lang="en-US" sz="1100" b="1" dirty="0">
              <a:solidFill>
                <a:srgbClr val="4C4C4C"/>
              </a:solidFill>
              <a:latin typeface="+mj-lt"/>
            </a:endParaRPr>
          </a:p>
        </p:txBody>
      </p:sp>
      <p:sp>
        <p:nvSpPr>
          <p:cNvPr id="42" name="TextBox 41">
            <a:extLst>
              <a:ext uri="{FF2B5EF4-FFF2-40B4-BE49-F238E27FC236}">
                <a16:creationId xmlns:a16="http://schemas.microsoft.com/office/drawing/2014/main" id="{E8707211-3FAB-FA5C-74C9-042A73DADB9D}"/>
              </a:ext>
            </a:extLst>
          </p:cNvPr>
          <p:cNvSpPr txBox="1"/>
          <p:nvPr/>
        </p:nvSpPr>
        <p:spPr>
          <a:xfrm>
            <a:off x="4784205" y="5296288"/>
            <a:ext cx="376706" cy="430887"/>
          </a:xfrm>
          <a:prstGeom prst="rect">
            <a:avLst/>
          </a:prstGeom>
          <a:noFill/>
        </p:spPr>
        <p:txBody>
          <a:bodyPr wrap="square" lIns="0" tIns="0" rIns="0" bIns="0" rtlCol="0">
            <a:spAutoFit/>
          </a:bodyPr>
          <a:lstStyle/>
          <a:p>
            <a:pPr algn="l"/>
            <a:r>
              <a:rPr lang="es-ES" sz="1400" b="0" i="0" strike="noStrike" cap="none" baseline="0" dirty="0">
                <a:solidFill>
                  <a:srgbClr val="808080"/>
                </a:solidFill>
                <a:effectLst/>
                <a:latin typeface="Segoe UI"/>
                <a:ea typeface="Segoe UI"/>
                <a:cs typeface="Segoe UI"/>
              </a:rPr>
              <a:t>O</a:t>
            </a:r>
            <a:br>
              <a:rPr lang="es-ES" sz="1400" b="0" i="0" strike="noStrike" cap="none" baseline="0" dirty="0">
                <a:solidFill>
                  <a:srgbClr val="808080"/>
                </a:solidFill>
                <a:effectLst/>
                <a:latin typeface="Segoe UI"/>
                <a:ea typeface="Segoe UI"/>
                <a:cs typeface="Segoe UI"/>
              </a:rPr>
            </a:br>
            <a:r>
              <a:rPr lang="es-ES" sz="1400" b="0" i="0" strike="noStrike" cap="none" baseline="0" dirty="0">
                <a:solidFill>
                  <a:srgbClr val="808080"/>
                </a:solidFill>
                <a:effectLst/>
                <a:latin typeface="Segoe UI"/>
                <a:ea typeface="Segoe UI"/>
                <a:cs typeface="Segoe UI"/>
              </a:rPr>
              <a:t>BIEN</a:t>
            </a:r>
          </a:p>
        </p:txBody>
      </p:sp>
    </p:spTree>
    <p:extLst>
      <p:ext uri="{BB962C8B-B14F-4D97-AF65-F5344CB8AC3E}">
        <p14:creationId xmlns:p14="http://schemas.microsoft.com/office/powerpoint/2010/main" val="4724774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3BC43-D0DF-1DC1-AAB6-7AD7E160374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F4AB9C3E-C028-3A4B-E2CA-E73DD31C02C5}"/>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807" y="2052313"/>
            <a:ext cx="4630848" cy="3278110"/>
          </a:xfrm>
          <a:prstGeom prst="rect">
            <a:avLst/>
          </a:prstGeom>
        </p:spPr>
      </p:pic>
      <p:sp>
        <p:nvSpPr>
          <p:cNvPr id="5" name="Title 4">
            <a:extLst>
              <a:ext uri="{FF2B5EF4-FFF2-40B4-BE49-F238E27FC236}">
                <a16:creationId xmlns:a16="http://schemas.microsoft.com/office/drawing/2014/main" id="{5E71E620-1954-4AD7-6CD8-DC1D5B0C6E30}"/>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Demostración</a:t>
            </a:r>
          </a:p>
        </p:txBody>
      </p:sp>
      <p:sp>
        <p:nvSpPr>
          <p:cNvPr id="7" name="Text Placeholder 6">
            <a:extLst>
              <a:ext uri="{FF2B5EF4-FFF2-40B4-BE49-F238E27FC236}">
                <a16:creationId xmlns:a16="http://schemas.microsoft.com/office/drawing/2014/main" id="{E9931AC5-C149-F1AE-63DD-1B19D422ED95}"/>
              </a:ext>
            </a:extLst>
          </p:cNvPr>
          <p:cNvSpPr>
            <a:spLocks noGrp="1"/>
          </p:cNvSpPr>
          <p:nvPr>
            <p:ph type="body" sz="quarter" idx="16"/>
          </p:nvPr>
        </p:nvSpPr>
        <p:spPr>
          <a:xfrm>
            <a:off x="584199" y="1594155"/>
            <a:ext cx="5654573" cy="609600"/>
          </a:xfrm>
        </p:spPr>
        <p:txBody>
          <a:bodyPr/>
          <a:lstStyle/>
          <a:p>
            <a:r>
              <a:rPr lang="es-ES" sz="2000" b="0" i="0" strike="noStrike" cap="none" baseline="0">
                <a:solidFill>
                  <a:srgbClr val="000000"/>
                </a:solidFill>
                <a:effectLst/>
                <a:latin typeface="Segoe UI Semibold"/>
                <a:ea typeface="Segoe UI Semibold"/>
                <a:cs typeface="Segoe UI Semibold"/>
              </a:rPr>
              <a:t>Publicación de un agente de Foundry en Teams</a:t>
            </a:r>
          </a:p>
        </p:txBody>
      </p:sp>
      <p:sp>
        <p:nvSpPr>
          <p:cNvPr id="6" name="Text Placeholder 5">
            <a:extLst>
              <a:ext uri="{FF2B5EF4-FFF2-40B4-BE49-F238E27FC236}">
                <a16:creationId xmlns:a16="http://schemas.microsoft.com/office/drawing/2014/main" id="{2CC9C8C8-2B27-2CAE-7697-93DE8F5F1BDF}"/>
              </a:ext>
            </a:extLst>
          </p:cNvPr>
          <p:cNvSpPr>
            <a:spLocks noGrp="1"/>
          </p:cNvSpPr>
          <p:nvPr>
            <p:ph type="body" sz="quarter" idx="15"/>
          </p:nvPr>
        </p:nvSpPr>
        <p:spPr>
          <a:xfrm>
            <a:off x="586389" y="2085764"/>
            <a:ext cx="5652201" cy="2487169"/>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En esta demostración, explorarás cómo hacer lo siguiente: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Crear un agente en el portal</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Agregar conocimientos con la búsqueda de archivos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Publicar en Microsoft Teams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Publicar en Microsoft 365 Copilot</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Actualizar agentes publicados</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endParaRPr lang="en-US"/>
          </a:p>
          <a:p>
            <a:pPr marL="0" indent="0">
              <a:buNone/>
            </a:pPr>
            <a:br>
              <a:rPr lang="en-US"/>
            </a:b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A37AB2E4-3376-50B5-6294-4F133DA8A591}"/>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u="sng" strike="noStrike" cap="none" baseline="0">
                <a:solidFill>
                  <a:srgbClr val="000000"/>
                </a:solidFill>
                <a:effectLst/>
                <a:uFill>
                  <a:solidFill>
                    <a:srgbClr val="000000"/>
                  </a:solidFill>
                </a:uFill>
                <a:latin typeface="Segoe UI"/>
                <a:ea typeface="Segoe UI"/>
                <a:cs typeface="Segoe UI"/>
                <a:hlinkClick r:id="rId4" history="0"/>
              </a:rPr>
              <a:t>https://go.microsoft.com/fwlink/?linkid=2352775</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AEC67896-0A42-C034-8D33-CFD61FFC0D29}"/>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F7CB5B7D-BDB9-FAFF-8941-936D0CE44E84}"/>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3544782588"/>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65573-4437-93FA-A7E3-0D97F4911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032DE-A523-AAA3-9A73-832F59E2D44F}"/>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C31ACA27-967C-830E-67C4-BC09CBC7CB68}"/>
              </a:ext>
            </a:extLst>
          </p:cNvPr>
          <p:cNvSpPr>
            <a:spLocks noGrp="1"/>
          </p:cNvSpPr>
          <p:nvPr>
            <p:ph type="body" sz="quarter" idx="17"/>
          </p:nvPr>
        </p:nvSpPr>
        <p:spPr>
          <a:xfrm>
            <a:off x="1235075" y="2332142"/>
            <a:ext cx="8951512" cy="430887"/>
          </a:xfrm>
        </p:spPr>
        <p:txBody>
          <a:bodyPr/>
          <a:lstStyle/>
          <a:p>
            <a:r>
              <a:rPr lang="es-ES" sz="1400" b="0" i="0" strike="noStrike" cap="none" baseline="0" dirty="0">
                <a:solidFill>
                  <a:srgbClr val="000000"/>
                </a:solidFill>
                <a:effectLst/>
                <a:latin typeface="Segoe UI Semibold"/>
                <a:ea typeface="Segoe UI Semibold"/>
                <a:cs typeface="Segoe UI Semibold"/>
              </a:rPr>
              <a:t>¿Qué recurso de Azure crea automáticamente el portal de </a:t>
            </a:r>
            <a:r>
              <a:rPr lang="es-ES" sz="1400" b="0" i="0" strike="noStrike" cap="none" baseline="0" dirty="0" err="1">
                <a:solidFill>
                  <a:srgbClr val="000000"/>
                </a:solidFill>
                <a:effectLst/>
                <a:latin typeface="Segoe UI Semibold"/>
                <a:ea typeface="Segoe UI Semibold"/>
                <a:cs typeface="Segoe UI Semibold"/>
              </a:rPr>
              <a:t>Foundry</a:t>
            </a:r>
            <a:r>
              <a:rPr lang="es-ES" sz="1400" b="0" i="0" strike="noStrike" cap="none" baseline="0" dirty="0">
                <a:solidFill>
                  <a:srgbClr val="000000"/>
                </a:solidFill>
                <a:effectLst/>
                <a:latin typeface="Segoe UI Semibold"/>
                <a:ea typeface="Segoe UI Semibold"/>
                <a:cs typeface="Segoe UI Semibold"/>
              </a:rPr>
              <a:t> al publicar un agente en Microsoft </a:t>
            </a:r>
            <a:r>
              <a:rPr lang="es-ES" sz="1400" b="0" i="0" strike="noStrike" cap="none" baseline="0" dirty="0" err="1">
                <a:solidFill>
                  <a:srgbClr val="000000"/>
                </a:solidFill>
                <a:effectLst/>
                <a:latin typeface="Segoe UI Semibold"/>
                <a:ea typeface="Segoe UI Semibold"/>
                <a:cs typeface="Segoe UI Semibold"/>
              </a:rPr>
              <a:t>Teams</a:t>
            </a:r>
            <a:r>
              <a:rPr lang="es-ES" sz="1400" b="0" i="0" strike="noStrike" cap="none" baseline="0" dirty="0">
                <a:solidFill>
                  <a:srgbClr val="000000"/>
                </a:solidFill>
                <a:effectLst/>
                <a:latin typeface="Segoe UI Semibold"/>
                <a:ea typeface="Segoe UI Semibold"/>
                <a:cs typeface="Segoe UI Semibold"/>
              </a:rPr>
              <a:t>?</a:t>
            </a:r>
            <a:endParaRPr lang="en-US" b="1" dirty="0"/>
          </a:p>
        </p:txBody>
      </p:sp>
      <p:sp>
        <p:nvSpPr>
          <p:cNvPr id="9" name="Text Placeholder 8">
            <a:extLst>
              <a:ext uri="{FF2B5EF4-FFF2-40B4-BE49-F238E27FC236}">
                <a16:creationId xmlns:a16="http://schemas.microsoft.com/office/drawing/2014/main" id="{68CC4FDF-818D-081D-AB70-E40CF6FAC741}"/>
              </a:ext>
            </a:extLst>
          </p:cNvPr>
          <p:cNvSpPr>
            <a:spLocks noGrp="1"/>
          </p:cNvSpPr>
          <p:nvPr>
            <p:ph type="body" sz="quarter" idx="15"/>
          </p:nvPr>
        </p:nvSpPr>
        <p:spPr>
          <a:xfrm>
            <a:off x="1235075" y="2646041"/>
            <a:ext cx="8775098" cy="981456"/>
          </a:xfrm>
          <a:noFill/>
        </p:spPr>
        <p:txBody>
          <a:bodyPr/>
          <a:lstStyle/>
          <a:p>
            <a:r>
              <a:rPr lang="es-ES" sz="1400" b="0" i="0" strike="noStrike" cap="none" baseline="0" dirty="0">
                <a:solidFill>
                  <a:srgbClr val="000000"/>
                </a:solidFill>
                <a:effectLst/>
                <a:latin typeface="Segoe UI"/>
                <a:ea typeface="Segoe UI"/>
                <a:cs typeface="Segoe UI"/>
              </a:rPr>
              <a:t>Azure </a:t>
            </a:r>
            <a:r>
              <a:rPr lang="es-ES" sz="1400" b="0" i="0" strike="noStrike" cap="none" baseline="0" dirty="0" err="1">
                <a:solidFill>
                  <a:srgbClr val="000000"/>
                </a:solidFill>
                <a:effectLst/>
                <a:latin typeface="Segoe UI"/>
                <a:ea typeface="Segoe UI"/>
                <a:cs typeface="Segoe UI"/>
              </a:rPr>
              <a:t>Functions</a:t>
            </a:r>
            <a:r>
              <a:rPr lang="es-ES" sz="1400" b="0" i="0" strike="noStrike" cap="none" baseline="0" dirty="0">
                <a:solidFill>
                  <a:srgbClr val="000000"/>
                </a:solidFill>
                <a:effectLst/>
                <a:latin typeface="Segoe UI"/>
                <a:ea typeface="Segoe UI"/>
                <a:cs typeface="Segoe UI"/>
              </a:rPr>
              <a:t> </a:t>
            </a:r>
            <a:endParaRPr lang="en-US" dirty="0"/>
          </a:p>
          <a:p>
            <a:r>
              <a:rPr lang="es-ES" sz="1400" b="0" i="0" strike="noStrike" cap="none" baseline="0" dirty="0">
                <a:solidFill>
                  <a:srgbClr val="000000"/>
                </a:solidFill>
                <a:effectLst/>
                <a:latin typeface="Segoe UI"/>
                <a:ea typeface="Segoe UI"/>
                <a:cs typeface="Segoe UI"/>
              </a:rPr>
              <a:t>Azure Bot Service </a:t>
            </a:r>
            <a:endParaRPr lang="en-US" dirty="0"/>
          </a:p>
          <a:p>
            <a:r>
              <a:rPr lang="es-ES" sz="1400" b="0" i="0" strike="noStrike" cap="none" baseline="0" dirty="0">
                <a:solidFill>
                  <a:srgbClr val="000000"/>
                </a:solidFill>
                <a:effectLst/>
                <a:latin typeface="Segoe UI"/>
                <a:ea typeface="Segoe UI"/>
                <a:cs typeface="Segoe UI"/>
              </a:rPr>
              <a:t>Azure Cosmos DB </a:t>
            </a:r>
            <a:endParaRPr lang="en-US" dirty="0"/>
          </a:p>
          <a:p>
            <a:r>
              <a:rPr lang="es-ES" sz="1400" b="0" i="0" strike="noStrike" cap="none" baseline="0" dirty="0">
                <a:solidFill>
                  <a:srgbClr val="000000"/>
                </a:solidFill>
                <a:effectLst/>
                <a:latin typeface="Segoe UI"/>
                <a:ea typeface="Segoe UI"/>
                <a:cs typeface="Segoe UI"/>
              </a:rPr>
              <a:t>Azure Logic Apps</a:t>
            </a:r>
          </a:p>
        </p:txBody>
      </p:sp>
      <p:sp>
        <p:nvSpPr>
          <p:cNvPr id="18" name="Text Placeholder 17">
            <a:extLst>
              <a:ext uri="{FF2B5EF4-FFF2-40B4-BE49-F238E27FC236}">
                <a16:creationId xmlns:a16="http://schemas.microsoft.com/office/drawing/2014/main" id="{892F0C14-4FF8-B29C-D8B1-574C372FDE30}"/>
              </a:ext>
            </a:extLst>
          </p:cNvPr>
          <p:cNvSpPr>
            <a:spLocks noGrp="1"/>
          </p:cNvSpPr>
          <p:nvPr>
            <p:ph type="body" sz="quarter" idx="22"/>
          </p:nvPr>
        </p:nvSpPr>
        <p:spPr>
          <a:xfrm>
            <a:off x="1235075" y="4034002"/>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es Microsoft Work IQ?</a:t>
            </a:r>
            <a:endParaRPr lang="en-US" noProof="0"/>
          </a:p>
        </p:txBody>
      </p:sp>
      <p:sp>
        <p:nvSpPr>
          <p:cNvPr id="19" name="Text Placeholder 18">
            <a:extLst>
              <a:ext uri="{FF2B5EF4-FFF2-40B4-BE49-F238E27FC236}">
                <a16:creationId xmlns:a16="http://schemas.microsoft.com/office/drawing/2014/main" id="{4A991ABC-588B-3351-1C41-DE9163165A63}"/>
              </a:ext>
            </a:extLst>
          </p:cNvPr>
          <p:cNvSpPr>
            <a:spLocks noGrp="1"/>
          </p:cNvSpPr>
          <p:nvPr>
            <p:ph type="body" sz="quarter" idx="23"/>
          </p:nvPr>
        </p:nvSpPr>
        <p:spPr>
          <a:xfrm>
            <a:off x="1235074" y="4286731"/>
            <a:ext cx="8775098" cy="981456"/>
          </a:xfrm>
        </p:spPr>
        <p:txBody>
          <a:bodyPr/>
          <a:lstStyle/>
          <a:p>
            <a:r>
              <a:rPr lang="es-ES" sz="1400" b="0" i="0" strike="noStrike" cap="none" baseline="0">
                <a:solidFill>
                  <a:srgbClr val="000000"/>
                </a:solidFill>
                <a:effectLst/>
                <a:latin typeface="Segoe UI"/>
                <a:ea typeface="Segoe UI"/>
                <a:cs typeface="Segoe UI"/>
              </a:rPr>
              <a:t>Un modelo de Machine Learning para el análisis del área de trabajo </a:t>
            </a:r>
          </a:p>
          <a:p>
            <a:r>
              <a:rPr lang="es-ES" sz="1400" b="0" i="0" strike="noStrike" cap="none" baseline="0">
                <a:solidFill>
                  <a:srgbClr val="000000"/>
                </a:solidFill>
                <a:effectLst/>
                <a:latin typeface="Segoe UI"/>
                <a:ea typeface="Segoe UI"/>
                <a:cs typeface="Segoe UI"/>
              </a:rPr>
              <a:t>Un servidor de CLI y MCP que conecta agentes de IA a datos de Microsoft 365 </a:t>
            </a:r>
          </a:p>
          <a:p>
            <a:r>
              <a:rPr lang="es-ES" sz="1400" b="0" i="0" strike="noStrike" cap="none" baseline="0">
                <a:solidFill>
                  <a:srgbClr val="000000"/>
                </a:solidFill>
                <a:effectLst/>
                <a:latin typeface="Segoe UI"/>
                <a:ea typeface="Segoe UI"/>
                <a:cs typeface="Segoe UI"/>
              </a:rPr>
              <a:t>Un reemplazo de Microsoft Teams </a:t>
            </a:r>
          </a:p>
          <a:p>
            <a:r>
              <a:rPr lang="es-ES" sz="1400" b="0" i="0" strike="noStrike" cap="none" baseline="0">
                <a:solidFill>
                  <a:srgbClr val="000000"/>
                </a:solidFill>
                <a:effectLst/>
                <a:latin typeface="Segoe UI"/>
                <a:ea typeface="Segoe UI"/>
                <a:cs typeface="Segoe UI"/>
              </a:rPr>
              <a:t>Una extensión de Visual Studio Code para compilar agentes</a:t>
            </a:r>
          </a:p>
        </p:txBody>
      </p:sp>
      <p:sp>
        <p:nvSpPr>
          <p:cNvPr id="76" name="Oval 75">
            <a:extLst>
              <a:ext uri="{FF2B5EF4-FFF2-40B4-BE49-F238E27FC236}">
                <a16:creationId xmlns:a16="http://schemas.microsoft.com/office/drawing/2014/main" id="{71B0C6BA-F6A8-7820-5DE9-C55CC392C107}"/>
              </a:ext>
              <a:ext uri="{C183D7F6-B498-43B3-948B-1728B52AA6E4}">
                <adec:decorative xmlns:adec="http://schemas.microsoft.com/office/drawing/2017/decorative" val="1"/>
              </a:ext>
            </a:extLst>
          </p:cNvPr>
          <p:cNvSpPr/>
          <p:nvPr/>
        </p:nvSpPr>
        <p:spPr bwMode="auto">
          <a:xfrm>
            <a:off x="722582" y="230855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474FB84F-0D2D-0AB8-D5C4-B32D39E53078}"/>
              </a:ext>
              <a:ext uri="{C183D7F6-B498-43B3-948B-1728B52AA6E4}">
                <adec:decorative xmlns:adec="http://schemas.microsoft.com/office/drawing/2017/decorative" val="1"/>
              </a:ext>
            </a:extLst>
          </p:cNvPr>
          <p:cNvSpPr/>
          <p:nvPr/>
        </p:nvSpPr>
        <p:spPr bwMode="auto">
          <a:xfrm>
            <a:off x="722582" y="395826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4FB1A281-8A13-8F1D-F60A-DF50510BA96E}"/>
              </a:ext>
              <a:ext uri="{C183D7F6-B498-43B3-948B-1728B52AA6E4}">
                <adec:decorative xmlns:adec="http://schemas.microsoft.com/office/drawing/2017/decorative" val="1"/>
              </a:ext>
            </a:extLst>
          </p:cNvPr>
          <p:cNvSpPr/>
          <p:nvPr/>
        </p:nvSpPr>
        <p:spPr>
          <a:xfrm>
            <a:off x="1263852" y="455499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5FA59791-D9A5-32A9-3D97-E499CC0AAF17}"/>
              </a:ext>
              <a:ext uri="{C183D7F6-B498-43B3-948B-1728B52AA6E4}">
                <adec:decorative xmlns:adec="http://schemas.microsoft.com/office/drawing/2017/decorative" val="1"/>
              </a:ext>
            </a:extLst>
          </p:cNvPr>
          <p:cNvSpPr/>
          <p:nvPr/>
        </p:nvSpPr>
        <p:spPr>
          <a:xfrm>
            <a:off x="1263852" y="292184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E9B6383-5125-A2F6-138A-029BA064C2EA}"/>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2645838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84B6C-9EB5-C3BE-7BA5-CF316DE60AC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FF0B0A3-43DD-32B2-C4BF-C86ACDC660D5}"/>
              </a:ext>
            </a:extLst>
          </p:cNvPr>
          <p:cNvSpPr>
            <a:spLocks noGrp="1"/>
          </p:cNvSpPr>
          <p:nvPr>
            <p:ph type="title"/>
          </p:nvPr>
        </p:nvSpPr>
        <p:spPr>
          <a:xfrm>
            <a:off x="569911" y="1805604"/>
            <a:ext cx="6345239" cy="2194560"/>
          </a:xfrm>
        </p:spPr>
        <p:txBody>
          <a:bodyPr/>
          <a:lstStyle/>
          <a:p>
            <a:r>
              <a:rPr lang="es-ES" sz="3600" b="0" i="0" strike="noStrike" cap="none" baseline="0" dirty="0">
                <a:solidFill>
                  <a:srgbClr val="000000"/>
                </a:solidFill>
                <a:effectLst/>
                <a:latin typeface="Segoe UI"/>
                <a:ea typeface="Segoe UI"/>
                <a:cs typeface="Segoe UI"/>
              </a:rPr>
              <a:t>Creación de flujos de trabajo controlados por agentes a través de Microsoft </a:t>
            </a:r>
            <a:r>
              <a:rPr lang="es-ES" sz="3600" b="0" i="0" strike="noStrike" cap="none" baseline="0" dirty="0" err="1">
                <a:solidFill>
                  <a:srgbClr val="000000"/>
                </a:solidFill>
                <a:effectLst/>
                <a:latin typeface="Segoe UI"/>
                <a:ea typeface="Segoe UI"/>
                <a:cs typeface="Segoe UI"/>
              </a:rPr>
              <a:t>Foundry</a:t>
            </a:r>
            <a:endParaRPr lang="en-US" sz="3600" dirty="0"/>
          </a:p>
        </p:txBody>
      </p:sp>
      <p:sp>
        <p:nvSpPr>
          <p:cNvPr id="11" name="Footer Placeholder 10">
            <a:extLst>
              <a:ext uri="{FF2B5EF4-FFF2-40B4-BE49-F238E27FC236}">
                <a16:creationId xmlns:a16="http://schemas.microsoft.com/office/drawing/2014/main" id="{979B500D-EFB2-68F4-9256-1F53F91A3AEB}"/>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Rectangle 1">
            <a:extLst>
              <a:ext uri="{FF2B5EF4-FFF2-40B4-BE49-F238E27FC236}">
                <a16:creationId xmlns:a16="http://schemas.microsoft.com/office/drawing/2014/main" id="{261A7200-0B65-E42D-8401-7C61881662AB}"/>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86CF1E73-89CE-F387-6689-6BEDAED3CB33}"/>
              </a:ext>
            </a:extLst>
          </p:cNvPr>
          <p:cNvSpPr txBox="1"/>
          <p:nvPr/>
        </p:nvSpPr>
        <p:spPr>
          <a:xfrm>
            <a:off x="497339" y="4000164"/>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https://aka.ms/mslearn-agent-workflows</a:t>
            </a:r>
          </a:p>
        </p:txBody>
      </p:sp>
    </p:spTree>
    <p:extLst>
      <p:ext uri="{BB962C8B-B14F-4D97-AF65-F5344CB8AC3E}">
        <p14:creationId xmlns:p14="http://schemas.microsoft.com/office/powerpoint/2010/main" val="400889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D2EAC-1D8B-AA71-03A8-B7078264A5B4}"/>
              </a:ext>
            </a:extLst>
          </p:cNvPr>
          <p:cNvSpPr>
            <a:spLocks noGrp="1"/>
          </p:cNvSpPr>
          <p:nvPr>
            <p:ph type="title"/>
          </p:nvPr>
        </p:nvSpPr>
        <p:spPr>
          <a:xfrm>
            <a:off x="588261" y="585216"/>
            <a:ext cx="8189027" cy="984885"/>
          </a:xfrm>
        </p:spPr>
        <p:txBody>
          <a:bodyPr/>
          <a:lstStyle/>
          <a:p>
            <a:r>
              <a:rPr lang="es-ES" sz="3200" b="0" i="0" strike="noStrike" cap="none" baseline="0" dirty="0">
                <a:solidFill>
                  <a:srgbClr val="000000"/>
                </a:solidFill>
                <a:effectLst/>
                <a:latin typeface="Segoe UI Semibold"/>
                <a:ea typeface="Segoe UI Semibold"/>
                <a:cs typeface="Segoe UI Semibold"/>
              </a:rPr>
              <a:t>Descripción de</a:t>
            </a:r>
            <a:br>
              <a:rPr lang="es-ES" sz="3200" b="0" i="0" strike="noStrike" cap="none" baseline="0" dirty="0">
                <a:solidFill>
                  <a:srgbClr val="000000"/>
                </a:solidFill>
                <a:effectLst/>
                <a:latin typeface="Segoe UI Semibold"/>
                <a:ea typeface="Segoe UI Semibold"/>
                <a:cs typeface="Segoe UI Semibold"/>
              </a:rPr>
            </a:br>
            <a:r>
              <a:rPr lang="es-ES" sz="3200" b="0" i="0" strike="noStrike" cap="none" baseline="0" dirty="0">
                <a:solidFill>
                  <a:srgbClr val="000000"/>
                </a:solidFill>
                <a:effectLst/>
                <a:latin typeface="Segoe UI Semibold"/>
                <a:ea typeface="Segoe UI Semibold"/>
                <a:cs typeface="Segoe UI Semibold"/>
              </a:rPr>
              <a:t>los flujos de trabajo</a:t>
            </a:r>
          </a:p>
        </p:txBody>
      </p:sp>
      <p:sp>
        <p:nvSpPr>
          <p:cNvPr id="6" name="Text Placeholder 5">
            <a:extLst>
              <a:ext uri="{FF2B5EF4-FFF2-40B4-BE49-F238E27FC236}">
                <a16:creationId xmlns:a16="http://schemas.microsoft.com/office/drawing/2014/main" id="{6B344D0C-94A5-E12D-E50E-102304D73200}"/>
              </a:ext>
            </a:extLst>
          </p:cNvPr>
          <p:cNvSpPr>
            <a:spLocks noGrp="1"/>
          </p:cNvSpPr>
          <p:nvPr>
            <p:ph type="body" sz="quarter" idx="17"/>
          </p:nvPr>
        </p:nvSpPr>
        <p:spPr>
          <a:xfrm>
            <a:off x="584200" y="1695755"/>
            <a:ext cx="3789680" cy="553998"/>
          </a:xfrm>
        </p:spPr>
        <p:txBody>
          <a:bodyPr/>
          <a:lstStyle/>
          <a:p>
            <a:r>
              <a:rPr lang="es-ES" sz="1800" b="0" i="0" strike="noStrike" cap="none" baseline="0" dirty="0">
                <a:solidFill>
                  <a:srgbClr val="000000"/>
                </a:solidFill>
                <a:effectLst/>
                <a:latin typeface="Segoe UI Semibold"/>
                <a:ea typeface="Segoe UI Semibold"/>
                <a:cs typeface="Segoe UI Semibold"/>
              </a:rPr>
              <a:t>Orquestación de acciones controladas por IA</a:t>
            </a:r>
          </a:p>
        </p:txBody>
      </p:sp>
      <p:sp>
        <p:nvSpPr>
          <p:cNvPr id="5" name="Text Placeholder 4">
            <a:extLst>
              <a:ext uri="{FF2B5EF4-FFF2-40B4-BE49-F238E27FC236}">
                <a16:creationId xmlns:a16="http://schemas.microsoft.com/office/drawing/2014/main" id="{8F3E44CE-C829-F826-4B70-AB357E55A28E}"/>
              </a:ext>
            </a:extLst>
          </p:cNvPr>
          <p:cNvSpPr>
            <a:spLocks noGrp="1"/>
          </p:cNvSpPr>
          <p:nvPr>
            <p:ph type="body" sz="quarter" idx="15"/>
          </p:nvPr>
        </p:nvSpPr>
        <p:spPr>
          <a:xfrm>
            <a:off x="586452" y="2372173"/>
            <a:ext cx="3703608" cy="1477328"/>
          </a:xfrm>
        </p:spPr>
        <p:txBody>
          <a:bodyPr/>
          <a:lstStyle/>
          <a:p>
            <a:pPr marL="0" indent="0">
              <a:buNone/>
            </a:pPr>
            <a:r>
              <a:rPr lang="es-ES" sz="1600" b="0" i="0" strike="noStrike" cap="none" baseline="0" dirty="0">
                <a:solidFill>
                  <a:srgbClr val="000000"/>
                </a:solidFill>
                <a:effectLst/>
                <a:latin typeface="Segoe UI"/>
                <a:ea typeface="Segoe UI"/>
                <a:cs typeface="Segoe UI"/>
              </a:rPr>
              <a:t>En lugar de escribir código, defines una secuencia de pasos mediante un enfoque visual y declarativo que describe qué debe ocurrir y cuándo, lo que permite a la plataforma administrar la ejecución y el estado. </a:t>
            </a:r>
          </a:p>
        </p:txBody>
      </p:sp>
      <p:sp>
        <p:nvSpPr>
          <p:cNvPr id="3" name="Footer Placeholder 2">
            <a:extLst>
              <a:ext uri="{FF2B5EF4-FFF2-40B4-BE49-F238E27FC236}">
                <a16:creationId xmlns:a16="http://schemas.microsoft.com/office/drawing/2014/main" id="{AFF47046-450F-4BEA-C225-4DF2DB24AA8C}"/>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7" name="Text Placeholder 5">
            <a:extLst>
              <a:ext uri="{FF2B5EF4-FFF2-40B4-BE49-F238E27FC236}">
                <a16:creationId xmlns:a16="http://schemas.microsoft.com/office/drawing/2014/main" id="{6EBA0EED-535F-CAC0-8116-4D741AAB5071}"/>
              </a:ext>
            </a:extLst>
          </p:cNvPr>
          <p:cNvSpPr txBox="1"/>
          <p:nvPr/>
        </p:nvSpPr>
        <p:spPr>
          <a:xfrm>
            <a:off x="586451" y="3927804"/>
            <a:ext cx="2530129" cy="274320"/>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ct val="0"/>
              </a:spcBef>
              <a:spcAft>
                <a:spcPct val="0"/>
              </a:spcAft>
              <a:buClrTx/>
              <a:buSzPct val="90000"/>
              <a:buFont typeface="Arial" panose="020B0604020202020204" pitchFamily="34" charset="0"/>
              <a:buNone/>
              <a:defRPr sz="1600" kern="1200" spc="0" baseline="0">
                <a:solidFill>
                  <a:schemeClr val="tx1"/>
                </a:solidFill>
                <a:latin typeface="+mj-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s-ES" sz="1800" b="0" i="0" strike="noStrike" cap="none" baseline="0" dirty="0">
                <a:solidFill>
                  <a:srgbClr val="000000"/>
                </a:solidFill>
                <a:effectLst/>
                <a:latin typeface="Segoe UI Semibold"/>
                <a:ea typeface="Segoe UI Semibold"/>
                <a:cs typeface="Segoe UI Semibold"/>
              </a:rPr>
              <a:t>Conexión de los nodos</a:t>
            </a:r>
          </a:p>
        </p:txBody>
      </p:sp>
      <p:sp>
        <p:nvSpPr>
          <p:cNvPr id="8" name="Text Placeholder 4">
            <a:extLst>
              <a:ext uri="{FF2B5EF4-FFF2-40B4-BE49-F238E27FC236}">
                <a16:creationId xmlns:a16="http://schemas.microsoft.com/office/drawing/2014/main" id="{91891494-755E-97C7-CB97-72C5296D53E9}"/>
              </a:ext>
            </a:extLst>
          </p:cNvPr>
          <p:cNvSpPr txBox="1"/>
          <p:nvPr/>
        </p:nvSpPr>
        <p:spPr>
          <a:xfrm>
            <a:off x="588703" y="4253702"/>
            <a:ext cx="3899477" cy="1723549"/>
          </a:xfrm>
          <a:prstGeom prst="rect">
            <a:avLst/>
          </a:prstGeom>
        </p:spPr>
        <p:txBody>
          <a:bodyPr vert="horz" wrap="square" lIns="0" tIns="0" rIns="0" bIns="0" rtlCol="0">
            <a:spAutoFit/>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28016"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6858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10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ct val="0"/>
              </a:spcAft>
              <a:buClrTx/>
              <a:buSzPct val="90000"/>
              <a:buFont typeface="Wingdings" panose="05000000000000000000" pitchFamily="2" charset="2"/>
              <a:buNone/>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s-ES" sz="1600" b="0" i="0" strike="noStrike" cap="none" baseline="0" dirty="0">
                <a:solidFill>
                  <a:srgbClr val="000000"/>
                </a:solidFill>
                <a:effectLst/>
                <a:latin typeface="Segoe UI"/>
                <a:ea typeface="Segoe UI"/>
                <a:cs typeface="Segoe UI"/>
              </a:rPr>
              <a:t>Cada nodo realiza una función específica. Algunos nodos invocan agentes, mientras que otros evalúan condiciones, administran datos o se comunican con los usuarios. Juntos, estos nodos forman una ruta de acceso de ejecución que determina cómo las solicitudes se mueven por el sistema. </a:t>
            </a:r>
            <a:endParaRPr lang="en-US" sz="1400" dirty="0"/>
          </a:p>
        </p:txBody>
      </p:sp>
      <p:pic>
        <p:nvPicPr>
          <p:cNvPr id="4" name="Picture 2">
            <a:extLst>
              <a:ext uri="{FF2B5EF4-FFF2-40B4-BE49-F238E27FC236}">
                <a16:creationId xmlns:a16="http://schemas.microsoft.com/office/drawing/2014/main" id="{22448F4B-352E-7B6B-F1F6-EC3D30422B73}"/>
              </a:ext>
            </a:extLst>
          </p:cNvPr>
          <p:cNvPicPr>
            <a:picLocks noChangeAspect="1" noChangeArrowheads="1"/>
          </p:cNvPicPr>
          <p:nvPr/>
        </p:nvPicPr>
        <p:blipFill>
          <a:blip r:embed="rId2"/>
          <a:srcRect/>
          <a:stretch/>
        </p:blipFill>
        <p:spPr bwMode="auto">
          <a:xfrm>
            <a:off x="4918410" y="0"/>
            <a:ext cx="7273254"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572430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605AC-29D9-3BF5-056A-547E69C4B03B}"/>
              </a:ext>
            </a:extLst>
          </p:cNvPr>
          <p:cNvSpPr>
            <a:spLocks noGrp="1"/>
          </p:cNvSpPr>
          <p:nvPr>
            <p:ph type="title"/>
          </p:nvPr>
        </p:nvSpPr>
        <p:spPr>
          <a:xfrm>
            <a:off x="588262" y="585216"/>
            <a:ext cx="10009888" cy="975360"/>
          </a:xfrm>
        </p:spPr>
        <p:txBody>
          <a:bodyPr/>
          <a:lstStyle/>
          <a:p>
            <a:r>
              <a:rPr lang="es-ES" sz="3200" b="1" i="0" strike="noStrike" cap="none" baseline="0" dirty="0">
                <a:solidFill>
                  <a:srgbClr val="000000"/>
                </a:solidFill>
                <a:effectLst/>
                <a:latin typeface="Segoe UI Semibold"/>
                <a:ea typeface="Segoe UI Semibold"/>
                <a:cs typeface="Segoe UI Semibold"/>
              </a:rPr>
              <a:t>Identificación de patrones del flujo de trabajo</a:t>
            </a:r>
            <a:endParaRPr lang="en-US" sz="3200" dirty="0"/>
          </a:p>
        </p:txBody>
      </p:sp>
      <p:sp>
        <p:nvSpPr>
          <p:cNvPr id="11" name="Text Placeholder 10">
            <a:extLst>
              <a:ext uri="{FF2B5EF4-FFF2-40B4-BE49-F238E27FC236}">
                <a16:creationId xmlns:a16="http://schemas.microsoft.com/office/drawing/2014/main" id="{DE61C920-E3DA-ACF5-1E13-9A864987565D}"/>
              </a:ext>
            </a:extLst>
          </p:cNvPr>
          <p:cNvSpPr>
            <a:spLocks noGrp="1"/>
          </p:cNvSpPr>
          <p:nvPr>
            <p:ph type="body" sz="quarter" idx="16"/>
          </p:nvPr>
        </p:nvSpPr>
        <p:spPr>
          <a:xfrm>
            <a:off x="584200" y="3816494"/>
            <a:ext cx="3479071" cy="304800"/>
          </a:xfrm>
        </p:spPr>
        <p:txBody>
          <a:bodyPr/>
          <a:lstStyle/>
          <a:p>
            <a:r>
              <a:rPr lang="es-ES" sz="2000" b="0" i="0" strike="noStrike" cap="none" baseline="0">
                <a:solidFill>
                  <a:srgbClr val="702573"/>
                </a:solidFill>
                <a:effectLst/>
                <a:latin typeface="Segoe UI Semibold"/>
                <a:ea typeface="Segoe UI Semibold"/>
                <a:cs typeface="Segoe UI Semibold"/>
              </a:rPr>
              <a:t>Secuencial</a:t>
            </a:r>
          </a:p>
        </p:txBody>
      </p:sp>
      <p:sp>
        <p:nvSpPr>
          <p:cNvPr id="10" name="Text Placeholder 9">
            <a:extLst>
              <a:ext uri="{FF2B5EF4-FFF2-40B4-BE49-F238E27FC236}">
                <a16:creationId xmlns:a16="http://schemas.microsoft.com/office/drawing/2014/main" id="{B4746947-42E1-2CA6-75B2-AE995D54B3ED}"/>
              </a:ext>
            </a:extLst>
          </p:cNvPr>
          <p:cNvSpPr>
            <a:spLocks noGrp="1"/>
          </p:cNvSpPr>
          <p:nvPr>
            <p:ph type="body" sz="quarter" idx="15"/>
          </p:nvPr>
        </p:nvSpPr>
        <p:spPr>
          <a:xfrm>
            <a:off x="586391" y="4213689"/>
            <a:ext cx="3113182" cy="1219200"/>
          </a:xfrm>
        </p:spPr>
        <p:txBody>
          <a:bodyPr/>
          <a:lstStyle/>
          <a:p>
            <a:pPr marL="0" indent="0">
              <a:buNone/>
            </a:pPr>
            <a:r>
              <a:rPr lang="es-ES" sz="1600" b="0" i="0" strike="noStrike" cap="none" baseline="0" dirty="0">
                <a:solidFill>
                  <a:srgbClr val="000000"/>
                </a:solidFill>
                <a:effectLst/>
                <a:latin typeface="Segoe UI"/>
                <a:ea typeface="Segoe UI"/>
                <a:cs typeface="Segoe UI"/>
              </a:rPr>
              <a:t>Los pasos se ejecutan en un orden fijo, donde cada uno pasa su salida al siguiente. Más adecuado para canalizaciones predecibles de varias fases.</a:t>
            </a:r>
          </a:p>
        </p:txBody>
      </p:sp>
      <p:sp>
        <p:nvSpPr>
          <p:cNvPr id="12" name="Text Placeholder 11">
            <a:extLst>
              <a:ext uri="{FF2B5EF4-FFF2-40B4-BE49-F238E27FC236}">
                <a16:creationId xmlns:a16="http://schemas.microsoft.com/office/drawing/2014/main" id="{9171E7E3-A89F-224B-98E8-CEA5C0FC68B0}"/>
              </a:ext>
            </a:extLst>
          </p:cNvPr>
          <p:cNvSpPr>
            <a:spLocks noGrp="1"/>
          </p:cNvSpPr>
          <p:nvPr>
            <p:ph type="body" sz="quarter" idx="22"/>
          </p:nvPr>
        </p:nvSpPr>
        <p:spPr>
          <a:xfrm>
            <a:off x="4357546" y="3816494"/>
            <a:ext cx="3479071" cy="609600"/>
          </a:xfrm>
        </p:spPr>
        <p:txBody>
          <a:bodyPr/>
          <a:lstStyle/>
          <a:p>
            <a:r>
              <a:rPr lang="es-ES" sz="2000" b="0" i="0" strike="noStrike" cap="none" baseline="0" dirty="0">
                <a:solidFill>
                  <a:srgbClr val="BF3AC4"/>
                </a:solidFill>
                <a:effectLst/>
                <a:latin typeface="Segoe UI Semibold"/>
                <a:ea typeface="Segoe UI Semibold"/>
                <a:cs typeface="Segoe UI Semibold"/>
              </a:rPr>
              <a:t>Participación humana</a:t>
            </a:r>
            <a:br>
              <a:rPr lang="es-ES" sz="2000" b="0" i="0" strike="noStrike" cap="none" baseline="0" dirty="0">
                <a:solidFill>
                  <a:srgbClr val="BF3AC4"/>
                </a:solidFill>
                <a:effectLst/>
                <a:latin typeface="Segoe UI Semibold"/>
                <a:ea typeface="Segoe UI Semibold"/>
                <a:cs typeface="Segoe UI Semibold"/>
              </a:rPr>
            </a:br>
            <a:r>
              <a:rPr lang="es-ES" sz="2000" b="0" i="0" strike="noStrike" cap="none" baseline="0" dirty="0">
                <a:solidFill>
                  <a:srgbClr val="BF3AC4"/>
                </a:solidFill>
                <a:effectLst/>
                <a:latin typeface="Segoe UI Semibold"/>
                <a:ea typeface="Segoe UI Semibold"/>
                <a:cs typeface="Segoe UI Semibold"/>
              </a:rPr>
              <a:t>en el bucle</a:t>
            </a:r>
          </a:p>
        </p:txBody>
      </p:sp>
      <p:sp>
        <p:nvSpPr>
          <p:cNvPr id="13" name="Text Placeholder 12">
            <a:extLst>
              <a:ext uri="{FF2B5EF4-FFF2-40B4-BE49-F238E27FC236}">
                <a16:creationId xmlns:a16="http://schemas.microsoft.com/office/drawing/2014/main" id="{44393E13-9F88-E8D4-029F-0BB483FF6C4D}"/>
              </a:ext>
            </a:extLst>
          </p:cNvPr>
          <p:cNvSpPr>
            <a:spLocks noGrp="1"/>
          </p:cNvSpPr>
          <p:nvPr>
            <p:ph type="body" sz="quarter" idx="23"/>
          </p:nvPr>
        </p:nvSpPr>
        <p:spPr>
          <a:xfrm>
            <a:off x="4359737" y="4487153"/>
            <a:ext cx="3477611" cy="984885"/>
          </a:xfrm>
        </p:spPr>
        <p:txBody>
          <a:bodyPr/>
          <a:lstStyle/>
          <a:p>
            <a:pPr marL="0" indent="0">
              <a:buNone/>
            </a:pPr>
            <a:r>
              <a:rPr lang="es-ES" sz="1600" b="0" i="0" strike="noStrike" cap="none" baseline="0" dirty="0">
                <a:solidFill>
                  <a:srgbClr val="000000"/>
                </a:solidFill>
                <a:effectLst/>
                <a:latin typeface="Segoe UI"/>
                <a:ea typeface="Segoe UI"/>
                <a:cs typeface="Segoe UI"/>
              </a:rPr>
              <a:t>El flujo de trabajo se detiene para</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la aprobación o la entrada humanas antes de continuar. Equilibra la automatización con supervisión.</a:t>
            </a:r>
          </a:p>
        </p:txBody>
      </p:sp>
      <p:sp>
        <p:nvSpPr>
          <p:cNvPr id="14" name="Text Placeholder 13">
            <a:extLst>
              <a:ext uri="{FF2B5EF4-FFF2-40B4-BE49-F238E27FC236}">
                <a16:creationId xmlns:a16="http://schemas.microsoft.com/office/drawing/2014/main" id="{198E61C2-1490-FBB4-AC2A-75E7D03007C0}"/>
              </a:ext>
            </a:extLst>
          </p:cNvPr>
          <p:cNvSpPr>
            <a:spLocks noGrp="1"/>
          </p:cNvSpPr>
          <p:nvPr>
            <p:ph type="body" sz="quarter" idx="24"/>
          </p:nvPr>
        </p:nvSpPr>
        <p:spPr>
          <a:xfrm>
            <a:off x="8130894" y="3816494"/>
            <a:ext cx="3479071" cy="304800"/>
          </a:xfrm>
        </p:spPr>
        <p:txBody>
          <a:bodyPr/>
          <a:lstStyle/>
          <a:p>
            <a:r>
              <a:rPr lang="es-ES" sz="2000" b="0" i="0" strike="noStrike" cap="none" baseline="0">
                <a:solidFill>
                  <a:srgbClr val="FE5B38"/>
                </a:solidFill>
                <a:effectLst/>
                <a:latin typeface="Segoe UI Semibold"/>
                <a:ea typeface="Segoe UI Semibold"/>
                <a:cs typeface="Segoe UI Semibold"/>
              </a:rPr>
              <a:t>Chat grupal</a:t>
            </a:r>
          </a:p>
        </p:txBody>
      </p:sp>
      <p:sp>
        <p:nvSpPr>
          <p:cNvPr id="15" name="Text Placeholder 14">
            <a:extLst>
              <a:ext uri="{FF2B5EF4-FFF2-40B4-BE49-F238E27FC236}">
                <a16:creationId xmlns:a16="http://schemas.microsoft.com/office/drawing/2014/main" id="{99509C34-0667-9004-B589-B5CBE4968818}"/>
              </a:ext>
            </a:extLst>
          </p:cNvPr>
          <p:cNvSpPr>
            <a:spLocks noGrp="1"/>
          </p:cNvSpPr>
          <p:nvPr>
            <p:ph type="body" sz="quarter" idx="25"/>
          </p:nvPr>
        </p:nvSpPr>
        <p:spPr>
          <a:xfrm>
            <a:off x="8133084" y="4213689"/>
            <a:ext cx="3113181" cy="1477328"/>
          </a:xfrm>
        </p:spPr>
        <p:txBody>
          <a:bodyPr/>
          <a:lstStyle/>
          <a:p>
            <a:pPr marL="0" indent="0">
              <a:buNone/>
            </a:pPr>
            <a:r>
              <a:rPr lang="es-ES" sz="1600" b="0" i="0" strike="noStrike" cap="none" baseline="0" dirty="0">
                <a:solidFill>
                  <a:srgbClr val="000000"/>
                </a:solidFill>
                <a:effectLst/>
                <a:latin typeface="Segoe UI"/>
                <a:ea typeface="Segoe UI"/>
                <a:cs typeface="Segoe UI"/>
              </a:rPr>
              <a:t>Varios agentes especializados colaboran dinámicamente.</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Los cambios de control se basan</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en el contexto, lo que permite que</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los agentes se compilen en las salidas de los demás.</a:t>
            </a:r>
          </a:p>
        </p:txBody>
      </p:sp>
      <p:sp>
        <p:nvSpPr>
          <p:cNvPr id="3" name="Footer Placeholder 2">
            <a:extLst>
              <a:ext uri="{FF2B5EF4-FFF2-40B4-BE49-F238E27FC236}">
                <a16:creationId xmlns:a16="http://schemas.microsoft.com/office/drawing/2014/main" id="{DBE3C0F1-E8E1-88A2-72CE-939BC4C858CD}"/>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grpSp>
        <p:nvGrpSpPr>
          <p:cNvPr id="28" name="Group 27">
            <a:extLst>
              <a:ext uri="{FF2B5EF4-FFF2-40B4-BE49-F238E27FC236}">
                <a16:creationId xmlns:a16="http://schemas.microsoft.com/office/drawing/2014/main" id="{359924F6-C1A0-DED9-28D8-5BBAB65DC9B5}"/>
              </a:ext>
            </a:extLst>
          </p:cNvPr>
          <p:cNvGrpSpPr/>
          <p:nvPr/>
        </p:nvGrpSpPr>
        <p:grpSpPr>
          <a:xfrm>
            <a:off x="1368824" y="1573863"/>
            <a:ext cx="1909822" cy="1860696"/>
            <a:chOff x="1261639" y="1583851"/>
            <a:chExt cx="1909822" cy="1860696"/>
          </a:xfrm>
        </p:grpSpPr>
        <p:sp>
          <p:nvSpPr>
            <p:cNvPr id="16" name="Rounded Rectangle 15">
              <a:extLst>
                <a:ext uri="{FF2B5EF4-FFF2-40B4-BE49-F238E27FC236}">
                  <a16:creationId xmlns:a16="http://schemas.microsoft.com/office/drawing/2014/main" id="{D794CCFD-AEC5-8C5A-7DA7-7A5EC2CF068D}"/>
                </a:ext>
              </a:extLst>
            </p:cNvPr>
            <p:cNvSpPr/>
            <p:nvPr/>
          </p:nvSpPr>
          <p:spPr bwMode="auto">
            <a:xfrm>
              <a:off x="1307937" y="1583851"/>
              <a:ext cx="1817227" cy="276999"/>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702573"/>
                  </a:solidFill>
                  <a:effectLst/>
                  <a:latin typeface="Segoe UI"/>
                  <a:ea typeface="Segoe UI"/>
                  <a:cs typeface="Segoe UI"/>
                </a:rPr>
                <a:t>Paso 1</a:t>
              </a:r>
            </a:p>
          </p:txBody>
        </p:sp>
        <p:sp>
          <p:nvSpPr>
            <p:cNvPr id="17" name="Rounded Rectangle 16">
              <a:extLst>
                <a:ext uri="{FF2B5EF4-FFF2-40B4-BE49-F238E27FC236}">
                  <a16:creationId xmlns:a16="http://schemas.microsoft.com/office/drawing/2014/main" id="{BA9561DC-2319-10D4-7675-74E333435A1F}"/>
                </a:ext>
              </a:extLst>
            </p:cNvPr>
            <p:cNvSpPr/>
            <p:nvPr/>
          </p:nvSpPr>
          <p:spPr bwMode="auto">
            <a:xfrm>
              <a:off x="1307937" y="2070254"/>
              <a:ext cx="1817227" cy="276999"/>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702573"/>
                  </a:solidFill>
                  <a:effectLst/>
                  <a:latin typeface="Segoe UI"/>
                  <a:ea typeface="Segoe UI"/>
                  <a:cs typeface="Segoe UI"/>
                </a:rPr>
                <a:t>Paso 2</a:t>
              </a:r>
            </a:p>
          </p:txBody>
        </p:sp>
        <p:sp>
          <p:nvSpPr>
            <p:cNvPr id="18" name="Rounded Rectangle 17">
              <a:extLst>
                <a:ext uri="{FF2B5EF4-FFF2-40B4-BE49-F238E27FC236}">
                  <a16:creationId xmlns:a16="http://schemas.microsoft.com/office/drawing/2014/main" id="{5BD99811-ECE4-ACF8-5B41-07B5CE21C262}"/>
                </a:ext>
              </a:extLst>
            </p:cNvPr>
            <p:cNvSpPr/>
            <p:nvPr/>
          </p:nvSpPr>
          <p:spPr bwMode="auto">
            <a:xfrm>
              <a:off x="1307937" y="2556657"/>
              <a:ext cx="1817227" cy="276999"/>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702573"/>
                  </a:solidFill>
                  <a:effectLst/>
                  <a:latin typeface="Segoe UI"/>
                  <a:ea typeface="Segoe UI"/>
                  <a:cs typeface="Segoe UI"/>
                </a:rPr>
                <a:t>Paso 3</a:t>
              </a:r>
            </a:p>
          </p:txBody>
        </p:sp>
        <p:sp>
          <p:nvSpPr>
            <p:cNvPr id="19" name="Rounded Rectangle 18">
              <a:extLst>
                <a:ext uri="{FF2B5EF4-FFF2-40B4-BE49-F238E27FC236}">
                  <a16:creationId xmlns:a16="http://schemas.microsoft.com/office/drawing/2014/main" id="{C8D26BA9-441C-BB4A-BEC7-C6F8B3796271}"/>
                </a:ext>
              </a:extLst>
            </p:cNvPr>
            <p:cNvSpPr/>
            <p:nvPr/>
          </p:nvSpPr>
          <p:spPr bwMode="auto">
            <a:xfrm>
              <a:off x="1261639" y="3043059"/>
              <a:ext cx="1909822" cy="401488"/>
            </a:xfrm>
            <a:prstGeom prst="roundRect">
              <a:avLst/>
            </a:prstGeom>
            <a:solidFill>
              <a:schemeClr val="accent1">
                <a:lumMod val="20000"/>
                <a:lumOff val="80000"/>
              </a:schemeClr>
            </a:solidFill>
            <a:ln>
              <a:solidFill>
                <a:schemeClr val="accent1">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702573"/>
                  </a:solidFill>
                  <a:effectLst/>
                  <a:latin typeface="Segoe UI"/>
                  <a:ea typeface="Segoe UI"/>
                  <a:cs typeface="Segoe UI"/>
                </a:rPr>
                <a:t>Salida</a:t>
              </a:r>
            </a:p>
          </p:txBody>
        </p:sp>
        <p:cxnSp>
          <p:nvCxnSpPr>
            <p:cNvPr id="21" name="Straight Arrow Connector 20">
              <a:extLst>
                <a:ext uri="{FF2B5EF4-FFF2-40B4-BE49-F238E27FC236}">
                  <a16:creationId xmlns:a16="http://schemas.microsoft.com/office/drawing/2014/main" id="{94FF4A6A-BD55-61C0-EE9B-8BE13C14EE79}"/>
                </a:ext>
              </a:extLst>
            </p:cNvPr>
            <p:cNvCxnSpPr>
              <a:stCxn id="16" idx="2"/>
              <a:endCxn id="17" idx="0"/>
            </p:cNvCxnSpPr>
            <p:nvPr/>
          </p:nvCxnSpPr>
          <p:spPr>
            <a:xfrm flipH="1">
              <a:off x="2216551" y="1860850"/>
              <a:ext cx="0" cy="209404"/>
            </a:xfrm>
            <a:prstGeom prst="straightConnector1">
              <a:avLst/>
            </a:prstGeom>
            <a:ln w="28575">
              <a:solidFill>
                <a:schemeClr val="accent1">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0ED968F-7C1B-5526-DEBB-4AD53A97C254}"/>
                </a:ext>
              </a:extLst>
            </p:cNvPr>
            <p:cNvCxnSpPr>
              <a:stCxn id="17" idx="2"/>
              <a:endCxn id="18" idx="0"/>
            </p:cNvCxnSpPr>
            <p:nvPr/>
          </p:nvCxnSpPr>
          <p:spPr>
            <a:xfrm flipH="1">
              <a:off x="2216551" y="2347253"/>
              <a:ext cx="0" cy="209404"/>
            </a:xfrm>
            <a:prstGeom prst="straightConnector1">
              <a:avLst/>
            </a:prstGeom>
            <a:ln w="28575">
              <a:solidFill>
                <a:schemeClr val="accent1">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C687AF5-67C1-FB58-30C4-AF780C291EF2}"/>
                </a:ext>
              </a:extLst>
            </p:cNvPr>
            <p:cNvCxnSpPr>
              <a:stCxn id="18" idx="2"/>
              <a:endCxn id="19" idx="0"/>
            </p:cNvCxnSpPr>
            <p:nvPr/>
          </p:nvCxnSpPr>
          <p:spPr>
            <a:xfrm flipH="1">
              <a:off x="2216550" y="2833656"/>
              <a:ext cx="1" cy="209403"/>
            </a:xfrm>
            <a:prstGeom prst="straightConnector1">
              <a:avLst/>
            </a:prstGeom>
            <a:ln w="28575">
              <a:solidFill>
                <a:schemeClr val="accent1">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grpSp>
      <p:sp>
        <p:nvSpPr>
          <p:cNvPr id="33" name="Rounded Rectangle 32">
            <a:extLst>
              <a:ext uri="{FF2B5EF4-FFF2-40B4-BE49-F238E27FC236}">
                <a16:creationId xmlns:a16="http://schemas.microsoft.com/office/drawing/2014/main" id="{52477070-3163-A1E9-FC76-E72D73B6C336}"/>
              </a:ext>
            </a:extLst>
          </p:cNvPr>
          <p:cNvSpPr/>
          <p:nvPr/>
        </p:nvSpPr>
        <p:spPr bwMode="auto">
          <a:xfrm>
            <a:off x="5141089" y="3033071"/>
            <a:ext cx="1909822" cy="401488"/>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BF3AC4"/>
                </a:solidFill>
                <a:effectLst/>
                <a:latin typeface="Segoe UI"/>
                <a:ea typeface="Segoe UI"/>
                <a:cs typeface="Segoe UI"/>
              </a:rPr>
              <a:t>Continuar</a:t>
            </a:r>
          </a:p>
        </p:txBody>
      </p:sp>
      <p:cxnSp>
        <p:nvCxnSpPr>
          <p:cNvPr id="36" name="Straight Arrow Connector 35">
            <a:extLst>
              <a:ext uri="{FF2B5EF4-FFF2-40B4-BE49-F238E27FC236}">
                <a16:creationId xmlns:a16="http://schemas.microsoft.com/office/drawing/2014/main" id="{485DC338-A137-9467-D881-36234A762405}"/>
              </a:ext>
            </a:extLst>
          </p:cNvPr>
          <p:cNvCxnSpPr>
            <a:endCxn id="33" idx="0"/>
          </p:cNvCxnSpPr>
          <p:nvPr/>
        </p:nvCxnSpPr>
        <p:spPr>
          <a:xfrm flipH="1">
            <a:off x="6096000" y="2685168"/>
            <a:ext cx="0" cy="347903"/>
          </a:xfrm>
          <a:prstGeom prst="straightConnector1">
            <a:avLst/>
          </a:prstGeom>
          <a:ln w="28575">
            <a:solidFill>
              <a:schemeClr val="accent2">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sp>
        <p:nvSpPr>
          <p:cNvPr id="38" name="Rounded Rectangle 37">
            <a:extLst>
              <a:ext uri="{FF2B5EF4-FFF2-40B4-BE49-F238E27FC236}">
                <a16:creationId xmlns:a16="http://schemas.microsoft.com/office/drawing/2014/main" id="{DB552553-7D10-23C8-E848-6C7AAB3B5A5D}"/>
              </a:ext>
            </a:extLst>
          </p:cNvPr>
          <p:cNvSpPr/>
          <p:nvPr/>
        </p:nvSpPr>
        <p:spPr bwMode="auto">
          <a:xfrm>
            <a:off x="5141089" y="1554076"/>
            <a:ext cx="1909822" cy="401488"/>
          </a:xfrm>
          <a:prstGeom prst="roundRect">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dirty="0">
                <a:solidFill>
                  <a:srgbClr val="BF3AC4"/>
                </a:solidFill>
                <a:effectLst/>
                <a:latin typeface="Segoe UI"/>
                <a:ea typeface="Segoe UI"/>
                <a:cs typeface="Segoe UI"/>
              </a:rPr>
              <a:t>Automatizar</a:t>
            </a:r>
          </a:p>
        </p:txBody>
      </p:sp>
      <p:sp>
        <p:nvSpPr>
          <p:cNvPr id="40" name="Hexagon 39">
            <a:extLst>
              <a:ext uri="{FF2B5EF4-FFF2-40B4-BE49-F238E27FC236}">
                <a16:creationId xmlns:a16="http://schemas.microsoft.com/office/drawing/2014/main" id="{383C651A-AD52-43F4-35F9-6F4754AED5AF}"/>
              </a:ext>
            </a:extLst>
          </p:cNvPr>
          <p:cNvSpPr/>
          <p:nvPr/>
        </p:nvSpPr>
        <p:spPr bwMode="auto">
          <a:xfrm>
            <a:off x="5141089" y="2263733"/>
            <a:ext cx="1909822" cy="401488"/>
          </a:xfrm>
          <a:prstGeom prst="hexagon">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dirty="0">
                <a:solidFill>
                  <a:srgbClr val="BF3AC4"/>
                </a:solidFill>
                <a:effectLst/>
                <a:latin typeface="Segoe UI"/>
                <a:ea typeface="Segoe UI"/>
                <a:cs typeface="Segoe UI"/>
              </a:rPr>
              <a:t>¿Aprobar?</a:t>
            </a:r>
          </a:p>
        </p:txBody>
      </p:sp>
      <p:cxnSp>
        <p:nvCxnSpPr>
          <p:cNvPr id="42" name="Straight Arrow Connector 41">
            <a:extLst>
              <a:ext uri="{FF2B5EF4-FFF2-40B4-BE49-F238E27FC236}">
                <a16:creationId xmlns:a16="http://schemas.microsoft.com/office/drawing/2014/main" id="{E2ED661B-1E79-5648-3DD1-D8F56227E219}"/>
              </a:ext>
            </a:extLst>
          </p:cNvPr>
          <p:cNvCxnSpPr>
            <a:stCxn id="38" idx="2"/>
          </p:cNvCxnSpPr>
          <p:nvPr/>
        </p:nvCxnSpPr>
        <p:spPr>
          <a:xfrm flipH="1">
            <a:off x="6095998" y="1955564"/>
            <a:ext cx="2" cy="308093"/>
          </a:xfrm>
          <a:prstGeom prst="straightConnector1">
            <a:avLst/>
          </a:prstGeom>
          <a:ln w="28575">
            <a:solidFill>
              <a:schemeClr val="accent2">
                <a:lumMod val="40000"/>
                <a:lumOff val="60000"/>
              </a:schemeClr>
            </a:solidFill>
            <a:headEnd type="none" w="lg" len="med"/>
            <a:tailEnd type="triangle" w="lg" len="lg"/>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69424CA2-BAFF-FA46-6191-426BDC040F2A}"/>
              </a:ext>
            </a:extLst>
          </p:cNvPr>
          <p:cNvCxnSpPr>
            <a:stCxn id="40" idx="0"/>
            <a:endCxn id="38" idx="3"/>
          </p:cNvCxnSpPr>
          <p:nvPr/>
        </p:nvCxnSpPr>
        <p:spPr>
          <a:xfrm flipV="1">
            <a:off x="7050911" y="1754820"/>
            <a:ext cx="12700" cy="709657"/>
          </a:xfrm>
          <a:prstGeom prst="bentConnector3">
            <a:avLst>
              <a:gd name="adj1" fmla="val 2802528"/>
            </a:avLst>
          </a:prstGeom>
          <a:ln w="19050">
            <a:solidFill>
              <a:schemeClr val="accent2">
                <a:lumMod val="40000"/>
                <a:lumOff val="60000"/>
              </a:schemeClr>
            </a:solidFill>
            <a:prstDash val="dash"/>
            <a:headEnd type="none" w="lg" len="med"/>
            <a:tailEnd type="triangle" w="lg" len="lg"/>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B561CBF0-A9C6-EC9E-982C-169F4FA54E25}"/>
              </a:ext>
            </a:extLst>
          </p:cNvPr>
          <p:cNvGrpSpPr/>
          <p:nvPr/>
        </p:nvGrpSpPr>
        <p:grpSpPr>
          <a:xfrm>
            <a:off x="7243622" y="2174325"/>
            <a:ext cx="284745" cy="284745"/>
            <a:chOff x="7243622" y="2174325"/>
            <a:chExt cx="284745" cy="284745"/>
          </a:xfrm>
        </p:grpSpPr>
        <p:sp>
          <p:nvSpPr>
            <p:cNvPr id="46" name="Oval 45">
              <a:extLst>
                <a:ext uri="{FF2B5EF4-FFF2-40B4-BE49-F238E27FC236}">
                  <a16:creationId xmlns:a16="http://schemas.microsoft.com/office/drawing/2014/main" id="{888845A7-FE0D-056C-0F71-8C0AF3CBD906}"/>
                </a:ext>
              </a:extLst>
            </p:cNvPr>
            <p:cNvSpPr>
              <a:spLocks noChangeAspect="1"/>
            </p:cNvSpPr>
            <p:nvPr/>
          </p:nvSpPr>
          <p:spPr bwMode="auto">
            <a:xfrm>
              <a:off x="7248834" y="2179537"/>
              <a:ext cx="274320" cy="274320"/>
            </a:xfrm>
            <a:prstGeom prst="ellipse">
              <a:avLst/>
            </a:prstGeom>
            <a:solidFill>
              <a:schemeClr val="accent2">
                <a:lumMod val="20000"/>
                <a:lumOff val="80000"/>
              </a:schemeClr>
            </a:solidFill>
            <a:ln>
              <a:solidFill>
                <a:schemeClr val="accent2">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sz="1400">
                <a:solidFill>
                  <a:schemeClr val="accent2">
                    <a:lumMod val="60000"/>
                    <a:lumOff val="40000"/>
                  </a:schemeClr>
                </a:solidFill>
                <a:ea typeface="Segoe UI" pitchFamily="34" charset="0"/>
                <a:cs typeface="Segoe UI" pitchFamily="34" charset="0"/>
              </a:endParaRPr>
            </a:p>
          </p:txBody>
        </p:sp>
        <p:pic>
          <p:nvPicPr>
            <p:cNvPr id="48" name="Graphic 47" descr="User with solid fill">
              <a:extLst>
                <a:ext uri="{FF2B5EF4-FFF2-40B4-BE49-F238E27FC236}">
                  <a16:creationId xmlns:a16="http://schemas.microsoft.com/office/drawing/2014/main" id="{62B8245B-0CC1-072B-09C3-BA4F72A03E5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243622" y="2174325"/>
              <a:ext cx="284745" cy="284745"/>
            </a:xfrm>
            <a:prstGeom prst="rect">
              <a:avLst/>
            </a:prstGeom>
          </p:spPr>
        </p:pic>
      </p:grpSp>
      <p:sp>
        <p:nvSpPr>
          <p:cNvPr id="55" name="TextBox 54">
            <a:extLst>
              <a:ext uri="{FF2B5EF4-FFF2-40B4-BE49-F238E27FC236}">
                <a16:creationId xmlns:a16="http://schemas.microsoft.com/office/drawing/2014/main" id="{FBFF41A4-D349-497E-70C1-0812803751DA}"/>
              </a:ext>
            </a:extLst>
          </p:cNvPr>
          <p:cNvSpPr txBox="1"/>
          <p:nvPr/>
        </p:nvSpPr>
        <p:spPr>
          <a:xfrm>
            <a:off x="7488429" y="1990555"/>
            <a:ext cx="192405" cy="169316"/>
          </a:xfrm>
          <a:prstGeom prst="rect">
            <a:avLst/>
          </a:prstGeom>
          <a:noFill/>
        </p:spPr>
        <p:txBody>
          <a:bodyPr wrap="none" lIns="0" tIns="0" rIns="0" bIns="0" rtlCol="0">
            <a:spAutoFit/>
          </a:bodyPr>
          <a:lstStyle/>
          <a:p>
            <a:pPr algn="l"/>
            <a:r>
              <a:rPr lang="es-ES" sz="1100" b="0" i="0" strike="noStrike" cap="none" baseline="0">
                <a:solidFill>
                  <a:srgbClr val="BF3AC4"/>
                </a:solidFill>
                <a:effectLst/>
                <a:latin typeface="Consolas"/>
                <a:ea typeface="Consolas"/>
                <a:cs typeface="Consolas"/>
              </a:rPr>
              <a:t>No</a:t>
            </a:r>
          </a:p>
        </p:txBody>
      </p:sp>
      <p:sp>
        <p:nvSpPr>
          <p:cNvPr id="56" name="TextBox 55">
            <a:extLst>
              <a:ext uri="{FF2B5EF4-FFF2-40B4-BE49-F238E27FC236}">
                <a16:creationId xmlns:a16="http://schemas.microsoft.com/office/drawing/2014/main" id="{0884F13C-14D9-CE82-484F-66F702BB502E}"/>
              </a:ext>
            </a:extLst>
          </p:cNvPr>
          <p:cNvSpPr txBox="1"/>
          <p:nvPr/>
        </p:nvSpPr>
        <p:spPr>
          <a:xfrm>
            <a:off x="6262490" y="2756644"/>
            <a:ext cx="128270" cy="169316"/>
          </a:xfrm>
          <a:prstGeom prst="rect">
            <a:avLst/>
          </a:prstGeom>
          <a:noFill/>
        </p:spPr>
        <p:txBody>
          <a:bodyPr wrap="none" lIns="0" tIns="0" rIns="0" bIns="0" rtlCol="0">
            <a:spAutoFit/>
          </a:bodyPr>
          <a:lstStyle/>
          <a:p>
            <a:pPr algn="l"/>
            <a:r>
              <a:rPr lang="es-ES" sz="1100" b="0" i="0" strike="noStrike" cap="none" baseline="0">
                <a:solidFill>
                  <a:srgbClr val="BF3AC4"/>
                </a:solidFill>
                <a:effectLst/>
                <a:latin typeface="Consolas"/>
                <a:ea typeface="Consolas"/>
                <a:cs typeface="Consolas"/>
              </a:rPr>
              <a:t>Sí</a:t>
            </a:r>
          </a:p>
        </p:txBody>
      </p:sp>
      <p:sp>
        <p:nvSpPr>
          <p:cNvPr id="58" name="Rounded Rectangle 57">
            <a:extLst>
              <a:ext uri="{FF2B5EF4-FFF2-40B4-BE49-F238E27FC236}">
                <a16:creationId xmlns:a16="http://schemas.microsoft.com/office/drawing/2014/main" id="{54BCAC84-9F69-D12F-5A27-3050A06213C0}"/>
              </a:ext>
            </a:extLst>
          </p:cNvPr>
          <p:cNvSpPr/>
          <p:nvPr/>
        </p:nvSpPr>
        <p:spPr bwMode="auto">
          <a:xfrm>
            <a:off x="8633247" y="1508892"/>
            <a:ext cx="1188720" cy="276999"/>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FE5B38"/>
                </a:solidFill>
                <a:effectLst/>
                <a:latin typeface="Segoe UI"/>
                <a:ea typeface="Segoe UI"/>
                <a:cs typeface="Segoe UI"/>
              </a:rPr>
              <a:t>Agente A</a:t>
            </a:r>
          </a:p>
        </p:txBody>
      </p:sp>
      <p:sp>
        <p:nvSpPr>
          <p:cNvPr id="59" name="Rounded Rectangle 58">
            <a:extLst>
              <a:ext uri="{FF2B5EF4-FFF2-40B4-BE49-F238E27FC236}">
                <a16:creationId xmlns:a16="http://schemas.microsoft.com/office/drawing/2014/main" id="{AD17E20B-B33D-8D60-EE7F-72D68A454714}"/>
              </a:ext>
            </a:extLst>
          </p:cNvPr>
          <p:cNvSpPr/>
          <p:nvPr/>
        </p:nvSpPr>
        <p:spPr bwMode="auto">
          <a:xfrm>
            <a:off x="9907628" y="1508892"/>
            <a:ext cx="1188720" cy="276999"/>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FE5B38"/>
                </a:solidFill>
                <a:effectLst/>
                <a:latin typeface="Segoe UI"/>
                <a:ea typeface="Segoe UI"/>
                <a:cs typeface="Segoe UI"/>
              </a:rPr>
              <a:t>Agente B</a:t>
            </a:r>
          </a:p>
        </p:txBody>
      </p:sp>
      <p:sp>
        <p:nvSpPr>
          <p:cNvPr id="60" name="Rounded Rectangle 59">
            <a:extLst>
              <a:ext uri="{FF2B5EF4-FFF2-40B4-BE49-F238E27FC236}">
                <a16:creationId xmlns:a16="http://schemas.microsoft.com/office/drawing/2014/main" id="{80283777-F71E-F1A9-22DE-B99F3B33B305}"/>
              </a:ext>
            </a:extLst>
          </p:cNvPr>
          <p:cNvSpPr/>
          <p:nvPr/>
        </p:nvSpPr>
        <p:spPr bwMode="auto">
          <a:xfrm>
            <a:off x="8633247" y="3152001"/>
            <a:ext cx="1188720" cy="276999"/>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FE5B38"/>
                </a:solidFill>
                <a:effectLst/>
                <a:latin typeface="Segoe UI"/>
                <a:ea typeface="Segoe UI"/>
                <a:cs typeface="Segoe UI"/>
              </a:rPr>
              <a:t>Agente C</a:t>
            </a:r>
          </a:p>
        </p:txBody>
      </p:sp>
      <p:sp>
        <p:nvSpPr>
          <p:cNvPr id="61" name="Rounded Rectangle 60">
            <a:extLst>
              <a:ext uri="{FF2B5EF4-FFF2-40B4-BE49-F238E27FC236}">
                <a16:creationId xmlns:a16="http://schemas.microsoft.com/office/drawing/2014/main" id="{3013E1A9-5C18-5DB7-3D1E-3690D7DFAAFA}"/>
              </a:ext>
            </a:extLst>
          </p:cNvPr>
          <p:cNvSpPr/>
          <p:nvPr/>
        </p:nvSpPr>
        <p:spPr bwMode="auto">
          <a:xfrm>
            <a:off x="8867056" y="2256637"/>
            <a:ext cx="1909822" cy="401488"/>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FE5B38"/>
                </a:solidFill>
                <a:effectLst/>
                <a:latin typeface="Segoe UI"/>
                <a:ea typeface="Segoe UI"/>
                <a:cs typeface="Segoe UI"/>
              </a:rPr>
              <a:t>Orquestador</a:t>
            </a:r>
          </a:p>
        </p:txBody>
      </p:sp>
      <p:cxnSp>
        <p:nvCxnSpPr>
          <p:cNvPr id="62" name="Straight Arrow Connector 61">
            <a:extLst>
              <a:ext uri="{FF2B5EF4-FFF2-40B4-BE49-F238E27FC236}">
                <a16:creationId xmlns:a16="http://schemas.microsoft.com/office/drawing/2014/main" id="{728CB6B5-F372-B67B-A1CC-DE988857554C}"/>
              </a:ext>
            </a:extLst>
          </p:cNvPr>
          <p:cNvCxnSpPr>
            <a:stCxn id="58" idx="2"/>
            <a:endCxn id="61" idx="0"/>
          </p:cNvCxnSpPr>
          <p:nvPr/>
        </p:nvCxnSpPr>
        <p:spPr>
          <a:xfrm>
            <a:off x="9227607" y="1785891"/>
            <a:ext cx="594360" cy="470746"/>
          </a:xfrm>
          <a:prstGeom prst="straightConnector1">
            <a:avLst/>
          </a:prstGeom>
          <a:ln w="28575">
            <a:solidFill>
              <a:schemeClr val="accent3">
                <a:lumMod val="40000"/>
                <a:lumOff val="6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6CF44883-1005-107A-A360-D067BD92C718}"/>
              </a:ext>
            </a:extLst>
          </p:cNvPr>
          <p:cNvCxnSpPr>
            <a:stCxn id="59" idx="2"/>
            <a:endCxn id="61" idx="0"/>
          </p:cNvCxnSpPr>
          <p:nvPr/>
        </p:nvCxnSpPr>
        <p:spPr>
          <a:xfrm flipH="1">
            <a:off x="9821967" y="1785891"/>
            <a:ext cx="680021" cy="470746"/>
          </a:xfrm>
          <a:prstGeom prst="straightConnector1">
            <a:avLst/>
          </a:prstGeom>
          <a:ln w="28575">
            <a:solidFill>
              <a:schemeClr val="accent3">
                <a:lumMod val="40000"/>
                <a:lumOff val="6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1CD6FC29-080D-44B1-7F27-B23EC4B3A40B}"/>
              </a:ext>
            </a:extLst>
          </p:cNvPr>
          <p:cNvCxnSpPr>
            <a:stCxn id="60" idx="0"/>
            <a:endCxn id="61" idx="2"/>
          </p:cNvCxnSpPr>
          <p:nvPr/>
        </p:nvCxnSpPr>
        <p:spPr>
          <a:xfrm flipV="1">
            <a:off x="9227607" y="2658125"/>
            <a:ext cx="594360" cy="493876"/>
          </a:xfrm>
          <a:prstGeom prst="straightConnector1">
            <a:avLst/>
          </a:prstGeom>
          <a:ln w="28575">
            <a:solidFill>
              <a:schemeClr val="accent3">
                <a:lumMod val="40000"/>
                <a:lumOff val="6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77" name="Rounded Rectangle 76">
            <a:extLst>
              <a:ext uri="{FF2B5EF4-FFF2-40B4-BE49-F238E27FC236}">
                <a16:creationId xmlns:a16="http://schemas.microsoft.com/office/drawing/2014/main" id="{8AD8E435-79B1-B0E9-54B5-71B286BBAC07}"/>
              </a:ext>
            </a:extLst>
          </p:cNvPr>
          <p:cNvSpPr/>
          <p:nvPr/>
        </p:nvSpPr>
        <p:spPr bwMode="auto">
          <a:xfrm>
            <a:off x="9907628" y="3152001"/>
            <a:ext cx="1188720" cy="276999"/>
          </a:xfrm>
          <a:prstGeom prst="roundRect">
            <a:avLst/>
          </a:prstGeom>
          <a:solidFill>
            <a:schemeClr val="accent3">
              <a:lumMod val="20000"/>
              <a:lumOff val="80000"/>
            </a:schemeClr>
          </a:solidFill>
          <a:ln>
            <a:solidFill>
              <a:schemeClr val="accent3">
                <a:lumMod val="40000"/>
                <a:lumOff val="6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1400" b="0" i="0" strike="noStrike" cap="none" baseline="0">
                <a:solidFill>
                  <a:srgbClr val="FE5B38"/>
                </a:solidFill>
                <a:effectLst/>
                <a:latin typeface="Segoe UI"/>
                <a:ea typeface="Segoe UI"/>
                <a:cs typeface="Segoe UI"/>
              </a:rPr>
              <a:t>Agente D</a:t>
            </a:r>
          </a:p>
        </p:txBody>
      </p:sp>
      <p:cxnSp>
        <p:nvCxnSpPr>
          <p:cNvPr id="78" name="Straight Arrow Connector 77">
            <a:extLst>
              <a:ext uri="{FF2B5EF4-FFF2-40B4-BE49-F238E27FC236}">
                <a16:creationId xmlns:a16="http://schemas.microsoft.com/office/drawing/2014/main" id="{D1A1B07E-EF10-AB93-2952-C669F45A9B18}"/>
              </a:ext>
            </a:extLst>
          </p:cNvPr>
          <p:cNvCxnSpPr>
            <a:stCxn id="77" idx="0"/>
            <a:endCxn id="61" idx="2"/>
          </p:cNvCxnSpPr>
          <p:nvPr/>
        </p:nvCxnSpPr>
        <p:spPr>
          <a:xfrm flipH="1" flipV="1">
            <a:off x="9821967" y="2658125"/>
            <a:ext cx="680021" cy="493876"/>
          </a:xfrm>
          <a:prstGeom prst="straightConnector1">
            <a:avLst/>
          </a:prstGeom>
          <a:ln w="28575">
            <a:solidFill>
              <a:schemeClr val="accent3">
                <a:lumMod val="40000"/>
                <a:lumOff val="60000"/>
              </a:schemeClr>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1081139"/>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F5C5D-6D4C-6543-CC9B-7E0FC07F10FB}"/>
              </a:ext>
            </a:extLst>
          </p:cNvPr>
          <p:cNvSpPr>
            <a:spLocks noGrp="1"/>
          </p:cNvSpPr>
          <p:nvPr>
            <p:ph type="title"/>
          </p:nvPr>
        </p:nvSpPr>
        <p:spPr>
          <a:xfrm>
            <a:off x="588261" y="585216"/>
            <a:ext cx="12441939" cy="461665"/>
          </a:xfrm>
        </p:spPr>
        <p:txBody>
          <a:bodyPr/>
          <a:lstStyle/>
          <a:p>
            <a:r>
              <a:rPr lang="es-ES" sz="3000" b="1" i="0" strike="noStrike" cap="none" baseline="0" dirty="0">
                <a:solidFill>
                  <a:srgbClr val="000000"/>
                </a:solidFill>
                <a:effectLst/>
                <a:latin typeface="Segoe UI Semibold"/>
                <a:ea typeface="Segoe UI Semibold"/>
                <a:cs typeface="Segoe UI Semibold"/>
              </a:rPr>
              <a:t>Exploración de los componentes principales de un flujo de trabajo</a:t>
            </a:r>
            <a:endParaRPr lang="en-US" sz="3000" dirty="0"/>
          </a:p>
        </p:txBody>
      </p:sp>
      <p:sp>
        <p:nvSpPr>
          <p:cNvPr id="3" name="Footer Placeholder 2">
            <a:extLst>
              <a:ext uri="{FF2B5EF4-FFF2-40B4-BE49-F238E27FC236}">
                <a16:creationId xmlns:a16="http://schemas.microsoft.com/office/drawing/2014/main" id="{8A3DE58A-C4AE-80C9-7A97-85843536CD7A}"/>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5" name="RetrievalCard">
            <a:extLst>
              <a:ext uri="{FF2B5EF4-FFF2-40B4-BE49-F238E27FC236}">
                <a16:creationId xmlns:a16="http://schemas.microsoft.com/office/drawing/2014/main" id="{23297872-2F84-1B67-19CE-86F845734028}"/>
              </a:ext>
            </a:extLst>
          </p:cNvPr>
          <p:cNvSpPr/>
          <p:nvPr/>
        </p:nvSpPr>
        <p:spPr>
          <a:xfrm>
            <a:off x="579438" y="1273215"/>
            <a:ext cx="2490486" cy="4592540"/>
          </a:xfrm>
          <a:prstGeom prst="roundRect">
            <a:avLst>
              <a:gd name="adj" fmla="val 12000"/>
            </a:avLst>
          </a:prstGeom>
          <a:solidFill>
            <a:srgbClr val="F8F8F8"/>
          </a:solidFill>
          <a:ln w="9525">
            <a:solidFill>
              <a:srgbClr val="DEDEDE"/>
            </a:solidFill>
          </a:ln>
        </p:spPr>
        <p:txBody>
          <a:bodyPr anchor="t"/>
          <a:lstStyle/>
          <a:p>
            <a:r>
              <a:rPr lang="es-ES" sz="1500" b="0" i="0" strike="noStrike" cap="none" baseline="0" dirty="0">
                <a:solidFill>
                  <a:srgbClr val="0078D4"/>
                </a:solidFill>
                <a:effectLst/>
                <a:latin typeface="Segoe UI Semibold"/>
                <a:ea typeface="Segoe UI Semibold"/>
                <a:cs typeface="Segoe UI Semibold"/>
              </a:rPr>
              <a:t>Ejecutores</a:t>
            </a:r>
          </a:p>
          <a:p>
            <a:endParaRPr lang="en-US" sz="1600" noProof="0" dirty="0">
              <a:solidFill>
                <a:srgbClr val="0078D4"/>
              </a:solidFill>
              <a:latin typeface="+mj-lt"/>
            </a:endParaRPr>
          </a:p>
          <a:p>
            <a:r>
              <a:rPr lang="es-ES" sz="1300" b="0" i="0" strike="noStrike" cap="none" baseline="0" dirty="0">
                <a:solidFill>
                  <a:srgbClr val="808080"/>
                </a:solidFill>
                <a:effectLst/>
                <a:latin typeface="Segoe UI"/>
                <a:ea typeface="Segoe UI"/>
                <a:cs typeface="Segoe UI"/>
              </a:rPr>
              <a:t>Los principales trabajadores de un flujo de trabajo.</a:t>
            </a:r>
            <a:br>
              <a:rPr lang="es-ES" sz="1300" b="0" i="0" strike="noStrike" cap="none" baseline="0" dirty="0">
                <a:solidFill>
                  <a:srgbClr val="808080"/>
                </a:solidFill>
                <a:effectLst/>
                <a:latin typeface="Segoe UI"/>
                <a:ea typeface="Segoe UI"/>
                <a:cs typeface="Segoe UI"/>
              </a:rPr>
            </a:br>
            <a:r>
              <a:rPr lang="es-ES" sz="1300" b="0" i="0" strike="noStrike" cap="none" baseline="0" dirty="0">
                <a:solidFill>
                  <a:srgbClr val="808080"/>
                </a:solidFill>
                <a:effectLst/>
                <a:latin typeface="Segoe UI"/>
                <a:ea typeface="Segoe UI"/>
                <a:cs typeface="Segoe UI"/>
              </a:rPr>
              <a:t>Cada ejecutor recibe la entrada, realiza acciones</a:t>
            </a:r>
            <a:br>
              <a:rPr lang="es-ES" sz="1300" b="0" i="0" strike="noStrike" cap="none" baseline="0" dirty="0">
                <a:solidFill>
                  <a:srgbClr val="808080"/>
                </a:solidFill>
                <a:effectLst/>
                <a:latin typeface="Segoe UI"/>
                <a:ea typeface="Segoe UI"/>
                <a:cs typeface="Segoe UI"/>
              </a:rPr>
            </a:br>
            <a:r>
              <a:rPr lang="es-ES" sz="1300" b="0" i="0" strike="noStrike" cap="none" baseline="0" dirty="0">
                <a:solidFill>
                  <a:srgbClr val="808080"/>
                </a:solidFill>
                <a:effectLst/>
                <a:latin typeface="Segoe UI"/>
                <a:ea typeface="Segoe UI"/>
                <a:cs typeface="Segoe UI"/>
              </a:rPr>
              <a:t>y pasa las salidas, lo que conduce el flujo de trabajo hacia su objetivo.</a:t>
            </a:r>
          </a:p>
          <a:p>
            <a:r>
              <a:rPr lang="es-ES" sz="1300" b="0" i="0" strike="noStrike" cap="none" baseline="0" dirty="0">
                <a:solidFill>
                  <a:srgbClr val="808080"/>
                </a:solidFill>
                <a:effectLst/>
                <a:latin typeface="Segoe UI"/>
                <a:ea typeface="Segoe UI"/>
                <a:cs typeface="Segoe UI"/>
              </a:rPr>
              <a:t>Los ejecutores pueden representar agentes de IA</a:t>
            </a:r>
            <a:br>
              <a:rPr lang="es-ES" sz="1300" b="0" i="0" strike="noStrike" cap="none" baseline="0" dirty="0">
                <a:solidFill>
                  <a:srgbClr val="808080"/>
                </a:solidFill>
                <a:effectLst/>
                <a:latin typeface="Segoe UI"/>
                <a:ea typeface="Segoe UI"/>
                <a:cs typeface="Segoe UI"/>
              </a:rPr>
            </a:br>
            <a:r>
              <a:rPr lang="es-ES" sz="1300" b="0" i="0" strike="noStrike" cap="none" baseline="0" dirty="0">
                <a:solidFill>
                  <a:srgbClr val="808080"/>
                </a:solidFill>
                <a:effectLst/>
                <a:latin typeface="Segoe UI"/>
                <a:ea typeface="Segoe UI"/>
                <a:cs typeface="Segoe UI"/>
              </a:rPr>
              <a:t>o componentes lógicos personalizados.</a:t>
            </a:r>
            <a:endParaRPr lang="en-US" sz="1300" noProof="0" dirty="0">
              <a:solidFill>
                <a:schemeClr val="tx1">
                  <a:lumMod val="50000"/>
                  <a:lumOff val="50000"/>
                </a:schemeClr>
              </a:solidFill>
              <a:latin typeface="+mj-lt"/>
            </a:endParaRPr>
          </a:p>
        </p:txBody>
      </p:sp>
      <p:sp>
        <p:nvSpPr>
          <p:cNvPr id="6" name="RetrievalCard">
            <a:extLst>
              <a:ext uri="{FF2B5EF4-FFF2-40B4-BE49-F238E27FC236}">
                <a16:creationId xmlns:a16="http://schemas.microsoft.com/office/drawing/2014/main" id="{9C4866C9-5AB4-67EC-4CE0-77D4CA690FD6}"/>
              </a:ext>
            </a:extLst>
          </p:cNvPr>
          <p:cNvSpPr/>
          <p:nvPr/>
        </p:nvSpPr>
        <p:spPr>
          <a:xfrm>
            <a:off x="3243544" y="1273215"/>
            <a:ext cx="5020780" cy="4592540"/>
          </a:xfrm>
          <a:prstGeom prst="roundRect">
            <a:avLst>
              <a:gd name="adj" fmla="val 5447"/>
            </a:avLst>
          </a:prstGeom>
          <a:solidFill>
            <a:srgbClr val="F8F8F8"/>
          </a:solidFill>
          <a:ln w="9525">
            <a:solidFill>
              <a:srgbClr val="DEDEDE"/>
            </a:solidFill>
          </a:ln>
        </p:spPr>
        <p:txBody>
          <a:bodyPr anchor="t"/>
          <a:lstStyle/>
          <a:p>
            <a:r>
              <a:rPr lang="es-ES" sz="1500" b="0" i="0" strike="noStrike" cap="none" baseline="0" dirty="0">
                <a:solidFill>
                  <a:srgbClr val="702573"/>
                </a:solidFill>
                <a:effectLst/>
                <a:latin typeface="Segoe UI Semibold"/>
                <a:ea typeface="Segoe UI Semibold"/>
                <a:cs typeface="Segoe UI Semibold"/>
              </a:rPr>
              <a:t>Bordes</a:t>
            </a:r>
          </a:p>
          <a:p>
            <a:endParaRPr lang="en-US" sz="1600" noProof="0" dirty="0">
              <a:solidFill>
                <a:schemeClr val="accent1"/>
              </a:solidFill>
              <a:latin typeface="+mj-lt"/>
            </a:endParaRPr>
          </a:p>
          <a:p>
            <a:r>
              <a:rPr lang="es-ES" sz="1300" b="0" i="0" strike="noStrike" cap="none" baseline="0" dirty="0">
                <a:solidFill>
                  <a:srgbClr val="702573"/>
                </a:solidFill>
                <a:effectLst/>
                <a:latin typeface="Segoe UI Semibold"/>
                <a:ea typeface="Segoe UI Semibold"/>
                <a:cs typeface="Segoe UI Semibold"/>
              </a:rPr>
              <a:t>Directo</a:t>
            </a:r>
            <a:br>
              <a:rPr sz="1300" dirty="0"/>
            </a:br>
            <a:r>
              <a:rPr lang="es-ES" sz="1300" b="0" i="0" strike="noStrike" cap="none" baseline="0" dirty="0">
                <a:solidFill>
                  <a:srgbClr val="808080"/>
                </a:solidFill>
                <a:effectLst/>
                <a:latin typeface="Segoe UI"/>
                <a:ea typeface="Segoe UI"/>
                <a:cs typeface="Segoe UI"/>
              </a:rPr>
              <a:t>Un ejecutor se alimenta directamente en la siguiente secuencia.</a:t>
            </a:r>
          </a:p>
          <a:p>
            <a:endParaRPr lang="en-US" sz="1300" dirty="0">
              <a:solidFill>
                <a:schemeClr val="accent1"/>
              </a:solidFill>
              <a:latin typeface="+mj-lt"/>
            </a:endParaRPr>
          </a:p>
          <a:p>
            <a:r>
              <a:rPr lang="es-ES" sz="1300" b="0" i="0" strike="noStrike" cap="none" baseline="0" dirty="0">
                <a:solidFill>
                  <a:srgbClr val="702573"/>
                </a:solidFill>
                <a:effectLst/>
                <a:latin typeface="Segoe UI Semibold"/>
                <a:ea typeface="Segoe UI Semibold"/>
                <a:cs typeface="Segoe UI Semibold"/>
              </a:rPr>
              <a:t>Condicional</a:t>
            </a:r>
            <a:br>
              <a:rPr sz="1300" dirty="0"/>
            </a:br>
            <a:r>
              <a:rPr lang="es-ES" sz="1300" b="0" i="0" strike="noStrike" cap="none" baseline="0" dirty="0">
                <a:solidFill>
                  <a:srgbClr val="808080"/>
                </a:solidFill>
                <a:effectLst/>
                <a:latin typeface="Segoe UI"/>
                <a:ea typeface="Segoe UI"/>
                <a:cs typeface="Segoe UI"/>
              </a:rPr>
              <a:t>Solo se desencadena cuando se cumple una condición;</a:t>
            </a:r>
            <a:br>
              <a:rPr lang="es-ES" sz="1300" b="0" i="0" strike="noStrike" cap="none" baseline="0" dirty="0">
                <a:solidFill>
                  <a:srgbClr val="808080"/>
                </a:solidFill>
                <a:effectLst/>
                <a:latin typeface="Segoe UI"/>
                <a:ea typeface="Segoe UI"/>
                <a:cs typeface="Segoe UI"/>
              </a:rPr>
            </a:br>
            <a:r>
              <a:rPr lang="es-ES" sz="1300" b="0" i="0" strike="noStrike" cap="none" baseline="0" dirty="0">
                <a:solidFill>
                  <a:srgbClr val="808080"/>
                </a:solidFill>
                <a:effectLst/>
                <a:latin typeface="Segoe UI"/>
                <a:ea typeface="Segoe UI"/>
                <a:cs typeface="Segoe UI"/>
              </a:rPr>
              <a:t>de lo contrario, se omite.</a:t>
            </a:r>
          </a:p>
          <a:p>
            <a:endParaRPr lang="en-US" sz="1300" dirty="0">
              <a:solidFill>
                <a:schemeClr val="accent1"/>
              </a:solidFill>
              <a:latin typeface="+mj-lt"/>
            </a:endParaRPr>
          </a:p>
          <a:p>
            <a:r>
              <a:rPr lang="es-ES" sz="1300" b="0" i="0" strike="noStrike" cap="none" baseline="0" dirty="0">
                <a:solidFill>
                  <a:srgbClr val="702573"/>
                </a:solidFill>
                <a:effectLst/>
                <a:latin typeface="Segoe UI Semibold"/>
                <a:ea typeface="Segoe UI Semibold"/>
                <a:cs typeface="Segoe UI Semibold"/>
              </a:rPr>
              <a:t>Cambio de caso</a:t>
            </a:r>
            <a:br>
              <a:rPr sz="1300" dirty="0"/>
            </a:br>
            <a:r>
              <a:rPr lang="es-ES" sz="1300" b="0" i="0" strike="noStrike" cap="none" baseline="0" dirty="0">
                <a:solidFill>
                  <a:srgbClr val="808080"/>
                </a:solidFill>
                <a:effectLst/>
                <a:latin typeface="Segoe UI"/>
                <a:ea typeface="Segoe UI"/>
                <a:cs typeface="Segoe UI"/>
              </a:rPr>
              <a:t>Enruta a diferentes ejecutores según condiciones predefinidas.</a:t>
            </a:r>
          </a:p>
          <a:p>
            <a:endParaRPr lang="en-US" sz="1300" dirty="0">
              <a:solidFill>
                <a:schemeClr val="accent1"/>
              </a:solidFill>
              <a:latin typeface="+mj-lt"/>
            </a:endParaRPr>
          </a:p>
          <a:p>
            <a:r>
              <a:rPr lang="es-ES" sz="1300" b="0" i="0" strike="noStrike" cap="none" baseline="0" dirty="0">
                <a:solidFill>
                  <a:srgbClr val="702573"/>
                </a:solidFill>
                <a:effectLst/>
                <a:latin typeface="Segoe UI Semibold"/>
                <a:ea typeface="Segoe UI Semibold"/>
                <a:cs typeface="Segoe UI Semibold"/>
              </a:rPr>
              <a:t>Distribución ramificada de salida</a:t>
            </a:r>
            <a:br>
              <a:rPr sz="1300" dirty="0"/>
            </a:br>
            <a:r>
              <a:rPr lang="es-ES" sz="1300" b="0" i="0" strike="noStrike" cap="none" baseline="0" dirty="0">
                <a:solidFill>
                  <a:srgbClr val="808080"/>
                </a:solidFill>
                <a:effectLst/>
                <a:latin typeface="Segoe UI"/>
                <a:ea typeface="Segoe UI"/>
                <a:cs typeface="Segoe UI"/>
              </a:rPr>
              <a:t>Envía un único mensaje a varios ejecutores simultáneamente.</a:t>
            </a:r>
          </a:p>
          <a:p>
            <a:endParaRPr lang="en-US" sz="1300" dirty="0">
              <a:solidFill>
                <a:schemeClr val="accent1"/>
              </a:solidFill>
              <a:latin typeface="+mj-lt"/>
            </a:endParaRPr>
          </a:p>
          <a:p>
            <a:r>
              <a:rPr lang="es-ES" sz="1300" b="0" i="0" strike="noStrike" cap="none" baseline="0" dirty="0">
                <a:solidFill>
                  <a:srgbClr val="702573"/>
                </a:solidFill>
                <a:effectLst/>
                <a:latin typeface="Segoe UI Semibold"/>
                <a:ea typeface="Segoe UI Semibold"/>
                <a:cs typeface="Segoe UI Semibold"/>
              </a:rPr>
              <a:t>Distribución ramificada de entrada</a:t>
            </a:r>
            <a:br>
              <a:rPr sz="1300" dirty="0"/>
            </a:br>
            <a:r>
              <a:rPr lang="es-ES" sz="1300" b="0" i="0" strike="noStrike" cap="none" baseline="0" dirty="0">
                <a:solidFill>
                  <a:srgbClr val="808080"/>
                </a:solidFill>
                <a:effectLst/>
                <a:latin typeface="Segoe UI"/>
                <a:ea typeface="Segoe UI"/>
                <a:cs typeface="Segoe UI"/>
              </a:rPr>
              <a:t>Combina mensajes de varios ejecutores en un paso final.</a:t>
            </a:r>
          </a:p>
          <a:p>
            <a:br>
              <a:rPr lang="en-US" sz="1600" dirty="0"/>
            </a:br>
            <a:endParaRPr lang="en-US" sz="1600" noProof="0" dirty="0">
              <a:solidFill>
                <a:schemeClr val="tx1">
                  <a:lumMod val="50000"/>
                  <a:lumOff val="50000"/>
                </a:schemeClr>
              </a:solidFill>
              <a:latin typeface="+mj-lt"/>
            </a:endParaRPr>
          </a:p>
        </p:txBody>
      </p:sp>
      <p:sp>
        <p:nvSpPr>
          <p:cNvPr id="7" name="RetrievalCard">
            <a:extLst>
              <a:ext uri="{FF2B5EF4-FFF2-40B4-BE49-F238E27FC236}">
                <a16:creationId xmlns:a16="http://schemas.microsoft.com/office/drawing/2014/main" id="{C30A61E0-2D2B-22B2-1765-1AF9DCAA0413}"/>
              </a:ext>
            </a:extLst>
          </p:cNvPr>
          <p:cNvSpPr/>
          <p:nvPr/>
        </p:nvSpPr>
        <p:spPr>
          <a:xfrm>
            <a:off x="8437944" y="1273215"/>
            <a:ext cx="3157856" cy="4592540"/>
          </a:xfrm>
          <a:prstGeom prst="roundRect">
            <a:avLst>
              <a:gd name="adj" fmla="val 7434"/>
            </a:avLst>
          </a:prstGeom>
          <a:solidFill>
            <a:srgbClr val="F8F8F8"/>
          </a:solidFill>
          <a:ln w="9525">
            <a:solidFill>
              <a:srgbClr val="DEDEDE"/>
            </a:solidFill>
          </a:ln>
        </p:spPr>
        <p:txBody>
          <a:bodyPr anchor="t"/>
          <a:lstStyle/>
          <a:p>
            <a:r>
              <a:rPr lang="es-ES" sz="1500" b="0" i="0" strike="noStrike" cap="none" baseline="0" dirty="0">
                <a:solidFill>
                  <a:srgbClr val="FE5B38"/>
                </a:solidFill>
                <a:effectLst/>
                <a:latin typeface="Segoe UI Semibold"/>
                <a:ea typeface="Segoe UI Semibold"/>
                <a:cs typeface="Segoe UI Semibold"/>
              </a:rPr>
              <a:t>Eventos</a:t>
            </a:r>
          </a:p>
          <a:p>
            <a:endParaRPr lang="en-US" sz="1600" noProof="0" dirty="0">
              <a:solidFill>
                <a:schemeClr val="accent3"/>
              </a:solidFill>
              <a:latin typeface="+mj-lt"/>
            </a:endParaRPr>
          </a:p>
          <a:p>
            <a:pPr marL="285750" indent="-285750">
              <a:buFont typeface="Arial" panose="020B0604020202020204" pitchFamily="34" charset="0"/>
              <a:buChar char="•"/>
            </a:pPr>
            <a:r>
              <a:rPr lang="es-ES" sz="1300" b="0" i="0" strike="noStrike" cap="none" baseline="0" dirty="0" err="1">
                <a:solidFill>
                  <a:srgbClr val="FE5B38"/>
                </a:solidFill>
                <a:effectLst/>
                <a:latin typeface="Consolas"/>
                <a:ea typeface="Consolas"/>
                <a:cs typeface="Consolas"/>
              </a:rPr>
              <a:t>WorkflowStartedEvent</a:t>
            </a:r>
            <a:br>
              <a:rPr sz="1300" dirty="0"/>
            </a:br>
            <a:r>
              <a:rPr lang="es-ES" sz="1300" b="0" i="0" strike="noStrike" cap="none" baseline="0" dirty="0">
                <a:solidFill>
                  <a:srgbClr val="808080"/>
                </a:solidFill>
                <a:effectLst/>
                <a:latin typeface="Segoe UI"/>
                <a:ea typeface="Segoe UI"/>
                <a:cs typeface="Segoe UI"/>
              </a:rPr>
              <a:t>Se desencadena cuando empieza la ejecución del flujo de trabajo.</a:t>
            </a:r>
          </a:p>
          <a:p>
            <a:pPr marL="285750" indent="-285750">
              <a:buFont typeface="Arial" panose="020B0604020202020204" pitchFamily="34" charset="0"/>
              <a:buChar char="•"/>
            </a:pPr>
            <a:r>
              <a:rPr lang="es-ES" sz="1300" b="0" i="0" strike="noStrike" cap="none" baseline="0" dirty="0" err="1">
                <a:solidFill>
                  <a:srgbClr val="FE5B38"/>
                </a:solidFill>
                <a:effectLst/>
                <a:latin typeface="Consolas"/>
                <a:ea typeface="Consolas"/>
                <a:cs typeface="Consolas"/>
              </a:rPr>
              <a:t>WorkflowOutputEvent</a:t>
            </a:r>
            <a:br>
              <a:rPr sz="1300" dirty="0"/>
            </a:br>
            <a:r>
              <a:rPr lang="es-ES" sz="1300" b="0" i="0" strike="noStrike" cap="none" baseline="0" dirty="0">
                <a:solidFill>
                  <a:srgbClr val="808080"/>
                </a:solidFill>
                <a:effectLst/>
                <a:latin typeface="Segoe UI"/>
                <a:ea typeface="Segoe UI"/>
                <a:cs typeface="Segoe UI"/>
              </a:rPr>
              <a:t>Se emite cuando el flujo de trabajo genera una salida.</a:t>
            </a:r>
          </a:p>
          <a:p>
            <a:pPr marL="285750" indent="-285750">
              <a:buFont typeface="Arial" panose="020B0604020202020204" pitchFamily="34" charset="0"/>
              <a:buChar char="•"/>
            </a:pPr>
            <a:r>
              <a:rPr lang="es-ES" sz="1300" b="0" i="0" strike="noStrike" cap="none" baseline="0" dirty="0" err="1">
                <a:solidFill>
                  <a:srgbClr val="FE5B38"/>
                </a:solidFill>
                <a:effectLst/>
                <a:latin typeface="Consolas"/>
                <a:ea typeface="Consolas"/>
                <a:cs typeface="Consolas"/>
              </a:rPr>
              <a:t>WorkflowErrorEvent</a:t>
            </a:r>
            <a:br>
              <a:rPr sz="1300" dirty="0"/>
            </a:br>
            <a:r>
              <a:rPr lang="es-ES" sz="1300" b="0" i="0" strike="noStrike" cap="none" baseline="0" dirty="0">
                <a:solidFill>
                  <a:srgbClr val="808080"/>
                </a:solidFill>
                <a:effectLst/>
                <a:latin typeface="Segoe UI"/>
                <a:ea typeface="Segoe UI"/>
                <a:cs typeface="Segoe UI"/>
              </a:rPr>
              <a:t>Se produce cuando tiene lugar</a:t>
            </a:r>
            <a:br>
              <a:rPr lang="es-ES" sz="1300" b="0" i="0" strike="noStrike" cap="none" baseline="0" dirty="0">
                <a:solidFill>
                  <a:srgbClr val="808080"/>
                </a:solidFill>
                <a:effectLst/>
                <a:latin typeface="Segoe UI"/>
                <a:ea typeface="Segoe UI"/>
                <a:cs typeface="Segoe UI"/>
              </a:rPr>
            </a:br>
            <a:r>
              <a:rPr lang="es-ES" sz="1300" b="0" i="0" strike="noStrike" cap="none" baseline="0" dirty="0">
                <a:solidFill>
                  <a:srgbClr val="808080"/>
                </a:solidFill>
                <a:effectLst/>
                <a:latin typeface="Segoe UI"/>
                <a:ea typeface="Segoe UI"/>
                <a:cs typeface="Segoe UI"/>
              </a:rPr>
              <a:t>un error durante la ejecución.</a:t>
            </a:r>
          </a:p>
          <a:p>
            <a:pPr marL="285750" indent="-285750">
              <a:buFont typeface="Arial" panose="020B0604020202020204" pitchFamily="34" charset="0"/>
              <a:buChar char="•"/>
            </a:pPr>
            <a:r>
              <a:rPr lang="es-ES" sz="1300" b="0" i="0" strike="noStrike" cap="none" baseline="0" dirty="0" err="1">
                <a:solidFill>
                  <a:srgbClr val="FE5B38"/>
                </a:solidFill>
                <a:effectLst/>
                <a:latin typeface="Consolas"/>
                <a:ea typeface="Consolas"/>
                <a:cs typeface="Consolas"/>
              </a:rPr>
              <a:t>ExecutorInvokeEvent</a:t>
            </a:r>
            <a:br>
              <a:rPr sz="1300" dirty="0"/>
            </a:br>
            <a:r>
              <a:rPr lang="es-ES" sz="1300" b="0" i="0" strike="noStrike" cap="none" baseline="0" dirty="0">
                <a:solidFill>
                  <a:srgbClr val="808080"/>
                </a:solidFill>
                <a:effectLst/>
                <a:latin typeface="Segoe UI"/>
                <a:ea typeface="Segoe UI"/>
                <a:cs typeface="Segoe UI"/>
              </a:rPr>
              <a:t>Se desencadena cuando un ejecutor empieza a procesar</a:t>
            </a:r>
            <a:br>
              <a:rPr lang="es-ES" sz="1300" b="0" i="0" strike="noStrike" cap="none" baseline="0" dirty="0">
                <a:solidFill>
                  <a:srgbClr val="808080"/>
                </a:solidFill>
                <a:effectLst/>
                <a:latin typeface="Segoe UI"/>
                <a:ea typeface="Segoe UI"/>
                <a:cs typeface="Segoe UI"/>
              </a:rPr>
            </a:br>
            <a:r>
              <a:rPr lang="es-ES" sz="1300" b="0" i="0" strike="noStrike" cap="none" baseline="0" dirty="0">
                <a:solidFill>
                  <a:srgbClr val="808080"/>
                </a:solidFill>
                <a:effectLst/>
                <a:latin typeface="Segoe UI"/>
                <a:ea typeface="Segoe UI"/>
                <a:cs typeface="Segoe UI"/>
              </a:rPr>
              <a:t>una tarea.</a:t>
            </a:r>
          </a:p>
          <a:p>
            <a:pPr marL="285750" indent="-285750">
              <a:buFont typeface="Arial" panose="020B0604020202020204" pitchFamily="34" charset="0"/>
              <a:buChar char="•"/>
            </a:pPr>
            <a:r>
              <a:rPr lang="es-ES" sz="1300" b="0" i="0" strike="noStrike" cap="none" baseline="0" dirty="0" err="1">
                <a:solidFill>
                  <a:srgbClr val="FE5B38"/>
                </a:solidFill>
                <a:effectLst/>
                <a:latin typeface="Consolas"/>
                <a:ea typeface="Consolas"/>
                <a:cs typeface="Consolas"/>
              </a:rPr>
              <a:t>ExecutorCompleteEvent</a:t>
            </a:r>
            <a:br>
              <a:rPr sz="1300" dirty="0"/>
            </a:br>
            <a:r>
              <a:rPr lang="es-ES" sz="1300" b="0" i="0" strike="noStrike" cap="none" baseline="0" dirty="0">
                <a:solidFill>
                  <a:srgbClr val="808080"/>
                </a:solidFill>
                <a:effectLst/>
                <a:latin typeface="Segoe UI"/>
                <a:ea typeface="Segoe UI"/>
                <a:cs typeface="Segoe UI"/>
              </a:rPr>
              <a:t>Se desencadena cuando un ejecutor finaliza su trabajo.</a:t>
            </a:r>
          </a:p>
          <a:p>
            <a:pPr marL="285750" indent="-285750">
              <a:buFont typeface="Arial" panose="020B0604020202020204" pitchFamily="34" charset="0"/>
              <a:buChar char="•"/>
            </a:pPr>
            <a:r>
              <a:rPr lang="es-ES" sz="1300" b="0" i="0" strike="noStrike" cap="none" baseline="0" dirty="0" err="1">
                <a:solidFill>
                  <a:srgbClr val="FE5B38"/>
                </a:solidFill>
                <a:effectLst/>
                <a:latin typeface="Consolas"/>
                <a:ea typeface="Consolas"/>
                <a:cs typeface="Consolas"/>
              </a:rPr>
              <a:t>RequestInfoEvent</a:t>
            </a:r>
            <a:br>
              <a:rPr sz="1300" dirty="0"/>
            </a:br>
            <a:r>
              <a:rPr lang="es-ES" sz="1300" b="0" i="0" strike="noStrike" cap="none" baseline="0" dirty="0">
                <a:solidFill>
                  <a:srgbClr val="808080"/>
                </a:solidFill>
                <a:effectLst/>
                <a:latin typeface="Segoe UI"/>
                <a:ea typeface="Segoe UI"/>
                <a:cs typeface="Segoe UI"/>
              </a:rPr>
              <a:t>Se registra cuando se emite</a:t>
            </a:r>
            <a:br>
              <a:rPr lang="es-ES" sz="1300" b="0" i="0" strike="noStrike" cap="none" baseline="0" dirty="0">
                <a:solidFill>
                  <a:srgbClr val="808080"/>
                </a:solidFill>
                <a:effectLst/>
                <a:latin typeface="Segoe UI"/>
                <a:ea typeface="Segoe UI"/>
                <a:cs typeface="Segoe UI"/>
              </a:rPr>
            </a:br>
            <a:r>
              <a:rPr lang="es-ES" sz="1300" b="0" i="0" strike="noStrike" cap="none" baseline="0" dirty="0">
                <a:solidFill>
                  <a:srgbClr val="808080"/>
                </a:solidFill>
                <a:effectLst/>
                <a:latin typeface="Segoe UI"/>
                <a:ea typeface="Segoe UI"/>
                <a:cs typeface="Segoe UI"/>
              </a:rPr>
              <a:t>una solicitud externa.</a:t>
            </a:r>
          </a:p>
          <a:p>
            <a:br>
              <a:rPr lang="en-US" sz="1600" dirty="0"/>
            </a:br>
            <a:endParaRPr lang="en-US" sz="1600" noProof="0" dirty="0">
              <a:solidFill>
                <a:schemeClr val="tx1">
                  <a:lumMod val="50000"/>
                  <a:lumOff val="50000"/>
                </a:schemeClr>
              </a:solidFill>
              <a:latin typeface="+mj-lt"/>
            </a:endParaRPr>
          </a:p>
        </p:txBody>
      </p:sp>
    </p:spTree>
    <p:extLst>
      <p:ext uri="{BB962C8B-B14F-4D97-AF65-F5344CB8AC3E}">
        <p14:creationId xmlns:p14="http://schemas.microsoft.com/office/powerpoint/2010/main" val="1145923772"/>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43D6-373C-FE89-7654-DD005BA9996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E4EE91D-C32E-C7CB-7C40-04EC48D627E1}"/>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807" y="2052313"/>
            <a:ext cx="4630848" cy="3278110"/>
          </a:xfrm>
          <a:prstGeom prst="rect">
            <a:avLst/>
          </a:prstGeom>
        </p:spPr>
      </p:pic>
      <p:sp>
        <p:nvSpPr>
          <p:cNvPr id="5" name="Title 4">
            <a:extLst>
              <a:ext uri="{FF2B5EF4-FFF2-40B4-BE49-F238E27FC236}">
                <a16:creationId xmlns:a16="http://schemas.microsoft.com/office/drawing/2014/main" id="{717CD173-6664-1CF9-A303-E425027E45B8}"/>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Demostración</a:t>
            </a:r>
          </a:p>
        </p:txBody>
      </p:sp>
      <p:sp>
        <p:nvSpPr>
          <p:cNvPr id="7" name="Text Placeholder 6">
            <a:extLst>
              <a:ext uri="{FF2B5EF4-FFF2-40B4-BE49-F238E27FC236}">
                <a16:creationId xmlns:a16="http://schemas.microsoft.com/office/drawing/2014/main" id="{A6C12820-46A2-3DE7-23BD-C4936673050D}"/>
              </a:ext>
            </a:extLst>
          </p:cNvPr>
          <p:cNvSpPr>
            <a:spLocks noGrp="1"/>
          </p:cNvSpPr>
          <p:nvPr>
            <p:ph type="body" sz="quarter" idx="16"/>
          </p:nvPr>
        </p:nvSpPr>
        <p:spPr>
          <a:xfrm>
            <a:off x="584199" y="1594155"/>
            <a:ext cx="5654573" cy="609600"/>
          </a:xfrm>
        </p:spPr>
        <p:txBody>
          <a:bodyPr/>
          <a:lstStyle/>
          <a:p>
            <a:r>
              <a:rPr lang="es-ES" sz="2000" b="0" i="0" strike="noStrike" cap="none" baseline="0" dirty="0">
                <a:solidFill>
                  <a:srgbClr val="000000"/>
                </a:solidFill>
                <a:effectLst/>
                <a:latin typeface="Segoe UI Semibold"/>
                <a:ea typeface="Segoe UI Semibold"/>
                <a:cs typeface="Segoe UI Semibold"/>
              </a:rPr>
              <a:t>Creación de un flujo de trabajo</a:t>
            </a:r>
            <a:br>
              <a:rPr lang="es-ES" sz="2000" b="0" i="0" strike="noStrike" cap="none" baseline="0" dirty="0">
                <a:solidFill>
                  <a:srgbClr val="000000"/>
                </a:solidFill>
                <a:effectLst/>
                <a:latin typeface="Segoe UI Semibold"/>
                <a:ea typeface="Segoe UI Semibold"/>
                <a:cs typeface="Segoe UI Semibold"/>
              </a:rPr>
            </a:br>
            <a:r>
              <a:rPr lang="es-ES" sz="2000" b="0" i="0" strike="noStrike" cap="none" baseline="0" dirty="0">
                <a:solidFill>
                  <a:srgbClr val="000000"/>
                </a:solidFill>
                <a:effectLst/>
                <a:latin typeface="Segoe UI Semibold"/>
                <a:ea typeface="Segoe UI Semibold"/>
                <a:cs typeface="Segoe UI Semibold"/>
              </a:rPr>
              <a:t>en Microsoft </a:t>
            </a:r>
            <a:r>
              <a:rPr lang="es-ES" sz="2000" b="0" i="0" strike="noStrike" cap="none" baseline="0" dirty="0" err="1">
                <a:solidFill>
                  <a:srgbClr val="000000"/>
                </a:solidFill>
                <a:effectLst/>
                <a:latin typeface="Segoe UI Semibold"/>
                <a:ea typeface="Segoe UI Semibold"/>
                <a:cs typeface="Segoe UI Semibold"/>
              </a:rPr>
              <a:t>Foundry</a:t>
            </a:r>
            <a:endParaRPr lang="es-ES" sz="2000" b="0" i="0" strike="noStrike" cap="none" baseline="0" dirty="0">
              <a:solidFill>
                <a:srgbClr val="000000"/>
              </a:solidFill>
              <a:effectLst/>
              <a:latin typeface="Segoe UI Semibold"/>
              <a:ea typeface="Segoe UI Semibold"/>
              <a:cs typeface="Segoe UI Semibold"/>
            </a:endParaRPr>
          </a:p>
        </p:txBody>
      </p:sp>
      <p:sp>
        <p:nvSpPr>
          <p:cNvPr id="6" name="Text Placeholder 5">
            <a:extLst>
              <a:ext uri="{FF2B5EF4-FFF2-40B4-BE49-F238E27FC236}">
                <a16:creationId xmlns:a16="http://schemas.microsoft.com/office/drawing/2014/main" id="{E88EFF33-AF44-31D2-2FD8-05EC5DAD65DF}"/>
              </a:ext>
            </a:extLst>
          </p:cNvPr>
          <p:cNvSpPr>
            <a:spLocks noGrp="1"/>
          </p:cNvSpPr>
          <p:nvPr>
            <p:ph type="body" sz="quarter" idx="15"/>
          </p:nvPr>
        </p:nvSpPr>
        <p:spPr>
          <a:xfrm>
            <a:off x="586389" y="2219114"/>
            <a:ext cx="5652201" cy="2019014"/>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esta demostración, explorarás cómo hacer lo siguiente: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Crear un flujo de trabajo de evaluación de prioridades</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de asistencia al cliente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Previsualizar el flujo de trabajo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Usar tu flujo de trabajo en el código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endParaRPr lang="en-US" dirty="0"/>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51E7DBCE-8FB3-CC1B-9091-5B0BA54571D1}"/>
              </a:ext>
            </a:extLst>
          </p:cNvPr>
          <p:cNvSpPr txBox="1"/>
          <p:nvPr/>
        </p:nvSpPr>
        <p:spPr>
          <a:xfrm>
            <a:off x="487330" y="369469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u="sng" strike="noStrike" cap="none" baseline="0">
                <a:solidFill>
                  <a:srgbClr val="000000"/>
                </a:solidFill>
                <a:effectLst/>
                <a:uFill>
                  <a:solidFill>
                    <a:srgbClr val="000000"/>
                  </a:solidFill>
                </a:uFill>
                <a:latin typeface="Segoe UI"/>
                <a:ea typeface="Segoe UI"/>
                <a:cs typeface="Segoe UI"/>
                <a:hlinkClick r:id="rId4" history="0"/>
              </a:rPr>
              <a:t>https://go.microsoft.com/fwlink/?linkid=2353408</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AABBDCD1-7881-A01C-93C9-665240DF9DEE}"/>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621471CC-09CE-82A6-EC84-E70F68D8FEC0}"/>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87801308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E23BF-92B9-C682-B726-3F270A0FB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89C98C-8751-49AF-2E1D-D13C97047F2D}"/>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618EECE7-8CBA-2208-C360-4DD8F355B6BE}"/>
              </a:ext>
            </a:extLst>
          </p:cNvPr>
          <p:cNvSpPr>
            <a:spLocks noGrp="1"/>
          </p:cNvSpPr>
          <p:nvPr>
            <p:ph type="body" sz="quarter" idx="17"/>
          </p:nvPr>
        </p:nvSpPr>
        <p:spPr>
          <a:xfrm>
            <a:off x="1235075" y="2332142"/>
            <a:ext cx="8778782" cy="213360"/>
          </a:xfrm>
        </p:spPr>
        <p:txBody>
          <a:bodyPr/>
          <a:lstStyle/>
          <a:p>
            <a:r>
              <a:rPr lang="es-ES" sz="1400" b="0" i="0" strike="noStrike" cap="none" baseline="0">
                <a:solidFill>
                  <a:srgbClr val="000000"/>
                </a:solidFill>
                <a:effectLst/>
                <a:latin typeface="Segoe UI Semibold"/>
                <a:ea typeface="Segoe UI Semibold"/>
                <a:cs typeface="Segoe UI Semibold"/>
              </a:rPr>
              <a:t>¿Qué tipo de nodo de un flujo de trabajo de Foundry se usa para invocar un agente de IA?</a:t>
            </a:r>
            <a:endParaRPr lang="en-US" b="1"/>
          </a:p>
        </p:txBody>
      </p:sp>
      <p:sp>
        <p:nvSpPr>
          <p:cNvPr id="9" name="Text Placeholder 8">
            <a:extLst>
              <a:ext uri="{FF2B5EF4-FFF2-40B4-BE49-F238E27FC236}">
                <a16:creationId xmlns:a16="http://schemas.microsoft.com/office/drawing/2014/main" id="{95EBC8D1-2D57-D810-505C-91804FE370BD}"/>
              </a:ext>
            </a:extLst>
          </p:cNvPr>
          <p:cNvSpPr>
            <a:spLocks noGrp="1"/>
          </p:cNvSpPr>
          <p:nvPr>
            <p:ph type="body" sz="quarter" idx="15"/>
          </p:nvPr>
        </p:nvSpPr>
        <p:spPr>
          <a:xfrm>
            <a:off x="1235075" y="2613284"/>
            <a:ext cx="8775098" cy="725424"/>
          </a:xfrm>
          <a:noFill/>
        </p:spPr>
        <p:txBody>
          <a:bodyPr/>
          <a:lstStyle/>
          <a:p>
            <a:r>
              <a:rPr lang="es-ES" sz="1400" b="0" i="0" strike="noStrike" cap="none" baseline="0">
                <a:solidFill>
                  <a:srgbClr val="000000"/>
                </a:solidFill>
                <a:effectLst/>
                <a:latin typeface="Segoe UI"/>
                <a:ea typeface="Segoe UI"/>
                <a:cs typeface="Segoe UI"/>
              </a:rPr>
              <a:t>Nodo lógico </a:t>
            </a:r>
          </a:p>
          <a:p>
            <a:r>
              <a:rPr lang="es-ES" sz="1400" b="0" i="0" strike="noStrike" cap="none" baseline="0">
                <a:solidFill>
                  <a:srgbClr val="000000"/>
                </a:solidFill>
                <a:effectLst/>
                <a:latin typeface="Segoe UI"/>
                <a:ea typeface="Segoe UI"/>
                <a:cs typeface="Segoe UI"/>
              </a:rPr>
              <a:t>Nodo de agente </a:t>
            </a:r>
          </a:p>
          <a:p>
            <a:r>
              <a:rPr lang="es-ES" sz="1400" b="0" i="0" strike="noStrike" cap="none" baseline="0">
                <a:solidFill>
                  <a:srgbClr val="000000"/>
                </a:solidFill>
                <a:effectLst/>
                <a:latin typeface="Segoe UI"/>
                <a:ea typeface="Segoe UI"/>
                <a:cs typeface="Segoe UI"/>
              </a:rPr>
              <a:t>Nodo de transformación de datos</a:t>
            </a:r>
            <a:endParaRPr lang="en-US" noProof="0"/>
          </a:p>
        </p:txBody>
      </p:sp>
      <p:sp>
        <p:nvSpPr>
          <p:cNvPr id="18" name="Text Placeholder 17">
            <a:extLst>
              <a:ext uri="{FF2B5EF4-FFF2-40B4-BE49-F238E27FC236}">
                <a16:creationId xmlns:a16="http://schemas.microsoft.com/office/drawing/2014/main" id="{BE5D9BE4-0E8E-2826-E80E-06537EE30BE9}"/>
              </a:ext>
            </a:extLst>
          </p:cNvPr>
          <p:cNvSpPr>
            <a:spLocks noGrp="1"/>
          </p:cNvSpPr>
          <p:nvPr>
            <p:ph type="body" sz="quarter" idx="22"/>
          </p:nvPr>
        </p:nvSpPr>
        <p:spPr>
          <a:xfrm>
            <a:off x="1235075" y="4034002"/>
            <a:ext cx="8778782" cy="426720"/>
          </a:xfrm>
        </p:spPr>
        <p:txBody>
          <a:bodyPr/>
          <a:lstStyle/>
          <a:p>
            <a:r>
              <a:rPr lang="es-ES" sz="1400" b="0" i="0" strike="noStrike" cap="none" baseline="0">
                <a:solidFill>
                  <a:srgbClr val="000000"/>
                </a:solidFill>
                <a:effectLst/>
                <a:latin typeface="Segoe UI Semibold"/>
                <a:ea typeface="Segoe UI Semibold"/>
                <a:cs typeface="Segoe UI Semibold"/>
              </a:rPr>
              <a:t>¿Qué tipo de nodo usarías para controlar varios elementos de un flujo de trabajo sin duplicar nodos?</a:t>
            </a:r>
            <a:endParaRPr lang="en-US" noProof="0"/>
          </a:p>
        </p:txBody>
      </p:sp>
      <p:sp>
        <p:nvSpPr>
          <p:cNvPr id="19" name="Text Placeholder 18">
            <a:extLst>
              <a:ext uri="{FF2B5EF4-FFF2-40B4-BE49-F238E27FC236}">
                <a16:creationId xmlns:a16="http://schemas.microsoft.com/office/drawing/2014/main" id="{EC699604-1A52-5881-6E25-82A7364F67DF}"/>
              </a:ext>
            </a:extLst>
          </p:cNvPr>
          <p:cNvSpPr>
            <a:spLocks noGrp="1"/>
          </p:cNvSpPr>
          <p:nvPr>
            <p:ph type="body" sz="quarter" idx="23"/>
          </p:nvPr>
        </p:nvSpPr>
        <p:spPr>
          <a:xfrm>
            <a:off x="1235074" y="4286731"/>
            <a:ext cx="8775098" cy="725424"/>
          </a:xfrm>
        </p:spPr>
        <p:txBody>
          <a:bodyPr/>
          <a:lstStyle/>
          <a:p>
            <a:r>
              <a:rPr lang="es-ES" sz="1400" b="0" i="0" strike="noStrike" cap="none" baseline="0" dirty="0">
                <a:solidFill>
                  <a:srgbClr val="000000"/>
                </a:solidFill>
                <a:effectLst/>
                <a:latin typeface="Segoe UI"/>
                <a:ea typeface="Segoe UI"/>
                <a:cs typeface="Segoe UI"/>
              </a:rPr>
              <a:t>Nodo </a:t>
            </a:r>
            <a:r>
              <a:rPr lang="es-ES" sz="1400" b="0" i="0" strike="noStrike" cap="none" baseline="0" dirty="0" err="1">
                <a:solidFill>
                  <a:srgbClr val="000000"/>
                </a:solidFill>
                <a:effectLst/>
                <a:latin typeface="Segoe UI"/>
                <a:ea typeface="Segoe UI"/>
                <a:cs typeface="Segoe UI"/>
              </a:rPr>
              <a:t>If</a:t>
            </a:r>
            <a:r>
              <a:rPr lang="es-ES" sz="1400" b="0" i="0" strike="noStrike" cap="none" baseline="0" dirty="0">
                <a:solidFill>
                  <a:srgbClr val="000000"/>
                </a:solidFill>
                <a:effectLst/>
                <a:latin typeface="Segoe UI"/>
                <a:ea typeface="Segoe UI"/>
                <a:cs typeface="Segoe UI"/>
              </a:rPr>
              <a:t>/Else </a:t>
            </a:r>
          </a:p>
          <a:p>
            <a:r>
              <a:rPr lang="es-ES" sz="1400" b="0" i="0" strike="noStrike" cap="none" baseline="0" dirty="0">
                <a:solidFill>
                  <a:srgbClr val="000000"/>
                </a:solidFill>
                <a:effectLst/>
                <a:latin typeface="Segoe UI" panose="020B0502040204020203" pitchFamily="34" charset="0"/>
                <a:ea typeface="Segoe UI Black"/>
              </a:rPr>
              <a:t>Nodo For-</a:t>
            </a:r>
            <a:r>
              <a:rPr lang="es-ES" sz="1400" b="0" i="0" strike="noStrike" cap="none" baseline="0" dirty="0" err="1">
                <a:solidFill>
                  <a:srgbClr val="000000"/>
                </a:solidFill>
                <a:effectLst/>
                <a:latin typeface="Segoe UI" panose="020B0502040204020203" pitchFamily="34" charset="0"/>
                <a:ea typeface="Segoe UI Black"/>
              </a:rPr>
              <a:t>Each</a:t>
            </a:r>
            <a:r>
              <a:rPr lang="es-ES" sz="1400" b="0" i="0" strike="noStrike" cap="none" baseline="0" dirty="0">
                <a:solidFill>
                  <a:srgbClr val="000000"/>
                </a:solidFill>
                <a:effectLst/>
                <a:latin typeface="Segoe UI"/>
                <a:ea typeface="Segoe UI"/>
                <a:cs typeface="Segoe UI"/>
              </a:rPr>
              <a:t> </a:t>
            </a:r>
          </a:p>
          <a:p>
            <a:r>
              <a:rPr lang="es-ES" sz="1400" b="0" i="0" strike="noStrike" cap="none" baseline="0" dirty="0">
                <a:solidFill>
                  <a:srgbClr val="000000"/>
                </a:solidFill>
                <a:effectLst/>
                <a:latin typeface="Segoe UI"/>
                <a:ea typeface="Segoe UI"/>
                <a:cs typeface="Segoe UI"/>
              </a:rPr>
              <a:t>Nodo Enviar mensaje</a:t>
            </a:r>
          </a:p>
        </p:txBody>
      </p:sp>
      <p:sp>
        <p:nvSpPr>
          <p:cNvPr id="76" name="Oval 75">
            <a:extLst>
              <a:ext uri="{FF2B5EF4-FFF2-40B4-BE49-F238E27FC236}">
                <a16:creationId xmlns:a16="http://schemas.microsoft.com/office/drawing/2014/main" id="{7E93D4D7-7203-A996-0C9F-B53DD9A2A913}"/>
              </a:ext>
              <a:ext uri="{C183D7F6-B498-43B3-948B-1728B52AA6E4}">
                <adec:decorative xmlns:adec="http://schemas.microsoft.com/office/drawing/2017/decorative" val="1"/>
              </a:ext>
            </a:extLst>
          </p:cNvPr>
          <p:cNvSpPr/>
          <p:nvPr/>
        </p:nvSpPr>
        <p:spPr bwMode="auto">
          <a:xfrm>
            <a:off x="722582" y="22514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dirty="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E1D937BB-39E1-493D-604E-A17977471601}"/>
              </a:ext>
              <a:ext uri="{C183D7F6-B498-43B3-948B-1728B52AA6E4}">
                <adec:decorative xmlns:adec="http://schemas.microsoft.com/office/drawing/2017/decorative" val="1"/>
              </a:ext>
            </a:extLst>
          </p:cNvPr>
          <p:cNvSpPr/>
          <p:nvPr/>
        </p:nvSpPr>
        <p:spPr bwMode="auto">
          <a:xfrm>
            <a:off x="722582" y="399001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DAC525F8-D191-4180-BC63-99DEF746AAE5}"/>
              </a:ext>
              <a:ext uri="{C183D7F6-B498-43B3-948B-1728B52AA6E4}">
                <adec:decorative xmlns:adec="http://schemas.microsoft.com/office/drawing/2017/decorative" val="1"/>
              </a:ext>
            </a:extLst>
          </p:cNvPr>
          <p:cNvSpPr/>
          <p:nvPr/>
        </p:nvSpPr>
        <p:spPr>
          <a:xfrm>
            <a:off x="1263852" y="455499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AF20A5AF-BC06-D67B-DE59-2165F0E00197}"/>
              </a:ext>
              <a:ext uri="{C183D7F6-B498-43B3-948B-1728B52AA6E4}">
                <adec:decorative xmlns:adec="http://schemas.microsoft.com/office/drawing/2017/decorative" val="1"/>
              </a:ext>
            </a:extLst>
          </p:cNvPr>
          <p:cNvSpPr/>
          <p:nvPr/>
        </p:nvSpPr>
        <p:spPr>
          <a:xfrm>
            <a:off x="1263852" y="288908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309D0112-C6D3-1C0E-7E08-82DF0BCA2D38}"/>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290019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D4580-D3EF-C084-00AE-DD37F26DD6E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3FEA8C9-01B1-AB26-2FC6-1333625120EA}"/>
              </a:ext>
            </a:extLst>
          </p:cNvPr>
          <p:cNvSpPr>
            <a:spLocks noGrp="1"/>
          </p:cNvSpPr>
          <p:nvPr>
            <p:ph type="title"/>
          </p:nvPr>
        </p:nvSpPr>
        <p:spPr>
          <a:xfrm>
            <a:off x="569911" y="2354244"/>
            <a:ext cx="7078575" cy="1645920"/>
          </a:xfrm>
        </p:spPr>
        <p:txBody>
          <a:bodyPr/>
          <a:lstStyle/>
          <a:p>
            <a:r>
              <a:rPr lang="es-ES" sz="3600" b="0" i="0" strike="noStrike" cap="none" baseline="0" dirty="0">
                <a:solidFill>
                  <a:srgbClr val="000000"/>
                </a:solidFill>
                <a:effectLst/>
                <a:latin typeface="Segoe UI"/>
                <a:ea typeface="Segoe UI"/>
                <a:cs typeface="Segoe UI"/>
              </a:rPr>
              <a:t>Desarrollo de un agente de IA con Microsoft Agent Framework</a:t>
            </a:r>
            <a:endParaRPr lang="en-US" sz="3600" dirty="0"/>
          </a:p>
        </p:txBody>
      </p:sp>
      <p:sp>
        <p:nvSpPr>
          <p:cNvPr id="11" name="Footer Placeholder 10">
            <a:extLst>
              <a:ext uri="{FF2B5EF4-FFF2-40B4-BE49-F238E27FC236}">
                <a16:creationId xmlns:a16="http://schemas.microsoft.com/office/drawing/2014/main" id="{EB0CF872-4346-5BD2-99B5-B7722119D991}"/>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Rectangle 1">
            <a:extLst>
              <a:ext uri="{FF2B5EF4-FFF2-40B4-BE49-F238E27FC236}">
                <a16:creationId xmlns:a16="http://schemas.microsoft.com/office/drawing/2014/main" id="{011AF3F4-AD1C-1B5D-84BE-B84466A2E5C6}"/>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901846EB-6A4E-3F6B-A1EB-7C5A4C4BA626}"/>
              </a:ext>
            </a:extLst>
          </p:cNvPr>
          <p:cNvSpPr txBox="1"/>
          <p:nvPr/>
        </p:nvSpPr>
        <p:spPr>
          <a:xfrm>
            <a:off x="497338" y="4000164"/>
            <a:ext cx="6096000" cy="361188"/>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https://aka.ms/mslearn-agent-framework</a:t>
            </a:r>
          </a:p>
        </p:txBody>
      </p:sp>
    </p:spTree>
    <p:extLst>
      <p:ext uri="{BB962C8B-B14F-4D97-AF65-F5344CB8AC3E}">
        <p14:creationId xmlns:p14="http://schemas.microsoft.com/office/powerpoint/2010/main" val="138576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trievalCard">
            <a:extLst>
              <a:ext uri="{FF2B5EF4-FFF2-40B4-BE49-F238E27FC236}">
                <a16:creationId xmlns:a16="http://schemas.microsoft.com/office/drawing/2014/main" id="{78E642C5-2935-5EDC-622D-714DBC6A92E7}"/>
              </a:ext>
            </a:extLst>
          </p:cNvPr>
          <p:cNvSpPr/>
          <p:nvPr/>
        </p:nvSpPr>
        <p:spPr>
          <a:xfrm>
            <a:off x="4358640" y="3765668"/>
            <a:ext cx="3474720" cy="2111646"/>
          </a:xfrm>
          <a:prstGeom prst="roundRect">
            <a:avLst>
              <a:gd name="adj" fmla="val 12000"/>
            </a:avLst>
          </a:prstGeom>
          <a:solidFill>
            <a:srgbClr val="F8F8F8"/>
          </a:solidFill>
          <a:ln w="9525">
            <a:solidFill>
              <a:srgbClr val="DEDEDE"/>
            </a:solidFill>
          </a:ln>
        </p:spPr>
        <p:txBody>
          <a:bodyPr anchor="b"/>
          <a:lstStyle/>
          <a:p>
            <a:r>
              <a:rPr lang="es-ES" sz="1550" b="0" i="0" strike="noStrike" cap="none" baseline="0" dirty="0">
                <a:solidFill>
                  <a:srgbClr val="0078D4"/>
                </a:solidFill>
                <a:effectLst/>
                <a:latin typeface="Segoe UI Semibold"/>
                <a:ea typeface="Segoe UI Semibold"/>
                <a:cs typeface="Segoe UI Semibold"/>
              </a:rPr>
              <a:t>Administración de conversaciones</a:t>
            </a:r>
          </a:p>
          <a:p>
            <a:r>
              <a:rPr lang="es-ES" sz="1350" b="0" i="0" strike="noStrike" cap="none" baseline="0" dirty="0">
                <a:solidFill>
                  <a:srgbClr val="808080"/>
                </a:solidFill>
                <a:effectLst/>
                <a:latin typeface="Segoe UI"/>
                <a:ea typeface="Segoe UI"/>
                <a:cs typeface="Segoe UI"/>
              </a:rPr>
              <a:t>Sistema de mensajes estructurado con roles con tipo y </a:t>
            </a:r>
            <a:r>
              <a:rPr lang="es-ES" sz="1350" b="0" i="0" strike="noStrike" cap="none" baseline="0" dirty="0" err="1">
                <a:solidFill>
                  <a:srgbClr val="808080"/>
                </a:solidFill>
                <a:effectLst/>
                <a:latin typeface="Segoe UI"/>
                <a:ea typeface="Segoe UI"/>
                <a:cs typeface="Segoe UI"/>
              </a:rPr>
              <a:t>AgentSession</a:t>
            </a:r>
            <a:r>
              <a:rPr lang="es-ES" sz="1350" b="0" i="0" strike="noStrike" cap="none" baseline="0" dirty="0">
                <a:solidFill>
                  <a:srgbClr val="808080"/>
                </a:solidFill>
                <a:effectLst/>
                <a:latin typeface="Segoe UI"/>
                <a:ea typeface="Segoe UI"/>
                <a:cs typeface="Segoe UI"/>
              </a:rPr>
              <a:t> para el contexto de conversación persistente</a:t>
            </a:r>
            <a:br>
              <a:rPr lang="es-ES" sz="1350" b="0" i="0" strike="noStrike" cap="none" baseline="0" dirty="0">
                <a:solidFill>
                  <a:srgbClr val="808080"/>
                </a:solidFill>
                <a:effectLst/>
                <a:latin typeface="Segoe UI"/>
                <a:ea typeface="Segoe UI"/>
                <a:cs typeface="Segoe UI"/>
              </a:rPr>
            </a:br>
            <a:r>
              <a:rPr lang="es-ES" sz="1350" b="0" i="0" strike="noStrike" cap="none" baseline="0" dirty="0">
                <a:solidFill>
                  <a:srgbClr val="808080"/>
                </a:solidFill>
                <a:effectLst/>
                <a:latin typeface="Segoe UI"/>
                <a:ea typeface="Segoe UI"/>
                <a:cs typeface="Segoe UI"/>
              </a:rPr>
              <a:t>en varias interacciones.</a:t>
            </a:r>
            <a:endParaRPr lang="en-US" sz="1350" noProof="0" dirty="0">
              <a:solidFill>
                <a:schemeClr val="tx1">
                  <a:lumMod val="50000"/>
                  <a:lumOff val="50000"/>
                </a:schemeClr>
              </a:solidFill>
              <a:latin typeface="+mj-lt"/>
            </a:endParaRPr>
          </a:p>
        </p:txBody>
      </p:sp>
      <p:sp>
        <p:nvSpPr>
          <p:cNvPr id="2" name="Title 1">
            <a:extLst>
              <a:ext uri="{FF2B5EF4-FFF2-40B4-BE49-F238E27FC236}">
                <a16:creationId xmlns:a16="http://schemas.microsoft.com/office/drawing/2014/main" id="{CC84A8F2-4509-CF0D-FDAD-810E77641F83}"/>
              </a:ext>
            </a:extLst>
          </p:cNvPr>
          <p:cNvSpPr>
            <a:spLocks noGrp="1"/>
          </p:cNvSpPr>
          <p:nvPr>
            <p:ph type="title"/>
          </p:nvPr>
        </p:nvSpPr>
        <p:spPr>
          <a:xfrm>
            <a:off x="588261" y="299466"/>
            <a:ext cx="10797289" cy="975360"/>
          </a:xfrm>
        </p:spPr>
        <p:txBody>
          <a:bodyPr/>
          <a:lstStyle/>
          <a:p>
            <a:r>
              <a:rPr lang="es-ES" sz="3200" b="0" i="0" strike="noStrike" cap="none" baseline="0" dirty="0">
                <a:solidFill>
                  <a:srgbClr val="000000"/>
                </a:solidFill>
                <a:effectLst/>
                <a:latin typeface="Segoe UI Semibold"/>
                <a:ea typeface="Segoe UI Semibold"/>
                <a:cs typeface="Segoe UI Semibold"/>
              </a:rPr>
              <a:t>Exploración de los </a:t>
            </a:r>
            <a:r>
              <a:rPr lang="es-ES" sz="3200" b="1" i="0" strike="noStrike" cap="none" baseline="0" dirty="0">
                <a:solidFill>
                  <a:srgbClr val="000000"/>
                </a:solidFill>
                <a:effectLst/>
                <a:latin typeface="Segoe UI Semibold"/>
                <a:ea typeface="Segoe UI Semibold"/>
                <a:cs typeface="Segoe UI Semibold"/>
              </a:rPr>
              <a:t>componentes principales de Microsoft Agent Framework</a:t>
            </a:r>
            <a:endParaRPr lang="en-US" sz="3200" dirty="0"/>
          </a:p>
        </p:txBody>
      </p:sp>
      <p:sp>
        <p:nvSpPr>
          <p:cNvPr id="3" name="Footer Placeholder 2">
            <a:extLst>
              <a:ext uri="{FF2B5EF4-FFF2-40B4-BE49-F238E27FC236}">
                <a16:creationId xmlns:a16="http://schemas.microsoft.com/office/drawing/2014/main" id="{3653D18D-9746-0FCB-4B48-B0913E994D48}"/>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9" name="RetrievalCard">
            <a:extLst>
              <a:ext uri="{FF2B5EF4-FFF2-40B4-BE49-F238E27FC236}">
                <a16:creationId xmlns:a16="http://schemas.microsoft.com/office/drawing/2014/main" id="{F4175447-BC2B-274E-E643-0728DCC2341D}"/>
              </a:ext>
            </a:extLst>
          </p:cNvPr>
          <p:cNvSpPr/>
          <p:nvPr/>
        </p:nvSpPr>
        <p:spPr>
          <a:xfrm>
            <a:off x="8121080" y="3765668"/>
            <a:ext cx="3474720" cy="2111646"/>
          </a:xfrm>
          <a:prstGeom prst="roundRect">
            <a:avLst>
              <a:gd name="adj" fmla="val 12000"/>
            </a:avLst>
          </a:prstGeom>
          <a:solidFill>
            <a:srgbClr val="F8F8F8"/>
          </a:solidFill>
          <a:ln w="9525">
            <a:solidFill>
              <a:srgbClr val="DEDEDE"/>
            </a:solidFill>
          </a:ln>
        </p:spPr>
        <p:txBody>
          <a:bodyPr anchor="b"/>
          <a:lstStyle/>
          <a:p>
            <a:r>
              <a:rPr lang="es-ES" sz="1550" b="0" i="0" strike="noStrike" cap="none" baseline="0" dirty="0">
                <a:solidFill>
                  <a:srgbClr val="0078D4"/>
                </a:solidFill>
                <a:effectLst/>
                <a:latin typeface="Segoe UI Semibold"/>
                <a:ea typeface="Segoe UI Semibold"/>
                <a:cs typeface="Segoe UI Semibold"/>
              </a:rPr>
              <a:t>Orquestación de flujo de trabajo</a:t>
            </a:r>
          </a:p>
          <a:p>
            <a:r>
              <a:rPr lang="es-ES" sz="1350" b="0" i="0" strike="noStrike" cap="none" baseline="0" dirty="0">
                <a:solidFill>
                  <a:srgbClr val="808080"/>
                </a:solidFill>
                <a:effectLst/>
                <a:latin typeface="Segoe UI"/>
                <a:ea typeface="Segoe UI"/>
                <a:cs typeface="Segoe UI"/>
              </a:rPr>
              <a:t>Patrones de colaboración compleja </a:t>
            </a:r>
            <a:r>
              <a:rPr lang="es-ES" sz="1350" b="0" i="0" strike="noStrike" cap="none" baseline="0" dirty="0" err="1">
                <a:solidFill>
                  <a:srgbClr val="808080"/>
                </a:solidFill>
                <a:effectLst/>
                <a:latin typeface="Segoe UI"/>
                <a:ea typeface="Segoe UI"/>
                <a:cs typeface="Segoe UI"/>
              </a:rPr>
              <a:t>multiagente</a:t>
            </a:r>
            <a:r>
              <a:rPr lang="es-ES" sz="1350" b="0" i="0" strike="noStrike" cap="none" baseline="0" dirty="0">
                <a:solidFill>
                  <a:srgbClr val="808080"/>
                </a:solidFill>
                <a:effectLst/>
                <a:latin typeface="Segoe UI"/>
                <a:ea typeface="Segoe UI"/>
                <a:cs typeface="Segoe UI"/>
              </a:rPr>
              <a:t>, incluida la compatibilidad con humanos en el bucle. Los agentes pueden entregar tareas o participar en conversaciones grupales.</a:t>
            </a:r>
          </a:p>
        </p:txBody>
      </p:sp>
      <p:grpSp>
        <p:nvGrpSpPr>
          <p:cNvPr id="10" name="Group 9">
            <a:extLst>
              <a:ext uri="{FF2B5EF4-FFF2-40B4-BE49-F238E27FC236}">
                <a16:creationId xmlns:a16="http://schemas.microsoft.com/office/drawing/2014/main" id="{9DF4B815-D7FD-EAD6-1B64-13296F4039D7}"/>
              </a:ext>
            </a:extLst>
          </p:cNvPr>
          <p:cNvGrpSpPr/>
          <p:nvPr/>
        </p:nvGrpSpPr>
        <p:grpSpPr>
          <a:xfrm>
            <a:off x="579438" y="1391717"/>
            <a:ext cx="3474720" cy="2111646"/>
            <a:chOff x="579438" y="1391717"/>
            <a:chExt cx="3474720" cy="2111646"/>
          </a:xfrm>
        </p:grpSpPr>
        <p:sp>
          <p:nvSpPr>
            <p:cNvPr id="12" name="RetrievalCard">
              <a:extLst>
                <a:ext uri="{FF2B5EF4-FFF2-40B4-BE49-F238E27FC236}">
                  <a16:creationId xmlns:a16="http://schemas.microsoft.com/office/drawing/2014/main" id="{5D4ABA2E-0CD7-6AF8-FEFC-4211D365B569}"/>
                </a:ext>
              </a:extLst>
            </p:cNvPr>
            <p:cNvSpPr/>
            <p:nvPr/>
          </p:nvSpPr>
          <p:spPr>
            <a:xfrm>
              <a:off x="579438" y="1391717"/>
              <a:ext cx="3474720" cy="2111646"/>
            </a:xfrm>
            <a:prstGeom prst="roundRect">
              <a:avLst>
                <a:gd name="adj" fmla="val 12000"/>
              </a:avLst>
            </a:prstGeom>
            <a:solidFill>
              <a:srgbClr val="F8F8F8"/>
            </a:solidFill>
            <a:ln w="9525">
              <a:solidFill>
                <a:srgbClr val="DEDEDE"/>
              </a:solidFill>
            </a:ln>
          </p:spPr>
          <p:txBody>
            <a:bodyPr anchor="b"/>
            <a:lstStyle/>
            <a:p>
              <a:r>
                <a:rPr lang="es-ES" sz="1550" b="0" i="0" strike="noStrike" cap="none" baseline="0" dirty="0" err="1">
                  <a:solidFill>
                    <a:srgbClr val="0078D4"/>
                  </a:solidFill>
                  <a:effectLst/>
                  <a:latin typeface="Segoe UI Semibold"/>
                  <a:ea typeface="Segoe UI Semibold"/>
                  <a:cs typeface="Segoe UI Semibold"/>
                </a:rPr>
                <a:t>Agents</a:t>
              </a:r>
              <a:endParaRPr lang="es-ES" sz="1550" b="0" i="0" strike="noStrike" cap="none" baseline="0" dirty="0">
                <a:solidFill>
                  <a:srgbClr val="0078D4"/>
                </a:solidFill>
                <a:effectLst/>
                <a:latin typeface="Segoe UI Semibold"/>
                <a:ea typeface="Segoe UI Semibold"/>
                <a:cs typeface="Segoe UI Semibold"/>
              </a:endParaRPr>
            </a:p>
            <a:p>
              <a:r>
                <a:rPr lang="es-ES" sz="1350" b="0" i="0" strike="noStrike" cap="none" baseline="0" dirty="0">
                  <a:solidFill>
                    <a:srgbClr val="808080"/>
                  </a:solidFill>
                  <a:effectLst/>
                  <a:latin typeface="Segoe UI"/>
                  <a:ea typeface="Segoe UI"/>
                  <a:cs typeface="Segoe UI"/>
                </a:rPr>
                <a:t>Interfaz coherente que habilita</a:t>
              </a:r>
              <a:br>
                <a:rPr lang="es-ES" sz="1350" b="0" i="0" strike="noStrike" cap="none" baseline="0" dirty="0">
                  <a:solidFill>
                    <a:srgbClr val="808080"/>
                  </a:solidFill>
                  <a:effectLst/>
                  <a:latin typeface="Segoe UI"/>
                  <a:ea typeface="Segoe UI"/>
                  <a:cs typeface="Segoe UI"/>
                </a:rPr>
              </a:br>
              <a:r>
                <a:rPr lang="es-ES" sz="1350" b="0" i="0" strike="noStrike" cap="none" baseline="0" dirty="0">
                  <a:solidFill>
                    <a:srgbClr val="808080"/>
                  </a:solidFill>
                  <a:effectLst/>
                  <a:latin typeface="Segoe UI"/>
                  <a:ea typeface="Segoe UI"/>
                  <a:cs typeface="Segoe UI"/>
                </a:rPr>
                <a:t>la orquestación </a:t>
              </a:r>
              <a:r>
                <a:rPr lang="es-ES" sz="1350" b="0" i="0" strike="noStrike" cap="none" baseline="0" dirty="0" err="1">
                  <a:solidFill>
                    <a:srgbClr val="808080"/>
                  </a:solidFill>
                  <a:effectLst/>
                  <a:latin typeface="Segoe UI"/>
                  <a:ea typeface="Segoe UI"/>
                  <a:cs typeface="Segoe UI"/>
                </a:rPr>
                <a:t>multiagente</a:t>
              </a:r>
              <a:r>
                <a:rPr lang="es-ES" sz="1350" b="0" i="0" strike="noStrike" cap="none" baseline="0" dirty="0">
                  <a:solidFill>
                    <a:srgbClr val="808080"/>
                  </a:solidFill>
                  <a:effectLst/>
                  <a:latin typeface="Segoe UI"/>
                  <a:ea typeface="Segoe UI"/>
                  <a:cs typeface="Segoe UI"/>
                </a:rPr>
                <a:t>. Admite llamadas a funciones, conversaciones </a:t>
              </a:r>
              <a:r>
                <a:rPr lang="es-ES" sz="1350" b="0" i="0" strike="noStrike" cap="none" baseline="0" dirty="0" err="1">
                  <a:solidFill>
                    <a:srgbClr val="808080"/>
                  </a:solidFill>
                  <a:effectLst/>
                  <a:latin typeface="Segoe UI"/>
                  <a:ea typeface="Segoe UI"/>
                  <a:cs typeface="Segoe UI"/>
                </a:rPr>
                <a:t>multiturno</a:t>
              </a:r>
              <a:r>
                <a:rPr lang="es-ES" sz="1350" b="0" i="0" strike="noStrike" cap="none" baseline="0" dirty="0">
                  <a:solidFill>
                    <a:srgbClr val="808080"/>
                  </a:solidFill>
                  <a:effectLst/>
                  <a:latin typeface="Segoe UI"/>
                  <a:ea typeface="Segoe UI"/>
                  <a:cs typeface="Segoe UI"/>
                </a:rPr>
                <a:t>, salidas estructuradas y respuestas de </a:t>
              </a:r>
              <a:r>
                <a:rPr lang="es-ES" sz="1350" b="0" i="0" strike="noStrike" cap="none" baseline="0" dirty="0" err="1">
                  <a:solidFill>
                    <a:srgbClr val="808080"/>
                  </a:solidFill>
                  <a:effectLst/>
                  <a:latin typeface="Segoe UI"/>
                  <a:ea typeface="Segoe UI"/>
                  <a:cs typeface="Segoe UI"/>
                </a:rPr>
                <a:t>streaming</a:t>
              </a:r>
              <a:r>
                <a:rPr lang="es-ES" sz="1350" b="0" i="0" strike="noStrike" cap="none" baseline="0" dirty="0">
                  <a:solidFill>
                    <a:srgbClr val="808080"/>
                  </a:solidFill>
                  <a:effectLst/>
                  <a:latin typeface="Segoe UI"/>
                  <a:ea typeface="Segoe UI"/>
                  <a:cs typeface="Segoe UI"/>
                </a:rPr>
                <a:t> listas para usar.</a:t>
              </a:r>
              <a:endParaRPr lang="en-US" sz="1350" noProof="0" dirty="0">
                <a:solidFill>
                  <a:schemeClr val="tx1">
                    <a:lumMod val="50000"/>
                    <a:lumOff val="50000"/>
                  </a:schemeClr>
                </a:solidFill>
                <a:latin typeface="+mj-lt"/>
              </a:endParaRPr>
            </a:p>
          </p:txBody>
        </p:sp>
        <p:pic>
          <p:nvPicPr>
            <p:cNvPr id="20" name="Graphic 19" descr="Robot with solid fill">
              <a:extLst>
                <a:ext uri="{FF2B5EF4-FFF2-40B4-BE49-F238E27FC236}">
                  <a16:creationId xmlns:a16="http://schemas.microsoft.com/office/drawing/2014/main" id="{13BCE0F1-70BC-E8AE-033F-D27B68C261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56557" y="1524320"/>
              <a:ext cx="548640" cy="548640"/>
            </a:xfrm>
            <a:prstGeom prst="rect">
              <a:avLst/>
            </a:prstGeom>
          </p:spPr>
        </p:pic>
      </p:grpSp>
      <p:pic>
        <p:nvPicPr>
          <p:cNvPr id="22" name="Graphic 21" descr="Chat with solid fill">
            <a:extLst>
              <a:ext uri="{FF2B5EF4-FFF2-40B4-BE49-F238E27FC236}">
                <a16:creationId xmlns:a16="http://schemas.microsoft.com/office/drawing/2014/main" id="{5B9CD962-FB78-0F22-BFEB-70A6A604DF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9079" y="3909349"/>
            <a:ext cx="548640" cy="548640"/>
          </a:xfrm>
          <a:prstGeom prst="rect">
            <a:avLst/>
          </a:prstGeom>
        </p:spPr>
      </p:pic>
      <p:pic>
        <p:nvPicPr>
          <p:cNvPr id="26" name="Graphic 25" descr="Workflow with solid fill">
            <a:extLst>
              <a:ext uri="{FF2B5EF4-FFF2-40B4-BE49-F238E27FC236}">
                <a16:creationId xmlns:a16="http://schemas.microsoft.com/office/drawing/2014/main" id="{DE77458E-8FDB-D26E-BE59-2291A8D285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36827" y="3909349"/>
            <a:ext cx="548640" cy="548640"/>
          </a:xfrm>
          <a:prstGeom prst="rect">
            <a:avLst/>
          </a:prstGeom>
        </p:spPr>
      </p:pic>
      <p:grpSp>
        <p:nvGrpSpPr>
          <p:cNvPr id="7" name="Group 6">
            <a:extLst>
              <a:ext uri="{FF2B5EF4-FFF2-40B4-BE49-F238E27FC236}">
                <a16:creationId xmlns:a16="http://schemas.microsoft.com/office/drawing/2014/main" id="{A1B70BF7-43A7-8C36-A596-DB4A2A6C53BC}"/>
              </a:ext>
            </a:extLst>
          </p:cNvPr>
          <p:cNvGrpSpPr/>
          <p:nvPr/>
        </p:nvGrpSpPr>
        <p:grpSpPr>
          <a:xfrm>
            <a:off x="8121080" y="1391717"/>
            <a:ext cx="3474720" cy="2111646"/>
            <a:chOff x="8121080" y="1391717"/>
            <a:chExt cx="3474720" cy="2111646"/>
          </a:xfrm>
        </p:grpSpPr>
        <p:sp>
          <p:nvSpPr>
            <p:cNvPr id="8" name="RetrievalCard">
              <a:extLst>
                <a:ext uri="{FF2B5EF4-FFF2-40B4-BE49-F238E27FC236}">
                  <a16:creationId xmlns:a16="http://schemas.microsoft.com/office/drawing/2014/main" id="{E4E5CCE2-2D12-7203-B6B4-EA1440FEA305}"/>
                </a:ext>
              </a:extLst>
            </p:cNvPr>
            <p:cNvSpPr/>
            <p:nvPr/>
          </p:nvSpPr>
          <p:spPr>
            <a:xfrm>
              <a:off x="8121080" y="1391717"/>
              <a:ext cx="3474720" cy="2111646"/>
            </a:xfrm>
            <a:prstGeom prst="roundRect">
              <a:avLst>
                <a:gd name="adj" fmla="val 12000"/>
              </a:avLst>
            </a:prstGeom>
            <a:solidFill>
              <a:srgbClr val="F8F8F8"/>
            </a:solidFill>
            <a:ln w="9525">
              <a:solidFill>
                <a:srgbClr val="DEDEDE"/>
              </a:solidFill>
            </a:ln>
          </p:spPr>
          <p:txBody>
            <a:bodyPr anchor="b"/>
            <a:lstStyle/>
            <a:p>
              <a:r>
                <a:rPr lang="es-ES" sz="1550" b="0" i="0" strike="noStrike" cap="none" baseline="0" dirty="0">
                  <a:solidFill>
                    <a:srgbClr val="0078D4"/>
                  </a:solidFill>
                  <a:effectLst/>
                  <a:latin typeface="Segoe UI Semibold"/>
                  <a:ea typeface="Segoe UI Semibold"/>
                  <a:cs typeface="Segoe UI Semibold"/>
                </a:rPr>
                <a:t>Herramientas de funciones</a:t>
              </a:r>
            </a:p>
            <a:p>
              <a:r>
                <a:rPr lang="es-ES" sz="1350" b="0" i="0" strike="noStrike" cap="none" baseline="0" dirty="0">
                  <a:solidFill>
                    <a:srgbClr val="808080"/>
                  </a:solidFill>
                  <a:effectLst/>
                  <a:latin typeface="Segoe UI"/>
                  <a:ea typeface="Segoe UI"/>
                  <a:cs typeface="Segoe UI"/>
                </a:rPr>
                <a:t>Contenedores para funciones personalizadas que amplían las funcionalidades del agente. Los agentes detectan e invocan automáticamente funciones para integrarse con las API externas y los servicios.</a:t>
              </a:r>
              <a:endParaRPr lang="en-US" sz="1350" noProof="0" dirty="0">
                <a:solidFill>
                  <a:schemeClr val="tx1">
                    <a:lumMod val="50000"/>
                    <a:lumOff val="50000"/>
                  </a:schemeClr>
                </a:solidFill>
                <a:latin typeface="+mj-lt"/>
              </a:endParaRPr>
            </a:p>
          </p:txBody>
        </p:sp>
        <p:pic>
          <p:nvPicPr>
            <p:cNvPr id="28" name="Graphic 27" descr="Wrench with solid fill">
              <a:extLst>
                <a:ext uri="{FF2B5EF4-FFF2-40B4-BE49-F238E27FC236}">
                  <a16:creationId xmlns:a16="http://schemas.microsoft.com/office/drawing/2014/main" id="{F78B8D87-8B67-ABCB-BBB0-58A3400964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271552" y="1524320"/>
              <a:ext cx="457200" cy="457200"/>
            </a:xfrm>
            <a:prstGeom prst="rect">
              <a:avLst/>
            </a:prstGeom>
          </p:spPr>
        </p:pic>
      </p:grpSp>
      <p:grpSp>
        <p:nvGrpSpPr>
          <p:cNvPr id="6" name="Group 5">
            <a:extLst>
              <a:ext uri="{FF2B5EF4-FFF2-40B4-BE49-F238E27FC236}">
                <a16:creationId xmlns:a16="http://schemas.microsoft.com/office/drawing/2014/main" id="{D5AD291A-01F0-264D-BD8E-2F8DEAE67815}"/>
              </a:ext>
            </a:extLst>
          </p:cNvPr>
          <p:cNvGrpSpPr/>
          <p:nvPr/>
        </p:nvGrpSpPr>
        <p:grpSpPr>
          <a:xfrm>
            <a:off x="4358640" y="1391717"/>
            <a:ext cx="3474720" cy="2111646"/>
            <a:chOff x="4358640" y="1391717"/>
            <a:chExt cx="3474720" cy="2111646"/>
          </a:xfrm>
        </p:grpSpPr>
        <p:sp>
          <p:nvSpPr>
            <p:cNvPr id="16" name="RetrievalCard">
              <a:extLst>
                <a:ext uri="{FF2B5EF4-FFF2-40B4-BE49-F238E27FC236}">
                  <a16:creationId xmlns:a16="http://schemas.microsoft.com/office/drawing/2014/main" id="{B9D0EF25-BECA-527D-8D42-EAFEF47D1962}"/>
                </a:ext>
              </a:extLst>
            </p:cNvPr>
            <p:cNvSpPr/>
            <p:nvPr/>
          </p:nvSpPr>
          <p:spPr>
            <a:xfrm>
              <a:off x="4358640" y="1391717"/>
              <a:ext cx="3474720" cy="2111646"/>
            </a:xfrm>
            <a:prstGeom prst="roundRect">
              <a:avLst>
                <a:gd name="adj" fmla="val 12000"/>
              </a:avLst>
            </a:prstGeom>
            <a:solidFill>
              <a:srgbClr val="F8F8F8"/>
            </a:solidFill>
            <a:ln w="9525">
              <a:solidFill>
                <a:srgbClr val="DEDEDE"/>
              </a:solidFill>
            </a:ln>
          </p:spPr>
          <p:txBody>
            <a:bodyPr anchor="b"/>
            <a:lstStyle/>
            <a:p>
              <a:endParaRPr lang="en-US" sz="1600" noProof="0">
                <a:solidFill>
                  <a:schemeClr val="tx1">
                    <a:lumMod val="50000"/>
                    <a:lumOff val="50000"/>
                  </a:schemeClr>
                </a:solidFill>
                <a:latin typeface="+mj-lt"/>
              </a:endParaRPr>
            </a:p>
          </p:txBody>
        </p:sp>
        <p:pic>
          <p:nvPicPr>
            <p:cNvPr id="30" name="Graphic 29" descr="Smiling face with solid fill with solid fill">
              <a:extLst>
                <a:ext uri="{FF2B5EF4-FFF2-40B4-BE49-F238E27FC236}">
                  <a16:creationId xmlns:a16="http://schemas.microsoft.com/office/drawing/2014/main" id="{1A9A272A-A7B3-1BDC-A82F-FB5B3C84049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562354" y="1524320"/>
              <a:ext cx="457200" cy="457200"/>
            </a:xfrm>
            <a:prstGeom prst="rect">
              <a:avLst/>
            </a:prstGeom>
          </p:spPr>
        </p:pic>
        <p:sp>
          <p:nvSpPr>
            <p:cNvPr id="4" name="TextBox 3">
              <a:extLst>
                <a:ext uri="{FF2B5EF4-FFF2-40B4-BE49-F238E27FC236}">
                  <a16:creationId xmlns:a16="http://schemas.microsoft.com/office/drawing/2014/main" id="{F60D6597-5B22-BA08-11BD-17893A3EAC61}"/>
                </a:ext>
              </a:extLst>
            </p:cNvPr>
            <p:cNvSpPr txBox="1"/>
            <p:nvPr/>
          </p:nvSpPr>
          <p:spPr>
            <a:xfrm>
              <a:off x="4549079" y="2074783"/>
              <a:ext cx="3070921" cy="1554480"/>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550" b="0" i="0" strike="noStrike" cap="none" baseline="0" dirty="0">
                  <a:solidFill>
                    <a:srgbClr val="0078D4"/>
                  </a:solidFill>
                  <a:effectLst/>
                  <a:latin typeface="Segoe UI Semibold"/>
                  <a:ea typeface="Segoe UI Semibold"/>
                  <a:cs typeface="Segoe UI Semibold"/>
                </a:rPr>
                <a:t>Proveedores de chat</a:t>
              </a:r>
            </a:p>
            <a:p>
              <a:pPr marL="0" marR="0" lvl="0" indent="0" algn="l" defTabSz="914367" rtl="0" eaLnBrk="1" fontAlgn="auto" latinLnBrk="0" hangingPunct="1">
                <a:lnSpc>
                  <a:spcPct val="100000"/>
                </a:lnSpc>
                <a:spcBef>
                  <a:spcPct val="0"/>
                </a:spcBef>
                <a:spcAft>
                  <a:spcPct val="0"/>
                </a:spcAft>
                <a:buClrTx/>
                <a:buSzTx/>
                <a:buFontTx/>
                <a:buNone/>
                <a:defRPr/>
              </a:pPr>
              <a:r>
                <a:rPr lang="es-ES" sz="1350" b="0" i="0" strike="noStrike" cap="none" baseline="0" dirty="0">
                  <a:solidFill>
                    <a:srgbClr val="808080"/>
                  </a:solidFill>
                  <a:effectLst/>
                  <a:latin typeface="Segoe UI"/>
                  <a:ea typeface="Segoe UI"/>
                  <a:cs typeface="Segoe UI"/>
                </a:rPr>
                <a:t>Abstracciones para conectarse a los servicios de IA en una interfaz común. Todos los proveedores son intercambiables a través de la abstracción </a:t>
              </a:r>
              <a:r>
                <a:rPr lang="es-ES" sz="1350" b="0" i="0" strike="noStrike" cap="none" baseline="0" dirty="0" err="1">
                  <a:solidFill>
                    <a:srgbClr val="808080"/>
                  </a:solidFill>
                  <a:effectLst/>
                  <a:latin typeface="Segoe UI"/>
                  <a:ea typeface="Segoe UI"/>
                  <a:cs typeface="Segoe UI"/>
                </a:rPr>
                <a:t>BaseAgent</a:t>
              </a:r>
              <a:r>
                <a:rPr lang="es-ES" sz="1350" b="0" i="0" strike="noStrike" cap="none" baseline="0" dirty="0">
                  <a:solidFill>
                    <a:srgbClr val="808080"/>
                  </a:solidFill>
                  <a:effectLst/>
                  <a:latin typeface="Segoe UI"/>
                  <a:ea typeface="Segoe UI"/>
                  <a:cs typeface="Segoe UI"/>
                </a:rPr>
                <a:t>.</a:t>
              </a:r>
              <a:endParaRPr kumimoji="0" lang="en-US" sz="1350" b="0" i="0" u="none" strike="noStrike" kern="1200" cap="none" spc="0" normalizeH="0" baseline="0" noProof="0" dirty="0">
                <a:ln>
                  <a:noFill/>
                </a:ln>
                <a:solidFill>
                  <a:srgbClr val="000000">
                    <a:lumMod val="50000"/>
                    <a:lumOff val="50000"/>
                  </a:srgbClr>
                </a:solidFill>
                <a:effectLst/>
                <a:uLnTx/>
                <a:uFillTx/>
                <a:latin typeface="Segoe UI Semibold"/>
                <a:ea typeface="+mn-ea"/>
                <a:cs typeface="+mn-cs"/>
              </a:endParaRPr>
            </a:p>
            <a:p>
              <a:pPr algn="l"/>
              <a:endParaRPr lang="en-US" sz="1600" dirty="0"/>
            </a:p>
          </p:txBody>
        </p:sp>
      </p:grpSp>
      <p:grpSp>
        <p:nvGrpSpPr>
          <p:cNvPr id="13" name="Group 12">
            <a:extLst>
              <a:ext uri="{FF2B5EF4-FFF2-40B4-BE49-F238E27FC236}">
                <a16:creationId xmlns:a16="http://schemas.microsoft.com/office/drawing/2014/main" id="{0EA212A5-85D0-B62A-A313-B998BC9868D8}"/>
              </a:ext>
            </a:extLst>
          </p:cNvPr>
          <p:cNvGrpSpPr/>
          <p:nvPr/>
        </p:nvGrpSpPr>
        <p:grpSpPr>
          <a:xfrm>
            <a:off x="596200" y="3765668"/>
            <a:ext cx="3474720" cy="2211549"/>
            <a:chOff x="596200" y="3765668"/>
            <a:chExt cx="3474720" cy="2211549"/>
          </a:xfrm>
        </p:grpSpPr>
        <p:sp>
          <p:nvSpPr>
            <p:cNvPr id="14" name="RetrievalCard">
              <a:extLst>
                <a:ext uri="{FF2B5EF4-FFF2-40B4-BE49-F238E27FC236}">
                  <a16:creationId xmlns:a16="http://schemas.microsoft.com/office/drawing/2014/main" id="{6CA187B7-0CBF-CF24-8F3C-DEF134052AB2}"/>
                </a:ext>
              </a:extLst>
            </p:cNvPr>
            <p:cNvSpPr/>
            <p:nvPr/>
          </p:nvSpPr>
          <p:spPr>
            <a:xfrm>
              <a:off x="596200" y="3765668"/>
              <a:ext cx="3474720" cy="2111646"/>
            </a:xfrm>
            <a:prstGeom prst="roundRect">
              <a:avLst>
                <a:gd name="adj" fmla="val 12000"/>
              </a:avLst>
            </a:prstGeom>
            <a:solidFill>
              <a:srgbClr val="F8F8F8"/>
            </a:solidFill>
            <a:ln w="9525">
              <a:solidFill>
                <a:srgbClr val="DEDEDE"/>
              </a:solidFill>
            </a:ln>
          </p:spPr>
          <p:txBody>
            <a:bodyPr anchor="b"/>
            <a:lstStyle/>
            <a:p>
              <a:endParaRPr lang="en-US" sz="1600" noProof="0">
                <a:solidFill>
                  <a:schemeClr val="tx1">
                    <a:lumMod val="50000"/>
                    <a:lumOff val="50000"/>
                  </a:schemeClr>
                </a:solidFill>
                <a:latin typeface="+mj-lt"/>
              </a:endParaRPr>
            </a:p>
          </p:txBody>
        </p:sp>
        <p:pic>
          <p:nvPicPr>
            <p:cNvPr id="24" name="Graphic 23" descr="Mining tools with solid fill">
              <a:extLst>
                <a:ext uri="{FF2B5EF4-FFF2-40B4-BE49-F238E27FC236}">
                  <a16:creationId xmlns:a16="http://schemas.microsoft.com/office/drawing/2014/main" id="{A37FE2F5-F52C-C584-0CD8-D8B7854EE6C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2277" y="3909349"/>
              <a:ext cx="457200" cy="457200"/>
            </a:xfrm>
            <a:prstGeom prst="rect">
              <a:avLst/>
            </a:prstGeom>
          </p:spPr>
        </p:pic>
        <p:sp>
          <p:nvSpPr>
            <p:cNvPr id="11" name="TextBox 10">
              <a:extLst>
                <a:ext uri="{FF2B5EF4-FFF2-40B4-BE49-F238E27FC236}">
                  <a16:creationId xmlns:a16="http://schemas.microsoft.com/office/drawing/2014/main" id="{EE6D668D-E27A-13FA-CD69-74C2F9F2BD29}"/>
                </a:ext>
              </a:extLst>
            </p:cNvPr>
            <p:cNvSpPr txBox="1"/>
            <p:nvPr/>
          </p:nvSpPr>
          <p:spPr>
            <a:xfrm>
              <a:off x="747874" y="4661472"/>
              <a:ext cx="3171371" cy="1315745"/>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550" b="0" i="0" strike="noStrike" cap="none" baseline="0" dirty="0">
                  <a:solidFill>
                    <a:srgbClr val="0078D4"/>
                  </a:solidFill>
                  <a:effectLst/>
                  <a:latin typeface="Segoe UI Semibold"/>
                  <a:ea typeface="Segoe UI Semibold"/>
                  <a:cs typeface="Segoe UI Semibold"/>
                </a:rPr>
                <a:t>Herramientas integradas</a:t>
              </a:r>
            </a:p>
            <a:p>
              <a:pPr marL="0" marR="0" lvl="0" indent="0" algn="l" defTabSz="914367" rtl="0" eaLnBrk="1" fontAlgn="auto" latinLnBrk="0" hangingPunct="1">
                <a:lnSpc>
                  <a:spcPct val="100000"/>
                </a:lnSpc>
                <a:spcBef>
                  <a:spcPct val="0"/>
                </a:spcBef>
                <a:spcAft>
                  <a:spcPct val="0"/>
                </a:spcAft>
                <a:buClrTx/>
                <a:buSzTx/>
                <a:buFontTx/>
                <a:buNone/>
                <a:defRPr/>
              </a:pPr>
              <a:r>
                <a:rPr lang="es-ES" sz="1350" b="0" i="0" strike="noStrike" cap="none" baseline="0" dirty="0">
                  <a:solidFill>
                    <a:srgbClr val="808080"/>
                  </a:solidFill>
                  <a:effectLst/>
                  <a:latin typeface="Segoe UI"/>
                  <a:ea typeface="Segoe UI"/>
                  <a:cs typeface="Segoe UI"/>
                </a:rPr>
                <a:t>Funcionalidades </a:t>
              </a:r>
              <a:r>
                <a:rPr lang="es-ES" sz="1350" b="0" i="0" strike="noStrike" cap="none" baseline="0" dirty="0" err="1">
                  <a:solidFill>
                    <a:srgbClr val="808080"/>
                  </a:solidFill>
                  <a:effectLst/>
                  <a:latin typeface="Segoe UI"/>
                  <a:ea typeface="Segoe UI"/>
                  <a:cs typeface="Segoe UI"/>
                </a:rPr>
                <a:t>precompiladas</a:t>
              </a:r>
              <a:r>
                <a:rPr lang="es-ES" sz="1350" b="0" i="0" strike="noStrike" cap="none" baseline="0" dirty="0">
                  <a:solidFill>
                    <a:srgbClr val="808080"/>
                  </a:solidFill>
                  <a:effectLst/>
                  <a:latin typeface="Segoe UI"/>
                  <a:ea typeface="Segoe UI"/>
                  <a:cs typeface="Segoe UI"/>
                </a:rPr>
                <a:t> proporcionadas por el servicio,</a:t>
              </a:r>
              <a:br>
                <a:rPr lang="es-ES" sz="1350" b="0" i="0" strike="noStrike" cap="none" baseline="0" dirty="0">
                  <a:solidFill>
                    <a:srgbClr val="808080"/>
                  </a:solidFill>
                  <a:effectLst/>
                  <a:latin typeface="Segoe UI"/>
                  <a:ea typeface="Segoe UI"/>
                  <a:cs typeface="Segoe UI"/>
                </a:rPr>
              </a:br>
              <a:r>
                <a:rPr lang="es-ES" sz="1350" b="0" i="0" strike="noStrike" cap="none" baseline="0" dirty="0">
                  <a:solidFill>
                    <a:srgbClr val="808080"/>
                  </a:solidFill>
                  <a:effectLst/>
                  <a:latin typeface="Segoe UI"/>
                  <a:ea typeface="Segoe UI"/>
                  <a:cs typeface="Segoe UI"/>
                </a:rPr>
                <a:t>listas para usarse sin configuración adicional.</a:t>
              </a:r>
            </a:p>
            <a:p>
              <a:pPr algn="l"/>
              <a:endParaRPr lang="en-US" sz="1600" dirty="0"/>
            </a:p>
          </p:txBody>
        </p:sp>
      </p:grpSp>
    </p:spTree>
    <p:extLst>
      <p:ext uri="{BB962C8B-B14F-4D97-AF65-F5344CB8AC3E}">
        <p14:creationId xmlns:p14="http://schemas.microsoft.com/office/powerpoint/2010/main" val="2587883627"/>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27327-863E-8EFE-7B1E-5C2E47D75755}"/>
              </a:ext>
            </a:extLst>
          </p:cNvPr>
          <p:cNvSpPr>
            <a:spLocks noGrp="1"/>
          </p:cNvSpPr>
          <p:nvPr>
            <p:ph type="title"/>
          </p:nvPr>
        </p:nvSpPr>
        <p:spPr>
          <a:xfrm>
            <a:off x="588262" y="585216"/>
            <a:ext cx="11013474" cy="487680"/>
          </a:xfrm>
        </p:spPr>
        <p:txBody>
          <a:bodyPr/>
          <a:lstStyle/>
          <a:p>
            <a:r>
              <a:rPr lang="es-ES" sz="3200" b="0" i="0" strike="noStrike" cap="none" baseline="0">
                <a:solidFill>
                  <a:srgbClr val="000000"/>
                </a:solidFill>
                <a:effectLst/>
                <a:latin typeface="Segoe UI Semibold"/>
                <a:ea typeface="Segoe UI Semibold"/>
                <a:cs typeface="Segoe UI Semibold"/>
              </a:rPr>
              <a:t>Crear un agente de IA</a:t>
            </a:r>
          </a:p>
        </p:txBody>
      </p:sp>
      <p:sp>
        <p:nvSpPr>
          <p:cNvPr id="3" name="Text Placeholder 2">
            <a:extLst>
              <a:ext uri="{FF2B5EF4-FFF2-40B4-BE49-F238E27FC236}">
                <a16:creationId xmlns:a16="http://schemas.microsoft.com/office/drawing/2014/main" id="{6AC053B1-D769-2096-87A2-A86285D4B402}"/>
              </a:ext>
            </a:extLst>
          </p:cNvPr>
          <p:cNvSpPr>
            <a:spLocks noGrp="1"/>
          </p:cNvSpPr>
          <p:nvPr>
            <p:ph type="body" sz="quarter" idx="15"/>
          </p:nvPr>
        </p:nvSpPr>
        <p:spPr>
          <a:xfrm>
            <a:off x="1215341" y="1591056"/>
            <a:ext cx="10384521" cy="3788409"/>
          </a:xfrm>
        </p:spPr>
        <p:txBody>
          <a:bodyPr/>
          <a:lstStyle/>
          <a:p>
            <a:pPr marL="0" indent="0">
              <a:lnSpc>
                <a:spcPct val="200000"/>
              </a:lnSpc>
              <a:buNone/>
            </a:pPr>
            <a:r>
              <a:rPr lang="es-ES" sz="2000" b="0" i="0" strike="noStrike" cap="none" baseline="0" dirty="0">
                <a:solidFill>
                  <a:srgbClr val="000000"/>
                </a:solidFill>
                <a:effectLst/>
                <a:latin typeface="Segoe UI"/>
                <a:ea typeface="Segoe UI"/>
                <a:cs typeface="Segoe UI"/>
              </a:rPr>
              <a:t>Creación de un proyecto de Microsoft </a:t>
            </a:r>
            <a:r>
              <a:rPr lang="es-ES" sz="2000" b="0" i="0" strike="noStrike" cap="none" baseline="0" dirty="0" err="1">
                <a:solidFill>
                  <a:srgbClr val="000000"/>
                </a:solidFill>
                <a:effectLst/>
                <a:latin typeface="Segoe UI"/>
                <a:ea typeface="Segoe UI"/>
                <a:cs typeface="Segoe UI"/>
              </a:rPr>
              <a:t>Foundry</a:t>
            </a:r>
            <a:endParaRPr lang="es-ES" sz="2000" b="0" i="0" strike="noStrike" cap="none" baseline="0" dirty="0">
              <a:solidFill>
                <a:srgbClr val="000000"/>
              </a:solidFill>
              <a:effectLst/>
              <a:latin typeface="Segoe UI"/>
              <a:ea typeface="Segoe UI"/>
              <a:cs typeface="Segoe UI"/>
            </a:endParaRPr>
          </a:p>
          <a:p>
            <a:pPr marL="0" indent="0">
              <a:lnSpc>
                <a:spcPct val="200000"/>
              </a:lnSpc>
              <a:buNone/>
            </a:pPr>
            <a:r>
              <a:rPr lang="es-ES" sz="2000" b="0" i="0" strike="noStrike" cap="none" baseline="0" dirty="0">
                <a:solidFill>
                  <a:srgbClr val="000000"/>
                </a:solidFill>
                <a:effectLst/>
                <a:latin typeface="Segoe UI"/>
                <a:ea typeface="Segoe UI"/>
                <a:cs typeface="Segoe UI"/>
              </a:rPr>
              <a:t>Agregar la cadena de conexión del proyecto a tu código de aplicación Microsoft Agent Framework Configurar credenciales de autenticación con </a:t>
            </a:r>
            <a:r>
              <a:rPr lang="es-ES" sz="2000" b="0" i="0" strike="noStrike" cap="none" baseline="0" dirty="0" err="1">
                <a:solidFill>
                  <a:srgbClr val="000000"/>
                </a:solidFill>
                <a:effectLst/>
                <a:highlight>
                  <a:srgbClr val="E8E8E8"/>
                </a:highlight>
                <a:latin typeface="Consolas"/>
                <a:ea typeface="Consolas"/>
                <a:cs typeface="Consolas"/>
              </a:rPr>
              <a:t>AzureCliCredential</a:t>
            </a:r>
            <a:endParaRPr lang="en-US" sz="2000" dirty="0"/>
          </a:p>
          <a:p>
            <a:pPr marL="0" indent="0">
              <a:lnSpc>
                <a:spcPct val="200000"/>
              </a:lnSpc>
              <a:buNone/>
            </a:pPr>
            <a:r>
              <a:rPr lang="es-ES" sz="2000" b="0" i="0" strike="noStrike" cap="none" baseline="0" dirty="0">
                <a:solidFill>
                  <a:srgbClr val="000000"/>
                </a:solidFill>
                <a:effectLst/>
                <a:latin typeface="Segoe UI"/>
                <a:ea typeface="Segoe UI"/>
                <a:cs typeface="Segoe UI"/>
              </a:rPr>
              <a:t>Conectar a tu cliente del proyecto con la clase </a:t>
            </a:r>
            <a:r>
              <a:rPr lang="es-ES" sz="2000" b="0" i="0" strike="noStrike" cap="none" baseline="0" dirty="0" err="1">
                <a:solidFill>
                  <a:srgbClr val="000000"/>
                </a:solidFill>
                <a:effectLst/>
                <a:highlight>
                  <a:srgbClr val="E8E8E8"/>
                </a:highlight>
                <a:latin typeface="Consolas"/>
                <a:ea typeface="Consolas"/>
                <a:cs typeface="Consolas"/>
              </a:rPr>
              <a:t>AzureOpenAIResponsesClient</a:t>
            </a:r>
            <a:endParaRPr lang="es-ES" sz="2000" b="0" i="0" strike="noStrike" cap="none" baseline="0" dirty="0">
              <a:solidFill>
                <a:srgbClr val="000000"/>
              </a:solidFill>
              <a:effectLst/>
              <a:highlight>
                <a:srgbClr val="E8E8E8"/>
              </a:highlight>
              <a:latin typeface="Consolas"/>
              <a:ea typeface="Consolas"/>
              <a:cs typeface="Consolas"/>
            </a:endParaRPr>
          </a:p>
          <a:p>
            <a:pPr marL="0" indent="0">
              <a:lnSpc>
                <a:spcPct val="200000"/>
              </a:lnSpc>
              <a:buNone/>
            </a:pPr>
            <a:r>
              <a:rPr lang="es-ES" sz="2000" b="0" i="0" strike="noStrike" cap="none" baseline="0" dirty="0">
                <a:solidFill>
                  <a:srgbClr val="000000"/>
                </a:solidFill>
                <a:effectLst/>
                <a:latin typeface="Segoe UI"/>
                <a:ea typeface="Segoe UI"/>
                <a:cs typeface="Segoe UI"/>
              </a:rPr>
              <a:t>Crear una instancia </a:t>
            </a:r>
            <a:r>
              <a:rPr lang="es-ES" sz="2000" b="0" i="0" strike="noStrike" cap="none" baseline="0" dirty="0">
                <a:solidFill>
                  <a:srgbClr val="000000"/>
                </a:solidFill>
                <a:effectLst/>
                <a:highlight>
                  <a:srgbClr val="E8E8E8"/>
                </a:highlight>
                <a:latin typeface="Consolas"/>
                <a:ea typeface="Consolas"/>
                <a:cs typeface="Consolas"/>
              </a:rPr>
              <a:t>Agent</a:t>
            </a:r>
            <a:r>
              <a:rPr lang="es-ES" sz="2000" b="0" i="0" strike="noStrike" cap="none" baseline="0" dirty="0">
                <a:solidFill>
                  <a:srgbClr val="000000"/>
                </a:solidFill>
                <a:effectLst/>
                <a:latin typeface="Segoe UI"/>
                <a:ea typeface="Segoe UI"/>
                <a:cs typeface="Segoe UI"/>
              </a:rPr>
              <a:t> con el cliente, las instrucciones y las herramientas que deseas usar</a:t>
            </a:r>
          </a:p>
        </p:txBody>
      </p:sp>
      <p:sp>
        <p:nvSpPr>
          <p:cNvPr id="4" name="Footer Placeholder 3">
            <a:extLst>
              <a:ext uri="{FF2B5EF4-FFF2-40B4-BE49-F238E27FC236}">
                <a16:creationId xmlns:a16="http://schemas.microsoft.com/office/drawing/2014/main" id="{8A5AB133-15B8-F129-7720-A61BC7D566E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5" name="Oval 4">
            <a:extLst>
              <a:ext uri="{FF2B5EF4-FFF2-40B4-BE49-F238E27FC236}">
                <a16:creationId xmlns:a16="http://schemas.microsoft.com/office/drawing/2014/main" id="{825297CE-5380-AFE1-9ED4-2872EC580163}"/>
              </a:ext>
            </a:extLst>
          </p:cNvPr>
          <p:cNvSpPr/>
          <p:nvPr/>
        </p:nvSpPr>
        <p:spPr bwMode="auto">
          <a:xfrm>
            <a:off x="588262" y="1677123"/>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24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1</a:t>
            </a:r>
          </a:p>
        </p:txBody>
      </p:sp>
      <p:sp>
        <p:nvSpPr>
          <p:cNvPr id="6" name="Oval 5">
            <a:extLst>
              <a:ext uri="{FF2B5EF4-FFF2-40B4-BE49-F238E27FC236}">
                <a16:creationId xmlns:a16="http://schemas.microsoft.com/office/drawing/2014/main" id="{EFFBDF1B-ADE5-9AE1-951C-849BB3F37F12}"/>
              </a:ext>
            </a:extLst>
          </p:cNvPr>
          <p:cNvSpPr/>
          <p:nvPr/>
        </p:nvSpPr>
        <p:spPr bwMode="auto">
          <a:xfrm>
            <a:off x="588262" y="2361907"/>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24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2</a:t>
            </a:r>
          </a:p>
        </p:txBody>
      </p:sp>
      <p:sp>
        <p:nvSpPr>
          <p:cNvPr id="7" name="Oval 6">
            <a:extLst>
              <a:ext uri="{FF2B5EF4-FFF2-40B4-BE49-F238E27FC236}">
                <a16:creationId xmlns:a16="http://schemas.microsoft.com/office/drawing/2014/main" id="{AC68AF65-B6A6-77BE-466A-85712596BD59}"/>
              </a:ext>
            </a:extLst>
          </p:cNvPr>
          <p:cNvSpPr/>
          <p:nvPr/>
        </p:nvSpPr>
        <p:spPr bwMode="auto">
          <a:xfrm>
            <a:off x="588262" y="3046691"/>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24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3</a:t>
            </a:r>
          </a:p>
        </p:txBody>
      </p:sp>
      <p:sp>
        <p:nvSpPr>
          <p:cNvPr id="8" name="Oval 7">
            <a:extLst>
              <a:ext uri="{FF2B5EF4-FFF2-40B4-BE49-F238E27FC236}">
                <a16:creationId xmlns:a16="http://schemas.microsoft.com/office/drawing/2014/main" id="{6C2E4E00-21E2-F613-0373-501D36E864F4}"/>
              </a:ext>
            </a:extLst>
          </p:cNvPr>
          <p:cNvSpPr/>
          <p:nvPr/>
        </p:nvSpPr>
        <p:spPr bwMode="auto">
          <a:xfrm>
            <a:off x="588262" y="4283925"/>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2400" b="0" i="0" strike="noStrike" cap="none" baseline="0" dirty="0">
                <a:gradFill>
                  <a:gsLst>
                    <a:gs pos="0">
                      <a:srgbClr val="FFFFFF"/>
                    </a:gs>
                    <a:gs pos="100000">
                      <a:srgbClr val="FFFFFF"/>
                    </a:gs>
                  </a:gsLst>
                  <a:lin ang="5400000"/>
                  <a:tileRect l="-100000" t="-100000"/>
                </a:gradFill>
                <a:effectLst/>
                <a:latin typeface="Segoe UI Semibold"/>
                <a:ea typeface="Segoe UI Semibold"/>
                <a:cs typeface="Segoe UI Semibold"/>
              </a:rPr>
              <a:t>4</a:t>
            </a:r>
          </a:p>
        </p:txBody>
      </p:sp>
      <p:sp>
        <p:nvSpPr>
          <p:cNvPr id="9" name="Oval 8">
            <a:extLst>
              <a:ext uri="{FF2B5EF4-FFF2-40B4-BE49-F238E27FC236}">
                <a16:creationId xmlns:a16="http://schemas.microsoft.com/office/drawing/2014/main" id="{0ED0E37A-E561-94B8-D076-E08B677C1608}"/>
              </a:ext>
            </a:extLst>
          </p:cNvPr>
          <p:cNvSpPr/>
          <p:nvPr/>
        </p:nvSpPr>
        <p:spPr bwMode="auto">
          <a:xfrm>
            <a:off x="588262" y="4968709"/>
            <a:ext cx="457200" cy="45720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s-ES" sz="2400" b="0" i="0" strike="noStrike" cap="none" baseline="0">
                <a:gradFill>
                  <a:gsLst>
                    <a:gs pos="0">
                      <a:srgbClr val="FFFFFF"/>
                    </a:gs>
                    <a:gs pos="100000">
                      <a:srgbClr val="FFFFFF"/>
                    </a:gs>
                  </a:gsLst>
                  <a:lin ang="5400000"/>
                  <a:tileRect l="-100000" t="-100000"/>
                </a:gradFill>
                <a:effectLst/>
                <a:latin typeface="Segoe UI Semibold"/>
                <a:ea typeface="Segoe UI Semibold"/>
                <a:cs typeface="Segoe UI Semibold"/>
              </a:rPr>
              <a:t>5</a:t>
            </a:r>
          </a:p>
        </p:txBody>
      </p:sp>
    </p:spTree>
    <p:extLst>
      <p:ext uri="{BB962C8B-B14F-4D97-AF65-F5344CB8AC3E}">
        <p14:creationId xmlns:p14="http://schemas.microsoft.com/office/powerpoint/2010/main" val="411841573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A9170-CF83-A88F-96BE-AFCF735DE7C1}"/>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Adición de herramientas a agentes de IA</a:t>
            </a:r>
          </a:p>
        </p:txBody>
      </p:sp>
      <p:sp>
        <p:nvSpPr>
          <p:cNvPr id="6" name="Text Placeholder 5">
            <a:extLst>
              <a:ext uri="{FF2B5EF4-FFF2-40B4-BE49-F238E27FC236}">
                <a16:creationId xmlns:a16="http://schemas.microsoft.com/office/drawing/2014/main" id="{99901F45-56E3-0798-F793-EDF7C67DC3F3}"/>
              </a:ext>
            </a:extLst>
          </p:cNvPr>
          <p:cNvSpPr>
            <a:spLocks noGrp="1"/>
          </p:cNvSpPr>
          <p:nvPr>
            <p:ph type="body" sz="quarter" idx="16"/>
          </p:nvPr>
        </p:nvSpPr>
        <p:spPr>
          <a:xfrm>
            <a:off x="584200" y="1594155"/>
            <a:ext cx="5219700" cy="304800"/>
          </a:xfrm>
        </p:spPr>
        <p:txBody>
          <a:bodyPr/>
          <a:lstStyle/>
          <a:p>
            <a:r>
              <a:rPr lang="es-ES" sz="2000" b="0" i="0" strike="noStrike" cap="none" baseline="0">
                <a:solidFill>
                  <a:srgbClr val="000000"/>
                </a:solidFill>
                <a:effectLst/>
                <a:latin typeface="Segoe UI Semibold"/>
                <a:ea typeface="Segoe UI Semibold"/>
                <a:cs typeface="Segoe UI Semibold"/>
              </a:rPr>
              <a:t>Herramientas integradas</a:t>
            </a:r>
          </a:p>
        </p:txBody>
      </p:sp>
      <p:sp>
        <p:nvSpPr>
          <p:cNvPr id="7" name="Text Placeholder 6">
            <a:extLst>
              <a:ext uri="{FF2B5EF4-FFF2-40B4-BE49-F238E27FC236}">
                <a16:creationId xmlns:a16="http://schemas.microsoft.com/office/drawing/2014/main" id="{0F10DC2D-8CFF-8E52-11AE-6FBC6FD1BE6F}"/>
              </a:ext>
            </a:extLst>
          </p:cNvPr>
          <p:cNvSpPr>
            <a:spLocks noGrp="1"/>
          </p:cNvSpPr>
          <p:nvPr>
            <p:ph type="body" sz="quarter" idx="19"/>
          </p:nvPr>
        </p:nvSpPr>
        <p:spPr>
          <a:xfrm>
            <a:off x="5560473" y="1594155"/>
            <a:ext cx="5219700" cy="914400"/>
          </a:xfrm>
        </p:spPr>
        <p:txBody>
          <a:bodyPr/>
          <a:lstStyle/>
          <a:p>
            <a:r>
              <a:rPr lang="es-ES" sz="2000" b="1" i="0" strike="noStrike" cap="none" baseline="0">
                <a:solidFill>
                  <a:srgbClr val="000000"/>
                </a:solidFill>
                <a:effectLst/>
                <a:latin typeface="Segoe UI Semibold"/>
                <a:ea typeface="Segoe UI Semibold"/>
                <a:cs typeface="Segoe UI Semibold"/>
              </a:rPr>
              <a:t>Herramientas de funciones personalizadas</a:t>
            </a:r>
          </a:p>
          <a:p>
            <a:endParaRPr lang="en-US" sz="2000"/>
          </a:p>
        </p:txBody>
      </p:sp>
      <p:sp>
        <p:nvSpPr>
          <p:cNvPr id="3" name="Footer Placeholder 2">
            <a:extLst>
              <a:ext uri="{FF2B5EF4-FFF2-40B4-BE49-F238E27FC236}">
                <a16:creationId xmlns:a16="http://schemas.microsoft.com/office/drawing/2014/main" id="{9FFFF213-7BB2-E6CC-9B20-57C6399BE35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9" name="RetrievalCard">
            <a:extLst>
              <a:ext uri="{FF2B5EF4-FFF2-40B4-BE49-F238E27FC236}">
                <a16:creationId xmlns:a16="http://schemas.microsoft.com/office/drawing/2014/main" id="{9C358D5B-8961-A94F-1A0E-C411A09A4C12}"/>
              </a:ext>
            </a:extLst>
          </p:cNvPr>
          <p:cNvSpPr/>
          <p:nvPr/>
        </p:nvSpPr>
        <p:spPr>
          <a:xfrm>
            <a:off x="579437" y="2258900"/>
            <a:ext cx="3946263" cy="911506"/>
          </a:xfrm>
          <a:prstGeom prst="roundRect">
            <a:avLst>
              <a:gd name="adj" fmla="val 12000"/>
            </a:avLst>
          </a:prstGeom>
          <a:solidFill>
            <a:srgbClr val="F8F8F8"/>
          </a:solidFill>
          <a:ln w="9525">
            <a:solidFill>
              <a:srgbClr val="DEDEDE"/>
            </a:solidFill>
          </a:ln>
        </p:spPr>
        <p:txBody>
          <a:bodyPr anchor="b"/>
          <a:lstStyle/>
          <a:p>
            <a:r>
              <a:rPr lang="es-ES" sz="1600" b="0" i="0" strike="noStrike" cap="none" baseline="0">
                <a:solidFill>
                  <a:srgbClr val="702573"/>
                </a:solidFill>
                <a:effectLst/>
                <a:latin typeface="Segoe UI Semibold"/>
                <a:ea typeface="Segoe UI Semibold"/>
                <a:cs typeface="Segoe UI Semibold"/>
              </a:rPr>
              <a:t>Intérprete de código</a:t>
            </a:r>
            <a:endParaRPr lang="en-US" sz="1600" noProof="0">
              <a:solidFill>
                <a:schemeClr val="accent1"/>
              </a:solidFill>
              <a:latin typeface="+mj-lt"/>
            </a:endParaRPr>
          </a:p>
          <a:p>
            <a:r>
              <a:rPr lang="es-ES" sz="1400" b="0" i="0" strike="noStrike" cap="none" baseline="0">
                <a:solidFill>
                  <a:srgbClr val="000000"/>
                </a:solidFill>
                <a:effectLst/>
                <a:latin typeface="Segoe UI"/>
                <a:ea typeface="Segoe UI"/>
                <a:cs typeface="Segoe UI"/>
              </a:rPr>
              <a:t>Ejecuta código de Python para cálculos, análisis de datos y mucho más.</a:t>
            </a:r>
            <a:endParaRPr lang="en-US" sz="1600" noProof="0">
              <a:solidFill>
                <a:schemeClr val="tx1">
                  <a:lumMod val="50000"/>
                  <a:lumOff val="50000"/>
                </a:schemeClr>
              </a:solidFill>
              <a:latin typeface="+mj-lt"/>
            </a:endParaRPr>
          </a:p>
        </p:txBody>
      </p:sp>
      <p:sp>
        <p:nvSpPr>
          <p:cNvPr id="10" name="RetrievalCard">
            <a:extLst>
              <a:ext uri="{FF2B5EF4-FFF2-40B4-BE49-F238E27FC236}">
                <a16:creationId xmlns:a16="http://schemas.microsoft.com/office/drawing/2014/main" id="{53EF16F3-3C81-8F3E-8A32-99A8AB4B239A}"/>
              </a:ext>
            </a:extLst>
          </p:cNvPr>
          <p:cNvSpPr/>
          <p:nvPr/>
        </p:nvSpPr>
        <p:spPr>
          <a:xfrm>
            <a:off x="586389" y="3299188"/>
            <a:ext cx="3946263" cy="911506"/>
          </a:xfrm>
          <a:prstGeom prst="roundRect">
            <a:avLst>
              <a:gd name="adj" fmla="val 12000"/>
            </a:avLst>
          </a:prstGeom>
          <a:solidFill>
            <a:srgbClr val="F8F8F8"/>
          </a:solidFill>
          <a:ln w="9525">
            <a:solidFill>
              <a:srgbClr val="DEDEDE"/>
            </a:solidFill>
          </a:ln>
        </p:spPr>
        <p:txBody>
          <a:bodyPr anchor="b"/>
          <a:lstStyle/>
          <a:p>
            <a:r>
              <a:rPr lang="es-ES" sz="1600" b="0" i="0" strike="noStrike" cap="none" baseline="0">
                <a:solidFill>
                  <a:srgbClr val="702573"/>
                </a:solidFill>
                <a:effectLst/>
                <a:latin typeface="Segoe UI Semibold"/>
                <a:ea typeface="Segoe UI Semibold"/>
                <a:cs typeface="Segoe UI Semibold"/>
              </a:rPr>
              <a:t>Búsqueda de archivos</a:t>
            </a:r>
          </a:p>
          <a:p>
            <a:r>
              <a:rPr lang="es-ES" sz="1400" b="0" i="0" strike="noStrike" cap="none" baseline="0">
                <a:solidFill>
                  <a:srgbClr val="000000"/>
                </a:solidFill>
                <a:effectLst/>
                <a:latin typeface="Segoe UI"/>
                <a:ea typeface="Segoe UI"/>
                <a:cs typeface="Segoe UI"/>
              </a:rPr>
              <a:t>Busca en documentos y los analiza.</a:t>
            </a:r>
            <a:endParaRPr lang="en-US" sz="1400" noProof="0">
              <a:solidFill>
                <a:schemeClr val="tx1">
                  <a:lumMod val="50000"/>
                  <a:lumOff val="50000"/>
                </a:schemeClr>
              </a:solidFill>
              <a:latin typeface="+mj-lt"/>
            </a:endParaRPr>
          </a:p>
        </p:txBody>
      </p:sp>
      <p:sp>
        <p:nvSpPr>
          <p:cNvPr id="11" name="RetrievalCard">
            <a:extLst>
              <a:ext uri="{FF2B5EF4-FFF2-40B4-BE49-F238E27FC236}">
                <a16:creationId xmlns:a16="http://schemas.microsoft.com/office/drawing/2014/main" id="{8BD8B9F5-BA90-ACEB-277C-8DBDE408A926}"/>
              </a:ext>
            </a:extLst>
          </p:cNvPr>
          <p:cNvSpPr/>
          <p:nvPr/>
        </p:nvSpPr>
        <p:spPr>
          <a:xfrm>
            <a:off x="579437" y="4340937"/>
            <a:ext cx="3946263" cy="911506"/>
          </a:xfrm>
          <a:prstGeom prst="roundRect">
            <a:avLst>
              <a:gd name="adj" fmla="val 12000"/>
            </a:avLst>
          </a:prstGeom>
          <a:solidFill>
            <a:srgbClr val="F8F8F8"/>
          </a:solidFill>
          <a:ln w="9525">
            <a:solidFill>
              <a:srgbClr val="DEDEDE"/>
            </a:solidFill>
          </a:ln>
        </p:spPr>
        <p:txBody>
          <a:bodyPr anchor="b"/>
          <a:lstStyle/>
          <a:p>
            <a:r>
              <a:rPr lang="es-ES" sz="1600" b="0" i="0" strike="noStrike" cap="none" baseline="0">
                <a:solidFill>
                  <a:srgbClr val="702573"/>
                </a:solidFill>
                <a:effectLst/>
                <a:latin typeface="Segoe UI Semibold"/>
                <a:ea typeface="Segoe UI Semibold"/>
                <a:cs typeface="Segoe UI Semibold"/>
              </a:rPr>
              <a:t>Búsqueda web</a:t>
            </a:r>
          </a:p>
          <a:p>
            <a:r>
              <a:rPr lang="es-ES" sz="1400" b="0" i="0" strike="noStrike" cap="none" baseline="0">
                <a:solidFill>
                  <a:srgbClr val="000000"/>
                </a:solidFill>
                <a:effectLst/>
                <a:latin typeface="Segoe UI"/>
                <a:ea typeface="Segoe UI"/>
                <a:cs typeface="Segoe UI"/>
              </a:rPr>
              <a:t>Recupera información de Internet.</a:t>
            </a:r>
            <a:endParaRPr lang="en-US" sz="1600" noProof="0">
              <a:solidFill>
                <a:schemeClr val="tx1">
                  <a:lumMod val="50000"/>
                  <a:lumOff val="50000"/>
                </a:schemeClr>
              </a:solidFill>
              <a:latin typeface="+mj-lt"/>
            </a:endParaRPr>
          </a:p>
        </p:txBody>
      </p:sp>
      <p:sp>
        <p:nvSpPr>
          <p:cNvPr id="14" name="RetrievalCard">
            <a:extLst>
              <a:ext uri="{FF2B5EF4-FFF2-40B4-BE49-F238E27FC236}">
                <a16:creationId xmlns:a16="http://schemas.microsoft.com/office/drawing/2014/main" id="{3AAC4809-E80A-D341-50A8-904265CF1672}"/>
              </a:ext>
            </a:extLst>
          </p:cNvPr>
          <p:cNvSpPr/>
          <p:nvPr/>
        </p:nvSpPr>
        <p:spPr>
          <a:xfrm>
            <a:off x="5560473" y="2209708"/>
            <a:ext cx="6045134" cy="750517"/>
          </a:xfrm>
          <a:prstGeom prst="roundRect">
            <a:avLst>
              <a:gd name="adj" fmla="val 12000"/>
            </a:avLst>
          </a:prstGeom>
          <a:solidFill>
            <a:srgbClr val="F8F8F8"/>
          </a:solidFill>
          <a:ln w="9525">
            <a:solidFill>
              <a:srgbClr val="DEDEDE"/>
            </a:solidFill>
          </a:ln>
        </p:spPr>
        <p:txBody>
          <a:bodyPr anchor="ctr"/>
          <a:lstStyle/>
          <a:p>
            <a:r>
              <a:rPr lang="es-ES" sz="1600" b="0" i="0" strike="noStrike" cap="none" baseline="0" dirty="0">
                <a:solidFill>
                  <a:srgbClr val="000000"/>
                </a:solidFill>
                <a:effectLst/>
                <a:latin typeface="Segoe UI"/>
                <a:ea typeface="Segoe UI"/>
                <a:cs typeface="Segoe UI"/>
              </a:rPr>
              <a:t>Crea una herramienta de función personalizada mediante la definición de una función de Python y su decoración con el decorador </a:t>
            </a:r>
            <a:r>
              <a:rPr lang="es-ES" sz="1600" b="0" i="0" strike="noStrike" cap="none" baseline="0" dirty="0">
                <a:solidFill>
                  <a:srgbClr val="BF3AC4"/>
                </a:solidFill>
                <a:effectLst/>
                <a:latin typeface="Consolas"/>
                <a:ea typeface="Consolas"/>
                <a:cs typeface="Consolas"/>
              </a:rPr>
              <a:t>@tool</a:t>
            </a:r>
            <a:r>
              <a:rPr lang="es-ES" sz="1600" b="0" i="0" strike="noStrike" cap="none" baseline="0" dirty="0">
                <a:solidFill>
                  <a:srgbClr val="BF3AC4"/>
                </a:solidFill>
                <a:effectLst/>
                <a:latin typeface="Segoe UI"/>
                <a:ea typeface="Segoe UI"/>
                <a:cs typeface="Segoe UI"/>
              </a:rPr>
              <a:t>.</a:t>
            </a:r>
            <a:endParaRPr lang="en-US" sz="1400" dirty="0">
              <a:solidFill>
                <a:schemeClr val="accent2"/>
              </a:solidFill>
            </a:endParaRPr>
          </a:p>
        </p:txBody>
      </p:sp>
      <p:cxnSp>
        <p:nvCxnSpPr>
          <p:cNvPr id="16" name="Straight Connector 15">
            <a:extLst>
              <a:ext uri="{FF2B5EF4-FFF2-40B4-BE49-F238E27FC236}">
                <a16:creationId xmlns:a16="http://schemas.microsoft.com/office/drawing/2014/main" id="{F8FB53D3-CFE8-3E3A-5E1A-CBA1D23E19E2}"/>
              </a:ext>
            </a:extLst>
          </p:cNvPr>
          <p:cNvCxnSpPr/>
          <p:nvPr/>
        </p:nvCxnSpPr>
        <p:spPr>
          <a:xfrm flipH="1">
            <a:off x="5046562" y="1493134"/>
            <a:ext cx="0" cy="4421529"/>
          </a:xfrm>
          <a:prstGeom prst="line">
            <a:avLst/>
          </a:prstGeom>
          <a:ln w="28575">
            <a:headEnd type="none" w="lg" len="med"/>
            <a:tailEnd type="none" w="lg" len="med"/>
          </a:ln>
        </p:spPr>
        <p:style>
          <a:lnRef idx="3">
            <a:schemeClr val="dk1"/>
          </a:lnRef>
          <a:fillRef idx="0">
            <a:schemeClr val="dk1"/>
          </a:fillRef>
          <a:effectRef idx="2">
            <a:schemeClr val="dk1"/>
          </a:effectRef>
          <a:fontRef idx="minor">
            <a:schemeClr val="tx1"/>
          </a:fontRef>
        </p:style>
      </p:cxnSp>
      <p:sp>
        <p:nvSpPr>
          <p:cNvPr id="17" name="RetrievalCard">
            <a:extLst>
              <a:ext uri="{FF2B5EF4-FFF2-40B4-BE49-F238E27FC236}">
                <a16:creationId xmlns:a16="http://schemas.microsoft.com/office/drawing/2014/main" id="{4E212837-9E43-E874-A7B2-AE88054720E7}"/>
              </a:ext>
            </a:extLst>
          </p:cNvPr>
          <p:cNvSpPr/>
          <p:nvPr/>
        </p:nvSpPr>
        <p:spPr>
          <a:xfrm>
            <a:off x="5560473" y="3053741"/>
            <a:ext cx="6045134" cy="750517"/>
          </a:xfrm>
          <a:prstGeom prst="roundRect">
            <a:avLst>
              <a:gd name="adj" fmla="val 12000"/>
            </a:avLst>
          </a:prstGeom>
          <a:solidFill>
            <a:srgbClr val="F8F8F8"/>
          </a:solidFill>
          <a:ln w="9525">
            <a:solidFill>
              <a:srgbClr val="DEDEDE"/>
            </a:solidFill>
          </a:ln>
        </p:spPr>
        <p:txBody>
          <a:bodyPr anchor="ctr"/>
          <a:lstStyle/>
          <a:p>
            <a:r>
              <a:rPr lang="es-ES" sz="1600" b="0" i="0" strike="noStrike" cap="none" baseline="0" dirty="0">
                <a:solidFill>
                  <a:srgbClr val="000000"/>
                </a:solidFill>
                <a:effectLst/>
                <a:latin typeface="Segoe UI"/>
                <a:ea typeface="Segoe UI"/>
                <a:cs typeface="Segoe UI"/>
              </a:rPr>
              <a:t>Crea tu herramienta mediante la </a:t>
            </a:r>
            <a:r>
              <a:rPr lang="es-ES" sz="1600" b="0" i="0" strike="noStrike" cap="none" baseline="0" dirty="0">
                <a:solidFill>
                  <a:srgbClr val="BF3AC4"/>
                </a:solidFill>
                <a:effectLst/>
                <a:latin typeface="Segoe UI"/>
                <a:ea typeface="Segoe UI"/>
                <a:cs typeface="Segoe UI"/>
              </a:rPr>
              <a:t>definición de una función normal de Python</a:t>
            </a:r>
            <a:r>
              <a:rPr lang="es-ES" sz="1600" b="0" i="0" strike="noStrike" cap="none" baseline="0" dirty="0">
                <a:solidFill>
                  <a:srgbClr val="000000"/>
                </a:solidFill>
                <a:effectLst/>
                <a:latin typeface="Segoe UI"/>
                <a:ea typeface="Segoe UI"/>
                <a:cs typeface="Segoe UI"/>
              </a:rPr>
              <a:t> con anotaciones de tipo adecuadas</a:t>
            </a:r>
            <a:r>
              <a:rPr lang="es-ES" sz="1600" b="0" i="0" strike="noStrike" cap="none" baseline="0" dirty="0">
                <a:solidFill>
                  <a:srgbClr val="BF3AC4"/>
                </a:solidFill>
                <a:effectLst/>
                <a:latin typeface="Segoe UI"/>
                <a:ea typeface="Segoe UI"/>
                <a:cs typeface="Segoe UI"/>
              </a:rPr>
              <a:t>.</a:t>
            </a:r>
            <a:endParaRPr lang="en-US" sz="1200" dirty="0"/>
          </a:p>
        </p:txBody>
      </p:sp>
      <p:sp>
        <p:nvSpPr>
          <p:cNvPr id="18" name="RetrievalCard">
            <a:extLst>
              <a:ext uri="{FF2B5EF4-FFF2-40B4-BE49-F238E27FC236}">
                <a16:creationId xmlns:a16="http://schemas.microsoft.com/office/drawing/2014/main" id="{75735312-5823-E086-2F35-D39E23C777AA}"/>
              </a:ext>
            </a:extLst>
          </p:cNvPr>
          <p:cNvSpPr/>
          <p:nvPr/>
        </p:nvSpPr>
        <p:spPr>
          <a:xfrm>
            <a:off x="5560473" y="3897774"/>
            <a:ext cx="6045134" cy="750517"/>
          </a:xfrm>
          <a:prstGeom prst="roundRect">
            <a:avLst>
              <a:gd name="adj" fmla="val 12000"/>
            </a:avLst>
          </a:prstGeom>
          <a:solidFill>
            <a:srgbClr val="F8F8F8"/>
          </a:solidFill>
          <a:ln w="9525">
            <a:solidFill>
              <a:srgbClr val="DEDEDE"/>
            </a:solidFill>
          </a:ln>
        </p:spPr>
        <p:txBody>
          <a:bodyPr anchor="ctr"/>
          <a:lstStyle/>
          <a:p>
            <a:r>
              <a:rPr lang="es-ES" sz="1600" b="0" i="0" strike="noStrike" cap="none" baseline="0" dirty="0">
                <a:solidFill>
                  <a:srgbClr val="000000"/>
                </a:solidFill>
                <a:effectLst/>
                <a:latin typeface="Segoe UI"/>
                <a:ea typeface="Segoe UI"/>
                <a:cs typeface="Segoe UI"/>
              </a:rPr>
              <a:t>Pasa tus funciones personalizadas a </a:t>
            </a:r>
            <a:r>
              <a:rPr lang="es-ES" sz="1600" b="0" i="0" strike="noStrike" cap="none" baseline="0" dirty="0" err="1">
                <a:solidFill>
                  <a:srgbClr val="BF3AC4"/>
                </a:solidFill>
                <a:effectLst/>
                <a:latin typeface="Consolas"/>
                <a:ea typeface="Consolas"/>
                <a:cs typeface="Consolas"/>
              </a:rPr>
              <a:t>ChatAgent</a:t>
            </a:r>
            <a:r>
              <a:rPr lang="es-ES" sz="1600" b="0" i="0" strike="noStrike" cap="none" baseline="0" dirty="0">
                <a:solidFill>
                  <a:srgbClr val="000000"/>
                </a:solidFill>
                <a:effectLst/>
                <a:latin typeface="Segoe UI"/>
                <a:ea typeface="Segoe UI"/>
                <a:cs typeface="Segoe UI"/>
              </a:rPr>
              <a:t> durante</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la creación mediante el parámetro </a:t>
            </a:r>
            <a:r>
              <a:rPr lang="es-ES" sz="1600" b="0" i="0" strike="noStrike" cap="none" baseline="0" dirty="0" err="1">
                <a:solidFill>
                  <a:srgbClr val="BF3AC4"/>
                </a:solidFill>
                <a:effectLst/>
                <a:latin typeface="Consolas"/>
                <a:ea typeface="Consolas"/>
                <a:cs typeface="Consolas"/>
              </a:rPr>
              <a:t>parámetro</a:t>
            </a:r>
            <a:r>
              <a:rPr lang="es-ES" sz="1600" b="0" i="0" strike="noStrike" cap="none" baseline="0" dirty="0">
                <a:solidFill>
                  <a:srgbClr val="000000"/>
                </a:solidFill>
                <a:effectLst/>
                <a:latin typeface="Segoe UI"/>
                <a:ea typeface="Segoe UI"/>
                <a:cs typeface="Segoe UI"/>
              </a:rPr>
              <a:t>.</a:t>
            </a:r>
            <a:endParaRPr lang="en-US" sz="1100" dirty="0"/>
          </a:p>
        </p:txBody>
      </p:sp>
      <p:sp>
        <p:nvSpPr>
          <p:cNvPr id="19" name="RetrievalCard">
            <a:extLst>
              <a:ext uri="{FF2B5EF4-FFF2-40B4-BE49-F238E27FC236}">
                <a16:creationId xmlns:a16="http://schemas.microsoft.com/office/drawing/2014/main" id="{E4F410F4-4B46-815C-6FE1-A6B73F0F62A9}"/>
              </a:ext>
            </a:extLst>
          </p:cNvPr>
          <p:cNvSpPr/>
          <p:nvPr/>
        </p:nvSpPr>
        <p:spPr>
          <a:xfrm>
            <a:off x="5567429" y="4927007"/>
            <a:ext cx="6045134" cy="999236"/>
          </a:xfrm>
          <a:prstGeom prst="roundRect">
            <a:avLst>
              <a:gd name="adj" fmla="val 12000"/>
            </a:avLst>
          </a:prstGeom>
          <a:solidFill>
            <a:srgbClr val="F2D7F3">
              <a:alpha val="50196"/>
            </a:srgbClr>
          </a:solidFill>
          <a:ln w="9525">
            <a:solidFill>
              <a:schemeClr val="accent2">
                <a:lumMod val="20000"/>
                <a:lumOff val="80000"/>
              </a:schemeClr>
            </a:solidFill>
          </a:ln>
        </p:spPr>
        <p:txBody>
          <a:bodyPr anchor="ctr"/>
          <a:lstStyle/>
          <a:p>
            <a:r>
              <a:rPr lang="es-ES" sz="1600" b="0" i="0" strike="noStrike" cap="none" baseline="0" dirty="0">
                <a:solidFill>
                  <a:srgbClr val="702573"/>
                </a:solidFill>
                <a:effectLst/>
                <a:latin typeface="Segoe UI"/>
                <a:ea typeface="Segoe UI"/>
                <a:cs typeface="Segoe UI"/>
              </a:rPr>
              <a:t>Una vez registradas las herramientas, el agente de IA selecciona y orquesta automáticamente las herramientas adecuadas en función de las solicitudes de usuario, sin necesidad de invocar manualmente.</a:t>
            </a:r>
          </a:p>
        </p:txBody>
      </p:sp>
    </p:spTree>
    <p:extLst>
      <p:ext uri="{BB962C8B-B14F-4D97-AF65-F5344CB8AC3E}">
        <p14:creationId xmlns:p14="http://schemas.microsoft.com/office/powerpoint/2010/main" val="43178957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9C1B8-547E-03E2-AB49-1D3BEA1B3248}"/>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098F9EB-14A6-1BA8-6B3B-E0C46B56F501}"/>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807" y="2052313"/>
            <a:ext cx="4630848" cy="3278110"/>
          </a:xfrm>
          <a:prstGeom prst="rect">
            <a:avLst/>
          </a:prstGeom>
        </p:spPr>
      </p:pic>
      <p:sp>
        <p:nvSpPr>
          <p:cNvPr id="5" name="Title 4">
            <a:extLst>
              <a:ext uri="{FF2B5EF4-FFF2-40B4-BE49-F238E27FC236}">
                <a16:creationId xmlns:a16="http://schemas.microsoft.com/office/drawing/2014/main" id="{1FEA158A-DA1B-B595-09FC-3D1CA197D7AC}"/>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3DC7D3A3-E36A-6326-E8FF-5336E4D75C76}"/>
              </a:ext>
            </a:extLst>
          </p:cNvPr>
          <p:cNvSpPr>
            <a:spLocks noGrp="1"/>
          </p:cNvSpPr>
          <p:nvPr>
            <p:ph type="body" sz="quarter" idx="16"/>
          </p:nvPr>
        </p:nvSpPr>
        <p:spPr>
          <a:xfrm>
            <a:off x="584199" y="1594155"/>
            <a:ext cx="5654573" cy="304800"/>
          </a:xfrm>
        </p:spPr>
        <p:txBody>
          <a:bodyPr/>
          <a:lstStyle/>
          <a:p>
            <a:r>
              <a:rPr lang="es-ES" sz="2000" b="0" i="0" strike="noStrike" cap="none" baseline="0">
                <a:solidFill>
                  <a:srgbClr val="000000"/>
                </a:solidFill>
                <a:effectLst/>
                <a:latin typeface="Segoe UI Semibold"/>
                <a:ea typeface="Segoe UI Semibold"/>
                <a:cs typeface="Segoe UI Semibold"/>
              </a:rPr>
              <a:t>Desarrollo de un agente de Azure AI</a:t>
            </a:r>
          </a:p>
        </p:txBody>
      </p:sp>
      <p:sp>
        <p:nvSpPr>
          <p:cNvPr id="6" name="Text Placeholder 5">
            <a:extLst>
              <a:ext uri="{FF2B5EF4-FFF2-40B4-BE49-F238E27FC236}">
                <a16:creationId xmlns:a16="http://schemas.microsoft.com/office/drawing/2014/main" id="{F3294628-6D4B-BEBB-81FD-689DBCC8D32D}"/>
              </a:ext>
            </a:extLst>
          </p:cNvPr>
          <p:cNvSpPr>
            <a:spLocks noGrp="1"/>
          </p:cNvSpPr>
          <p:nvPr>
            <p:ph type="body" sz="quarter" idx="15"/>
          </p:nvPr>
        </p:nvSpPr>
        <p:spPr>
          <a:xfrm>
            <a:off x="586389" y="2085764"/>
            <a:ext cx="5652201" cy="2487169"/>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Instalar la extensión Microsoft AI Toolkit para VS Code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Implementar un modelo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Clonar el repositorio de códigos de inicio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Escritura de código para una aplicación de agente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a:solidFill>
                  <a:srgbClr val="000000"/>
                </a:solidFill>
                <a:effectLst/>
                <a:latin typeface="Segoe UI"/>
                <a:ea typeface="Segoe UI"/>
                <a:cs typeface="Segoe UI"/>
              </a:rPr>
              <a:t>Ejecute la aplicación </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endParaRPr lang="en-US"/>
          </a:p>
          <a:p>
            <a:pPr marL="0" indent="0">
              <a:buNone/>
            </a:pPr>
            <a:br>
              <a:rPr lang="en-US"/>
            </a:b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3D66BDA9-FDF2-8D7B-A709-9B85524518B4}"/>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u="sng" strike="noStrike" cap="none" baseline="0">
                <a:solidFill>
                  <a:srgbClr val="000000"/>
                </a:solidFill>
                <a:effectLst/>
                <a:uFill>
                  <a:solidFill>
                    <a:srgbClr val="000000"/>
                  </a:solidFill>
                </a:uFill>
                <a:latin typeface="Segoe UI"/>
                <a:ea typeface="Segoe UI"/>
                <a:cs typeface="Segoe UI"/>
                <a:hlinkClick r:id="rId4" history="0"/>
              </a:rPr>
              <a:t>https://go.microsoft.com/fwlink/?linkid=2353605</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3AF16E76-2699-9319-F9CD-658C67D97978}"/>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FB7587C8-48DC-B308-C572-B48271A5219B}"/>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2192551228"/>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7B236-A04D-AB45-A88A-BB16EE08B8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982E22-48A1-F09F-191F-262E78960769}"/>
              </a:ext>
            </a:extLst>
          </p:cNvPr>
          <p:cNvSpPr>
            <a:spLocks noGrp="1"/>
          </p:cNvSpPr>
          <p:nvPr>
            <p:ph type="title"/>
          </p:nvPr>
        </p:nvSpPr>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DD64E48D-0E8D-D9FC-B73E-CA377D2054B2}"/>
              </a:ext>
            </a:extLst>
          </p:cNvPr>
          <p:cNvSpPr>
            <a:spLocks noGrp="1"/>
          </p:cNvSpPr>
          <p:nvPr>
            <p:ph type="body" sz="quarter" idx="17"/>
          </p:nvPr>
        </p:nvSpPr>
        <p:spPr>
          <a:xfrm>
            <a:off x="1235075" y="2192442"/>
            <a:ext cx="8778782" cy="426720"/>
          </a:xfrm>
        </p:spPr>
        <p:txBody>
          <a:bodyPr/>
          <a:lstStyle/>
          <a:p>
            <a:r>
              <a:rPr lang="es-ES" sz="1400" b="0" i="0" strike="noStrike" cap="none" baseline="0" dirty="0">
                <a:solidFill>
                  <a:srgbClr val="000000"/>
                </a:solidFill>
                <a:effectLst/>
                <a:latin typeface="Segoe UI Semibold"/>
                <a:ea typeface="Segoe UI Semibold"/>
                <a:cs typeface="Segoe UI Semibold"/>
              </a:rPr>
              <a:t>¿Cuáles son los pasos clave para crear un agente de Microsoft </a:t>
            </a:r>
            <a:r>
              <a:rPr lang="es-ES" sz="1400" b="0" i="0" strike="noStrike" cap="none" baseline="0" dirty="0" err="1">
                <a:solidFill>
                  <a:srgbClr val="000000"/>
                </a:solidFill>
                <a:effectLst/>
                <a:latin typeface="Segoe UI Semibold"/>
                <a:ea typeface="Segoe UI Semibold"/>
                <a:cs typeface="Segoe UI Semibold"/>
              </a:rPr>
              <a:t>Foundry</a:t>
            </a:r>
            <a:r>
              <a:rPr lang="es-ES" sz="1400" b="0" i="0" strike="noStrike" cap="none" baseline="0" dirty="0">
                <a:solidFill>
                  <a:srgbClr val="000000"/>
                </a:solidFill>
                <a:effectLst/>
                <a:latin typeface="Segoe UI Semibold"/>
                <a:ea typeface="Segoe UI Semibold"/>
                <a:cs typeface="Segoe UI Semibold"/>
              </a:rPr>
              <a:t> mediante Microsoft Agent Framework?</a:t>
            </a:r>
            <a:endParaRPr lang="en-US" b="1" dirty="0"/>
          </a:p>
        </p:txBody>
      </p:sp>
      <p:sp>
        <p:nvSpPr>
          <p:cNvPr id="9" name="Text Placeholder 8">
            <a:extLst>
              <a:ext uri="{FF2B5EF4-FFF2-40B4-BE49-F238E27FC236}">
                <a16:creationId xmlns:a16="http://schemas.microsoft.com/office/drawing/2014/main" id="{9D5B806B-0121-95B7-058C-A8053B90EF53}"/>
              </a:ext>
            </a:extLst>
          </p:cNvPr>
          <p:cNvSpPr>
            <a:spLocks noGrp="1"/>
          </p:cNvSpPr>
          <p:nvPr>
            <p:ph type="body" sz="quarter" idx="15"/>
          </p:nvPr>
        </p:nvSpPr>
        <p:spPr>
          <a:xfrm>
            <a:off x="1235075" y="2613284"/>
            <a:ext cx="8775098" cy="947952"/>
          </a:xfrm>
          <a:noFill/>
        </p:spPr>
        <p:txBody>
          <a:bodyPr/>
          <a:lstStyle/>
          <a:p>
            <a:r>
              <a:rPr lang="es-ES" sz="1400" b="0" i="0" strike="noStrike" cap="none" baseline="0" dirty="0">
                <a:solidFill>
                  <a:srgbClr val="000000"/>
                </a:solidFill>
                <a:effectLst/>
                <a:latin typeface="Segoe UI"/>
                <a:ea typeface="Segoe UI"/>
                <a:cs typeface="Segoe UI"/>
              </a:rPr>
              <a:t>Implementar un modelo de IA personalizado antes de crear una definición de agente en Azure Portal </a:t>
            </a:r>
          </a:p>
          <a:p>
            <a:r>
              <a:rPr lang="es-ES" sz="1400" b="0" i="0" strike="noStrike" cap="none" baseline="0" dirty="0">
                <a:solidFill>
                  <a:srgbClr val="000000"/>
                </a:solidFill>
                <a:effectLst/>
                <a:latin typeface="Segoe UI"/>
                <a:ea typeface="Segoe UI"/>
                <a:cs typeface="Segoe UI"/>
              </a:rPr>
              <a:t>Inicializar el agente mediante la definición de un modelo en el constructor </a:t>
            </a:r>
            <a:r>
              <a:rPr lang="es-ES" sz="1400" b="0" i="0" strike="noStrike" cap="none" baseline="0" dirty="0" err="1">
                <a:solidFill>
                  <a:srgbClr val="000000"/>
                </a:solidFill>
                <a:effectLst/>
                <a:latin typeface="Consolas"/>
                <a:ea typeface="Consolas"/>
                <a:cs typeface="Consolas"/>
              </a:rPr>
              <a:t>AgentThread</a:t>
            </a:r>
            <a:r>
              <a:rPr lang="es-ES" sz="1400" b="0" i="0" strike="noStrike" cap="none" baseline="0" dirty="0">
                <a:solidFill>
                  <a:srgbClr val="000000"/>
                </a:solidFill>
                <a:effectLst/>
                <a:latin typeface="Segoe UI"/>
                <a:ea typeface="Segoe UI"/>
                <a:cs typeface="Segoe UI"/>
              </a:rPr>
              <a:t> </a:t>
            </a:r>
          </a:p>
          <a:p>
            <a:r>
              <a:rPr lang="es-ES" sz="1400" b="0" i="0" strike="noStrike" cap="none" baseline="0" dirty="0">
                <a:solidFill>
                  <a:srgbClr val="000000"/>
                </a:solidFill>
                <a:effectLst/>
                <a:latin typeface="Segoe UI"/>
                <a:ea typeface="Segoe UI"/>
                <a:cs typeface="Segoe UI"/>
              </a:rPr>
              <a:t>Crear una instancia </a:t>
            </a:r>
            <a:r>
              <a:rPr lang="es-ES" sz="1400" b="0" i="0" strike="noStrike" cap="none" baseline="0" dirty="0" err="1">
                <a:solidFill>
                  <a:srgbClr val="000000"/>
                </a:solidFill>
                <a:effectLst/>
                <a:latin typeface="Consolas"/>
                <a:ea typeface="Consolas"/>
                <a:cs typeface="Consolas"/>
              </a:rPr>
              <a:t>AzureAIAgentClient</a:t>
            </a:r>
            <a:r>
              <a:rPr lang="es-ES" sz="1400" b="0" i="0" strike="noStrike" cap="none" baseline="0" dirty="0">
                <a:solidFill>
                  <a:srgbClr val="000000"/>
                </a:solidFill>
                <a:effectLst/>
                <a:latin typeface="Segoe UI"/>
                <a:ea typeface="Segoe UI"/>
                <a:cs typeface="Segoe UI"/>
              </a:rPr>
              <a:t>, definir un objeto </a:t>
            </a:r>
            <a:r>
              <a:rPr lang="es-ES" sz="1400" b="0" i="0" strike="noStrike" cap="none" baseline="0" dirty="0" err="1">
                <a:solidFill>
                  <a:srgbClr val="000000"/>
                </a:solidFill>
                <a:effectLst/>
                <a:latin typeface="Consolas"/>
                <a:ea typeface="Consolas"/>
                <a:cs typeface="Consolas"/>
              </a:rPr>
              <a:t>ChatAgent</a:t>
            </a:r>
            <a:r>
              <a:rPr lang="es-ES" sz="1400" b="0" i="0" strike="noStrike" cap="none" baseline="0" dirty="0">
                <a:solidFill>
                  <a:srgbClr val="000000"/>
                </a:solidFill>
                <a:effectLst/>
                <a:latin typeface="Segoe UI"/>
                <a:ea typeface="Segoe UI"/>
                <a:cs typeface="Segoe UI"/>
              </a:rPr>
              <a:t> con instrucciones y herramientas,</a:t>
            </a:r>
            <a:br>
              <a:rPr lang="es-ES" sz="1400" b="0" i="0" strike="noStrike" cap="none" baseline="0" dirty="0">
                <a:solidFill>
                  <a:srgbClr val="000000"/>
                </a:solidFill>
                <a:effectLst/>
                <a:latin typeface="Segoe UI"/>
                <a:ea typeface="Segoe UI"/>
                <a:cs typeface="Segoe UI"/>
              </a:rPr>
            </a:br>
            <a:r>
              <a:rPr lang="es-ES" sz="1400" b="0" i="0" strike="noStrike" cap="none" baseline="0" dirty="0">
                <a:solidFill>
                  <a:srgbClr val="000000"/>
                </a:solidFill>
                <a:effectLst/>
                <a:latin typeface="Segoe UI"/>
                <a:ea typeface="Segoe UI"/>
                <a:cs typeface="Segoe UI"/>
              </a:rPr>
              <a:t>y crear un constructor </a:t>
            </a:r>
            <a:r>
              <a:rPr lang="es-ES" sz="1400" b="0" i="0" strike="noStrike" cap="none" baseline="0" dirty="0" err="1">
                <a:solidFill>
                  <a:srgbClr val="000000"/>
                </a:solidFill>
                <a:effectLst/>
                <a:latin typeface="Consolas"/>
                <a:ea typeface="Consolas"/>
                <a:cs typeface="Consolas"/>
              </a:rPr>
              <a:t>AgentThread</a:t>
            </a:r>
            <a:endParaRPr lang="en-US" dirty="0">
              <a:effectLst/>
              <a:latin typeface="Consolas" panose="020B0609020204030204" pitchFamily="49" charset="0"/>
              <a:cs typeface="Consolas" panose="020B0609020204030204" pitchFamily="49" charset="0"/>
            </a:endParaRPr>
          </a:p>
        </p:txBody>
      </p:sp>
      <p:sp>
        <p:nvSpPr>
          <p:cNvPr id="18" name="Text Placeholder 17">
            <a:extLst>
              <a:ext uri="{FF2B5EF4-FFF2-40B4-BE49-F238E27FC236}">
                <a16:creationId xmlns:a16="http://schemas.microsoft.com/office/drawing/2014/main" id="{6E98D82E-5EB2-8939-12EE-CCA49F942F46}"/>
              </a:ext>
            </a:extLst>
          </p:cNvPr>
          <p:cNvSpPr>
            <a:spLocks noGrp="1"/>
          </p:cNvSpPr>
          <p:nvPr>
            <p:ph type="body" sz="quarter" idx="22"/>
          </p:nvPr>
        </p:nvSpPr>
        <p:spPr>
          <a:xfrm>
            <a:off x="1235075" y="3862552"/>
            <a:ext cx="8778782" cy="426720"/>
          </a:xfrm>
        </p:spPr>
        <p:txBody>
          <a:bodyPr/>
          <a:lstStyle/>
          <a:p>
            <a:r>
              <a:rPr lang="es-ES" sz="1400" b="0" i="0" strike="noStrike" cap="none" baseline="0" dirty="0">
                <a:solidFill>
                  <a:srgbClr val="000000"/>
                </a:solidFill>
                <a:effectLst/>
                <a:latin typeface="Segoe UI Semibold"/>
                <a:ea typeface="Segoe UI Semibold"/>
                <a:cs typeface="Segoe UI Semibold"/>
              </a:rPr>
              <a:t>¿Qué componente de Microsoft Agent Framework administra el estado de la conversación y almacena mensajes?</a:t>
            </a:r>
            <a:endParaRPr lang="en-US" noProof="0" dirty="0"/>
          </a:p>
        </p:txBody>
      </p:sp>
      <p:sp>
        <p:nvSpPr>
          <p:cNvPr id="19" name="Text Placeholder 18">
            <a:extLst>
              <a:ext uri="{FF2B5EF4-FFF2-40B4-BE49-F238E27FC236}">
                <a16:creationId xmlns:a16="http://schemas.microsoft.com/office/drawing/2014/main" id="{54B72FE1-C8C0-6A5C-72FB-1FD100C3B68B}"/>
              </a:ext>
            </a:extLst>
          </p:cNvPr>
          <p:cNvSpPr>
            <a:spLocks noGrp="1"/>
          </p:cNvSpPr>
          <p:nvPr>
            <p:ph type="body" sz="quarter" idx="23"/>
          </p:nvPr>
        </p:nvSpPr>
        <p:spPr>
          <a:xfrm>
            <a:off x="1235074" y="4286731"/>
            <a:ext cx="8775098" cy="725424"/>
          </a:xfrm>
        </p:spPr>
        <p:txBody>
          <a:bodyPr/>
          <a:lstStyle/>
          <a:p>
            <a:r>
              <a:rPr lang="es-ES" sz="1400" b="0" i="0" strike="noStrike" cap="none" baseline="0">
                <a:solidFill>
                  <a:srgbClr val="000000"/>
                </a:solidFill>
                <a:effectLst/>
                <a:latin typeface="Consolas"/>
                <a:ea typeface="Consolas"/>
                <a:cs typeface="Consolas"/>
              </a:rPr>
              <a:t>AgentThread </a:t>
            </a:r>
          </a:p>
          <a:p>
            <a:r>
              <a:rPr lang="es-ES" sz="1400" b="0" i="0" strike="noStrike" cap="none" baseline="0">
                <a:solidFill>
                  <a:srgbClr val="000000"/>
                </a:solidFill>
                <a:effectLst/>
                <a:latin typeface="Consolas"/>
                <a:ea typeface="Consolas"/>
                <a:cs typeface="Consolas"/>
              </a:rPr>
              <a:t>ChatAgent </a:t>
            </a:r>
          </a:p>
          <a:p>
            <a:r>
              <a:rPr lang="es-ES" sz="1400" b="0" i="0" strike="noStrike" cap="none" baseline="0">
                <a:solidFill>
                  <a:srgbClr val="000000"/>
                </a:solidFill>
                <a:effectLst/>
                <a:latin typeface="Consolas"/>
                <a:ea typeface="Consolas"/>
                <a:cs typeface="Consolas"/>
              </a:rPr>
              <a:t>AzureAIAgentClient</a:t>
            </a:r>
            <a:endParaRPr lang="en-US">
              <a:latin typeface="Consolas" panose="020B0609020204030204" pitchFamily="49" charset="0"/>
              <a:cs typeface="Consolas" panose="020B0609020204030204" pitchFamily="49" charset="0"/>
            </a:endParaRPr>
          </a:p>
        </p:txBody>
      </p:sp>
      <p:sp>
        <p:nvSpPr>
          <p:cNvPr id="76" name="Oval 75">
            <a:extLst>
              <a:ext uri="{FF2B5EF4-FFF2-40B4-BE49-F238E27FC236}">
                <a16:creationId xmlns:a16="http://schemas.microsoft.com/office/drawing/2014/main" id="{1D2BBE7D-075D-C336-0612-48DF6F7C7BCC}"/>
              </a:ext>
              <a:ext uri="{C183D7F6-B498-43B3-948B-1728B52AA6E4}">
                <adec:decorative xmlns:adec="http://schemas.microsoft.com/office/drawing/2017/decorative" val="1"/>
              </a:ext>
            </a:extLst>
          </p:cNvPr>
          <p:cNvSpPr/>
          <p:nvPr/>
        </p:nvSpPr>
        <p:spPr bwMode="auto">
          <a:xfrm>
            <a:off x="722582" y="21879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69A779B2-FDED-E8D6-C2FB-56A3A475AAE3}"/>
              </a:ext>
              <a:ext uri="{C183D7F6-B498-43B3-948B-1728B52AA6E4}">
                <adec:decorative xmlns:adec="http://schemas.microsoft.com/office/drawing/2017/decorative" val="1"/>
              </a:ext>
            </a:extLst>
          </p:cNvPr>
          <p:cNvSpPr/>
          <p:nvPr/>
        </p:nvSpPr>
        <p:spPr bwMode="auto">
          <a:xfrm>
            <a:off x="722582" y="387571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77AF4C86-3F5D-4A37-99B7-6341643DCE43}"/>
              </a:ext>
              <a:ext uri="{C183D7F6-B498-43B3-948B-1728B52AA6E4}">
                <adec:decorative xmlns:adec="http://schemas.microsoft.com/office/drawing/2017/decorative" val="1"/>
              </a:ext>
            </a:extLst>
          </p:cNvPr>
          <p:cNvSpPr/>
          <p:nvPr/>
        </p:nvSpPr>
        <p:spPr>
          <a:xfrm>
            <a:off x="1263852" y="432639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5DC4E12B-6E5D-A8D7-980C-5D95204668ED}"/>
              </a:ext>
              <a:ext uri="{C183D7F6-B498-43B3-948B-1728B52AA6E4}">
                <adec:decorative xmlns:adec="http://schemas.microsoft.com/office/drawing/2017/decorative" val="1"/>
              </a:ext>
            </a:extLst>
          </p:cNvPr>
          <p:cNvSpPr/>
          <p:nvPr/>
        </p:nvSpPr>
        <p:spPr>
          <a:xfrm>
            <a:off x="1263852" y="314816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56DEC2FE-9CA5-C7C4-879A-EFD1D496A81E}"/>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2416630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F6FEE-8DDB-80E4-9A12-3DB8A84AF527}"/>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7AB4E7B-3547-C560-6B83-E2BBB0E6537B}"/>
              </a:ext>
            </a:extLst>
          </p:cNvPr>
          <p:cNvSpPr>
            <a:spLocks noGrp="1"/>
          </p:cNvSpPr>
          <p:nvPr>
            <p:ph type="title"/>
          </p:nvPr>
        </p:nvSpPr>
        <p:spPr>
          <a:xfrm>
            <a:off x="569911" y="2354244"/>
            <a:ext cx="6345239" cy="1645920"/>
          </a:xfrm>
        </p:spPr>
        <p:txBody>
          <a:bodyPr/>
          <a:lstStyle/>
          <a:p>
            <a:r>
              <a:rPr lang="es-ES" sz="3600" b="0" i="0" strike="noStrike" cap="none" baseline="0" dirty="0">
                <a:solidFill>
                  <a:srgbClr val="000000"/>
                </a:solidFill>
                <a:effectLst/>
                <a:latin typeface="Segoe UI"/>
                <a:ea typeface="Segoe UI"/>
                <a:cs typeface="Segoe UI"/>
              </a:rPr>
              <a:t>Orquestación de una</a:t>
            </a:r>
            <a:br>
              <a:rPr lang="es-ES" sz="3600" b="0" i="0" strike="noStrike" cap="none" baseline="0" dirty="0">
                <a:solidFill>
                  <a:srgbClr val="000000"/>
                </a:solidFill>
                <a:effectLst/>
                <a:latin typeface="Segoe UI"/>
                <a:ea typeface="Segoe UI"/>
                <a:cs typeface="Segoe UI"/>
              </a:rPr>
            </a:br>
            <a:r>
              <a:rPr lang="es-ES" sz="3600" b="0" i="0" strike="noStrike" cap="none" baseline="0" dirty="0">
                <a:solidFill>
                  <a:srgbClr val="000000"/>
                </a:solidFill>
                <a:effectLst/>
                <a:latin typeface="Segoe UI"/>
                <a:ea typeface="Segoe UI"/>
                <a:cs typeface="Segoe UI"/>
              </a:rPr>
              <a:t>solución </a:t>
            </a:r>
            <a:r>
              <a:rPr lang="es-ES" sz="3600" b="0" i="0" strike="noStrike" cap="none" baseline="0" dirty="0" err="1">
                <a:solidFill>
                  <a:srgbClr val="000000"/>
                </a:solidFill>
                <a:effectLst/>
                <a:latin typeface="Segoe UI"/>
                <a:ea typeface="Segoe UI"/>
                <a:cs typeface="Segoe UI"/>
              </a:rPr>
              <a:t>multiagente</a:t>
            </a:r>
            <a:r>
              <a:rPr lang="es-ES" sz="3600" b="0" i="0" strike="noStrike" cap="none" baseline="0" dirty="0">
                <a:solidFill>
                  <a:srgbClr val="000000"/>
                </a:solidFill>
                <a:effectLst/>
                <a:latin typeface="Segoe UI"/>
                <a:ea typeface="Segoe UI"/>
                <a:cs typeface="Segoe UI"/>
              </a:rPr>
              <a:t> con Microsoft Agent Framework</a:t>
            </a:r>
            <a:endParaRPr lang="en-US" sz="3600" dirty="0"/>
          </a:p>
        </p:txBody>
      </p:sp>
      <p:sp>
        <p:nvSpPr>
          <p:cNvPr id="11" name="Footer Placeholder 10">
            <a:extLst>
              <a:ext uri="{FF2B5EF4-FFF2-40B4-BE49-F238E27FC236}">
                <a16:creationId xmlns:a16="http://schemas.microsoft.com/office/drawing/2014/main" id="{D62AFD1E-BDF1-749E-9781-EE5203320A34}"/>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2" name="Rectangle 1">
            <a:extLst>
              <a:ext uri="{FF2B5EF4-FFF2-40B4-BE49-F238E27FC236}">
                <a16:creationId xmlns:a16="http://schemas.microsoft.com/office/drawing/2014/main" id="{27DAA2A1-392E-98D6-2EA3-7AF18285370B}"/>
              </a:ext>
            </a:extLst>
          </p:cNvPr>
          <p:cNvSpPr/>
          <p:nvPr/>
        </p:nvSpPr>
        <p:spPr bwMode="auto">
          <a:xfrm>
            <a:off x="2888243" y="1229710"/>
            <a:ext cx="914400" cy="914400"/>
          </a:xfrm>
          <a:prstGeom prst="rect">
            <a:avLst/>
          </a:prstGeom>
          <a:solidFill>
            <a:srgbClr val="E8E6DF"/>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LID4096"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19CD4FC9-2F4C-B395-C497-609BD78CA090}"/>
              </a:ext>
            </a:extLst>
          </p:cNvPr>
          <p:cNvSpPr txBox="1"/>
          <p:nvPr/>
        </p:nvSpPr>
        <p:spPr>
          <a:xfrm>
            <a:off x="482825" y="4000164"/>
            <a:ext cx="6096000" cy="630936"/>
          </a:xfrm>
          <a:prstGeom prst="rect">
            <a:avLst/>
          </a:prstGeom>
          <a:noFill/>
        </p:spPr>
        <p:txBody>
          <a:bodyPr wrap="square">
            <a:spAutoFit/>
          </a:bodyPr>
          <a:lstStyle/>
          <a:p>
            <a:r>
              <a:rPr lang="es-ES" sz="1770" b="0" i="0" strike="noStrike" cap="none" baseline="0">
                <a:solidFill>
                  <a:srgbClr val="BF3AC4"/>
                </a:solidFill>
                <a:effectLst/>
                <a:latin typeface="Segoe UI"/>
                <a:ea typeface="Segoe UI"/>
                <a:cs typeface="Segoe UI"/>
              </a:rPr>
              <a:t>https://aka.ms/mslearn-agent-framework-multi-agent</a:t>
            </a:r>
          </a:p>
        </p:txBody>
      </p:sp>
    </p:spTree>
    <p:extLst>
      <p:ext uri="{BB962C8B-B14F-4D97-AF65-F5344CB8AC3E}">
        <p14:creationId xmlns:p14="http://schemas.microsoft.com/office/powerpoint/2010/main" val="1915971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C7CED0B2-D3EA-5D3D-4A5B-5EEBDFA53778}"/>
              </a:ext>
            </a:extLst>
          </p:cNvPr>
          <p:cNvPicPr>
            <a:picLocks noChangeAspect="1" noChangeArrowheads="1"/>
          </p:cNvPicPr>
          <p:nvPr/>
        </p:nvPicPr>
        <p:blipFill>
          <a:blip r:embed="rId3"/>
          <a:srcRect/>
          <a:stretch/>
        </p:blipFill>
        <p:spPr bwMode="auto">
          <a:xfrm>
            <a:off x="2743200" y="831437"/>
            <a:ext cx="9448800" cy="4444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D7040F9-9AEE-CAEF-A643-6F5CC9B73DCE}"/>
              </a:ext>
            </a:extLst>
          </p:cNvPr>
          <p:cNvSpPr>
            <a:spLocks noGrp="1"/>
          </p:cNvSpPr>
          <p:nvPr>
            <p:ph type="title"/>
          </p:nvPr>
        </p:nvSpPr>
        <p:spPr>
          <a:xfrm>
            <a:off x="588262" y="585216"/>
            <a:ext cx="11013474" cy="487680"/>
          </a:xfrm>
        </p:spPr>
        <p:txBody>
          <a:bodyPr/>
          <a:lstStyle/>
          <a:p>
            <a:r>
              <a:rPr lang="es-ES" sz="3200" b="1" i="0" strike="noStrike" cap="none" baseline="0">
                <a:solidFill>
                  <a:srgbClr val="000000"/>
                </a:solidFill>
                <a:effectLst/>
                <a:latin typeface="Segoe UI Semibold"/>
                <a:ea typeface="Segoe UI Semibold"/>
                <a:cs typeface="Segoe UI Semibold"/>
              </a:rPr>
              <a:t>Uso de la orquestación simultánea</a:t>
            </a:r>
            <a:endParaRPr lang="en-US" sz="3200"/>
          </a:p>
        </p:txBody>
      </p:sp>
      <p:sp>
        <p:nvSpPr>
          <p:cNvPr id="4" name="Footer Placeholder 3">
            <a:extLst>
              <a:ext uri="{FF2B5EF4-FFF2-40B4-BE49-F238E27FC236}">
                <a16:creationId xmlns:a16="http://schemas.microsoft.com/office/drawing/2014/main" id="{8177E4A0-AD36-4EE0-4F7B-88946E69550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3" name="Text Placeholder 5">
            <a:extLst>
              <a:ext uri="{FF2B5EF4-FFF2-40B4-BE49-F238E27FC236}">
                <a16:creationId xmlns:a16="http://schemas.microsoft.com/office/drawing/2014/main" id="{5B9BF09B-0858-2DC4-037B-386C63B3C642}"/>
              </a:ext>
            </a:extLst>
          </p:cNvPr>
          <p:cNvSpPr txBox="1"/>
          <p:nvPr/>
        </p:nvSpPr>
        <p:spPr>
          <a:xfrm>
            <a:off x="579438" y="3547395"/>
            <a:ext cx="5364224" cy="1729042"/>
          </a:xfrm>
          <a:prstGeom prst="rect">
            <a:avLst/>
          </a:prstGeom>
        </p:spPr>
        <p:txBody>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t">
              <a:buNone/>
            </a:pPr>
            <a:r>
              <a:rPr lang="es-ES" sz="1800" b="1" i="0" strike="noStrike" cap="none" baseline="0" dirty="0">
                <a:solidFill>
                  <a:srgbClr val="000000"/>
                </a:solidFill>
                <a:effectLst/>
                <a:latin typeface="Segoe UI Semibold"/>
                <a:ea typeface="Segoe UI Semibold"/>
                <a:cs typeface="Segoe UI Semibold"/>
              </a:rPr>
              <a:t>Ejecución de tareas en paralelo</a:t>
            </a:r>
          </a:p>
          <a:p>
            <a:pPr marL="0" indent="0" fontAlgn="t">
              <a:lnSpc>
                <a:spcPct val="150000"/>
              </a:lnSpc>
              <a:buNone/>
            </a:pPr>
            <a:r>
              <a:rPr lang="es-ES" sz="1600" b="0" i="0" strike="noStrike" cap="none" baseline="0" dirty="0">
                <a:solidFill>
                  <a:srgbClr val="000000"/>
                </a:solidFill>
                <a:effectLst/>
                <a:latin typeface="Segoe UI"/>
                <a:ea typeface="Segoe UI"/>
                <a:cs typeface="Segoe UI"/>
              </a:rPr>
              <a:t>Los agentes independientes se ejecutan simultáneamente </a:t>
            </a:r>
          </a:p>
          <a:p>
            <a:pPr marL="0" indent="0" fontAlgn="t">
              <a:buNone/>
            </a:pPr>
            <a:r>
              <a:rPr lang="es-ES" sz="1600" b="0" i="0" strike="noStrike" cap="none" baseline="0" dirty="0">
                <a:solidFill>
                  <a:srgbClr val="000000"/>
                </a:solidFill>
                <a:effectLst/>
                <a:latin typeface="Segoe UI"/>
                <a:ea typeface="Segoe UI"/>
                <a:cs typeface="Segoe UI"/>
              </a:rPr>
              <a:t>Resultados combinados al finalizar </a:t>
            </a:r>
          </a:p>
          <a:p>
            <a:pPr marL="0" indent="0" fontAlgn="t">
              <a:buNone/>
            </a:pPr>
            <a:r>
              <a:rPr lang="es-ES" sz="1600" b="0" i="0" strike="noStrike" cap="none" baseline="0" dirty="0">
                <a:solidFill>
                  <a:srgbClr val="000000"/>
                </a:solidFill>
                <a:effectLst/>
                <a:latin typeface="Segoe UI"/>
                <a:ea typeface="Segoe UI"/>
                <a:cs typeface="Segoe UI"/>
              </a:rPr>
              <a:t>Optimizada para la velocidad</a:t>
            </a:r>
          </a:p>
          <a:p>
            <a:pPr marL="0" indent="0" fontAlgn="t">
              <a:buNone/>
            </a:pPr>
            <a:endParaRPr lang="en-US" sz="1800" b="1" dirty="0"/>
          </a:p>
        </p:txBody>
      </p:sp>
    </p:spTree>
    <p:extLst>
      <p:ext uri="{BB962C8B-B14F-4D97-AF65-F5344CB8AC3E}">
        <p14:creationId xmlns:p14="http://schemas.microsoft.com/office/powerpoint/2010/main" val="337927378"/>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DFB26-9DFE-DE10-12EE-C041D70BA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7F8141-58F4-F937-5211-274011AD32DC}"/>
              </a:ext>
            </a:extLst>
          </p:cNvPr>
          <p:cNvSpPr>
            <a:spLocks noGrp="1"/>
          </p:cNvSpPr>
          <p:nvPr>
            <p:ph type="title"/>
          </p:nvPr>
        </p:nvSpPr>
        <p:spPr>
          <a:xfrm>
            <a:off x="588262" y="585216"/>
            <a:ext cx="11013474" cy="487680"/>
          </a:xfrm>
        </p:spPr>
        <p:txBody>
          <a:bodyPr/>
          <a:lstStyle/>
          <a:p>
            <a:r>
              <a:rPr lang="es-ES" sz="3200" b="1" i="0" strike="noStrike" cap="none" baseline="0" dirty="0">
                <a:solidFill>
                  <a:srgbClr val="000000"/>
                </a:solidFill>
                <a:effectLst/>
                <a:latin typeface="Segoe UI Semibold"/>
                <a:ea typeface="Segoe UI Semibold"/>
                <a:cs typeface="Segoe UI Semibold"/>
              </a:rPr>
              <a:t>Uso de la orquestación secuencial</a:t>
            </a:r>
            <a:endParaRPr lang="en-US" sz="3200" dirty="0"/>
          </a:p>
        </p:txBody>
      </p:sp>
      <p:sp>
        <p:nvSpPr>
          <p:cNvPr id="4" name="Footer Placeholder 3">
            <a:extLst>
              <a:ext uri="{FF2B5EF4-FFF2-40B4-BE49-F238E27FC236}">
                <a16:creationId xmlns:a16="http://schemas.microsoft.com/office/drawing/2014/main" id="{83A2CC0A-3BCF-CD69-B4B6-165BADA38605}"/>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3" name="Text Placeholder 5">
            <a:extLst>
              <a:ext uri="{FF2B5EF4-FFF2-40B4-BE49-F238E27FC236}">
                <a16:creationId xmlns:a16="http://schemas.microsoft.com/office/drawing/2014/main" id="{42986F76-8C01-B610-A0EC-57F17635DBC8}"/>
              </a:ext>
            </a:extLst>
          </p:cNvPr>
          <p:cNvSpPr txBox="1"/>
          <p:nvPr/>
        </p:nvSpPr>
        <p:spPr>
          <a:xfrm>
            <a:off x="579438" y="2564479"/>
            <a:ext cx="5364224" cy="1729042"/>
          </a:xfrm>
          <a:prstGeom prst="rect">
            <a:avLst/>
          </a:prstGeom>
        </p:spPr>
        <p:txBody>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t">
              <a:buNone/>
            </a:pPr>
            <a:r>
              <a:rPr lang="es-ES" sz="1800" b="1" i="0" strike="noStrike" cap="none" baseline="0">
                <a:solidFill>
                  <a:srgbClr val="000000"/>
                </a:solidFill>
                <a:effectLst/>
                <a:latin typeface="Segoe UI Semibold"/>
                <a:ea typeface="Segoe UI Semibold"/>
                <a:cs typeface="Segoe UI Semibold"/>
              </a:rPr>
              <a:t>Ejecución paso a paso</a:t>
            </a:r>
          </a:p>
          <a:p>
            <a:pPr marL="0" indent="0" fontAlgn="t">
              <a:lnSpc>
                <a:spcPct val="150000"/>
              </a:lnSpc>
              <a:buNone/>
            </a:pPr>
            <a:r>
              <a:rPr lang="es-ES" sz="1600" b="0" i="0" strike="noStrike" cap="none" baseline="0">
                <a:solidFill>
                  <a:srgbClr val="000000"/>
                </a:solidFill>
                <a:effectLst/>
                <a:latin typeface="Segoe UI"/>
                <a:ea typeface="Segoe UI"/>
                <a:cs typeface="Segoe UI"/>
              </a:rPr>
              <a:t>Cada paso depende de la salida anterior </a:t>
            </a:r>
          </a:p>
          <a:p>
            <a:pPr marL="0" indent="0" fontAlgn="t">
              <a:buNone/>
            </a:pPr>
            <a:r>
              <a:rPr lang="es-ES" sz="1600" b="0" i="0" strike="noStrike" cap="none" baseline="0">
                <a:solidFill>
                  <a:srgbClr val="000000"/>
                </a:solidFill>
                <a:effectLst/>
                <a:latin typeface="Segoe UI"/>
                <a:ea typeface="Segoe UI"/>
                <a:cs typeface="Segoe UI"/>
              </a:rPr>
              <a:t>Flujo predecible y ordenado </a:t>
            </a:r>
          </a:p>
          <a:p>
            <a:pPr marL="0" indent="0" fontAlgn="t">
              <a:buNone/>
            </a:pPr>
            <a:r>
              <a:rPr lang="es-ES" sz="1600" b="0" i="0" strike="noStrike" cap="none" baseline="0">
                <a:solidFill>
                  <a:srgbClr val="000000"/>
                </a:solidFill>
                <a:effectLst/>
                <a:latin typeface="Segoe UI"/>
                <a:ea typeface="Segoe UI"/>
                <a:cs typeface="Segoe UI"/>
              </a:rPr>
              <a:t>Fácil de razonar al respecto</a:t>
            </a:r>
          </a:p>
          <a:p>
            <a:pPr marL="0" indent="0" fontAlgn="t">
              <a:buNone/>
            </a:pPr>
            <a:endParaRPr lang="en-US" sz="1800" b="1"/>
          </a:p>
        </p:txBody>
      </p:sp>
      <p:pic>
        <p:nvPicPr>
          <p:cNvPr id="5" name="Picture 4">
            <a:extLst>
              <a:ext uri="{FF2B5EF4-FFF2-40B4-BE49-F238E27FC236}">
                <a16:creationId xmlns:a16="http://schemas.microsoft.com/office/drawing/2014/main" id="{4C802FD7-3859-6FA6-BCC6-ADF895CADE07}"/>
              </a:ext>
            </a:extLst>
          </p:cNvPr>
          <p:cNvPicPr>
            <a:picLocks noChangeAspect="1" noChangeArrowheads="1"/>
          </p:cNvPicPr>
          <p:nvPr/>
        </p:nvPicPr>
        <p:blipFill>
          <a:blip r:embed="rId3"/>
          <a:srcRect/>
          <a:stretch/>
        </p:blipFill>
        <p:spPr bwMode="auto">
          <a:xfrm>
            <a:off x="6811446" y="632"/>
            <a:ext cx="3913187" cy="6856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2072715"/>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7EBF-02E1-9E63-31CE-6A85AEEB6E9F}"/>
            </a:ext>
          </a:extLst>
        </p:cNvPr>
        <p:cNvGrpSpPr/>
        <p:nvPr/>
      </p:nvGrpSpPr>
      <p:grpSpPr>
        <a:xfrm>
          <a:off x="0" y="0"/>
          <a:ext cx="0" cy="0"/>
          <a:chOff x="0" y="0"/>
          <a:chExt cx="0" cy="0"/>
        </a:xfrm>
      </p:grpSpPr>
      <p:pic>
        <p:nvPicPr>
          <p:cNvPr id="5" name="Picture 2">
            <a:extLst>
              <a:ext uri="{FF2B5EF4-FFF2-40B4-BE49-F238E27FC236}">
                <a16:creationId xmlns:a16="http://schemas.microsoft.com/office/drawing/2014/main" id="{18CB060D-1440-89FC-F8AF-BCD647824DFF}"/>
              </a:ext>
            </a:extLst>
          </p:cNvPr>
          <p:cNvPicPr>
            <a:picLocks noChangeAspect="1" noChangeArrowheads="1"/>
          </p:cNvPicPr>
          <p:nvPr/>
        </p:nvPicPr>
        <p:blipFill>
          <a:blip r:embed="rId3"/>
          <a:srcRect/>
          <a:stretch/>
        </p:blipFill>
        <p:spPr bwMode="auto">
          <a:xfrm>
            <a:off x="3430246" y="1291830"/>
            <a:ext cx="8379507" cy="427433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C7B7895-8AC3-A248-5E81-EE25AC0E975A}"/>
              </a:ext>
            </a:extLst>
          </p:cNvPr>
          <p:cNvSpPr>
            <a:spLocks noGrp="1"/>
          </p:cNvSpPr>
          <p:nvPr>
            <p:ph type="title"/>
          </p:nvPr>
        </p:nvSpPr>
        <p:spPr>
          <a:xfrm>
            <a:off x="588262" y="585216"/>
            <a:ext cx="11013474" cy="487680"/>
          </a:xfrm>
        </p:spPr>
        <p:txBody>
          <a:bodyPr/>
          <a:lstStyle/>
          <a:p>
            <a:r>
              <a:rPr lang="es-ES" sz="3200" b="1" i="0" strike="noStrike" cap="none" baseline="0">
                <a:solidFill>
                  <a:srgbClr val="000000"/>
                </a:solidFill>
                <a:effectLst/>
                <a:latin typeface="Segoe UI Semibold"/>
                <a:ea typeface="Segoe UI Semibold"/>
                <a:cs typeface="Segoe UI Semibold"/>
              </a:rPr>
              <a:t>Uso de la orquestación de chat grupal</a:t>
            </a:r>
            <a:endParaRPr lang="en-US" sz="3200"/>
          </a:p>
        </p:txBody>
      </p:sp>
      <p:sp>
        <p:nvSpPr>
          <p:cNvPr id="4" name="Footer Placeholder 3">
            <a:extLst>
              <a:ext uri="{FF2B5EF4-FFF2-40B4-BE49-F238E27FC236}">
                <a16:creationId xmlns:a16="http://schemas.microsoft.com/office/drawing/2014/main" id="{BB4C8515-A78E-151D-4CDC-7EA9EE176E5E}"/>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3" name="Text Placeholder 5">
            <a:extLst>
              <a:ext uri="{FF2B5EF4-FFF2-40B4-BE49-F238E27FC236}">
                <a16:creationId xmlns:a16="http://schemas.microsoft.com/office/drawing/2014/main" id="{2A9E0E96-5BFD-1B2E-5F4E-7CE0304A4893}"/>
              </a:ext>
            </a:extLst>
          </p:cNvPr>
          <p:cNvSpPr txBox="1"/>
          <p:nvPr/>
        </p:nvSpPr>
        <p:spPr>
          <a:xfrm>
            <a:off x="579438" y="2564479"/>
            <a:ext cx="5364224" cy="1729042"/>
          </a:xfrm>
          <a:prstGeom prst="rect">
            <a:avLst/>
          </a:prstGeom>
        </p:spPr>
        <p:txBody>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t">
              <a:buNone/>
            </a:pPr>
            <a:r>
              <a:rPr lang="es-ES" sz="1800" b="1" i="0" strike="noStrike" cap="none" baseline="0" dirty="0">
                <a:solidFill>
                  <a:srgbClr val="000000"/>
                </a:solidFill>
                <a:effectLst/>
                <a:latin typeface="Segoe UI Semibold"/>
                <a:ea typeface="Segoe UI Semibold"/>
                <a:cs typeface="Segoe UI Semibold"/>
              </a:rPr>
              <a:t>Razonamiento del agente colaborativo</a:t>
            </a:r>
          </a:p>
          <a:p>
            <a:pPr marL="0" indent="0" fontAlgn="t">
              <a:lnSpc>
                <a:spcPct val="150000"/>
              </a:lnSpc>
              <a:buNone/>
            </a:pPr>
            <a:r>
              <a:rPr lang="es-ES" sz="1600" b="0" i="0" strike="noStrike" cap="none" baseline="0" dirty="0">
                <a:solidFill>
                  <a:srgbClr val="000000"/>
                </a:solidFill>
                <a:effectLst/>
                <a:latin typeface="Segoe UI"/>
                <a:ea typeface="Segoe UI"/>
                <a:cs typeface="Segoe UI"/>
              </a:rPr>
              <a:t>Los agentes comparten una conversación común </a:t>
            </a:r>
          </a:p>
          <a:p>
            <a:pPr marL="0" indent="0" fontAlgn="t">
              <a:buNone/>
            </a:pPr>
            <a:r>
              <a:rPr lang="es-ES" sz="1600" b="0" i="0" strike="noStrike" cap="none" baseline="0" dirty="0">
                <a:solidFill>
                  <a:srgbClr val="000000"/>
                </a:solidFill>
                <a:effectLst/>
                <a:latin typeface="Segoe UI"/>
                <a:ea typeface="Segoe UI"/>
                <a:cs typeface="Segoe UI"/>
              </a:rPr>
              <a:t>Cambios de control dinámicamente </a:t>
            </a:r>
          </a:p>
          <a:p>
            <a:pPr marL="0" indent="0" fontAlgn="t">
              <a:buNone/>
            </a:pPr>
            <a:r>
              <a:rPr lang="es-ES" sz="1600" b="0" i="0" strike="noStrike" cap="none" baseline="0" dirty="0">
                <a:solidFill>
                  <a:srgbClr val="000000"/>
                </a:solidFill>
                <a:effectLst/>
                <a:latin typeface="Segoe UI"/>
                <a:ea typeface="Segoe UI"/>
                <a:cs typeface="Segoe UI"/>
              </a:rPr>
              <a:t>Más adecuada para sesiones de lluvia</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de ideas y síntesis</a:t>
            </a:r>
          </a:p>
          <a:p>
            <a:pPr marL="0" indent="0" fontAlgn="t">
              <a:buNone/>
            </a:pPr>
            <a:endParaRPr lang="en-US" sz="1800" b="1" dirty="0"/>
          </a:p>
        </p:txBody>
      </p:sp>
    </p:spTree>
    <p:extLst>
      <p:ext uri="{BB962C8B-B14F-4D97-AF65-F5344CB8AC3E}">
        <p14:creationId xmlns:p14="http://schemas.microsoft.com/office/powerpoint/2010/main" val="1019487884"/>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04914-61B5-80BE-19C0-EF1F3FCDA0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8FAFD6-2A3D-80AF-A792-02A57D053282}"/>
              </a:ext>
            </a:extLst>
          </p:cNvPr>
          <p:cNvSpPr>
            <a:spLocks noGrp="1"/>
          </p:cNvSpPr>
          <p:nvPr>
            <p:ph type="title"/>
          </p:nvPr>
        </p:nvSpPr>
        <p:spPr>
          <a:xfrm>
            <a:off x="588262" y="585216"/>
            <a:ext cx="11013474" cy="487680"/>
          </a:xfrm>
        </p:spPr>
        <p:txBody>
          <a:bodyPr/>
          <a:lstStyle/>
          <a:p>
            <a:r>
              <a:rPr lang="es-ES" sz="3200" b="1" i="0" strike="noStrike" cap="none" baseline="0">
                <a:solidFill>
                  <a:srgbClr val="000000"/>
                </a:solidFill>
                <a:effectLst/>
                <a:latin typeface="Segoe UI Semibold"/>
                <a:ea typeface="Segoe UI Semibold"/>
                <a:cs typeface="Segoe UI Semibold"/>
              </a:rPr>
              <a:t>Uso de la orquestación de entrega</a:t>
            </a:r>
            <a:endParaRPr lang="en-US" sz="3200"/>
          </a:p>
        </p:txBody>
      </p:sp>
      <p:sp>
        <p:nvSpPr>
          <p:cNvPr id="4" name="Footer Placeholder 3">
            <a:extLst>
              <a:ext uri="{FF2B5EF4-FFF2-40B4-BE49-F238E27FC236}">
                <a16:creationId xmlns:a16="http://schemas.microsoft.com/office/drawing/2014/main" id="{E0099170-6E95-6BE7-5F2A-F20EF6741BD9}"/>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5" name="Text Placeholder 5">
            <a:extLst>
              <a:ext uri="{FF2B5EF4-FFF2-40B4-BE49-F238E27FC236}">
                <a16:creationId xmlns:a16="http://schemas.microsoft.com/office/drawing/2014/main" id="{B10DC485-E838-7ABB-0458-AACD6E0F4680}"/>
              </a:ext>
            </a:extLst>
          </p:cNvPr>
          <p:cNvSpPr txBox="1"/>
          <p:nvPr/>
        </p:nvSpPr>
        <p:spPr>
          <a:xfrm>
            <a:off x="579438" y="2884850"/>
            <a:ext cx="3642042" cy="1729042"/>
          </a:xfrm>
          <a:prstGeom prst="rect">
            <a:avLst/>
          </a:prstGeom>
        </p:spPr>
        <p:txBody>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t">
              <a:buNone/>
            </a:pPr>
            <a:r>
              <a:rPr lang="es-ES" sz="1800" b="1" i="0" strike="noStrike" cap="none" baseline="0" dirty="0">
                <a:solidFill>
                  <a:srgbClr val="000000"/>
                </a:solidFill>
                <a:effectLst/>
                <a:latin typeface="Segoe UI Semibold"/>
                <a:ea typeface="Segoe UI Semibold"/>
                <a:cs typeface="Segoe UI Semibold"/>
              </a:rPr>
              <a:t>Delegación por experiencia</a:t>
            </a:r>
          </a:p>
          <a:p>
            <a:pPr marL="0" indent="0" fontAlgn="t">
              <a:lnSpc>
                <a:spcPct val="150000"/>
              </a:lnSpc>
              <a:buNone/>
            </a:pPr>
            <a:r>
              <a:rPr lang="es-ES" sz="1600" b="0" i="0" strike="noStrike" cap="none" baseline="0" dirty="0">
                <a:solidFill>
                  <a:srgbClr val="000000"/>
                </a:solidFill>
                <a:effectLst/>
                <a:latin typeface="Segoe UI"/>
                <a:ea typeface="Segoe UI"/>
                <a:cs typeface="Segoe UI"/>
              </a:rPr>
              <a:t>Un agente transfiere el control a otro</a:t>
            </a:r>
          </a:p>
          <a:p>
            <a:pPr marL="0" indent="0" fontAlgn="t">
              <a:buNone/>
            </a:pPr>
            <a:r>
              <a:rPr lang="es-ES" sz="1600" b="0" i="0" strike="noStrike" cap="none" baseline="0" dirty="0">
                <a:solidFill>
                  <a:srgbClr val="000000"/>
                </a:solidFill>
                <a:effectLst/>
                <a:latin typeface="Segoe UI"/>
                <a:ea typeface="Segoe UI"/>
                <a:cs typeface="Segoe UI"/>
              </a:rPr>
              <a:t>Borrado de la propiedad por fase</a:t>
            </a:r>
          </a:p>
          <a:p>
            <a:pPr marL="0" indent="0" fontAlgn="t">
              <a:buNone/>
            </a:pPr>
            <a:r>
              <a:rPr lang="es-ES" sz="1600" b="0" i="0" strike="noStrike" cap="none" baseline="0" dirty="0">
                <a:solidFill>
                  <a:srgbClr val="000000"/>
                </a:solidFill>
                <a:effectLst/>
                <a:latin typeface="Segoe UI"/>
                <a:ea typeface="Segoe UI"/>
                <a:cs typeface="Segoe UI"/>
              </a:rPr>
              <a:t>Ideal para flujos de trabajo basados</a:t>
            </a:r>
            <a:br>
              <a:rPr lang="es-ES" sz="1600" b="0" i="0" strike="noStrike" cap="none" baseline="0" dirty="0">
                <a:solidFill>
                  <a:srgbClr val="000000"/>
                </a:solidFill>
                <a:effectLst/>
                <a:latin typeface="Segoe UI"/>
                <a:ea typeface="Segoe UI"/>
                <a:cs typeface="Segoe UI"/>
              </a:rPr>
            </a:br>
            <a:r>
              <a:rPr lang="es-ES" sz="1600" b="0" i="0" strike="noStrike" cap="none" baseline="0" dirty="0">
                <a:solidFill>
                  <a:srgbClr val="000000"/>
                </a:solidFill>
                <a:effectLst/>
                <a:latin typeface="Segoe UI"/>
                <a:ea typeface="Segoe UI"/>
                <a:cs typeface="Segoe UI"/>
              </a:rPr>
              <a:t>en roles</a:t>
            </a:r>
          </a:p>
          <a:p>
            <a:pPr marL="0" indent="0" fontAlgn="t">
              <a:buNone/>
            </a:pPr>
            <a:endParaRPr lang="en-US" sz="1800" b="1" dirty="0"/>
          </a:p>
        </p:txBody>
      </p:sp>
      <p:pic>
        <p:nvPicPr>
          <p:cNvPr id="3" name="Picture 4">
            <a:extLst>
              <a:ext uri="{FF2B5EF4-FFF2-40B4-BE49-F238E27FC236}">
                <a16:creationId xmlns:a16="http://schemas.microsoft.com/office/drawing/2014/main" id="{40FD4AA9-69FC-7E29-83BA-E1B3C1FCC0DB}"/>
              </a:ext>
            </a:extLst>
          </p:cNvPr>
          <p:cNvPicPr>
            <a:picLocks noChangeAspect="1" noChangeArrowheads="1"/>
          </p:cNvPicPr>
          <p:nvPr/>
        </p:nvPicPr>
        <p:blipFill>
          <a:blip r:embed="rId3"/>
          <a:srcRect/>
          <a:stretch/>
        </p:blipFill>
        <p:spPr bwMode="auto">
          <a:xfrm>
            <a:off x="5094795" y="1203216"/>
            <a:ext cx="6506659" cy="5118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276012"/>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55A35-D059-D4B3-2355-04EB2408F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8AE7C7-215A-B9CB-1226-5BB63E262E1A}"/>
              </a:ext>
            </a:extLst>
          </p:cNvPr>
          <p:cNvSpPr>
            <a:spLocks noGrp="1"/>
          </p:cNvSpPr>
          <p:nvPr>
            <p:ph type="title"/>
          </p:nvPr>
        </p:nvSpPr>
        <p:spPr>
          <a:xfrm>
            <a:off x="588262" y="585216"/>
            <a:ext cx="11013474" cy="487680"/>
          </a:xfrm>
        </p:spPr>
        <p:txBody>
          <a:bodyPr/>
          <a:lstStyle/>
          <a:p>
            <a:r>
              <a:rPr lang="es-ES" sz="3200" b="1" i="0" strike="noStrike" cap="none" baseline="0">
                <a:solidFill>
                  <a:srgbClr val="000000"/>
                </a:solidFill>
                <a:effectLst/>
                <a:latin typeface="Segoe UI Semibold"/>
                <a:ea typeface="Segoe UI Semibold"/>
                <a:cs typeface="Segoe UI Semibold"/>
              </a:rPr>
              <a:t>Uso de la orquestación Magentic</a:t>
            </a:r>
            <a:endParaRPr lang="en-US" sz="3200"/>
          </a:p>
        </p:txBody>
      </p:sp>
      <p:sp>
        <p:nvSpPr>
          <p:cNvPr id="4" name="Footer Placeholder 3">
            <a:extLst>
              <a:ext uri="{FF2B5EF4-FFF2-40B4-BE49-F238E27FC236}">
                <a16:creationId xmlns:a16="http://schemas.microsoft.com/office/drawing/2014/main" id="{DAE66C20-3B1A-8F9D-DD5F-6ACA9EEC8636}"/>
              </a:ext>
            </a:extLst>
          </p:cNvPr>
          <p:cNvSpPr>
            <a:spLocks noGrp="1"/>
          </p:cNvSpPr>
          <p:nvPr>
            <p:ph type="ftr" sz="quarter" idx="3"/>
          </p:nvPr>
        </p:nvSpPr>
        <p:spPr/>
        <p:txBody>
          <a:bodyPr/>
          <a:lstStyle/>
          <a:p>
            <a:pPr defTabSz="914367">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3" name="Text Placeholder 5">
            <a:extLst>
              <a:ext uri="{FF2B5EF4-FFF2-40B4-BE49-F238E27FC236}">
                <a16:creationId xmlns:a16="http://schemas.microsoft.com/office/drawing/2014/main" id="{D7295C7F-4D38-F738-C948-CE6FFE0CE0FF}"/>
              </a:ext>
            </a:extLst>
          </p:cNvPr>
          <p:cNvSpPr txBox="1"/>
          <p:nvPr/>
        </p:nvSpPr>
        <p:spPr>
          <a:xfrm>
            <a:off x="579438" y="2564479"/>
            <a:ext cx="3368448" cy="2573578"/>
          </a:xfrm>
          <a:prstGeom prst="rect">
            <a:avLst/>
          </a:prstGeom>
        </p:spPr>
        <p:txBody>
          <a:bodyPr/>
          <a:lstStyle>
            <a:lvl1pPr marL="137160" marR="0" indent="-137160"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600" kern="1200" spc="0" baseline="0">
                <a:solidFill>
                  <a:schemeClr val="tx1"/>
                </a:solidFill>
                <a:latin typeface="+mn-lt"/>
                <a:ea typeface="+mn-ea"/>
                <a:cs typeface="Segoe UI" pitchFamily="34" charset="0"/>
              </a:defRPr>
            </a:lvl1pPr>
            <a:lvl2pPr marL="265176" marR="0" indent="-109728"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400" kern="1200" spc="0" baseline="0">
                <a:solidFill>
                  <a:schemeClr val="tx1"/>
                </a:solidFill>
                <a:latin typeface="+mn-lt"/>
                <a:ea typeface="+mn-ea"/>
                <a:cs typeface="+mn-cs"/>
              </a:defRPr>
            </a:lvl2pPr>
            <a:lvl3pPr marL="384048" marR="0" indent="-118872" algn="l" defTabSz="932742" rtl="0" eaLnBrk="1" fontAlgn="auto" latinLnBrk="0" hangingPunct="1">
              <a:lnSpc>
                <a:spcPct val="100000"/>
              </a:lnSpc>
              <a:spcBef>
                <a:spcPct val="20000"/>
              </a:spcBef>
              <a:spcAft>
                <a:spcPct val="0"/>
              </a:spcAft>
              <a:buClrTx/>
              <a:buSzPct val="90000"/>
              <a:buFont typeface="Arial" panose="020B0604020202020204" pitchFamily="34" charset="0"/>
              <a:buChar char="•"/>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10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ct val="0"/>
              </a:spcAft>
              <a:buClrTx/>
              <a:buSzPct val="90000"/>
              <a:buFont typeface="Wingdings" panose="05000000000000000000" pitchFamily="2" charset="2"/>
              <a:buChar char=""/>
              <a:defRPr sz="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fontAlgn="t">
              <a:buNone/>
            </a:pPr>
            <a:r>
              <a:rPr lang="es-ES" sz="1800" b="1" i="0" strike="noStrike" cap="none" baseline="0" dirty="0">
                <a:solidFill>
                  <a:srgbClr val="000000"/>
                </a:solidFill>
                <a:effectLst/>
                <a:latin typeface="Segoe UI Semibold"/>
                <a:ea typeface="Segoe UI Semibold"/>
                <a:cs typeface="Segoe UI Semibold"/>
              </a:rPr>
              <a:t>Colaboración adaptable</a:t>
            </a:r>
            <a:br>
              <a:rPr lang="es-ES" sz="1800" b="1" i="0" strike="noStrike" cap="none" baseline="0" dirty="0">
                <a:solidFill>
                  <a:srgbClr val="000000"/>
                </a:solidFill>
                <a:effectLst/>
                <a:latin typeface="Segoe UI Semibold"/>
                <a:ea typeface="Segoe UI Semibold"/>
                <a:cs typeface="Segoe UI Semibold"/>
              </a:rPr>
            </a:br>
            <a:r>
              <a:rPr lang="es-ES" sz="1800" b="1" i="0" strike="noStrike" cap="none" baseline="0" dirty="0">
                <a:solidFill>
                  <a:srgbClr val="000000"/>
                </a:solidFill>
                <a:effectLst/>
                <a:latin typeface="Segoe UI Semibold"/>
                <a:ea typeface="Segoe UI Semibold"/>
                <a:cs typeface="Segoe UI Semibold"/>
              </a:rPr>
              <a:t>y emergente</a:t>
            </a:r>
          </a:p>
          <a:p>
            <a:pPr marL="0" indent="0" fontAlgn="t">
              <a:lnSpc>
                <a:spcPct val="150000"/>
              </a:lnSpc>
              <a:buNone/>
            </a:pPr>
            <a:r>
              <a:rPr lang="es-ES" sz="1600" b="0" i="0" strike="noStrike" cap="none" baseline="0" dirty="0">
                <a:solidFill>
                  <a:srgbClr val="000000"/>
                </a:solidFill>
                <a:effectLst/>
                <a:latin typeface="Segoe UI"/>
                <a:ea typeface="Segoe UI"/>
                <a:cs typeface="Segoe UI"/>
              </a:rPr>
              <a:t>Sin orden de ejecución fijo</a:t>
            </a:r>
          </a:p>
          <a:p>
            <a:pPr marL="0" indent="0" fontAlgn="t">
              <a:buNone/>
            </a:pPr>
            <a:r>
              <a:rPr lang="es-ES" sz="1600" b="0" i="0" strike="noStrike" cap="none" baseline="0" dirty="0">
                <a:solidFill>
                  <a:srgbClr val="000000"/>
                </a:solidFill>
                <a:effectLst/>
                <a:latin typeface="Segoe UI"/>
                <a:ea typeface="Segoe UI"/>
                <a:cs typeface="Segoe UI"/>
              </a:rPr>
              <a:t>Autoorganización de agentes</a:t>
            </a:r>
          </a:p>
          <a:p>
            <a:pPr marL="0" indent="0" fontAlgn="t">
              <a:buNone/>
            </a:pPr>
            <a:r>
              <a:rPr lang="es-ES" sz="1600" b="0" i="0" strike="noStrike" cap="none" baseline="0" dirty="0">
                <a:solidFill>
                  <a:srgbClr val="000000"/>
                </a:solidFill>
                <a:effectLst/>
                <a:latin typeface="Segoe UI"/>
                <a:ea typeface="Segoe UI"/>
                <a:cs typeface="Segoe UI"/>
              </a:rPr>
              <a:t>Adecuada para problemas complejos y abiertos</a:t>
            </a:r>
          </a:p>
          <a:p>
            <a:pPr marL="0" indent="0" fontAlgn="t">
              <a:buNone/>
            </a:pPr>
            <a:endParaRPr lang="en-US" sz="1800" b="1" dirty="0"/>
          </a:p>
        </p:txBody>
      </p:sp>
      <p:pic>
        <p:nvPicPr>
          <p:cNvPr id="5" name="Picture 2">
            <a:extLst>
              <a:ext uri="{FF2B5EF4-FFF2-40B4-BE49-F238E27FC236}">
                <a16:creationId xmlns:a16="http://schemas.microsoft.com/office/drawing/2014/main" id="{BA3DD46A-3296-1D38-5239-8D6AC3602BA6}"/>
              </a:ext>
            </a:extLst>
          </p:cNvPr>
          <p:cNvPicPr>
            <a:picLocks noChangeAspect="1" noChangeArrowheads="1"/>
          </p:cNvPicPr>
          <p:nvPr/>
        </p:nvPicPr>
        <p:blipFill>
          <a:blip r:embed="rId3"/>
          <a:srcRect/>
          <a:stretch/>
        </p:blipFill>
        <p:spPr bwMode="auto">
          <a:xfrm>
            <a:off x="4082204" y="1268889"/>
            <a:ext cx="7519530" cy="4960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23874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0DC8-7818-8D56-C3CB-AED9D2C0DFE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A487F6B0-E8EC-1F3C-17A8-55B90BA6B860}"/>
              </a:ext>
              <a:ext uri="{C183D7F6-B498-43B3-948B-1728B52AA6E4}">
                <adec:decorative xmlns:adec="http://schemas.microsoft.com/office/drawing/2017/decorative" val="1"/>
              </a:ext>
            </a:extLst>
          </p:cNvPr>
          <p:cNvPicPr>
            <a:picLocks noChangeAspect="1"/>
          </p:cNvPicPr>
          <p:nvPr/>
        </p:nvPicPr>
        <p:blipFill>
          <a:blip r:embed="rId3"/>
          <a:srcRect/>
          <a:stretch/>
        </p:blipFill>
        <p:spPr>
          <a:xfrm>
            <a:off x="7724807" y="2052313"/>
            <a:ext cx="4630848" cy="3278110"/>
          </a:xfrm>
          <a:prstGeom prst="rect">
            <a:avLst/>
          </a:prstGeom>
        </p:spPr>
      </p:pic>
      <p:sp>
        <p:nvSpPr>
          <p:cNvPr id="5" name="Title 4">
            <a:extLst>
              <a:ext uri="{FF2B5EF4-FFF2-40B4-BE49-F238E27FC236}">
                <a16:creationId xmlns:a16="http://schemas.microsoft.com/office/drawing/2014/main" id="{3BCE3509-A6F0-63F4-A1CD-155123E53DB2}"/>
              </a:ext>
            </a:extLst>
          </p:cNvPr>
          <p:cNvSpPr>
            <a:spLocks noGrp="1"/>
          </p:cNvSpPr>
          <p:nvPr>
            <p:ph type="title"/>
          </p:nvPr>
        </p:nvSpPr>
        <p:spPr>
          <a:xfrm>
            <a:off x="588262" y="585216"/>
            <a:ext cx="5652201" cy="487680"/>
          </a:xfrm>
        </p:spPr>
        <p:txBody>
          <a:bodyPr/>
          <a:lstStyle/>
          <a:p>
            <a:r>
              <a:rPr lang="es-ES" sz="3200" b="0" i="0" strike="noStrike" cap="none" baseline="0">
                <a:solidFill>
                  <a:srgbClr val="000000"/>
                </a:solidFill>
                <a:effectLst/>
                <a:latin typeface="Segoe UI Semibold"/>
                <a:ea typeface="Segoe UI Semibold"/>
                <a:cs typeface="Segoe UI Semibold"/>
              </a:rPr>
              <a:t>Ejercicio</a:t>
            </a:r>
          </a:p>
        </p:txBody>
      </p:sp>
      <p:sp>
        <p:nvSpPr>
          <p:cNvPr id="7" name="Text Placeholder 6">
            <a:extLst>
              <a:ext uri="{FF2B5EF4-FFF2-40B4-BE49-F238E27FC236}">
                <a16:creationId xmlns:a16="http://schemas.microsoft.com/office/drawing/2014/main" id="{A96E72BB-281F-E529-1764-B748CA3C30F5}"/>
              </a:ext>
            </a:extLst>
          </p:cNvPr>
          <p:cNvSpPr>
            <a:spLocks noGrp="1"/>
          </p:cNvSpPr>
          <p:nvPr>
            <p:ph type="body" sz="quarter" idx="16"/>
          </p:nvPr>
        </p:nvSpPr>
        <p:spPr>
          <a:xfrm>
            <a:off x="584199" y="1594155"/>
            <a:ext cx="5654573" cy="609600"/>
          </a:xfrm>
        </p:spPr>
        <p:txBody>
          <a:bodyPr/>
          <a:lstStyle/>
          <a:p>
            <a:r>
              <a:rPr lang="es-ES" sz="2000" b="0" i="0" strike="noStrike" cap="none" baseline="0">
                <a:solidFill>
                  <a:srgbClr val="000000"/>
                </a:solidFill>
                <a:effectLst/>
                <a:latin typeface="Segoe UI Semibold"/>
                <a:ea typeface="Segoe UI Semibold"/>
                <a:cs typeface="Segoe UI Semibold"/>
              </a:rPr>
              <a:t>Desarrollo de una solución de varios agentes</a:t>
            </a:r>
          </a:p>
        </p:txBody>
      </p:sp>
      <p:sp>
        <p:nvSpPr>
          <p:cNvPr id="6" name="Text Placeholder 5">
            <a:extLst>
              <a:ext uri="{FF2B5EF4-FFF2-40B4-BE49-F238E27FC236}">
                <a16:creationId xmlns:a16="http://schemas.microsoft.com/office/drawing/2014/main" id="{3C764BFB-18AB-EFFB-16F5-05CA068C877F}"/>
              </a:ext>
            </a:extLst>
          </p:cNvPr>
          <p:cNvSpPr>
            <a:spLocks noGrp="1"/>
          </p:cNvSpPr>
          <p:nvPr>
            <p:ph type="body" sz="quarter" idx="15"/>
          </p:nvPr>
        </p:nvSpPr>
        <p:spPr>
          <a:xfrm>
            <a:off x="586389" y="2085764"/>
            <a:ext cx="5242911" cy="2154771"/>
          </a:xfrm>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dirty="0">
                <a:solidFill>
                  <a:srgbClr val="000000"/>
                </a:solidFill>
                <a:effectLst/>
                <a:latin typeface="Segoe UI"/>
                <a:ea typeface="Segoe UI"/>
                <a:cs typeface="Segoe UI"/>
              </a:rPr>
              <a:t>En este ejercicio aprenderás 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Instalar la extensión Microsoft AI </a:t>
            </a:r>
            <a:r>
              <a:rPr lang="es-ES" sz="1600" b="0" i="0" strike="noStrike" cap="none" baseline="0" dirty="0" err="1">
                <a:solidFill>
                  <a:srgbClr val="000000"/>
                </a:solidFill>
                <a:effectLst/>
                <a:latin typeface="Segoe UI"/>
                <a:ea typeface="Segoe UI"/>
                <a:cs typeface="Segoe UI"/>
              </a:rPr>
              <a:t>Toolkit</a:t>
            </a:r>
            <a:r>
              <a:rPr lang="es-ES" sz="1600" b="0" i="0" strike="noStrike" cap="none" baseline="0" dirty="0">
                <a:solidFill>
                  <a:srgbClr val="000000"/>
                </a:solidFill>
                <a:effectLst/>
                <a:latin typeface="Segoe UI"/>
                <a:ea typeface="Segoe UI"/>
                <a:cs typeface="Segoe UI"/>
              </a:rPr>
              <a:t> para VS Code</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Implementar un modelo</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Crear agentes de IA</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Creación de una orquestación secuencial</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r>
              <a:rPr lang="es-ES" sz="1600" b="0" i="0" strike="noStrike" cap="none" baseline="0" dirty="0">
                <a:solidFill>
                  <a:srgbClr val="000000"/>
                </a:solidFill>
                <a:effectLst/>
                <a:latin typeface="Segoe UI"/>
                <a:ea typeface="Segoe UI"/>
                <a:cs typeface="Segoe UI"/>
              </a:rPr>
              <a:t>Ejecute la aplicación </a:t>
            </a:r>
          </a:p>
          <a:p>
            <a:pPr marL="285750" marR="0" lvl="0" indent="-285750" algn="l" defTabSz="914367" rtl="0" eaLnBrk="1" fontAlgn="auto" latinLnBrk="0" hangingPunct="1">
              <a:lnSpc>
                <a:spcPct val="100000"/>
              </a:lnSpc>
              <a:spcBef>
                <a:spcPct val="0"/>
              </a:spcBef>
              <a:spcAft>
                <a:spcPct val="0"/>
              </a:spcAft>
              <a:buClrTx/>
              <a:buSzTx/>
              <a:buFont typeface="Arial" panose="020B0604020202020204" pitchFamily="34" charset="0"/>
              <a:buChar char="•"/>
              <a:defRPr/>
            </a:pPr>
            <a:endParaRPr lang="en-US" dirty="0"/>
          </a:p>
          <a:p>
            <a:pPr marL="0" indent="0">
              <a:buNone/>
            </a:pPr>
            <a:br>
              <a:rPr lang="en-US" dirty="0"/>
            </a:br>
            <a:endParaRPr kumimoji="0" lang="en-US" sz="160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 name="TextBox 9">
            <a:extLst>
              <a:ext uri="{FF2B5EF4-FFF2-40B4-BE49-F238E27FC236}">
                <a16:creationId xmlns:a16="http://schemas.microsoft.com/office/drawing/2014/main" id="{0E1C9BA8-ACF3-A338-1C40-08130E711DE6}"/>
              </a:ext>
            </a:extLst>
          </p:cNvPr>
          <p:cNvSpPr txBox="1"/>
          <p:nvPr/>
        </p:nvSpPr>
        <p:spPr>
          <a:xfrm>
            <a:off x="487330" y="3561343"/>
            <a:ext cx="4607087" cy="822960"/>
          </a:xfrm>
          <a:prstGeom prst="rect">
            <a:avLst/>
          </a:prstGeom>
          <a:noFill/>
        </p:spPr>
        <p:txBody>
          <a:bodyPr wrap="square">
            <a:spAutoFit/>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600" b="0" i="0" strike="noStrike" cap="none" baseline="0">
                <a:solidFill>
                  <a:srgbClr val="000000"/>
                </a:solidFill>
                <a:effectLst/>
                <a:latin typeface="Segoe UI"/>
                <a:ea typeface="Segoe UI"/>
                <a:cs typeface="Segoe UI"/>
              </a:rPr>
              <a:t>Inicia el ejercicio en:</a:t>
            </a:r>
          </a:p>
          <a:p>
            <a:pPr lvl="0">
              <a:defRPr/>
            </a:pPr>
            <a:r>
              <a:rPr lang="es-ES" sz="1600" b="0" i="0" u="sng" strike="noStrike" cap="none" baseline="0">
                <a:solidFill>
                  <a:srgbClr val="000000"/>
                </a:solidFill>
                <a:effectLst/>
                <a:uFill>
                  <a:solidFill>
                    <a:srgbClr val="000000"/>
                  </a:solidFill>
                </a:uFill>
                <a:latin typeface="Segoe UI"/>
                <a:ea typeface="Segoe UI"/>
                <a:cs typeface="Segoe UI"/>
                <a:hlinkClick r:id="rId4" history="0"/>
              </a:rPr>
              <a:t>https://go.microsoft.com/fwlink/?linkid=2353606</a:t>
            </a:r>
            <a:endParaRPr kumimoji="0" lang="en-US" sz="1600" b="0" i="0" u="none" strike="noStrike" kern="1200" cap="none" spc="0" normalizeH="0" baseline="0" noProof="0">
              <a:ln>
                <a:noFill/>
              </a:ln>
              <a:solidFill>
                <a:srgbClr val="000000"/>
              </a:solidFill>
              <a:effectLst/>
              <a:uLnTx/>
              <a:uFillTx/>
              <a:latin typeface="Segoe UI"/>
              <a:ea typeface="+mn-ea"/>
              <a:cs typeface="+mn-cs"/>
            </a:endParaRPr>
          </a:p>
        </p:txBody>
      </p:sp>
      <p:sp>
        <p:nvSpPr>
          <p:cNvPr id="3" name="Footer Placeholder 2">
            <a:extLst>
              <a:ext uri="{FF2B5EF4-FFF2-40B4-BE49-F238E27FC236}">
                <a16:creationId xmlns:a16="http://schemas.microsoft.com/office/drawing/2014/main" id="{B9031587-8CC3-E76F-423D-61F63CF5E8E1}"/>
              </a:ext>
            </a:extLst>
          </p:cNvPr>
          <p:cNvSpPr>
            <a:spLocks noGrp="1"/>
          </p:cNvSpPr>
          <p:nvPr>
            <p:ph type="ftr" sz="quarter" idx="3"/>
          </p:nvPr>
        </p:nvSpPr>
        <p:spPr/>
        <p:txBody>
          <a:bodyPr/>
          <a:lstStyle/>
          <a:p>
            <a:pPr marL="0" marR="0" lvl="0" indent="0" algn="l" defTabSz="914367" rtl="0" eaLnBrk="1" fontAlgn="auto" latinLnBrk="0" hangingPunct="1">
              <a:lnSpc>
                <a:spcPct val="100000"/>
              </a:lnSpc>
              <a:spcBef>
                <a:spcPct val="0"/>
              </a:spcBef>
              <a:spcAft>
                <a:spcPct val="0"/>
              </a:spcAft>
              <a:buClrTx/>
              <a:buSzTx/>
              <a:buFontTx/>
              <a:buNone/>
              <a:defRPr/>
            </a:pPr>
            <a:r>
              <a:rPr lang="es-ES" sz="1000" b="0" i="0" strike="noStrike" cap="none" baseline="0">
                <a:solidFill>
                  <a:srgbClr val="000000"/>
                </a:solidFill>
                <a:effectLst/>
                <a:latin typeface="Segoe UI"/>
                <a:ea typeface="Segoe UI"/>
                <a:cs typeface="Segoe UI"/>
              </a:rPr>
              <a:t>© Copyright Microsoft Corporation. Todos los derechos reservados.</a:t>
            </a:r>
          </a:p>
        </p:txBody>
      </p:sp>
      <p:sp>
        <p:nvSpPr>
          <p:cNvPr id="11" name="Flowchart: Off-page Connector 44">
            <a:extLst>
              <a:ext uri="{FF2B5EF4-FFF2-40B4-BE49-F238E27FC236}">
                <a16:creationId xmlns:a16="http://schemas.microsoft.com/office/drawing/2014/main" id="{F845CB51-475B-53AB-5545-8E9684CCD8E8}"/>
              </a:ext>
              <a:ext uri="{C183D7F6-B498-43B3-948B-1728B52AA6E4}">
                <adec:decorative xmlns:adec="http://schemas.microsoft.com/office/drawing/2017/decorative" val="0"/>
              </a:ext>
            </a:extLst>
          </p:cNvPr>
          <p:cNvSpPr/>
          <p:nvPr/>
        </p:nvSpPr>
        <p:spPr bwMode="auto">
          <a:xfrm rot="5400000">
            <a:off x="5960050" y="2240301"/>
            <a:ext cx="1865376" cy="3566160"/>
          </a:xfrm>
          <a:prstGeom prst="flowChartOffpageConnector">
            <a:avLst/>
          </a:prstGeom>
          <a:solidFill>
            <a:schemeClr val="accent3">
              <a:lumMod val="75000"/>
            </a:schemeClr>
          </a:solidFill>
          <a:ln>
            <a:noFill/>
            <a:headEnd type="none" w="med" len="med"/>
            <a:tailEnd type="none" w="med" len="med"/>
          </a:ln>
          <a:effectLst>
            <a:outerShdw blurRad="317500" algn="ct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square" lIns="274320" tIns="585216" rIns="274320" bIns="182880" numCol="1" spcCol="0" rtlCol="0" fromWordArt="0" anchor="ctr"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ts val="600"/>
              </a:spcAft>
              <a:buClrTx/>
              <a:buSzTx/>
              <a:buFontTx/>
              <a:buNone/>
              <a:defRPr/>
            </a:pPr>
            <a:r>
              <a:rPr lang="es-ES" sz="1700" b="1" i="0" strike="noStrike" cap="none" baseline="0" dirty="0">
                <a:solidFill>
                  <a:srgbClr val="FFFFFF"/>
                </a:solidFill>
                <a:effectLst/>
                <a:latin typeface="Segoe UI Semibold"/>
                <a:ea typeface="Segoe UI Semibold"/>
                <a:cs typeface="Segoe UI Semibold"/>
              </a:rPr>
              <a:t>Instructores:</a:t>
            </a:r>
            <a:r>
              <a:rPr lang="es-ES" sz="1800" b="1" i="0" strike="noStrike" cap="none" baseline="0" dirty="0">
                <a:solidFill>
                  <a:srgbClr val="FFFFFF"/>
                </a:solidFill>
                <a:effectLst/>
                <a:latin typeface="Segoe UI Semibold"/>
                <a:ea typeface="Segoe UI Semibold"/>
                <a:cs typeface="Segoe UI Semibold"/>
              </a:rPr>
              <a:t> </a:t>
            </a:r>
            <a:endParaRPr kumimoji="0" lang="en-US" sz="1400" b="1" i="0" u="none" strike="noStrike" kern="1200" cap="none" spc="0" normalizeH="0" baseline="0" noProof="0" dirty="0">
              <a:ln>
                <a:noFill/>
              </a:ln>
              <a:solidFill>
                <a:srgbClr val="FFFFFF"/>
              </a:solidFill>
              <a:effectLst/>
              <a:uLnTx/>
              <a:uFillTx/>
              <a:latin typeface="Segoe UI Semibold"/>
              <a:ea typeface="Segoe UI" pitchFamily="34" charset="0"/>
              <a:cs typeface="Segoe UI" pitchFamily="34" charset="0"/>
            </a:endParaRP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Personaliza esta diapositiva para incluir el vínculo</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al entorno de laboratorio hospedado y las instrucciones personalizadas.</a:t>
            </a:r>
          </a:p>
          <a:p>
            <a:pPr marL="0" marR="0" lvl="0" indent="0" algn="l" defTabSz="932472" rtl="0" eaLnBrk="1" fontAlgn="base" latinLnBrk="0" hangingPunct="1">
              <a:lnSpc>
                <a:spcPct val="100000"/>
              </a:lnSpc>
              <a:spcBef>
                <a:spcPct val="0"/>
              </a:spcBef>
              <a:spcAft>
                <a:spcPts val="600"/>
              </a:spcAft>
              <a:buClrTx/>
              <a:buSzTx/>
              <a:buFontTx/>
              <a:buNone/>
              <a:defRPr/>
            </a:pPr>
            <a:r>
              <a:rPr lang="es-ES" sz="1250" b="0" i="0" strike="noStrike" cap="none" baseline="0" dirty="0">
                <a:solidFill>
                  <a:srgbClr val="FFFFFF"/>
                </a:solidFill>
                <a:effectLst/>
                <a:latin typeface="Segoe UI"/>
                <a:ea typeface="Segoe UI"/>
                <a:cs typeface="Segoe UI"/>
              </a:rPr>
              <a:t>(a continuación,</a:t>
            </a:r>
            <a:br>
              <a:rPr lang="es-ES" sz="1250" b="0" i="0" strike="noStrike" cap="none" baseline="0" dirty="0">
                <a:solidFill>
                  <a:srgbClr val="FFFFFF"/>
                </a:solidFill>
                <a:effectLst/>
                <a:latin typeface="Segoe UI"/>
                <a:ea typeface="Segoe UI"/>
                <a:cs typeface="Segoe UI"/>
              </a:rPr>
            </a:br>
            <a:r>
              <a:rPr lang="es-ES" sz="1250" b="0" i="0" strike="noStrike" cap="none" baseline="0" dirty="0">
                <a:solidFill>
                  <a:srgbClr val="FFFFFF"/>
                </a:solidFill>
                <a:effectLst/>
                <a:latin typeface="Segoe UI"/>
                <a:ea typeface="Segoe UI"/>
                <a:cs typeface="Segoe UI"/>
              </a:rPr>
              <a:t>quita esta flecha)</a:t>
            </a:r>
          </a:p>
        </p:txBody>
      </p:sp>
    </p:spTree>
    <p:extLst>
      <p:ext uri="{BB962C8B-B14F-4D97-AF65-F5344CB8AC3E}">
        <p14:creationId xmlns:p14="http://schemas.microsoft.com/office/powerpoint/2010/main" val="130394762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74060-5B9E-C65C-EE7D-C1D3DF519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CDB3E8-F3E7-071D-94AE-D662C0F9AF5E}"/>
              </a:ext>
            </a:extLst>
          </p:cNvPr>
          <p:cNvSpPr>
            <a:spLocks noGrp="1"/>
          </p:cNvSpPr>
          <p:nvPr>
            <p:ph type="title"/>
          </p:nvPr>
        </p:nvSpPr>
        <p:spPr>
          <a:xfrm>
            <a:off x="588262" y="572516"/>
            <a:ext cx="11011600" cy="492443"/>
          </a:xfrm>
        </p:spPr>
        <p:txBody>
          <a:bodyPr/>
          <a:lstStyle/>
          <a:p>
            <a:r>
              <a:rPr lang="es-ES" sz="3200" b="0" i="0" strike="noStrike" cap="none" baseline="0">
                <a:solidFill>
                  <a:srgbClr val="000000"/>
                </a:solidFill>
                <a:effectLst/>
                <a:latin typeface="Segoe UI Semibold"/>
                <a:ea typeface="Segoe UI Semibold"/>
                <a:cs typeface="Segoe UI Semibold"/>
              </a:rPr>
              <a:t>Prueba de conocimientos</a:t>
            </a:r>
          </a:p>
        </p:txBody>
      </p:sp>
      <p:sp>
        <p:nvSpPr>
          <p:cNvPr id="10" name="Text Placeholder 9">
            <a:extLst>
              <a:ext uri="{FF2B5EF4-FFF2-40B4-BE49-F238E27FC236}">
                <a16:creationId xmlns:a16="http://schemas.microsoft.com/office/drawing/2014/main" id="{83BE9F0B-B50C-8A5F-2958-271376AC1D54}"/>
              </a:ext>
            </a:extLst>
          </p:cNvPr>
          <p:cNvSpPr>
            <a:spLocks noGrp="1"/>
          </p:cNvSpPr>
          <p:nvPr>
            <p:ph type="body" sz="quarter" idx="17"/>
          </p:nvPr>
        </p:nvSpPr>
        <p:spPr>
          <a:xfrm>
            <a:off x="1235075" y="2332142"/>
            <a:ext cx="8778782" cy="426720"/>
          </a:xfrm>
        </p:spPr>
        <p:txBody>
          <a:bodyPr/>
          <a:lstStyle/>
          <a:p>
            <a:r>
              <a:rPr lang="es-ES" sz="1400" b="0" i="0" strike="noStrike" cap="none" baseline="0">
                <a:solidFill>
                  <a:srgbClr val="000000"/>
                </a:solidFill>
                <a:effectLst/>
                <a:latin typeface="Segoe UI Semibold"/>
                <a:ea typeface="Segoe UI Semibold"/>
                <a:cs typeface="Segoe UI Semibold"/>
              </a:rPr>
              <a:t>¿Cuál es el primer paso del flujo de trabajo de la orquestación unificada de Microsoft Agent Framework?</a:t>
            </a:r>
            <a:endParaRPr lang="en-US" b="1"/>
          </a:p>
        </p:txBody>
      </p:sp>
      <p:sp>
        <p:nvSpPr>
          <p:cNvPr id="9" name="Text Placeholder 8">
            <a:extLst>
              <a:ext uri="{FF2B5EF4-FFF2-40B4-BE49-F238E27FC236}">
                <a16:creationId xmlns:a16="http://schemas.microsoft.com/office/drawing/2014/main" id="{5119C361-696B-E89D-91E1-9AD8AC3E8276}"/>
              </a:ext>
            </a:extLst>
          </p:cNvPr>
          <p:cNvSpPr>
            <a:spLocks noGrp="1"/>
          </p:cNvSpPr>
          <p:nvPr>
            <p:ph type="body" sz="quarter" idx="15"/>
          </p:nvPr>
        </p:nvSpPr>
        <p:spPr>
          <a:xfrm>
            <a:off x="1235075" y="2613284"/>
            <a:ext cx="8775098" cy="725424"/>
          </a:xfrm>
          <a:noFill/>
        </p:spPr>
        <p:txBody>
          <a:bodyPr/>
          <a:lstStyle/>
          <a:p>
            <a:r>
              <a:rPr lang="es-ES" sz="1400" b="0" i="0" strike="noStrike" cap="none" baseline="0">
                <a:solidFill>
                  <a:srgbClr val="000000"/>
                </a:solidFill>
                <a:effectLst/>
                <a:latin typeface="Segoe UI"/>
                <a:ea typeface="Segoe UI"/>
                <a:cs typeface="Segoe UI"/>
              </a:rPr>
              <a:t>Selección y creación de un patrón de orquestación </a:t>
            </a:r>
          </a:p>
          <a:p>
            <a:r>
              <a:rPr lang="es-ES" sz="1400" b="0" i="0" strike="noStrike" cap="none" baseline="0">
                <a:solidFill>
                  <a:srgbClr val="000000"/>
                </a:solidFill>
                <a:effectLst/>
                <a:latin typeface="Segoe UI"/>
                <a:ea typeface="Segoe UI"/>
                <a:cs typeface="Segoe UI"/>
              </a:rPr>
              <a:t>Definir los agentes y describir sus funcionalidades </a:t>
            </a:r>
          </a:p>
          <a:p>
            <a:r>
              <a:rPr lang="es-ES" sz="1400" b="0" i="0" strike="noStrike" cap="none" baseline="0">
                <a:solidFill>
                  <a:srgbClr val="000000"/>
                </a:solidFill>
                <a:effectLst/>
                <a:latin typeface="Segoe UI"/>
                <a:ea typeface="Segoe UI"/>
                <a:cs typeface="Segoe UI"/>
              </a:rPr>
              <a:t>Inicio de un entorno de ejecución para administrar la ejecución</a:t>
            </a:r>
            <a:endParaRPr lang="en-US">
              <a:effectLst/>
              <a:latin typeface="Consolas" panose="020B0609020204030204" pitchFamily="49" charset="0"/>
              <a:cs typeface="Consolas" panose="020B0609020204030204" pitchFamily="49" charset="0"/>
            </a:endParaRPr>
          </a:p>
        </p:txBody>
      </p:sp>
      <p:sp>
        <p:nvSpPr>
          <p:cNvPr id="18" name="Text Placeholder 17">
            <a:extLst>
              <a:ext uri="{FF2B5EF4-FFF2-40B4-BE49-F238E27FC236}">
                <a16:creationId xmlns:a16="http://schemas.microsoft.com/office/drawing/2014/main" id="{D591CAF5-4668-243B-6E16-3195D1EDFCD3}"/>
              </a:ext>
            </a:extLst>
          </p:cNvPr>
          <p:cNvSpPr>
            <a:spLocks noGrp="1"/>
          </p:cNvSpPr>
          <p:nvPr>
            <p:ph type="body" sz="quarter" idx="22"/>
          </p:nvPr>
        </p:nvSpPr>
        <p:spPr>
          <a:xfrm>
            <a:off x="1235075" y="4002252"/>
            <a:ext cx="7581265" cy="426720"/>
          </a:xfrm>
        </p:spPr>
        <p:txBody>
          <a:bodyPr/>
          <a:lstStyle/>
          <a:p>
            <a:r>
              <a:rPr lang="es-ES" sz="1400" b="0" i="0" strike="noStrike" cap="none" baseline="0" dirty="0">
                <a:solidFill>
                  <a:srgbClr val="000000"/>
                </a:solidFill>
                <a:effectLst/>
                <a:latin typeface="Segoe UI Semibold"/>
                <a:ea typeface="Segoe UI Semibold"/>
                <a:cs typeface="Segoe UI Semibold"/>
              </a:rPr>
              <a:t>Para la lluvia de ideas y la resolución de problemas de colaboración entre varios agentes,</a:t>
            </a:r>
            <a:br>
              <a:rPr lang="es-ES" sz="1400" b="0" i="0" strike="noStrike" cap="none" baseline="0" dirty="0">
                <a:solidFill>
                  <a:srgbClr val="000000"/>
                </a:solidFill>
                <a:effectLst/>
                <a:latin typeface="Segoe UI Semibold"/>
                <a:ea typeface="Segoe UI Semibold"/>
                <a:cs typeface="Segoe UI Semibold"/>
              </a:rPr>
            </a:br>
            <a:r>
              <a:rPr lang="es-ES" sz="1400" b="0" i="0" strike="noStrike" cap="none" baseline="0" dirty="0">
                <a:solidFill>
                  <a:srgbClr val="000000"/>
                </a:solidFill>
                <a:effectLst/>
                <a:latin typeface="Segoe UI Semibold"/>
                <a:ea typeface="Segoe UI Semibold"/>
                <a:cs typeface="Segoe UI Semibold"/>
              </a:rPr>
              <a:t>¿qué patrón de orquestación es más adecuado?</a:t>
            </a:r>
            <a:endParaRPr lang="en-US" noProof="0" dirty="0"/>
          </a:p>
        </p:txBody>
      </p:sp>
      <p:sp>
        <p:nvSpPr>
          <p:cNvPr id="19" name="Text Placeholder 18">
            <a:extLst>
              <a:ext uri="{FF2B5EF4-FFF2-40B4-BE49-F238E27FC236}">
                <a16:creationId xmlns:a16="http://schemas.microsoft.com/office/drawing/2014/main" id="{18620404-6AF3-41DB-EDBE-A11A93AB47F2}"/>
              </a:ext>
            </a:extLst>
          </p:cNvPr>
          <p:cNvSpPr>
            <a:spLocks noGrp="1"/>
          </p:cNvSpPr>
          <p:nvPr>
            <p:ph type="body" sz="quarter" idx="23"/>
          </p:nvPr>
        </p:nvSpPr>
        <p:spPr>
          <a:xfrm>
            <a:off x="1235074" y="4469611"/>
            <a:ext cx="8775098" cy="725424"/>
          </a:xfrm>
        </p:spPr>
        <p:txBody>
          <a:bodyPr/>
          <a:lstStyle/>
          <a:p>
            <a:r>
              <a:rPr lang="es-ES" sz="1400" b="0" i="0" strike="noStrike" cap="none" baseline="0">
                <a:solidFill>
                  <a:srgbClr val="000000"/>
                </a:solidFill>
                <a:effectLst/>
                <a:latin typeface="Segoe UI"/>
                <a:ea typeface="Segoe UI"/>
                <a:cs typeface="Segoe UI"/>
              </a:rPr>
              <a:t>Group Chat </a:t>
            </a:r>
          </a:p>
          <a:p>
            <a:r>
              <a:rPr lang="es-ES" sz="1400" b="0" i="0" strike="noStrike" cap="none" baseline="0">
                <a:solidFill>
                  <a:srgbClr val="000000"/>
                </a:solidFill>
                <a:effectLst/>
                <a:latin typeface="Segoe UI"/>
                <a:ea typeface="Segoe UI"/>
                <a:cs typeface="Segoe UI"/>
              </a:rPr>
              <a:t>Magentic </a:t>
            </a:r>
          </a:p>
          <a:p>
            <a:r>
              <a:rPr lang="es-ES" sz="1400" b="0" i="0" strike="noStrike" cap="none" baseline="0">
                <a:solidFill>
                  <a:srgbClr val="000000"/>
                </a:solidFill>
                <a:effectLst/>
                <a:latin typeface="Segoe UI"/>
                <a:ea typeface="Segoe UI"/>
                <a:cs typeface="Segoe UI"/>
              </a:rPr>
              <a:t>Secuencial</a:t>
            </a:r>
            <a:endParaRPr lang="en-US">
              <a:latin typeface="Consolas" panose="020B0609020204030204" pitchFamily="49" charset="0"/>
              <a:cs typeface="Consolas" panose="020B0609020204030204" pitchFamily="49" charset="0"/>
            </a:endParaRPr>
          </a:p>
        </p:txBody>
      </p:sp>
      <p:sp>
        <p:nvSpPr>
          <p:cNvPr id="76" name="Oval 75">
            <a:extLst>
              <a:ext uri="{FF2B5EF4-FFF2-40B4-BE49-F238E27FC236}">
                <a16:creationId xmlns:a16="http://schemas.microsoft.com/office/drawing/2014/main" id="{11A1AA3A-B8C9-F4B4-085B-50D42B10BDA0}"/>
              </a:ext>
              <a:ext uri="{C183D7F6-B498-43B3-948B-1728B52AA6E4}">
                <adec:decorative xmlns:adec="http://schemas.microsoft.com/office/drawing/2017/decorative" val="1"/>
              </a:ext>
            </a:extLst>
          </p:cNvPr>
          <p:cNvSpPr/>
          <p:nvPr/>
        </p:nvSpPr>
        <p:spPr bwMode="auto">
          <a:xfrm>
            <a:off x="722582" y="2238707"/>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1</a:t>
            </a:r>
          </a:p>
        </p:txBody>
      </p:sp>
      <p:sp>
        <p:nvSpPr>
          <p:cNvPr id="77" name="Oval 76">
            <a:extLst>
              <a:ext uri="{FF2B5EF4-FFF2-40B4-BE49-F238E27FC236}">
                <a16:creationId xmlns:a16="http://schemas.microsoft.com/office/drawing/2014/main" id="{905105BC-962F-4378-7F8D-6EC93D880EEB}"/>
              </a:ext>
              <a:ext uri="{C183D7F6-B498-43B3-948B-1728B52AA6E4}">
                <adec:decorative xmlns:adec="http://schemas.microsoft.com/office/drawing/2017/decorative" val="1"/>
              </a:ext>
            </a:extLst>
          </p:cNvPr>
          <p:cNvSpPr/>
          <p:nvPr/>
        </p:nvSpPr>
        <p:spPr bwMode="auto">
          <a:xfrm>
            <a:off x="722582" y="4002716"/>
            <a:ext cx="399208" cy="39920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defTabSz="914400" fontAlgn="auto">
              <a:lnSpc>
                <a:spcPct val="100000"/>
              </a:lnSpc>
              <a:spcBef>
                <a:spcPct val="0"/>
              </a:spcBef>
              <a:spcAft>
                <a:spcPct val="0"/>
              </a:spcAft>
              <a:buClrTx/>
              <a:buSzTx/>
              <a:buFontTx/>
              <a:buNone/>
            </a:pPr>
            <a:r>
              <a:rPr lang="es-ES" sz="1800" b="1" i="0" strike="noStrike" cap="none" baseline="0">
                <a:solidFill>
                  <a:srgbClr val="000000"/>
                </a:solidFill>
                <a:effectLst/>
                <a:latin typeface="Segoe UI"/>
                <a:ea typeface="Segoe UI"/>
                <a:cs typeface="Segoe UI"/>
              </a:rPr>
              <a:t>2</a:t>
            </a:r>
          </a:p>
        </p:txBody>
      </p:sp>
      <p:sp>
        <p:nvSpPr>
          <p:cNvPr id="80" name="Graphic 26">
            <a:extLst>
              <a:ext uri="{FF2B5EF4-FFF2-40B4-BE49-F238E27FC236}">
                <a16:creationId xmlns:a16="http://schemas.microsoft.com/office/drawing/2014/main" id="{ECC0126E-2903-849F-5F80-6B954C41889B}"/>
              </a:ext>
              <a:ext uri="{C183D7F6-B498-43B3-948B-1728B52AA6E4}">
                <adec:decorative xmlns:adec="http://schemas.microsoft.com/office/drawing/2017/decorative" val="1"/>
              </a:ext>
            </a:extLst>
          </p:cNvPr>
          <p:cNvSpPr/>
          <p:nvPr/>
        </p:nvSpPr>
        <p:spPr>
          <a:xfrm>
            <a:off x="1263852" y="4509272"/>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3" name="Graphic 26">
            <a:extLst>
              <a:ext uri="{FF2B5EF4-FFF2-40B4-BE49-F238E27FC236}">
                <a16:creationId xmlns:a16="http://schemas.microsoft.com/office/drawing/2014/main" id="{E32A18D4-E1A4-252D-977E-4B7383BBDDFE}"/>
              </a:ext>
              <a:ext uri="{C183D7F6-B498-43B3-948B-1728B52AA6E4}">
                <adec:decorative xmlns:adec="http://schemas.microsoft.com/office/drawing/2017/decorative" val="1"/>
              </a:ext>
            </a:extLst>
          </p:cNvPr>
          <p:cNvSpPr/>
          <p:nvPr/>
        </p:nvSpPr>
        <p:spPr>
          <a:xfrm>
            <a:off x="1263852" y="2873845"/>
            <a:ext cx="163976" cy="115172"/>
          </a:xfrm>
          <a:custGeom>
            <a:avLst/>
            <a:gdLst>
              <a:gd name="connsiteX0" fmla="*/ 249301 w 273255"/>
              <a:gd name="connsiteY0" fmla="*/ 0 h 191929"/>
              <a:gd name="connsiteX1" fmla="*/ 97887 w 273255"/>
              <a:gd name="connsiteY1" fmla="*/ 143134 h 191929"/>
              <a:gd name="connsiteX2" fmla="*/ 25137 w 273255"/>
              <a:gd name="connsiteY2" fmla="*/ 68610 h 191929"/>
              <a:gd name="connsiteX3" fmla="*/ 0 w 273255"/>
              <a:gd name="connsiteY3" fmla="*/ 92564 h 191929"/>
              <a:gd name="connsiteX4" fmla="*/ 96704 w 273255"/>
              <a:gd name="connsiteY4" fmla="*/ 191930 h 191929"/>
              <a:gd name="connsiteX5" fmla="*/ 122137 w 273255"/>
              <a:gd name="connsiteY5" fmla="*/ 168271 h 191929"/>
              <a:gd name="connsiteX6" fmla="*/ 273256 w 273255"/>
              <a:gd name="connsiteY6" fmla="*/ 24841 h 191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3255" h="191929">
                <a:moveTo>
                  <a:pt x="249301" y="0"/>
                </a:moveTo>
                <a:lnTo>
                  <a:pt x="97887" y="143134"/>
                </a:lnTo>
                <a:lnTo>
                  <a:pt x="25137" y="68610"/>
                </a:lnTo>
                <a:lnTo>
                  <a:pt x="0" y="92564"/>
                </a:lnTo>
                <a:lnTo>
                  <a:pt x="96704" y="191930"/>
                </a:lnTo>
                <a:lnTo>
                  <a:pt x="122137" y="168271"/>
                </a:lnTo>
                <a:lnTo>
                  <a:pt x="273256" y="24841"/>
                </a:lnTo>
                <a:close/>
              </a:path>
            </a:pathLst>
          </a:custGeom>
          <a:noFill/>
          <a:ln w="31750" cap="flat">
            <a:solidFill>
              <a:schemeClr val="accent2"/>
            </a:solidFill>
            <a:prstDash val="solid"/>
            <a:miter/>
          </a:ln>
        </p:spPr>
        <p:txBody>
          <a:bodyPr rtlCol="0" anchor="ctr"/>
          <a:lstStyle/>
          <a:p>
            <a:pPr marL="0" marR="0" lvl="0" indent="0" defTabSz="914400" eaLnBrk="1" fontAlgn="auto" latinLnBrk="0" hangingPunct="1">
              <a:lnSpc>
                <a:spcPct val="100000"/>
              </a:lnSpc>
              <a:spcBef>
                <a:spcPct val="0"/>
              </a:spcBef>
              <a:spcAft>
                <a:spcPct val="0"/>
              </a:spcAft>
              <a:buClrTx/>
              <a:buSzTx/>
              <a:buFontTx/>
              <a:buNone/>
              <a:defRPr/>
            </a:pPr>
            <a:endParaRPr kumimoji="0" lang="en-US" sz="1800" b="0" i="0" u="none" strike="noStrike" kern="0" cap="none" spc="0" normalizeH="0" baseline="0" noProof="0">
              <a:ln>
                <a:noFill/>
              </a:ln>
              <a:solidFill>
                <a:srgbClr val="000000"/>
              </a:solidFill>
              <a:effectLst/>
              <a:uLnTx/>
              <a:uFillTx/>
            </a:endParaRPr>
          </a:p>
        </p:txBody>
      </p:sp>
      <p:sp>
        <p:nvSpPr>
          <p:cNvPr id="4" name="Footer Placeholder 2">
            <a:extLst>
              <a:ext uri="{FF2B5EF4-FFF2-40B4-BE49-F238E27FC236}">
                <a16:creationId xmlns:a16="http://schemas.microsoft.com/office/drawing/2014/main" id="{6184F116-68C8-C6B8-F892-69406A716D94}"/>
              </a:ext>
            </a:extLst>
          </p:cNvPr>
          <p:cNvSpPr txBox="1"/>
          <p:nvPr/>
        </p:nvSpPr>
        <p:spPr>
          <a:xfrm>
            <a:off x="579438" y="6421083"/>
            <a:ext cx="4151312" cy="197976"/>
          </a:xfrm>
          <a:prstGeom prst="rect">
            <a:avLst/>
          </a:prstGeom>
        </p:spPr>
        <p:txBody>
          <a:bodyPr/>
          <a:ls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a:defRPr/>
            </a:pPr>
            <a:r>
              <a:rPr lang="es-ES" sz="1000" b="0" i="0" strike="noStrike" cap="none" baseline="0">
                <a:solidFill>
                  <a:srgbClr val="000000"/>
                </a:solidFill>
                <a:effectLst/>
                <a:latin typeface="Segoe UI"/>
                <a:ea typeface="Segoe UI"/>
                <a:cs typeface="Segoe UI"/>
              </a:rPr>
              <a:t>© Copyright Microsoft Corporation. Todos los derechos reservados.</a:t>
            </a:r>
            <a:endParaRPr lang="en-US" sz="1000">
              <a:solidFill>
                <a:srgbClr val="000000"/>
              </a:solidFill>
              <a:latin typeface="Segoe UI"/>
            </a:endParaRPr>
          </a:p>
        </p:txBody>
      </p:sp>
    </p:spTree>
    <p:extLst>
      <p:ext uri="{BB962C8B-B14F-4D97-AF65-F5344CB8AC3E}">
        <p14:creationId xmlns:p14="http://schemas.microsoft.com/office/powerpoint/2010/main" val="319323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0"/>
                                        </p:tgtEl>
                                        <p:attrNameLst>
                                          <p:attrName>style.visibility</p:attrName>
                                        </p:attrNameLst>
                                      </p:cBhvr>
                                      <p:to>
                                        <p:strVal val="visible"/>
                                      </p:to>
                                    </p:set>
                                    <p:animEffect transition="in" filter="fade">
                                      <p:cBhvr>
                                        <p:cTn id="12"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3.10.0.1160"/>
  <p:tag name="AS_RELEASE_DATE" val="2023.06.30"/>
  <p:tag name="AS_TITLE" val="Aspose.Slides for Java"/>
  <p:tag name="AS_VERSION" val="23.6.1"/>
</p:tagLst>
</file>

<file path=ppt/theme/theme1.xml><?xml version="1.0" encoding="utf-8"?>
<a:theme xmlns:a="http://schemas.openxmlformats.org/drawingml/2006/main" name="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Segoe UI Semibold"/>
        <a:cs typeface="Arial"/>
      </a:majorFont>
      <a:minorFont>
        <a:latin typeface="Segoe UI"/>
        <a:ea typeface="Segoe UI"/>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2.xml><?xml version="1.0" encoding="utf-8"?>
<a:theme xmlns:a="http://schemas.openxmlformats.org/drawingml/2006/main" name="1_LIGHT MODE">
  <a:themeElements>
    <a:clrScheme name="BAR Light">
      <a:dk1>
        <a:srgbClr val="000000"/>
      </a:dk1>
      <a:lt1>
        <a:srgbClr val="FFFFFF"/>
      </a:lt1>
      <a:dk2>
        <a:srgbClr val="091F2E"/>
      </a:dk2>
      <a:lt2>
        <a:srgbClr val="FFF8F3"/>
      </a:lt2>
      <a:accent1>
        <a:srgbClr val="702573"/>
      </a:accent1>
      <a:accent2>
        <a:srgbClr val="BF3AC4"/>
      </a:accent2>
      <a:accent3>
        <a:srgbClr val="FE5B38"/>
      </a:accent3>
      <a:accent4>
        <a:srgbClr val="D59DD7"/>
      </a:accent4>
      <a:accent5>
        <a:srgbClr val="FEE298"/>
      </a:accent5>
      <a:accent6>
        <a:srgbClr val="D7D2CA"/>
      </a:accent6>
      <a:hlink>
        <a:srgbClr val="0077D3"/>
      </a:hlink>
      <a:folHlink>
        <a:srgbClr val="0077D3"/>
      </a:folHlink>
    </a:clrScheme>
    <a:fontScheme name="Custom 3">
      <a:majorFont>
        <a:latin typeface="Segoe UI Semibold"/>
        <a:ea typeface="Segoe UI Semibold"/>
        <a:cs typeface="Arial"/>
      </a:majorFont>
      <a:minorFont>
        <a:latin typeface="Segoe UI"/>
        <a:ea typeface="Segoe UI"/>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1600" dirty="0" smtClean="0"/>
        </a:defPPr>
      </a:lstStyle>
    </a:txDef>
  </a:objectDefaults>
  <a:extraClrSchemeLst/>
  <a:custClrLst>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Light Brown">
      <a:srgbClr val="E1D3C7"/>
    </a:custClr>
    <a:custClr name="Brown">
      <a:srgbClr val="BF9474"/>
    </a:custClr>
    <a:custClr name="Dark Brown">
      <a:srgbClr val="5C4738"/>
    </a:custClr>
    <a:custClr name="Light Yellow">
      <a:srgbClr val="FFE399"/>
    </a:custClr>
    <a:custClr name="Yellow">
      <a:srgbClr val="FFB900"/>
    </a:custClr>
    <a:custClr name="Dark Yellow">
      <a:srgbClr val="7F5A1A"/>
    </a:custClr>
    <a:custClr name="Light Orange">
      <a:srgbClr val="FFA38B"/>
    </a:custClr>
    <a:custClr name="Orange">
      <a:srgbClr val="FF5C39"/>
    </a:custClr>
    <a:custClr name="Dark Orange">
      <a:srgbClr val="73391D"/>
    </a:custClr>
    <a:custClr name="Light Red">
      <a:srgbClr val="FFB3BB"/>
    </a:custClr>
    <a:custClr name="Red">
      <a:srgbClr val="F4364C"/>
    </a:custClr>
    <a:custClr name="Dark Red">
      <a:srgbClr val="73262F"/>
    </a:custClr>
    <a:custClr name="Light Magenta">
      <a:srgbClr val="D59ED7"/>
    </a:custClr>
    <a:custClr name="Magenta">
      <a:srgbClr val="C03BC4"/>
    </a:custClr>
    <a:custClr name="Dark Magenta">
      <a:srgbClr val="702573"/>
    </a:custClr>
    <a:custClr name="Light Purple">
      <a:srgbClr val="C5B4E3"/>
    </a:custClr>
    <a:custClr name="Purple">
      <a:srgbClr val="8661C5"/>
    </a:custClr>
    <a:custClr name="Dark Purple">
      <a:srgbClr val="463668"/>
    </a:custClr>
    <a:custClr name="Light Blue">
      <a:srgbClr val="8DC8E8"/>
    </a:custClr>
    <a:custClr name="Blue">
      <a:srgbClr val="0078D4"/>
    </a:custClr>
    <a:custClr name="Dark Blue">
      <a:srgbClr val="2A446F"/>
    </a:custClr>
    <a:custClr name="Light Teal">
      <a:srgbClr val="B9DCD2"/>
    </a:custClr>
    <a:custClr name="Teal">
      <a:srgbClr val="49C5B1"/>
    </a:custClr>
    <a:custClr name="Dark Teal">
      <a:srgbClr val="225B62"/>
    </a:custClr>
    <a:custClr name="Light Green">
      <a:srgbClr val="D4EC8E"/>
    </a:custClr>
    <a:custClr name="Green">
      <a:srgbClr val="8DE971"/>
    </a:custClr>
    <a:custClr name="Dark Green">
      <a:srgbClr val="07641D"/>
    </a:custClr>
    <a:custClr name="Blue Black">
      <a:srgbClr val="091F2C"/>
    </a:custClr>
    <a:custClr name="Pure Black">
      <a:srgbClr val="000000"/>
    </a:custClr>
    <a:custClr name="Brown Black">
      <a:srgbClr val="291817"/>
    </a:custClr>
  </a:custClrLst>
  <a:extLst>
    <a:ext uri="{05A4C25C-085E-4340-85A3-A5531E510DB2}">
      <thm15:themeFamily xmlns:thm15="http://schemas.microsoft.com/office/thememl/2012/main" name="ILT_Course_Trainer-Template_063023_Final" id="{53CE3B9D-47D1-490F-99CD-422B5AEB3016}" vid="{B2DBE1BE-CBAC-4342-9A93-0CBD83F75182}"/>
    </a:ext>
  </a:extLst>
</a:theme>
</file>

<file path=ppt/theme/theme3.xml><?xml version="1.0" encoding="utf-8"?>
<a:theme xmlns:a="http://schemas.openxmlformats.org/drawingml/2006/main" name="Microsoft Learn_Off-White Template">
  <a:themeElements>
    <a:clrScheme name="Microsoft Learn Lt">
      <a:dk1>
        <a:srgbClr val="000000"/>
      </a:dk1>
      <a:lt1>
        <a:srgbClr val="FFFFFF"/>
      </a:lt1>
      <a:dk2>
        <a:srgbClr val="091F2C"/>
      </a:dk2>
      <a:lt2>
        <a:srgbClr val="E8E6DF"/>
      </a:lt2>
      <a:accent1>
        <a:srgbClr val="FF5C39"/>
      </a:accent1>
      <a:accent2>
        <a:srgbClr val="C73ECC"/>
      </a:accent2>
      <a:accent3>
        <a:srgbClr val="0078D4"/>
      </a:accent3>
      <a:accent4>
        <a:srgbClr val="F4364C"/>
      </a:accent4>
      <a:accent5>
        <a:srgbClr val="FFA38B"/>
      </a:accent5>
      <a:accent6>
        <a:srgbClr val="CD9BCF"/>
      </a:accent6>
      <a:hlink>
        <a:srgbClr val="0078D4"/>
      </a:hlink>
      <a:folHlink>
        <a:srgbClr val="0078D4"/>
      </a:folHlink>
    </a:clrScheme>
    <a:fontScheme name="Microsoft 2019 Brand Templates">
      <a:majorFont>
        <a:latin typeface="Segoe UI Semibold"/>
        <a:ea typeface="Segoe UI Semibold"/>
        <a:cs typeface="Arial"/>
      </a:majorFont>
      <a:minorFont>
        <a:latin typeface="Segoe UI"/>
        <a:ea typeface="Segoe UI"/>
        <a:cs typeface="Arial"/>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Neutral gray">
      <a:srgbClr val="E8E6DF"/>
    </a:custClr>
    <a:custClr name="White">
      <a:srgbClr val="FFFFFF"/>
    </a:custClr>
    <a:custClr name="Blueblack">
      <a:srgbClr val="091F2C"/>
    </a:custClr>
    <a:custClr name="Off white">
      <a:srgbClr val="F4F3F5"/>
    </a:custClr>
    <a:custClr name="Light orange">
      <a:srgbClr val="FFA38B"/>
    </a:custClr>
    <a:custClr name="Light magenta">
      <a:srgbClr val="CD9BCF"/>
    </a:custClr>
    <a:custClr name="Light blue">
      <a:srgbClr val="8DC8E8"/>
    </a:custClr>
    <a:custClr name="Light red">
      <a:srgbClr val="FFB3BB"/>
    </a:custClr>
    <a:custClr name="White">
      <a:srgbClr val="FFFFFF"/>
    </a:custClr>
    <a:custClr name="White">
      <a:srgbClr val="FFFFFF"/>
    </a:custClr>
    <a:custClr name="Neutral gray">
      <a:srgbClr val="E8E6DF"/>
    </a:custClr>
    <a:custClr name="White">
      <a:srgbClr val="FFFFFF"/>
    </a:custClr>
    <a:custClr name="Blueblack">
      <a:srgbClr val="091F2C"/>
    </a:custClr>
    <a:custClr name="Off white">
      <a:srgbClr val="F4F3F5"/>
    </a:custClr>
    <a:custClr name="Dark orange">
      <a:srgbClr val="73391D"/>
    </a:custClr>
    <a:custClr name="Dark magenta">
      <a:srgbClr val="702573"/>
    </a:custClr>
    <a:custClr name="Dark blue">
      <a:srgbClr val="2A446F"/>
    </a:custClr>
    <a:custClr name="Dark red">
      <a:srgbClr val="73262F"/>
    </a:custClr>
    <a:custClr name="White">
      <a:srgbClr val="FFFFFF"/>
    </a:custClr>
    <a:custClr name="White">
      <a:srgbClr val="FFFFFF"/>
    </a:custClr>
  </a:custClrLst>
  <a:extLst>
    <a:ext uri="{05A4C25C-085E-4340-85A3-A5531E510DB2}">
      <thm15:themeFamily xmlns:thm15="http://schemas.microsoft.com/office/thememl/2012/main" name="Microsoft_Learn_PPT_Template_May2022" id="{29A08142-AB99-4411-AAE7-CEDF668BDF69}" vid="{B77F916D-7E22-4EF9-8BA9-EC91DF20C5E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Calibri"/>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Calibri"/>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f056c50-df01-42ef-9e72-94b7d56ea6ea" xsi:nil="true"/>
    <lcf76f155ced4ddcb4097134ff3c332f xmlns="b45d7b5d-5391-45bc-9089-ccc83e65635d">
      <Terms xmlns="http://schemas.microsoft.com/office/infopath/2007/PartnerControls"/>
    </lcf76f155ced4ddcb4097134ff3c332f>
    <SecurityLevel xmlns="b45d7b5d-5391-45bc-9089-ccc83e65635d" xsi:nil="true"/>
    <Classification xmlns="b45d7b5d-5391-45bc-9089-ccc83e65635d" xsi:nil="true"/>
    <IntelligenceOperation xmlns="b45d7b5d-5391-45bc-9089-ccc83e65635d" xsi:nil="true"/>
    <ApprovalRequired xmlns="b45d7b5d-5391-45bc-9089-ccc83e65635d">true</ApprovalRequired>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50248D7AF17F84681BA835FA5F94E40" ma:contentTypeVersion="20" ma:contentTypeDescription="Create a new document." ma:contentTypeScope="" ma:versionID="433c462afd5f8213fc0755e5459980e0">
  <xsd:schema xmlns:xsd="http://www.w3.org/2001/XMLSchema" xmlns:xs="http://www.w3.org/2001/XMLSchema" xmlns:p="http://schemas.microsoft.com/office/2006/metadata/properties" xmlns:ns1="http://schemas.microsoft.com/sharepoint/v3" xmlns:ns2="b45d7b5d-5391-45bc-9089-ccc83e65635d" xmlns:ns3="7f056c50-df01-42ef-9e72-94b7d56ea6ea" targetNamespace="http://schemas.microsoft.com/office/2006/metadata/properties" ma:root="true" ma:fieldsID="371b9982654df4fdd7f3a4c948b61ec1" ns1:_="" ns2:_="" ns3:_="">
    <xsd:import namespace="http://schemas.microsoft.com/sharepoint/v3"/>
    <xsd:import namespace="b45d7b5d-5391-45bc-9089-ccc83e65635d"/>
    <xsd:import namespace="7f056c50-df01-42ef-9e72-94b7d56ea6e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element ref="ns2:Classification" minOccurs="0"/>
                <xsd:element ref="ns2:SecurityLevel" minOccurs="0"/>
                <xsd:element ref="ns2:ApprovalRequired" minOccurs="0"/>
                <xsd:element ref="ns2:IntelligenceOper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5d7b5d-5391-45bc-9089-ccc83e6563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OCR" ma:index="22" nillable="true" ma:displayName="Extracted Text" ma:internalName="MediaServiceOCR" ma:readOnly="true">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Classification" ma:index="24" nillable="true" ma:displayName="Classification" ma:format="Dropdown" ma:internalName="Classification">
      <xsd:simpleType>
        <xsd:restriction base="dms:Choice">
          <xsd:enumeration value="PUBLIC"/>
          <xsd:enumeration value="INTERNAL"/>
          <xsd:enumeration value="CLASSIFIED"/>
        </xsd:restriction>
      </xsd:simpleType>
    </xsd:element>
    <xsd:element name="SecurityLevel" ma:index="25" nillable="true" ma:displayName="SecurityLevel" ma:format="Dropdown" ma:internalName="SecurityLevel">
      <xsd:simpleType>
        <xsd:restriction base="dms:Choice">
          <xsd:enumeration value="NONE"/>
          <xsd:enumeration value="ALPHA"/>
          <xsd:enumeration value="BETA"/>
          <xsd:enumeration value="GAMMA"/>
        </xsd:restriction>
      </xsd:simpleType>
    </xsd:element>
    <xsd:element name="ApprovalRequired" ma:index="26" nillable="true" ma:displayName="ApprovalRequired" ma:default="1" ma:format="Dropdown" ma:internalName="ApprovalRequired">
      <xsd:simpleType>
        <xsd:restriction base="dms:Boolean"/>
      </xsd:simpleType>
    </xsd:element>
    <xsd:element name="IntelligenceOperation" ma:index="27" nillable="true" ma:displayName="IntelligenceOperation" ma:format="Dropdown" ma:internalName="IntelligenceOperation">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f056c50-df01-42ef-9e72-94b7d56ea6ea"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d2e2aa58-280f-4967-8611-313d3ea79993}" ma:internalName="TaxCatchAll" ma:showField="CatchAllData" ma:web="7f056c50-df01-42ef-9e72-94b7d56ea6e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F990F116-B58F-4255-B05B-DA3808E0E5C6}">
  <ds:schemaRefs>
    <ds:schemaRef ds:uri="7f056c50-df01-42ef-9e72-94b7d56ea6ea"/>
    <ds:schemaRef ds:uri="http://www.w3.org/XML/1998/namespace"/>
    <ds:schemaRef ds:uri="http://purl.org/dc/terms/"/>
    <ds:schemaRef ds:uri="http://schemas.microsoft.com/office/2006/documentManagement/types"/>
    <ds:schemaRef ds:uri="http://schemas.microsoft.com/sharepoint/v3"/>
    <ds:schemaRef ds:uri="http://purl.org/dc/dcmitype/"/>
    <ds:schemaRef ds:uri="http://schemas.microsoft.com/office/2006/metadata/properties"/>
    <ds:schemaRef ds:uri="http://schemas.microsoft.com/office/infopath/2007/PartnerControls"/>
    <ds:schemaRef ds:uri="http://schemas.openxmlformats.org/package/2006/metadata/core-properties"/>
    <ds:schemaRef ds:uri="b45d7b5d-5391-45bc-9089-ccc83e65635d"/>
    <ds:schemaRef ds:uri="http://purl.org/dc/elements/1.1/"/>
  </ds:schemaRefs>
</ds:datastoreItem>
</file>

<file path=customXml/itemProps3.xml><?xml version="1.0" encoding="utf-8"?>
<ds:datastoreItem xmlns:ds="http://schemas.openxmlformats.org/officeDocument/2006/customXml" ds:itemID="{B5C91F20-02B8-4994-9188-4CA745F1B3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45d7b5d-5391-45bc-9089-ccc83e65635d"/>
    <ds:schemaRef ds:uri="7f056c50-df01-42ef-9e72-94b7d56ea6e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4679</TotalTime>
  <Words>7215</Words>
  <Application>Microsoft Office PowerPoint</Application>
  <PresentationFormat>Widescreen</PresentationFormat>
  <Paragraphs>882</Paragraphs>
  <Slides>55</Slides>
  <Notes>37</Notes>
  <HiddenSlides>10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55</vt:i4>
      </vt:variant>
    </vt:vector>
  </HeadingPairs>
  <TitlesOfParts>
    <vt:vector size="70" baseType="lpstr">
      <vt:lpstr>System Font Regular</vt:lpstr>
      <vt:lpstr>Abadi</vt:lpstr>
      <vt:lpstr>Aptos</vt:lpstr>
      <vt:lpstr>Arial</vt:lpstr>
      <vt:lpstr>Cambria Math</vt:lpstr>
      <vt:lpstr>Consolas</vt:lpstr>
      <vt:lpstr>Courier New</vt:lpstr>
      <vt:lpstr>Segoe UI</vt:lpstr>
      <vt:lpstr>Segoe UI Black</vt:lpstr>
      <vt:lpstr>Segoe UI Light</vt:lpstr>
      <vt:lpstr>Segoe UI Semibold</vt:lpstr>
      <vt:lpstr>Wingdings</vt:lpstr>
      <vt:lpstr>LIGHT MODE</vt:lpstr>
      <vt:lpstr>1_LIGHT MODE</vt:lpstr>
      <vt:lpstr>Microsoft Learn_Off-White Template</vt:lpstr>
      <vt:lpstr>Desarrollo de agentes de IA en Azure</vt:lpstr>
      <vt:lpstr>Cargas de trabajo de inteligencia artificial</vt:lpstr>
      <vt:lpstr>Nuestro enfoque actual</vt:lpstr>
      <vt:lpstr>Develop AI agents with Microsoft Foundry and Visual Studio Code</vt:lpstr>
      <vt:lpstr>Understand AI agents</vt:lpstr>
      <vt:lpstr>Understand AI agents</vt:lpstr>
      <vt:lpstr>Why agents are useful</vt:lpstr>
      <vt:lpstr>AI agent use cases</vt:lpstr>
      <vt:lpstr>Typical development workflow</vt:lpstr>
      <vt:lpstr>Choose your development approach</vt:lpstr>
      <vt:lpstr>Demo</vt:lpstr>
      <vt:lpstr>Knowledge check</vt:lpstr>
      <vt:lpstr>Integración de herramientas personalizadas en el agente</vt:lpstr>
      <vt:lpstr>¿Por qué se usan las herramientas personalizadas?</vt:lpstr>
      <vt:lpstr>Opciones para implementar herramientas personalizadas</vt:lpstr>
      <vt:lpstr>Ejercicio</vt:lpstr>
      <vt:lpstr>Prueba de conocimientos</vt:lpstr>
      <vt:lpstr>Integración de las herramientas de MCP con agentes de Azure IA</vt:lpstr>
      <vt:lpstr>Comprensión del Model Context Protocol para agentes de IA</vt:lpstr>
      <vt:lpstr>Integración de las herramientas del agente con un cliente y un servidor MCP</vt:lpstr>
      <vt:lpstr>Ejercicio</vt:lpstr>
      <vt:lpstr>Prueba de conocimientos</vt:lpstr>
      <vt:lpstr>Construir agentes de IA mejorados con conocimientos con Foundry IQ</vt:lpstr>
      <vt:lpstr>Remember Retrieval Augmented Generation (RAG)</vt:lpstr>
      <vt:lpstr>Generación aumentada de recuperación (RAG) para agentes</vt:lpstr>
      <vt:lpstr>Exploración de Foundry IQ</vt:lpstr>
      <vt:lpstr>Configuración de orígenes de datos</vt:lpstr>
      <vt:lpstr>Configuración de la recuperación con Foundry IQ</vt:lpstr>
      <vt:lpstr>Ejercicio</vt:lpstr>
      <vt:lpstr>Prueba de conocimientos</vt:lpstr>
      <vt:lpstr>Integración de tu agente con Microsoft 365</vt:lpstr>
      <vt:lpstr>Comprensión de las aplicaciones del agente</vt:lpstr>
      <vt:lpstr>Publicar tu agente</vt:lpstr>
      <vt:lpstr>Demostración</vt:lpstr>
      <vt:lpstr>Prueba de conocimientos</vt:lpstr>
      <vt:lpstr>Creación de flujos de trabajo controlados por agentes a través de Microsoft Foundry</vt:lpstr>
      <vt:lpstr>Descripción de los flujos de trabajo</vt:lpstr>
      <vt:lpstr>Identificación de patrones del flujo de trabajo</vt:lpstr>
      <vt:lpstr>Exploración de los componentes principales de un flujo de trabajo</vt:lpstr>
      <vt:lpstr>Demostración</vt:lpstr>
      <vt:lpstr>Prueba de conocimientos</vt:lpstr>
      <vt:lpstr>Desarrollo de un agente de IA con Microsoft Agent Framework</vt:lpstr>
      <vt:lpstr>Exploración de los componentes principales de Microsoft Agent Framework</vt:lpstr>
      <vt:lpstr>Crear un agente de IA</vt:lpstr>
      <vt:lpstr>Adición de herramientas a agentes de IA</vt:lpstr>
      <vt:lpstr>Ejercicio</vt:lpstr>
      <vt:lpstr>Prueba de conocimientos</vt:lpstr>
      <vt:lpstr>Orquestación de una solución multiagente con Microsoft Agent Framework</vt:lpstr>
      <vt:lpstr>Uso de la orquestación simultánea</vt:lpstr>
      <vt:lpstr>Uso de la orquestación secuencial</vt:lpstr>
      <vt:lpstr>Uso de la orquestación de chat grupal</vt:lpstr>
      <vt:lpstr>Uso de la orquestación de entrega</vt:lpstr>
      <vt:lpstr>Uso de la orquestación Magentic</vt:lpstr>
      <vt:lpstr>Ejercicio</vt:lpstr>
      <vt:lpstr>Prueba de conocimientos</vt:lpstr>
    </vt:vector>
  </TitlesOfParts>
  <Manager>&lt;Comms manager name here&gt;</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Learn ILT course  master template</dc:title>
  <dc:subject>&lt;Event name&gt;</dc:subject>
  <dc:creator>heidi@mindseyepdx.com;v-mrosenthal@microsoft.com</dc:creator>
  <cp:revision>68</cp:revision>
  <dcterms:created xsi:type="dcterms:W3CDTF">2023-06-16T20:38:16Z</dcterms:created>
  <dcterms:modified xsi:type="dcterms:W3CDTF">2026-05-26T07:13:33Z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ExtendedDescription">
    <vt:lpwstr/>
  </property>
  <property fmtid="{D5CDD505-2E9C-101B-9397-08002B2CF9AE}" pid="3" name="Audience">
    <vt:lpwstr/>
  </property>
  <property fmtid="{D5CDD505-2E9C-101B-9397-08002B2CF9AE}" pid="4" name="Campaign">
    <vt:lpwstr/>
  </property>
  <property fmtid="{D5CDD505-2E9C-101B-9397-08002B2CF9AE}" pid="5" name="ComplianceAssetId">
    <vt:lpwstr/>
  </property>
  <property fmtid="{D5CDD505-2E9C-101B-9397-08002B2CF9AE}" pid="6" name="ContentTypeId">
    <vt:lpwstr>0x010100350248D7AF17F84681BA835FA5F94E40</vt:lpwstr>
  </property>
  <property fmtid="{D5CDD505-2E9C-101B-9397-08002B2CF9AE}" pid="7" name="Event Location">
    <vt:lpwstr/>
  </property>
  <property fmtid="{D5CDD505-2E9C-101B-9397-08002B2CF9AE}" pid="8" name="Event Venue">
    <vt:lpwstr/>
  </property>
  <property fmtid="{D5CDD505-2E9C-101B-9397-08002B2CF9AE}" pid="9" name="Event1">
    <vt:lpwstr>622;#Unassigned|2c8af875-f38a-40b8-a0a9-056aed3fc8c0</vt:lpwstr>
  </property>
  <property fmtid="{D5CDD505-2E9C-101B-9397-08002B2CF9AE}" pid="10" name="IsMyDocuments">
    <vt:bool>true</vt:bool>
  </property>
  <property fmtid="{D5CDD505-2E9C-101B-9397-08002B2CF9AE}" pid="11" name="MediaServiceImageTags">
    <vt:lpwstr/>
  </property>
  <property fmtid="{D5CDD505-2E9C-101B-9397-08002B2CF9AE}" pid="12" name="MSIP_Label_f42aa342-8706-4288-bd11-ebb85995028c_Application">
    <vt:lpwstr>Microsoft Azure Information Protection</vt:lpwstr>
  </property>
  <property fmtid="{D5CDD505-2E9C-101B-9397-08002B2CF9AE}" pid="13" name="MSIP_Label_f42aa342-8706-4288-bd11-ebb85995028c_Enabled">
    <vt:lpwstr>True</vt:lpwstr>
  </property>
  <property fmtid="{D5CDD505-2E9C-101B-9397-08002B2CF9AE}" pid="14" name="MSIP_Label_f42aa342-8706-4288-bd11-ebb85995028c_Extended_MSFT_Method">
    <vt:lpwstr>Automatic</vt:lpwstr>
  </property>
  <property fmtid="{D5CDD505-2E9C-101B-9397-08002B2CF9AE}" pid="15" name="MSIP_Label_f42aa342-8706-4288-bd11-ebb85995028c_Name">
    <vt:lpwstr>General</vt:lpwstr>
  </property>
  <property fmtid="{D5CDD505-2E9C-101B-9397-08002B2CF9AE}" pid="16" name="MSIP_Label_f42aa342-8706-4288-bd11-ebb85995028c_Owner">
    <vt:lpwstr>maryfj@microsoft.com</vt:lpwstr>
  </property>
  <property fmtid="{D5CDD505-2E9C-101B-9397-08002B2CF9AE}" pid="17" name="MSIP_Label_f42aa342-8706-4288-bd11-ebb85995028c_Ref">
    <vt:lpwstr>https://api.informationprotection.azure.com/api/72f988bf-86f1-41af-91ab-2d7cd011db47</vt:lpwstr>
  </property>
  <property fmtid="{D5CDD505-2E9C-101B-9397-08002B2CF9AE}" pid="18" name="MSIP_Label_f42aa342-8706-4288-bd11-ebb85995028c_SetDate">
    <vt:lpwstr>2017-08-29T14:27:20.8568347-07:00</vt:lpwstr>
  </property>
  <property fmtid="{D5CDD505-2E9C-101B-9397-08002B2CF9AE}" pid="19" name="MSIP_Label_f42aa342-8706-4288-bd11-ebb85995028c_SiteId">
    <vt:lpwstr>72f988bf-86f1-41af-91ab-2d7cd011db47</vt:lpwstr>
  </property>
  <property fmtid="{D5CDD505-2E9C-101B-9397-08002B2CF9AE}" pid="20" name="Order">
    <vt:r8>62500</vt:r8>
  </property>
  <property fmtid="{D5CDD505-2E9C-101B-9397-08002B2CF9AE}" pid="21" name="Product">
    <vt:lpwstr/>
  </property>
  <property fmtid="{D5CDD505-2E9C-101B-9397-08002B2CF9AE}" pid="22" name="Sensitivity">
    <vt:lpwstr>General</vt:lpwstr>
  </property>
  <property fmtid="{D5CDD505-2E9C-101B-9397-08002B2CF9AE}" pid="23" name="TemplateUrl">
    <vt:lpwstr/>
  </property>
  <property fmtid="{D5CDD505-2E9C-101B-9397-08002B2CF9AE}" pid="24" name="Track">
    <vt:lpwstr/>
  </property>
  <property fmtid="{D5CDD505-2E9C-101B-9397-08002B2CF9AE}" pid="25" name="TriggerFlowInfo">
    <vt:lpwstr/>
  </property>
  <property fmtid="{D5CDD505-2E9C-101B-9397-08002B2CF9AE}" pid="26" name="xd_ProgID">
    <vt:lpwstr/>
  </property>
  <property fmtid="{D5CDD505-2E9C-101B-9397-08002B2CF9AE}" pid="27" name="xd_Signature">
    <vt:bool>false</vt:bool>
  </property>
</Properties>
</file>