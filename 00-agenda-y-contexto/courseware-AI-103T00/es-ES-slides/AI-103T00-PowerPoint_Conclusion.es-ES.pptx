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9" r:id="rId4"/>
  </p:sldMasterIdLst>
  <p:notesMasterIdLst>
    <p:notesMasterId r:id="rId9"/>
  </p:notesMasterIdLst>
  <p:handoutMasterIdLst>
    <p:handoutMasterId r:id="rId10"/>
  </p:handoutMasterIdLst>
  <p:sldIdLst>
    <p:sldId id="2147479557" r:id="rId5"/>
    <p:sldId id="2147479729" r:id="rId6"/>
    <p:sldId id="2147479730" r:id="rId7"/>
    <p:sldId id="2147479728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0" clrIdx="0"/>
  <p:cmAuthor id="1" name="Mary Feil-Jacobs" initials="MFJ" lastIdx="0" clrIdx="1"/>
  <p:cmAuthor id="2" name="Monica Lueder" initials="ML" lastIdx="0" clrIdx="2"/>
  <p:cmAuthor id="3" name="Mary Feil-Jacobs" initials="MF" lastIdx="0" clrIdx="3"/>
  <p:cmAuthor id="4" name="Ron Sasaki" initials="RS" lastIdx="0" clrIdx="4"/>
  <p:cmAuthor id="5" name="heidi@mindseyepdx.com" initials="h" lastIdx="0" clrIdx="5"/>
  <p:cmAuthor id="6" name="Heidi Laverty" initials="HL" lastIdx="0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C63DC-60D9-45A4-84FC-EAAAE1DD1FCA}" v="1" dt="2023-12-07T06:08:07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48" autoAdjust="0"/>
    <p:restoredTop sz="94660"/>
  </p:normalViewPr>
  <p:slideViewPr>
    <p:cSldViewPr snapToGrid="0">
      <p:cViewPr>
        <p:scale>
          <a:sx n="100" d="100"/>
          <a:sy n="100" d="100"/>
        </p:scale>
        <p:origin x="2126" y="542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or Berry" userId="96544f6f-8d1b-4abf-b41a-4612af170be1" providerId="ADAL" clId="{8ACC63DC-60D9-45A4-84FC-EAAAE1DD1FCA}"/>
    <pc:docChg chg="delSld">
      <pc:chgData name="Ivor Berry" userId="96544f6f-8d1b-4abf-b41a-4612af170be1" providerId="ADAL" clId="{8ACC63DC-60D9-45A4-84FC-EAAAE1DD1FCA}" dt="2023-12-07T06:07:41.249" v="0" actId="2696"/>
      <pc:docMkLst>
        <pc:docMk/>
      </pc:docMkLst>
      <pc:sldChg chg="del">
        <pc:chgData name="Ivor Berry" userId="96544f6f-8d1b-4abf-b41a-4612af170be1" providerId="ADAL" clId="{8ACC63DC-60D9-45A4-84FC-EAAAE1DD1FCA}" dt="2023-12-07T06:07:41.249" v="0" actId="2696"/>
        <pc:sldMkLst>
          <pc:docMk/>
          <pc:sldMk cId="439534986" sldId="2147479656"/>
        </pc:sldMkLst>
      </pc:sldChg>
    </pc:docChg>
  </pc:docChgLst>
  <pc:docChgLst>
    <pc:chgData name="Ivor Berry" userId="96544f6f-8d1b-4abf-b41a-4612af170be1" providerId="ADAL" clId="{AE9319E3-BCCF-4C0E-9BA4-BC4F05D52C2D}"/>
    <pc:docChg chg="undo custSel addSld delSld modSld addSection delSection modSection">
      <pc:chgData name="Ivor Berry" userId="96544f6f-8d1b-4abf-b41a-4612af170be1" providerId="ADAL" clId="{AE9319E3-BCCF-4C0E-9BA4-BC4F05D52C2D}" dt="2023-11-01T21:30:26.165" v="495" actId="17853"/>
      <pc:docMkLst>
        <pc:docMk/>
      </pc:docMkLst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3787736589" sldId="1632"/>
        </pc:sldMkLst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945232278" sldId="1637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1734498451" sldId="2076138419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1096935855" sldId="2076138420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2365532101" sldId="2123258937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3067333247" sldId="2123258938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4122111893" sldId="2123258939"/>
        </pc:sldMkLst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1896435163" sldId="2147479555"/>
        </pc:sldMkLst>
      </pc:sldChg>
      <pc:sldChg chg="add del">
        <pc:chgData name="Ivor Berry" userId="96544f6f-8d1b-4abf-b41a-4612af170be1" providerId="ADAL" clId="{AE9319E3-BCCF-4C0E-9BA4-BC4F05D52C2D}" dt="2023-11-01T21:30:22.875" v="494" actId="47"/>
        <pc:sldMkLst>
          <pc:docMk/>
          <pc:sldMk cId="2893079036" sldId="2147479584"/>
        </pc:sldMkLst>
      </pc:sldChg>
      <pc:sldChg chg="add del">
        <pc:chgData name="Ivor Berry" userId="96544f6f-8d1b-4abf-b41a-4612af170be1" providerId="ADAL" clId="{AE9319E3-BCCF-4C0E-9BA4-BC4F05D52C2D}" dt="2023-11-01T21:30:15.872" v="492" actId="47"/>
        <pc:sldMkLst>
          <pc:docMk/>
          <pc:sldMk cId="1994320715" sldId="2147479654"/>
        </pc:sldMkLst>
      </pc:sldChg>
      <pc:sldChg chg="delSp modSp add del mod">
        <pc:chgData name="Ivor Berry" userId="96544f6f-8d1b-4abf-b41a-4612af170be1" providerId="ADAL" clId="{AE9319E3-BCCF-4C0E-9BA4-BC4F05D52C2D}" dt="2023-11-01T21:30:15.872" v="492" actId="47"/>
        <pc:sldMkLst>
          <pc:docMk/>
          <pc:sldMk cId="439534986" sldId="2147479656"/>
        </pc:sldMkLst>
        <pc:spChg chg="del">
          <ac:chgData name="Ivor Berry" userId="96544f6f-8d1b-4abf-b41a-4612af170be1" providerId="ADAL" clId="{AE9319E3-BCCF-4C0E-9BA4-BC4F05D52C2D}" dt="2023-11-01T21:23:51.094" v="47" actId="478"/>
          <ac:spMkLst>
            <pc:docMk/>
            <pc:sldMk cId="439534986" sldId="2147479656"/>
            <ac:spMk id="3" creationId="{6E22D802-11F5-69E4-ED51-1722AC2CE959}"/>
          </ac:spMkLst>
        </pc:spChg>
        <pc:spChg chg="mod">
          <ac:chgData name="Ivor Berry" userId="96544f6f-8d1b-4abf-b41a-4612af170be1" providerId="ADAL" clId="{AE9319E3-BCCF-4C0E-9BA4-BC4F05D52C2D}" dt="2023-11-01T21:25:00.177" v="228" actId="20577"/>
          <ac:spMkLst>
            <pc:docMk/>
            <pc:sldMk cId="439534986" sldId="2147479656"/>
            <ac:spMk id="5" creationId="{C6774742-B51A-7AB0-5C2C-8C2CFAC7FA4A}"/>
          </ac:spMkLst>
        </pc:spChg>
        <pc:spChg chg="mod">
          <ac:chgData name="Ivor Berry" userId="96544f6f-8d1b-4abf-b41a-4612af170be1" providerId="ADAL" clId="{AE9319E3-BCCF-4C0E-9BA4-BC4F05D52C2D}" dt="2023-11-01T21:27:06.718" v="443" actId="6549"/>
          <ac:spMkLst>
            <pc:docMk/>
            <pc:sldMk cId="439534986" sldId="2147479656"/>
            <ac:spMk id="13" creationId="{C2C305D4-EFF2-1747-FE82-9AA47D27A3F9}"/>
          </ac:spMkLst>
        </pc:spChg>
        <pc:spChg chg="mod">
          <ac:chgData name="Ivor Berry" userId="96544f6f-8d1b-4abf-b41a-4612af170be1" providerId="ADAL" clId="{AE9319E3-BCCF-4C0E-9BA4-BC4F05D52C2D}" dt="2023-11-01T21:25:16.589" v="231"/>
          <ac:spMkLst>
            <pc:docMk/>
            <pc:sldMk cId="439534986" sldId="2147479656"/>
            <ac:spMk id="14" creationId="{AD2590E8-30A6-88E8-46EF-8B3C842DA5F5}"/>
          </ac:spMkLst>
        </pc:spChg>
      </pc:sldChg>
      <pc:sldChg chg="del">
        <pc:chgData name="Ivor Berry" userId="96544f6f-8d1b-4abf-b41a-4612af170be1" providerId="ADAL" clId="{AE9319E3-BCCF-4C0E-9BA4-BC4F05D52C2D}" dt="2023-11-01T21:29:56.940" v="489" actId="47"/>
        <pc:sldMkLst>
          <pc:docMk/>
          <pc:sldMk cId="3514854106" sldId="2147479683"/>
        </pc:sldMkLst>
      </pc:sldChg>
      <pc:sldChg chg="modSp add del mod">
        <pc:chgData name="Ivor Berry" userId="96544f6f-8d1b-4abf-b41a-4612af170be1" providerId="ADAL" clId="{AE9319E3-BCCF-4C0E-9BA4-BC4F05D52C2D}" dt="2023-11-01T21:30:15.872" v="492" actId="47"/>
        <pc:sldMkLst>
          <pc:docMk/>
          <pc:sldMk cId="3602704393" sldId="2147479685"/>
        </pc:sldMkLst>
        <pc:spChg chg="mod">
          <ac:chgData name="Ivor Berry" userId="96544f6f-8d1b-4abf-b41a-4612af170be1" providerId="ADAL" clId="{AE9319E3-BCCF-4C0E-9BA4-BC4F05D52C2D}" dt="2023-11-01T21:28:27.048" v="452" actId="12"/>
          <ac:spMkLst>
            <pc:docMk/>
            <pc:sldMk cId="3602704393" sldId="2147479685"/>
            <ac:spMk id="6" creationId="{131DC5A8-B5BA-DFEF-397B-28E8FE7FA031}"/>
          </ac:spMkLst>
        </pc:spChg>
        <pc:spChg chg="mod">
          <ac:chgData name="Ivor Berry" userId="96544f6f-8d1b-4abf-b41a-4612af170be1" providerId="ADAL" clId="{AE9319E3-BCCF-4C0E-9BA4-BC4F05D52C2D}" dt="2023-11-01T21:29:31.875" v="487" actId="20577"/>
          <ac:spMkLst>
            <pc:docMk/>
            <pc:sldMk cId="3602704393" sldId="2147479685"/>
            <ac:spMk id="7" creationId="{6ADA288D-0D51-BD26-A552-65F00C5BA738}"/>
          </ac:spMkLst>
        </pc:spChg>
      </pc:sldChg>
      <pc:sldChg chg="del">
        <pc:chgData name="Ivor Berry" userId="96544f6f-8d1b-4abf-b41a-4612af170be1" providerId="ADAL" clId="{AE9319E3-BCCF-4C0E-9BA4-BC4F05D52C2D}" dt="2023-11-01T21:29:54.937" v="488" actId="47"/>
        <pc:sldMkLst>
          <pc:docMk/>
          <pc:sldMk cId="940055779" sldId="2147479686"/>
        </pc:sldMkLst>
      </pc:sldChg>
      <pc:sldChg chg="del">
        <pc:chgData name="Ivor Berry" userId="96544f6f-8d1b-4abf-b41a-4612af170be1" providerId="ADAL" clId="{AE9319E3-BCCF-4C0E-9BA4-BC4F05D52C2D}" dt="2023-11-01T21:27:16.915" v="444" actId="47"/>
        <pc:sldMkLst>
          <pc:docMk/>
          <pc:sldMk cId="3740924630" sldId="2147479695"/>
        </pc:sldMkLst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1145877586" sldId="2147479701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280327979" sldId="2147479702"/>
        </pc:sldMkLst>
      </pc:sldChg>
      <pc:sldChg chg="modSp add del mod">
        <pc:chgData name="Ivor Berry" userId="96544f6f-8d1b-4abf-b41a-4612af170be1" providerId="ADAL" clId="{AE9319E3-BCCF-4C0E-9BA4-BC4F05D52C2D}" dt="2023-11-01T21:30:15.872" v="492" actId="47"/>
        <pc:sldMkLst>
          <pc:docMk/>
          <pc:sldMk cId="3971888174" sldId="2147479705"/>
        </pc:sldMkLst>
        <pc:spChg chg="mod">
          <ac:chgData name="Ivor Berry" userId="96544f6f-8d1b-4abf-b41a-4612af170be1" providerId="ADAL" clId="{AE9319E3-BCCF-4C0E-9BA4-BC4F05D52C2D}" dt="2023-11-01T21:23:03.160" v="9" actId="20577"/>
          <ac:spMkLst>
            <pc:docMk/>
            <pc:sldMk cId="3971888174" sldId="2147479705"/>
            <ac:spMk id="6" creationId="{A3E08FA2-C73F-A01D-C334-4FAC0DB0C177}"/>
          </ac:spMkLst>
        </pc:spChg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980518475" sldId="2147479709"/>
        </pc:sldMkLst>
      </pc:sldChg>
      <pc:sldMasterChg chg="addSldLayout delSldLayout">
        <pc:chgData name="Ivor Berry" userId="96544f6f-8d1b-4abf-b41a-4612af170be1" providerId="ADAL" clId="{AE9319E3-BCCF-4C0E-9BA4-BC4F05D52C2D}" dt="2023-11-01T21:30:22.875" v="494" actId="47"/>
        <pc:sldMasterMkLst>
          <pc:docMk/>
          <pc:sldMasterMk cId="3588427678" sldId="2147484229"/>
        </pc:sldMasterMkLst>
        <pc:sldLayoutChg chg="del">
          <pc:chgData name="Ivor Berry" userId="96544f6f-8d1b-4abf-b41a-4612af170be1" providerId="ADAL" clId="{AE9319E3-BCCF-4C0E-9BA4-BC4F05D52C2D}" dt="2023-11-01T21:30:22.875" v="494" actId="47"/>
          <pc:sldLayoutMkLst>
            <pc:docMk/>
            <pc:sldMasterMk cId="3588427678" sldId="2147484229"/>
            <pc:sldLayoutMk cId="2243578022" sldId="2147484889"/>
          </pc:sldLayoutMkLst>
        </pc:sldLayoutChg>
        <pc:sldLayoutChg chg="del">
          <pc:chgData name="Ivor Berry" userId="96544f6f-8d1b-4abf-b41a-4612af170be1" providerId="ADAL" clId="{AE9319E3-BCCF-4C0E-9BA4-BC4F05D52C2D}" dt="2023-11-01T21:30:03.740" v="490" actId="18676"/>
          <pc:sldLayoutMkLst>
            <pc:docMk/>
            <pc:sldMasterMk cId="3588427678" sldId="2147484229"/>
            <pc:sldLayoutMk cId="1145929198" sldId="2147484894"/>
          </pc:sldLayoutMkLst>
        </pc:sldLayoutChg>
        <pc:sldLayoutChg chg="del">
          <pc:chgData name="Ivor Berry" userId="96544f6f-8d1b-4abf-b41a-4612af170be1" providerId="ADAL" clId="{AE9319E3-BCCF-4C0E-9BA4-BC4F05D52C2D}" dt="2023-11-01T21:30:18.886" v="493" actId="47"/>
          <pc:sldLayoutMkLst>
            <pc:docMk/>
            <pc:sldMasterMk cId="3588427678" sldId="2147484229"/>
            <pc:sldLayoutMk cId="3591634497" sldId="2147484895"/>
          </pc:sldLayoutMkLst>
        </pc:sldLayoutChg>
        <pc:sldLayoutChg chg="add del">
          <pc:chgData name="Ivor Berry" userId="96544f6f-8d1b-4abf-b41a-4612af170be1" providerId="ADAL" clId="{AE9319E3-BCCF-4C0E-9BA4-BC4F05D52C2D}" dt="2023-11-01T21:30:15.872" v="492" actId="47"/>
          <pc:sldLayoutMkLst>
            <pc:docMk/>
            <pc:sldMasterMk cId="3588427678" sldId="2147484229"/>
            <pc:sldLayoutMk cId="3147714601" sldId="2147484918"/>
          </pc:sldLayoutMkLst>
        </pc:sldLayoutChg>
        <pc:sldLayoutChg chg="add del">
          <pc:chgData name="Ivor Berry" userId="96544f6f-8d1b-4abf-b41a-4612af170be1" providerId="ADAL" clId="{AE9319E3-BCCF-4C0E-9BA4-BC4F05D52C2D}" dt="2023-11-01T21:30:15.872" v="492" actId="47"/>
          <pc:sldLayoutMkLst>
            <pc:docMk/>
            <pc:sldMasterMk cId="3588427678" sldId="2147484229"/>
            <pc:sldLayoutMk cId="1685491087" sldId="214748491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anose="020B0502040204020203" pitchFamily="34" charset="0"/>
              </a:rPr>
              <a:t>4/16/2026 10:02 AM</a:t>
            </a:fld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anose="020B0502040204020203" pitchFamily="34" charset="0"/>
              </a:rPr>
              <a:t>‹#›</a:t>
            </a:fld>
            <a:endParaRPr lang="en-US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61486BA7-839C-4D2B-BD52-EF0BBA8433FD}" type="datetime8">
              <a:rPr lang="en-US" smtClean="0"/>
              <a:t>4/16/2026 10:01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B4008EB6-D09E-4580-8CD6-DDB145119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EXPLÍCITA, IMPLÍCITA NI LEGAL,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0189337-DF1D-4A53-B055-B1412C34D1CE}" type="datetime8">
              <a:rPr lang="en-US" smtClean="0"/>
              <a:t>4/16/2026 10:01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2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&#10;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9824"/>
          <a:stretch>
            <a:fillRect/>
          </a:stretch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13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  <p15:guide id="40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1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endee-Intro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Placeholder 8" descr="Remote attendees participating in a Microsoft Teams Room (MTR) meeting while people in the conference room are viewing attendees in Gallery View on the front of room monitors​. ">
            <a:extLst>
              <a:ext uri="{FF2B5EF4-FFF2-40B4-BE49-F238E27FC236}">
                <a16:creationId xmlns:a16="http://schemas.microsoft.com/office/drawing/2014/main" id="{52246ABC-CD2B-AD84-9C67-DFE64BEAE9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405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 userDrawn="1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 userDrawn="1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356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4780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183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7343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 userDrawn="1">
          <p15:clr>
            <a:srgbClr val="954F72"/>
          </p15:clr>
        </p15:guide>
        <p15:guide id="9" pos="2150">
          <p15:clr>
            <a:srgbClr val="954F72"/>
          </p15:clr>
        </p15:guide>
        <p15:guide id="10" pos="2544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 userDrawn="1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60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5124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3481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443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2988" userDrawn="1">
          <p15:clr>
            <a:srgbClr val="FBAE40"/>
          </p15:clr>
        </p15:guide>
        <p15:guide id="42" pos="5352" userDrawn="1">
          <p15:clr>
            <a:srgbClr val="FBAE40"/>
          </p15:clr>
        </p15:guide>
        <p15:guide id="43" orient="horz" pos="108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92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032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57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5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423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9816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611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39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 userDrawn="1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 userDrawn="1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4390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51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19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>
            <a:fillRect/>
          </a:stretch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2434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355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5890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408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 userDrawn="1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/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10000"/>
              <a:buFont typeface="Arial"/>
              <a:buNone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0000"/>
              <a:buFont typeface="Arial"/>
              <a:buChar char="•"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/>
              <a:buChar char="•"/>
              <a:defRPr lang="en-US" sz="18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67848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9052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41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125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  <a:lvl2pPr marL="155448" indent="0"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595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_Learn-with Head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14D4A-3D84-63D4-621C-F0146E953C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9BD062-242B-7C76-C2DD-D8D8F7B4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6596763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C218158-577B-6E13-36F7-D124388AA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7714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Path2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E894E4-791C-907F-1385-BF33ADCFF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910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7064">
          <p15:clr>
            <a:srgbClr val="FBAE40"/>
          </p15:clr>
        </p15:guide>
        <p15:guide id="41" orient="horz" pos="36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 flipH="1"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 flipH="1"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 flipH="1"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 flipH="1"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 flipH="1"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 flipH="1"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 flipH="1"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 flipH="1"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 flipH="1"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 flipH="1"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45" r:id="rId3"/>
    <p:sldLayoutId id="2147484870" r:id="rId4"/>
    <p:sldLayoutId id="2147484872" r:id="rId5"/>
    <p:sldLayoutId id="2147484867" r:id="rId6"/>
    <p:sldLayoutId id="2147484908" r:id="rId7"/>
    <p:sldLayoutId id="2147484839" r:id="rId8"/>
    <p:sldLayoutId id="2147484742" r:id="rId9"/>
    <p:sldLayoutId id="2147484910" r:id="rId10"/>
    <p:sldLayoutId id="2147484817" r:id="rId11"/>
    <p:sldLayoutId id="2147484741" r:id="rId12"/>
    <p:sldLayoutId id="2147484807" r:id="rId13"/>
    <p:sldLayoutId id="2147484753" r:id="rId14"/>
    <p:sldLayoutId id="2147484808" r:id="rId15"/>
    <p:sldLayoutId id="2147484912" r:id="rId16"/>
    <p:sldLayoutId id="2147484914" r:id="rId17"/>
    <p:sldLayoutId id="2147484917" r:id="rId18"/>
    <p:sldLayoutId id="2147484915" r:id="rId19"/>
    <p:sldLayoutId id="2147484873" r:id="rId20"/>
    <p:sldLayoutId id="2147484886" r:id="rId21"/>
    <p:sldLayoutId id="2147484885" r:id="rId22"/>
    <p:sldLayoutId id="2147484874" r:id="rId23"/>
    <p:sldLayoutId id="2147484745" r:id="rId24"/>
    <p:sldLayoutId id="2147484743" r:id="rId25"/>
    <p:sldLayoutId id="2147484749" r:id="rId26"/>
    <p:sldLayoutId id="2147484875" r:id="rId27"/>
    <p:sldLayoutId id="2147484840" r:id="rId28"/>
    <p:sldLayoutId id="2147484887" r:id="rId29"/>
    <p:sldLayoutId id="2147484909" r:id="rId30"/>
    <p:sldLayoutId id="2147484907" r:id="rId31"/>
    <p:sldLayoutId id="2147484911" r:id="rId32"/>
    <p:sldLayoutId id="2147484899" r:id="rId33"/>
    <p:sldLayoutId id="2147484903" r:id="rId34"/>
    <p:sldLayoutId id="2147484905" r:id="rId35"/>
    <p:sldLayoutId id="2147484900" r:id="rId36"/>
    <p:sldLayoutId id="2147484906" r:id="rId37"/>
    <p:sldLayoutId id="2147484821" r:id="rId38"/>
    <p:sldLayoutId id="2147484728" r:id="rId39"/>
    <p:sldLayoutId id="2147484859" r:id="rId40"/>
    <p:sldLayoutId id="2147484918" r:id="rId41"/>
    <p:sldLayoutId id="2147484919" r:id="rId42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Segoe UI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209800"/>
            <a:ext cx="5432742" cy="2542638"/>
          </a:xfrm>
        </p:spPr>
        <p:txBody>
          <a:bodyPr/>
          <a:lstStyle/>
          <a:p>
            <a:r>
              <a:rPr lang="es-ES" sz="4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Desarrollo de aplicaciones y agentes de IA en Azure </a:t>
            </a:r>
            <a:br>
              <a:rPr sz="4000" dirty="0"/>
            </a:br>
            <a:r>
              <a:rPr lang="es-ES" sz="4000" b="0" i="0" strike="noStrike" cap="none" baseline="0" dirty="0">
                <a:solidFill>
                  <a:srgbClr val="808080"/>
                </a:solidFill>
                <a:effectLst/>
                <a:latin typeface="Segoe UI"/>
                <a:ea typeface="Segoe UI"/>
                <a:cs typeface="Segoe UI"/>
              </a:rPr>
              <a:t>Conclusión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216"/>
            <a:ext cx="10430257" cy="426720"/>
          </a:xfrm>
        </p:spPr>
        <p:txBody>
          <a:bodyPr/>
          <a:lstStyle/>
          <a:p>
            <a:r>
              <a:rPr lang="es-ES" sz="2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Gracias por asistir a este curso.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39624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Estos son algunos recordatorios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BB8CD774-E161-61A8-A522-D1535573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7" y="2641600"/>
            <a:ext cx="336985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A420F-4813-DE87-923E-2BAD0B326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14843" y="2090899"/>
            <a:ext cx="1110600" cy="1110600"/>
            <a:chOff x="1742946" y="2116300"/>
            <a:chExt cx="1110600" cy="1110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204F6C-AFC4-B17E-9CBF-22DC543234BF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DB37397-7AB9-34FE-DA9D-61EDF50E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  <p:sp>
        <p:nvSpPr>
          <p:cNvPr id="10" name="Title 3">
            <a:extLst>
              <a:ext uri="{FF2B5EF4-FFF2-40B4-BE49-F238E27FC236}">
                <a16:creationId xmlns:a16="http://schemas.microsoft.com/office/drawing/2014/main" id="{4A316BF9-C4B9-DD49-36CE-1D11F0D1172A}"/>
              </a:ext>
            </a:extLst>
          </p:cNvPr>
          <p:cNvSpPr txBox="1"/>
          <p:nvPr/>
        </p:nvSpPr>
        <p:spPr bwMode="auto">
          <a:xfrm>
            <a:off x="592138" y="3527093"/>
            <a:ext cx="335036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Celebra tus </a:t>
            </a:r>
            <a:br>
              <a:rPr sz="2000"/>
            </a:b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nuevas habilidades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DB18E57-06A5-07C5-77E6-7A3931D0724C}"/>
              </a:ext>
            </a:extLst>
          </p:cNvPr>
          <p:cNvSpPr txBox="1"/>
          <p:nvPr/>
        </p:nvSpPr>
        <p:spPr>
          <a:xfrm>
            <a:off x="1083155" y="4473121"/>
            <a:ext cx="2102005" cy="76943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Canjea tu logro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Comparte con nosotros y con tu red</a:t>
            </a: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6EF7A416-217B-B74D-2A37-73B81E90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4692" y="2641600"/>
            <a:ext cx="334924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A0CB41-0E46-734C-4922-03B79C43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34013" y="2090899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EEDCE-1714-0823-ABDF-9A463BF4414A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612A22-D03D-EB09-D2F9-46DCD2A7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1" name="Title 3">
            <a:extLst>
              <a:ext uri="{FF2B5EF4-FFF2-40B4-BE49-F238E27FC236}">
                <a16:creationId xmlns:a16="http://schemas.microsoft.com/office/drawing/2014/main" id="{BCA26C15-2479-3215-DA45-30CA95A86BF1}"/>
              </a:ext>
            </a:extLst>
          </p:cNvPr>
          <p:cNvSpPr txBox="1"/>
          <p:nvPr/>
        </p:nvSpPr>
        <p:spPr bwMode="auto">
          <a:xfrm>
            <a:off x="4404664" y="3527093"/>
            <a:ext cx="335036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2000" b="0" i="0" strike="noStrike" cap="none" baseline="0" dirty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Danos tu opinión </a:t>
            </a:r>
            <a:br>
              <a:rPr sz="2000" dirty="0"/>
            </a:br>
            <a:r>
              <a:rPr lang="es-ES" sz="2000" b="0" i="0" strike="noStrike" cap="none" baseline="0" dirty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sobre cómo lo hemos hecho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7BEECF-9AA7-29D4-B995-C86E4E84DA4F}"/>
              </a:ext>
            </a:extLst>
          </p:cNvPr>
          <p:cNvSpPr txBox="1"/>
          <p:nvPr/>
        </p:nvSpPr>
        <p:spPr>
          <a:xfrm>
            <a:off x="4888050" y="4473121"/>
            <a:ext cx="2415900" cy="76943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Envíanos tus comentarios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encuesta se enviará por correo electrónico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AB37A0EA-578B-84A5-AE07-644384EA1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8435" y="2641600"/>
            <a:ext cx="3331428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E7F02-D409-47E7-2524-7C278F71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8849" y="2090899"/>
            <a:ext cx="1110600" cy="1110600"/>
            <a:chOff x="9378893" y="2116300"/>
            <a:chExt cx="1110600" cy="11106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F2EB2C-F39B-78A2-5F62-B5420D61E6B0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EEABFC34-76B9-583D-E57A-80FBE646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9" name="Title 3">
            <a:extLst>
              <a:ext uri="{FF2B5EF4-FFF2-40B4-BE49-F238E27FC236}">
                <a16:creationId xmlns:a16="http://schemas.microsoft.com/office/drawing/2014/main" id="{1115584E-5D15-89B4-1E8A-3A2B2C2A948E}"/>
              </a:ext>
            </a:extLst>
          </p:cNvPr>
          <p:cNvSpPr txBox="1"/>
          <p:nvPr/>
        </p:nvSpPr>
        <p:spPr bwMode="auto">
          <a:xfrm>
            <a:off x="8289746" y="3527094"/>
            <a:ext cx="3310116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Obtén el distintivo </a:t>
            </a:r>
            <a:br>
              <a:rPr sz="2000"/>
            </a:b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Microsoft Certified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6F9F362-4F2E-D227-CD26-237B46E62F6F}"/>
              </a:ext>
            </a:extLst>
          </p:cNvPr>
          <p:cNvSpPr txBox="1"/>
          <p:nvPr/>
        </p:nvSpPr>
        <p:spPr>
          <a:xfrm>
            <a:off x="8753090" y="4473121"/>
            <a:ext cx="2415900" cy="76943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Explora recursos adicionales para prepararte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Programa tu examen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7FC6E-23C6-9140-6152-48A2508BD218}"/>
              </a:ext>
            </a:extLst>
          </p:cNvPr>
          <p:cNvSpPr txBox="1"/>
          <p:nvPr/>
        </p:nvSpPr>
        <p:spPr>
          <a:xfrm>
            <a:off x="672653" y="6070090"/>
            <a:ext cx="258084" cy="284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lang="en-US" sz="1846">
                <a:solidFill>
                  <a:srgbClr val="2A446F"/>
                </a:solidFill>
                <a:latin typeface="Segoe UI Symbol"/>
                <a:ea typeface="Segoe UI Symbol"/>
                <a:sym typeface="Segoe UI Symbol"/>
              </a:rPr>
              <a:t>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91B82-FBFF-2306-8695-498B4BE67872}"/>
              </a:ext>
            </a:extLst>
          </p:cNvPr>
          <p:cNvSpPr txBox="1"/>
          <p:nvPr/>
        </p:nvSpPr>
        <p:spPr>
          <a:xfrm>
            <a:off x="1078164" y="5956661"/>
            <a:ext cx="5816349" cy="505968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es-ES" sz="1400" b="0" i="0" strike="noStrike" cap="none" baseline="0">
                <a:solidFill>
                  <a:srgbClr val="1A1A1A"/>
                </a:solidFill>
                <a:effectLst/>
                <a:latin typeface="Segoe UI"/>
                <a:ea typeface="Segoe UI"/>
                <a:cs typeface="Segoe UI"/>
              </a:rPr>
              <a:t>Etiquétanos en las redes sociales: </a:t>
            </a:r>
            <a:r>
              <a:rPr lang="es-ES" sz="1400" b="1" i="0" strike="noStrike" cap="none" baseline="0">
                <a:solidFill>
                  <a:srgbClr val="702573"/>
                </a:solidFill>
                <a:effectLst/>
                <a:latin typeface="Segoe UI Semibold"/>
                <a:ea typeface="Segoe UI Semibold"/>
                <a:cs typeface="Segoe UI Semibold"/>
              </a:rPr>
              <a:t>#Siempreaprendiendo</a:t>
            </a:r>
            <a:endParaRPr lang="en-US" sz="1400">
              <a:solidFill>
                <a:schemeClr val="accent1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FDBAF6B-4023-F57C-248B-3E2DF1B74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</p:spPr>
        <p:txBody>
          <a:bodyPr/>
          <a:lstStyle/>
          <a:p>
            <a:pPr algn="r"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276730380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podría ser lo siguiente en tu recorrido de aprendizaje?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131DC5A8-B5BA-DFEF-397B-28E8FE7FA031}"/>
              </a:ext>
            </a:extLst>
          </p:cNvPr>
          <p:cNvSpPr/>
          <p:nvPr/>
        </p:nvSpPr>
        <p:spPr>
          <a:xfrm>
            <a:off x="585807" y="1286935"/>
            <a:ext cx="10166276" cy="4478868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r>
              <a:rPr lang="es-ES" sz="2400" b="1" i="0" strike="noStrike" cap="none" baseline="0">
                <a:solidFill>
                  <a:srgbClr val="0078D4"/>
                </a:solidFill>
                <a:effectLst/>
                <a:latin typeface="Segoe UI Semibold"/>
                <a:ea typeface="Segoe UI Semibold"/>
                <a:cs typeface="Segoe UI Semibold"/>
              </a:rPr>
              <a:t>Exploración del centro de aprendizaje de IA</a:t>
            </a:r>
          </a:p>
          <a:p>
            <a:pPr defTabSz="932742">
              <a:buSzPct val="90000"/>
              <a:defRPr/>
            </a:pP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https://learn.microsoft.com/ai</a:t>
            </a:r>
          </a:p>
          <a:p>
            <a:pPr lvl="0" defTabSz="932742">
              <a:spcBef>
                <a:spcPct val="20000"/>
              </a:spcBef>
              <a:buSzPct val="90000"/>
              <a:defRPr/>
            </a:pPr>
            <a:endParaRPr lang="en-US" sz="2000">
              <a:solidFill>
                <a:schemeClr val="tx1"/>
              </a:solidFill>
              <a:cs typeface="Segoe UI" pitchFamily="34" charset="0"/>
            </a:endParaRP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F144E780-B30C-3FDB-2E59-CE7B85C3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72072637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75A0B9-72BE-6218-4FC9-8A54F4B3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-616043"/>
            <a:ext cx="8193024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1F2D"/>
                </a:solidFill>
                <a:effectLst/>
                <a:latin typeface="Segoe UI Semibold"/>
                <a:ea typeface="Segoe UI Semibold"/>
                <a:cs typeface="Segoe UI Semibold"/>
              </a:rPr>
              <a:t>Diapositiva final con logotipo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5B589A-C072-EFD6-EFDA-0FFA29E1C0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2080227"/>
            <a:ext cx="3361943" cy="548640"/>
          </a:xfrm>
        </p:spPr>
        <p:txBody>
          <a:bodyPr/>
          <a:lstStyle/>
          <a:p>
            <a:r>
              <a:rPr lang="es-ES" sz="3600" b="0" i="0" strike="noStrike" cap="none" baseline="0">
                <a:solidFill>
                  <a:srgbClr val="FE5B38"/>
                </a:solidFill>
                <a:effectLst/>
                <a:latin typeface="Segoe UI Semibold"/>
                <a:ea typeface="Segoe UI Semibold"/>
                <a:cs typeface="Segoe UI Semibold"/>
              </a:rPr>
              <a:t>Gracias.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B3CD00-0D93-58D9-5D41-9CF294847F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32612-7349-D78A-6713-FA4A47A27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416080523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1160"/>
  <p:tag name="AS_RELEASE_DATE" val="2023.06.30"/>
  <p:tag name="AS_TITLE" val="Aspose.Slides for Java"/>
  <p:tag name="AS_VERSION" val="23.6.1"/>
</p:tagLst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Segoe UI Semibold"/>
        <a:cs typeface="Arial"/>
      </a:majorFont>
      <a:minorFont>
        <a:latin typeface="Segoe UI"/>
        <a:ea typeface="Segoe UI"/>
        <a:cs typeface="Arial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TagsTaxHTField xmlns="7e96d60b-db1d-44a2-8be4-a128982f8e65">
      <Terms xmlns="http://schemas.microsoft.com/office/infopath/2007/PartnerControls"/>
    </ImageTags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58DD63460F6D46982CDFCFF3E015F7" ma:contentTypeVersion="22" ma:contentTypeDescription="Create a new document." ma:contentTypeScope="" ma:versionID="aefca38c49527ef64f3f2f50af708025">
  <xsd:schema xmlns:xsd="http://www.w3.org/2001/XMLSchema" xmlns:xs="http://www.w3.org/2001/XMLSchema" xmlns:p="http://schemas.microsoft.com/office/2006/metadata/properties" xmlns:ns1="http://schemas.microsoft.com/sharepoint/v3" xmlns:ns2="7e96d60b-db1d-44a2-8be4-a128982f8e65" xmlns:ns3="76e03480-8cba-4236-ba8e-c2eaec5d39d6" xmlns:ns4="230e9df3-be65-4c73-a93b-d1236ebd677e" targetNamespace="http://schemas.microsoft.com/office/2006/metadata/properties" ma:root="true" ma:fieldsID="997283cb93de478139b04474b2562cb7" ns1:_="" ns2:_="" ns3:_="" ns4:_="">
    <xsd:import namespace="http://schemas.microsoft.com/sharepoint/v3"/>
    <xsd:import namespace="7e96d60b-db1d-44a2-8be4-a128982f8e65"/>
    <xsd:import namespace="76e03480-8cba-4236-ba8e-c2eaec5d39d6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4:TaxCatchAll" minOccurs="0"/>
                <xsd:element ref="ns2:ImageTagsTaxHTField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96d60b-db1d-44a2-8be4-a128982f8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mageTagsTaxHTField" ma:index="18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ocTags" ma:index="26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03480-8cba-4236-ba8e-c2eaec5d3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3a55172-29fb-46cf-bf19-6b0aaa21b093}" ma:internalName="TaxCatchAll" ma:showField="CatchAllData" ma:web="76e03480-8cba-4236-ba8e-c2eaec5d3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230e9df3-be65-4c73-a93b-d1236ebd677e"/>
    <ds:schemaRef ds:uri="76e03480-8cba-4236-ba8e-c2eaec5d39d6"/>
    <ds:schemaRef ds:uri="7e96d60b-db1d-44a2-8be4-a128982f8e6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D481FD-3EDB-49D8-B948-B11C3B9259C6}">
  <ds:schemaRefs>
    <ds:schemaRef ds:uri="230e9df3-be65-4c73-a93b-d1236ebd677e"/>
    <ds:schemaRef ds:uri="76e03480-8cba-4236-ba8e-c2eaec5d39d6"/>
    <ds:schemaRef ds:uri="7e96d60b-db1d-44a2-8be4-a128982f8e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184</Words>
  <Application>Microsoft Office PowerPoint</Application>
  <PresentationFormat>Widescreen</PresentationFormat>
  <Paragraphs>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Consolas</vt:lpstr>
      <vt:lpstr>Segoe UI</vt:lpstr>
      <vt:lpstr>Segoe UI Light</vt:lpstr>
      <vt:lpstr>Segoe UI Semibold</vt:lpstr>
      <vt:lpstr>Segoe UI Symbol</vt:lpstr>
      <vt:lpstr>Wingdings</vt:lpstr>
      <vt:lpstr>LIGHT MODE</vt:lpstr>
      <vt:lpstr>Desarrollo de aplicaciones y agentes de IA en Azure  Conclusión</vt:lpstr>
      <vt:lpstr>Gracias por asistir a este curso.</vt:lpstr>
      <vt:lpstr>¿Qué podría ser lo siguiente en tu recorrido de aprendizaje?</vt:lpstr>
      <vt:lpstr>Diapositiva final con logotipo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Learn ILT course  master template</dc:title>
  <dc:subject>&lt;Event name&gt;</dc:subject>
  <dc:creator>heidi@mindseyepdx.com</dc:creator>
  <cp:revision>8</cp:revision>
  <dcterms:created xsi:type="dcterms:W3CDTF">2023-06-16T20:38:16Z</dcterms:created>
  <dcterms:modified xsi:type="dcterms:W3CDTF">2026-04-16T03:02:06Z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dience">
    <vt:lpwstr/>
  </property>
  <property fmtid="{D5CDD505-2E9C-101B-9397-08002B2CF9AE}" pid="3" name="Campaign">
    <vt:lpwstr/>
  </property>
  <property fmtid="{D5CDD505-2E9C-101B-9397-08002B2CF9AE}" pid="4" name="ContentTypeId">
    <vt:lpwstr>0x0101000358DD63460F6D46982CDFCFF3E015F7</vt:lpwstr>
  </property>
  <property fmtid="{D5CDD505-2E9C-101B-9397-08002B2CF9AE}" pid="5" name="Event Location">
    <vt:lpwstr/>
  </property>
  <property fmtid="{D5CDD505-2E9C-101B-9397-08002B2CF9AE}" pid="6" name="Event Venue">
    <vt:lpwstr/>
  </property>
  <property fmtid="{D5CDD505-2E9C-101B-9397-08002B2CF9AE}" pid="7" name="Event1">
    <vt:lpwstr>622;#Unassigned|2c8af875-f38a-40b8-a0a9-056aed3fc8c0</vt:lpwstr>
  </property>
  <property fmtid="{D5CDD505-2E9C-101B-9397-08002B2CF9AE}" pid="8" name="IsMyDocuments">
    <vt:bool>true</vt:bool>
  </property>
  <property fmtid="{D5CDD505-2E9C-101B-9397-08002B2CF9AE}" pid="9" name="MediaServiceImageTags">
    <vt:lpwstr/>
  </property>
  <property fmtid="{D5CDD505-2E9C-101B-9397-08002B2CF9AE}" pid="10" name="MSIP_Label_f42aa342-8706-4288-bd11-ebb85995028c_Application">
    <vt:lpwstr>Microsoft Azure Information Protection</vt:lpwstr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Extended_MSFT_Method">
    <vt:lpwstr>Automatic</vt:lpwstr>
  </property>
  <property fmtid="{D5CDD505-2E9C-101B-9397-08002B2CF9AE}" pid="13" name="MSIP_Label_f42aa342-8706-4288-bd11-ebb85995028c_Name">
    <vt:lpwstr>General</vt:lpwstr>
  </property>
  <property fmtid="{D5CDD505-2E9C-101B-9397-08002B2CF9AE}" pid="14" name="MSIP_Label_f42aa342-8706-4288-bd11-ebb85995028c_Owner">
    <vt:lpwstr>maryfj@microsoft.com</vt:lpwstr>
  </property>
  <property fmtid="{D5CDD505-2E9C-101B-9397-08002B2CF9AE}" pid="15" name="MSIP_Label_f42aa342-8706-4288-bd11-ebb85995028c_Ref">
    <vt:lpwstr>https://api.informationprotection.azure.com/api/72f988bf-86f1-41af-91ab-2d7cd011db47</vt:lpwstr>
  </property>
  <property fmtid="{D5CDD505-2E9C-101B-9397-08002B2CF9AE}" pid="16" name="MSIP_Label_f42aa342-8706-4288-bd11-ebb85995028c_SetDate">
    <vt:lpwstr>2017-08-29T14:27:20.8568347-07:00</vt:lpwstr>
  </property>
  <property fmtid="{D5CDD505-2E9C-101B-9397-08002B2CF9AE}" pid="17" name="MSIP_Label_f42aa342-8706-4288-bd11-ebb85995028c_SiteId">
    <vt:lpwstr>72f988bf-86f1-41af-91ab-2d7cd011db47</vt:lpwstr>
  </property>
  <property fmtid="{D5CDD505-2E9C-101B-9397-08002B2CF9AE}" pid="18" name="Product">
    <vt:lpwstr/>
  </property>
  <property fmtid="{D5CDD505-2E9C-101B-9397-08002B2CF9AE}" pid="19" name="Sensitivity">
    <vt:lpwstr>General</vt:lpwstr>
  </property>
  <property fmtid="{D5CDD505-2E9C-101B-9397-08002B2CF9AE}" pid="20" name="Track">
    <vt:lpwstr/>
  </property>
</Properties>
</file>