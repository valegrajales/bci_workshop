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229" r:id="rId4"/>
  </p:sldMasterIdLst>
  <p:notesMasterIdLst>
    <p:notesMasterId r:id="rId13"/>
  </p:notesMasterIdLst>
  <p:handoutMasterIdLst>
    <p:handoutMasterId r:id="rId14"/>
  </p:handoutMasterIdLst>
  <p:sldIdLst>
    <p:sldId id="2147479558" r:id="rId5"/>
    <p:sldId id="2147479656" r:id="rId6"/>
    <p:sldId id="2147479657" r:id="rId7"/>
    <p:sldId id="2147479651" r:id="rId8"/>
    <p:sldId id="2147479658" r:id="rId9"/>
    <p:sldId id="2147479659" r:id="rId10"/>
    <p:sldId id="2147479660" r:id="rId11"/>
    <p:sldId id="2147479594" r:id="rId12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200" userDrawn="1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584" userDrawn="1">
          <p15:clr>
            <a:srgbClr val="A4A3A4"/>
          </p15:clr>
        </p15:guide>
        <p15:guide id="5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0" clrIdx="0"/>
  <p:cmAuthor id="1" name="Mary Feil-Jacobs" initials="MFJ" lastIdx="0" clrIdx="1"/>
  <p:cmAuthor id="2" name="Monica Lueder" initials="ML" lastIdx="0" clrIdx="2"/>
  <p:cmAuthor id="3" name="Mary Feil-Jacobs" initials="MF" lastIdx="0" clrIdx="3"/>
  <p:cmAuthor id="4" name="Ron Sasaki" initials="RS" lastIdx="0" clrIdx="4"/>
  <p:cmAuthor id="5" name="heidi@mindseyepdx.com" initials="h" lastIdx="0" clrIdx="5"/>
  <p:cmAuthor id="6" name="Heidi Laverty" initials="HL" lastIdx="0" clrIdx="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4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6226" autoAdjust="0"/>
    <p:restoredTop sz="96283" autoAdjust="0"/>
  </p:normalViewPr>
  <p:slideViewPr>
    <p:cSldViewPr snapToGrid="0">
      <p:cViewPr>
        <p:scale>
          <a:sx n="100" d="100"/>
          <a:sy n="100" d="100"/>
        </p:scale>
        <p:origin x="2126" y="542"/>
      </p:cViewPr>
      <p:guideLst>
        <p:guide pos="4200"/>
        <p:guide orient="horz" pos="2160"/>
        <p:guide pos="5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vor Berry" userId="96544f6f-8d1b-4abf-b41a-4612af170be1" providerId="ADAL" clId="{43568C9D-6154-4236-B1D2-8E951E6C1BD9}"/>
    <pc:docChg chg="undo custSel modSld">
      <pc:chgData name="Ivor Berry" userId="96544f6f-8d1b-4abf-b41a-4612af170be1" providerId="ADAL" clId="{43568C9D-6154-4236-B1D2-8E951E6C1BD9}" dt="2023-12-07T06:11:12.868" v="121" actId="962"/>
      <pc:docMkLst>
        <pc:docMk/>
      </pc:docMkLst>
      <pc:sldChg chg="modSp mod">
        <pc:chgData name="Ivor Berry" userId="96544f6f-8d1b-4abf-b41a-4612af170be1" providerId="ADAL" clId="{43568C9D-6154-4236-B1D2-8E951E6C1BD9}" dt="2023-12-07T06:09:17.327" v="105" actId="962"/>
        <pc:sldMkLst>
          <pc:docMk/>
          <pc:sldMk cId="833209215" sldId="2147479607"/>
        </pc:sldMkLst>
        <pc:grpChg chg="mod">
          <ac:chgData name="Ivor Berry" userId="96544f6f-8d1b-4abf-b41a-4612af170be1" providerId="ADAL" clId="{43568C9D-6154-4236-B1D2-8E951E6C1BD9}" dt="2023-12-07T06:09:17.327" v="105" actId="962"/>
          <ac:grpSpMkLst>
            <pc:docMk/>
            <pc:sldMk cId="833209215" sldId="2147479607"/>
            <ac:grpSpMk id="19" creationId="{58E532ED-A6EA-9B86-5DB0-AE5BB46F141E}"/>
          </ac:grpSpMkLst>
        </pc:grpChg>
      </pc:sldChg>
      <pc:sldChg chg="modSp mod">
        <pc:chgData name="Ivor Berry" userId="96544f6f-8d1b-4abf-b41a-4612af170be1" providerId="ADAL" clId="{43568C9D-6154-4236-B1D2-8E951E6C1BD9}" dt="2023-12-07T06:08:45.535" v="1" actId="962"/>
        <pc:sldMkLst>
          <pc:docMk/>
          <pc:sldMk cId="1736455465" sldId="2147479651"/>
        </pc:sldMkLst>
        <pc:spChg chg="mod">
          <ac:chgData name="Ivor Berry" userId="96544f6f-8d1b-4abf-b41a-4612af170be1" providerId="ADAL" clId="{43568C9D-6154-4236-B1D2-8E951E6C1BD9}" dt="2023-12-07T06:08:43.242" v="0" actId="962"/>
          <ac:spMkLst>
            <pc:docMk/>
            <pc:sldMk cId="1736455465" sldId="2147479651"/>
            <ac:spMk id="15" creationId="{C30E3F23-57C3-CEE2-DD2F-E66B72B8F428}"/>
          </ac:spMkLst>
        </pc:spChg>
        <pc:spChg chg="mod">
          <ac:chgData name="Ivor Berry" userId="96544f6f-8d1b-4abf-b41a-4612af170be1" providerId="ADAL" clId="{43568C9D-6154-4236-B1D2-8E951E6C1BD9}" dt="2023-12-07T06:08:45.535" v="1" actId="962"/>
          <ac:spMkLst>
            <pc:docMk/>
            <pc:sldMk cId="1736455465" sldId="2147479651"/>
            <ac:spMk id="20" creationId="{1D06749D-C277-67CB-CDE9-258A140C78C0}"/>
          </ac:spMkLst>
        </pc:spChg>
      </pc:sldChg>
      <pc:sldChg chg="modSp mod">
        <pc:chgData name="Ivor Berry" userId="96544f6f-8d1b-4abf-b41a-4612af170be1" providerId="ADAL" clId="{43568C9D-6154-4236-B1D2-8E951E6C1BD9}" dt="2023-12-07T06:11:12.868" v="121" actId="962"/>
        <pc:sldMkLst>
          <pc:docMk/>
          <pc:sldMk cId="1649699699" sldId="2147479653"/>
        </pc:sldMkLst>
        <pc:spChg chg="ord">
          <ac:chgData name="Ivor Berry" userId="96544f6f-8d1b-4abf-b41a-4612af170be1" providerId="ADAL" clId="{43568C9D-6154-4236-B1D2-8E951E6C1BD9}" dt="2023-12-07T06:09:30.092" v="107" actId="13244"/>
          <ac:spMkLst>
            <pc:docMk/>
            <pc:sldMk cId="1649699699" sldId="2147479653"/>
            <ac:spMk id="2" creationId="{887758F5-C35D-A291-068D-13C0D6581723}"/>
          </ac:spMkLst>
        </pc:spChg>
        <pc:spChg chg="ord">
          <ac:chgData name="Ivor Berry" userId="96544f6f-8d1b-4abf-b41a-4612af170be1" providerId="ADAL" clId="{43568C9D-6154-4236-B1D2-8E951E6C1BD9}" dt="2023-12-07T06:11:02.665" v="118" actId="13244"/>
          <ac:spMkLst>
            <pc:docMk/>
            <pc:sldMk cId="1649699699" sldId="2147479653"/>
            <ac:spMk id="4" creationId="{B57C90FC-C3E7-0F4C-A80F-A3776B9374E2}"/>
          </ac:spMkLst>
        </pc:spChg>
        <pc:spChg chg="ord">
          <ac:chgData name="Ivor Berry" userId="96544f6f-8d1b-4abf-b41a-4612af170be1" providerId="ADAL" clId="{43568C9D-6154-4236-B1D2-8E951E6C1BD9}" dt="2023-12-07T06:10:05.011" v="109" actId="13244"/>
          <ac:spMkLst>
            <pc:docMk/>
            <pc:sldMk cId="1649699699" sldId="2147479653"/>
            <ac:spMk id="5" creationId="{C6774742-B51A-7AB0-5C2C-8C2CFAC7FA4A}"/>
          </ac:spMkLst>
        </pc:spChg>
        <pc:spChg chg="mod ord">
          <ac:chgData name="Ivor Berry" userId="96544f6f-8d1b-4abf-b41a-4612af170be1" providerId="ADAL" clId="{43568C9D-6154-4236-B1D2-8E951E6C1BD9}" dt="2023-12-07T06:11:12.868" v="121" actId="962"/>
          <ac:spMkLst>
            <pc:docMk/>
            <pc:sldMk cId="1649699699" sldId="2147479653"/>
            <ac:spMk id="7" creationId="{D84B1C3C-263F-04A9-DF9B-1C9B8DA93F52}"/>
          </ac:spMkLst>
        </pc:spChg>
        <pc:spChg chg="mod">
          <ac:chgData name="Ivor Berry" userId="96544f6f-8d1b-4abf-b41a-4612af170be1" providerId="ADAL" clId="{43568C9D-6154-4236-B1D2-8E951E6C1BD9}" dt="2023-12-07T06:09:21.950" v="106" actId="962"/>
          <ac:spMkLst>
            <pc:docMk/>
            <pc:sldMk cId="1649699699" sldId="2147479653"/>
            <ac:spMk id="9" creationId="{D4BA0CA9-7D1C-CAD8-B69B-7DC32EE7B121}"/>
          </ac:spMkLst>
        </pc:spChg>
        <pc:spChg chg="ord">
          <ac:chgData name="Ivor Berry" userId="96544f6f-8d1b-4abf-b41a-4612af170be1" providerId="ADAL" clId="{43568C9D-6154-4236-B1D2-8E951E6C1BD9}" dt="2023-12-07T06:10:52.729" v="117" actId="13244"/>
          <ac:spMkLst>
            <pc:docMk/>
            <pc:sldMk cId="1649699699" sldId="2147479653"/>
            <ac:spMk id="10" creationId="{E6ED93DF-B06D-56D2-2BAC-AC6AABBC7E78}"/>
          </ac:spMkLst>
        </pc:spChg>
        <pc:spChg chg="ord">
          <ac:chgData name="Ivor Berry" userId="96544f6f-8d1b-4abf-b41a-4612af170be1" providerId="ADAL" clId="{43568C9D-6154-4236-B1D2-8E951E6C1BD9}" dt="2023-12-07T06:10:10.482" v="110" actId="13244"/>
          <ac:spMkLst>
            <pc:docMk/>
            <pc:sldMk cId="1649699699" sldId="2147479653"/>
            <ac:spMk id="11" creationId="{FF061EA4-8988-693D-F87C-7BF5591F84CD}"/>
          </ac:spMkLst>
        </pc:spChg>
        <pc:graphicFrameChg chg="ord">
          <ac:chgData name="Ivor Berry" userId="96544f6f-8d1b-4abf-b41a-4612af170be1" providerId="ADAL" clId="{43568C9D-6154-4236-B1D2-8E951E6C1BD9}" dt="2023-12-07T06:10:45.430" v="116" actId="13244"/>
          <ac:graphicFrameMkLst>
            <pc:docMk/>
            <pc:sldMk cId="1649699699" sldId="2147479653"/>
            <ac:graphicFrameMk id="3" creationId="{A464DE02-903A-6800-6755-54FB85E0D2B7}"/>
          </ac:graphicFrameMkLst>
        </pc:graphicFrameChg>
      </pc:sldChg>
      <pc:sldChg chg="modSp mod">
        <pc:chgData name="Ivor Berry" userId="96544f6f-8d1b-4abf-b41a-4612af170be1" providerId="ADAL" clId="{43568C9D-6154-4236-B1D2-8E951E6C1BD9}" dt="2023-12-07T06:08:53.336" v="3" actId="962"/>
        <pc:sldMkLst>
          <pc:docMk/>
          <pc:sldMk cId="1958439968" sldId="2147479655"/>
        </pc:sldMkLst>
        <pc:spChg chg="mod">
          <ac:chgData name="Ivor Berry" userId="96544f6f-8d1b-4abf-b41a-4612af170be1" providerId="ADAL" clId="{43568C9D-6154-4236-B1D2-8E951E6C1BD9}" dt="2023-12-07T06:08:50.520" v="2" actId="962"/>
          <ac:spMkLst>
            <pc:docMk/>
            <pc:sldMk cId="1958439968" sldId="2147479655"/>
            <ac:spMk id="4" creationId="{F9F46C76-F9B5-765C-6D1B-DC84C38C8AEC}"/>
          </ac:spMkLst>
        </pc:spChg>
        <pc:spChg chg="mod">
          <ac:chgData name="Ivor Berry" userId="96544f6f-8d1b-4abf-b41a-4612af170be1" providerId="ADAL" clId="{43568C9D-6154-4236-B1D2-8E951E6C1BD9}" dt="2023-12-07T06:08:53.336" v="3" actId="962"/>
          <ac:spMkLst>
            <pc:docMk/>
            <pc:sldMk cId="1958439968" sldId="2147479655"/>
            <ac:spMk id="8" creationId="{E607AD97-0229-E16C-8A52-E00FE0922AD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66B00-6144-45ED-BFDB-3936850BDA03}" type="datetime8">
              <a:rPr lang="en-US" smtClean="0">
                <a:latin typeface="Segoe UI" panose="020B0502040204020203" pitchFamily="34" charset="0"/>
              </a:rPr>
              <a:t>5/26/2026 3:30 PM</a:t>
            </a:fld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anose="020B0502040204020203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anose="020B0502040204020203" pitchFamily="34" charset="0"/>
              </a:rPr>
              <a:t>‹#›</a:t>
            </a:fld>
            <a:endParaRPr lang="en-US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anose="020B0502040204020203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anose="020B0502040204020203" pitchFamily="34" charset="0"/>
              </a:defRPr>
            </a:lvl1pPr>
          </a:lstStyle>
          <a:p>
            <a:fld id="{61486BA7-839C-4D2B-BD52-EF0BBA8433FD}" type="datetime8">
              <a:rPr lang="en-US" smtClean="0"/>
              <a:t>5/26/2026 3:29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anose="020B0502040204020203" pitchFamily="34" charset="0"/>
              </a:defRPr>
            </a:lvl1pPr>
          </a:lstStyle>
          <a:p>
            <a:fld id="{B4008EB6-D09E-4580-8CD6-DDB1451194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anose="020B0604020202020204" pitchFamily="34" charset="0"/>
      <a:buChar char="•"/>
      <a:defRPr sz="882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Se espera que al menos el 50 % del curso sean laboratorios interactivos y hasta un 50 % sea la presentación. Aclara que se trata de una colección de 4 cursos de 1 día, por lo que, si van a realizar uno de estos cursos de 1 día después de este, será el mismo contenido. (AI 3016/3026/3003/3008)</a:t>
            </a:r>
          </a:p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El programa de esta diapositiva es una guía para ayudarte a comprender el tema del día y supone una hora de inicio a las 9 de la mañana y una hora de finalización a las 5 de la tarde, dos descansos de 15 minutos y un almuerzo de 1 hora.</a:t>
            </a:r>
          </a:p>
          <a:p>
            <a:r>
              <a:rPr lang="es-ES" sz="882" b="0" i="0" strike="noStrike" cap="none" baseline="0">
                <a:solidFill>
                  <a:srgbClr val="000000"/>
                </a:solidFill>
                <a:effectLst/>
                <a:latin typeface="Segoe UI Light"/>
                <a:ea typeface="Segoe UI Light"/>
                <a:cs typeface="Segoe UI Light"/>
              </a:rPr>
              <a:t>(Si vas a presentar un subconjunto personalizado del contenido en este curso, edita la tabla según corresponda)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EXPLÍCITA, IMPLÍCITA NI LEGAL,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5/26/2026 3:29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910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EXPLÍCITA, IMPLÍCITA NI LEGAL,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8AFE116-C913-47B9-A2FE-E7F4B9E58C38}" type="datetime8">
              <a:rPr lang="en-US" smtClean="0"/>
              <a:t>5/26/2026 3:29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41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EXPLÍCITA, IMPLÍCITA NI LEGAL,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5/26/2026 3:29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88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s-ES" sz="400" b="0" i="0" strike="noStrike" cap="none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/>
                  <a:tileRect l="-100000" t="-100000"/>
                </a:gradFill>
                <a:effectLst/>
                <a:latin typeface="Segoe UI"/>
                <a:ea typeface="Segoe UI"/>
                <a:cs typeface="Segoe UI"/>
              </a:rPr>
              <a:t>© Microsoft Corporation. Todos los derechos reservados. MICROSOFT NO OFRECE NINGUNA GARANTÍA, EXPLÍCITA, IMPLÍCITA NI LEGAL, RESPECTO A LA INFORMACIÓN DE ESTA PRESENTACIÓN.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486BA7-839C-4D2B-BD52-EF0BBA8433FD}" type="datetime8">
              <a:rPr lang="en-US" smtClean="0"/>
              <a:t>5/26/2026 3:29 PM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421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white - EMF" descr="Microsoft logo white text version">
            <a:extLst>
              <a:ext uri="{FF2B5EF4-FFF2-40B4-BE49-F238E27FC236}">
                <a16:creationId xmlns:a16="http://schemas.microsoft.com/office/drawing/2014/main" id="{7E11D7A2-B01C-A8A3-A191-67F185635D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271FB7A-72FC-2B10-878C-854A9CF5A5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/>
              <a:t>© Copyright Microsoft Corporation. All rights reserved.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E5936D5-964D-94A4-A0E9-FEA4EC958D76}"/>
              </a:ext>
            </a:extLst>
          </p:cNvPr>
          <p:cNvPicPr/>
          <p:nvPr userDrawn="1"/>
        </p:nvPicPr>
        <p:blipFill>
          <a:blip r:embed="rId3"/>
          <a:srcRect/>
          <a:stretch/>
        </p:blipFill>
        <p:spPr>
          <a:xfrm>
            <a:off x="223228" y="2573202"/>
            <a:ext cx="5344642" cy="1681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41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  <p15:guide id="8" orient="horz" pos="162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B334D90-2717-2269-E486-F1900244A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7B930E7F-5B91-31B0-B67D-DB8C41E881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429000"/>
            <a:ext cx="5686955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Event name or </a:t>
            </a:r>
            <a:br>
              <a:rPr lang="en-US"/>
            </a:br>
            <a:r>
              <a:rPr lang="en-US"/>
              <a:t>presentation title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DA2A08-4E66-0E3E-D138-C376487FF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150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ct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4253EDB-56F0-1036-A65B-02ABC067A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88338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D1096F-1307-5006-527D-D3AF4C75C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19824"/>
          <a:stretch>
            <a:fillRect/>
          </a:stretch>
        </p:blipFill>
        <p:spPr>
          <a:xfrm>
            <a:off x="2417010" y="0"/>
            <a:ext cx="977499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2D19AFB-6939-2FBA-48C9-66A2961406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6345239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Section divider title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CF739926-D45E-64CA-0DB0-97104E14A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19028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450" userDrawn="1">
          <p15:clr>
            <a:srgbClr val="FBAE40"/>
          </p15:clr>
        </p15:guide>
        <p15:guide id="2" orient="horz" pos="264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DAB8950-CE1F-05A6-2114-49B53E68C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B14116FB-E904-DC73-7B06-3E2245263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AC2502E-5D9F-F851-3464-EDB3AAD612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818177"/>
            <a:ext cx="5033361" cy="2807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4130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 userDrawn="1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 userDrawn="1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 userDrawn="1">
          <p15:clr>
            <a:srgbClr val="954F72"/>
          </p15:clr>
        </p15:guide>
        <p15:guide id="40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_2-colum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Agenda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340DCC4-9FA9-09C4-BB96-6B9979AA2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5216" y="1289050"/>
            <a:ext cx="3182112" cy="0"/>
          </a:xfrm>
          <a:prstGeom prst="line">
            <a:avLst/>
          </a:prstGeom>
          <a:ln w="76200" cap="rnd">
            <a:gradFill>
              <a:gsLst>
                <a:gs pos="0">
                  <a:schemeClr val="accent3"/>
                </a:gs>
                <a:gs pos="97531">
                  <a:srgbClr val="8DC8E8"/>
                </a:gs>
                <a:gs pos="48000">
                  <a:schemeClr val="accent2"/>
                </a:gs>
                <a:gs pos="22000">
                  <a:srgbClr val="F4364C"/>
                </a:gs>
              </a:gsLst>
              <a:lin ang="3900000" scaled="0"/>
            </a:gra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00A7934-B6A5-1A91-FBCA-710DD07CE5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D82F77F-F413-CFB2-A490-42936771DAD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6389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6F9FBD2C-38D6-C1BF-620A-300B1F4C5C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91338" y="1818177"/>
            <a:ext cx="4719695" cy="24962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lnSpc>
                <a:spcPct val="110000"/>
              </a:lnSpc>
              <a:spcBef>
                <a:spcPct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9712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 userDrawn="1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12" userDrawn="1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2" userDrawn="1">
          <p15:clr>
            <a:srgbClr val="954F7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er-BI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AA94852-62BE-D975-5820-B3227B110B53}"/>
              </a:ext>
            </a:extLst>
          </p:cNvPr>
          <p:cNvSpPr/>
          <p:nvPr userDrawn="1"/>
        </p:nvSpPr>
        <p:spPr bwMode="auto">
          <a:xfrm>
            <a:off x="1" y="0"/>
            <a:ext cx="7036066" cy="6858000"/>
          </a:xfrm>
          <a:prstGeom prst="rect">
            <a:avLst/>
          </a:prstGeom>
          <a:solidFill>
            <a:srgbClr val="F4F3F5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749038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3B5AFD-1A0C-9C6A-B579-7F4B7918234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ltGray">
          <a:xfrm>
            <a:off x="7554590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8B296A1-E2FF-6AD0-056E-6FFA0EA08B6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ltGray">
          <a:xfrm>
            <a:off x="10568728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8F4ACC-A223-94FA-AF57-8B62501B059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 bwMode="ltGray">
          <a:xfrm>
            <a:off x="9061659" y="3833734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8133D48-744E-F029-079E-2E16C280989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ltGray">
          <a:xfrm>
            <a:off x="7554590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09D3DDE-EAFB-B57D-9147-8827F7743E1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 bwMode="ltGray">
          <a:xfrm>
            <a:off x="10568728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FDB12BE-8B16-4DC3-C014-945C54E8CD7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ltGray">
          <a:xfrm>
            <a:off x="9061659" y="5199190"/>
            <a:ext cx="1069848" cy="1069848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9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0375802-7BB3-7A20-1210-E5FEEE1A56F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8165231" y="457200"/>
            <a:ext cx="2849035" cy="2874212"/>
          </a:xfrm>
          <a:prstGeom prst="roundRect">
            <a:avLst>
              <a:gd name="adj" fmla="val 21738"/>
            </a:avLst>
          </a:prstGeom>
          <a:blipFill>
            <a:blip r:embed="rId2"/>
            <a:stretch>
              <a:fillRect/>
            </a:stretch>
          </a:blipFill>
          <a:effectLst>
            <a:outerShdw blurRad="314198" dist="111760" dir="8040000" algn="ctr" rotWithShape="0">
              <a:schemeClr val="tx1">
                <a:alpha val="22000"/>
              </a:schemeClr>
            </a:outerShdw>
          </a:effectLst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4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Click icon to </a:t>
            </a:r>
            <a:br>
              <a:rPr lang="en-US"/>
            </a:br>
            <a:r>
              <a:rPr lang="en-US"/>
              <a:t>add your picture here</a:t>
            </a:r>
          </a:p>
        </p:txBody>
      </p:sp>
      <p:sp>
        <p:nvSpPr>
          <p:cNvPr id="9" name="Footer Placeholder 10">
            <a:extLst>
              <a:ext uri="{FF2B5EF4-FFF2-40B4-BE49-F238E27FC236}">
                <a16:creationId xmlns:a16="http://schemas.microsoft.com/office/drawing/2014/main" id="{D3ECBC57-006B-CB8F-1EDC-04C18F0D01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969660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endee-Intro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Picture Placeholder 8" descr="Remote attendees participating in a Microsoft Teams Room (MTR) meeting while people in the conference room are viewing attendees in Gallery View on the front of room monitors​. ">
            <a:extLst>
              <a:ext uri="{FF2B5EF4-FFF2-40B4-BE49-F238E27FC236}">
                <a16:creationId xmlns:a16="http://schemas.microsoft.com/office/drawing/2014/main" id="{52246ABC-CD2B-AD84-9C67-DFE64BEAE9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801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page_Big headline_Lear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361096-DA6C-ED52-FA05-5031C6CAB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2E59AFC-909D-1098-D672-A384B97467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081" y="2448062"/>
            <a:ext cx="10430257" cy="1015663"/>
          </a:xfrm>
        </p:spPr>
        <p:txBody>
          <a:bodyPr anchor="b" anchorCtr="0"/>
          <a:lstStyle>
            <a:lvl1pPr>
              <a:defRPr sz="6600" spc="-100" baseline="0">
                <a:latin typeface="+mn-lt"/>
              </a:defRPr>
            </a:lvl1pPr>
          </a:lstStyle>
          <a:p>
            <a:r>
              <a:rPr lang="en-US"/>
              <a:t>Big headline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AE3F76B-93DD-2A11-C7C5-3051EECE97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278313"/>
            <a:ext cx="471268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77A8E4-EDF0-DDB3-8098-28D44E234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46410" y="4278313"/>
            <a:ext cx="376595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750801D-F318-C32F-F1A8-2EB08A5D1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9405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68" userDrawn="1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36" userDrawn="1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1101347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11013474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F16CAC6C-E57B-D312-6754-C68FA11C5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73569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11011601" cy="707281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CA4E92E8-A50E-5AB4-8891-983AC58DB6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199" y="1386766"/>
            <a:ext cx="1101160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47809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8189027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790AA64-2857-089A-38D7-2F214254E9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4200" y="1594155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5AAAF14-6312-27D6-344A-FC49DD3F11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4340E81D-820D-EB95-DECF-8E23BA57E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618332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3CBC165-170D-08C9-3B02-A3330AE9A5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056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7382E19E-C6C9-5DF7-1994-AFE7414751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1591056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74C53E4F-2958-0FC0-1745-B9DBECE7AE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273439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 userDrawn="1">
          <p15:clr>
            <a:srgbClr val="954F72"/>
          </p15:clr>
        </p15:guide>
        <p15:guide id="9" pos="2150">
          <p15:clr>
            <a:srgbClr val="954F72"/>
          </p15:clr>
        </p15:guide>
        <p15:guide id="10" pos="2544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88" userDrawn="1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B99DE518-C598-A940-A59E-AD0A05432B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4E25ABE-71E1-BA48-6C8C-3837559349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1B7E7F6E-4D9D-5F8C-A5F0-526CA973BE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20" y="1594155"/>
            <a:ext cx="5219700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37DAE155-2008-5357-51E8-E6B1FA7558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2085764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0B703353-C9ED-0F6F-D7CB-28042BD05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1603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8">
          <p15:clr>
            <a:srgbClr val="954F72"/>
          </p15:clr>
        </p15:guide>
        <p15:guide id="9" pos="2150">
          <p15:clr>
            <a:srgbClr val="954F72"/>
          </p15:clr>
        </p15:guide>
        <p15:guide id="10" pos="2544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940B0D9-7832-B819-D230-4F210761A2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0D492BA-29A5-F31A-7F93-39ADE3E5EDA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62862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EDCFC9-DB25-88C3-92DA-E2554C14A2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30190" y="1591310"/>
            <a:ext cx="34791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6EDDB5AC-BBCB-7CEB-9BCA-27715FCAD1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35124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2286000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23481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407846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099691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44443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2988" userDrawn="1">
          <p15:clr>
            <a:srgbClr val="FBAE40"/>
          </p15:clr>
        </p15:guide>
        <p15:guide id="42" pos="5352" userDrawn="1">
          <p15:clr>
            <a:srgbClr val="FBAE40"/>
          </p15:clr>
        </p15:guide>
        <p15:guide id="43" orient="horz" pos="1085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53924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52B45-289B-E4AF-9D79-08330599511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503279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3-column_Text_with Subheads-Ic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 descr="Microsoft Certification renewal process flow">
            <a:extLst>
              <a:ext uri="{FF2B5EF4-FFF2-40B4-BE49-F238E27FC236}">
                <a16:creationId xmlns:a16="http://schemas.microsoft.com/office/drawing/2014/main" id="{ED4FC5EF-0434-AB45-07F5-AAD2BF06D8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>
          <a:xfrm>
            <a:off x="1767" y="2042154"/>
            <a:ext cx="12175719" cy="0"/>
          </a:xfrm>
          <a:prstGeom prst="line">
            <a:avLst/>
          </a:prstGeom>
          <a:noFill/>
          <a:ln w="76200" cap="flat">
            <a:gradFill>
              <a:gsLst>
                <a:gs pos="0">
                  <a:srgbClr val="FF5C39"/>
                </a:gs>
                <a:gs pos="54796">
                  <a:srgbClr val="C73ECC"/>
                </a:gs>
                <a:gs pos="100000">
                  <a:srgbClr val="8DC8E8"/>
                </a:gs>
              </a:gsLst>
              <a:lin ang="21399750" scaled="1"/>
            </a:gradFill>
            <a:prstDash val="solid"/>
            <a:miter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759A57E-BDDC-1596-6959-BA7696DE9B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130894" y="2995283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B60C4C06-0136-7314-8B24-FE41EFCE1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44C1821-6346-D755-83F0-EC5D04C1AF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AE8BC1E6-3311-A73F-871A-923C49C012F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88C01D0-23FB-7438-A9BF-8E99080C98B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133084" y="3616497"/>
            <a:ext cx="3477611" cy="24622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8571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92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1464" userDrawn="1">
          <p15:clr>
            <a:srgbClr val="954F72"/>
          </p15:clr>
        </p15:guide>
        <p15:guide id="16" pos="4344" userDrawn="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  <p15:guide id="40" pos="609" userDrawn="1">
          <p15:clr>
            <a:srgbClr val="FBAE40"/>
          </p15:clr>
        </p15:guide>
        <p15:guide id="41" pos="3840" userDrawn="1">
          <p15:clr>
            <a:srgbClr val="FBAE40"/>
          </p15:clr>
        </p15:guide>
        <p15:guide id="42" pos="6216" userDrawn="1">
          <p15:clr>
            <a:srgbClr val="FBAE40"/>
          </p15:clr>
        </p15:guide>
        <p15:guide id="43" orient="horz" pos="1284" userDrawn="1">
          <p15:clr>
            <a:srgbClr val="FBAE40"/>
          </p15:clr>
        </p15:guide>
        <p15:guide id="44" pos="3940" userDrawn="1">
          <p15:clr>
            <a:srgbClr val="FBAE40"/>
          </p15:clr>
        </p15:guide>
        <p15:guide id="45" orient="horz" pos="216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F7E24-0716-000F-A23E-D45713ECDD7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830DA7-1CDF-18F6-E151-AAB776959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BC534918-4E28-3067-DE75-AAF487EA4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3586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67F0464-FA9D-1DC7-827A-17DF799B90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4978881"/>
            <a:ext cx="5217510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FB34ED-A66E-89F2-95F6-C0038B4955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53664" y="4978881"/>
            <a:ext cx="5187106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7432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1148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6FC6DD5-F717-45AB-C65A-E483E17C4FE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974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714A3419-0299-D6E2-EAEC-B759C421A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0444237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, subheads,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1F55E03-DF85-0E93-780C-71A8898D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6624839F-BBCE-45B6-246E-E8C737903DF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1152766"/>
            <a:ext cx="12192000" cy="344463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A87FC08B-CC69-ED5E-1E89-0FB4958D4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979816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orizontal photo and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39E0A83-7ED9-6F5C-AEC4-5B98F5388F70}"/>
              </a:ext>
            </a:extLst>
          </p:cNvPr>
          <p:cNvSpPr/>
          <p:nvPr userDrawn="1"/>
        </p:nvSpPr>
        <p:spPr bwMode="auto">
          <a:xfrm>
            <a:off x="0" y="0"/>
            <a:ext cx="12192000" cy="4572000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6F456F5C-E654-C0BD-30BA-55CC632F074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4956104"/>
            <a:ext cx="5364429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AE74A98-D9A9-7258-AB00-FA281DFC7D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5357443"/>
            <a:ext cx="536217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6A2D886A-4337-E9FA-7DBB-9D84D80A3A6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3372" y="4956104"/>
            <a:ext cx="5356490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41A1665-88FA-58ED-F1C0-48840A180AC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52435" y="5357442"/>
            <a:ext cx="5357598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7ADEB9F-DC30-5B40-6D59-13194450FB0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0" y="0"/>
            <a:ext cx="12192000" cy="45720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Footer Placeholder 10">
            <a:extLst>
              <a:ext uri="{FF2B5EF4-FFF2-40B4-BE49-F238E27FC236}">
                <a16:creationId xmlns:a16="http://schemas.microsoft.com/office/drawing/2014/main" id="{0ADD2377-43F1-3C9F-D5EF-EBBBA2C54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32611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1" y="585216"/>
            <a:ext cx="4710689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4ACB92EB-B163-EB38-0156-C028F872F1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471466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0190326-CB8A-9A65-714A-07CD312C34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4712685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90DBB6-E167-EFBB-7028-79615839561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E84377F5-22E1-9D2A-A0FF-44C6FE95F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93988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60" userDrawn="1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68" userDrawn="1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Tex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7248356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3C284B3A-DEE1-29EB-8131-8DF975DF34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F3D4312-BF2B-32E8-5504-BD03D020A7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90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17AB9DF2-C697-A678-389D-BE5F6AF6F25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7547" y="1594155"/>
            <a:ext cx="3479071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8ADB951-618D-18AA-AF3F-A625B89168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59737" y="2085764"/>
            <a:ext cx="347761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B1DE51-5CDE-B96B-62FD-3A69CF69288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8128000" y="0"/>
            <a:ext cx="4064000" cy="6858000"/>
          </a:xfrm>
          <a:prstGeom prst="rect">
            <a:avLst/>
          </a:prstGeom>
          <a:solidFill>
            <a:srgbClr val="F4F4F7"/>
          </a:soli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59737277-FC4D-0B1F-1FD5-5CD35AF445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439070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561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6" name="Rectangle: Single Corner Rounded 5">
            <a:extLst>
              <a:ext uri="{FF2B5EF4-FFF2-40B4-BE49-F238E27FC236}">
                <a16:creationId xmlns:a16="http://schemas.microsoft.com/office/drawing/2014/main" id="{A02CAEB8-26C8-4DCC-A205-1958858BB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913466"/>
            <a:ext cx="3121026" cy="4944533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B1C1BF3-6AA8-9E3D-6C13-9D294A95EC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6039" y="1926472"/>
            <a:ext cx="5364224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B36A2A5-3D3D-6672-23D6-32211E5333A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358229" y="2578100"/>
            <a:ext cx="5361973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4A355BE-EC00-02A7-CF83-86D8F4D79CE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3" y="2542117"/>
            <a:ext cx="2027938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42517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_Callout_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5E5F3DC3-1739-4680-A88C-C7B8F0E6D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00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07B0D1-31C1-C209-CE85-DD1D42B62A7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4064000" y="1292233"/>
            <a:ext cx="7535862" cy="3279768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photo</a:t>
            </a:r>
          </a:p>
          <a:p>
            <a:r>
              <a:rPr lang="en-US"/>
              <a:t>here or click or tap </a:t>
            </a:r>
          </a:p>
          <a:p>
            <a:r>
              <a:rPr lang="en-US"/>
              <a:t>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0CE4749-2B49-FDC6-1E4B-4745903086D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064000" y="4830309"/>
            <a:ext cx="7535862" cy="184666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EC9D9DE-CE99-5608-0152-4E27F1BE00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073063" y="5231647"/>
            <a:ext cx="7526800" cy="15388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41148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F30B2090-3FEF-BD7A-3D1A-F15263CED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-1" y="1292232"/>
            <a:ext cx="3121026" cy="5565768"/>
          </a:xfrm>
          <a:prstGeom prst="round1Rect">
            <a:avLst>
              <a:gd name="adj" fmla="val 6737"/>
            </a:avLst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9AA33E8-65E2-5482-066C-B301F74B3FC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88262" y="2210101"/>
            <a:ext cx="2113253" cy="49244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0198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0">
          <p15:clr>
            <a:srgbClr val="954F72"/>
          </p15:clr>
        </p15:guide>
        <p15:guide id="6" pos="1372">
          <p15:clr>
            <a:srgbClr val="954F72"/>
          </p15:clr>
        </p15:guide>
        <p15:guide id="7" pos="1560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20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 Clickdow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890A9B-98DE-E407-1677-225E1CB27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87" y="0"/>
            <a:ext cx="6891565" cy="68580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60FA2C5-0F45-1F96-1312-4AD604060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 rot="16200000" flipH="1">
            <a:off x="7958667" y="1348398"/>
            <a:ext cx="3793070" cy="4707465"/>
          </a:xfrm>
          <a:prstGeom prst="round2SameRect">
            <a:avLst>
              <a:gd name="adj1" fmla="val 2163"/>
              <a:gd name="adj2" fmla="val 0"/>
            </a:avLst>
          </a:prstGeom>
          <a:solidFill>
            <a:srgbClr val="E8E6DF"/>
          </a:solidFill>
          <a:ln w="6350">
            <a:noFill/>
          </a:ln>
          <a:effectLst>
            <a:outerShdw blurRad="127000" dist="76200" dir="9600000" algn="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none" lIns="274320" tIns="0" rIns="2743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858406-DE31-8249-0E02-6D12B1500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210"/>
          <a:stretch>
            <a:fillRect/>
          </a:stretch>
        </p:blipFill>
        <p:spPr>
          <a:xfrm>
            <a:off x="7458887" y="1759165"/>
            <a:ext cx="4737876" cy="3870680"/>
          </a:xfrm>
          <a:prstGeom prst="rect">
            <a:avLst/>
          </a:prstGeom>
          <a:noFill/>
          <a:ln w="38100">
            <a:noFill/>
          </a:ln>
          <a:effectLst/>
        </p:spPr>
      </p:pic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402C46-D31C-FDEF-C231-716FBE6417F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ltGray">
          <a:xfrm>
            <a:off x="7724775" y="2041526"/>
            <a:ext cx="4467225" cy="3311524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lIns="914400" tIns="0" rIns="914400" bIns="14630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000000"/>
                </a:solidFill>
                <a:latin typeface="+mn-lt"/>
                <a:cs typeface="Segoe UI" pitchFamily="34" charset="0"/>
              </a:defRPr>
            </a:lvl1pPr>
          </a:lstStyle>
          <a:p>
            <a:r>
              <a:rPr lang="en-US"/>
              <a:t>Drag &amp; drop your website screenshot here or click or tap icon below to insert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F9DFC-8F86-66C5-68A6-019BCDE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65220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5FD7D075-9E51-3CE8-5505-AE5C8CAB043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1594155"/>
            <a:ext cx="5654573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A9016-5747-B1D1-36DE-145A4E94C4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2085764"/>
            <a:ext cx="565220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Footer Placeholder 10">
            <a:extLst>
              <a:ext uri="{FF2B5EF4-FFF2-40B4-BE49-F238E27FC236}">
                <a16:creationId xmlns:a16="http://schemas.microsoft.com/office/drawing/2014/main" id="{481D8892-E962-43F0-5F5F-08F524F7E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8424348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3600">
          <p15:clr>
            <a:srgbClr val="FBAE40"/>
          </p15:clr>
        </p15:guide>
        <p15:guide id="32" orient="horz" pos="3408">
          <p15:clr>
            <a:srgbClr val="FBAE40"/>
          </p15:clr>
        </p15:guide>
        <p15:guide id="33" pos="10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99355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Off-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9689885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with Head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220598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 contai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771955"/>
            <a:ext cx="8778782" cy="24622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2263564"/>
            <a:ext cx="8775098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3589038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nowledge Che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AE09A77D-BE61-2556-4E7D-60B0A94FD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3" name="Rounded Rectangle 3_1">
            <a:extLst>
              <a:ext uri="{FF2B5EF4-FFF2-40B4-BE49-F238E27FC236}">
                <a16:creationId xmlns:a16="http://schemas.microsoft.com/office/drawing/2014/main" id="{E9B8C20E-B8A8-8B4B-E6D5-102814292B16}"/>
              </a:ext>
            </a:extLst>
          </p:cNvPr>
          <p:cNvSpPr/>
          <p:nvPr userDrawn="1"/>
        </p:nvSpPr>
        <p:spPr>
          <a:xfrm>
            <a:off x="588261" y="1292745"/>
            <a:ext cx="10074975" cy="4749970"/>
          </a:xfrm>
          <a:prstGeom prst="roundRect">
            <a:avLst>
              <a:gd name="adj" fmla="val 6113"/>
            </a:avLst>
          </a:prstGeom>
          <a:solidFill>
            <a:schemeClr val="bg1"/>
          </a:solidFill>
          <a:ln>
            <a:noFill/>
          </a:ln>
          <a:effectLst>
            <a:outerShdw blurRad="190500" dist="38100" dir="8100000" sx="101000" sy="101000" algn="tr" rotWithShape="0">
              <a:srgbClr val="CAC5B8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274320" rIns="274320" bIns="182880" rtlCol="0" anchor="t"/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5A14A0B-79D6-45AE-7A4C-9DC7D8DBDE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35075" y="1594151"/>
            <a:ext cx="8778782" cy="39997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lang="en-US" sz="1400" kern="1200" spc="0" baseline="0" smtClean="0">
                <a:solidFill>
                  <a:schemeClr val="tx1"/>
                </a:solidFill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E26E60A9-6B1B-0504-9AD9-98C3212D1BE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37265" y="1994124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AEF9DE-7B32-1B2A-6337-669A0D5B5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107938" y="893763"/>
            <a:ext cx="1110600" cy="1110600"/>
            <a:chOff x="5540700" y="2116300"/>
            <a:chExt cx="1110600" cy="11106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F3C713F-0819-4E66-4E37-3D4AEBB16C45}"/>
                </a:ext>
              </a:extLst>
            </p:cNvPr>
            <p:cNvSpPr/>
            <p:nvPr/>
          </p:nvSpPr>
          <p:spPr>
            <a:xfrm>
              <a:off x="5540700" y="2116300"/>
              <a:ext cx="1110600" cy="1110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6B6D0E4-ABDA-CFF0-8DBA-13CB318211E8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5749602" y="2325202"/>
              <a:ext cx="692796" cy="692796"/>
            </a:xfrm>
            <a:prstGeom prst="rect">
              <a:avLst/>
            </a:prstGeom>
            <a:noFill/>
          </p:spPr>
        </p:pic>
      </p:grp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7BF95A-A491-AA6A-78B7-D238998E43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35075" y="4492432"/>
            <a:ext cx="8778782" cy="406322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C885C31-00F8-2C8C-ACC7-B0A21820E6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37265" y="4898755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801E9AC-93F9-F06B-9038-5F1AAD2E0D8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35075" y="3042690"/>
            <a:ext cx="8778782" cy="406323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ct val="0"/>
              </a:spcBef>
              <a:buNone/>
              <a:defRPr lang="en-US" sz="1400" kern="1200" spc="0" baseline="0" smtClean="0">
                <a:solidFill>
                  <a:schemeClr val="tx1"/>
                </a:solidFill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EC43E23-35AD-52A6-0DE8-366F8CC32F9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237265" y="3449013"/>
            <a:ext cx="8775098" cy="215444"/>
          </a:xfrm>
          <a:prstGeom prst="rect">
            <a:avLst/>
          </a:prstGeom>
        </p:spPr>
        <p:txBody>
          <a:bodyPr wrap="square" lIns="91440">
            <a:spAutoFit/>
          </a:bodyPr>
          <a:lstStyle>
            <a:lvl1pPr marL="137160" indent="-137160">
              <a:buFont typeface="Segoe UI" panose="020B0502040204020203" pitchFamily="34" charset="0"/>
              <a:buChar char="⃣"/>
              <a:defRPr sz="1400">
                <a:solidFill>
                  <a:schemeClr val="tx1"/>
                </a:solidFill>
              </a:defRPr>
            </a:lvl1pPr>
            <a:lvl2pPr marL="265176" indent="-128016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2pPr>
            <a:lvl3pPr marL="384048" indent="-118872">
              <a:buFont typeface="Segoe UI" panose="020B0502040204020203" pitchFamily="34" charset="0"/>
              <a:buChar char="⃣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8408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8" userDrawn="1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2" userDrawn="1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1_WmGray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318326-19BB-DD5B-81E3-D6586A45E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2827846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139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Path3_OffWhite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96286D3-2BE2-274E-2C22-7C5E05965A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16E9B7-4924-90AE-8E65-159052FB5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" y="3144660"/>
            <a:ext cx="12192001" cy="30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2009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full page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2F35014-FB65-ACD9-730E-E1D616E561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3"/>
              </a:gs>
            </a:gsLst>
            <a:lin ang="16200000" scaled="1"/>
          </a:gradFill>
        </p:spPr>
        <p:txBody>
          <a:bodyPr vert="horz" wrap="square" lIns="585216" tIns="91440" rIns="0" bIns="45720" rtlCol="0">
            <a:spAutoFit/>
          </a:bodyPr>
          <a:lstStyle>
            <a:lvl1pPr marL="0" indent="0">
              <a:buNone/>
              <a:defRPr kumimoji="0" lang="en-US" sz="1999" b="0" i="0" u="none" strike="noStrike" cap="none" normalizeH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/>
              </a:defRPr>
            </a:lvl1pPr>
          </a:lstStyle>
          <a:p>
            <a:pPr marL="228600" lvl="0" indent="-228600"/>
            <a:r>
              <a:rPr lang="en-US"/>
              <a:t>Click to enter title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EC3CADB3-1E72-D613-A509-B863360A3F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48551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2E0005-D466-9A2B-2F72-437D2E7450DA}"/>
              </a:ext>
            </a:extLst>
          </p:cNvPr>
          <p:cNvSpPr txBox="1"/>
          <p:nvPr userDrawn="1"/>
        </p:nvSpPr>
        <p:spPr>
          <a:xfrm>
            <a:off x="295276" y="770467"/>
            <a:ext cx="11604624" cy="5504921"/>
          </a:xfrm>
          <a:prstGeom prst="rect">
            <a:avLst/>
          </a:prstGeom>
          <a:solidFill>
            <a:srgbClr val="FFFFFF"/>
          </a:solidFill>
        </p:spPr>
        <p:txBody>
          <a:bodyPr vert="horz" lIns="274320" tIns="182880" rIns="182880" bIns="182880" rtlCol="0">
            <a:noAutofit/>
          </a:bodyPr>
          <a:lstStyle>
            <a:lvl1pPr marL="0" indent="0" algn="l" defTabSz="914132" rtl="0" eaLnBrk="1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SzPct val="120000"/>
              <a:buFontTx/>
              <a:buNone/>
              <a:defRPr lang="en-US" sz="1400" b="0" i="0" kern="1200">
                <a:solidFill>
                  <a:schemeClr val="tx1"/>
                </a:solidFill>
                <a:effectLst/>
                <a:latin typeface="Consolas" panose="020B0609020204030204" pitchFamily="49" charset="0"/>
                <a:ea typeface="Segoe UI Semibold"/>
                <a:cs typeface="Segoe UI Semibold" charset="0"/>
              </a:defRPr>
            </a:lvl1pPr>
            <a:lvl2pPr marL="0" indent="0" algn="l" defTabSz="914132" rtl="0" eaLnBrk="1" latinLnBrk="0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110000"/>
              <a:buFont typeface="Arial"/>
              <a:buNone/>
              <a:defRPr lang="en-US" sz="2000" b="0" i="0" kern="1200" smtClean="0">
                <a:solidFill>
                  <a:schemeClr val="tx1"/>
                </a:solidFill>
                <a:effectLst/>
                <a:latin typeface="Segoe UI"/>
                <a:ea typeface="Segoe UI"/>
                <a:cs typeface="Segoe UI" charset="0"/>
              </a:defRPr>
            </a:lvl2pPr>
            <a:lvl3pPr marL="288925" indent="-222250" algn="l" defTabSz="914132" rtl="0" eaLnBrk="1" latinLnBrk="0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120000"/>
              <a:buFont typeface="Arial"/>
              <a:buChar char="•"/>
              <a:defRPr lang="en-US" sz="2000" b="0" i="0" kern="1200" smtClean="0">
                <a:solidFill>
                  <a:schemeClr val="tx1"/>
                </a:solidFill>
                <a:effectLst/>
                <a:latin typeface="Segoe UI"/>
                <a:ea typeface="Segoe UI"/>
                <a:cs typeface="Segoe UI" charset="0"/>
              </a:defRPr>
            </a:lvl3pPr>
            <a:lvl4pPr marL="631825" indent="-182880" algn="l" defTabSz="914132" rtl="0" eaLnBrk="1" latinLnBrk="0" hangingPunct="1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Font typeface="Arial"/>
              <a:buChar char="•"/>
              <a:defRPr lang="en-US" sz="1800" b="0" i="0" kern="1200" smtClean="0">
                <a:solidFill>
                  <a:schemeClr val="tx1"/>
                </a:solidFill>
                <a:effectLst/>
                <a:latin typeface="Segoe UI"/>
                <a:ea typeface="Segoe UI"/>
                <a:cs typeface="Segoe UI" charset="0"/>
              </a:defRPr>
            </a:lvl4pPr>
            <a:lvl5pPr marL="1162685" indent="-194310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tx1"/>
              </a:buClr>
              <a:buFont typeface="Arial"/>
              <a:buChar char="•"/>
              <a:defRPr lang="en-US" sz="1600" b="0" i="0" kern="1200">
                <a:solidFill>
                  <a:schemeClr val="tx1"/>
                </a:solidFill>
                <a:effectLst/>
                <a:latin typeface="Segoe UI"/>
                <a:ea typeface="Segoe UI"/>
                <a:cs typeface="Segoe UI" charset="0"/>
              </a:defRPr>
            </a:lvl5pPr>
            <a:lvl6pPr marL="1873781" indent="-228533" algn="l" defTabSz="914132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26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92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57" indent="-228533" algn="l" defTabSz="914132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132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E9E9E9"/>
              </a:buClr>
              <a:buSzPct val="120000"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cs typeface="Segoe UI Semibold" charset="0"/>
            </a:endParaRPr>
          </a:p>
        </p:txBody>
      </p:sp>
      <p:sp>
        <p:nvSpPr>
          <p:cNvPr id="9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3EC8DAD9-3274-7DD3-8458-A6CF6E3661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9438" y="1083733"/>
            <a:ext cx="11020425" cy="4885267"/>
          </a:xfrm>
        </p:spPr>
        <p:txBody>
          <a:bodyPr/>
          <a:lstStyle>
            <a:lvl1pPr marL="0" indent="0">
              <a:buNone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167848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2" orient="horz" pos="438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right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D107E2-140D-CB86-9FA1-B9481E49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404276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7F5E94-C055-4558-A211-EF7933FCA8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4155"/>
            <a:ext cx="4042761" cy="72635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1pPr>
            <a:lvl2pPr marL="13716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2pPr>
            <a:lvl3pPr marL="265176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A89B3FAE-417F-41EF-9D05-0D6CAF8EC76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582613"/>
            <a:ext cx="5799138" cy="5692775"/>
          </a:xfrm>
        </p:spPr>
        <p:txBody>
          <a:bodyPr/>
          <a:lstStyle>
            <a:lvl1pPr marL="0" indent="0">
              <a:buNone/>
              <a:defRPr sz="1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690523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ources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8193024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5B49E74-D3F8-9BC9-0A3F-F524E6C5A4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6389" y="1591056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F055FC1-EF87-C5EC-9545-B346C73ACDA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86389" y="2081710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EBA1527-2F4C-29A6-6A08-4FBA5CAE4E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6389" y="3587124"/>
            <a:ext cx="8193024" cy="54168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Arial" panose="020B0604020202020204" pitchFamily="34" charset="0"/>
              <a:buNone/>
              <a:defRPr>
                <a:solidFill>
                  <a:schemeClr val="tx1"/>
                </a:solidFill>
                <a:latin typeface="+mj-lt"/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B81DC28-90DC-14C9-6ED7-101D16E58F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6389" y="4077778"/>
            <a:ext cx="8193024" cy="113261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37160" indent="-13716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265176" indent="-128016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384048" indent="-118872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0281408E-274B-89C6-8571-F986E6EE6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7414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28" orient="horz" pos="4320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2577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B2054C5-1258-8F24-CB3E-C0C7AA294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91258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6043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D9E8228-6949-BCF9-F825-22D65A43DB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2080227"/>
            <a:ext cx="3361943" cy="553998"/>
          </a:xfrm>
          <a:noFill/>
        </p:spPr>
        <p:txBody>
          <a:bodyPr wrap="square" lIns="0" tIns="0" rIns="0" bIns="0">
            <a:spAutoFit/>
          </a:bodyPr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lang="en-US" sz="3600" b="0" kern="1200" cap="none" spc="-50" baseline="0">
                <a:ln w="3175">
                  <a:noFill/>
                </a:ln>
                <a:solidFill>
                  <a:schemeClr val="accent3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lvl="0"/>
            <a:r>
              <a:rPr lang="en-US"/>
              <a:t>Thank you.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CDD9B65-7B9C-E803-654B-692D90202D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5640" y="2276475"/>
            <a:ext cx="7114222" cy="1689099"/>
          </a:xfrm>
        </p:spPr>
        <p:txBody>
          <a:bodyPr/>
          <a:lstStyle>
            <a:lvl1pPr marL="0" indent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000" b="0" kern="1200" cap="none" spc="-50" baseline="0" smtClean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Segoe UI" pitchFamily="34" charset="0"/>
              </a:defRPr>
            </a:lvl1pPr>
            <a:lvl2pPr marL="155448" indent="0">
              <a:buNone/>
              <a:defRPr lang="en-US" sz="2000" b="0" kern="1200" cap="none" spc="-50" baseline="0" smtClean="0">
                <a:ln w="3175">
                  <a:noFill/>
                </a:ln>
                <a:solidFill>
                  <a:schemeClr val="bg1"/>
                </a:solidFill>
                <a:effectLst/>
                <a:latin typeface="+mn-lt"/>
                <a:ea typeface="+mn-ea"/>
                <a:cs typeface="Segoe UI" pitchFamily="34" charset="0"/>
              </a:defRPr>
            </a:lvl2pPr>
            <a:lvl3pPr marL="265176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D724FF2-BFB6-0799-B9AE-F83BA9177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35951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592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earn Clickdown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B5AC9CC-CBA7-2165-37C5-00D2CAABA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auto">
          <a:xfrm>
            <a:off x="1887" y="0"/>
            <a:ext cx="6891565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5F9DFC-8F86-66C5-68A6-019BCDEDB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863338" cy="37151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A94A1388-BD3C-450C-8D99-7C21AEFDA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4726657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12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orient="horz" pos="3600">
          <p15:clr>
            <a:srgbClr val="FBAE40"/>
          </p15:clr>
        </p15:guide>
        <p15:guide id="32" orient="horz" pos="3408">
          <p15:clr>
            <a:srgbClr val="FBAE40"/>
          </p15:clr>
        </p15:guide>
        <p15:guide id="33" pos="108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Learn-with Head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C294CE2C-953A-10B8-F580-7F93E4F1234F}"/>
              </a:ext>
            </a:extLst>
          </p:cNvPr>
          <p:cNvGrpSpPr/>
          <p:nvPr userDrawn="1"/>
        </p:nvGrpSpPr>
        <p:grpSpPr>
          <a:xfrm>
            <a:off x="0" y="0"/>
            <a:ext cx="12192001" cy="1289051"/>
            <a:chOff x="0" y="0"/>
            <a:chExt cx="12192001" cy="128905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7080A99-448F-6067-0FC9-8A3F1093BB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3125" b="79253"/>
            <a:stretch>
              <a:fillRect/>
            </a:stretch>
          </p:blipFill>
          <p:spPr>
            <a:xfrm>
              <a:off x="0" y="1"/>
              <a:ext cx="12192001" cy="128905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2129612-B6F9-E264-C307-D22FBB0EACA2}"/>
                </a:ext>
              </a:extLst>
            </p:cNvPr>
            <p:cNvSpPr/>
            <p:nvPr userDrawn="1"/>
          </p:nvSpPr>
          <p:spPr bwMode="auto">
            <a:xfrm>
              <a:off x="7315200" y="0"/>
              <a:ext cx="1454150" cy="82550"/>
            </a:xfrm>
            <a:prstGeom prst="rect">
              <a:avLst/>
            </a:prstGeom>
            <a:solidFill>
              <a:srgbClr val="E8E6DF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E35D3C-86EE-875E-D2A6-669DF7E1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7246051" cy="307777"/>
          </a:xfrm>
        </p:spPr>
        <p:txBody>
          <a:bodyPr/>
          <a:lstStyle>
            <a:lvl1pPr>
              <a:defRPr sz="2000" b="0" i="0">
                <a:solidFill>
                  <a:schemeClr val="tx1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B6A3D4E9-A69B-36D6-0102-4B231B875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923169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36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 flipH="1"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 flipH="1"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 flipH="1"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 flipH="1"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 flipH="1"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 flipH="1"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 flipH="1"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 flipH="1"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 flipH="1"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 flipH="1"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591056"/>
            <a:ext cx="10426700" cy="7263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5646CF9B-C3C6-BF79-10C9-634FDE6DDE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0" r:id="rId1"/>
    <p:sldLayoutId id="2147484884" r:id="rId2"/>
    <p:sldLayoutId id="2147484845" r:id="rId3"/>
    <p:sldLayoutId id="2147484870" r:id="rId4"/>
    <p:sldLayoutId id="2147484872" r:id="rId5"/>
    <p:sldLayoutId id="2147484867" r:id="rId6"/>
    <p:sldLayoutId id="2147484908" r:id="rId7"/>
    <p:sldLayoutId id="2147484839" r:id="rId8"/>
    <p:sldLayoutId id="2147484742" r:id="rId9"/>
    <p:sldLayoutId id="2147484910" r:id="rId10"/>
    <p:sldLayoutId id="2147484817" r:id="rId11"/>
    <p:sldLayoutId id="2147484741" r:id="rId12"/>
    <p:sldLayoutId id="2147484807" r:id="rId13"/>
    <p:sldLayoutId id="2147484753" r:id="rId14"/>
    <p:sldLayoutId id="2147484808" r:id="rId15"/>
    <p:sldLayoutId id="2147484912" r:id="rId16"/>
    <p:sldLayoutId id="2147484914" r:id="rId17"/>
    <p:sldLayoutId id="2147484917" r:id="rId18"/>
    <p:sldLayoutId id="2147484915" r:id="rId19"/>
    <p:sldLayoutId id="2147484873" r:id="rId20"/>
    <p:sldLayoutId id="2147484886" r:id="rId21"/>
    <p:sldLayoutId id="2147484885" r:id="rId22"/>
    <p:sldLayoutId id="2147484874" r:id="rId23"/>
    <p:sldLayoutId id="2147484745" r:id="rId24"/>
    <p:sldLayoutId id="2147484743" r:id="rId25"/>
    <p:sldLayoutId id="2147484749" r:id="rId26"/>
    <p:sldLayoutId id="2147484875" r:id="rId27"/>
    <p:sldLayoutId id="2147484840" r:id="rId28"/>
    <p:sldLayoutId id="2147484887" r:id="rId29"/>
    <p:sldLayoutId id="2147484909" r:id="rId30"/>
    <p:sldLayoutId id="2147484907" r:id="rId31"/>
    <p:sldLayoutId id="2147484911" r:id="rId32"/>
    <p:sldLayoutId id="2147484899" r:id="rId33"/>
    <p:sldLayoutId id="2147484903" r:id="rId34"/>
    <p:sldLayoutId id="2147484905" r:id="rId35"/>
    <p:sldLayoutId id="2147484900" r:id="rId36"/>
    <p:sldLayoutId id="2147484906" r:id="rId37"/>
    <p:sldLayoutId id="2147484821" r:id="rId38"/>
    <p:sldLayoutId id="2147484728" r:id="rId39"/>
    <p:sldLayoutId id="2147484859" r:id="rId40"/>
    <p:sldLayoutId id="2147484918" r:id="rId41"/>
    <p:sldLayoutId id="2147484919" r:id="rId42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000" b="0" kern="1200" cap="none" spc="0" baseline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37160" marR="0" indent="-13716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600" kern="1200" spc="0" baseline="0">
          <a:solidFill>
            <a:schemeClr val="tx1"/>
          </a:solidFill>
          <a:latin typeface="+mn-lt"/>
          <a:ea typeface="+mn-ea"/>
          <a:cs typeface="Segoe UI" pitchFamily="34" charset="0"/>
        </a:defRPr>
      </a:lvl1pPr>
      <a:lvl2pPr marL="265176" marR="0" indent="-109728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Arial" panose="020B0604020202020204" pitchFamily="34" charset="0"/>
        <a:buChar char="•"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Wingdings" panose="05000000000000000000" pitchFamily="2" charset="2"/>
        <a:buChar char=""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ct val="0"/>
        </a:spcAft>
        <a:buClrTx/>
        <a:buSzPct val="90000"/>
        <a:buFont typeface="Wingdings" panose="05000000000000000000" pitchFamily="2" charset="2"/>
        <a:buChar char=""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A5A5A5"/>
          </p15:clr>
        </p15:guide>
        <p15:guide id="2" pos="7680" userDrawn="1">
          <p15:clr>
            <a:srgbClr val="A5A5A5"/>
          </p15:clr>
        </p15:guide>
        <p15:guide id="3" pos="186" userDrawn="1">
          <p15:clr>
            <a:srgbClr val="A5A5A5"/>
          </p15:clr>
        </p15:guide>
        <p15:guide id="26" pos="7496" userDrawn="1">
          <p15:clr>
            <a:srgbClr val="A5A5A5"/>
          </p15:clr>
        </p15:guide>
        <p15:guide id="27" orient="horz" userDrawn="1">
          <p15:clr>
            <a:srgbClr val="A5A5A5"/>
          </p15:clr>
        </p15:guide>
        <p15:guide id="28" orient="horz" pos="4320" userDrawn="1">
          <p15:clr>
            <a:srgbClr val="A5A5A5"/>
          </p15:clr>
        </p15:guide>
        <p15:guide id="29" orient="horz" pos="184" userDrawn="1">
          <p15:clr>
            <a:srgbClr val="A5A5A5"/>
          </p15:clr>
        </p15:guide>
        <p15:guide id="40" orient="horz" pos="4134" userDrawn="1">
          <p15:clr>
            <a:srgbClr val="A5A5A5"/>
          </p15:clr>
        </p15:guide>
        <p15:guide id="42" pos="365" userDrawn="1">
          <p15:clr>
            <a:srgbClr val="C35EA4"/>
          </p15:clr>
        </p15:guide>
        <p15:guide id="43" orient="horz" pos="367" userDrawn="1">
          <p15:clr>
            <a:srgbClr val="C35EA4"/>
          </p15:clr>
        </p15:guide>
        <p15:guide id="44" orient="horz" pos="3953" userDrawn="1">
          <p15:clr>
            <a:srgbClr val="C35EA4"/>
          </p15:clr>
        </p15:guide>
        <p15:guide id="45" pos="7307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://www.aka.ms/MyMicrosoftLearnProfile" TargetMode="Externa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hyperlink" Target="https://learn.microsoft.co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Relationship Id="rId6" Type="http://schemas.openxmlformats.org/officeDocument/2006/relationships/hyperlink" Target="https://home.pearsonvue.com/voc/2023-report" TargetMode="External"/><Relationship Id="rId5" Type="http://schemas.openxmlformats.org/officeDocument/2006/relationships/hyperlink" Target="https://aka.ms/RenewYourCert-spa" TargetMode="External"/><Relationship Id="rId4" Type="http://schemas.openxmlformats.org/officeDocument/2006/relationships/hyperlink" Target="http://www.learn.microsoft.com/certifica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144E6-CCD1-1211-F0F8-955B753B6CB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550863"/>
            <a:ext cx="10429875" cy="304800"/>
          </a:xfrm>
        </p:spPr>
        <p:txBody>
          <a:bodyPr/>
          <a:lstStyle/>
          <a:p>
            <a:r>
              <a:rPr lang="es-ES" sz="20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Diapositiva de introducción</a:t>
            </a:r>
          </a:p>
        </p:txBody>
      </p:sp>
    </p:spTree>
    <p:extLst>
      <p:ext uri="{BB962C8B-B14F-4D97-AF65-F5344CB8AC3E}">
        <p14:creationId xmlns:p14="http://schemas.microsoft.com/office/powerpoint/2010/main" val="297716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E08FA2-C73F-A01D-C334-4FAC0DB0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38" y="1460599"/>
            <a:ext cx="5516562" cy="3291839"/>
          </a:xfrm>
        </p:spPr>
        <p:txBody>
          <a:bodyPr/>
          <a:lstStyle/>
          <a:p>
            <a:r>
              <a:rPr lang="es-ES" sz="4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Desarrollo de aplicaciones y agentes de IA en Azure</a:t>
            </a:r>
            <a:br>
              <a:rPr sz="4000" dirty="0"/>
            </a:br>
            <a:r>
              <a:rPr lang="es-ES" sz="4000" b="0" i="0" strike="noStrike" cap="none" baseline="0" dirty="0">
                <a:solidFill>
                  <a:srgbClr val="808080"/>
                </a:solidFill>
                <a:effectLst/>
                <a:latin typeface="Segoe UI"/>
                <a:ea typeface="Segoe UI"/>
                <a:cs typeface="Segoe UI"/>
              </a:rPr>
              <a:t>Introducción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A2BF8BC-EDED-61C2-562F-15FB955AD7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4740F1-B816-6BEC-8362-3B8D251DFC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56150" y="6446520"/>
            <a:ext cx="1645920" cy="152400"/>
          </a:xfrm>
        </p:spPr>
        <p:txBody>
          <a:bodyPr/>
          <a:lstStyle/>
          <a:p>
            <a:pPr algn="ctr"/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Agosto de 2025</a:t>
            </a:r>
          </a:p>
        </p:txBody>
      </p:sp>
    </p:spTree>
    <p:extLst>
      <p:ext uri="{BB962C8B-B14F-4D97-AF65-F5344CB8AC3E}">
        <p14:creationId xmlns:p14="http://schemas.microsoft.com/office/powerpoint/2010/main" val="252238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5B55108-207A-D9FF-AF4B-A304A5DEB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585788"/>
            <a:ext cx="5748337" cy="365760"/>
          </a:xfrm>
        </p:spPr>
        <p:txBody>
          <a:bodyPr/>
          <a:lstStyle/>
          <a:p>
            <a:r>
              <a:rPr lang="es-ES" sz="24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¡Hola!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553B6DE-CBCC-D805-6A97-2E9248B43F2C}"/>
              </a:ext>
            </a:extLst>
          </p:cNvPr>
          <p:cNvSpPr txBox="1"/>
          <p:nvPr/>
        </p:nvSpPr>
        <p:spPr>
          <a:xfrm>
            <a:off x="588963" y="1085850"/>
            <a:ext cx="630237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/>
            </a:pPr>
            <a:r>
              <a:rPr lang="es-ES" sz="2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Gracias por acompañarme hoy</a:t>
            </a:r>
          </a:p>
        </p:txBody>
      </p:sp>
      <p:sp>
        <p:nvSpPr>
          <p:cNvPr id="8" name="Rounded Rectangle 3_1">
            <a:extLst>
              <a:ext uri="{FF2B5EF4-FFF2-40B4-BE49-F238E27FC236}">
                <a16:creationId xmlns:a16="http://schemas.microsoft.com/office/drawing/2014/main" id="{02A69FC5-E869-7938-B593-C7A42F844DCF}"/>
              </a:ext>
            </a:extLst>
          </p:cNvPr>
          <p:cNvSpPr/>
          <p:nvPr/>
        </p:nvSpPr>
        <p:spPr>
          <a:xfrm>
            <a:off x="584200" y="1871133"/>
            <a:ext cx="5969000" cy="3032449"/>
          </a:xfrm>
          <a:prstGeom prst="roundRect">
            <a:avLst>
              <a:gd name="adj" fmla="val 3632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marL="0" marR="0" lvl="0" indent="0" defTabSz="932742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20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Instructor: </a:t>
            </a:r>
            <a:r>
              <a:rPr lang="es-ES" sz="2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&lt;Name&gt;</a:t>
            </a:r>
          </a:p>
          <a:p>
            <a:pPr marL="0" marR="0" lvl="0" indent="0" defTabSz="932742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&lt;Title or other credentials, e.g., Microsoft Certified Trainer&gt;</a:t>
            </a:r>
          </a:p>
          <a:p>
            <a:pPr marL="0" marR="0" lvl="0" indent="0" defTabSz="932742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&lt;Affiliation/Company&gt;</a:t>
            </a:r>
          </a:p>
          <a:p>
            <a:pPr marL="0" marR="0" lvl="0" indent="0" defTabSz="932742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4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&lt;A few words about my technical and professional experience&gt;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02AB5424-9D84-FAB9-4FA9-A13D7E3A190C}"/>
              </a:ext>
            </a:extLst>
          </p:cNvPr>
          <p:cNvSpPr txBox="1"/>
          <p:nvPr/>
        </p:nvSpPr>
        <p:spPr>
          <a:xfrm>
            <a:off x="927100" y="5161773"/>
            <a:ext cx="5314950" cy="811179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twitter.com/[Nombre]</a:t>
            </a:r>
          </a:p>
          <a:p>
            <a:pPr marL="0" indent="0">
              <a:buNone/>
            </a:pPr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linkedin.com/[Nombre]</a:t>
            </a:r>
          </a:p>
          <a:p>
            <a:pPr marL="0" indent="0">
              <a:buNone/>
            </a:pPr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[first.last]@[email.com]</a:t>
            </a:r>
          </a:p>
          <a:p>
            <a:pPr marL="0" indent="0">
              <a:buNone/>
            </a:pPr>
            <a:r>
              <a:rPr lang="es-ES" sz="12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Blog </a:t>
            </a:r>
          </a:p>
          <a:p>
            <a:pPr marL="0" indent="0">
              <a:buNone/>
            </a:pPr>
            <a:endParaRPr lang="en-US" sz="1200"/>
          </a:p>
        </p:txBody>
      </p:sp>
      <p:sp>
        <p:nvSpPr>
          <p:cNvPr id="14" name="Picture Placeholder 13" descr="Instructor image">
            <a:extLst>
              <a:ext uri="{FF2B5EF4-FFF2-40B4-BE49-F238E27FC236}">
                <a16:creationId xmlns:a16="http://schemas.microsoft.com/office/drawing/2014/main" id="{51EC8343-A368-A017-1348-13DC442E08C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32C35C5-B9CD-B676-7227-712C7E305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D2AF726-9685-6A2E-1457-0AD5F7CF8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B753862B-FC4F-2412-F837-F9D1DF1A0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FE7F6BB-5DFF-B8FF-882B-C3E2A0792B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5CABB87-DAAF-A526-A471-745B2114F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EA04444-CE05-A52A-28B6-14B2DF4BF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22EB63-491C-85C2-F489-E7594D45B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2" name="Flowchart: Off-page Connector 44">
            <a:extLst>
              <a:ext uri="{FF2B5EF4-FFF2-40B4-BE49-F238E27FC236}">
                <a16:creationId xmlns:a16="http://schemas.microsoft.com/office/drawing/2014/main" id="{1BAF25FE-7F5F-504D-B664-8B11FB8CE840}"/>
              </a:ext>
            </a:extLst>
          </p:cNvPr>
          <p:cNvSpPr/>
          <p:nvPr/>
        </p:nvSpPr>
        <p:spPr bwMode="auto">
          <a:xfrm rot="5400000">
            <a:off x="9473183" y="-558292"/>
            <a:ext cx="1865376" cy="3566160"/>
          </a:xfrm>
          <a:prstGeom prst="flowChartOffpageConnector">
            <a:avLst/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ts val="600"/>
              </a:spcAft>
            </a:pPr>
            <a:r>
              <a:rPr lang="es-ES" sz="1500" b="1" i="0" strike="noStrike" cap="none" baseline="0" dirty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Instructores: </a:t>
            </a:r>
            <a:endParaRPr lang="en-US" sz="1100" b="1" dirty="0">
              <a:solidFill>
                <a:schemeClr val="bg1"/>
              </a:solidFill>
              <a:latin typeface="+mj-lt"/>
              <a:ea typeface="Segoe UI" pitchFamily="34" charset="0"/>
              <a:cs typeface="Segoe UI" pitchFamily="34" charset="0"/>
            </a:endParaRP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10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Personaliza este contenido</a:t>
            </a:r>
            <a:br>
              <a:rPr lang="es-ES" sz="110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10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con tu información, imagen</a:t>
            </a:r>
            <a:br>
              <a:rPr lang="es-ES" sz="110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10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y experiencia Elimina esta nota antes del entrenamiento.</a:t>
            </a:r>
          </a:p>
        </p:txBody>
      </p:sp>
    </p:spTree>
    <p:extLst>
      <p:ext uri="{BB962C8B-B14F-4D97-AF65-F5344CB8AC3E}">
        <p14:creationId xmlns:p14="http://schemas.microsoft.com/office/powerpoint/2010/main" val="162056146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107B-9C8D-E0E4-10D6-02E35D83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0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Acerca del curso</a:t>
            </a:r>
          </a:p>
        </p:txBody>
      </p:sp>
      <p:sp>
        <p:nvSpPr>
          <p:cNvPr id="15" name="Rounded Rectangle 3_1">
            <a:extLst>
              <a:ext uri="{FF2B5EF4-FFF2-40B4-BE49-F238E27FC236}">
                <a16:creationId xmlns:a16="http://schemas.microsoft.com/office/drawing/2014/main" id="{C30E3F23-57C3-CEE2-DD2F-E66B72B8F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8262" y="1168400"/>
            <a:ext cx="11011600" cy="2378955"/>
          </a:xfrm>
          <a:prstGeom prst="roundRect">
            <a:avLst>
              <a:gd name="adj" fmla="val 3632"/>
            </a:avLst>
          </a:prstGeom>
          <a:solidFill>
            <a:schemeClr val="bg1"/>
          </a:solidFill>
          <a:ln w="10795" cap="flat" cmpd="sng" algn="ctr">
            <a:noFill/>
            <a:prstDash val="solid"/>
          </a:ln>
          <a:effectLst>
            <a:outerShdw blurRad="127000" dist="38100" dir="8100000" sx="101000" sy="101000" algn="tr" rotWithShape="0">
              <a:srgbClr val="CAC5B8">
                <a:alpha val="6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5069EA8-1883-9482-758E-F5D0C58727C0}"/>
              </a:ext>
            </a:extLst>
          </p:cNvPr>
          <p:cNvSpPr/>
          <p:nvPr/>
        </p:nvSpPr>
        <p:spPr bwMode="auto">
          <a:xfrm>
            <a:off x="736601" y="1334807"/>
            <a:ext cx="10739119" cy="415993"/>
          </a:xfrm>
          <a:prstGeom prst="roundRect">
            <a:avLst>
              <a:gd name="adj" fmla="val 15951"/>
            </a:avLst>
          </a:prstGeom>
          <a:solidFill>
            <a:srgbClr val="2A446F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None/>
              <a:defRPr/>
            </a:pPr>
            <a:r>
              <a:rPr lang="es-ES" sz="1600" b="0" i="0" strike="noStrike" cap="none" baseline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Aspectos que trataremos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15275E9-F296-1E2D-E2D3-6BAE1C5EFAAF}"/>
              </a:ext>
            </a:extLst>
          </p:cNvPr>
          <p:cNvSpPr txBox="1"/>
          <p:nvPr/>
        </p:nvSpPr>
        <p:spPr>
          <a:xfrm>
            <a:off x="930275" y="2014126"/>
            <a:ext cx="10545445" cy="1219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28016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9144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Este curso está pensado para los desarrolladores de software que desean crear aplicaciones basadas en la IA que aprovechan Microsoft </a:t>
            </a:r>
            <a:r>
              <a:rPr lang="es-ES" sz="1600" b="0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. Los temas de este curso incluyen el desarrollo de aplicaciones de IA generativa,</a:t>
            </a:r>
            <a:b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la creación de agentes de IA y soluciones que implementan conexiones de conocimiento o herramientas en las aplicaciones de agentes. En este curso, también se tratan las funcionalidades multimodales y la comprensión del contenido complejo.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20" name="Rounded Rectangle 3_1">
            <a:extLst>
              <a:ext uri="{FF2B5EF4-FFF2-40B4-BE49-F238E27FC236}">
                <a16:creationId xmlns:a16="http://schemas.microsoft.com/office/drawing/2014/main" id="{1D06749D-C277-67CB-CDE9-258A140C7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8262" y="3715839"/>
            <a:ext cx="11011600" cy="2378955"/>
          </a:xfrm>
          <a:prstGeom prst="roundRect">
            <a:avLst>
              <a:gd name="adj" fmla="val 3632"/>
            </a:avLst>
          </a:prstGeom>
          <a:solidFill>
            <a:schemeClr val="bg1"/>
          </a:solidFill>
          <a:ln w="10795" cap="flat" cmpd="sng" algn="ctr">
            <a:noFill/>
            <a:prstDash val="solid"/>
          </a:ln>
          <a:effectLst>
            <a:outerShdw blurRad="127000" dist="38100" dir="8100000" sx="101000" sy="101000" algn="tr" rotWithShape="0">
              <a:srgbClr val="CAC5B8">
                <a:alpha val="64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0825D71-3CBA-C279-EE28-D3A5995A57C0}"/>
              </a:ext>
            </a:extLst>
          </p:cNvPr>
          <p:cNvSpPr/>
          <p:nvPr/>
        </p:nvSpPr>
        <p:spPr bwMode="auto">
          <a:xfrm>
            <a:off x="736601" y="3882246"/>
            <a:ext cx="10739119" cy="415993"/>
          </a:xfrm>
          <a:prstGeom prst="roundRect">
            <a:avLst>
              <a:gd name="adj" fmla="val 15951"/>
            </a:avLst>
          </a:prstGeom>
          <a:solidFill>
            <a:srgbClr val="2A446F"/>
          </a:solidFill>
          <a:ln w="9525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None/>
              <a:defRPr/>
            </a:pPr>
            <a:r>
              <a:rPr lang="es-ES" sz="1600" b="0" i="0" strike="noStrike" cap="none" baseline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Audiencia objetivo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44A9E3C-71E4-FC1C-7854-91A32D02A5CB}"/>
              </a:ext>
            </a:extLst>
          </p:cNvPr>
          <p:cNvSpPr txBox="1"/>
          <p:nvPr/>
        </p:nvSpPr>
        <p:spPr>
          <a:xfrm>
            <a:off x="930275" y="4561565"/>
            <a:ext cx="10545445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28016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9144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</a:pP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Este curso se ha diseñado para ingenieros de software relacionados con la creación, la administración y la implementación de soluciones de IA que aprovechan Microsoft </a:t>
            </a:r>
            <a:r>
              <a:rPr lang="es-ES" sz="1600" b="0" i="0" strike="noStrike" cap="none" baseline="0" dirty="0" err="1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Foundry</a:t>
            </a: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. Están familiarizados con Python</a:t>
            </a:r>
            <a:b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y tienen conocimientos sobre el uso de API y SDK para crear agentes y soluciones de IA generativa en Azure.</a:t>
            </a:r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DB93D-1EC9-595D-92A7-994F4EA5A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</p:spTree>
    <p:extLst>
      <p:ext uri="{BB962C8B-B14F-4D97-AF65-F5344CB8AC3E}">
        <p14:creationId xmlns:p14="http://schemas.microsoft.com/office/powerpoint/2010/main" val="173645546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107B-9C8D-E0E4-10D6-02E35D838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0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Programación del curso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C8BB8F-7CC0-EDB6-33FC-6C0DF6FAC1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4" name="Rounded Rectangle 3_1">
            <a:extLst>
              <a:ext uri="{FF2B5EF4-FFF2-40B4-BE49-F238E27FC236}">
                <a16:creationId xmlns:a16="http://schemas.microsoft.com/office/drawing/2014/main" id="{F9F46C76-F9B5-765C-6D1B-DC84C38C8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8262" y="1071842"/>
            <a:ext cx="10638538" cy="4719358"/>
          </a:xfrm>
          <a:prstGeom prst="roundRect">
            <a:avLst>
              <a:gd name="adj" fmla="val 3632"/>
            </a:avLst>
          </a:prstGeom>
          <a:solidFill>
            <a:schemeClr val="bg1"/>
          </a:solidFill>
          <a:ln w="1079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32DC6A2-F90D-3F61-1164-60B29AA72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822088"/>
              </p:ext>
            </p:extLst>
          </p:nvPr>
        </p:nvGraphicFramePr>
        <p:xfrm>
          <a:off x="1212341" y="2062678"/>
          <a:ext cx="9408767" cy="1927557"/>
        </p:xfrm>
        <a:graphic>
          <a:graphicData uri="http://schemas.openxmlformats.org/drawingml/2006/table">
            <a:tbl>
              <a:tblPr firstRow="1" firstCol="1" bandRow="1">
                <a:tableStyleId>{1FECB4D8-DB02-4DC6-A0A2-4F2EBAE1DC90}</a:tableStyleId>
              </a:tblPr>
              <a:tblGrid>
                <a:gridCol w="7398227">
                  <a:extLst>
                    <a:ext uri="{9D8B030D-6E8A-4147-A177-3AD203B41FA5}">
                      <a16:colId xmlns:a16="http://schemas.microsoft.com/office/drawing/2014/main" val="3217989015"/>
                    </a:ext>
                  </a:extLst>
                </a:gridCol>
                <a:gridCol w="2010540">
                  <a:extLst>
                    <a:ext uri="{9D8B030D-6E8A-4147-A177-3AD203B41FA5}">
                      <a16:colId xmlns:a16="http://schemas.microsoft.com/office/drawing/2014/main" val="980739077"/>
                    </a:ext>
                  </a:extLst>
                </a:gridCol>
              </a:tblGrid>
              <a:tr h="317385">
                <a:tc>
                  <a:txBody>
                    <a:bodyPr/>
                    <a:lstStyle/>
                    <a:p>
                      <a:pPr marL="0" marR="0" algn="l" defTabSz="932742" rtl="0" eaLnBrk="1" latinLnBrk="0" hangingPunct="1">
                        <a:lnSpc>
                          <a:spcPct val="107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800" b="1" i="0" strike="noStrike" cap="none" baseline="0">
                          <a:solidFill>
                            <a:srgbClr val="FFFFFF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Tema</a:t>
                      </a:r>
                      <a:endParaRPr lang="en-US" sz="1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894" marR="25894" marT="0" marB="0" anchor="ctr"/>
                </a:tc>
                <a:tc>
                  <a:txBody>
                    <a:bodyPr/>
                    <a:lstStyle/>
                    <a:p>
                      <a:pPr marL="0" marR="0" algn="ctr" defTabSz="932742" rtl="0" eaLnBrk="1" latinLnBrk="0" hangingPunct="1">
                        <a:lnSpc>
                          <a:spcPct val="107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800" b="1" i="0" strike="noStrike" cap="none" baseline="0">
                          <a:solidFill>
                            <a:srgbClr val="FFFFFF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Day</a:t>
                      </a:r>
                      <a:endParaRPr lang="en-US" sz="18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894" marR="25894" marT="0" marB="0" anchor="ctr"/>
                </a:tc>
                <a:extLst>
                  <a:ext uri="{0D108BD9-81ED-4DB2-BD59-A6C34878D82A}">
                    <a16:rowId xmlns:a16="http://schemas.microsoft.com/office/drawing/2014/main" val="3752099122"/>
                  </a:ext>
                </a:extLst>
              </a:tr>
              <a:tr h="402543">
                <a:tc>
                  <a:txBody>
                    <a:bodyPr/>
                    <a:lstStyle/>
                    <a:p>
                      <a:pPr marL="0" marR="0" algn="l" defTabSz="932742" rtl="0" eaLnBrk="1" latinLnBrk="0" hangingPunct="1">
                        <a:lnSpc>
                          <a:spcPct val="107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600" b="0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Desarrollo de aplicaciones de IA generativas</a:t>
                      </a:r>
                      <a:endParaRPr lang="en-US" sz="1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894" marR="25894" marT="0" marB="0" anchor="ctr"/>
                </a:tc>
                <a:tc>
                  <a:txBody>
                    <a:bodyPr/>
                    <a:lstStyle/>
                    <a:p>
                      <a:pPr marL="0" marR="0" algn="ctr" defTabSz="932742" rtl="0" eaLnBrk="1" latinLnBrk="0" hangingPunct="1">
                        <a:lnSpc>
                          <a:spcPct val="107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600" b="0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  <a:endParaRPr lang="en-US" sz="1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894" marR="25894" marT="0" marB="0" anchor="ctr"/>
                </a:tc>
                <a:extLst>
                  <a:ext uri="{0D108BD9-81ED-4DB2-BD59-A6C34878D82A}">
                    <a16:rowId xmlns:a16="http://schemas.microsoft.com/office/drawing/2014/main" val="553360087"/>
                  </a:ext>
                </a:extLst>
              </a:tr>
              <a:tr h="402543">
                <a:tc>
                  <a:txBody>
                    <a:bodyPr/>
                    <a:lstStyle/>
                    <a:p>
                      <a:pPr marL="0" marR="0" algn="l" defTabSz="932742" rtl="0" eaLnBrk="1" latinLnBrk="0" hangingPunct="1">
                        <a:lnSpc>
                          <a:spcPct val="107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600" b="0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Desarrollo de agentes de IA en Azure</a:t>
                      </a:r>
                      <a:endParaRPr lang="en-US" sz="1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894" marR="25894" marT="0" marB="0" anchor="ctr"/>
                </a:tc>
                <a:tc>
                  <a:txBody>
                    <a:bodyPr/>
                    <a:lstStyle/>
                    <a:p>
                      <a:pPr marL="0" marR="0" algn="ctr" defTabSz="932742" rtl="0" eaLnBrk="1" latinLnBrk="0" hangingPunct="1">
                        <a:lnSpc>
                          <a:spcPct val="107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600" b="0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2</a:t>
                      </a:r>
                      <a:endParaRPr lang="en-US" sz="1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894" marR="25894" marT="0" marB="0" anchor="ctr"/>
                </a:tc>
                <a:extLst>
                  <a:ext uri="{0D108BD9-81ED-4DB2-BD59-A6C34878D82A}">
                    <a16:rowId xmlns:a16="http://schemas.microsoft.com/office/drawing/2014/main" val="3978608253"/>
                  </a:ext>
                </a:extLst>
              </a:tr>
              <a:tr h="402543">
                <a:tc>
                  <a:txBody>
                    <a:bodyPr/>
                    <a:lstStyle/>
                    <a:p>
                      <a:pPr marL="0" marR="0" algn="l" defTabSz="932742" rtl="0" eaLnBrk="1" latinLnBrk="0" hangingPunct="1">
                        <a:lnSpc>
                          <a:spcPct val="107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600" b="0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Desarrollo de soluciones de lenguaje natural en Azure</a:t>
                      </a:r>
                      <a:endParaRPr lang="en-US" sz="1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894" marR="25894" marT="0" marB="0" anchor="ctr"/>
                </a:tc>
                <a:tc>
                  <a:txBody>
                    <a:bodyPr/>
                    <a:lstStyle/>
                    <a:p>
                      <a:pPr marL="0" marR="0" algn="ctr" defTabSz="932742" rtl="0" eaLnBrk="1" latinLnBrk="0" hangingPunct="1">
                        <a:lnSpc>
                          <a:spcPct val="107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600" b="0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3</a:t>
                      </a:r>
                      <a:endParaRPr lang="en-US" sz="1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894" marR="25894" marT="0" marB="0" anchor="ctr"/>
                </a:tc>
                <a:extLst>
                  <a:ext uri="{0D108BD9-81ED-4DB2-BD59-A6C34878D82A}">
                    <a16:rowId xmlns:a16="http://schemas.microsoft.com/office/drawing/2014/main" val="2291899171"/>
                  </a:ext>
                </a:extLst>
              </a:tr>
              <a:tr h="402543">
                <a:tc>
                  <a:txBody>
                    <a:bodyPr/>
                    <a:lstStyle/>
                    <a:p>
                      <a:pPr marL="0" marR="0" algn="l" defTabSz="932742" rtl="0" eaLnBrk="1" latinLnBrk="0" hangingPunct="1">
                        <a:lnSpc>
                          <a:spcPct val="107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600" b="0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Extracción de información de datos visuales en Azure</a:t>
                      </a:r>
                      <a:endParaRPr lang="en-US" sz="1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894" marR="25894" marT="0" marB="0" anchor="ctr"/>
                </a:tc>
                <a:tc>
                  <a:txBody>
                    <a:bodyPr/>
                    <a:lstStyle/>
                    <a:p>
                      <a:pPr marL="0" marR="0" algn="ctr" defTabSz="932742" rtl="0" eaLnBrk="1" latinLnBrk="0" hangingPunct="1">
                        <a:lnSpc>
                          <a:spcPct val="107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s-ES" sz="1600" b="0" i="0" strike="noStrike" cap="none" baseline="0">
                          <a:solidFill>
                            <a:srgbClr val="000000"/>
                          </a:solidFill>
                          <a:effectLst/>
                          <a:latin typeface="Segoe UI"/>
                          <a:ea typeface="Segoe UI"/>
                          <a:cs typeface="Segoe UI"/>
                        </a:rPr>
                        <a:t>4</a:t>
                      </a:r>
                      <a:endParaRPr lang="en-US" sz="1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5894" marR="25894" marT="0" marB="0" anchor="ctr"/>
                </a:tc>
                <a:extLst>
                  <a:ext uri="{0D108BD9-81ED-4DB2-BD59-A6C34878D82A}">
                    <a16:rowId xmlns:a16="http://schemas.microsoft.com/office/drawing/2014/main" val="493781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41967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EC5683A2-2179-3E79-6645-D011C29AE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585216"/>
            <a:ext cx="5507738" cy="853440"/>
          </a:xfrm>
        </p:spPr>
        <p:txBody>
          <a:bodyPr/>
          <a:lstStyle/>
          <a:p>
            <a:pPr marL="0" marR="0" lvl="0" indent="0" fontAlgn="auto">
              <a:spcAft>
                <a:spcPct val="0"/>
              </a:spcAft>
              <a:defRPr/>
            </a:pPr>
            <a:r>
              <a:rPr lang="es-ES" sz="28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Saque el máximo partido</a:t>
            </a:r>
            <a:br>
              <a:rPr lang="es-ES" sz="28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</a:br>
            <a:r>
              <a:rPr lang="es-ES" sz="28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a su perfil de Microsoft Learn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01561EF4-D3D7-16D6-06AC-E0E8E0EE810E}"/>
              </a:ext>
            </a:extLst>
          </p:cNvPr>
          <p:cNvSpPr txBox="1"/>
          <p:nvPr/>
        </p:nvSpPr>
        <p:spPr>
          <a:xfrm>
            <a:off x="582347" y="1759165"/>
            <a:ext cx="6519207" cy="8309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/>
            </a:pP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Comprueba, haz un seguimiento y comparte tu progreso </a:t>
            </a:r>
            <a:b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y logros de formación y certificación,</a:t>
            </a:r>
            <a:r>
              <a:rPr lang="es-ES" sz="1800" b="0" i="1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todo en una sola plataforma</a:t>
            </a:r>
          </a:p>
        </p:txBody>
      </p:sp>
      <p:sp>
        <p:nvSpPr>
          <p:cNvPr id="20" name="Text Placeholder 61">
            <a:extLst>
              <a:ext uri="{FF2B5EF4-FFF2-40B4-BE49-F238E27FC236}">
                <a16:creationId xmlns:a16="http://schemas.microsoft.com/office/drawing/2014/main" id="{D49F25EC-A170-C832-AE24-EB03D8AF0995}"/>
              </a:ext>
            </a:extLst>
          </p:cNvPr>
          <p:cNvSpPr txBox="1"/>
          <p:nvPr/>
        </p:nvSpPr>
        <p:spPr>
          <a:xfrm>
            <a:off x="586389" y="2748718"/>
            <a:ext cx="6010964" cy="2412968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Reclama tu código de logro para este curso y comparte que lo has completado.</a:t>
            </a:r>
          </a:p>
          <a:p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Accede al material del curso y realiza un seguimiento</a:t>
            </a:r>
            <a:b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del progreso de tus actividades de aprendizaje.</a:t>
            </a:r>
          </a:p>
          <a:p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Comparte y comprueba tus credenciales de Certificaciones de Microsoft por correo electrónico, en las plataformas de redes sociales y en tu currículum.</a:t>
            </a:r>
          </a:p>
          <a:p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Descarga e imprime transcripciones y certificados.</a:t>
            </a:r>
          </a:p>
          <a:p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Administra tus próximas actividades y exámenes de certificación.</a:t>
            </a: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70ABBD99-35D1-F53B-C2EF-D0E437DC2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0813" y="5435139"/>
            <a:ext cx="4464280" cy="559721"/>
          </a:xfrm>
          <a:custGeom>
            <a:avLst/>
            <a:gdLst>
              <a:gd name="connsiteX0" fmla="*/ 0 w 8437531"/>
              <a:gd name="connsiteY0" fmla="*/ 0 h 1223512"/>
              <a:gd name="connsiteX1" fmla="*/ 8299274 w 8437531"/>
              <a:gd name="connsiteY1" fmla="*/ 0 h 1223512"/>
              <a:gd name="connsiteX2" fmla="*/ 8437531 w 8437531"/>
              <a:gd name="connsiteY2" fmla="*/ 138257 h 1223512"/>
              <a:gd name="connsiteX3" fmla="*/ 8437531 w 8437531"/>
              <a:gd name="connsiteY3" fmla="*/ 1085255 h 1223512"/>
              <a:gd name="connsiteX4" fmla="*/ 8299274 w 8437531"/>
              <a:gd name="connsiteY4" fmla="*/ 1223512 h 1223512"/>
              <a:gd name="connsiteX5" fmla="*/ 0 w 8437531"/>
              <a:gd name="connsiteY5" fmla="*/ 1223512 h 1223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37531" h="1223512">
                <a:moveTo>
                  <a:pt x="0" y="0"/>
                </a:moveTo>
                <a:lnTo>
                  <a:pt x="8299274" y="0"/>
                </a:lnTo>
                <a:cubicBezTo>
                  <a:pt x="8375631" y="0"/>
                  <a:pt x="8437531" y="61900"/>
                  <a:pt x="8437531" y="138257"/>
                </a:cubicBezTo>
                <a:lnTo>
                  <a:pt x="8437531" y="1085255"/>
                </a:lnTo>
                <a:cubicBezTo>
                  <a:pt x="8437531" y="1161612"/>
                  <a:pt x="8375631" y="1223512"/>
                  <a:pt x="8299274" y="1223512"/>
                </a:cubicBezTo>
                <a:lnTo>
                  <a:pt x="0" y="1223512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3900000" scaled="0"/>
          </a:gradFill>
          <a:ln>
            <a:noFill/>
          </a:ln>
          <a:effectLst>
            <a:outerShdw blurRad="254000" dist="38100" dir="18900000" sx="102000" sy="102000" algn="bl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73E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7" name="Text Placeholder 13">
            <a:extLst>
              <a:ext uri="{FF2B5EF4-FFF2-40B4-BE49-F238E27FC236}">
                <a16:creationId xmlns:a16="http://schemas.microsoft.com/office/drawing/2014/main" id="{1902BDB0-F449-F635-7020-1B2246BBEAEC}"/>
              </a:ext>
            </a:extLst>
          </p:cNvPr>
          <p:cNvSpPr txBox="1"/>
          <p:nvPr/>
        </p:nvSpPr>
        <p:spPr>
          <a:xfrm>
            <a:off x="584200" y="5591889"/>
            <a:ext cx="3930650" cy="246221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s-ES" sz="1600" b="0" i="0" strike="noStrike" cap="none" baseline="0" dirty="0">
                <a:solidFill>
                  <a:schemeClr val="bg1"/>
                </a:solidFill>
                <a:effectLst/>
                <a:latin typeface="Segoe UI Semibold"/>
                <a:ea typeface="Segoe UI Semibold"/>
                <a:cs typeface="Segoe UI Semibold"/>
                <a:hlinkClick r:id="rId3" history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www.aka.ms/MyMicrosoftLearnProfile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CAD44BD2-B747-01D0-8FB4-522B662FE479}"/>
              </a:ext>
            </a:extLst>
          </p:cNvPr>
          <p:cNvSpPr txBox="1"/>
          <p:nvPr/>
        </p:nvSpPr>
        <p:spPr>
          <a:xfrm>
            <a:off x="7456697" y="808435"/>
            <a:ext cx="4337207" cy="448031"/>
          </a:xfrm>
          <a:prstGeom prst="rect">
            <a:avLst/>
          </a:prstGeom>
        </p:spPr>
        <p:txBody>
          <a:bodyPr anchor="ctr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Crea tu perfil de Microsoft Learn </a:t>
            </a:r>
            <a:br>
              <a:rPr sz="1600" dirty="0"/>
            </a:b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en </a:t>
            </a:r>
            <a:r>
              <a:rPr lang="es-ES" sz="1600" b="0" i="0" strike="noStrike" cap="none" baseline="0" dirty="0">
                <a:solidFill>
                  <a:srgbClr val="2A446F"/>
                </a:solidFill>
                <a:effectLst/>
                <a:latin typeface="Segoe UI Semibold"/>
                <a:ea typeface="Segoe UI Semibold"/>
                <a:cs typeface="Segoe UI Semibold"/>
                <a:hlinkClick r:id="rId4" history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</a:t>
            </a:r>
            <a:endParaRPr lang="en-US" dirty="0">
              <a:solidFill>
                <a:srgbClr val="2A446F"/>
              </a:solidFill>
              <a:latin typeface="+mj-lt"/>
            </a:endParaRP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A6EE8B-E7DC-E3A5-0383-CA443F74FCEE}"/>
              </a:ext>
            </a:extLst>
          </p:cNvPr>
          <p:cNvSpPr txBox="1"/>
          <p:nvPr/>
        </p:nvSpPr>
        <p:spPr>
          <a:xfrm>
            <a:off x="7562323" y="1407733"/>
            <a:ext cx="4136869" cy="1034802"/>
          </a:xfrm>
          <a:prstGeom prst="rect">
            <a:avLst/>
          </a:prstGeom>
        </p:spPr>
        <p:txBody>
          <a:bodyPr l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Selecciona </a:t>
            </a:r>
            <a:r>
              <a:rPr lang="es-ES" sz="1100" b="0" i="1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Iniciar sesión </a:t>
            </a:r>
            <a:r>
              <a:rPr lang="es-ES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en</a:t>
            </a:r>
            <a:r>
              <a:rPr lang="es-ES" sz="1100" b="0" i="1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 </a:t>
            </a:r>
            <a:r>
              <a:rPr lang="es-ES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la esquina superior derecha de cualquier página de Microsoft Learn. </a:t>
            </a:r>
          </a:p>
          <a:p>
            <a:r>
              <a:rPr lang="es-ES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Sigue el proceso de autenticación de cuentas de Microsoft. </a:t>
            </a:r>
          </a:p>
          <a:p>
            <a:r>
              <a:rPr lang="es-ES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Si la cuenta con la que has decidido iniciar sesión aún no tiene un perfil de Microsoft Learn,</a:t>
            </a:r>
            <a:r>
              <a:rPr lang="es-ES" sz="1100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s-ES" sz="11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se te guiará para crear uno.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7426D-DC20-2106-1286-3E57DEC9DD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</p:spPr>
        <p:txBody>
          <a:bodyPr/>
          <a:lstStyle/>
          <a:p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3A71699A-E899-57E5-768C-C0876ECC2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16200000" flipH="1">
            <a:off x="7958667" y="2334302"/>
            <a:ext cx="3793070" cy="4707465"/>
          </a:xfrm>
          <a:prstGeom prst="round2SameRect">
            <a:avLst>
              <a:gd name="adj1" fmla="val 2163"/>
              <a:gd name="adj2" fmla="val 0"/>
            </a:avLst>
          </a:prstGeom>
          <a:solidFill>
            <a:srgbClr val="E8E6DF"/>
          </a:solidFill>
          <a:ln w="6350">
            <a:noFill/>
          </a:ln>
          <a:effectLst>
            <a:outerShdw blurRad="127000" dist="76200" dir="9600000" algn="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none" lIns="274320" tIns="0" rIns="274320" bIns="9144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0" i="0" u="none" strike="noStrike" kern="1200" cap="none" spc="0" normalizeH="0" baseline="3000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83D6BE-4156-B4E4-0A59-2FC0382B7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887" y="2745069"/>
            <a:ext cx="4737876" cy="3870680"/>
          </a:xfrm>
          <a:prstGeom prst="rect">
            <a:avLst/>
          </a:prstGeom>
          <a:noFill/>
          <a:ln w="38100">
            <a:noFill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FD22E5-BA3F-8072-7DE2-C2FB6E79BB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06" t="333" r="-206" b="8069"/>
          <a:stretch>
            <a:fillRect/>
          </a:stretch>
        </p:blipFill>
        <p:spPr>
          <a:xfrm>
            <a:off x="7720926" y="3033275"/>
            <a:ext cx="4480303" cy="33722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FAF1DE-0B88-C64F-9199-5714388DA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1970573" y="2916615"/>
            <a:ext cx="114925" cy="1709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8829BE5-698B-7F09-053E-B31FEEDCD6B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091967" y="3232230"/>
            <a:ext cx="1939465" cy="1486251"/>
          </a:xfrm>
          <a:prstGeom prst="rect">
            <a:avLst/>
          </a:prstGeom>
          <a:ln w="34925">
            <a:noFill/>
          </a:ln>
          <a:effectLst>
            <a:outerShdw blurRad="314198" dist="111760" dir="8040000" algn="ctr" rotWithShape="0">
              <a:srgbClr val="000000">
                <a:alpha val="22000"/>
              </a:srgbClr>
            </a:outerShdw>
          </a:effectLst>
        </p:spPr>
      </p:pic>
      <p:sp>
        <p:nvSpPr>
          <p:cNvPr id="8" name="Arrow: Bent 7">
            <a:extLst>
              <a:ext uri="{FF2B5EF4-FFF2-40B4-BE49-F238E27FC236}">
                <a16:creationId xmlns:a16="http://schemas.microsoft.com/office/drawing/2014/main" id="{024DB499-4361-4308-FC9B-E543A47F6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rot="5400000">
            <a:off x="9952757" y="945735"/>
            <a:ext cx="1841380" cy="2309176"/>
          </a:xfrm>
          <a:prstGeom prst="bentArrow">
            <a:avLst>
              <a:gd name="adj1" fmla="val 25000"/>
              <a:gd name="adj2" fmla="val 0"/>
              <a:gd name="adj3" fmla="val 25000"/>
              <a:gd name="adj4" fmla="val 6314"/>
            </a:avLst>
          </a:prstGeom>
          <a:ln w="25400" cap="rnd">
            <a:solidFill>
              <a:schemeClr val="accent2"/>
            </a:solidFill>
            <a:round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IN" sz="2000" err="1">
              <a:solidFill>
                <a:srgbClr val="FFFFFF"/>
              </a:solidFill>
              <a:latin typeface="Segoe UI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33821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767E9-DE24-BFC9-0344-C106894F0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585788"/>
            <a:ext cx="5862637" cy="426720"/>
          </a:xfrm>
        </p:spPr>
        <p:txBody>
          <a:bodyPr/>
          <a:lstStyle/>
          <a:p>
            <a:r>
              <a:rPr lang="es-ES" sz="28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Accede al material del curso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044A96B-6E8F-0626-1F15-2DB8E0B8E052}"/>
              </a:ext>
            </a:extLst>
          </p:cNvPr>
          <p:cNvSpPr txBox="1"/>
          <p:nvPr/>
        </p:nvSpPr>
        <p:spPr>
          <a:xfrm>
            <a:off x="582348" y="1239164"/>
            <a:ext cx="5185992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/>
            </a:pPr>
            <a:r>
              <a:rPr lang="es-ES" sz="18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Todo el contenido del curso está disponible en Microsoft Learn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27E476-C5F2-1EE3-D528-BABA8D3D8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866653"/>
            <a:ext cx="10391554" cy="559721"/>
          </a:xfrm>
          <a:custGeom>
            <a:avLst/>
            <a:gdLst>
              <a:gd name="connsiteX0" fmla="*/ 0 w 8437531"/>
              <a:gd name="connsiteY0" fmla="*/ 0 h 1223512"/>
              <a:gd name="connsiteX1" fmla="*/ 8299274 w 8437531"/>
              <a:gd name="connsiteY1" fmla="*/ 0 h 1223512"/>
              <a:gd name="connsiteX2" fmla="*/ 8437531 w 8437531"/>
              <a:gd name="connsiteY2" fmla="*/ 138257 h 1223512"/>
              <a:gd name="connsiteX3" fmla="*/ 8437531 w 8437531"/>
              <a:gd name="connsiteY3" fmla="*/ 1085255 h 1223512"/>
              <a:gd name="connsiteX4" fmla="*/ 8299274 w 8437531"/>
              <a:gd name="connsiteY4" fmla="*/ 1223512 h 1223512"/>
              <a:gd name="connsiteX5" fmla="*/ 0 w 8437531"/>
              <a:gd name="connsiteY5" fmla="*/ 1223512 h 1223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37531" h="1223512">
                <a:moveTo>
                  <a:pt x="0" y="0"/>
                </a:moveTo>
                <a:lnTo>
                  <a:pt x="8299274" y="0"/>
                </a:lnTo>
                <a:cubicBezTo>
                  <a:pt x="8375631" y="0"/>
                  <a:pt x="8437531" y="61900"/>
                  <a:pt x="8437531" y="138257"/>
                </a:cubicBezTo>
                <a:lnTo>
                  <a:pt x="8437531" y="1085255"/>
                </a:lnTo>
                <a:cubicBezTo>
                  <a:pt x="8437531" y="1161612"/>
                  <a:pt x="8375631" y="1223512"/>
                  <a:pt x="8299274" y="1223512"/>
                </a:cubicBezTo>
                <a:lnTo>
                  <a:pt x="0" y="1223512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2"/>
              </a:gs>
            </a:gsLst>
            <a:lin ang="3900000" scaled="0"/>
          </a:gradFill>
          <a:ln>
            <a:noFill/>
          </a:ln>
          <a:effectLst>
            <a:outerShdw blurRad="254000" dist="38100" dir="18900000" sx="102000" sy="102000" algn="bl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73E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E81F08F0-69C3-503F-98FA-49046BF52668}"/>
              </a:ext>
            </a:extLst>
          </p:cNvPr>
          <p:cNvSpPr txBox="1"/>
          <p:nvPr/>
        </p:nvSpPr>
        <p:spPr>
          <a:xfrm>
            <a:off x="579438" y="2019914"/>
            <a:ext cx="9796543" cy="276999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ES" sz="1600" b="0" i="0" strike="noStrike" cap="none" baseline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https://aka.ms/Course-AI-103</a:t>
            </a:r>
          </a:p>
        </p:txBody>
      </p:sp>
      <p:sp>
        <p:nvSpPr>
          <p:cNvPr id="11" name="Text Placeholder 61">
            <a:extLst>
              <a:ext uri="{FF2B5EF4-FFF2-40B4-BE49-F238E27FC236}">
                <a16:creationId xmlns:a16="http://schemas.microsoft.com/office/drawing/2014/main" id="{872DF97A-AE97-BEEE-3029-CB3AEFF7028B}"/>
              </a:ext>
            </a:extLst>
          </p:cNvPr>
          <p:cNvSpPr txBox="1"/>
          <p:nvPr/>
        </p:nvSpPr>
        <p:spPr>
          <a:xfrm>
            <a:off x="579439" y="2555318"/>
            <a:ext cx="3967162" cy="1034129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Veremos este contenido juntos</a:t>
            </a:r>
            <a:b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y a</a:t>
            </a:r>
            <a:r>
              <a:rPr lang="es-ES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medida que avanza el curso,</a:t>
            </a:r>
            <a:b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le aconsejaré qué módulos revisar.</a:t>
            </a:r>
          </a:p>
          <a:p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El contenido de Microsoft Learn</a:t>
            </a:r>
            <a:b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puede incluir detalles que no se </a:t>
            </a:r>
            <a:b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tratan en la clase debido a </a:t>
            </a:r>
            <a:b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restricciones</a:t>
            </a:r>
            <a:r>
              <a:rPr lang="es-ES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</a:t>
            </a:r>
            <a:r>
              <a:rPr lang="es-ES" dirty="0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tiempo.</a:t>
            </a:r>
          </a:p>
          <a:p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Puedes proporcionar comentarios</a:t>
            </a:r>
            <a:b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sobre los módulos en Microsoft Learn. Descubre cómo en la parte inferior</a:t>
            </a:r>
            <a:b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 cada página.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91BC0955-5F04-8692-97FB-179B5EDB16EB}"/>
              </a:ext>
            </a:extLst>
          </p:cNvPr>
          <p:cNvSpPr txBox="1"/>
          <p:nvPr/>
        </p:nvSpPr>
        <p:spPr>
          <a:xfrm>
            <a:off x="7785100" y="2759947"/>
            <a:ext cx="4406900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lang="en-US" sz="18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/>
            </a:pPr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Este curso incluye ejercicios de laboratorio:</a:t>
            </a:r>
          </a:p>
        </p:txBody>
      </p:sp>
      <p:sp>
        <p:nvSpPr>
          <p:cNvPr id="33" name="Text Placeholder 61">
            <a:extLst>
              <a:ext uri="{FF2B5EF4-FFF2-40B4-BE49-F238E27FC236}">
                <a16:creationId xmlns:a16="http://schemas.microsoft.com/office/drawing/2014/main" id="{6BA32D2F-A3BB-0F92-562E-47913E4D8086}"/>
              </a:ext>
            </a:extLst>
          </p:cNvPr>
          <p:cNvSpPr txBox="1"/>
          <p:nvPr/>
        </p:nvSpPr>
        <p:spPr>
          <a:xfrm>
            <a:off x="7785100" y="3193409"/>
            <a:ext cx="418212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28016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914400" marR="0" indent="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None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16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Las instrucciones detalladas del laboratorio se incluyen en el entorno de laboratorio.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0B8C1002-7AB4-728F-DFD1-D736F69B7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7764307" y="3903857"/>
            <a:ext cx="4427693" cy="564642"/>
          </a:xfrm>
          <a:custGeom>
            <a:avLst/>
            <a:gdLst>
              <a:gd name="connsiteX0" fmla="*/ 0 w 8437531"/>
              <a:gd name="connsiteY0" fmla="*/ 0 h 1223512"/>
              <a:gd name="connsiteX1" fmla="*/ 8299274 w 8437531"/>
              <a:gd name="connsiteY1" fmla="*/ 0 h 1223512"/>
              <a:gd name="connsiteX2" fmla="*/ 8437531 w 8437531"/>
              <a:gd name="connsiteY2" fmla="*/ 138257 h 1223512"/>
              <a:gd name="connsiteX3" fmla="*/ 8437531 w 8437531"/>
              <a:gd name="connsiteY3" fmla="*/ 1085255 h 1223512"/>
              <a:gd name="connsiteX4" fmla="*/ 8299274 w 8437531"/>
              <a:gd name="connsiteY4" fmla="*/ 1223512 h 1223512"/>
              <a:gd name="connsiteX5" fmla="*/ 0 w 8437531"/>
              <a:gd name="connsiteY5" fmla="*/ 1223512 h 1223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37531" h="1223512">
                <a:moveTo>
                  <a:pt x="0" y="0"/>
                </a:moveTo>
                <a:lnTo>
                  <a:pt x="8299274" y="0"/>
                </a:lnTo>
                <a:cubicBezTo>
                  <a:pt x="8375631" y="0"/>
                  <a:pt x="8437531" y="61900"/>
                  <a:pt x="8437531" y="138257"/>
                </a:cubicBezTo>
                <a:lnTo>
                  <a:pt x="8437531" y="1085255"/>
                </a:lnTo>
                <a:cubicBezTo>
                  <a:pt x="8437531" y="1161612"/>
                  <a:pt x="8375631" y="1223512"/>
                  <a:pt x="8299274" y="1223512"/>
                </a:cubicBezTo>
                <a:lnTo>
                  <a:pt x="0" y="122351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4000" dist="38100" dir="18900000" sx="102000" sy="102000" algn="bl" rotWithShape="0">
              <a:schemeClr val="bg1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C73ECC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9" name="Text Placeholder 13">
            <a:extLst>
              <a:ext uri="{FF2B5EF4-FFF2-40B4-BE49-F238E27FC236}">
                <a16:creationId xmlns:a16="http://schemas.microsoft.com/office/drawing/2014/main" id="{7FF546A5-9F65-C8AE-FEFD-9330CE945664}"/>
              </a:ext>
            </a:extLst>
          </p:cNvPr>
          <p:cNvSpPr txBox="1"/>
          <p:nvPr/>
        </p:nvSpPr>
        <p:spPr>
          <a:xfrm>
            <a:off x="8009877" y="4063068"/>
            <a:ext cx="4182124" cy="326052"/>
          </a:xfrm>
          <a:prstGeom prst="rect">
            <a:avLst/>
          </a:prstGeom>
        </p:spPr>
        <p:txBody>
          <a:bodyPr lIns="0" tIns="0" rIns="0" bIns="0"/>
          <a:lstStyle>
            <a:lvl1pPr marL="137160" marR="0" indent="-13716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Segoe UI" pitchFamily="34" charset="0"/>
              </a:defRPr>
            </a:lvl1pPr>
            <a:lvl2pPr marL="265176" marR="0" indent="-109728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84048" marR="0" indent="-118872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Arial" panose="020B0604020202020204" pitchFamily="34" charset="0"/>
              <a:buChar char="•"/>
              <a:defRPr sz="12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1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90000"/>
              <a:buFont typeface="Wingdings" panose="05000000000000000000" pitchFamily="2" charset="2"/>
              <a:buChar char=""/>
              <a:defRPr sz="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s-ES" sz="1400" b="0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https://go.microsoft.com/fwlink/?linkid=2310820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3E430-4D21-6070-565F-549992A363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</p:spPr>
        <p:txBody>
          <a:bodyPr/>
          <a:lstStyle/>
          <a:p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 Copyright Microsoft Corporation. Todos los derechos reservados.</a:t>
            </a:r>
          </a:p>
        </p:txBody>
      </p:sp>
      <p:sp>
        <p:nvSpPr>
          <p:cNvPr id="5" name="Flowchart: Off-page Connector 44">
            <a:extLst>
              <a:ext uri="{FF2B5EF4-FFF2-40B4-BE49-F238E27FC236}">
                <a16:creationId xmlns:a16="http://schemas.microsoft.com/office/drawing/2014/main" id="{6683EAD0-C52D-6D46-24CA-8B4E8882F62D}"/>
              </a:ext>
            </a:extLst>
          </p:cNvPr>
          <p:cNvSpPr/>
          <p:nvPr/>
        </p:nvSpPr>
        <p:spPr bwMode="auto">
          <a:xfrm rot="5400000">
            <a:off x="5112660" y="2344435"/>
            <a:ext cx="1865376" cy="3683487"/>
          </a:xfrm>
          <a:custGeom>
            <a:avLst/>
            <a:gdLst>
              <a:gd name="connsiteX0" fmla="*/ 0 w 10000"/>
              <a:gd name="connsiteY0" fmla="*/ 2329 h 10329"/>
              <a:gd name="connsiteX1" fmla="*/ 5123 w 10000"/>
              <a:gd name="connsiteY1" fmla="*/ 0 h 10329"/>
              <a:gd name="connsiteX2" fmla="*/ 10000 w 10000"/>
              <a:gd name="connsiteY2" fmla="*/ 2329 h 10329"/>
              <a:gd name="connsiteX3" fmla="*/ 10000 w 10000"/>
              <a:gd name="connsiteY3" fmla="*/ 10329 h 10329"/>
              <a:gd name="connsiteX4" fmla="*/ 0 w 10000"/>
              <a:gd name="connsiteY4" fmla="*/ 10329 h 10329"/>
              <a:gd name="connsiteX5" fmla="*/ 0 w 10000"/>
              <a:gd name="connsiteY5" fmla="*/ 2329 h 10329"/>
              <a:gd name="connsiteX6" fmla="*/ 0 w 10000"/>
              <a:gd name="connsiteY6" fmla="*/ 2329 h 12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329">
                <a:moveTo>
                  <a:pt x="0" y="2329"/>
                </a:moveTo>
                <a:lnTo>
                  <a:pt x="5123" y="0"/>
                </a:lnTo>
                <a:lnTo>
                  <a:pt x="10000" y="2329"/>
                </a:lnTo>
                <a:lnTo>
                  <a:pt x="10000" y="10329"/>
                </a:lnTo>
                <a:lnTo>
                  <a:pt x="0" y="10329"/>
                </a:lnTo>
                <a:lnTo>
                  <a:pt x="0" y="2329"/>
                </a:lnTo>
                <a:close/>
              </a:path>
            </a:pathLst>
          </a:custGeom>
          <a:solidFill>
            <a:schemeClr val="accent3"/>
          </a:solidFill>
          <a:ln>
            <a:noFill/>
            <a:headEnd type="none" w="med" len="med"/>
            <a:tailEnd type="none" w="med" len="med"/>
          </a:ln>
          <a:effectLst>
            <a:outerShdw blurRad="317500" algn="ctr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274320" tIns="585216" rIns="27432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ts val="600"/>
              </a:spcAft>
            </a:pPr>
            <a:r>
              <a:rPr lang="es-ES" sz="1500" b="1" i="0" strike="noStrike" cap="none" baseline="0" dirty="0">
                <a:solidFill>
                  <a:srgbClr val="FFFFFF"/>
                </a:solidFill>
                <a:effectLst/>
                <a:latin typeface="Segoe UI Semibold"/>
                <a:ea typeface="Segoe UI Semibold"/>
                <a:cs typeface="Segoe UI Semibold"/>
              </a:rPr>
              <a:t>Instructores: </a:t>
            </a:r>
            <a:endParaRPr lang="en-US" sz="1100" b="1" dirty="0">
              <a:solidFill>
                <a:schemeClr val="bg1"/>
              </a:solidFill>
              <a:latin typeface="+mj-lt"/>
              <a:ea typeface="Segoe UI" pitchFamily="34" charset="0"/>
              <a:cs typeface="Segoe UI" pitchFamily="34" charset="0"/>
            </a:endParaRP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10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Actualiza la dirección URL del laboratorio para el entorno de laboratorio hospedado cuando corresponda (si tienes un origen único).</a:t>
            </a:r>
            <a:br>
              <a:rPr lang="es-ES" sz="110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10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O elimina este cuadro.</a:t>
            </a:r>
          </a:p>
          <a:p>
            <a:pPr marL="0" marR="0" lvl="0" indent="0" defTabSz="932472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es-ES" sz="1100" b="0" i="0" strike="noStrike" cap="none" baseline="0" dirty="0">
                <a:solidFill>
                  <a:srgbClr val="FFFFFF"/>
                </a:solidFill>
                <a:effectLst/>
                <a:latin typeface="Segoe UI"/>
                <a:ea typeface="Segoe UI"/>
                <a:cs typeface="Segoe UI"/>
              </a:rPr>
              <a:t>Después, elimina esta nota.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09D168-3C0E-19FC-FBB8-84D7B512A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5539841"/>
            <a:ext cx="6764867" cy="38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58139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ACDD559A-25F8-918A-9C24-8A8DF8FB4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2" y="1224813"/>
            <a:ext cx="4402493" cy="1097280"/>
          </a:xfrm>
        </p:spPr>
        <p:txBody>
          <a:bodyPr/>
          <a:lstStyle/>
          <a:p>
            <a:r>
              <a:rPr lang="es-ES" sz="36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Convertirte en </a:t>
            </a:r>
            <a:br>
              <a:rPr sz="3600"/>
            </a:br>
            <a:r>
              <a:rPr lang="es-ES" sz="3600" b="0" i="0" strike="noStrike" cap="none" baseline="0">
                <a:solidFill>
                  <a:srgbClr val="000000"/>
                </a:solidFill>
                <a:effectLst/>
                <a:latin typeface="Segoe UI Semibold"/>
                <a:ea typeface="Segoe UI Semibold"/>
                <a:cs typeface="Segoe UI Semibold"/>
              </a:rPr>
              <a:t>Microsoft Certified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0FC82C5-B8CF-CE13-4A23-7C15F1CE30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40699" y="1200446"/>
            <a:ext cx="1110600" cy="1110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5DEF036-DB68-7837-5186-51A159AC8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667" y="1385414"/>
            <a:ext cx="740664" cy="7406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3322978-A730-EB17-5D62-A209F514E7E2}"/>
              </a:ext>
            </a:extLst>
          </p:cNvPr>
          <p:cNvSpPr txBox="1"/>
          <p:nvPr/>
        </p:nvSpPr>
        <p:spPr>
          <a:xfrm>
            <a:off x="6971476" y="1135039"/>
            <a:ext cx="2196634" cy="1554480"/>
          </a:xfrm>
          <a:prstGeom prst="rect">
            <a:avLst/>
          </a:prstGeom>
          <a:noFill/>
        </p:spPr>
        <p:txBody>
          <a:bodyPr wrap="square" lIns="0" tIns="45720" rIns="91440" bIns="45720" rtlCol="0" anchor="t">
            <a:spAutoFit/>
          </a:bodyPr>
          <a:lstStyle>
            <a:defPPr>
              <a:defRPr lang="en-US"/>
            </a:defPPr>
            <a:lvl1pPr>
              <a:defRPr sz="7330" b="1" spc="-50">
                <a:ln w="3175">
                  <a:noFill/>
                </a:ln>
                <a:gradFill>
                  <a:gsLst>
                    <a:gs pos="100000">
                      <a:schemeClr val="accent4"/>
                    </a:gs>
                    <a:gs pos="32000">
                      <a:srgbClr val="FF5C39"/>
                    </a:gs>
                  </a:gsLst>
                  <a:lin ang="3900000" scaled="0"/>
                </a:gradFill>
                <a:latin typeface="Segoe UI Variable Text" pitchFamily="2" charset="0"/>
                <a:cs typeface="Segoe UI Semibold" panose="020B0502040204020203" pitchFamily="34" charset="0"/>
              </a:defRPr>
            </a:lvl1pPr>
          </a:lstStyle>
          <a:p>
            <a:pPr>
              <a:defRPr/>
            </a:pPr>
            <a:r>
              <a:rPr lang="es-ES" sz="4800" b="1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El 92</a:t>
            </a:r>
            <a:r>
              <a:rPr lang="es-ES" sz="4400" b="1" i="0" strike="noStrike" cap="none" baseline="3000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 %</a:t>
            </a:r>
            <a:r>
              <a:rPr lang="es-ES" sz="4800" b="1" i="0" strike="noStrike" cap="none" baseline="0">
                <a:solidFill>
                  <a:srgbClr val="BF3AC4"/>
                </a:solidFill>
                <a:effectLst/>
                <a:latin typeface="Segoe UI Semibold"/>
                <a:ea typeface="Segoe UI Semibold"/>
                <a:cs typeface="Segoe UI Semibold"/>
              </a:rPr>
              <a:t> </a:t>
            </a:r>
            <a:endParaRPr kumimoji="0" lang="en-US" sz="4800" b="1" i="0" u="none" strike="noStrike" kern="1200" cap="none" spc="-50" normalizeH="0" baseline="0" noProof="0">
              <a:ln w="3175">
                <a:noFill/>
              </a:ln>
              <a:solidFill>
                <a:schemeClr val="accent2"/>
              </a:solidFill>
              <a:effectLst/>
              <a:uLnTx/>
              <a:uFillTx/>
              <a:latin typeface="+mj-lt"/>
              <a:ea typeface="+mn-ea"/>
              <a:cs typeface="Segoe UI Semibold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D7965D-FCAF-55DD-10B8-5DF1E54A3BC7}"/>
              </a:ext>
            </a:extLst>
          </p:cNvPr>
          <p:cNvSpPr txBox="1"/>
          <p:nvPr/>
        </p:nvSpPr>
        <p:spPr>
          <a:xfrm>
            <a:off x="6971477" y="1832668"/>
            <a:ext cx="3920788" cy="731520"/>
          </a:xfrm>
          <a:prstGeom prst="rect">
            <a:avLst/>
          </a:prstGeom>
          <a:noFill/>
        </p:spPr>
        <p:txBody>
          <a:bodyPr wrap="square" lIns="0" tIns="45720" rIns="91440" bIns="45720" anchor="t">
            <a:spAutoFit/>
          </a:bodyPr>
          <a:lstStyle/>
          <a:p>
            <a:pPr>
              <a:defRPr/>
            </a:pPr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 los profesionales de TI certificados se sienten más seguros con sus habilidades después</a:t>
            </a:r>
            <a:b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4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de obtener certificaciones¹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95DCB5-4258-68B1-1A56-68B7CC5D0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 flipV="1">
            <a:off x="-1" y="3117681"/>
            <a:ext cx="12192000" cy="3740319"/>
          </a:xfrm>
          <a:prstGeom prst="rect">
            <a:avLst/>
          </a:prstGeom>
          <a:solidFill>
            <a:srgbClr val="F4F3F5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Rounded Rectangle 3_1">
            <a:extLst>
              <a:ext uri="{FF2B5EF4-FFF2-40B4-BE49-F238E27FC236}">
                <a16:creationId xmlns:a16="http://schemas.microsoft.com/office/drawing/2014/main" id="{0CC3932D-AF62-994B-BAF6-36B38660AE6A}"/>
              </a:ext>
            </a:extLst>
          </p:cNvPr>
          <p:cNvSpPr/>
          <p:nvPr/>
        </p:nvSpPr>
        <p:spPr>
          <a:xfrm>
            <a:off x="580399" y="3575048"/>
            <a:ext cx="5367964" cy="1992314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 dirty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</a:rPr>
              <a:t>Recibe el reconocimiento obteniendo la validación</a:t>
            </a:r>
            <a:br>
              <a:rPr lang="es-ES" sz="1600" b="0" i="0" strike="noStrike" cap="none" baseline="0" dirty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600" b="0" i="0" strike="noStrike" cap="none" baseline="0" dirty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</a:rPr>
              <a:t>del sector por tu conocimiento técnico. Asegúrate</a:t>
            </a:r>
            <a:br>
              <a:rPr lang="es-ES" sz="1600" b="0" i="0" strike="noStrike" cap="none" baseline="0" dirty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600" b="0" i="0" strike="noStrike" cap="none" baseline="0" dirty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</a:rPr>
              <a:t>de estar al día con las habilidades y los conocimientos necesarios para disfrutar de éxito continuo.</a:t>
            </a:r>
            <a:br>
              <a:rPr sz="1600" dirty="0"/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 dirty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</a:rPr>
              <a:t>Comienza en </a:t>
            </a:r>
            <a:r>
              <a:rPr lang="es-ES" sz="1600" b="0" i="0" strike="noStrike" cap="none" baseline="0" dirty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  <a:hlinkClick r:id="rId4" history="0"/>
              </a:rPr>
              <a:t>learn.microsoft.com/</a:t>
            </a:r>
            <a:r>
              <a:rPr lang="es-ES" sz="1600" b="0" i="0" strike="noStrike" cap="none" baseline="0" dirty="0" err="1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  <a:hlinkClick r:id="rId4" history="0"/>
              </a:rPr>
              <a:t>certifications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ounded Rectangle 3_1">
            <a:extLst>
              <a:ext uri="{FF2B5EF4-FFF2-40B4-BE49-F238E27FC236}">
                <a16:creationId xmlns:a16="http://schemas.microsoft.com/office/drawing/2014/main" id="{43F14745-9308-59B5-B699-2477843145BF}"/>
              </a:ext>
            </a:extLst>
          </p:cNvPr>
          <p:cNvSpPr/>
          <p:nvPr/>
        </p:nvSpPr>
        <p:spPr>
          <a:xfrm>
            <a:off x="6252005" y="3575843"/>
            <a:ext cx="5367964" cy="1992314"/>
          </a:xfrm>
          <a:prstGeom prst="roundRect">
            <a:avLst>
              <a:gd name="adj" fmla="val 11300"/>
            </a:avLst>
          </a:prstGeom>
          <a:solidFill>
            <a:schemeClr val="bg1"/>
          </a:solidFill>
          <a:ln>
            <a:noFill/>
          </a:ln>
          <a:effectLst>
            <a:outerShdw blurRad="127000" dist="38100" dir="8100000" sx="101000" sy="101000" algn="tr" rotWithShape="0">
              <a:srgbClr val="CAC5B8">
                <a:alpha val="6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45720" rIns="18288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ES" sz="1600" b="0" i="0" strike="noStrike" cap="none" baseline="0" dirty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</a:rPr>
              <a:t>Las certificaciones basadas en roles y especializadas de Microsoft requieren renovación anual.</a:t>
            </a:r>
            <a:r>
              <a:rPr lang="es-ES" sz="1800" b="0" i="0" strike="noStrike" cap="none" baseline="30000" dirty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 sz="1800" baseline="30000" dirty="0">
              <a:solidFill>
                <a:srgbClr val="0D0D0D"/>
              </a:solidFill>
              <a:latin typeface="Segoe UI"/>
            </a:endParaRPr>
          </a:p>
          <a:p>
            <a:pPr defTabSz="914400">
              <a:defRPr/>
            </a:pPr>
            <a:r>
              <a:rPr lang="es-ES" sz="1600" b="0" i="0" strike="noStrike" cap="none" baseline="0" dirty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</a:rPr>
              <a:t>Más información sobre la renovación</a:t>
            </a:r>
            <a:br>
              <a:rPr lang="es-ES" sz="1600" b="0" i="0" strike="noStrike" cap="none" baseline="0" dirty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</a:rPr>
            </a:br>
            <a:r>
              <a:rPr lang="es-ES" sz="1600" b="0" i="0" strike="noStrike" cap="none" baseline="0" dirty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</a:rPr>
              <a:t>de certificaciones en </a:t>
            </a:r>
            <a:r>
              <a:rPr lang="es-ES" sz="1600" b="0" i="0" strike="noStrike" cap="none" baseline="0" dirty="0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  <a:hlinkClick r:id="rId5"/>
              </a:rPr>
              <a:t>aka.ms/</a:t>
            </a:r>
            <a:r>
              <a:rPr lang="es-ES" sz="1600" b="0" i="0" strike="noStrike" cap="none" baseline="0" dirty="0" err="1">
                <a:solidFill>
                  <a:srgbClr val="0D0D0D"/>
                </a:solidFill>
                <a:effectLst/>
                <a:latin typeface="Segoe UI"/>
                <a:ea typeface="Segoe UI"/>
                <a:cs typeface="Segoe UI"/>
                <a:hlinkClick r:id="rId5"/>
              </a:rPr>
              <a:t>RenewYourCert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D6AEFE-B61B-8AF6-CE8A-695BF709C726}"/>
              </a:ext>
            </a:extLst>
          </p:cNvPr>
          <p:cNvSpPr txBox="1"/>
          <p:nvPr/>
        </p:nvSpPr>
        <p:spPr>
          <a:xfrm>
            <a:off x="583095" y="6084834"/>
            <a:ext cx="11016238" cy="228600"/>
          </a:xfrm>
          <a:prstGeom prst="rect">
            <a:avLst/>
          </a:prstGeom>
          <a:noFill/>
        </p:spPr>
        <p:txBody>
          <a:bodyPr wrap="square" lIns="0" tIns="45720" rIns="91440" bIns="4572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s-ES" sz="9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¹ </a:t>
            </a:r>
            <a:r>
              <a:rPr lang="es-ES" sz="900" b="0" i="0" strike="noStrike" cap="none" baseline="0" dirty="0">
                <a:effectLst/>
                <a:latin typeface="Segoe UI"/>
                <a:ea typeface="Segoe UI"/>
                <a:cs typeface="Segoe UI"/>
                <a:hlinkClick r:id="rId6" history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”Valor de la certificación de IT 2023 | Informe del candidato”, Pearson VUE, 2023</a:t>
            </a:r>
            <a:r>
              <a:rPr lang="es-ES" sz="900" b="0" i="0" strike="noStrike" cap="none" baseline="0" dirty="0">
                <a:effectLst/>
                <a:latin typeface="Segoe UI"/>
                <a:ea typeface="Segoe UI"/>
                <a:cs typeface="Segoe UI"/>
              </a:rPr>
              <a:t>   </a:t>
            </a:r>
            <a:r>
              <a:rPr lang="es-ES" sz="900" b="0" i="0" strike="noStrike" cap="none" baseline="30000" dirty="0">
                <a:effectLst/>
                <a:latin typeface="Segoe UI"/>
                <a:ea typeface="Segoe UI"/>
                <a:cs typeface="Segoe UI"/>
              </a:rPr>
              <a:t>2 </a:t>
            </a:r>
            <a:r>
              <a:rPr lang="es-ES" sz="900" b="0" i="0" strike="noStrike" cap="none" baseline="0" dirty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Las certificaciones fundamentales de Microsoft no caducan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egoe UI"/>
              <a:ea typeface="+mn-ea"/>
              <a:cs typeface="Segoe UI" pitchFamily="34" charset="0"/>
              <a:sym typeface="Segoe UI Semibold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9E65EAD-DB53-8B16-745F-CE1B015932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914367">
              <a:defRPr/>
            </a:pPr>
            <a:r>
              <a:rPr lang="es-ES" sz="1000" b="0" i="0" strike="noStrike" cap="none" baseline="0">
                <a:solidFill>
                  <a:srgbClr val="000000"/>
                </a:solidFill>
                <a:effectLst/>
                <a:latin typeface="Segoe UI"/>
                <a:ea typeface="Segoe UI"/>
                <a:cs typeface="Segoe UI"/>
              </a:rPr>
              <a:t>© Copyright Microsoft Corporation. Todos los derechos reservados.</a:t>
            </a:r>
          </a:p>
        </p:txBody>
      </p:sp>
    </p:spTree>
    <p:extLst>
      <p:ext uri="{BB962C8B-B14F-4D97-AF65-F5344CB8AC3E}">
        <p14:creationId xmlns:p14="http://schemas.microsoft.com/office/powerpoint/2010/main" val="4260422342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3.10.0.1160"/>
  <p:tag name="AS_RELEASE_DATE" val="2023.06.30"/>
  <p:tag name="AS_TITLE" val="Aspose.Slides for Java"/>
  <p:tag name="AS_VERSION" val="23.6.1"/>
</p:tagLst>
</file>

<file path=ppt/theme/theme1.xml><?xml version="1.0" encoding="utf-8"?>
<a:theme xmlns:a="http://schemas.openxmlformats.org/drawingml/2006/main" name="LIGHT MODE">
  <a:themeElements>
    <a:clrScheme name="BAR Light">
      <a:dk1>
        <a:srgbClr val="000000"/>
      </a:dk1>
      <a:lt1>
        <a:srgbClr val="FFFFFF"/>
      </a:lt1>
      <a:dk2>
        <a:srgbClr val="091F2E"/>
      </a:dk2>
      <a:lt2>
        <a:srgbClr val="FFF8F3"/>
      </a:lt2>
      <a:accent1>
        <a:srgbClr val="702573"/>
      </a:accent1>
      <a:accent2>
        <a:srgbClr val="BF3AC4"/>
      </a:accent2>
      <a:accent3>
        <a:srgbClr val="FE5B38"/>
      </a:accent3>
      <a:accent4>
        <a:srgbClr val="D59DD7"/>
      </a:accent4>
      <a:accent5>
        <a:srgbClr val="FEE298"/>
      </a:accent5>
      <a:accent6>
        <a:srgbClr val="D7D2CA"/>
      </a:accent6>
      <a:hlink>
        <a:srgbClr val="0077D3"/>
      </a:hlink>
      <a:folHlink>
        <a:srgbClr val="0077D3"/>
      </a:folHlink>
    </a:clrScheme>
    <a:fontScheme name="Custom 3">
      <a:majorFont>
        <a:latin typeface="Segoe UI Semibold"/>
        <a:ea typeface="Segoe UI Semibold"/>
        <a:cs typeface="Arial"/>
      </a:majorFont>
      <a:minorFont>
        <a:latin typeface="Segoe UI"/>
        <a:ea typeface="Segoe UI"/>
        <a:cs typeface="Arial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ILT_Course_Trainer-Template_063023_Final" id="{53CE3B9D-47D1-490F-99CD-422B5AEB3016}" vid="{B2DBE1BE-CBAC-4342-9A93-0CBD83F7518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TagsTaxHTField xmlns="7e96d60b-db1d-44a2-8be4-a128982f8e65">
      <Terms xmlns="http://schemas.microsoft.com/office/infopath/2007/PartnerControls"/>
    </ImageTagsTaxHTField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58DD63460F6D46982CDFCFF3E015F7" ma:contentTypeVersion="22" ma:contentTypeDescription="Create a new document." ma:contentTypeScope="" ma:versionID="aefca38c49527ef64f3f2f50af708025">
  <xsd:schema xmlns:xsd="http://www.w3.org/2001/XMLSchema" xmlns:xs="http://www.w3.org/2001/XMLSchema" xmlns:p="http://schemas.microsoft.com/office/2006/metadata/properties" xmlns:ns1="http://schemas.microsoft.com/sharepoint/v3" xmlns:ns2="7e96d60b-db1d-44a2-8be4-a128982f8e65" xmlns:ns3="76e03480-8cba-4236-ba8e-c2eaec5d39d6" xmlns:ns4="230e9df3-be65-4c73-a93b-d1236ebd677e" targetNamespace="http://schemas.microsoft.com/office/2006/metadata/properties" ma:root="true" ma:fieldsID="997283cb93de478139b04474b2562cb7" ns1:_="" ns2:_="" ns3:_="" ns4:_="">
    <xsd:import namespace="http://schemas.microsoft.com/sharepoint/v3"/>
    <xsd:import namespace="7e96d60b-db1d-44a2-8be4-a128982f8e65"/>
    <xsd:import namespace="76e03480-8cba-4236-ba8e-c2eaec5d39d6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4:TaxCatchAll" minOccurs="0"/>
                <xsd:element ref="ns2:ImageTagsTaxHTField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96d60b-db1d-44a2-8be4-a128982f8e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ImageTagsTaxHTField" ma:index="18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ocTags" ma:index="26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e03480-8cba-4236-ba8e-c2eaec5d39d6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d3a55172-29fb-46cf-bf19-6b0aaa21b093}" ma:internalName="TaxCatchAll" ma:showField="CatchAllData" ma:web="76e03480-8cba-4236-ba8e-c2eaec5d39d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http://purl.org/dc/terms/"/>
    <ds:schemaRef ds:uri="7e96d60b-db1d-44a2-8be4-a128982f8e65"/>
    <ds:schemaRef ds:uri="http://schemas.microsoft.com/office/2006/documentManagement/types"/>
    <ds:schemaRef ds:uri="230e9df3-be65-4c73-a93b-d1236ebd677e"/>
    <ds:schemaRef ds:uri="http://schemas.microsoft.com/office/infopath/2007/PartnerControls"/>
    <ds:schemaRef ds:uri="http://schemas.openxmlformats.org/package/2006/metadata/core-properties"/>
    <ds:schemaRef ds:uri="76e03480-8cba-4236-ba8e-c2eaec5d39d6"/>
    <ds:schemaRef ds:uri="http://schemas.microsoft.com/sharepoint/v3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7EAA080C-72FB-4401-9754-A32DB38CAF57}">
  <ds:schemaRefs>
    <ds:schemaRef ds:uri="230e9df3-be65-4c73-a93b-d1236ebd677e"/>
    <ds:schemaRef ds:uri="76e03480-8cba-4236-ba8e-c2eaec5d39d6"/>
    <ds:schemaRef ds:uri="7e96d60b-db1d-44a2-8be4-a128982f8e6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1063</Words>
  <Application>Microsoft Office PowerPoint</Application>
  <PresentationFormat>Widescreen</PresentationFormat>
  <Paragraphs>86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Consolas</vt:lpstr>
      <vt:lpstr>Segoe UI</vt:lpstr>
      <vt:lpstr>Segoe UI Light</vt:lpstr>
      <vt:lpstr>Segoe UI Semibold</vt:lpstr>
      <vt:lpstr>Wingdings</vt:lpstr>
      <vt:lpstr>LIGHT MODE</vt:lpstr>
      <vt:lpstr>Diapositiva de introducción</vt:lpstr>
      <vt:lpstr>Desarrollo de aplicaciones y agentes de IA en Azure Introducción</vt:lpstr>
      <vt:lpstr>¡Hola!</vt:lpstr>
      <vt:lpstr>Acerca del curso</vt:lpstr>
      <vt:lpstr>Programación del curso</vt:lpstr>
      <vt:lpstr>Saque el máximo partido a su perfil de Microsoft Learn</vt:lpstr>
      <vt:lpstr>Accede al material del curso</vt:lpstr>
      <vt:lpstr>Convertirte en  Microsoft Certified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Learn ILT course  master template</dc:title>
  <dc:subject>&lt;Event name&gt;</dc:subject>
  <cp:revision>23</cp:revision>
  <dcterms:created xsi:type="dcterms:W3CDTF">2023-06-16T20:38:16Z</dcterms:created>
  <dcterms:modified xsi:type="dcterms:W3CDTF">2026-05-26T08:30:27Z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dience">
    <vt:lpwstr/>
  </property>
  <property fmtid="{D5CDD505-2E9C-101B-9397-08002B2CF9AE}" pid="3" name="Campaign">
    <vt:lpwstr/>
  </property>
  <property fmtid="{D5CDD505-2E9C-101B-9397-08002B2CF9AE}" pid="4" name="ContentTypeId">
    <vt:lpwstr>0x0101000358DD63460F6D46982CDFCFF3E015F7</vt:lpwstr>
  </property>
  <property fmtid="{D5CDD505-2E9C-101B-9397-08002B2CF9AE}" pid="5" name="Event Location">
    <vt:lpwstr/>
  </property>
  <property fmtid="{D5CDD505-2E9C-101B-9397-08002B2CF9AE}" pid="6" name="Event Venue">
    <vt:lpwstr/>
  </property>
  <property fmtid="{D5CDD505-2E9C-101B-9397-08002B2CF9AE}" pid="7" name="Event1">
    <vt:lpwstr>622;#Unassigned|2c8af875-f38a-40b8-a0a9-056aed3fc8c0</vt:lpwstr>
  </property>
  <property fmtid="{D5CDD505-2E9C-101B-9397-08002B2CF9AE}" pid="8" name="IsMyDocuments">
    <vt:bool>true</vt:bool>
  </property>
  <property fmtid="{D5CDD505-2E9C-101B-9397-08002B2CF9AE}" pid="9" name="MediaServiceImageTags">
    <vt:lpwstr/>
  </property>
  <property fmtid="{D5CDD505-2E9C-101B-9397-08002B2CF9AE}" pid="10" name="MSIP_Label_f42aa342-8706-4288-bd11-ebb85995028c_Application">
    <vt:lpwstr>Microsoft Azure Information Protection</vt:lpwstr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Extended_MSFT_Method">
    <vt:lpwstr>Automatic</vt:lpwstr>
  </property>
  <property fmtid="{D5CDD505-2E9C-101B-9397-08002B2CF9AE}" pid="13" name="MSIP_Label_f42aa342-8706-4288-bd11-ebb85995028c_Name">
    <vt:lpwstr>General</vt:lpwstr>
  </property>
  <property fmtid="{D5CDD505-2E9C-101B-9397-08002B2CF9AE}" pid="14" name="MSIP_Label_f42aa342-8706-4288-bd11-ebb85995028c_Owner">
    <vt:lpwstr>maryfj@microsoft.com</vt:lpwstr>
  </property>
  <property fmtid="{D5CDD505-2E9C-101B-9397-08002B2CF9AE}" pid="15" name="MSIP_Label_f42aa342-8706-4288-bd11-ebb85995028c_Ref">
    <vt:lpwstr>https://api.informationprotection.azure.com/api/72f988bf-86f1-41af-91ab-2d7cd011db47</vt:lpwstr>
  </property>
  <property fmtid="{D5CDD505-2E9C-101B-9397-08002B2CF9AE}" pid="16" name="MSIP_Label_f42aa342-8706-4288-bd11-ebb85995028c_SetDate">
    <vt:lpwstr>2017-08-29T14:27:20.8568347-07:00</vt:lpwstr>
  </property>
  <property fmtid="{D5CDD505-2E9C-101B-9397-08002B2CF9AE}" pid="17" name="MSIP_Label_f42aa342-8706-4288-bd11-ebb85995028c_SiteId">
    <vt:lpwstr>72f988bf-86f1-41af-91ab-2d7cd011db47</vt:lpwstr>
  </property>
  <property fmtid="{D5CDD505-2E9C-101B-9397-08002B2CF9AE}" pid="18" name="Product">
    <vt:lpwstr/>
  </property>
  <property fmtid="{D5CDD505-2E9C-101B-9397-08002B2CF9AE}" pid="19" name="Sensitivity">
    <vt:lpwstr>General</vt:lpwstr>
  </property>
  <property fmtid="{D5CDD505-2E9C-101B-9397-08002B2CF9AE}" pid="20" name="Track">
    <vt:lpwstr/>
  </property>
</Properties>
</file>