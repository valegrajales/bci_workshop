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29" r:id="rId4"/>
  </p:sldMasterIdLst>
  <p:notesMasterIdLst>
    <p:notesMasterId r:id="rId13"/>
  </p:notesMasterIdLst>
  <p:handoutMasterIdLst>
    <p:handoutMasterId r:id="rId14"/>
  </p:handoutMasterIdLst>
  <p:sldIdLst>
    <p:sldId id="2147479558" r:id="rId5"/>
    <p:sldId id="2147479656" r:id="rId6"/>
    <p:sldId id="2147479657" r:id="rId7"/>
    <p:sldId id="2147479651" r:id="rId8"/>
    <p:sldId id="2147479658" r:id="rId9"/>
    <p:sldId id="2147479659" r:id="rId10"/>
    <p:sldId id="2147479660" r:id="rId11"/>
    <p:sldId id="2147479594" r:id="rId12"/>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FD0D05-1B6C-B9DD-05F5-5BAF8705D900}" name="Ron Sasaki" initials="RS" userId="S::rsasaki@microsoft.com::d50e61ca-c12c-4489-bcc9-f00936fa5f6e" providerId="AD"/>
  <p188:author id="{999BBDA0-6DD0-1FC2-4156-10230AF06B33}" name="heidi@mindseyepdx.com" initials="h" userId="S::heidi@mindseyepdx.com::a1bc4856-633f-4b84-8338-4fab10310c7a" providerId="AD"/>
  <p188:author id="{2D7C0DE9-CAB2-3D67-0CB7-665236291F0D}" name="Heidi Laverty" initials="HL" userId="7f49b1eb0f3d108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cmAuthor id="3" name="Mary Feil-Jacobs" initials="MF" lastIdx="27"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EEEE"/>
    <a:srgbClr val="E8E8E8"/>
    <a:srgbClr val="D4D4D4"/>
    <a:srgbClr val="E8E6DF"/>
    <a:srgbClr val="FB5A65"/>
    <a:srgbClr val="CD9BCF"/>
    <a:srgbClr val="FFA38B"/>
    <a:srgbClr val="D59ED7"/>
    <a:srgbClr val="8DC8E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79" autoAdjust="0"/>
    <p:restoredTop sz="85785" autoAdjust="0"/>
  </p:normalViewPr>
  <p:slideViewPr>
    <p:cSldViewPr snapToGrid="0">
      <p:cViewPr varScale="1">
        <p:scale>
          <a:sx n="99" d="100"/>
          <a:sy n="99" d="100"/>
        </p:scale>
        <p:origin x="292" y="68"/>
      </p:cViewPr>
      <p:guideLst>
        <p:guide pos="4200"/>
        <p:guide orient="horz" pos="2160"/>
        <p:guide pos="584"/>
        <p:guide pos="384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or Berry" userId="96544f6f-8d1b-4abf-b41a-4612af170be1" providerId="ADAL" clId="{43568C9D-6154-4236-B1D2-8E951E6C1BD9}"/>
    <pc:docChg chg="undo custSel modSld">
      <pc:chgData name="Ivor Berry" userId="96544f6f-8d1b-4abf-b41a-4612af170be1" providerId="ADAL" clId="{43568C9D-6154-4236-B1D2-8E951E6C1BD9}" dt="2023-12-07T06:11:12.868" v="121" actId="962"/>
      <pc:docMkLst>
        <pc:docMk/>
      </pc:docMkLst>
      <pc:sldChg chg="modSp mod">
        <pc:chgData name="Ivor Berry" userId="96544f6f-8d1b-4abf-b41a-4612af170be1" providerId="ADAL" clId="{43568C9D-6154-4236-B1D2-8E951E6C1BD9}" dt="2023-12-07T06:09:17.327" v="105" actId="962"/>
        <pc:sldMkLst>
          <pc:docMk/>
          <pc:sldMk cId="833209215" sldId="2147479607"/>
        </pc:sldMkLst>
        <pc:grpChg chg="mod">
          <ac:chgData name="Ivor Berry" userId="96544f6f-8d1b-4abf-b41a-4612af170be1" providerId="ADAL" clId="{43568C9D-6154-4236-B1D2-8E951E6C1BD9}" dt="2023-12-07T06:09:17.327" v="105" actId="962"/>
          <ac:grpSpMkLst>
            <pc:docMk/>
            <pc:sldMk cId="833209215" sldId="2147479607"/>
            <ac:grpSpMk id="19" creationId="{58E532ED-A6EA-9B86-5DB0-AE5BB46F141E}"/>
          </ac:grpSpMkLst>
        </pc:grpChg>
      </pc:sldChg>
      <pc:sldChg chg="modSp mod">
        <pc:chgData name="Ivor Berry" userId="96544f6f-8d1b-4abf-b41a-4612af170be1" providerId="ADAL" clId="{43568C9D-6154-4236-B1D2-8E951E6C1BD9}" dt="2023-12-07T06:08:45.535" v="1" actId="962"/>
        <pc:sldMkLst>
          <pc:docMk/>
          <pc:sldMk cId="1736455465" sldId="2147479651"/>
        </pc:sldMkLst>
        <pc:spChg chg="mod">
          <ac:chgData name="Ivor Berry" userId="96544f6f-8d1b-4abf-b41a-4612af170be1" providerId="ADAL" clId="{43568C9D-6154-4236-B1D2-8E951E6C1BD9}" dt="2023-12-07T06:08:43.242" v="0" actId="962"/>
          <ac:spMkLst>
            <pc:docMk/>
            <pc:sldMk cId="1736455465" sldId="2147479651"/>
            <ac:spMk id="15" creationId="{C30E3F23-57C3-CEE2-DD2F-E66B72B8F428}"/>
          </ac:spMkLst>
        </pc:spChg>
        <pc:spChg chg="mod">
          <ac:chgData name="Ivor Berry" userId="96544f6f-8d1b-4abf-b41a-4612af170be1" providerId="ADAL" clId="{43568C9D-6154-4236-B1D2-8E951E6C1BD9}" dt="2023-12-07T06:08:45.535" v="1" actId="962"/>
          <ac:spMkLst>
            <pc:docMk/>
            <pc:sldMk cId="1736455465" sldId="2147479651"/>
            <ac:spMk id="20" creationId="{1D06749D-C277-67CB-CDE9-258A140C78C0}"/>
          </ac:spMkLst>
        </pc:spChg>
      </pc:sldChg>
      <pc:sldChg chg="modSp mod">
        <pc:chgData name="Ivor Berry" userId="96544f6f-8d1b-4abf-b41a-4612af170be1" providerId="ADAL" clId="{43568C9D-6154-4236-B1D2-8E951E6C1BD9}" dt="2023-12-07T06:11:12.868" v="121" actId="962"/>
        <pc:sldMkLst>
          <pc:docMk/>
          <pc:sldMk cId="1649699699" sldId="2147479653"/>
        </pc:sldMkLst>
        <pc:spChg chg="ord">
          <ac:chgData name="Ivor Berry" userId="96544f6f-8d1b-4abf-b41a-4612af170be1" providerId="ADAL" clId="{43568C9D-6154-4236-B1D2-8E951E6C1BD9}" dt="2023-12-07T06:09:30.092" v="107" actId="13244"/>
          <ac:spMkLst>
            <pc:docMk/>
            <pc:sldMk cId="1649699699" sldId="2147479653"/>
            <ac:spMk id="2" creationId="{887758F5-C35D-A291-068D-13C0D6581723}"/>
          </ac:spMkLst>
        </pc:spChg>
        <pc:spChg chg="ord">
          <ac:chgData name="Ivor Berry" userId="96544f6f-8d1b-4abf-b41a-4612af170be1" providerId="ADAL" clId="{43568C9D-6154-4236-B1D2-8E951E6C1BD9}" dt="2023-12-07T06:11:02.665" v="118" actId="13244"/>
          <ac:spMkLst>
            <pc:docMk/>
            <pc:sldMk cId="1649699699" sldId="2147479653"/>
            <ac:spMk id="4" creationId="{B57C90FC-C3E7-0F4C-A80F-A3776B9374E2}"/>
          </ac:spMkLst>
        </pc:spChg>
        <pc:spChg chg="ord">
          <ac:chgData name="Ivor Berry" userId="96544f6f-8d1b-4abf-b41a-4612af170be1" providerId="ADAL" clId="{43568C9D-6154-4236-B1D2-8E951E6C1BD9}" dt="2023-12-07T06:10:05.011" v="109" actId="13244"/>
          <ac:spMkLst>
            <pc:docMk/>
            <pc:sldMk cId="1649699699" sldId="2147479653"/>
            <ac:spMk id="5" creationId="{C6774742-B51A-7AB0-5C2C-8C2CFAC7FA4A}"/>
          </ac:spMkLst>
        </pc:spChg>
        <pc:spChg chg="mod ord">
          <ac:chgData name="Ivor Berry" userId="96544f6f-8d1b-4abf-b41a-4612af170be1" providerId="ADAL" clId="{43568C9D-6154-4236-B1D2-8E951E6C1BD9}" dt="2023-12-07T06:11:12.868" v="121" actId="962"/>
          <ac:spMkLst>
            <pc:docMk/>
            <pc:sldMk cId="1649699699" sldId="2147479653"/>
            <ac:spMk id="7" creationId="{D84B1C3C-263F-04A9-DF9B-1C9B8DA93F52}"/>
          </ac:spMkLst>
        </pc:spChg>
        <pc:spChg chg="mod">
          <ac:chgData name="Ivor Berry" userId="96544f6f-8d1b-4abf-b41a-4612af170be1" providerId="ADAL" clId="{43568C9D-6154-4236-B1D2-8E951E6C1BD9}" dt="2023-12-07T06:09:21.950" v="106" actId="962"/>
          <ac:spMkLst>
            <pc:docMk/>
            <pc:sldMk cId="1649699699" sldId="2147479653"/>
            <ac:spMk id="9" creationId="{D4BA0CA9-7D1C-CAD8-B69B-7DC32EE7B121}"/>
          </ac:spMkLst>
        </pc:spChg>
        <pc:spChg chg="ord">
          <ac:chgData name="Ivor Berry" userId="96544f6f-8d1b-4abf-b41a-4612af170be1" providerId="ADAL" clId="{43568C9D-6154-4236-B1D2-8E951E6C1BD9}" dt="2023-12-07T06:10:52.729" v="117" actId="13244"/>
          <ac:spMkLst>
            <pc:docMk/>
            <pc:sldMk cId="1649699699" sldId="2147479653"/>
            <ac:spMk id="10" creationId="{E6ED93DF-B06D-56D2-2BAC-AC6AABBC7E78}"/>
          </ac:spMkLst>
        </pc:spChg>
        <pc:spChg chg="ord">
          <ac:chgData name="Ivor Berry" userId="96544f6f-8d1b-4abf-b41a-4612af170be1" providerId="ADAL" clId="{43568C9D-6154-4236-B1D2-8E951E6C1BD9}" dt="2023-12-07T06:10:10.482" v="110" actId="13244"/>
          <ac:spMkLst>
            <pc:docMk/>
            <pc:sldMk cId="1649699699" sldId="2147479653"/>
            <ac:spMk id="11" creationId="{FF061EA4-8988-693D-F87C-7BF5591F84CD}"/>
          </ac:spMkLst>
        </pc:spChg>
        <pc:graphicFrameChg chg="ord">
          <ac:chgData name="Ivor Berry" userId="96544f6f-8d1b-4abf-b41a-4612af170be1" providerId="ADAL" clId="{43568C9D-6154-4236-B1D2-8E951E6C1BD9}" dt="2023-12-07T06:10:45.430" v="116" actId="13244"/>
          <ac:graphicFrameMkLst>
            <pc:docMk/>
            <pc:sldMk cId="1649699699" sldId="2147479653"/>
            <ac:graphicFrameMk id="3" creationId="{A464DE02-903A-6800-6755-54FB85E0D2B7}"/>
          </ac:graphicFrameMkLst>
        </pc:graphicFrameChg>
      </pc:sldChg>
      <pc:sldChg chg="modSp mod">
        <pc:chgData name="Ivor Berry" userId="96544f6f-8d1b-4abf-b41a-4612af170be1" providerId="ADAL" clId="{43568C9D-6154-4236-B1D2-8E951E6C1BD9}" dt="2023-12-07T06:08:53.336" v="3" actId="962"/>
        <pc:sldMkLst>
          <pc:docMk/>
          <pc:sldMk cId="1958439968" sldId="2147479655"/>
        </pc:sldMkLst>
        <pc:spChg chg="mod">
          <ac:chgData name="Ivor Berry" userId="96544f6f-8d1b-4abf-b41a-4612af170be1" providerId="ADAL" clId="{43568C9D-6154-4236-B1D2-8E951E6C1BD9}" dt="2023-12-07T06:08:50.520" v="2" actId="962"/>
          <ac:spMkLst>
            <pc:docMk/>
            <pc:sldMk cId="1958439968" sldId="2147479655"/>
            <ac:spMk id="4" creationId="{F9F46C76-F9B5-765C-6D1B-DC84C38C8AEC}"/>
          </ac:spMkLst>
        </pc:spChg>
        <pc:spChg chg="mod">
          <ac:chgData name="Ivor Berry" userId="96544f6f-8d1b-4abf-b41a-4612af170be1" providerId="ADAL" clId="{43568C9D-6154-4236-B1D2-8E951E6C1BD9}" dt="2023-12-07T06:08:53.336" v="3" actId="962"/>
          <ac:spMkLst>
            <pc:docMk/>
            <pc:sldMk cId="1958439968" sldId="2147479655"/>
            <ac:spMk id="8" creationId="{E607AD97-0229-E16C-8A52-E00FE0922AD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6F66B00-6144-45ED-BFDB-3936850BDA03}" type="datetime8">
              <a:rPr lang="en-US" smtClean="0">
                <a:latin typeface="Segoe UI" pitchFamily="34" charset="0"/>
              </a:rPr>
              <a:t>5/12/2026 8:11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61486BA7-839C-4D2B-BD52-EF0BBA8433FD}" type="datetime8">
              <a:rPr lang="en-US" smtClean="0"/>
              <a:t>5/12/2026 8:11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expected that at least 50% of the course is interactive labs, and up to 50% is presentation. Be clear this is a collection of 4 1-day courses, so if they are to take one of those 1-day options after this, it will be the same content. (AI 3016/3026/3003/3008)</a:t>
            </a:r>
          </a:p>
          <a:p>
            <a:r>
              <a:rPr lang="en-US" dirty="0"/>
              <a:t>The schedule on this slide is a guide to help you understand the topic of the day, and assumes a start time of 9am, and end time of 5pm, two 15-minute breaks and a 1-hour lunch.</a:t>
            </a:r>
          </a:p>
          <a:p>
            <a:r>
              <a:rPr lang="en-US" dirty="0"/>
              <a:t>(If you are delivering a custom subset of the content in this course, edit the table as appropriate)</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5/12/2026 8:11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3136910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8AFE116-C913-47B9-A2FE-E7F4B9E58C38}" type="datetime8">
              <a:rPr lang="en-US" smtClean="0"/>
              <a:t>5/12/2026 8:11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1754741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5/12/2026 8:11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3984288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61486BA7-839C-4D2B-BD52-EF0BBA8433FD}" type="datetime8">
              <a:rPr lang="en-US" smtClean="0"/>
              <a:t>5/12/2026 8:11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21874212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134741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883381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619028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userDrawn="1">
          <p15:clr>
            <a:srgbClr val="FBAE40"/>
          </p15:clr>
        </p15:guide>
        <p15:guide id="2" orient="horz" pos="264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841306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guide id="40"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697126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19696606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ttendee-Intro">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Picture Placeholder 8" descr="Remote attendees participating in a Microsoft Teams Room (MTR) meeting while people in the conference room are viewing attendees in Gallery View on the front of room monitors​. ">
            <a:extLst>
              <a:ext uri="{FF2B5EF4-FFF2-40B4-BE49-F238E27FC236}">
                <a16:creationId xmlns:a16="http://schemas.microsoft.com/office/drawing/2014/main" id="{52246ABC-CD2B-AD84-9C67-DFE64BEAE93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096000" y="0"/>
            <a:ext cx="6096000" cy="6858000"/>
          </a:xfrm>
          <a:prstGeom prst="rect">
            <a:avLst/>
          </a:prstGeom>
        </p:spPr>
      </p:pic>
    </p:spTree>
    <p:extLst>
      <p:ext uri="{BB962C8B-B14F-4D97-AF65-F5344CB8AC3E}">
        <p14:creationId xmlns:p14="http://schemas.microsoft.com/office/powerpoint/2010/main" val="3366801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940567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userDrawn="1">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userDrawn="1">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735694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2647809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18332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6273439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userDrawn="1">
          <p15:clr>
            <a:srgbClr val="954F72"/>
          </p15:clr>
        </p15:guide>
        <p15:guide id="9" pos="2150">
          <p15:clr>
            <a:srgbClr val="954F72"/>
          </p15:clr>
        </p15:guide>
        <p15:guide id="10" pos="2544"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userDrawn="1">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16039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35124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234811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444439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2988" userDrawn="1">
          <p15:clr>
            <a:srgbClr val="FBAE40"/>
          </p15:clr>
        </p15:guide>
        <p15:guide id="42" pos="5352" userDrawn="1">
          <p15:clr>
            <a:srgbClr val="FBAE40"/>
          </p15:clr>
        </p15:guide>
        <p15:guide id="43" orient="horz" pos="1085"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539241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7503279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8085712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35868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4442374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9798160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3261136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939882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userDrawn="1">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userDrawn="1">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439070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76425179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6401984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 r="15210"/>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8424348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9935578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689885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2220598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3589038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208408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userDrawn="1">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26551399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185120091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678480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6905234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77414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6912588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359519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Learn Clickdown">
    <p:bg>
      <p:bgPr>
        <a:solidFill>
          <a:srgbClr val="E8E6D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B5AC9CC-CBA7-2165-37C5-00D2CAABAC31}"/>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863338" cy="37151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Footer Placeholder 10">
            <a:extLst>
              <a:ext uri="{FF2B5EF4-FFF2-40B4-BE49-F238E27FC236}">
                <a16:creationId xmlns:a16="http://schemas.microsoft.com/office/drawing/2014/main" id="{A94A1388-BD3C-450C-8D99-7C21AEFDA7C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472665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Blank_Learn-with Head">
    <p:bg>
      <p:bgPr>
        <a:solidFill>
          <a:srgbClr val="E8E6DF"/>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294CE2C-953A-10B8-F580-7F93E4F1234F}"/>
              </a:ext>
            </a:extLst>
          </p:cNvPr>
          <p:cNvGrpSpPr/>
          <p:nvPr userDrawn="1"/>
        </p:nvGrpSpPr>
        <p:grpSpPr>
          <a:xfrm>
            <a:off x="0" y="0"/>
            <a:ext cx="12192001" cy="1289051"/>
            <a:chOff x="0" y="0"/>
            <a:chExt cx="12192001" cy="1289051"/>
          </a:xfrm>
        </p:grpSpPr>
        <p:pic>
          <p:nvPicPr>
            <p:cNvPr id="7" name="Picture 6">
              <a:extLst>
                <a:ext uri="{FF2B5EF4-FFF2-40B4-BE49-F238E27FC236}">
                  <a16:creationId xmlns:a16="http://schemas.microsoft.com/office/drawing/2014/main" id="{77080A99-448F-6067-0FC9-8A3F1093BB0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3125" b="79253"/>
            <a:stretch/>
          </p:blipFill>
          <p:spPr>
            <a:xfrm>
              <a:off x="0" y="1"/>
              <a:ext cx="12192001" cy="1289050"/>
            </a:xfrm>
            <a:prstGeom prst="rect">
              <a:avLst/>
            </a:prstGeom>
          </p:spPr>
        </p:pic>
        <p:sp>
          <p:nvSpPr>
            <p:cNvPr id="8" name="Rectangle 7">
              <a:extLst>
                <a:ext uri="{FF2B5EF4-FFF2-40B4-BE49-F238E27FC236}">
                  <a16:creationId xmlns:a16="http://schemas.microsoft.com/office/drawing/2014/main" id="{52129612-B6F9-E264-C307-D22FBB0EACA2}"/>
                </a:ext>
              </a:extLst>
            </p:cNvPr>
            <p:cNvSpPr/>
            <p:nvPr userDrawn="1"/>
          </p:nvSpPr>
          <p:spPr bwMode="auto">
            <a:xfrm>
              <a:off x="7315200" y="0"/>
              <a:ext cx="1454150" cy="82550"/>
            </a:xfrm>
            <a:prstGeom prst="rect">
              <a:avLst/>
            </a:prstGeom>
            <a:solidFill>
              <a:srgbClr val="E8E6D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605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B6A3D4E9-A69B-36D6-0102-4B231B87583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59231694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36">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830" r:id="rId1"/>
    <p:sldLayoutId id="2147484884" r:id="rId2"/>
    <p:sldLayoutId id="2147484845" r:id="rId3"/>
    <p:sldLayoutId id="2147484870" r:id="rId4"/>
    <p:sldLayoutId id="2147484872" r:id="rId5"/>
    <p:sldLayoutId id="2147484867" r:id="rId6"/>
    <p:sldLayoutId id="2147484908" r:id="rId7"/>
    <p:sldLayoutId id="2147484839" r:id="rId8"/>
    <p:sldLayoutId id="2147484742" r:id="rId9"/>
    <p:sldLayoutId id="2147484910" r:id="rId10"/>
    <p:sldLayoutId id="2147484817" r:id="rId11"/>
    <p:sldLayoutId id="2147484741" r:id="rId12"/>
    <p:sldLayoutId id="2147484807" r:id="rId13"/>
    <p:sldLayoutId id="2147484753" r:id="rId14"/>
    <p:sldLayoutId id="2147484808" r:id="rId15"/>
    <p:sldLayoutId id="2147484912" r:id="rId16"/>
    <p:sldLayoutId id="2147484914" r:id="rId17"/>
    <p:sldLayoutId id="2147484917" r:id="rId18"/>
    <p:sldLayoutId id="2147484915" r:id="rId19"/>
    <p:sldLayoutId id="2147484873" r:id="rId20"/>
    <p:sldLayoutId id="2147484886" r:id="rId21"/>
    <p:sldLayoutId id="2147484885" r:id="rId22"/>
    <p:sldLayoutId id="2147484874" r:id="rId23"/>
    <p:sldLayoutId id="2147484745" r:id="rId24"/>
    <p:sldLayoutId id="2147484743" r:id="rId25"/>
    <p:sldLayoutId id="2147484749" r:id="rId26"/>
    <p:sldLayoutId id="2147484875" r:id="rId27"/>
    <p:sldLayoutId id="2147484840" r:id="rId28"/>
    <p:sldLayoutId id="2147484887" r:id="rId29"/>
    <p:sldLayoutId id="2147484909" r:id="rId30"/>
    <p:sldLayoutId id="2147484907" r:id="rId31"/>
    <p:sldLayoutId id="2147484911" r:id="rId32"/>
    <p:sldLayoutId id="2147484899" r:id="rId33"/>
    <p:sldLayoutId id="2147484903" r:id="rId34"/>
    <p:sldLayoutId id="2147484905" r:id="rId35"/>
    <p:sldLayoutId id="2147484900" r:id="rId36"/>
    <p:sldLayoutId id="2147484906" r:id="rId37"/>
    <p:sldLayoutId id="2147484821" r:id="rId38"/>
    <p:sldLayoutId id="2147484728" r:id="rId39"/>
    <p:sldLayoutId id="2147484859" r:id="rId40"/>
    <p:sldLayoutId id="2147484918" r:id="rId41"/>
    <p:sldLayoutId id="2147484919" r:id="rId42"/>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5A5A5"/>
          </p15:clr>
        </p15:guide>
        <p15:guide id="2" pos="7680" userDrawn="1">
          <p15:clr>
            <a:srgbClr val="A5A5A5"/>
          </p15:clr>
        </p15:guide>
        <p15:guide id="3" pos="186" userDrawn="1">
          <p15:clr>
            <a:srgbClr val="A5A5A5"/>
          </p15:clr>
        </p15:guide>
        <p15:guide id="26" pos="7496" userDrawn="1">
          <p15:clr>
            <a:srgbClr val="A5A5A5"/>
          </p15:clr>
        </p15:guide>
        <p15:guide id="27" orient="horz" userDrawn="1">
          <p15:clr>
            <a:srgbClr val="A5A5A5"/>
          </p15:clr>
        </p15:guide>
        <p15:guide id="28" orient="horz" pos="4320" userDrawn="1">
          <p15:clr>
            <a:srgbClr val="A5A5A5"/>
          </p15:clr>
        </p15:guide>
        <p15:guide id="29" orient="horz" pos="184" userDrawn="1">
          <p15:clr>
            <a:srgbClr val="A5A5A5"/>
          </p15:clr>
        </p15:guide>
        <p15:guide id="40" orient="horz" pos="4134" userDrawn="1">
          <p15:clr>
            <a:srgbClr val="A5A5A5"/>
          </p15:clr>
        </p15:guide>
        <p15:guide id="42" pos="365" userDrawn="1">
          <p15:clr>
            <a:srgbClr val="C35EA4"/>
          </p15:clr>
        </p15:guide>
        <p15:guide id="43" orient="horz" pos="367" userDrawn="1">
          <p15:clr>
            <a:srgbClr val="C35EA4"/>
          </p15:clr>
        </p15:guide>
        <p15:guide id="44" orient="horz" pos="3953" userDrawn="1">
          <p15:clr>
            <a:srgbClr val="C35EA4"/>
          </p15:clr>
        </p15:guide>
        <p15:guide id="45" pos="7307"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www.aka.ms/MyMicrosoftLearnProfile" TargetMode="External"/><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41.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hyperlink" Target="https://learn.microsoft.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42.xml"/><Relationship Id="rId6" Type="http://schemas.openxmlformats.org/officeDocument/2006/relationships/hyperlink" Target="https://home.pearsonvue.com/voc/2023-report" TargetMode="External"/><Relationship Id="rId5" Type="http://schemas.openxmlformats.org/officeDocument/2006/relationships/hyperlink" Target="https://aka.ms/RenewYourCert" TargetMode="External"/><Relationship Id="rId4" Type="http://schemas.openxmlformats.org/officeDocument/2006/relationships/hyperlink" Target="http://www.learn.microsoft.com/certificatio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144E6-CCD1-1211-F0F8-955B753B6CB6}"/>
              </a:ext>
            </a:extLst>
          </p:cNvPr>
          <p:cNvSpPr>
            <a:spLocks noGrp="1"/>
          </p:cNvSpPr>
          <p:nvPr>
            <p:ph type="title" idx="4294967295"/>
          </p:nvPr>
        </p:nvSpPr>
        <p:spPr>
          <a:xfrm>
            <a:off x="0" y="-550863"/>
            <a:ext cx="10429875" cy="307975"/>
          </a:xfrm>
        </p:spPr>
        <p:txBody>
          <a:bodyPr/>
          <a:lstStyle/>
          <a:p>
            <a:r>
              <a:rPr lang="en-US" dirty="0"/>
              <a:t>Walk-in slide</a:t>
            </a:r>
          </a:p>
        </p:txBody>
      </p:sp>
    </p:spTree>
    <p:extLst>
      <p:ext uri="{BB962C8B-B14F-4D97-AF65-F5344CB8AC3E}">
        <p14:creationId xmlns:p14="http://schemas.microsoft.com/office/powerpoint/2010/main" val="2977166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E08FA2-C73F-A01D-C334-4FAC0DB0C177}"/>
              </a:ext>
            </a:extLst>
          </p:cNvPr>
          <p:cNvSpPr>
            <a:spLocks noGrp="1"/>
          </p:cNvSpPr>
          <p:nvPr>
            <p:ph type="title"/>
          </p:nvPr>
        </p:nvSpPr>
        <p:spPr>
          <a:xfrm>
            <a:off x="579438" y="2782669"/>
            <a:ext cx="6164262" cy="1969770"/>
          </a:xfrm>
        </p:spPr>
        <p:txBody>
          <a:bodyPr/>
          <a:lstStyle/>
          <a:p>
            <a:r>
              <a:rPr lang="it-IT" sz="4400" dirty="0"/>
              <a:t>Develop AI Apps and Agents on Azure</a:t>
            </a:r>
            <a:br>
              <a:rPr lang="en-US" dirty="0"/>
            </a:br>
            <a:r>
              <a:rPr lang="en-US" sz="4000" dirty="0">
                <a:solidFill>
                  <a:schemeClr val="bg1">
                    <a:lumMod val="50000"/>
                  </a:schemeClr>
                </a:solidFill>
              </a:rPr>
              <a:t>Introduction</a:t>
            </a:r>
            <a:endParaRPr lang="en-US" dirty="0"/>
          </a:p>
        </p:txBody>
      </p:sp>
      <p:sp>
        <p:nvSpPr>
          <p:cNvPr id="12" name="Footer Placeholder 11">
            <a:extLst>
              <a:ext uri="{FF2B5EF4-FFF2-40B4-BE49-F238E27FC236}">
                <a16:creationId xmlns:a16="http://schemas.microsoft.com/office/drawing/2014/main" id="{AA2BF8BC-EDED-61C2-562F-15FB955AD759}"/>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8" name="Text Placeholder 7">
            <a:extLst>
              <a:ext uri="{FF2B5EF4-FFF2-40B4-BE49-F238E27FC236}">
                <a16:creationId xmlns:a16="http://schemas.microsoft.com/office/drawing/2014/main" id="{7C4740F1-B816-6BEC-8362-3B8D251DFCEE}"/>
              </a:ext>
            </a:extLst>
          </p:cNvPr>
          <p:cNvSpPr>
            <a:spLocks noGrp="1"/>
          </p:cNvSpPr>
          <p:nvPr>
            <p:ph type="body" sz="quarter" idx="13"/>
          </p:nvPr>
        </p:nvSpPr>
        <p:spPr>
          <a:xfrm>
            <a:off x="4756150" y="6446520"/>
            <a:ext cx="1645920" cy="153888"/>
          </a:xfrm>
        </p:spPr>
        <p:txBody>
          <a:bodyPr/>
          <a:lstStyle/>
          <a:p>
            <a:pPr algn="ctr"/>
            <a:r>
              <a:rPr lang="en-US" dirty="0"/>
              <a:t>August 2025</a:t>
            </a:r>
          </a:p>
        </p:txBody>
      </p:sp>
    </p:spTree>
    <p:extLst>
      <p:ext uri="{BB962C8B-B14F-4D97-AF65-F5344CB8AC3E}">
        <p14:creationId xmlns:p14="http://schemas.microsoft.com/office/powerpoint/2010/main" val="252238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5B55108-207A-D9FF-AF4B-A304A5DEBCBF}"/>
              </a:ext>
            </a:extLst>
          </p:cNvPr>
          <p:cNvSpPr>
            <a:spLocks noGrp="1"/>
          </p:cNvSpPr>
          <p:nvPr>
            <p:ph type="title"/>
          </p:nvPr>
        </p:nvSpPr>
        <p:spPr>
          <a:xfrm>
            <a:off x="588963" y="585788"/>
            <a:ext cx="5748337" cy="369332"/>
          </a:xfrm>
        </p:spPr>
        <p:txBody>
          <a:bodyPr/>
          <a:lstStyle/>
          <a:p>
            <a:r>
              <a:rPr lang="en-US" sz="2400"/>
              <a:t>Hello!</a:t>
            </a:r>
          </a:p>
        </p:txBody>
      </p:sp>
      <p:sp>
        <p:nvSpPr>
          <p:cNvPr id="5" name="Text Placeholder 2">
            <a:extLst>
              <a:ext uri="{FF2B5EF4-FFF2-40B4-BE49-F238E27FC236}">
                <a16:creationId xmlns:a16="http://schemas.microsoft.com/office/drawing/2014/main" id="{2553B6DE-CBCC-D805-6A97-2E9248B43F2C}"/>
              </a:ext>
            </a:extLst>
          </p:cNvPr>
          <p:cNvSpPr txBox="1">
            <a:spLocks/>
          </p:cNvSpPr>
          <p:nvPr/>
        </p:nvSpPr>
        <p:spPr>
          <a:xfrm>
            <a:off x="588963" y="1085850"/>
            <a:ext cx="6302375" cy="307777"/>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Thank you for joining me today</a:t>
            </a:r>
          </a:p>
        </p:txBody>
      </p:sp>
      <p:sp>
        <p:nvSpPr>
          <p:cNvPr id="8" name="Rounded Rectangle 3_1">
            <a:extLst>
              <a:ext uri="{FF2B5EF4-FFF2-40B4-BE49-F238E27FC236}">
                <a16:creationId xmlns:a16="http://schemas.microsoft.com/office/drawing/2014/main" id="{02A69FC5-E869-7938-B593-C7A42F844DCF}"/>
              </a:ext>
            </a:extLst>
          </p:cNvPr>
          <p:cNvSpPr/>
          <p:nvPr/>
        </p:nvSpPr>
        <p:spPr>
          <a:xfrm>
            <a:off x="584200" y="1871133"/>
            <a:ext cx="5969000" cy="3032449"/>
          </a:xfrm>
          <a:prstGeom prst="roundRect">
            <a:avLst>
              <a:gd name="adj" fmla="val 3632"/>
            </a:avLst>
          </a:prstGeom>
          <a:solidFill>
            <a:schemeClr val="bg1"/>
          </a:solidFill>
          <a:ln>
            <a:noFill/>
          </a:ln>
          <a:effectLst>
            <a:outerShdw blurRad="127000" dist="38100" dir="8100000" sx="101000" sy="101000" algn="tr" rotWithShape="0">
              <a:srgbClr val="CAC5B8">
                <a:alpha val="64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lstStyle/>
          <a:p>
            <a:pPr marL="0" marR="0" lvl="0" indent="0" defTabSz="932742" eaLnBrk="1" fontAlgn="auto" latinLnBrk="0" hangingPunct="1">
              <a:lnSpc>
                <a:spcPct val="100000"/>
              </a:lnSpc>
              <a:spcBef>
                <a:spcPts val="1200"/>
              </a:spcBef>
              <a:spcAft>
                <a:spcPts val="0"/>
              </a:spcAft>
              <a:buClrTx/>
              <a:buSzTx/>
              <a:buFontTx/>
              <a:buNone/>
              <a:tabLst/>
              <a:defRPr/>
            </a:pPr>
            <a:r>
              <a:rPr kumimoji="0" lang="en-US" sz="2000" b="0" i="0" u="none" strike="noStrike" kern="0" cap="none" spc="0" normalizeH="0" baseline="0" noProof="0">
                <a:ln>
                  <a:noFill/>
                </a:ln>
                <a:solidFill>
                  <a:srgbClr val="000000"/>
                </a:solidFill>
                <a:effectLst/>
                <a:uLnTx/>
                <a:uFillTx/>
                <a:latin typeface="+mj-lt"/>
                <a:ea typeface="+mn-ea"/>
                <a:cs typeface="+mn-cs"/>
              </a:rPr>
              <a:t>Instructor: </a:t>
            </a:r>
            <a:r>
              <a:rPr kumimoji="0" lang="en-US" sz="2000" b="0" i="0" u="none" strike="noStrike" kern="0" cap="none" spc="0" normalizeH="0" baseline="0" noProof="0">
                <a:ln>
                  <a:noFill/>
                </a:ln>
                <a:solidFill>
                  <a:srgbClr val="000000"/>
                </a:solidFill>
                <a:effectLst/>
                <a:uLnTx/>
                <a:uFillTx/>
                <a:ea typeface="+mn-ea"/>
                <a:cs typeface="+mn-cs"/>
              </a:rPr>
              <a:t>&lt;Name&gt;</a:t>
            </a:r>
          </a:p>
          <a:p>
            <a:pPr marL="0" marR="0" lvl="0" indent="0" defTabSz="932742" eaLnBrk="1" fontAlgn="auto" latinLnBrk="0" hangingPunct="1">
              <a:lnSpc>
                <a:spcPct val="100000"/>
              </a:lnSpc>
              <a:spcBef>
                <a:spcPts val="180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ea typeface="+mn-ea"/>
                <a:cs typeface="+mn-cs"/>
              </a:rPr>
              <a:t>&lt;Title or other credentials, e.g., Microsoft Certified Trainer&gt;</a:t>
            </a:r>
          </a:p>
          <a:p>
            <a:pPr marL="0" marR="0" lvl="0" indent="0" defTabSz="932742" eaLnBrk="1" fontAlgn="auto" latinLnBrk="0" hangingPunct="1">
              <a:lnSpc>
                <a:spcPct val="100000"/>
              </a:lnSpc>
              <a:spcBef>
                <a:spcPts val="120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ea typeface="+mn-ea"/>
                <a:cs typeface="+mn-cs"/>
              </a:rPr>
              <a:t>&lt;Affiliation/Company&gt;</a:t>
            </a:r>
          </a:p>
          <a:p>
            <a:pPr marL="0" marR="0" lvl="0" indent="0" defTabSz="932742" eaLnBrk="1" fontAlgn="auto" latinLnBrk="0" hangingPunct="1">
              <a:lnSpc>
                <a:spcPct val="100000"/>
              </a:lnSpc>
              <a:spcBef>
                <a:spcPts val="1200"/>
              </a:spcBef>
              <a:spcAft>
                <a:spcPts val="0"/>
              </a:spcAft>
              <a:buClrTx/>
              <a:buSzTx/>
              <a:buFontTx/>
              <a:buNone/>
              <a:tabLst/>
              <a:defRPr/>
            </a:pPr>
            <a:r>
              <a:rPr kumimoji="0" lang="en-US" sz="1400" b="0" i="0" u="none" strike="noStrike" kern="0" cap="none" spc="0" normalizeH="0" baseline="0" noProof="0">
                <a:ln>
                  <a:noFill/>
                </a:ln>
                <a:solidFill>
                  <a:srgbClr val="000000"/>
                </a:solidFill>
                <a:effectLst/>
                <a:uLnTx/>
                <a:uFillTx/>
                <a:ea typeface="+mn-ea"/>
                <a:cs typeface="+mn-cs"/>
              </a:rPr>
              <a:t>&lt;A few words about my technical and professional experience&gt;</a:t>
            </a:r>
          </a:p>
        </p:txBody>
      </p:sp>
      <p:sp>
        <p:nvSpPr>
          <p:cNvPr id="21" name="Text Placeholder 7">
            <a:extLst>
              <a:ext uri="{FF2B5EF4-FFF2-40B4-BE49-F238E27FC236}">
                <a16:creationId xmlns:a16="http://schemas.microsoft.com/office/drawing/2014/main" id="{02AB5424-9D84-FAB9-4FA9-A13D7E3A190C}"/>
              </a:ext>
            </a:extLst>
          </p:cNvPr>
          <p:cNvSpPr txBox="1">
            <a:spLocks/>
          </p:cNvSpPr>
          <p:nvPr/>
        </p:nvSpPr>
        <p:spPr>
          <a:xfrm>
            <a:off x="927100" y="5161773"/>
            <a:ext cx="5314950" cy="811179"/>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a:t>twitter.com/[Name]</a:t>
            </a:r>
          </a:p>
          <a:p>
            <a:pPr marL="0" indent="0">
              <a:buNone/>
            </a:pPr>
            <a:r>
              <a:rPr lang="en-US" sz="1200"/>
              <a:t>linkedin.com/[Name]</a:t>
            </a:r>
          </a:p>
          <a:p>
            <a:pPr marL="0" indent="0">
              <a:buNone/>
            </a:pPr>
            <a:r>
              <a:rPr lang="en-US" sz="1200"/>
              <a:t>[</a:t>
            </a:r>
            <a:r>
              <a:rPr lang="en-US" sz="1200" err="1"/>
              <a:t>first.last</a:t>
            </a:r>
            <a:r>
              <a:rPr lang="en-US" sz="1200"/>
              <a:t>]@[email.com]</a:t>
            </a:r>
          </a:p>
          <a:p>
            <a:pPr marL="0" indent="0">
              <a:buNone/>
            </a:pPr>
            <a:r>
              <a:rPr lang="en-US" sz="1200"/>
              <a:t>Blog </a:t>
            </a:r>
          </a:p>
          <a:p>
            <a:pPr marL="0" indent="0">
              <a:buNone/>
            </a:pPr>
            <a:endParaRPr lang="en-US" sz="1200"/>
          </a:p>
        </p:txBody>
      </p:sp>
      <p:sp>
        <p:nvSpPr>
          <p:cNvPr id="14" name="Picture Placeholder 13" descr="Instructor image">
            <a:extLst>
              <a:ext uri="{FF2B5EF4-FFF2-40B4-BE49-F238E27FC236}">
                <a16:creationId xmlns:a16="http://schemas.microsoft.com/office/drawing/2014/main" id="{51EC8343-A368-A017-1348-13DC442E08CF}"/>
              </a:ext>
            </a:extLst>
          </p:cNvPr>
          <p:cNvSpPr>
            <a:spLocks noGrp="1"/>
          </p:cNvSpPr>
          <p:nvPr>
            <p:ph type="pic" sz="quarter" idx="14"/>
          </p:nvPr>
        </p:nvSpPr>
        <p:spPr/>
        <p:txBody>
          <a:bodyPr/>
          <a:lstStyle/>
          <a:p>
            <a:endParaRPr lang="en-US"/>
          </a:p>
        </p:txBody>
      </p:sp>
      <p:sp>
        <p:nvSpPr>
          <p:cNvPr id="15" name="Picture Placeholder 14">
            <a:extLst>
              <a:ext uri="{FF2B5EF4-FFF2-40B4-BE49-F238E27FC236}">
                <a16:creationId xmlns:a16="http://schemas.microsoft.com/office/drawing/2014/main" id="{E32C35C5-B9CD-B676-7227-712C7E30568B}"/>
              </a:ext>
              <a:ext uri="{C183D7F6-B498-43B3-948B-1728B52AA6E4}">
                <adec:decorative xmlns:adec="http://schemas.microsoft.com/office/drawing/2017/decorative" val="1"/>
              </a:ext>
            </a:extLst>
          </p:cNvPr>
          <p:cNvSpPr>
            <a:spLocks noGrp="1"/>
          </p:cNvSpPr>
          <p:nvPr>
            <p:ph type="pic" sz="quarter" idx="19"/>
          </p:nvPr>
        </p:nvSpPr>
        <p:spPr/>
        <p:txBody>
          <a:bodyPr/>
          <a:lstStyle/>
          <a:p>
            <a:endParaRPr lang="en-US"/>
          </a:p>
        </p:txBody>
      </p:sp>
      <p:sp>
        <p:nvSpPr>
          <p:cNvPr id="16" name="Picture Placeholder 15">
            <a:extLst>
              <a:ext uri="{FF2B5EF4-FFF2-40B4-BE49-F238E27FC236}">
                <a16:creationId xmlns:a16="http://schemas.microsoft.com/office/drawing/2014/main" id="{8D2AF726-9685-6A2E-1457-0AD5F7CF8167}"/>
              </a:ext>
              <a:ext uri="{C183D7F6-B498-43B3-948B-1728B52AA6E4}">
                <adec:decorative xmlns:adec="http://schemas.microsoft.com/office/drawing/2017/decorative" val="1"/>
              </a:ext>
            </a:extLst>
          </p:cNvPr>
          <p:cNvSpPr>
            <a:spLocks noGrp="1"/>
          </p:cNvSpPr>
          <p:nvPr>
            <p:ph type="pic" sz="quarter" idx="30"/>
          </p:nvPr>
        </p:nvSpPr>
        <p:spPr/>
        <p:txBody>
          <a:bodyPr/>
          <a:lstStyle/>
          <a:p>
            <a:endParaRPr lang="en-US"/>
          </a:p>
        </p:txBody>
      </p:sp>
      <p:sp>
        <p:nvSpPr>
          <p:cNvPr id="17" name="Picture Placeholder 16">
            <a:extLst>
              <a:ext uri="{FF2B5EF4-FFF2-40B4-BE49-F238E27FC236}">
                <a16:creationId xmlns:a16="http://schemas.microsoft.com/office/drawing/2014/main" id="{B753862B-FC4F-2412-F837-F9D1DF1A09FF}"/>
              </a:ext>
              <a:ext uri="{C183D7F6-B498-43B3-948B-1728B52AA6E4}">
                <adec:decorative xmlns:adec="http://schemas.microsoft.com/office/drawing/2017/decorative" val="1"/>
              </a:ext>
            </a:extLst>
          </p:cNvPr>
          <p:cNvSpPr>
            <a:spLocks noGrp="1"/>
          </p:cNvSpPr>
          <p:nvPr>
            <p:ph type="pic" sz="quarter" idx="31"/>
          </p:nvPr>
        </p:nvSpPr>
        <p:spPr/>
        <p:txBody>
          <a:bodyPr/>
          <a:lstStyle/>
          <a:p>
            <a:endParaRPr lang="en-US"/>
          </a:p>
        </p:txBody>
      </p:sp>
      <p:sp>
        <p:nvSpPr>
          <p:cNvPr id="18" name="Picture Placeholder 17">
            <a:extLst>
              <a:ext uri="{FF2B5EF4-FFF2-40B4-BE49-F238E27FC236}">
                <a16:creationId xmlns:a16="http://schemas.microsoft.com/office/drawing/2014/main" id="{BFE7F6BB-5DFF-B8FF-882B-C3E2A0792BC2}"/>
              </a:ext>
              <a:ext uri="{C183D7F6-B498-43B3-948B-1728B52AA6E4}">
                <adec:decorative xmlns:adec="http://schemas.microsoft.com/office/drawing/2017/decorative" val="1"/>
              </a:ext>
            </a:extLst>
          </p:cNvPr>
          <p:cNvSpPr>
            <a:spLocks noGrp="1"/>
          </p:cNvSpPr>
          <p:nvPr>
            <p:ph type="pic" sz="quarter" idx="32"/>
          </p:nvPr>
        </p:nvSpPr>
        <p:spPr/>
        <p:txBody>
          <a:bodyPr/>
          <a:lstStyle/>
          <a:p>
            <a:endParaRPr lang="en-US"/>
          </a:p>
        </p:txBody>
      </p:sp>
      <p:sp>
        <p:nvSpPr>
          <p:cNvPr id="19" name="Picture Placeholder 18">
            <a:extLst>
              <a:ext uri="{FF2B5EF4-FFF2-40B4-BE49-F238E27FC236}">
                <a16:creationId xmlns:a16="http://schemas.microsoft.com/office/drawing/2014/main" id="{F5CABB87-DAAF-A526-A471-745B2114F6CF}"/>
              </a:ext>
              <a:ext uri="{C183D7F6-B498-43B3-948B-1728B52AA6E4}">
                <adec:decorative xmlns:adec="http://schemas.microsoft.com/office/drawing/2017/decorative" val="1"/>
              </a:ext>
            </a:extLst>
          </p:cNvPr>
          <p:cNvSpPr>
            <a:spLocks noGrp="1"/>
          </p:cNvSpPr>
          <p:nvPr>
            <p:ph type="pic" sz="quarter" idx="33"/>
          </p:nvPr>
        </p:nvSpPr>
        <p:spPr/>
        <p:txBody>
          <a:bodyPr/>
          <a:lstStyle/>
          <a:p>
            <a:endParaRPr lang="en-US"/>
          </a:p>
        </p:txBody>
      </p:sp>
      <p:sp>
        <p:nvSpPr>
          <p:cNvPr id="20" name="Picture Placeholder 19">
            <a:extLst>
              <a:ext uri="{FF2B5EF4-FFF2-40B4-BE49-F238E27FC236}">
                <a16:creationId xmlns:a16="http://schemas.microsoft.com/office/drawing/2014/main" id="{5EA04444-CE05-A52A-28B6-14B2DF4BFA94}"/>
              </a:ext>
              <a:ext uri="{C183D7F6-B498-43B3-948B-1728B52AA6E4}">
                <adec:decorative xmlns:adec="http://schemas.microsoft.com/office/drawing/2017/decorative" val="1"/>
              </a:ext>
            </a:extLst>
          </p:cNvPr>
          <p:cNvSpPr>
            <a:spLocks noGrp="1"/>
          </p:cNvSpPr>
          <p:nvPr>
            <p:ph type="pic" sz="quarter" idx="34"/>
          </p:nvPr>
        </p:nvSpPr>
        <p:spPr/>
        <p:txBody>
          <a:bodyPr/>
          <a:lstStyle/>
          <a:p>
            <a:endParaRPr lang="en-US"/>
          </a:p>
        </p:txBody>
      </p:sp>
      <p:sp>
        <p:nvSpPr>
          <p:cNvPr id="3" name="Footer Placeholder 2">
            <a:extLst>
              <a:ext uri="{FF2B5EF4-FFF2-40B4-BE49-F238E27FC236}">
                <a16:creationId xmlns:a16="http://schemas.microsoft.com/office/drawing/2014/main" id="{5622EB63-491C-85C2-F489-E7594D45B3D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Flowchart: Off-page Connector 44">
            <a:extLst>
              <a:ext uri="{FF2B5EF4-FFF2-40B4-BE49-F238E27FC236}">
                <a16:creationId xmlns:a16="http://schemas.microsoft.com/office/drawing/2014/main" id="{1BAF25FE-7F5F-504D-B664-8B11FB8CE840}"/>
              </a:ext>
            </a:extLst>
          </p:cNvPr>
          <p:cNvSpPr/>
          <p:nvPr/>
        </p:nvSpPr>
        <p:spPr bwMode="auto">
          <a:xfrm rot="5400000">
            <a:off x="9473183" y="-558292"/>
            <a:ext cx="1865376" cy="3566160"/>
          </a:xfrm>
          <a:prstGeom prst="flowChartOffpageConnector">
            <a:avLst/>
          </a:prstGeom>
          <a:solidFill>
            <a:schemeClr val="accent3"/>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defTabSz="932472" fontAlgn="base">
              <a:spcBef>
                <a:spcPct val="0"/>
              </a:spcBef>
              <a:spcAft>
                <a:spcPts val="600"/>
              </a:spcAft>
            </a:pPr>
            <a:r>
              <a:rPr lang="en-US" sz="1500" b="1" dirty="0">
                <a:solidFill>
                  <a:schemeClr val="bg1"/>
                </a:solidFill>
                <a:latin typeface="+mj-lt"/>
                <a:ea typeface="Segoe UI" pitchFamily="34" charset="0"/>
                <a:cs typeface="Segoe UI" pitchFamily="34" charset="0"/>
              </a:rPr>
              <a:t>Trainers: </a:t>
            </a:r>
            <a:endParaRPr lang="en-US" sz="1100" b="1" dirty="0">
              <a:solidFill>
                <a:schemeClr val="bg1"/>
              </a:solidFill>
              <a:latin typeface="+mj-lt"/>
              <a:ea typeface="Segoe UI" pitchFamily="34" charset="0"/>
              <a:cs typeface="Segoe UI" pitchFamily="34" charset="0"/>
            </a:endParaRPr>
          </a:p>
          <a:p>
            <a:pPr marL="0" marR="0" lvl="0" indent="0" defTabSz="932472"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chemeClr val="bg1"/>
                </a:solidFill>
                <a:effectLst/>
                <a:uLnTx/>
                <a:uFillTx/>
                <a:latin typeface="Segoe UI"/>
                <a:ea typeface="Segoe UI" pitchFamily="34" charset="0"/>
                <a:cs typeface="Segoe UI" pitchFamily="34" charset="0"/>
              </a:rPr>
              <a:t>Customize this content with your information, image, and background. Delete this note before teaching.</a:t>
            </a:r>
          </a:p>
        </p:txBody>
      </p:sp>
    </p:spTree>
    <p:extLst>
      <p:ext uri="{BB962C8B-B14F-4D97-AF65-F5344CB8AC3E}">
        <p14:creationId xmlns:p14="http://schemas.microsoft.com/office/powerpoint/2010/main" val="162056146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107B-9C8D-E0E4-10D6-02E35D8389DB}"/>
              </a:ext>
            </a:extLst>
          </p:cNvPr>
          <p:cNvSpPr>
            <a:spLocks noGrp="1"/>
          </p:cNvSpPr>
          <p:nvPr>
            <p:ph type="title"/>
          </p:nvPr>
        </p:nvSpPr>
        <p:spPr/>
        <p:txBody>
          <a:bodyPr/>
          <a:lstStyle/>
          <a:p>
            <a:r>
              <a:rPr lang="en-US"/>
              <a:t>About this course</a:t>
            </a:r>
          </a:p>
        </p:txBody>
      </p:sp>
      <p:sp>
        <p:nvSpPr>
          <p:cNvPr id="15" name="Rounded Rectangle 3_1">
            <a:extLst>
              <a:ext uri="{FF2B5EF4-FFF2-40B4-BE49-F238E27FC236}">
                <a16:creationId xmlns:a16="http://schemas.microsoft.com/office/drawing/2014/main" id="{C30E3F23-57C3-CEE2-DD2F-E66B72B8F428}"/>
              </a:ext>
              <a:ext uri="{C183D7F6-B498-43B3-948B-1728B52AA6E4}">
                <adec:decorative xmlns:adec="http://schemas.microsoft.com/office/drawing/2017/decorative" val="1"/>
              </a:ext>
            </a:extLst>
          </p:cNvPr>
          <p:cNvSpPr/>
          <p:nvPr/>
        </p:nvSpPr>
        <p:spPr>
          <a:xfrm>
            <a:off x="588262" y="1168400"/>
            <a:ext cx="11011600" cy="2378955"/>
          </a:xfrm>
          <a:prstGeom prst="roundRect">
            <a:avLst>
              <a:gd name="adj" fmla="val 3632"/>
            </a:avLst>
          </a:prstGeom>
          <a:solidFill>
            <a:schemeClr val="bg1"/>
          </a:solidFill>
          <a:ln w="10795" cap="flat" cmpd="sng" algn="ctr">
            <a:noFill/>
            <a:prstDash val="solid"/>
          </a:ln>
          <a:effectLst>
            <a:outerShdw blurRad="127000" dist="38100" dir="8100000" sx="101000" sy="101000" algn="tr" rotWithShape="0">
              <a:srgbClr val="CAC5B8">
                <a:alpha val="6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16" name="Rectangle: Rounded Corners 15">
            <a:extLst>
              <a:ext uri="{FF2B5EF4-FFF2-40B4-BE49-F238E27FC236}">
                <a16:creationId xmlns:a16="http://schemas.microsoft.com/office/drawing/2014/main" id="{85069EA8-1883-9482-758E-F5D0C58727C0}"/>
              </a:ext>
            </a:extLst>
          </p:cNvPr>
          <p:cNvSpPr>
            <a:spLocks/>
          </p:cNvSpPr>
          <p:nvPr/>
        </p:nvSpPr>
        <p:spPr bwMode="auto">
          <a:xfrm>
            <a:off x="736601" y="1334807"/>
            <a:ext cx="10739119" cy="415993"/>
          </a:xfrm>
          <a:prstGeom prst="roundRect">
            <a:avLst>
              <a:gd name="adj" fmla="val 15951"/>
            </a:avLst>
          </a:prstGeom>
          <a:solidFill>
            <a:srgbClr val="2A446F"/>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6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What we’ll cover</a:t>
            </a:r>
          </a:p>
        </p:txBody>
      </p:sp>
      <p:sp>
        <p:nvSpPr>
          <p:cNvPr id="8" name="Text Placeholder 2">
            <a:extLst>
              <a:ext uri="{FF2B5EF4-FFF2-40B4-BE49-F238E27FC236}">
                <a16:creationId xmlns:a16="http://schemas.microsoft.com/office/drawing/2014/main" id="{E15275E9-F296-1E2D-E2D3-6BAE1C5EFAAF}"/>
              </a:ext>
            </a:extLst>
          </p:cNvPr>
          <p:cNvSpPr txBox="1">
            <a:spLocks/>
          </p:cNvSpPr>
          <p:nvPr/>
        </p:nvSpPr>
        <p:spPr>
          <a:xfrm>
            <a:off x="930275" y="2014126"/>
            <a:ext cx="10545445" cy="98488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None/>
            </a:pPr>
            <a:r>
              <a:rPr lang="en-US" dirty="0"/>
              <a:t>This course is intended for software developers wanting to build AI infused applications that leverage Microsoft Foundry. Topics in this course include developing generative AI apps, building AI agents, and solutions that implement knowledge connections or tools in your agentic applications. This course also covers multimodal capabilities and understanding of complex content.</a:t>
            </a:r>
            <a:endParaRPr lang="en-GB" dirty="0">
              <a:solidFill>
                <a:srgbClr val="000000"/>
              </a:solidFill>
            </a:endParaRPr>
          </a:p>
        </p:txBody>
      </p:sp>
      <p:sp>
        <p:nvSpPr>
          <p:cNvPr id="20" name="Rounded Rectangle 3_1">
            <a:extLst>
              <a:ext uri="{FF2B5EF4-FFF2-40B4-BE49-F238E27FC236}">
                <a16:creationId xmlns:a16="http://schemas.microsoft.com/office/drawing/2014/main" id="{1D06749D-C277-67CB-CDE9-258A140C78C0}"/>
              </a:ext>
              <a:ext uri="{C183D7F6-B498-43B3-948B-1728B52AA6E4}">
                <adec:decorative xmlns:adec="http://schemas.microsoft.com/office/drawing/2017/decorative" val="1"/>
              </a:ext>
            </a:extLst>
          </p:cNvPr>
          <p:cNvSpPr/>
          <p:nvPr/>
        </p:nvSpPr>
        <p:spPr>
          <a:xfrm>
            <a:off x="588262" y="3715839"/>
            <a:ext cx="11011600" cy="2378955"/>
          </a:xfrm>
          <a:prstGeom prst="roundRect">
            <a:avLst>
              <a:gd name="adj" fmla="val 3632"/>
            </a:avLst>
          </a:prstGeom>
          <a:solidFill>
            <a:schemeClr val="bg1"/>
          </a:solidFill>
          <a:ln w="10795" cap="flat" cmpd="sng" algn="ctr">
            <a:noFill/>
            <a:prstDash val="solid"/>
          </a:ln>
          <a:effectLst>
            <a:outerShdw blurRad="127000" dist="38100" dir="8100000" sx="101000" sy="101000" algn="tr" rotWithShape="0">
              <a:srgbClr val="CAC5B8">
                <a:alpha val="64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sp>
        <p:nvSpPr>
          <p:cNvPr id="21" name="Rectangle: Rounded Corners 20">
            <a:extLst>
              <a:ext uri="{FF2B5EF4-FFF2-40B4-BE49-F238E27FC236}">
                <a16:creationId xmlns:a16="http://schemas.microsoft.com/office/drawing/2014/main" id="{30825D71-3CBA-C279-EE28-D3A5995A57C0}"/>
              </a:ext>
            </a:extLst>
          </p:cNvPr>
          <p:cNvSpPr>
            <a:spLocks/>
          </p:cNvSpPr>
          <p:nvPr/>
        </p:nvSpPr>
        <p:spPr bwMode="auto">
          <a:xfrm>
            <a:off x="736601" y="3882246"/>
            <a:ext cx="10739119" cy="415993"/>
          </a:xfrm>
          <a:prstGeom prst="roundRect">
            <a:avLst>
              <a:gd name="adj" fmla="val 15951"/>
            </a:avLst>
          </a:prstGeom>
          <a:solidFill>
            <a:srgbClr val="2A446F"/>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6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rPr>
              <a:t>Intended audience</a:t>
            </a:r>
          </a:p>
        </p:txBody>
      </p:sp>
      <p:sp>
        <p:nvSpPr>
          <p:cNvPr id="23" name="Text Placeholder 2">
            <a:extLst>
              <a:ext uri="{FF2B5EF4-FFF2-40B4-BE49-F238E27FC236}">
                <a16:creationId xmlns:a16="http://schemas.microsoft.com/office/drawing/2014/main" id="{744A9E3C-71E4-FC1C-7854-91A32D02A5CB}"/>
              </a:ext>
            </a:extLst>
          </p:cNvPr>
          <p:cNvSpPr txBox="1">
            <a:spLocks/>
          </p:cNvSpPr>
          <p:nvPr/>
        </p:nvSpPr>
        <p:spPr>
          <a:xfrm>
            <a:off x="930275" y="4561565"/>
            <a:ext cx="10545445" cy="73866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Aft>
                <a:spcPts val="600"/>
              </a:spcAft>
              <a:buNone/>
            </a:pPr>
            <a:r>
              <a:rPr lang="en-US" dirty="0"/>
              <a:t>This course was designed for software engineers concerned with building, managing and deploying AI solutions that leverage Microsoft Foundry. They are familiar with Python and have knowledge on using APIs and SDKs to build agents and generative AI solutions on Azure.</a:t>
            </a:r>
            <a:endParaRPr lang="en-GB" dirty="0">
              <a:solidFill>
                <a:srgbClr val="000000"/>
              </a:solidFill>
            </a:endParaRPr>
          </a:p>
        </p:txBody>
      </p:sp>
      <p:sp>
        <p:nvSpPr>
          <p:cNvPr id="4" name="Footer Placeholder 3">
            <a:extLst>
              <a:ext uri="{FF2B5EF4-FFF2-40B4-BE49-F238E27FC236}">
                <a16:creationId xmlns:a16="http://schemas.microsoft.com/office/drawing/2014/main" id="{695DB93D-1EC9-595D-92A7-994F4EA5AE2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73645546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107B-9C8D-E0E4-10D6-02E35D8389DB}"/>
              </a:ext>
            </a:extLst>
          </p:cNvPr>
          <p:cNvSpPr>
            <a:spLocks noGrp="1"/>
          </p:cNvSpPr>
          <p:nvPr>
            <p:ph type="title"/>
          </p:nvPr>
        </p:nvSpPr>
        <p:spPr/>
        <p:txBody>
          <a:bodyPr/>
          <a:lstStyle/>
          <a:p>
            <a:r>
              <a:rPr lang="en-US"/>
              <a:t>Course schedule</a:t>
            </a:r>
          </a:p>
        </p:txBody>
      </p:sp>
      <p:sp>
        <p:nvSpPr>
          <p:cNvPr id="3" name="Footer Placeholder 2">
            <a:extLst>
              <a:ext uri="{FF2B5EF4-FFF2-40B4-BE49-F238E27FC236}">
                <a16:creationId xmlns:a16="http://schemas.microsoft.com/office/drawing/2014/main" id="{9AC8BB8F-7CC0-EDB6-33FC-6C0DF6FAC18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Rounded Rectangle 3_1">
            <a:extLst>
              <a:ext uri="{FF2B5EF4-FFF2-40B4-BE49-F238E27FC236}">
                <a16:creationId xmlns:a16="http://schemas.microsoft.com/office/drawing/2014/main" id="{F9F46C76-F9B5-765C-6D1B-DC84C38C8AEC}"/>
              </a:ext>
              <a:ext uri="{C183D7F6-B498-43B3-948B-1728B52AA6E4}">
                <adec:decorative xmlns:adec="http://schemas.microsoft.com/office/drawing/2017/decorative" val="1"/>
              </a:ext>
            </a:extLst>
          </p:cNvPr>
          <p:cNvSpPr/>
          <p:nvPr/>
        </p:nvSpPr>
        <p:spPr>
          <a:xfrm>
            <a:off x="588262" y="1071842"/>
            <a:ext cx="10638538" cy="4719358"/>
          </a:xfrm>
          <a:prstGeom prst="roundRect">
            <a:avLst>
              <a:gd name="adj" fmla="val 3632"/>
            </a:avLst>
          </a:prstGeom>
          <a:solidFill>
            <a:schemeClr val="bg1"/>
          </a:solidFill>
          <a:ln w="1079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Segoe UI"/>
              <a:ea typeface="+mn-ea"/>
              <a:cs typeface="+mn-cs"/>
            </a:endParaRPr>
          </a:p>
        </p:txBody>
      </p:sp>
      <p:graphicFrame>
        <p:nvGraphicFramePr>
          <p:cNvPr id="6" name="Table 5">
            <a:extLst>
              <a:ext uri="{FF2B5EF4-FFF2-40B4-BE49-F238E27FC236}">
                <a16:creationId xmlns:a16="http://schemas.microsoft.com/office/drawing/2014/main" id="{F32DC6A2-F90D-3F61-1164-60B29AA72DE7}"/>
              </a:ext>
            </a:extLst>
          </p:cNvPr>
          <p:cNvGraphicFramePr>
            <a:graphicFrameLocks noGrp="1"/>
          </p:cNvGraphicFramePr>
          <p:nvPr>
            <p:extLst>
              <p:ext uri="{D42A27DB-BD31-4B8C-83A1-F6EECF244321}">
                <p14:modId xmlns:p14="http://schemas.microsoft.com/office/powerpoint/2010/main" val="1168822088"/>
              </p:ext>
            </p:extLst>
          </p:nvPr>
        </p:nvGraphicFramePr>
        <p:xfrm>
          <a:off x="1212341" y="2062678"/>
          <a:ext cx="9408767" cy="1927557"/>
        </p:xfrm>
        <a:graphic>
          <a:graphicData uri="http://schemas.openxmlformats.org/drawingml/2006/table">
            <a:tbl>
              <a:tblPr firstRow="1" firstCol="1" bandRow="1">
                <a:tableStyleId>{1FECB4D8-DB02-4DC6-A0A2-4F2EBAE1DC90}</a:tableStyleId>
              </a:tblPr>
              <a:tblGrid>
                <a:gridCol w="7398227">
                  <a:extLst>
                    <a:ext uri="{9D8B030D-6E8A-4147-A177-3AD203B41FA5}">
                      <a16:colId xmlns:a16="http://schemas.microsoft.com/office/drawing/2014/main" val="3217989015"/>
                    </a:ext>
                  </a:extLst>
                </a:gridCol>
                <a:gridCol w="2010540">
                  <a:extLst>
                    <a:ext uri="{9D8B030D-6E8A-4147-A177-3AD203B41FA5}">
                      <a16:colId xmlns:a16="http://schemas.microsoft.com/office/drawing/2014/main" val="980739077"/>
                    </a:ext>
                  </a:extLst>
                </a:gridCol>
              </a:tblGrid>
              <a:tr h="317385">
                <a:tc>
                  <a:txBody>
                    <a:bodyPr/>
                    <a:lstStyle/>
                    <a:p>
                      <a:pPr marL="0" marR="0" algn="l" defTabSz="932742" rtl="0" eaLnBrk="1" latinLnBrk="0" hangingPunct="1">
                        <a:lnSpc>
                          <a:spcPct val="107000"/>
                        </a:lnSpc>
                        <a:spcAft>
                          <a:spcPts val="600"/>
                        </a:spcAft>
                        <a:buNone/>
                      </a:pPr>
                      <a:r>
                        <a:rPr lang="en-US" sz="1800" b="1" kern="1200" dirty="0">
                          <a:solidFill>
                            <a:schemeClr val="bg1"/>
                          </a:solidFill>
                        </a:rPr>
                        <a:t>Topic</a:t>
                      </a:r>
                      <a:endParaRPr lang="en-US" sz="1800" b="1" kern="1200" dirty="0">
                        <a:solidFill>
                          <a:schemeClr val="bg1"/>
                        </a:solidFill>
                        <a:latin typeface="+mn-lt"/>
                        <a:ea typeface="+mn-ea"/>
                        <a:cs typeface="+mn-cs"/>
                      </a:endParaRPr>
                    </a:p>
                  </a:txBody>
                  <a:tcPr marL="25894" marR="25894" marT="0" marB="0" anchor="ctr"/>
                </a:tc>
                <a:tc>
                  <a:txBody>
                    <a:bodyPr/>
                    <a:lstStyle/>
                    <a:p>
                      <a:pPr marL="0" marR="0" algn="ctr" defTabSz="932742" rtl="0" eaLnBrk="1" latinLnBrk="0" hangingPunct="1">
                        <a:lnSpc>
                          <a:spcPct val="107000"/>
                        </a:lnSpc>
                        <a:spcAft>
                          <a:spcPts val="600"/>
                        </a:spcAft>
                        <a:buNone/>
                      </a:pPr>
                      <a:r>
                        <a:rPr lang="en-US" sz="1800" b="1" kern="1200" dirty="0">
                          <a:solidFill>
                            <a:schemeClr val="bg1"/>
                          </a:solidFill>
                        </a:rPr>
                        <a:t>Day</a:t>
                      </a:r>
                      <a:endParaRPr lang="en-US" sz="1800" b="1" kern="1200" dirty="0">
                        <a:solidFill>
                          <a:schemeClr val="bg1"/>
                        </a:solidFill>
                        <a:latin typeface="+mn-lt"/>
                        <a:ea typeface="+mn-ea"/>
                        <a:cs typeface="+mn-cs"/>
                      </a:endParaRPr>
                    </a:p>
                  </a:txBody>
                  <a:tcPr marL="25894" marR="25894" marT="0" marB="0" anchor="ctr"/>
                </a:tc>
                <a:extLst>
                  <a:ext uri="{0D108BD9-81ED-4DB2-BD59-A6C34878D82A}">
                    <a16:rowId xmlns:a16="http://schemas.microsoft.com/office/drawing/2014/main" val="3752099122"/>
                  </a:ext>
                </a:extLst>
              </a:tr>
              <a:tr h="402543">
                <a:tc>
                  <a:txBody>
                    <a:bodyPr/>
                    <a:lstStyle/>
                    <a:p>
                      <a:pPr marL="0" marR="0" algn="l" defTabSz="932742" rtl="0" eaLnBrk="1" latinLnBrk="0" hangingPunct="1">
                        <a:lnSpc>
                          <a:spcPct val="107000"/>
                        </a:lnSpc>
                        <a:spcAft>
                          <a:spcPts val="600"/>
                        </a:spcAft>
                        <a:buNone/>
                      </a:pPr>
                      <a:r>
                        <a:rPr lang="en-US" sz="1600" b="0" kern="1200" dirty="0">
                          <a:solidFill>
                            <a:schemeClr val="tx1"/>
                          </a:solidFill>
                        </a:rPr>
                        <a:t>Develop generative AI apps</a:t>
                      </a:r>
                      <a:endParaRPr lang="en-US" sz="1600" b="0" kern="1200" dirty="0">
                        <a:solidFill>
                          <a:schemeClr val="tx1"/>
                        </a:solidFill>
                        <a:latin typeface="+mn-lt"/>
                        <a:ea typeface="+mn-ea"/>
                        <a:cs typeface="+mn-cs"/>
                      </a:endParaRPr>
                    </a:p>
                  </a:txBody>
                  <a:tcPr marL="25894" marR="25894" marT="0" marB="0" anchor="ctr"/>
                </a:tc>
                <a:tc>
                  <a:txBody>
                    <a:bodyPr/>
                    <a:lstStyle/>
                    <a:p>
                      <a:pPr marL="0" marR="0" algn="ctr" defTabSz="932742" rtl="0" eaLnBrk="1" latinLnBrk="0" hangingPunct="1">
                        <a:lnSpc>
                          <a:spcPct val="107000"/>
                        </a:lnSpc>
                        <a:spcAft>
                          <a:spcPts val="600"/>
                        </a:spcAft>
                        <a:buNone/>
                      </a:pPr>
                      <a:r>
                        <a:rPr lang="en-US" sz="1600" b="0" kern="1200" dirty="0">
                          <a:solidFill>
                            <a:schemeClr val="tx1"/>
                          </a:solidFill>
                        </a:rPr>
                        <a:t>1</a:t>
                      </a:r>
                      <a:endParaRPr lang="en-US" sz="1600" b="0" kern="1200" dirty="0">
                        <a:solidFill>
                          <a:schemeClr val="tx1"/>
                        </a:solidFill>
                        <a:latin typeface="+mn-lt"/>
                        <a:ea typeface="+mn-ea"/>
                        <a:cs typeface="+mn-cs"/>
                      </a:endParaRPr>
                    </a:p>
                  </a:txBody>
                  <a:tcPr marL="25894" marR="25894" marT="0" marB="0" anchor="ctr"/>
                </a:tc>
                <a:extLst>
                  <a:ext uri="{0D108BD9-81ED-4DB2-BD59-A6C34878D82A}">
                    <a16:rowId xmlns:a16="http://schemas.microsoft.com/office/drawing/2014/main" val="553360087"/>
                  </a:ext>
                </a:extLst>
              </a:tr>
              <a:tr h="402543">
                <a:tc>
                  <a:txBody>
                    <a:bodyPr/>
                    <a:lstStyle/>
                    <a:p>
                      <a:pPr marL="0" marR="0" algn="l" defTabSz="932742" rtl="0" eaLnBrk="1" latinLnBrk="0" hangingPunct="1">
                        <a:lnSpc>
                          <a:spcPct val="107000"/>
                        </a:lnSpc>
                        <a:spcAft>
                          <a:spcPts val="600"/>
                        </a:spcAft>
                        <a:buNone/>
                      </a:pPr>
                      <a:r>
                        <a:rPr lang="en-US" sz="1600" b="0" kern="1200" dirty="0">
                          <a:solidFill>
                            <a:schemeClr val="tx1"/>
                          </a:solidFill>
                        </a:rPr>
                        <a:t>Develop AI agents on Azure</a:t>
                      </a:r>
                      <a:endParaRPr lang="en-US" sz="1600" b="0" kern="1200" dirty="0">
                        <a:solidFill>
                          <a:schemeClr val="tx1"/>
                        </a:solidFill>
                        <a:latin typeface="+mn-lt"/>
                        <a:ea typeface="+mn-ea"/>
                        <a:cs typeface="+mn-cs"/>
                      </a:endParaRPr>
                    </a:p>
                  </a:txBody>
                  <a:tcPr marL="25894" marR="25894" marT="0" marB="0" anchor="ctr"/>
                </a:tc>
                <a:tc>
                  <a:txBody>
                    <a:bodyPr/>
                    <a:lstStyle/>
                    <a:p>
                      <a:pPr marL="0" marR="0" algn="ctr" defTabSz="932742" rtl="0" eaLnBrk="1" latinLnBrk="0" hangingPunct="1">
                        <a:lnSpc>
                          <a:spcPct val="107000"/>
                        </a:lnSpc>
                        <a:spcAft>
                          <a:spcPts val="600"/>
                        </a:spcAft>
                        <a:buNone/>
                      </a:pPr>
                      <a:r>
                        <a:rPr lang="en-US" sz="1600" b="0" kern="1200" dirty="0">
                          <a:solidFill>
                            <a:schemeClr val="tx1"/>
                          </a:solidFill>
                        </a:rPr>
                        <a:t>2</a:t>
                      </a:r>
                      <a:endParaRPr lang="en-US" sz="1600" b="0" kern="1200" dirty="0">
                        <a:solidFill>
                          <a:schemeClr val="tx1"/>
                        </a:solidFill>
                        <a:latin typeface="+mn-lt"/>
                        <a:ea typeface="+mn-ea"/>
                        <a:cs typeface="+mn-cs"/>
                      </a:endParaRPr>
                    </a:p>
                  </a:txBody>
                  <a:tcPr marL="25894" marR="25894" marT="0" marB="0" anchor="ctr"/>
                </a:tc>
                <a:extLst>
                  <a:ext uri="{0D108BD9-81ED-4DB2-BD59-A6C34878D82A}">
                    <a16:rowId xmlns:a16="http://schemas.microsoft.com/office/drawing/2014/main" val="3978608253"/>
                  </a:ext>
                </a:extLst>
              </a:tr>
              <a:tr h="402543">
                <a:tc>
                  <a:txBody>
                    <a:bodyPr/>
                    <a:lstStyle/>
                    <a:p>
                      <a:pPr marL="0" marR="0" algn="l" defTabSz="932742" rtl="0" eaLnBrk="1" latinLnBrk="0" hangingPunct="1">
                        <a:lnSpc>
                          <a:spcPct val="107000"/>
                        </a:lnSpc>
                        <a:spcAft>
                          <a:spcPts val="600"/>
                        </a:spcAft>
                        <a:buNone/>
                      </a:pPr>
                      <a:r>
                        <a:rPr lang="en-US" sz="1600" b="0" kern="1200" dirty="0">
                          <a:solidFill>
                            <a:schemeClr val="tx1"/>
                          </a:solidFill>
                        </a:rPr>
                        <a:t>Develop natural language solutions in Azure</a:t>
                      </a:r>
                      <a:endParaRPr lang="en-US" sz="1600" b="0" kern="1200" dirty="0">
                        <a:solidFill>
                          <a:schemeClr val="tx1"/>
                        </a:solidFill>
                        <a:latin typeface="+mn-lt"/>
                        <a:ea typeface="+mn-ea"/>
                        <a:cs typeface="+mn-cs"/>
                      </a:endParaRPr>
                    </a:p>
                  </a:txBody>
                  <a:tcPr marL="25894" marR="25894" marT="0" marB="0" anchor="ctr"/>
                </a:tc>
                <a:tc>
                  <a:txBody>
                    <a:bodyPr/>
                    <a:lstStyle/>
                    <a:p>
                      <a:pPr marL="0" marR="0" algn="ctr" defTabSz="932742" rtl="0" eaLnBrk="1" latinLnBrk="0" hangingPunct="1">
                        <a:lnSpc>
                          <a:spcPct val="107000"/>
                        </a:lnSpc>
                        <a:spcAft>
                          <a:spcPts val="600"/>
                        </a:spcAft>
                        <a:buNone/>
                      </a:pPr>
                      <a:r>
                        <a:rPr lang="en-US" sz="1600" b="0" kern="1200" dirty="0">
                          <a:solidFill>
                            <a:schemeClr val="tx1"/>
                          </a:solidFill>
                        </a:rPr>
                        <a:t>3</a:t>
                      </a:r>
                      <a:endParaRPr lang="en-US" sz="1600" b="0" kern="1200" dirty="0">
                        <a:solidFill>
                          <a:schemeClr val="tx1"/>
                        </a:solidFill>
                        <a:latin typeface="+mn-lt"/>
                        <a:ea typeface="+mn-ea"/>
                        <a:cs typeface="+mn-cs"/>
                      </a:endParaRPr>
                    </a:p>
                  </a:txBody>
                  <a:tcPr marL="25894" marR="25894" marT="0" marB="0" anchor="ctr"/>
                </a:tc>
                <a:extLst>
                  <a:ext uri="{0D108BD9-81ED-4DB2-BD59-A6C34878D82A}">
                    <a16:rowId xmlns:a16="http://schemas.microsoft.com/office/drawing/2014/main" val="2291899171"/>
                  </a:ext>
                </a:extLst>
              </a:tr>
              <a:tr h="402543">
                <a:tc>
                  <a:txBody>
                    <a:bodyPr/>
                    <a:lstStyle/>
                    <a:p>
                      <a:pPr marL="0" marR="0" algn="l" defTabSz="932742" rtl="0" eaLnBrk="1" latinLnBrk="0" hangingPunct="1">
                        <a:lnSpc>
                          <a:spcPct val="107000"/>
                        </a:lnSpc>
                        <a:spcAft>
                          <a:spcPts val="600"/>
                        </a:spcAft>
                        <a:buNone/>
                      </a:pPr>
                      <a:r>
                        <a:rPr lang="en-US" sz="1600" b="0" kern="1200" dirty="0">
                          <a:solidFill>
                            <a:schemeClr val="tx1"/>
                          </a:solidFill>
                        </a:rPr>
                        <a:t>Extract insights from visual data on Azure</a:t>
                      </a:r>
                      <a:endParaRPr lang="en-US" sz="1600" b="0" kern="1200" dirty="0">
                        <a:solidFill>
                          <a:schemeClr val="tx1"/>
                        </a:solidFill>
                        <a:latin typeface="+mn-lt"/>
                        <a:ea typeface="+mn-ea"/>
                        <a:cs typeface="+mn-cs"/>
                      </a:endParaRPr>
                    </a:p>
                  </a:txBody>
                  <a:tcPr marL="25894" marR="25894" marT="0" marB="0" anchor="ctr"/>
                </a:tc>
                <a:tc>
                  <a:txBody>
                    <a:bodyPr/>
                    <a:lstStyle/>
                    <a:p>
                      <a:pPr marL="0" marR="0" algn="ctr" defTabSz="932742" rtl="0" eaLnBrk="1" latinLnBrk="0" hangingPunct="1">
                        <a:lnSpc>
                          <a:spcPct val="107000"/>
                        </a:lnSpc>
                        <a:spcAft>
                          <a:spcPts val="600"/>
                        </a:spcAft>
                        <a:buNone/>
                      </a:pPr>
                      <a:r>
                        <a:rPr lang="en-US" sz="1600" b="0" kern="1200" dirty="0">
                          <a:solidFill>
                            <a:schemeClr val="tx1"/>
                          </a:solidFill>
                        </a:rPr>
                        <a:t>4</a:t>
                      </a:r>
                      <a:endParaRPr lang="en-US" sz="1600" b="0" kern="1200" dirty="0">
                        <a:solidFill>
                          <a:schemeClr val="tx1"/>
                        </a:solidFill>
                        <a:latin typeface="+mn-lt"/>
                        <a:ea typeface="+mn-ea"/>
                        <a:cs typeface="+mn-cs"/>
                      </a:endParaRPr>
                    </a:p>
                  </a:txBody>
                  <a:tcPr marL="25894" marR="25894" marT="0" marB="0" anchor="ctr"/>
                </a:tc>
                <a:extLst>
                  <a:ext uri="{0D108BD9-81ED-4DB2-BD59-A6C34878D82A}">
                    <a16:rowId xmlns:a16="http://schemas.microsoft.com/office/drawing/2014/main" val="493781965"/>
                  </a:ext>
                </a:extLst>
              </a:tr>
            </a:tbl>
          </a:graphicData>
        </a:graphic>
      </p:graphicFrame>
    </p:spTree>
    <p:extLst>
      <p:ext uri="{BB962C8B-B14F-4D97-AF65-F5344CB8AC3E}">
        <p14:creationId xmlns:p14="http://schemas.microsoft.com/office/powerpoint/2010/main" val="406941967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EC5683A2-2179-3E79-6645-D011C29AEF71}"/>
              </a:ext>
            </a:extLst>
          </p:cNvPr>
          <p:cNvSpPr>
            <a:spLocks noGrp="1"/>
          </p:cNvSpPr>
          <p:nvPr>
            <p:ph type="title"/>
          </p:nvPr>
        </p:nvSpPr>
        <p:spPr>
          <a:xfrm>
            <a:off x="588262" y="585216"/>
            <a:ext cx="5507738" cy="861774"/>
          </a:xfrm>
        </p:spPr>
        <p:txBody>
          <a:bodyPr/>
          <a:lstStyle/>
          <a:p>
            <a:pPr marL="0" marR="0" lvl="0" indent="0" fontAlgn="auto">
              <a:spcAft>
                <a:spcPts val="0"/>
              </a:spcAft>
              <a:tabLst/>
              <a:defRPr/>
            </a:pPr>
            <a:r>
              <a:rPr lang="en-US" sz="2800"/>
              <a:t>Get the most out of your Microsoft Learn profile</a:t>
            </a:r>
          </a:p>
        </p:txBody>
      </p:sp>
      <p:sp>
        <p:nvSpPr>
          <p:cNvPr id="17" name="Text Placeholder 2">
            <a:extLst>
              <a:ext uri="{FF2B5EF4-FFF2-40B4-BE49-F238E27FC236}">
                <a16:creationId xmlns:a16="http://schemas.microsoft.com/office/drawing/2014/main" id="{01561EF4-D3D7-16D6-06AC-E0E8E0EE810E}"/>
              </a:ext>
            </a:extLst>
          </p:cNvPr>
          <p:cNvSpPr txBox="1">
            <a:spLocks/>
          </p:cNvSpPr>
          <p:nvPr/>
        </p:nvSpPr>
        <p:spPr>
          <a:xfrm>
            <a:off x="582348" y="1759165"/>
            <a:ext cx="5806188" cy="55399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Verify, track, and share your training and certification progress and accomplishments—</a:t>
            </a:r>
            <a:r>
              <a:rPr kumimoji="0" lang="en-US" b="0" i="1" u="none" strike="noStrike" kern="1200" cap="none" spc="0" normalizeH="0" baseline="0" noProof="0">
                <a:ln>
                  <a:noFill/>
                </a:ln>
                <a:solidFill>
                  <a:srgbClr val="000000"/>
                </a:solidFill>
                <a:effectLst/>
                <a:uLnTx/>
                <a:uFillTx/>
                <a:latin typeface="Segoe UI"/>
                <a:ea typeface="+mn-ea"/>
                <a:cs typeface="Segoe UI" panose="020B0502040204020203" pitchFamily="34" charset="0"/>
              </a:rPr>
              <a:t>all on one platform</a:t>
            </a:r>
          </a:p>
        </p:txBody>
      </p:sp>
      <p:sp>
        <p:nvSpPr>
          <p:cNvPr id="20" name="Text Placeholder 61">
            <a:extLst>
              <a:ext uri="{FF2B5EF4-FFF2-40B4-BE49-F238E27FC236}">
                <a16:creationId xmlns:a16="http://schemas.microsoft.com/office/drawing/2014/main" id="{D49F25EC-A170-C832-AE24-EB03D8AF0995}"/>
              </a:ext>
            </a:extLst>
          </p:cNvPr>
          <p:cNvSpPr txBox="1">
            <a:spLocks/>
          </p:cNvSpPr>
          <p:nvPr/>
        </p:nvSpPr>
        <p:spPr>
          <a:xfrm>
            <a:off x="586389" y="2654712"/>
            <a:ext cx="5373085" cy="2412968"/>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Claim your achievement code for this course and share you have completed it.</a:t>
            </a:r>
          </a:p>
          <a:p>
            <a:r>
              <a:rPr lang="en-US"/>
              <a:t>Access your course material and track progress on your learning activities.</a:t>
            </a:r>
          </a:p>
          <a:p>
            <a:r>
              <a:rPr lang="en-US"/>
              <a:t>Share and verify your Microsoft Certifications via email, on social networking platforms, and on your résumé.</a:t>
            </a:r>
          </a:p>
          <a:p>
            <a:r>
              <a:rPr lang="en-US"/>
              <a:t>Download and print transcripts and certificates.</a:t>
            </a:r>
          </a:p>
          <a:p>
            <a:r>
              <a:rPr lang="en-US"/>
              <a:t>Manage your upcoming activities and certification exam appointments.</a:t>
            </a:r>
          </a:p>
        </p:txBody>
      </p:sp>
      <p:sp>
        <p:nvSpPr>
          <p:cNvPr id="59" name="Freeform: Shape 58">
            <a:extLst>
              <a:ext uri="{FF2B5EF4-FFF2-40B4-BE49-F238E27FC236}">
                <a16:creationId xmlns:a16="http://schemas.microsoft.com/office/drawing/2014/main" id="{70ABBD99-35D1-F53B-C2EF-D0E437DC2F98}"/>
              </a:ext>
              <a:ext uri="{C183D7F6-B498-43B3-948B-1728B52AA6E4}">
                <adec:decorative xmlns:adec="http://schemas.microsoft.com/office/drawing/2017/decorative" val="1"/>
              </a:ext>
            </a:extLst>
          </p:cNvPr>
          <p:cNvSpPr/>
          <p:nvPr/>
        </p:nvSpPr>
        <p:spPr>
          <a:xfrm>
            <a:off x="-10813" y="5435139"/>
            <a:ext cx="4464280" cy="559721"/>
          </a:xfrm>
          <a:custGeom>
            <a:avLst/>
            <a:gdLst>
              <a:gd name="connsiteX0" fmla="*/ 0 w 8437531"/>
              <a:gd name="connsiteY0" fmla="*/ 0 h 1223512"/>
              <a:gd name="connsiteX1" fmla="*/ 8299274 w 8437531"/>
              <a:gd name="connsiteY1" fmla="*/ 0 h 1223512"/>
              <a:gd name="connsiteX2" fmla="*/ 8437531 w 8437531"/>
              <a:gd name="connsiteY2" fmla="*/ 138257 h 1223512"/>
              <a:gd name="connsiteX3" fmla="*/ 8437531 w 8437531"/>
              <a:gd name="connsiteY3" fmla="*/ 1085255 h 1223512"/>
              <a:gd name="connsiteX4" fmla="*/ 8299274 w 8437531"/>
              <a:gd name="connsiteY4" fmla="*/ 1223512 h 1223512"/>
              <a:gd name="connsiteX5" fmla="*/ 0 w 8437531"/>
              <a:gd name="connsiteY5" fmla="*/ 1223512 h 1223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7531" h="1223512">
                <a:moveTo>
                  <a:pt x="0" y="0"/>
                </a:moveTo>
                <a:lnTo>
                  <a:pt x="8299274" y="0"/>
                </a:lnTo>
                <a:cubicBezTo>
                  <a:pt x="8375631" y="0"/>
                  <a:pt x="8437531" y="61900"/>
                  <a:pt x="8437531" y="138257"/>
                </a:cubicBezTo>
                <a:lnTo>
                  <a:pt x="8437531" y="1085255"/>
                </a:lnTo>
                <a:cubicBezTo>
                  <a:pt x="8437531" y="1161612"/>
                  <a:pt x="8375631" y="1223512"/>
                  <a:pt x="8299274" y="1223512"/>
                </a:cubicBezTo>
                <a:lnTo>
                  <a:pt x="0" y="1223512"/>
                </a:lnTo>
                <a:close/>
              </a:path>
            </a:pathLst>
          </a:custGeom>
          <a:gradFill>
            <a:gsLst>
              <a:gs pos="0">
                <a:schemeClr val="accent3"/>
              </a:gs>
              <a:gs pos="100000">
                <a:schemeClr val="accent2"/>
              </a:gs>
            </a:gsLst>
            <a:lin ang="3900000" scaled="0"/>
          </a:gradFill>
          <a:ln>
            <a:noFill/>
          </a:ln>
          <a:effectLst>
            <a:outerShdw blurRad="254000" dist="38100" dir="18900000" sx="102000" sy="102000" algn="bl" rotWithShape="0">
              <a:schemeClr val="bg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C73ECC"/>
              </a:solidFill>
              <a:effectLst/>
              <a:uLnTx/>
              <a:uFillTx/>
              <a:latin typeface="Segoe UI"/>
              <a:ea typeface="+mn-ea"/>
              <a:cs typeface="+mn-cs"/>
            </a:endParaRPr>
          </a:p>
        </p:txBody>
      </p:sp>
      <p:sp>
        <p:nvSpPr>
          <p:cNvPr id="57" name="Text Placeholder 13">
            <a:extLst>
              <a:ext uri="{FF2B5EF4-FFF2-40B4-BE49-F238E27FC236}">
                <a16:creationId xmlns:a16="http://schemas.microsoft.com/office/drawing/2014/main" id="{1902BDB0-F449-F635-7020-1B2246BBEAEC}"/>
              </a:ext>
            </a:extLst>
          </p:cNvPr>
          <p:cNvSpPr txBox="1">
            <a:spLocks/>
          </p:cNvSpPr>
          <p:nvPr/>
        </p:nvSpPr>
        <p:spPr>
          <a:xfrm>
            <a:off x="584200" y="5591889"/>
            <a:ext cx="3930650" cy="246221"/>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a:solidFill>
                  <a:schemeClr val="bg1"/>
                </a:solidFill>
                <a:latin typeface="+mj-lt"/>
                <a:hlinkClick r:id="rId3">
                  <a:extLst>
                    <a:ext uri="{A12FA001-AC4F-418D-AE19-62706E023703}">
                      <ahyp:hlinkClr xmlns:ahyp="http://schemas.microsoft.com/office/drawing/2018/hyperlinkcolor" val="tx"/>
                    </a:ext>
                  </a:extLst>
                </a:hlinkClick>
              </a:rPr>
              <a:t>www.aka.ms/MyMicrosoftLearnProfile</a:t>
            </a:r>
            <a:endParaRPr lang="en-US">
              <a:solidFill>
                <a:schemeClr val="bg1"/>
              </a:solidFill>
              <a:latin typeface="+mj-lt"/>
            </a:endParaRPr>
          </a:p>
        </p:txBody>
      </p:sp>
      <p:sp>
        <p:nvSpPr>
          <p:cNvPr id="25" name="Text Placeholder 13">
            <a:extLst>
              <a:ext uri="{FF2B5EF4-FFF2-40B4-BE49-F238E27FC236}">
                <a16:creationId xmlns:a16="http://schemas.microsoft.com/office/drawing/2014/main" id="{CAD44BD2-B747-01D0-8FB4-522B662FE479}"/>
              </a:ext>
            </a:extLst>
          </p:cNvPr>
          <p:cNvSpPr txBox="1">
            <a:spLocks/>
          </p:cNvSpPr>
          <p:nvPr/>
        </p:nvSpPr>
        <p:spPr>
          <a:xfrm>
            <a:off x="7456697" y="808435"/>
            <a:ext cx="4337207" cy="448031"/>
          </a:xfrm>
          <a:prstGeom prst="rect">
            <a:avLst/>
          </a:prstGeom>
        </p:spPr>
        <p:txBody>
          <a:bodyPr anchor="ct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a:latin typeface="+mj-lt"/>
              </a:rPr>
              <a:t>Create your Microsoft Learn profile </a:t>
            </a:r>
            <a:br>
              <a:rPr lang="en-US">
                <a:latin typeface="+mj-lt"/>
              </a:rPr>
            </a:br>
            <a:r>
              <a:rPr lang="en-US">
                <a:latin typeface="+mj-lt"/>
              </a:rPr>
              <a:t>at </a:t>
            </a:r>
            <a:r>
              <a:rPr lang="en-US">
                <a:solidFill>
                  <a:srgbClr val="2A446F"/>
                </a:solidFill>
                <a:latin typeface="+mj-lt"/>
                <a:hlinkClick r:id="rId4">
                  <a:extLst>
                    <a:ext uri="{A12FA001-AC4F-418D-AE19-62706E023703}">
                      <ahyp:hlinkClr xmlns:ahyp="http://schemas.microsoft.com/office/drawing/2018/hyperlinkcolor" val="tx"/>
                    </a:ext>
                  </a:extLst>
                </a:hlinkClick>
              </a:rPr>
              <a:t>learn.microsoft.com</a:t>
            </a:r>
            <a:endParaRPr lang="en-US">
              <a:solidFill>
                <a:srgbClr val="2A446F"/>
              </a:solidFill>
              <a:latin typeface="+mj-lt"/>
            </a:endParaRPr>
          </a:p>
        </p:txBody>
      </p:sp>
      <p:sp>
        <p:nvSpPr>
          <p:cNvPr id="26" name="Text Placeholder 2">
            <a:extLst>
              <a:ext uri="{FF2B5EF4-FFF2-40B4-BE49-F238E27FC236}">
                <a16:creationId xmlns:a16="http://schemas.microsoft.com/office/drawing/2014/main" id="{5FA6EE8B-E7DC-E3A5-0383-CA443F74FCEE}"/>
              </a:ext>
            </a:extLst>
          </p:cNvPr>
          <p:cNvSpPr txBox="1">
            <a:spLocks/>
          </p:cNvSpPr>
          <p:nvPr/>
        </p:nvSpPr>
        <p:spPr>
          <a:xfrm>
            <a:off x="7562323" y="1407733"/>
            <a:ext cx="3499377" cy="1034802"/>
          </a:xfrm>
          <a:prstGeom prst="rect">
            <a:avLst/>
          </a:prstGeom>
        </p:spPr>
        <p:txBody>
          <a:bodyPr l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100"/>
              <a:t>Select </a:t>
            </a:r>
            <a:r>
              <a:rPr lang="en-US" sz="1100" i="1"/>
              <a:t>Sign in </a:t>
            </a:r>
            <a:r>
              <a:rPr lang="en-US" sz="1100"/>
              <a:t>at</a:t>
            </a:r>
            <a:r>
              <a:rPr lang="en-US" sz="1100" i="1"/>
              <a:t> </a:t>
            </a:r>
            <a:r>
              <a:rPr lang="en-US" sz="1100"/>
              <a:t>the top, right corner of any Microsoft Learn page. </a:t>
            </a:r>
          </a:p>
          <a:p>
            <a:r>
              <a:rPr lang="en-US" sz="1100"/>
              <a:t>Follow the Microsoft account authentication process. </a:t>
            </a:r>
          </a:p>
          <a:p>
            <a:r>
              <a:rPr lang="en-US" sz="1100"/>
              <a:t>If the account that you have chosen to sign-in with doesn't already have a Microsoft Learn profile, you’ll be guided to create one. </a:t>
            </a:r>
          </a:p>
        </p:txBody>
      </p:sp>
      <p:sp>
        <p:nvSpPr>
          <p:cNvPr id="8" name="Arrow: Bent 7">
            <a:extLst>
              <a:ext uri="{FF2B5EF4-FFF2-40B4-BE49-F238E27FC236}">
                <a16:creationId xmlns:a16="http://schemas.microsoft.com/office/drawing/2014/main" id="{024DB499-4361-4308-FC9B-E543A47F6721}"/>
              </a:ext>
              <a:ext uri="{C183D7F6-B498-43B3-948B-1728B52AA6E4}">
                <adec:decorative xmlns:adec="http://schemas.microsoft.com/office/drawing/2017/decorative" val="1"/>
              </a:ext>
            </a:extLst>
          </p:cNvPr>
          <p:cNvSpPr/>
          <p:nvPr/>
        </p:nvSpPr>
        <p:spPr bwMode="auto">
          <a:xfrm rot="5400000">
            <a:off x="9952757" y="945735"/>
            <a:ext cx="1841380" cy="2309176"/>
          </a:xfrm>
          <a:prstGeom prst="bentArrow">
            <a:avLst>
              <a:gd name="adj1" fmla="val 25000"/>
              <a:gd name="adj2" fmla="val 0"/>
              <a:gd name="adj3" fmla="val 25000"/>
              <a:gd name="adj4" fmla="val 6314"/>
            </a:avLst>
          </a:prstGeom>
          <a:ln w="25400" cap="rnd">
            <a:solidFill>
              <a:schemeClr val="accent2"/>
            </a:solidFill>
            <a:round/>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err="1">
              <a:solidFill>
                <a:srgbClr val="FFFFFF"/>
              </a:solidFill>
              <a:latin typeface="Segoe UI"/>
              <a:cs typeface="Segoe UI" pitchFamily="34" charset="0"/>
            </a:endParaRPr>
          </a:p>
        </p:txBody>
      </p:sp>
      <p:sp>
        <p:nvSpPr>
          <p:cNvPr id="22" name="Rectangle: Top Corners Rounded 21">
            <a:extLst>
              <a:ext uri="{FF2B5EF4-FFF2-40B4-BE49-F238E27FC236}">
                <a16:creationId xmlns:a16="http://schemas.microsoft.com/office/drawing/2014/main" id="{F3914AB5-A7A1-B1CF-3AF3-81A8583CD26B}"/>
              </a:ext>
              <a:ext uri="{C183D7F6-B498-43B3-948B-1728B52AA6E4}">
                <adec:decorative xmlns:adec="http://schemas.microsoft.com/office/drawing/2017/decorative" val="1"/>
              </a:ext>
            </a:extLst>
          </p:cNvPr>
          <p:cNvSpPr>
            <a:spLocks/>
          </p:cNvSpPr>
          <p:nvPr/>
        </p:nvSpPr>
        <p:spPr bwMode="auto">
          <a:xfrm rot="16200000" flipH="1">
            <a:off x="7958667" y="2334302"/>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10" name="Picture 9">
            <a:extLst>
              <a:ext uri="{FF2B5EF4-FFF2-40B4-BE49-F238E27FC236}">
                <a16:creationId xmlns:a16="http://schemas.microsoft.com/office/drawing/2014/main" id="{144B548A-EC78-506E-7F99-D22648A968B6}"/>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7458887" y="2745069"/>
            <a:ext cx="4737876" cy="3870680"/>
          </a:xfrm>
          <a:prstGeom prst="rect">
            <a:avLst/>
          </a:prstGeom>
          <a:noFill/>
          <a:ln w="38100">
            <a:noFill/>
          </a:ln>
          <a:effectLst/>
        </p:spPr>
      </p:pic>
      <p:pic>
        <p:nvPicPr>
          <p:cNvPr id="12" name="Picture 11" descr="Microsoft Learn website screenshot">
            <a:extLst>
              <a:ext uri="{FF2B5EF4-FFF2-40B4-BE49-F238E27FC236}">
                <a16:creationId xmlns:a16="http://schemas.microsoft.com/office/drawing/2014/main" id="{B0EEA3EE-F7F6-BA6A-F342-518877845D44}"/>
              </a:ext>
            </a:extLst>
          </p:cNvPr>
          <p:cNvPicPr>
            <a:picLocks noChangeAspect="1"/>
          </p:cNvPicPr>
          <p:nvPr/>
        </p:nvPicPr>
        <p:blipFill rotWithShape="1">
          <a:blip r:embed="rId6"/>
          <a:srcRect t="-76" b="8479"/>
          <a:stretch/>
        </p:blipFill>
        <p:spPr>
          <a:xfrm>
            <a:off x="7720926" y="3033275"/>
            <a:ext cx="4480303" cy="3372290"/>
          </a:xfrm>
          <a:prstGeom prst="rect">
            <a:avLst/>
          </a:prstGeom>
        </p:spPr>
      </p:pic>
      <p:pic>
        <p:nvPicPr>
          <p:cNvPr id="9" name="Picture 8">
            <a:extLst>
              <a:ext uri="{FF2B5EF4-FFF2-40B4-BE49-F238E27FC236}">
                <a16:creationId xmlns:a16="http://schemas.microsoft.com/office/drawing/2014/main" id="{15887BF4-33EA-A468-090A-94ACB3C77DD7}"/>
              </a:ext>
              <a:ext uri="{C183D7F6-B498-43B3-948B-1728B52AA6E4}">
                <adec:decorative xmlns:adec="http://schemas.microsoft.com/office/drawing/2017/decorative" val="1"/>
              </a:ext>
            </a:extLst>
          </p:cNvPr>
          <p:cNvPicPr>
            <a:picLocks noChangeAspect="1"/>
          </p:cNvPicPr>
          <p:nvPr/>
        </p:nvPicPr>
        <p:blipFill>
          <a:blip r:embed="rId7"/>
          <a:srcRect/>
          <a:stretch/>
        </p:blipFill>
        <p:spPr>
          <a:xfrm rot="5400000">
            <a:off x="11970573" y="2916615"/>
            <a:ext cx="114925" cy="170961"/>
          </a:xfrm>
          <a:prstGeom prst="rect">
            <a:avLst/>
          </a:prstGeom>
        </p:spPr>
      </p:pic>
      <p:pic>
        <p:nvPicPr>
          <p:cNvPr id="5" name="Picture 4" descr="Sign in pop-up">
            <a:extLst>
              <a:ext uri="{FF2B5EF4-FFF2-40B4-BE49-F238E27FC236}">
                <a16:creationId xmlns:a16="http://schemas.microsoft.com/office/drawing/2014/main" id="{06632F90-8BFB-A457-5B90-5C3445C5B308}"/>
              </a:ext>
            </a:extLst>
          </p:cNvPr>
          <p:cNvPicPr>
            <a:picLocks noChangeAspect="1"/>
          </p:cNvPicPr>
          <p:nvPr/>
        </p:nvPicPr>
        <p:blipFill>
          <a:blip r:embed="rId8"/>
          <a:stretch>
            <a:fillRect/>
          </a:stretch>
        </p:blipFill>
        <p:spPr>
          <a:xfrm>
            <a:off x="10091967" y="3232230"/>
            <a:ext cx="1939466" cy="1486251"/>
          </a:xfrm>
          <a:prstGeom prst="rect">
            <a:avLst/>
          </a:prstGeom>
          <a:ln w="34925">
            <a:noFill/>
          </a:ln>
          <a:effectLst>
            <a:outerShdw blurRad="314198" dist="111760" dir="8040000" algn="ctr" rotWithShape="0">
              <a:srgbClr val="000000">
                <a:alpha val="22000"/>
              </a:srgbClr>
            </a:outerShdw>
          </a:effectLst>
        </p:spPr>
      </p:pic>
      <p:sp>
        <p:nvSpPr>
          <p:cNvPr id="4" name="Footer Placeholder 3">
            <a:extLst>
              <a:ext uri="{FF2B5EF4-FFF2-40B4-BE49-F238E27FC236}">
                <a16:creationId xmlns:a16="http://schemas.microsoft.com/office/drawing/2014/main" id="{83E7426D-DC20-2106-1286-3E57DEC9DD19}"/>
              </a:ext>
            </a:extLst>
          </p:cNvPr>
          <p:cNvSpPr>
            <a:spLocks noGrp="1"/>
          </p:cNvSpPr>
          <p:nvPr>
            <p:ph type="ftr" sz="quarter" idx="3"/>
          </p:nvPr>
        </p:nvSpPr>
        <p:spPr>
          <a:xfrm>
            <a:off x="579438" y="6421083"/>
            <a:ext cx="4151312" cy="197976"/>
          </a:xfrm>
        </p:spPr>
        <p:txBody>
          <a:bodyPr/>
          <a:lstStyle/>
          <a:p>
            <a:r>
              <a:rPr lang="en-US"/>
              <a:t>© Copyright Microsoft Corporation. All rights reserved.</a:t>
            </a:r>
          </a:p>
        </p:txBody>
      </p:sp>
    </p:spTree>
    <p:extLst>
      <p:ext uri="{BB962C8B-B14F-4D97-AF65-F5344CB8AC3E}">
        <p14:creationId xmlns:p14="http://schemas.microsoft.com/office/powerpoint/2010/main" val="141633821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767E9-DE24-BFC9-0344-C106894F0BBE}"/>
              </a:ext>
            </a:extLst>
          </p:cNvPr>
          <p:cNvSpPr>
            <a:spLocks noGrp="1"/>
          </p:cNvSpPr>
          <p:nvPr>
            <p:ph type="title"/>
          </p:nvPr>
        </p:nvSpPr>
        <p:spPr>
          <a:xfrm>
            <a:off x="588963" y="585788"/>
            <a:ext cx="5862637" cy="430887"/>
          </a:xfrm>
        </p:spPr>
        <p:txBody>
          <a:bodyPr/>
          <a:lstStyle/>
          <a:p>
            <a:r>
              <a:rPr lang="en-US" sz="2800"/>
              <a:t>Access your course material</a:t>
            </a:r>
          </a:p>
        </p:txBody>
      </p:sp>
      <p:sp>
        <p:nvSpPr>
          <p:cNvPr id="6" name="Text Placeholder 2">
            <a:extLst>
              <a:ext uri="{FF2B5EF4-FFF2-40B4-BE49-F238E27FC236}">
                <a16:creationId xmlns:a16="http://schemas.microsoft.com/office/drawing/2014/main" id="{4044A96B-6E8F-0626-1F15-2DB8E0B8E052}"/>
              </a:ext>
            </a:extLst>
          </p:cNvPr>
          <p:cNvSpPr txBox="1">
            <a:spLocks/>
          </p:cNvSpPr>
          <p:nvPr/>
        </p:nvSpPr>
        <p:spPr>
          <a:xfrm>
            <a:off x="582348" y="1239164"/>
            <a:ext cx="5806188" cy="276999"/>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All course content is available on Microsoft Learn </a:t>
            </a:r>
          </a:p>
        </p:txBody>
      </p:sp>
      <p:sp>
        <p:nvSpPr>
          <p:cNvPr id="8" name="Freeform: Shape 7">
            <a:extLst>
              <a:ext uri="{FF2B5EF4-FFF2-40B4-BE49-F238E27FC236}">
                <a16:creationId xmlns:a16="http://schemas.microsoft.com/office/drawing/2014/main" id="{D827E476-C5F2-1EE3-D528-BABA8D3D86DE}"/>
              </a:ext>
              <a:ext uri="{C183D7F6-B498-43B3-948B-1728B52AA6E4}">
                <adec:decorative xmlns:adec="http://schemas.microsoft.com/office/drawing/2017/decorative" val="1"/>
              </a:ext>
            </a:extLst>
          </p:cNvPr>
          <p:cNvSpPr/>
          <p:nvPr/>
        </p:nvSpPr>
        <p:spPr>
          <a:xfrm>
            <a:off x="0" y="1561853"/>
            <a:ext cx="10391554" cy="559721"/>
          </a:xfrm>
          <a:custGeom>
            <a:avLst/>
            <a:gdLst>
              <a:gd name="connsiteX0" fmla="*/ 0 w 8437531"/>
              <a:gd name="connsiteY0" fmla="*/ 0 h 1223512"/>
              <a:gd name="connsiteX1" fmla="*/ 8299274 w 8437531"/>
              <a:gd name="connsiteY1" fmla="*/ 0 h 1223512"/>
              <a:gd name="connsiteX2" fmla="*/ 8437531 w 8437531"/>
              <a:gd name="connsiteY2" fmla="*/ 138257 h 1223512"/>
              <a:gd name="connsiteX3" fmla="*/ 8437531 w 8437531"/>
              <a:gd name="connsiteY3" fmla="*/ 1085255 h 1223512"/>
              <a:gd name="connsiteX4" fmla="*/ 8299274 w 8437531"/>
              <a:gd name="connsiteY4" fmla="*/ 1223512 h 1223512"/>
              <a:gd name="connsiteX5" fmla="*/ 0 w 8437531"/>
              <a:gd name="connsiteY5" fmla="*/ 1223512 h 1223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7531" h="1223512">
                <a:moveTo>
                  <a:pt x="0" y="0"/>
                </a:moveTo>
                <a:lnTo>
                  <a:pt x="8299274" y="0"/>
                </a:lnTo>
                <a:cubicBezTo>
                  <a:pt x="8375631" y="0"/>
                  <a:pt x="8437531" y="61900"/>
                  <a:pt x="8437531" y="138257"/>
                </a:cubicBezTo>
                <a:lnTo>
                  <a:pt x="8437531" y="1085255"/>
                </a:lnTo>
                <a:cubicBezTo>
                  <a:pt x="8437531" y="1161612"/>
                  <a:pt x="8375631" y="1223512"/>
                  <a:pt x="8299274" y="1223512"/>
                </a:cubicBezTo>
                <a:lnTo>
                  <a:pt x="0" y="1223512"/>
                </a:lnTo>
                <a:close/>
              </a:path>
            </a:pathLst>
          </a:custGeom>
          <a:gradFill>
            <a:gsLst>
              <a:gs pos="0">
                <a:schemeClr val="accent3"/>
              </a:gs>
              <a:gs pos="100000">
                <a:schemeClr val="accent2"/>
              </a:gs>
            </a:gsLst>
            <a:lin ang="3900000" scaled="0"/>
          </a:gradFill>
          <a:ln>
            <a:noFill/>
          </a:ln>
          <a:effectLst>
            <a:outerShdw blurRad="254000" dist="38100" dir="18900000" sx="102000" sy="102000" algn="bl" rotWithShape="0">
              <a:schemeClr val="bg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C73ECC"/>
              </a:solidFill>
              <a:effectLst/>
              <a:uLnTx/>
              <a:uFillTx/>
              <a:latin typeface="Segoe UI"/>
              <a:ea typeface="+mn-ea"/>
              <a:cs typeface="+mn-cs"/>
            </a:endParaRPr>
          </a:p>
        </p:txBody>
      </p:sp>
      <p:sp>
        <p:nvSpPr>
          <p:cNvPr id="9" name="Text Placeholder 13">
            <a:extLst>
              <a:ext uri="{FF2B5EF4-FFF2-40B4-BE49-F238E27FC236}">
                <a16:creationId xmlns:a16="http://schemas.microsoft.com/office/drawing/2014/main" id="{E81F08F0-69C3-503F-98FA-49046BF52668}"/>
              </a:ext>
            </a:extLst>
          </p:cNvPr>
          <p:cNvSpPr txBox="1">
            <a:spLocks/>
          </p:cNvSpPr>
          <p:nvPr/>
        </p:nvSpPr>
        <p:spPr>
          <a:xfrm>
            <a:off x="579438" y="1715114"/>
            <a:ext cx="9796543" cy="276999"/>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buNone/>
            </a:pPr>
            <a:r>
              <a:rPr lang="en-US" sz="1600" dirty="0">
                <a:solidFill>
                  <a:schemeClr val="bg1"/>
                </a:solidFill>
                <a:latin typeface="+mj-lt"/>
              </a:rPr>
              <a:t>https://aka.ms/Course-AI-103</a:t>
            </a:r>
          </a:p>
        </p:txBody>
      </p:sp>
      <p:sp>
        <p:nvSpPr>
          <p:cNvPr id="11" name="Text Placeholder 61">
            <a:extLst>
              <a:ext uri="{FF2B5EF4-FFF2-40B4-BE49-F238E27FC236}">
                <a16:creationId xmlns:a16="http://schemas.microsoft.com/office/drawing/2014/main" id="{872DF97A-AE97-BEEE-3029-CB3AEFF7028B}"/>
              </a:ext>
            </a:extLst>
          </p:cNvPr>
          <p:cNvSpPr txBox="1">
            <a:spLocks/>
          </p:cNvSpPr>
          <p:nvPr/>
        </p:nvSpPr>
        <p:spPr>
          <a:xfrm>
            <a:off x="579439" y="3006168"/>
            <a:ext cx="3967162" cy="1034129"/>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rgbClr val="000000"/>
                </a:solidFill>
                <a:latin typeface="Segoe UI"/>
              </a:rPr>
              <a:t>We’ll go through this content together and as the course progresses, I will advise you on which modules to review.</a:t>
            </a:r>
          </a:p>
          <a:p>
            <a:r>
              <a:rPr lang="en-US" dirty="0">
                <a:solidFill>
                  <a:srgbClr val="000000"/>
                </a:solidFill>
                <a:latin typeface="Segoe UI"/>
              </a:rPr>
              <a:t>The content on Microsoft Learn may include details not covered in the class due to time constraints.</a:t>
            </a:r>
          </a:p>
          <a:p>
            <a:r>
              <a:rPr lang="en-US" dirty="0"/>
              <a:t>You can provide feedback for modules on Microsoft Learn. Find how at the bottom of each page.</a:t>
            </a:r>
          </a:p>
        </p:txBody>
      </p:sp>
      <p:pic>
        <p:nvPicPr>
          <p:cNvPr id="12" name="Picture 11">
            <a:extLst>
              <a:ext uri="{FF2B5EF4-FFF2-40B4-BE49-F238E27FC236}">
                <a16:creationId xmlns:a16="http://schemas.microsoft.com/office/drawing/2014/main" id="{EBF5A11E-96B7-DC94-AA95-8C59BC5256C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0" y="5417921"/>
            <a:ext cx="6764867" cy="383704"/>
          </a:xfrm>
          <a:prstGeom prst="rect">
            <a:avLst/>
          </a:prstGeom>
        </p:spPr>
      </p:pic>
      <p:sp>
        <p:nvSpPr>
          <p:cNvPr id="32" name="Text Placeholder 2">
            <a:extLst>
              <a:ext uri="{FF2B5EF4-FFF2-40B4-BE49-F238E27FC236}">
                <a16:creationId xmlns:a16="http://schemas.microsoft.com/office/drawing/2014/main" id="{91BC0955-5F04-8692-97FB-179B5EDB16EB}"/>
              </a:ext>
            </a:extLst>
          </p:cNvPr>
          <p:cNvSpPr txBox="1">
            <a:spLocks/>
          </p:cNvSpPr>
          <p:nvPr/>
        </p:nvSpPr>
        <p:spPr>
          <a:xfrm>
            <a:off x="7785100" y="2759947"/>
            <a:ext cx="4406900" cy="246221"/>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This course includes lab exercises:</a:t>
            </a:r>
          </a:p>
        </p:txBody>
      </p:sp>
      <p:sp>
        <p:nvSpPr>
          <p:cNvPr id="33" name="Text Placeholder 61">
            <a:extLst>
              <a:ext uri="{FF2B5EF4-FFF2-40B4-BE49-F238E27FC236}">
                <a16:creationId xmlns:a16="http://schemas.microsoft.com/office/drawing/2014/main" id="{6BA32D2F-A3BB-0F92-562E-47913E4D8086}"/>
              </a:ext>
            </a:extLst>
          </p:cNvPr>
          <p:cNvSpPr txBox="1">
            <a:spLocks/>
          </p:cNvSpPr>
          <p:nvPr/>
        </p:nvSpPr>
        <p:spPr>
          <a:xfrm>
            <a:off x="7785100" y="3193409"/>
            <a:ext cx="3593570" cy="492443"/>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srgbClr val="000000"/>
                </a:solidFill>
                <a:latin typeface="Segoe UI"/>
              </a:rPr>
              <a:t>Detailed exercise instructions are included in your lab environment.</a:t>
            </a:r>
          </a:p>
        </p:txBody>
      </p:sp>
      <p:sp>
        <p:nvSpPr>
          <p:cNvPr id="28" name="Freeform: Shape 27">
            <a:extLst>
              <a:ext uri="{FF2B5EF4-FFF2-40B4-BE49-F238E27FC236}">
                <a16:creationId xmlns:a16="http://schemas.microsoft.com/office/drawing/2014/main" id="{0B8C1002-7AB4-728F-DFD1-D736F69B71BD}"/>
              </a:ext>
              <a:ext uri="{C183D7F6-B498-43B3-948B-1728B52AA6E4}">
                <adec:decorative xmlns:adec="http://schemas.microsoft.com/office/drawing/2017/decorative" val="1"/>
              </a:ext>
            </a:extLst>
          </p:cNvPr>
          <p:cNvSpPr/>
          <p:nvPr/>
        </p:nvSpPr>
        <p:spPr>
          <a:xfrm flipH="1">
            <a:off x="7764307" y="3903857"/>
            <a:ext cx="4427693" cy="564642"/>
          </a:xfrm>
          <a:custGeom>
            <a:avLst/>
            <a:gdLst>
              <a:gd name="connsiteX0" fmla="*/ 0 w 8437531"/>
              <a:gd name="connsiteY0" fmla="*/ 0 h 1223512"/>
              <a:gd name="connsiteX1" fmla="*/ 8299274 w 8437531"/>
              <a:gd name="connsiteY1" fmla="*/ 0 h 1223512"/>
              <a:gd name="connsiteX2" fmla="*/ 8437531 w 8437531"/>
              <a:gd name="connsiteY2" fmla="*/ 138257 h 1223512"/>
              <a:gd name="connsiteX3" fmla="*/ 8437531 w 8437531"/>
              <a:gd name="connsiteY3" fmla="*/ 1085255 h 1223512"/>
              <a:gd name="connsiteX4" fmla="*/ 8299274 w 8437531"/>
              <a:gd name="connsiteY4" fmla="*/ 1223512 h 1223512"/>
              <a:gd name="connsiteX5" fmla="*/ 0 w 8437531"/>
              <a:gd name="connsiteY5" fmla="*/ 1223512 h 1223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37531" h="1223512">
                <a:moveTo>
                  <a:pt x="0" y="0"/>
                </a:moveTo>
                <a:lnTo>
                  <a:pt x="8299274" y="0"/>
                </a:lnTo>
                <a:cubicBezTo>
                  <a:pt x="8375631" y="0"/>
                  <a:pt x="8437531" y="61900"/>
                  <a:pt x="8437531" y="138257"/>
                </a:cubicBezTo>
                <a:lnTo>
                  <a:pt x="8437531" y="1085255"/>
                </a:lnTo>
                <a:cubicBezTo>
                  <a:pt x="8437531" y="1161612"/>
                  <a:pt x="8375631" y="1223512"/>
                  <a:pt x="8299274" y="1223512"/>
                </a:cubicBezTo>
                <a:lnTo>
                  <a:pt x="0" y="1223512"/>
                </a:lnTo>
                <a:close/>
              </a:path>
            </a:pathLst>
          </a:custGeom>
          <a:solidFill>
            <a:schemeClr val="bg1"/>
          </a:solidFill>
          <a:ln>
            <a:noFill/>
          </a:ln>
          <a:effectLst>
            <a:outerShdw blurRad="254000" dist="38100" dir="18900000" sx="102000" sy="102000" algn="bl" rotWithShape="0">
              <a:schemeClr val="bg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C73ECC"/>
              </a:solidFill>
              <a:effectLst/>
              <a:uLnTx/>
              <a:uFillTx/>
              <a:latin typeface="Segoe UI"/>
              <a:ea typeface="+mn-ea"/>
              <a:cs typeface="+mn-cs"/>
            </a:endParaRPr>
          </a:p>
        </p:txBody>
      </p:sp>
      <p:sp>
        <p:nvSpPr>
          <p:cNvPr id="29" name="Text Placeholder 13">
            <a:extLst>
              <a:ext uri="{FF2B5EF4-FFF2-40B4-BE49-F238E27FC236}">
                <a16:creationId xmlns:a16="http://schemas.microsoft.com/office/drawing/2014/main" id="{7FF546A5-9F65-C8AE-FEFD-9330CE945664}"/>
              </a:ext>
            </a:extLst>
          </p:cNvPr>
          <p:cNvSpPr txBox="1">
            <a:spLocks/>
          </p:cNvSpPr>
          <p:nvPr/>
        </p:nvSpPr>
        <p:spPr>
          <a:xfrm>
            <a:off x="8009877" y="4063068"/>
            <a:ext cx="4182124" cy="326052"/>
          </a:xfrm>
          <a:prstGeom prst="rect">
            <a:avLst/>
          </a:prstGeom>
        </p:spPr>
        <p:txBody>
          <a:bodyPr lIns="0" tIns="0" rIns="0" bIns="0"/>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buNone/>
            </a:pPr>
            <a:r>
              <a:rPr lang="en-US" sz="1400" dirty="0">
                <a:solidFill>
                  <a:schemeClr val="accent2"/>
                </a:solidFill>
                <a:latin typeface="+mj-lt"/>
              </a:rPr>
              <a:t>https://go.microsoft.com/fwlink/?linkid=2310820</a:t>
            </a:r>
          </a:p>
        </p:txBody>
      </p:sp>
      <p:sp>
        <p:nvSpPr>
          <p:cNvPr id="4" name="Footer Placeholder 3">
            <a:extLst>
              <a:ext uri="{FF2B5EF4-FFF2-40B4-BE49-F238E27FC236}">
                <a16:creationId xmlns:a16="http://schemas.microsoft.com/office/drawing/2014/main" id="{2FE3E430-4D21-6070-565F-549992A363A9}"/>
              </a:ext>
            </a:extLst>
          </p:cNvPr>
          <p:cNvSpPr>
            <a:spLocks noGrp="1"/>
          </p:cNvSpPr>
          <p:nvPr>
            <p:ph type="ftr" sz="quarter" idx="3"/>
          </p:nvPr>
        </p:nvSpPr>
        <p:spPr>
          <a:xfrm>
            <a:off x="579438" y="6421083"/>
            <a:ext cx="4151312" cy="197976"/>
          </a:xfrm>
        </p:spPr>
        <p:txBody>
          <a:bodyPr/>
          <a:lstStyle/>
          <a:p>
            <a:r>
              <a:rPr lang="en-US"/>
              <a:t>© Copyright Microsoft Corporation. All rights reserved.</a:t>
            </a:r>
          </a:p>
        </p:txBody>
      </p:sp>
      <p:sp>
        <p:nvSpPr>
          <p:cNvPr id="5" name="Flowchart: Off-page Connector 44">
            <a:extLst>
              <a:ext uri="{FF2B5EF4-FFF2-40B4-BE49-F238E27FC236}">
                <a16:creationId xmlns:a16="http://schemas.microsoft.com/office/drawing/2014/main" id="{6683EAD0-C52D-6D46-24CA-8B4E8882F62D}"/>
              </a:ext>
            </a:extLst>
          </p:cNvPr>
          <p:cNvSpPr/>
          <p:nvPr/>
        </p:nvSpPr>
        <p:spPr bwMode="auto">
          <a:xfrm rot="5400000">
            <a:off x="5112660" y="2344435"/>
            <a:ext cx="1865376" cy="3683487"/>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0 w 10000"/>
              <a:gd name="connsiteY0" fmla="*/ 42 h 10042"/>
              <a:gd name="connsiteX1" fmla="*/ 4876 w 10000"/>
              <a:gd name="connsiteY1" fmla="*/ 0 h 10042"/>
              <a:gd name="connsiteX2" fmla="*/ 10000 w 10000"/>
              <a:gd name="connsiteY2" fmla="*/ 42 h 10042"/>
              <a:gd name="connsiteX3" fmla="*/ 10000 w 10000"/>
              <a:gd name="connsiteY3" fmla="*/ 8042 h 10042"/>
              <a:gd name="connsiteX4" fmla="*/ 5000 w 10000"/>
              <a:gd name="connsiteY4" fmla="*/ 10042 h 10042"/>
              <a:gd name="connsiteX5" fmla="*/ 0 w 10000"/>
              <a:gd name="connsiteY5" fmla="*/ 8042 h 10042"/>
              <a:gd name="connsiteX6" fmla="*/ 0 w 10000"/>
              <a:gd name="connsiteY6" fmla="*/ 42 h 10042"/>
              <a:gd name="connsiteX0" fmla="*/ 0 w 10000"/>
              <a:gd name="connsiteY0" fmla="*/ 2329 h 12329"/>
              <a:gd name="connsiteX1" fmla="*/ 5123 w 10000"/>
              <a:gd name="connsiteY1" fmla="*/ 0 h 12329"/>
              <a:gd name="connsiteX2" fmla="*/ 10000 w 10000"/>
              <a:gd name="connsiteY2" fmla="*/ 2329 h 12329"/>
              <a:gd name="connsiteX3" fmla="*/ 10000 w 10000"/>
              <a:gd name="connsiteY3" fmla="*/ 10329 h 12329"/>
              <a:gd name="connsiteX4" fmla="*/ 5000 w 10000"/>
              <a:gd name="connsiteY4" fmla="*/ 12329 h 12329"/>
              <a:gd name="connsiteX5" fmla="*/ 0 w 10000"/>
              <a:gd name="connsiteY5" fmla="*/ 10329 h 12329"/>
              <a:gd name="connsiteX6" fmla="*/ 0 w 10000"/>
              <a:gd name="connsiteY6" fmla="*/ 2329 h 12329"/>
              <a:gd name="connsiteX0" fmla="*/ 0 w 10000"/>
              <a:gd name="connsiteY0" fmla="*/ 2329 h 10329"/>
              <a:gd name="connsiteX1" fmla="*/ 5123 w 10000"/>
              <a:gd name="connsiteY1" fmla="*/ 0 h 10329"/>
              <a:gd name="connsiteX2" fmla="*/ 10000 w 10000"/>
              <a:gd name="connsiteY2" fmla="*/ 2329 h 10329"/>
              <a:gd name="connsiteX3" fmla="*/ 10000 w 10000"/>
              <a:gd name="connsiteY3" fmla="*/ 10329 h 10329"/>
              <a:gd name="connsiteX4" fmla="*/ 0 w 10000"/>
              <a:gd name="connsiteY4" fmla="*/ 10329 h 10329"/>
              <a:gd name="connsiteX5" fmla="*/ 0 w 10000"/>
              <a:gd name="connsiteY5" fmla="*/ 2329 h 1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329">
                <a:moveTo>
                  <a:pt x="0" y="2329"/>
                </a:moveTo>
                <a:lnTo>
                  <a:pt x="5123" y="0"/>
                </a:lnTo>
                <a:lnTo>
                  <a:pt x="10000" y="2329"/>
                </a:lnTo>
                <a:lnTo>
                  <a:pt x="10000" y="10329"/>
                </a:lnTo>
                <a:lnTo>
                  <a:pt x="0" y="10329"/>
                </a:lnTo>
                <a:lnTo>
                  <a:pt x="0" y="2329"/>
                </a:lnTo>
                <a:close/>
              </a:path>
            </a:pathLst>
          </a:custGeom>
          <a:solidFill>
            <a:schemeClr val="accent3"/>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defTabSz="932472" fontAlgn="base">
              <a:spcBef>
                <a:spcPct val="0"/>
              </a:spcBef>
              <a:spcAft>
                <a:spcPts val="600"/>
              </a:spcAft>
            </a:pPr>
            <a:r>
              <a:rPr lang="en-US" sz="1500" b="1" dirty="0">
                <a:solidFill>
                  <a:schemeClr val="bg1"/>
                </a:solidFill>
                <a:latin typeface="+mj-lt"/>
                <a:ea typeface="Segoe UI" pitchFamily="34" charset="0"/>
                <a:cs typeface="Segoe UI" pitchFamily="34" charset="0"/>
              </a:rPr>
              <a:t>Trainers: </a:t>
            </a:r>
            <a:endParaRPr lang="en-US" sz="1100" b="1" dirty="0">
              <a:solidFill>
                <a:schemeClr val="bg1"/>
              </a:solidFill>
              <a:latin typeface="+mj-lt"/>
              <a:ea typeface="Segoe UI" pitchFamily="34" charset="0"/>
              <a:cs typeface="Segoe UI" pitchFamily="34" charset="0"/>
            </a:endParaRPr>
          </a:p>
          <a:p>
            <a:pPr marL="0" marR="0" lvl="0" indent="0" defTabSz="932472" eaLnBrk="1" fontAlgn="base" latinLnBrk="0" hangingPunct="1">
              <a:lnSpc>
                <a:spcPct val="100000"/>
              </a:lnSpc>
              <a:spcBef>
                <a:spcPct val="0"/>
              </a:spcBef>
              <a:spcAft>
                <a:spcPts val="600"/>
              </a:spcAft>
              <a:buClrTx/>
              <a:buSzTx/>
              <a:buFontTx/>
              <a:buNone/>
              <a:tabLst/>
              <a:defRPr/>
            </a:pPr>
            <a:r>
              <a:rPr kumimoji="0" lang="en-US" sz="1100" b="0" i="0" u="none" strike="noStrike" kern="0" cap="none" spc="0" normalizeH="0" baseline="0" noProof="0" dirty="0">
                <a:ln>
                  <a:noFill/>
                </a:ln>
                <a:solidFill>
                  <a:schemeClr val="bg1"/>
                </a:solidFill>
                <a:effectLst/>
                <a:uLnTx/>
                <a:uFillTx/>
                <a:latin typeface="Segoe UI"/>
                <a:ea typeface="Segoe UI" pitchFamily="34" charset="0"/>
                <a:cs typeface="Segoe UI" pitchFamily="34" charset="0"/>
              </a:rPr>
              <a:t>Update the lab URL for the hosted lab environment as appropriate (if you have a single source). Or delete this box.</a:t>
            </a:r>
          </a:p>
          <a:p>
            <a:pPr marL="0" marR="0" lvl="0" indent="0" defTabSz="932472" eaLnBrk="1" fontAlgn="base" latinLnBrk="0" hangingPunct="1">
              <a:lnSpc>
                <a:spcPct val="100000"/>
              </a:lnSpc>
              <a:spcBef>
                <a:spcPct val="0"/>
              </a:spcBef>
              <a:spcAft>
                <a:spcPts val="600"/>
              </a:spcAft>
              <a:buClrTx/>
              <a:buSzTx/>
              <a:buFontTx/>
              <a:buNone/>
              <a:tabLst/>
              <a:defRPr/>
            </a:pPr>
            <a:r>
              <a:rPr lang="en-US" sz="1100" kern="0" dirty="0">
                <a:solidFill>
                  <a:schemeClr val="bg1"/>
                </a:solidFill>
                <a:latin typeface="Segoe UI"/>
                <a:ea typeface="Segoe UI" pitchFamily="34" charset="0"/>
                <a:cs typeface="Segoe UI" pitchFamily="34" charset="0"/>
              </a:rPr>
              <a:t>Then delete this note.</a:t>
            </a:r>
            <a:endParaRPr kumimoji="0" lang="en-US" sz="1100" b="0" i="0" u="none" strike="noStrike" kern="0" cap="none" spc="0" normalizeH="0" baseline="0" noProof="0" dirty="0">
              <a:ln>
                <a:noFill/>
              </a:ln>
              <a:solidFill>
                <a:schemeClr val="bg1"/>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87258139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ACDD559A-25F8-918A-9C24-8A8DF8FB4288}"/>
              </a:ext>
            </a:extLst>
          </p:cNvPr>
          <p:cNvSpPr>
            <a:spLocks noGrp="1"/>
          </p:cNvSpPr>
          <p:nvPr>
            <p:ph type="title"/>
          </p:nvPr>
        </p:nvSpPr>
        <p:spPr>
          <a:xfrm>
            <a:off x="588262" y="1224813"/>
            <a:ext cx="4402493" cy="1107996"/>
          </a:xfrm>
        </p:spPr>
        <p:txBody>
          <a:bodyPr/>
          <a:lstStyle/>
          <a:p>
            <a:r>
              <a:rPr lang="en-US" sz="3600"/>
              <a:t>Become </a:t>
            </a:r>
            <a:br>
              <a:rPr lang="en-US" sz="3600"/>
            </a:br>
            <a:r>
              <a:rPr lang="en-US" sz="3600"/>
              <a:t>Microsoft Certified</a:t>
            </a:r>
          </a:p>
        </p:txBody>
      </p:sp>
      <p:sp>
        <p:nvSpPr>
          <p:cNvPr id="3" name="Oval 2">
            <a:extLst>
              <a:ext uri="{FF2B5EF4-FFF2-40B4-BE49-F238E27FC236}">
                <a16:creationId xmlns:a16="http://schemas.microsoft.com/office/drawing/2014/main" id="{E0FC82C5-B8CF-CE13-4A23-7C15F1CE303C}"/>
              </a:ext>
              <a:ext uri="{C183D7F6-B498-43B3-948B-1728B52AA6E4}">
                <adec:decorative xmlns:adec="http://schemas.microsoft.com/office/drawing/2017/decorative" val="1"/>
              </a:ext>
            </a:extLst>
          </p:cNvPr>
          <p:cNvSpPr/>
          <p:nvPr/>
        </p:nvSpPr>
        <p:spPr>
          <a:xfrm>
            <a:off x="5540699" y="1200446"/>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21" name="Picture 20">
            <a:extLst>
              <a:ext uri="{FF2B5EF4-FFF2-40B4-BE49-F238E27FC236}">
                <a16:creationId xmlns:a16="http://schemas.microsoft.com/office/drawing/2014/main" id="{15DEF036-DB68-7837-5186-51A159AC84F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725667" y="1385414"/>
            <a:ext cx="740664" cy="740664"/>
          </a:xfrm>
          <a:prstGeom prst="rect">
            <a:avLst/>
          </a:prstGeom>
        </p:spPr>
      </p:pic>
      <p:sp>
        <p:nvSpPr>
          <p:cNvPr id="12" name="TextBox 11">
            <a:extLst>
              <a:ext uri="{FF2B5EF4-FFF2-40B4-BE49-F238E27FC236}">
                <a16:creationId xmlns:a16="http://schemas.microsoft.com/office/drawing/2014/main" id="{53322978-A730-EB17-5D62-A209F514E7E2}"/>
              </a:ext>
            </a:extLst>
          </p:cNvPr>
          <p:cNvSpPr txBox="1"/>
          <p:nvPr/>
        </p:nvSpPr>
        <p:spPr>
          <a:xfrm>
            <a:off x="6971476" y="1135039"/>
            <a:ext cx="2196634" cy="830997"/>
          </a:xfrm>
          <a:prstGeom prst="rect">
            <a:avLst/>
          </a:prstGeom>
          <a:noFill/>
        </p:spPr>
        <p:txBody>
          <a:bodyPr wrap="square" lIns="0" tIns="45720" rIns="91440" bIns="45720" rtlCol="0" anchor="t">
            <a:spAutoFit/>
          </a:bodyPr>
          <a:lstStyle>
            <a:defPPr>
              <a:defRPr lang="en-US"/>
            </a:defPPr>
            <a:lvl1pPr>
              <a:defRPr sz="7330" b="1" spc="-50">
                <a:ln w="3175">
                  <a:noFill/>
                </a:ln>
                <a:gradFill>
                  <a:gsLst>
                    <a:gs pos="100000">
                      <a:schemeClr val="accent4"/>
                    </a:gs>
                    <a:gs pos="32000">
                      <a:srgbClr val="FF5C39"/>
                    </a:gs>
                  </a:gsLst>
                  <a:lin ang="3900000" scaled="0"/>
                </a:gradFill>
                <a:latin typeface="Segoe UI Variable Text" pitchFamily="2" charset="0"/>
                <a:cs typeface="Segoe UI Semibold" panose="020B0502040204020203" pitchFamily="34" charset="0"/>
              </a:defRPr>
            </a:lvl1pPr>
          </a:lstStyle>
          <a:p>
            <a:pPr>
              <a:defRPr/>
            </a:pPr>
            <a:r>
              <a:rPr lang="en-US" sz="4800">
                <a:solidFill>
                  <a:schemeClr val="accent2"/>
                </a:solidFill>
                <a:latin typeface="+mj-lt"/>
                <a:cs typeface="Segoe UI Semibold"/>
              </a:rPr>
              <a:t>92</a:t>
            </a:r>
            <a:r>
              <a:rPr kumimoji="0" lang="en-US" sz="4400" b="1" i="0" u="none" strike="noStrike" kern="1200" cap="none" spc="-50" normalizeH="0" baseline="30000" noProof="0">
                <a:ln w="3175">
                  <a:noFill/>
                </a:ln>
                <a:solidFill>
                  <a:schemeClr val="accent2"/>
                </a:solidFill>
                <a:effectLst/>
                <a:uLnTx/>
                <a:uFillTx/>
                <a:latin typeface="+mj-lt"/>
                <a:cs typeface="Segoe UI Semibold"/>
              </a:rPr>
              <a:t>%</a:t>
            </a:r>
            <a:r>
              <a:rPr lang="en-US" sz="4800">
                <a:solidFill>
                  <a:schemeClr val="accent2"/>
                </a:solidFill>
                <a:latin typeface="+mj-lt"/>
                <a:cs typeface="Segoe UI Semibold"/>
              </a:rPr>
              <a:t> </a:t>
            </a:r>
            <a:endParaRPr kumimoji="0" lang="en-US" sz="4800" b="1" i="0" u="none" strike="noStrike" kern="1200" cap="none" spc="-50" normalizeH="0" baseline="0" noProof="0">
              <a:ln w="3175">
                <a:noFill/>
              </a:ln>
              <a:solidFill>
                <a:schemeClr val="accent2"/>
              </a:solidFill>
              <a:effectLst/>
              <a:uLnTx/>
              <a:uFillTx/>
              <a:latin typeface="+mj-lt"/>
              <a:ea typeface="+mn-ea"/>
              <a:cs typeface="Segoe UI Semibold" panose="020B0502040204020203" pitchFamily="34" charset="0"/>
            </a:endParaRPr>
          </a:p>
        </p:txBody>
      </p:sp>
      <p:sp>
        <p:nvSpPr>
          <p:cNvPr id="13" name="TextBox 12">
            <a:extLst>
              <a:ext uri="{FF2B5EF4-FFF2-40B4-BE49-F238E27FC236}">
                <a16:creationId xmlns:a16="http://schemas.microsoft.com/office/drawing/2014/main" id="{50D7965D-FCAF-55DD-10B8-5DF1E54A3BC7}"/>
              </a:ext>
            </a:extLst>
          </p:cNvPr>
          <p:cNvSpPr txBox="1"/>
          <p:nvPr/>
        </p:nvSpPr>
        <p:spPr>
          <a:xfrm>
            <a:off x="6971477" y="1832668"/>
            <a:ext cx="3920788" cy="523220"/>
          </a:xfrm>
          <a:prstGeom prst="rect">
            <a:avLst/>
          </a:prstGeom>
          <a:noFill/>
        </p:spPr>
        <p:txBody>
          <a:bodyPr wrap="square" lIns="0" tIns="45720" rIns="91440" bIns="45720" anchor="t">
            <a:spAutoFit/>
          </a:bodyPr>
          <a:lstStyle/>
          <a:p>
            <a:pPr>
              <a:defRPr/>
            </a:pPr>
            <a:r>
              <a:rPr kumimoji="0" lang="en-US" sz="1400" b="0" i="0" u="none" strike="noStrike" kern="1200" cap="none" spc="0" normalizeH="0" baseline="0" noProof="0">
                <a:ln>
                  <a:noFill/>
                </a:ln>
                <a:solidFill>
                  <a:srgbClr val="000000"/>
                </a:solidFill>
                <a:effectLst/>
                <a:uLnTx/>
                <a:uFillTx/>
                <a:latin typeface="Segoe UI"/>
                <a:ea typeface="+mn-ea"/>
                <a:cs typeface="+mn-cs"/>
              </a:rPr>
              <a:t>of certified IT professionals feel more confident in their abilities after earning certifications¹ </a:t>
            </a:r>
          </a:p>
        </p:txBody>
      </p:sp>
      <p:sp>
        <p:nvSpPr>
          <p:cNvPr id="4" name="Rectangle 3">
            <a:extLst>
              <a:ext uri="{FF2B5EF4-FFF2-40B4-BE49-F238E27FC236}">
                <a16:creationId xmlns:a16="http://schemas.microsoft.com/office/drawing/2014/main" id="{DE95DCB5-4258-68B1-1A56-68B7CC5D0F2D}"/>
              </a:ext>
              <a:ext uri="{C183D7F6-B498-43B3-948B-1728B52AA6E4}">
                <adec:decorative xmlns:adec="http://schemas.microsoft.com/office/drawing/2017/decorative" val="1"/>
              </a:ext>
            </a:extLst>
          </p:cNvPr>
          <p:cNvSpPr/>
          <p:nvPr/>
        </p:nvSpPr>
        <p:spPr bwMode="auto">
          <a:xfrm flipV="1">
            <a:off x="-1" y="3117681"/>
            <a:ext cx="12192000" cy="3740319"/>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5" name="Rounded Rectangle 3_1">
            <a:extLst>
              <a:ext uri="{FF2B5EF4-FFF2-40B4-BE49-F238E27FC236}">
                <a16:creationId xmlns:a16="http://schemas.microsoft.com/office/drawing/2014/main" id="{0CC3932D-AF62-994B-BAF6-36B38660AE6A}"/>
              </a:ext>
            </a:extLst>
          </p:cNvPr>
          <p:cNvSpPr/>
          <p:nvPr/>
        </p:nvSpPr>
        <p:spPr>
          <a:xfrm>
            <a:off x="580399" y="3575048"/>
            <a:ext cx="5367964" cy="1992314"/>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45720" rIns="18288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D0D0D"/>
                </a:solidFill>
                <a:effectLst/>
                <a:uLnTx/>
                <a:uFillTx/>
                <a:latin typeface="Segoe UI"/>
                <a:ea typeface="+mn-ea"/>
                <a:cs typeface="+mn-cs"/>
              </a:rPr>
              <a:t>Get recognized by earning industry validation for technical knowledge. Ensure you stay current with the necessary skills and expertise for continued success​.</a:t>
            </a:r>
            <a:br>
              <a:rPr kumimoji="0" lang="en-US" sz="1600" b="0" i="0" u="none" strike="noStrike" kern="1200" cap="none" spc="0" normalizeH="0" baseline="0" noProof="0">
                <a:ln>
                  <a:noFill/>
                </a:ln>
                <a:solidFill>
                  <a:srgbClr val="0D0D0D"/>
                </a:solidFill>
                <a:effectLst/>
                <a:uLnTx/>
                <a:uFillTx/>
                <a:latin typeface="Segoe UI"/>
                <a:ea typeface="+mn-ea"/>
                <a:cs typeface="+mn-cs"/>
              </a:rPr>
            </a:br>
            <a:endParaRPr kumimoji="0" lang="en-US" sz="1600" b="0" i="0" u="none" strike="noStrike" kern="1200" cap="none" spc="0" normalizeH="0" baseline="0" noProof="0">
              <a:ln>
                <a:noFill/>
              </a:ln>
              <a:solidFill>
                <a:srgbClr val="0D0D0D"/>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D0D0D"/>
                </a:solidFill>
                <a:effectLst/>
                <a:uLnTx/>
                <a:uFillTx/>
                <a:latin typeface="Segoe UI"/>
                <a:ea typeface="+mn-ea"/>
                <a:cs typeface="+mn-cs"/>
              </a:rPr>
              <a:t>Start at </a:t>
            </a:r>
            <a:r>
              <a:rPr kumimoji="0" lang="en-US" sz="1600" b="0" i="0" u="none" strike="noStrike" kern="1200" cap="none" spc="0" normalizeH="0" baseline="0" noProof="0">
                <a:ln>
                  <a:noFill/>
                </a:ln>
                <a:solidFill>
                  <a:srgbClr val="0D0D0D"/>
                </a:solidFill>
                <a:effectLst/>
                <a:uLnTx/>
                <a:uFillTx/>
                <a:latin typeface="Segoe UI"/>
                <a:ea typeface="+mn-ea"/>
                <a:cs typeface="+mn-cs"/>
                <a:hlinkClick r:id="rId4"/>
              </a:rPr>
              <a:t>learn.microsoft.com/certifications</a:t>
            </a:r>
            <a:endParaRPr kumimoji="0" lang="en-US" sz="1600" b="0" i="0" u="none" strike="noStrike" kern="1200" cap="none" spc="0" normalizeH="0" baseline="0" noProof="0">
              <a:ln>
                <a:noFill/>
              </a:ln>
              <a:solidFill>
                <a:srgbClr val="0D0D0D"/>
              </a:solidFill>
              <a:effectLst/>
              <a:uLnTx/>
              <a:uFillTx/>
              <a:latin typeface="Segoe UI"/>
              <a:ea typeface="+mn-ea"/>
              <a:cs typeface="+mn-cs"/>
            </a:endParaRPr>
          </a:p>
        </p:txBody>
      </p:sp>
      <p:sp>
        <p:nvSpPr>
          <p:cNvPr id="6" name="Rounded Rectangle 3_1">
            <a:extLst>
              <a:ext uri="{FF2B5EF4-FFF2-40B4-BE49-F238E27FC236}">
                <a16:creationId xmlns:a16="http://schemas.microsoft.com/office/drawing/2014/main" id="{43F14745-9308-59B5-B699-2477843145BF}"/>
              </a:ext>
            </a:extLst>
          </p:cNvPr>
          <p:cNvSpPr/>
          <p:nvPr/>
        </p:nvSpPr>
        <p:spPr>
          <a:xfrm>
            <a:off x="6252005" y="3575843"/>
            <a:ext cx="5367964" cy="1992314"/>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45720" rIns="18288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0D0D0D"/>
                </a:solidFill>
                <a:effectLst/>
                <a:uLnTx/>
                <a:uFillTx/>
                <a:latin typeface="Segoe UI"/>
                <a:ea typeface="+mn-ea"/>
                <a:cs typeface="+mn-cs"/>
              </a:rPr>
              <a:t>Microsoft role-based and specialty certifications require annual renewal.</a:t>
            </a:r>
            <a:r>
              <a:rPr kumimoji="0" lang="en-US" sz="1800" b="0" i="0" u="none" strike="noStrike" kern="1200" cap="none" spc="0" normalizeH="0" baseline="30000" noProof="0">
                <a:ln>
                  <a:noFill/>
                </a:ln>
                <a:solidFill>
                  <a:srgbClr val="0D0D0D"/>
                </a:solidFill>
                <a:effectLst/>
                <a:uLnTx/>
                <a:uFillTx/>
                <a:latin typeface="Segoe UI"/>
                <a:ea typeface="+mn-ea"/>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aseline="30000">
              <a:solidFill>
                <a:srgbClr val="0D0D0D"/>
              </a:solidFill>
              <a:latin typeface="Segoe UI"/>
            </a:endParaRPr>
          </a:p>
          <a:p>
            <a:pPr defTabSz="914400">
              <a:defRPr/>
            </a:pPr>
            <a:r>
              <a:rPr kumimoji="0" lang="en-US" sz="1600" b="0" i="0" u="none" strike="noStrike" kern="1200" cap="none" spc="0" normalizeH="0" baseline="0" noProof="0">
                <a:ln>
                  <a:noFill/>
                </a:ln>
                <a:solidFill>
                  <a:srgbClr val="0D0D0D"/>
                </a:solidFill>
                <a:effectLst/>
                <a:uLnTx/>
                <a:uFillTx/>
                <a:latin typeface="Segoe UI"/>
                <a:ea typeface="+mn-ea"/>
                <a:cs typeface="+mn-cs"/>
              </a:rPr>
              <a:t>Learn about certification renewal at </a:t>
            </a:r>
            <a:r>
              <a:rPr kumimoji="0" lang="en-US" sz="1600" b="0" i="0" u="none" strike="noStrike" kern="1200" cap="none" spc="0" normalizeH="0" baseline="0" noProof="0">
                <a:ln>
                  <a:noFill/>
                </a:ln>
                <a:solidFill>
                  <a:srgbClr val="0D0D0D"/>
                </a:solidFill>
                <a:effectLst/>
                <a:uLnTx/>
                <a:uFillTx/>
                <a:latin typeface="Segoe UI"/>
                <a:ea typeface="+mn-ea"/>
                <a:cs typeface="+mn-cs"/>
                <a:hlinkClick r:id="rId5"/>
              </a:rPr>
              <a:t>aka.ms/</a:t>
            </a:r>
            <a:r>
              <a:rPr kumimoji="0" lang="en-US" sz="1600" b="0" i="0" u="none" strike="noStrike" kern="1200" cap="none" spc="0" normalizeH="0" baseline="0" noProof="0" err="1">
                <a:ln>
                  <a:noFill/>
                </a:ln>
                <a:solidFill>
                  <a:srgbClr val="0D0D0D"/>
                </a:solidFill>
                <a:effectLst/>
                <a:uLnTx/>
                <a:uFillTx/>
                <a:latin typeface="Segoe UI"/>
                <a:ea typeface="+mn-ea"/>
                <a:cs typeface="+mn-cs"/>
                <a:hlinkClick r:id="rId5"/>
              </a:rPr>
              <a:t>RenewYourCert</a:t>
            </a:r>
            <a:endParaRPr kumimoji="0" lang="en-US" sz="1600" b="0" i="0" u="none" strike="noStrike" kern="1200" cap="none" spc="0" normalizeH="0" baseline="0" noProof="0">
              <a:ln>
                <a:noFill/>
              </a:ln>
              <a:solidFill>
                <a:srgbClr val="0D0D0D"/>
              </a:solidFill>
              <a:effectLst/>
              <a:uLnTx/>
              <a:uFillTx/>
              <a:latin typeface="Segoe UI"/>
              <a:ea typeface="+mn-ea"/>
              <a:cs typeface="+mn-cs"/>
            </a:endParaRPr>
          </a:p>
        </p:txBody>
      </p:sp>
      <p:sp>
        <p:nvSpPr>
          <p:cNvPr id="14" name="TextBox 13">
            <a:extLst>
              <a:ext uri="{FF2B5EF4-FFF2-40B4-BE49-F238E27FC236}">
                <a16:creationId xmlns:a16="http://schemas.microsoft.com/office/drawing/2014/main" id="{B5D6AEFE-B61B-8AF6-CE8A-695BF709C726}"/>
              </a:ext>
            </a:extLst>
          </p:cNvPr>
          <p:cNvSpPr txBox="1"/>
          <p:nvPr/>
        </p:nvSpPr>
        <p:spPr>
          <a:xfrm>
            <a:off x="583095" y="6082602"/>
            <a:ext cx="11016238" cy="230832"/>
          </a:xfrm>
          <a:prstGeom prst="rect">
            <a:avLst/>
          </a:prstGeom>
          <a:noFill/>
        </p:spPr>
        <p:txBody>
          <a:bodyPr wrap="square" lIns="0" tIns="45720" rIns="91440" bIns="45720" anchor="b">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effectLst/>
                <a:uLnTx/>
                <a:uFillTx/>
                <a:latin typeface="Segoe UI"/>
                <a:ea typeface="+mn-ea"/>
                <a:cs typeface="Segoe UI" panose="020B0502040204020203" pitchFamily="34" charset="0"/>
                <a:sym typeface="Segoe UI Semibold"/>
              </a:rPr>
              <a:t>¹ </a:t>
            </a:r>
            <a:r>
              <a:rPr kumimoji="0" lang="en-US" sz="900" b="0" i="0" u="none" strike="noStrike" kern="1200" cap="none" spc="0" normalizeH="0" baseline="0" noProof="0">
                <a:ln>
                  <a:noFill/>
                </a:ln>
                <a:effectLst/>
                <a:uLnTx/>
                <a:uFillTx/>
                <a:latin typeface="Segoe UI"/>
                <a:ea typeface="+mn-ea"/>
                <a:cs typeface="Segoe UI" panose="020B0502040204020203" pitchFamily="34" charset="0"/>
                <a:sym typeface="Segoe UI Semibold"/>
                <a:hlinkClick r:id="rId6">
                  <a:extLst>
                    <a:ext uri="{A12FA001-AC4F-418D-AE19-62706E023703}">
                      <ahyp:hlinkClr xmlns:ahyp="http://schemas.microsoft.com/office/drawing/2018/hyperlinkcolor" val="tx"/>
                    </a:ext>
                  </a:extLst>
                </a:hlinkClick>
              </a:rPr>
              <a:t>“2023 Value of IT Certification | Candidate Report,” Pearson VUE, 2023</a:t>
            </a:r>
            <a:r>
              <a:rPr kumimoji="0" lang="en-US" sz="900" b="0" i="0" u="none" strike="noStrike" kern="1200" cap="none" spc="0" normalizeH="0" baseline="0" noProof="0">
                <a:ln>
                  <a:noFill/>
                </a:ln>
                <a:effectLst/>
                <a:uLnTx/>
                <a:uFillTx/>
                <a:latin typeface="Segoe UI"/>
                <a:ea typeface="+mn-ea"/>
                <a:cs typeface="Segoe UI" panose="020B0502040204020203" pitchFamily="34" charset="0"/>
                <a:sym typeface="Segoe UI Semibold"/>
              </a:rPr>
              <a:t>   </a:t>
            </a:r>
            <a:r>
              <a:rPr lang="en-US" sz="900" baseline="30000"/>
              <a:t>2 </a:t>
            </a:r>
            <a:r>
              <a:rPr lang="en-US" sz="900"/>
              <a:t>Microsoft fundamentals certifications don’t expire</a:t>
            </a:r>
            <a:endParaRPr kumimoji="0" lang="en-US" sz="900" b="0" i="0" u="none" strike="noStrike" kern="1200" cap="none" spc="0" normalizeH="0" baseline="0" noProof="0">
              <a:ln>
                <a:noFill/>
              </a:ln>
              <a:effectLst/>
              <a:uLnTx/>
              <a:uFillTx/>
              <a:latin typeface="Segoe UI"/>
              <a:ea typeface="+mn-ea"/>
              <a:cs typeface="Segoe UI" panose="020B0502040204020203" pitchFamily="34" charset="0"/>
              <a:sym typeface="Segoe UI Semibold"/>
            </a:endParaRPr>
          </a:p>
        </p:txBody>
      </p:sp>
      <p:sp>
        <p:nvSpPr>
          <p:cNvPr id="2" name="Footer Placeholder 1">
            <a:extLst>
              <a:ext uri="{FF2B5EF4-FFF2-40B4-BE49-F238E27FC236}">
                <a16:creationId xmlns:a16="http://schemas.microsoft.com/office/drawing/2014/main" id="{29E65EAD-DB53-8B16-745F-CE1B0159325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260422342"/>
      </p:ext>
    </p:extLst>
  </p:cSld>
  <p:clrMapOvr>
    <a:masterClrMapping/>
  </p:clrMapOvr>
  <p:transition>
    <p:fade/>
  </p:transition>
</p:sld>
</file>

<file path=ppt/theme/theme1.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58DD63460F6D46982CDFCFF3E015F7" ma:contentTypeVersion="22" ma:contentTypeDescription="Create a new document." ma:contentTypeScope="" ma:versionID="aefca38c49527ef64f3f2f50af708025">
  <xsd:schema xmlns:xsd="http://www.w3.org/2001/XMLSchema" xmlns:xs="http://www.w3.org/2001/XMLSchema" xmlns:p="http://schemas.microsoft.com/office/2006/metadata/properties" xmlns:ns1="http://schemas.microsoft.com/sharepoint/v3" xmlns:ns2="7e96d60b-db1d-44a2-8be4-a128982f8e65" xmlns:ns3="76e03480-8cba-4236-ba8e-c2eaec5d39d6" xmlns:ns4="230e9df3-be65-4c73-a93b-d1236ebd677e" targetNamespace="http://schemas.microsoft.com/office/2006/metadata/properties" ma:root="true" ma:fieldsID="997283cb93de478139b04474b2562cb7" ns1:_="" ns2:_="" ns3:_="" ns4:_="">
    <xsd:import namespace="http://schemas.microsoft.com/sharepoint/v3"/>
    <xsd:import namespace="7e96d60b-db1d-44a2-8be4-a128982f8e65"/>
    <xsd:import namespace="76e03480-8cba-4236-ba8e-c2eaec5d39d6"/>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3:SharedWithUsers" minOccurs="0"/>
                <xsd:element ref="ns3:SharedWithDetails" minOccurs="0"/>
                <xsd:element ref="ns4:TaxCatchAll" minOccurs="0"/>
                <xsd:element ref="ns2:ImageTagsTaxHTField"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MediaServiceOCR"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e96d60b-db1d-44a2-8be4-a128982f8e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ImageTagsTaxHTField" ma:index="18"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OCR" ma:index="25" nillable="true" ma:displayName="Extracted Text" ma:internalName="MediaServiceOCR" ma:readOnly="true">
      <xsd:simpleType>
        <xsd:restriction base="dms:Note">
          <xsd:maxLength value="255"/>
        </xsd:restriction>
      </xsd:simpleType>
    </xsd:element>
    <xsd:element name="MediaServiceDocTags" ma:index="26" nillable="true" ma:displayName="MediaServiceDocTags" ma:hidden="true" ma:internalName="MediaServiceDocTags" ma:readOnly="true">
      <xsd:simpleType>
        <xsd:restriction base="dms:Note"/>
      </xsd:simple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e03480-8cba-4236-ba8e-c2eaec5d39d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d3a55172-29fb-46cf-bf19-6b0aaa21b093}" ma:internalName="TaxCatchAll" ma:showField="CatchAllData" ma:web="76e03480-8cba-4236-ba8e-c2eaec5d39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TagsTaxHTField xmlns="7e96d60b-db1d-44a2-8be4-a128982f8e65">
      <Terms xmlns="http://schemas.microsoft.com/office/infopath/2007/PartnerControls"/>
    </ImageTagsTaxHTField>
  </documentManagement>
</p:properties>
</file>

<file path=customXml/itemProps1.xml><?xml version="1.0" encoding="utf-8"?>
<ds:datastoreItem xmlns:ds="http://schemas.openxmlformats.org/officeDocument/2006/customXml" ds:itemID="{7EAA080C-72FB-4401-9754-A32DB38CAF57}">
  <ds:schemaRefs>
    <ds:schemaRef ds:uri="230e9df3-be65-4c73-a93b-d1236ebd677e"/>
    <ds:schemaRef ds:uri="76e03480-8cba-4236-ba8e-c2eaec5d39d6"/>
    <ds:schemaRef ds:uri="7e96d60b-db1d-44a2-8be4-a128982f8e6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F990F116-B58F-4255-B05B-DA3808E0E5C6}">
  <ds:schemaRefs>
    <ds:schemaRef ds:uri="http://purl.org/dc/elements/1.1/"/>
    <ds:schemaRef ds:uri="http://purl.org/dc/terms/"/>
    <ds:schemaRef ds:uri="7e96d60b-db1d-44a2-8be4-a128982f8e65"/>
    <ds:schemaRef ds:uri="http://schemas.microsoft.com/office/2006/documentManagement/types"/>
    <ds:schemaRef ds:uri="230e9df3-be65-4c73-a93b-d1236ebd677e"/>
    <ds:schemaRef ds:uri="http://schemas.microsoft.com/office/infopath/2007/PartnerControls"/>
    <ds:schemaRef ds:uri="http://schemas.openxmlformats.org/package/2006/metadata/core-properties"/>
    <ds:schemaRef ds:uri="76e03480-8cba-4236-ba8e-c2eaec5d39d6"/>
    <ds:schemaRef ds:uri="http://schemas.microsoft.com/sharepoint/v3"/>
    <ds:schemaRef ds:uri="http://schemas.microsoft.com/office/2006/metadata/properties"/>
    <ds:schemaRef ds:uri="http://www.w3.org/XML/1998/namespace"/>
    <ds:schemaRef ds:uri="http://purl.org/dc/dcmityp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630</TotalTime>
  <Words>922</Words>
  <Application>Microsoft Office PowerPoint</Application>
  <PresentationFormat>Widescreen</PresentationFormat>
  <Paragraphs>86</Paragraphs>
  <Slides>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Consolas</vt:lpstr>
      <vt:lpstr>Segoe UI</vt:lpstr>
      <vt:lpstr>Segoe UI Light</vt:lpstr>
      <vt:lpstr>Segoe UI Semibold</vt:lpstr>
      <vt:lpstr>Wingdings</vt:lpstr>
      <vt:lpstr>LIGHT MODE</vt:lpstr>
      <vt:lpstr>Walk-in slide</vt:lpstr>
      <vt:lpstr>Develop AI Apps and Agents on Azure Introduction</vt:lpstr>
      <vt:lpstr>Hello!</vt:lpstr>
      <vt:lpstr>About this course</vt:lpstr>
      <vt:lpstr>Course schedule</vt:lpstr>
      <vt:lpstr>Get the most out of your Microsoft Learn profile</vt:lpstr>
      <vt:lpstr>Access your course material</vt:lpstr>
      <vt:lpstr>Become  Microsoft Certified</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Learn ILT course  master template</dc:title>
  <dc:subject>&lt;Event name&gt;</dc:subject>
  <dc:creator>heidi@mindseyepdx.com</dc:creator>
  <cp:keywords/>
  <dc:description/>
  <cp:lastModifiedBy>Ivor Berry</cp:lastModifiedBy>
  <cp:revision>15</cp:revision>
  <dcterms:created xsi:type="dcterms:W3CDTF">2023-06-16T20:38:16Z</dcterms:created>
  <dcterms:modified xsi:type="dcterms:W3CDTF">2026-05-12T12:14:00Z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0x0101000358DD63460F6D46982CDFCFF3E015F7</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MediaServiceImageTags">
    <vt:lpwstr/>
  </property>
</Properties>
</file>