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4"/>
  </p:sldMasterIdLst>
  <p:notesMasterIdLst>
    <p:notesMasterId r:id="rId9"/>
  </p:notesMasterIdLst>
  <p:handoutMasterIdLst>
    <p:handoutMasterId r:id="rId10"/>
  </p:handoutMasterIdLst>
  <p:sldIdLst>
    <p:sldId id="2147479557" r:id="rId5"/>
    <p:sldId id="2147479729" r:id="rId6"/>
    <p:sldId id="2147479730" r:id="rId7"/>
    <p:sldId id="2147479728" r:id="rId8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FD0D05-1B6C-B9DD-05F5-5BAF8705D900}" name="Ron Sasaki" initials="RS" userId="S::rsasaki@microsoft.com::d50e61ca-c12c-4489-bcc9-f00936fa5f6e" providerId="AD"/>
  <p188:author id="{999BBDA0-6DD0-1FC2-4156-10230AF06B33}" name="heidi@mindseyepdx.com" initials="h" userId="S::heidi@mindseyepdx.com::a1bc4856-633f-4b84-8338-4fab10310c7a" providerId="AD"/>
  <p188:author id="{2D7C0DE9-CAB2-3D67-0CB7-665236291F0D}" name="Heidi Laverty" initials="HL" userId="7f49b1eb0f3d108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E8E8E8"/>
    <a:srgbClr val="D4D4D4"/>
    <a:srgbClr val="E8E6DF"/>
    <a:srgbClr val="FB5A65"/>
    <a:srgbClr val="CD9BCF"/>
    <a:srgbClr val="FFA38B"/>
    <a:srgbClr val="D59ED7"/>
    <a:srgbClr val="8DC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C63DC-60D9-45A4-84FC-EAAAE1DD1FCA}" v="1" dt="2023-12-07T06:08:07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454" y="114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r Berry" userId="96544f6f-8d1b-4abf-b41a-4612af170be1" providerId="ADAL" clId="{8ACC63DC-60D9-45A4-84FC-EAAAE1DD1FCA}"/>
    <pc:docChg chg="delSld">
      <pc:chgData name="Ivor Berry" userId="96544f6f-8d1b-4abf-b41a-4612af170be1" providerId="ADAL" clId="{8ACC63DC-60D9-45A4-84FC-EAAAE1DD1FCA}" dt="2023-12-07T06:07:41.249" v="0" actId="2696"/>
      <pc:docMkLst>
        <pc:docMk/>
      </pc:docMkLst>
      <pc:sldChg chg="del">
        <pc:chgData name="Ivor Berry" userId="96544f6f-8d1b-4abf-b41a-4612af170be1" providerId="ADAL" clId="{8ACC63DC-60D9-45A4-84FC-EAAAE1DD1FCA}" dt="2023-12-07T06:07:41.249" v="0" actId="2696"/>
        <pc:sldMkLst>
          <pc:docMk/>
          <pc:sldMk cId="439534986" sldId="2147479656"/>
        </pc:sldMkLst>
      </pc:sldChg>
    </pc:docChg>
  </pc:docChgLst>
  <pc:docChgLst>
    <pc:chgData name="Ivor Berry" userId="96544f6f-8d1b-4abf-b41a-4612af170be1" providerId="ADAL" clId="{AE9319E3-BCCF-4C0E-9BA4-BC4F05D52C2D}"/>
    <pc:docChg chg="undo custSel addSld delSld modSld addSection delSection modSection">
      <pc:chgData name="Ivor Berry" userId="96544f6f-8d1b-4abf-b41a-4612af170be1" providerId="ADAL" clId="{AE9319E3-BCCF-4C0E-9BA4-BC4F05D52C2D}" dt="2023-11-01T21:30:26.165" v="495" actId="17853"/>
      <pc:docMkLst>
        <pc:docMk/>
      </pc:docMkLst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3787736589" sldId="1632"/>
        </pc:sldMkLst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945232278" sldId="1637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1734498451" sldId="2076138419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1096935855" sldId="2076138420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2365532101" sldId="2123258937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3067333247" sldId="2123258938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4122111893" sldId="2123258939"/>
        </pc:sldMkLst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1896435163" sldId="2147479555"/>
        </pc:sldMkLst>
      </pc:sldChg>
      <pc:sldChg chg="add del">
        <pc:chgData name="Ivor Berry" userId="96544f6f-8d1b-4abf-b41a-4612af170be1" providerId="ADAL" clId="{AE9319E3-BCCF-4C0E-9BA4-BC4F05D52C2D}" dt="2023-11-01T21:30:22.875" v="494" actId="47"/>
        <pc:sldMkLst>
          <pc:docMk/>
          <pc:sldMk cId="2893079036" sldId="2147479584"/>
        </pc:sldMkLst>
      </pc:sldChg>
      <pc:sldChg chg="add del">
        <pc:chgData name="Ivor Berry" userId="96544f6f-8d1b-4abf-b41a-4612af170be1" providerId="ADAL" clId="{AE9319E3-BCCF-4C0E-9BA4-BC4F05D52C2D}" dt="2023-11-01T21:30:15.872" v="492" actId="47"/>
        <pc:sldMkLst>
          <pc:docMk/>
          <pc:sldMk cId="1994320715" sldId="2147479654"/>
        </pc:sldMkLst>
      </pc:sldChg>
      <pc:sldChg chg="delSp modSp add del mod">
        <pc:chgData name="Ivor Berry" userId="96544f6f-8d1b-4abf-b41a-4612af170be1" providerId="ADAL" clId="{AE9319E3-BCCF-4C0E-9BA4-BC4F05D52C2D}" dt="2023-11-01T21:30:15.872" v="492" actId="47"/>
        <pc:sldMkLst>
          <pc:docMk/>
          <pc:sldMk cId="439534986" sldId="2147479656"/>
        </pc:sldMkLst>
        <pc:spChg chg="del">
          <ac:chgData name="Ivor Berry" userId="96544f6f-8d1b-4abf-b41a-4612af170be1" providerId="ADAL" clId="{AE9319E3-BCCF-4C0E-9BA4-BC4F05D52C2D}" dt="2023-11-01T21:23:51.094" v="47" actId="478"/>
          <ac:spMkLst>
            <pc:docMk/>
            <pc:sldMk cId="439534986" sldId="2147479656"/>
            <ac:spMk id="3" creationId="{6E22D802-11F5-69E4-ED51-1722AC2CE959}"/>
          </ac:spMkLst>
        </pc:spChg>
        <pc:spChg chg="mod">
          <ac:chgData name="Ivor Berry" userId="96544f6f-8d1b-4abf-b41a-4612af170be1" providerId="ADAL" clId="{AE9319E3-BCCF-4C0E-9BA4-BC4F05D52C2D}" dt="2023-11-01T21:25:00.177" v="228" actId="20577"/>
          <ac:spMkLst>
            <pc:docMk/>
            <pc:sldMk cId="439534986" sldId="2147479656"/>
            <ac:spMk id="5" creationId="{C6774742-B51A-7AB0-5C2C-8C2CFAC7FA4A}"/>
          </ac:spMkLst>
        </pc:spChg>
        <pc:spChg chg="mod">
          <ac:chgData name="Ivor Berry" userId="96544f6f-8d1b-4abf-b41a-4612af170be1" providerId="ADAL" clId="{AE9319E3-BCCF-4C0E-9BA4-BC4F05D52C2D}" dt="2023-11-01T21:27:06.718" v="443" actId="6549"/>
          <ac:spMkLst>
            <pc:docMk/>
            <pc:sldMk cId="439534986" sldId="2147479656"/>
            <ac:spMk id="13" creationId="{C2C305D4-EFF2-1747-FE82-9AA47D27A3F9}"/>
          </ac:spMkLst>
        </pc:spChg>
        <pc:spChg chg="mod">
          <ac:chgData name="Ivor Berry" userId="96544f6f-8d1b-4abf-b41a-4612af170be1" providerId="ADAL" clId="{AE9319E3-BCCF-4C0E-9BA4-BC4F05D52C2D}" dt="2023-11-01T21:25:16.589" v="231"/>
          <ac:spMkLst>
            <pc:docMk/>
            <pc:sldMk cId="439534986" sldId="2147479656"/>
            <ac:spMk id="14" creationId="{AD2590E8-30A6-88E8-46EF-8B3C842DA5F5}"/>
          </ac:spMkLst>
        </pc:spChg>
      </pc:sldChg>
      <pc:sldChg chg="del">
        <pc:chgData name="Ivor Berry" userId="96544f6f-8d1b-4abf-b41a-4612af170be1" providerId="ADAL" clId="{AE9319E3-BCCF-4C0E-9BA4-BC4F05D52C2D}" dt="2023-11-01T21:29:56.940" v="489" actId="47"/>
        <pc:sldMkLst>
          <pc:docMk/>
          <pc:sldMk cId="3514854106" sldId="2147479683"/>
        </pc:sldMkLst>
      </pc:sldChg>
      <pc:sldChg chg="modSp add del mod">
        <pc:chgData name="Ivor Berry" userId="96544f6f-8d1b-4abf-b41a-4612af170be1" providerId="ADAL" clId="{AE9319E3-BCCF-4C0E-9BA4-BC4F05D52C2D}" dt="2023-11-01T21:30:15.872" v="492" actId="47"/>
        <pc:sldMkLst>
          <pc:docMk/>
          <pc:sldMk cId="3602704393" sldId="2147479685"/>
        </pc:sldMkLst>
        <pc:spChg chg="mod">
          <ac:chgData name="Ivor Berry" userId="96544f6f-8d1b-4abf-b41a-4612af170be1" providerId="ADAL" clId="{AE9319E3-BCCF-4C0E-9BA4-BC4F05D52C2D}" dt="2023-11-01T21:28:27.048" v="452" actId="12"/>
          <ac:spMkLst>
            <pc:docMk/>
            <pc:sldMk cId="3602704393" sldId="2147479685"/>
            <ac:spMk id="6" creationId="{131DC5A8-B5BA-DFEF-397B-28E8FE7FA031}"/>
          </ac:spMkLst>
        </pc:spChg>
        <pc:spChg chg="mod">
          <ac:chgData name="Ivor Berry" userId="96544f6f-8d1b-4abf-b41a-4612af170be1" providerId="ADAL" clId="{AE9319E3-BCCF-4C0E-9BA4-BC4F05D52C2D}" dt="2023-11-01T21:29:31.875" v="487" actId="20577"/>
          <ac:spMkLst>
            <pc:docMk/>
            <pc:sldMk cId="3602704393" sldId="2147479685"/>
            <ac:spMk id="7" creationId="{6ADA288D-0D51-BD26-A552-65F00C5BA738}"/>
          </ac:spMkLst>
        </pc:spChg>
      </pc:sldChg>
      <pc:sldChg chg="del">
        <pc:chgData name="Ivor Berry" userId="96544f6f-8d1b-4abf-b41a-4612af170be1" providerId="ADAL" clId="{AE9319E3-BCCF-4C0E-9BA4-BC4F05D52C2D}" dt="2023-11-01T21:29:54.937" v="488" actId="47"/>
        <pc:sldMkLst>
          <pc:docMk/>
          <pc:sldMk cId="940055779" sldId="2147479686"/>
        </pc:sldMkLst>
      </pc:sldChg>
      <pc:sldChg chg="del">
        <pc:chgData name="Ivor Berry" userId="96544f6f-8d1b-4abf-b41a-4612af170be1" providerId="ADAL" clId="{AE9319E3-BCCF-4C0E-9BA4-BC4F05D52C2D}" dt="2023-11-01T21:27:16.915" v="444" actId="47"/>
        <pc:sldMkLst>
          <pc:docMk/>
          <pc:sldMk cId="3740924630" sldId="2147479695"/>
        </pc:sldMkLst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1145877586" sldId="2147479701"/>
        </pc:sldMkLst>
      </pc:sldChg>
      <pc:sldChg chg="del">
        <pc:chgData name="Ivor Berry" userId="96544f6f-8d1b-4abf-b41a-4612af170be1" providerId="ADAL" clId="{AE9319E3-BCCF-4C0E-9BA4-BC4F05D52C2D}" dt="2023-11-01T21:30:03.740" v="490" actId="18676"/>
        <pc:sldMkLst>
          <pc:docMk/>
          <pc:sldMk cId="280327979" sldId="2147479702"/>
        </pc:sldMkLst>
      </pc:sldChg>
      <pc:sldChg chg="modSp add del mod">
        <pc:chgData name="Ivor Berry" userId="96544f6f-8d1b-4abf-b41a-4612af170be1" providerId="ADAL" clId="{AE9319E3-BCCF-4C0E-9BA4-BC4F05D52C2D}" dt="2023-11-01T21:30:15.872" v="492" actId="47"/>
        <pc:sldMkLst>
          <pc:docMk/>
          <pc:sldMk cId="3971888174" sldId="2147479705"/>
        </pc:sldMkLst>
        <pc:spChg chg="mod">
          <ac:chgData name="Ivor Berry" userId="96544f6f-8d1b-4abf-b41a-4612af170be1" providerId="ADAL" clId="{AE9319E3-BCCF-4C0E-9BA4-BC4F05D52C2D}" dt="2023-11-01T21:23:03.160" v="9" actId="20577"/>
          <ac:spMkLst>
            <pc:docMk/>
            <pc:sldMk cId="3971888174" sldId="2147479705"/>
            <ac:spMk id="6" creationId="{A3E08FA2-C73F-A01D-C334-4FAC0DB0C177}"/>
          </ac:spMkLst>
        </pc:spChg>
      </pc:sldChg>
      <pc:sldChg chg="del">
        <pc:chgData name="Ivor Berry" userId="96544f6f-8d1b-4abf-b41a-4612af170be1" providerId="ADAL" clId="{AE9319E3-BCCF-4C0E-9BA4-BC4F05D52C2D}" dt="2023-11-01T21:30:18.886" v="493" actId="47"/>
        <pc:sldMkLst>
          <pc:docMk/>
          <pc:sldMk cId="980518475" sldId="2147479709"/>
        </pc:sldMkLst>
      </pc:sldChg>
      <pc:sldMasterChg chg="addSldLayout delSldLayout">
        <pc:chgData name="Ivor Berry" userId="96544f6f-8d1b-4abf-b41a-4612af170be1" providerId="ADAL" clId="{AE9319E3-BCCF-4C0E-9BA4-BC4F05D52C2D}" dt="2023-11-01T21:30:22.875" v="494" actId="47"/>
        <pc:sldMasterMkLst>
          <pc:docMk/>
          <pc:sldMasterMk cId="3588427678" sldId="2147484229"/>
        </pc:sldMasterMkLst>
        <pc:sldLayoutChg chg="del">
          <pc:chgData name="Ivor Berry" userId="96544f6f-8d1b-4abf-b41a-4612af170be1" providerId="ADAL" clId="{AE9319E3-BCCF-4C0E-9BA4-BC4F05D52C2D}" dt="2023-11-01T21:30:22.875" v="494" actId="47"/>
          <pc:sldLayoutMkLst>
            <pc:docMk/>
            <pc:sldMasterMk cId="3588427678" sldId="2147484229"/>
            <pc:sldLayoutMk cId="2243578022" sldId="2147484889"/>
          </pc:sldLayoutMkLst>
        </pc:sldLayoutChg>
        <pc:sldLayoutChg chg="del">
          <pc:chgData name="Ivor Berry" userId="96544f6f-8d1b-4abf-b41a-4612af170be1" providerId="ADAL" clId="{AE9319E3-BCCF-4C0E-9BA4-BC4F05D52C2D}" dt="2023-11-01T21:30:03.740" v="490" actId="18676"/>
          <pc:sldLayoutMkLst>
            <pc:docMk/>
            <pc:sldMasterMk cId="3588427678" sldId="2147484229"/>
            <pc:sldLayoutMk cId="1145929198" sldId="2147484894"/>
          </pc:sldLayoutMkLst>
        </pc:sldLayoutChg>
        <pc:sldLayoutChg chg="del">
          <pc:chgData name="Ivor Berry" userId="96544f6f-8d1b-4abf-b41a-4612af170be1" providerId="ADAL" clId="{AE9319E3-BCCF-4C0E-9BA4-BC4F05D52C2D}" dt="2023-11-01T21:30:18.886" v="493" actId="47"/>
          <pc:sldLayoutMkLst>
            <pc:docMk/>
            <pc:sldMasterMk cId="3588427678" sldId="2147484229"/>
            <pc:sldLayoutMk cId="3591634497" sldId="2147484895"/>
          </pc:sldLayoutMkLst>
        </pc:sldLayoutChg>
        <pc:sldLayoutChg chg="add del">
          <pc:chgData name="Ivor Berry" userId="96544f6f-8d1b-4abf-b41a-4612af170be1" providerId="ADAL" clId="{AE9319E3-BCCF-4C0E-9BA4-BC4F05D52C2D}" dt="2023-11-01T21:30:15.872" v="492" actId="47"/>
          <pc:sldLayoutMkLst>
            <pc:docMk/>
            <pc:sldMasterMk cId="3588427678" sldId="2147484229"/>
            <pc:sldLayoutMk cId="3147714601" sldId="2147484918"/>
          </pc:sldLayoutMkLst>
        </pc:sldLayoutChg>
        <pc:sldLayoutChg chg="add del">
          <pc:chgData name="Ivor Berry" userId="96544f6f-8d1b-4abf-b41a-4612af170be1" providerId="ADAL" clId="{AE9319E3-BCCF-4C0E-9BA4-BC4F05D52C2D}" dt="2023-11-01T21:30:15.872" v="492" actId="47"/>
          <pc:sldLayoutMkLst>
            <pc:docMk/>
            <pc:sldMasterMk cId="3588427678" sldId="2147484229"/>
            <pc:sldLayoutMk cId="1685491087" sldId="21474849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3/27/2026 3:22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61486BA7-839C-4D2B-BD52-EF0BBA8433FD}" type="datetime8">
              <a:rPr lang="en-US" smtClean="0"/>
              <a:t>3/27/2026 3:22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0189337-DF1D-4A53-B055-B1412C34D1CE}" type="datetime8">
              <a:rPr lang="en-US" smtClean="0"/>
              <a:t>3/27/2026 3:22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2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4" name="Picture 3" descr="Microsoft Learn&#10;Spark possibility">
            <a:extLst>
              <a:ext uri="{FF2B5EF4-FFF2-40B4-BE49-F238E27FC236}">
                <a16:creationId xmlns:a16="http://schemas.microsoft.com/office/drawing/2014/main" id="{92DBCEC2-8AE9-3782-893D-A626AAC4C12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9824"/>
          <a:stretch/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/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lang="en-US" sz="1400" kern="1200" spc="0" baseline="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  <a:tileRect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>
            <a:spLocks/>
          </p:cNvSpPr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 charset="0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10000"/>
              <a:buFont typeface="Arial" charset="0"/>
              <a:buNone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120000"/>
              <a:buFont typeface="Arial" charset="0"/>
              <a:buChar char="•"/>
              <a:defRPr lang="en-US" sz="20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charset="0"/>
              <a:buChar char="•"/>
              <a:tabLst/>
              <a:defRPr lang="en-US" sz="1800" b="0" i="0" kern="1200" dirty="0" smtClean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effectLst/>
                <a:latin typeface="Segoe UI" charset="0"/>
                <a:ea typeface="Segoe UI" charset="0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tabLst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1pPr>
            <a:lvl2pPr marL="155448" indent="0">
              <a:buNone/>
              <a:defRPr lang="en-US" sz="2000" b="0" kern="1200" cap="none" spc="-50" baseline="0" dirty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anose="020B0502040204020203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Learn-with Head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14D4A-3D84-63D4-621C-F0146E953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BD062-242B-7C76-C2DD-D8D8F7B4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596763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C218158-577B-6E13-36F7-D124388AA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47714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arningPath2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DE894E4-791C-907F-1385-BF33ADCFF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910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7064">
          <p15:clr>
            <a:srgbClr val="FBAE40"/>
          </p15:clr>
        </p15:guide>
        <p15:guide id="41" orient="horz" pos="36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908" r:id="rId7"/>
    <p:sldLayoutId id="2147484839" r:id="rId8"/>
    <p:sldLayoutId id="2147484742" r:id="rId9"/>
    <p:sldLayoutId id="2147484910" r:id="rId10"/>
    <p:sldLayoutId id="2147484817" r:id="rId11"/>
    <p:sldLayoutId id="2147484741" r:id="rId12"/>
    <p:sldLayoutId id="2147484807" r:id="rId13"/>
    <p:sldLayoutId id="2147484753" r:id="rId14"/>
    <p:sldLayoutId id="2147484808" r:id="rId15"/>
    <p:sldLayoutId id="2147484912" r:id="rId16"/>
    <p:sldLayoutId id="2147484914" r:id="rId17"/>
    <p:sldLayoutId id="2147484917" r:id="rId18"/>
    <p:sldLayoutId id="2147484915" r:id="rId19"/>
    <p:sldLayoutId id="2147484873" r:id="rId20"/>
    <p:sldLayoutId id="2147484886" r:id="rId21"/>
    <p:sldLayoutId id="2147484885" r:id="rId22"/>
    <p:sldLayoutId id="2147484874" r:id="rId23"/>
    <p:sldLayoutId id="2147484745" r:id="rId24"/>
    <p:sldLayoutId id="2147484743" r:id="rId25"/>
    <p:sldLayoutId id="2147484749" r:id="rId26"/>
    <p:sldLayoutId id="2147484875" r:id="rId27"/>
    <p:sldLayoutId id="2147484840" r:id="rId28"/>
    <p:sldLayoutId id="2147484887" r:id="rId29"/>
    <p:sldLayoutId id="2147484909" r:id="rId30"/>
    <p:sldLayoutId id="2147484907" r:id="rId31"/>
    <p:sldLayoutId id="2147484911" r:id="rId32"/>
    <p:sldLayoutId id="2147484899" r:id="rId33"/>
    <p:sldLayoutId id="2147484903" r:id="rId34"/>
    <p:sldLayoutId id="2147484905" r:id="rId35"/>
    <p:sldLayoutId id="2147484900" r:id="rId36"/>
    <p:sldLayoutId id="2147484906" r:id="rId37"/>
    <p:sldLayoutId id="2147484821" r:id="rId38"/>
    <p:sldLayoutId id="2147484728" r:id="rId39"/>
    <p:sldLayoutId id="2147484859" r:id="rId40"/>
    <p:sldLayoutId id="2147484918" r:id="rId41"/>
    <p:sldLayoutId id="2147484919" r:id="rId42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2782669"/>
            <a:ext cx="6164262" cy="1969770"/>
          </a:xfrm>
        </p:spPr>
        <p:txBody>
          <a:bodyPr/>
          <a:lstStyle/>
          <a:p>
            <a:r>
              <a:rPr lang="it-IT" sz="4400"/>
              <a:t>Develop AI Apps and Agents on Azure ​</a:t>
            </a:r>
            <a:br>
              <a:rPr lang="en-US" dirty="0"/>
            </a:br>
            <a:r>
              <a:rPr lang="en-US" sz="4000"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6"/>
            <a:ext cx="10430257" cy="430887"/>
          </a:xfrm>
        </p:spPr>
        <p:txBody>
          <a:bodyPr/>
          <a:lstStyle/>
          <a:p>
            <a:r>
              <a:rPr lang="en-US" sz="2800" dirty="0"/>
              <a:t>Thank you for attending this course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40011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Here are some reminders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7" y="2641600"/>
            <a:ext cx="336985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14843" y="2090899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>
            <a:spLocks/>
          </p:cNvSpPr>
          <p:nvPr/>
        </p:nvSpPr>
        <p:spPr bwMode="auto">
          <a:xfrm>
            <a:off x="592138" y="3527093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Celebrate your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new skills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</a:extLst>
          </p:cNvPr>
          <p:cNvSpPr txBox="1">
            <a:spLocks/>
          </p:cNvSpPr>
          <p:nvPr/>
        </p:nvSpPr>
        <p:spPr>
          <a:xfrm>
            <a:off x="1083155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Redeem your achievement</a:t>
            </a:r>
          </a:p>
          <a:p>
            <a:r>
              <a:rPr lang="en-US" sz="1400" dirty="0"/>
              <a:t>Share with us and your network</a:t>
            </a: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4692" y="2641600"/>
            <a:ext cx="334924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13" y="2090899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>
            <a:spLocks/>
          </p:cNvSpPr>
          <p:nvPr/>
        </p:nvSpPr>
        <p:spPr bwMode="auto">
          <a:xfrm>
            <a:off x="4404664" y="3527093"/>
            <a:ext cx="335036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Let us know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how we did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</a:extLst>
          </p:cNvPr>
          <p:cNvSpPr txBox="1">
            <a:spLocks/>
          </p:cNvSpPr>
          <p:nvPr/>
        </p:nvSpPr>
        <p:spPr>
          <a:xfrm>
            <a:off x="488805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Give us your feedback</a:t>
            </a:r>
          </a:p>
          <a:p>
            <a:r>
              <a:rPr lang="en-US" sz="1400" dirty="0"/>
              <a:t>Survey will be sent via email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8435" y="2641600"/>
            <a:ext cx="3331428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anose="020B0502040204020203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8849" y="2090899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>
            <a:spLocks/>
          </p:cNvSpPr>
          <p:nvPr/>
        </p:nvSpPr>
        <p:spPr bwMode="auto">
          <a:xfrm>
            <a:off x="8289746" y="3527094"/>
            <a:ext cx="3310116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Become </a:t>
            </a:r>
            <a:b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kumimoji="0" lang="en-US" sz="2000" b="0" i="0" u="none" strike="noStrike" kern="1200" cap="none" spc="0" normalizeH="0" baseline="0" noProof="0" dirty="0">
                <a:ln w="3175"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Microsoft Certified</a:t>
            </a:r>
            <a:endParaRPr kumimoji="0" lang="en-US" sz="2000" b="0" i="0" u="none" strike="noStrike" kern="1200" cap="none" spc="0" normalizeH="0" baseline="0" noProof="0" dirty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</a:extLst>
          </p:cNvPr>
          <p:cNvSpPr txBox="1">
            <a:spLocks/>
          </p:cNvSpPr>
          <p:nvPr/>
        </p:nvSpPr>
        <p:spPr>
          <a:xfrm>
            <a:off x="8753090" y="4473121"/>
            <a:ext cx="2415900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Explore additional resources to help prepare</a:t>
            </a:r>
          </a:p>
          <a:p>
            <a:r>
              <a:rPr lang="en-US" sz="1400" dirty="0"/>
              <a:t>Schedule your exam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7FC6E-23C6-9140-6152-48A2508BD218}"/>
              </a:ext>
            </a:extLst>
          </p:cNvPr>
          <p:cNvSpPr txBox="1"/>
          <p:nvPr/>
        </p:nvSpPr>
        <p:spPr>
          <a:xfrm>
            <a:off x="672653" y="6070090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lang="en-US" sz="1846">
                <a:solidFill>
                  <a:srgbClr val="2A446F"/>
                </a:solidFill>
                <a:latin typeface="Segoe UI Symbol"/>
                <a:ea typeface="Segoe UI Symbol"/>
                <a:sym typeface="Segoe UI Symbol"/>
                <a:rtl val="0"/>
              </a:rPr>
              <a:t>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</a:extLst>
          </p:cNvPr>
          <p:cNvSpPr txBox="1"/>
          <p:nvPr/>
        </p:nvSpPr>
        <p:spPr>
          <a:xfrm>
            <a:off x="1078164" y="5956661"/>
            <a:ext cx="5816349" cy="510909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n-US" sz="1400" dirty="0">
                <a:solidFill>
                  <a:srgbClr val="1A1A1A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Tag us social: </a:t>
            </a:r>
            <a:r>
              <a:rPr lang="en-US" sz="1400" b="1" dirty="0">
                <a:solidFill>
                  <a:schemeClr val="accent1"/>
                </a:solidFill>
                <a:latin typeface="Segoe UI Semibold"/>
                <a:ea typeface="Calibri" panose="020F0502020204030204" pitchFamily="34" charset="0"/>
                <a:cs typeface="Arial" panose="020B0604020202020204" pitchFamily="34" charset="0"/>
              </a:rPr>
              <a:t>#AlwaysLearning</a:t>
            </a:r>
            <a:endParaRPr lang="en-US" sz="1400" dirty="0">
              <a:solidFill>
                <a:schemeClr val="accent1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DBAF6B-4023-F57C-248B-3E2DF1B74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</p:spPr>
        <p:txBody>
          <a:bodyPr/>
          <a:lstStyle/>
          <a:p>
            <a:pPr algn="r"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730380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could be next in your learning journey?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131DC5A8-B5BA-DFEF-397B-28E8FE7FA031}"/>
              </a:ext>
            </a:extLst>
          </p:cNvPr>
          <p:cNvSpPr/>
          <p:nvPr/>
        </p:nvSpPr>
        <p:spPr>
          <a:xfrm>
            <a:off x="585807" y="1286935"/>
            <a:ext cx="10166276" cy="4478868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r>
              <a:rPr lang="en-US" sz="2400" b="1" dirty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Explore the AI Learning Hub</a:t>
            </a:r>
          </a:p>
          <a:p>
            <a:pPr defTabSz="932742">
              <a:buSzPct val="90000"/>
              <a:defRPr/>
            </a:pPr>
            <a:r>
              <a:rPr lang="en-US" sz="20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https://learn.microsoft.com/ai</a:t>
            </a:r>
          </a:p>
          <a:p>
            <a:pPr lvl="0" defTabSz="932742">
              <a:spcBef>
                <a:spcPct val="20000"/>
              </a:spcBef>
              <a:buSzPct val="90000"/>
              <a:defRPr/>
            </a:pPr>
            <a:endParaRPr lang="en-US" sz="2000" dirty="0">
              <a:solidFill>
                <a:schemeClr val="tx1"/>
              </a:solidFill>
              <a:cs typeface="Segoe UI" panose="020B0502040204020203" pitchFamily="34" charset="0"/>
            </a:endParaRP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F144E780-B30C-3FDB-2E59-CE7B85C3D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2072637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75A0B9-72BE-6218-4FC9-8A54F4B3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-616043"/>
            <a:ext cx="8193024" cy="307777"/>
          </a:xfrm>
        </p:spPr>
        <p:txBody>
          <a:bodyPr/>
          <a:lstStyle/>
          <a:p>
            <a:r>
              <a:rPr lang="en-US"/>
              <a:t>Final  slide with logo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5B589A-C072-EFD6-EFDA-0FFA29E1C0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5216" y="2080227"/>
            <a:ext cx="3361943" cy="553998"/>
          </a:xfrm>
        </p:spPr>
        <p:txBody>
          <a:bodyPr/>
          <a:lstStyle/>
          <a:p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B3CD00-0D93-58D9-5D41-9CF294847F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32612-7349-D78A-6713-FA4A47A27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n-US"/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608052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TagsTaxHTField xmlns="7e96d60b-db1d-44a2-8be4-a128982f8e65">
      <Terms xmlns="http://schemas.microsoft.com/office/infopath/2007/PartnerControls"/>
    </ImageTags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58DD63460F6D46982CDFCFF3E015F7" ma:contentTypeVersion="22" ma:contentTypeDescription="Create a new document." ma:contentTypeScope="" ma:versionID="aefca38c49527ef64f3f2f50af708025">
  <xsd:schema xmlns:xsd="http://www.w3.org/2001/XMLSchema" xmlns:xs="http://www.w3.org/2001/XMLSchema" xmlns:p="http://schemas.microsoft.com/office/2006/metadata/properties" xmlns:ns1="http://schemas.microsoft.com/sharepoint/v3" xmlns:ns2="7e96d60b-db1d-44a2-8be4-a128982f8e65" xmlns:ns3="76e03480-8cba-4236-ba8e-c2eaec5d39d6" xmlns:ns4="230e9df3-be65-4c73-a93b-d1236ebd677e" targetNamespace="http://schemas.microsoft.com/office/2006/metadata/properties" ma:root="true" ma:fieldsID="997283cb93de478139b04474b2562cb7" ns1:_="" ns2:_="" ns3:_="" ns4:_="">
    <xsd:import namespace="http://schemas.microsoft.com/sharepoint/v3"/>
    <xsd:import namespace="7e96d60b-db1d-44a2-8be4-a128982f8e65"/>
    <xsd:import namespace="76e03480-8cba-4236-ba8e-c2eaec5d39d6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4:TaxCatchAll" minOccurs="0"/>
                <xsd:element ref="ns2:ImageTagsTaxHTField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6d60b-db1d-44a2-8be4-a128982f8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TagsTaxHTField" ma:index="18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03480-8cba-4236-ba8e-c2eaec5d3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3a55172-29fb-46cf-bf19-6b0aaa21b093}" ma:internalName="TaxCatchAll" ma:showField="CatchAllData" ma:web="76e03480-8cba-4236-ba8e-c2eaec5d3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230e9df3-be65-4c73-a93b-d1236ebd677e"/>
    <ds:schemaRef ds:uri="76e03480-8cba-4236-ba8e-c2eaec5d39d6"/>
    <ds:schemaRef ds:uri="7e96d60b-db1d-44a2-8be4-a128982f8e6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CD481FD-3EDB-49D8-B948-B11C3B9259C6}">
  <ds:schemaRefs>
    <ds:schemaRef ds:uri="230e9df3-be65-4c73-a93b-d1236ebd677e"/>
    <ds:schemaRef ds:uri="76e03480-8cba-4236-ba8e-c2eaec5d39d6"/>
    <ds:schemaRef ds:uri="7e96d60b-db1d-44a2-8be4-a128982f8e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166</Words>
  <Application>Microsoft Office PowerPoint</Application>
  <PresentationFormat>Widescreen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Consolas</vt:lpstr>
      <vt:lpstr>Segoe UI</vt:lpstr>
      <vt:lpstr>Segoe UI Light</vt:lpstr>
      <vt:lpstr>Segoe UI Semibold</vt:lpstr>
      <vt:lpstr>Segoe UI Symbol</vt:lpstr>
      <vt:lpstr>Wingdings</vt:lpstr>
      <vt:lpstr>LIGHT MODE</vt:lpstr>
      <vt:lpstr>Develop AI Apps and Agents on Azure ​ Conclusion</vt:lpstr>
      <vt:lpstr>Thank you for attending this course</vt:lpstr>
      <vt:lpstr>What could be next in your learning journey?</vt:lpstr>
      <vt:lpstr>Final  slide with logo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Learn ILT course  master template</dc:title>
  <dc:subject>&lt;Event name&gt;</dc:subject>
  <dc:creator>heidi@mindseyepdx.com</dc:creator>
  <cp:keywords/>
  <dc:description/>
  <cp:lastModifiedBy>Ivor Berry</cp:lastModifiedBy>
  <cp:revision>7</cp:revision>
  <dcterms:created xsi:type="dcterms:W3CDTF">2023-06-16T20:38:16Z</dcterms:created>
  <dcterms:modified xsi:type="dcterms:W3CDTF">2026-03-27T19:22:49Z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0x0101000358DD63460F6D46982CDFCFF3E015F7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Owner">
    <vt:lpwstr>maryfj@microsoft.com</vt:lpwstr>
  </property>
  <property fmtid="{D5CDD505-2E9C-101B-9397-08002B2CF9AE}" pid="15" name="MSIP_Label_f42aa342-8706-4288-bd11-ebb85995028c_SetDate">
    <vt:lpwstr>2017-08-29T14:27:20.8568347-07:00</vt:lpwstr>
  </property>
  <property fmtid="{D5CDD505-2E9C-101B-9397-08002B2CF9AE}" pid="16" name="MSIP_Label_f42aa342-8706-4288-bd11-ebb85995028c_Name">
    <vt:lpwstr>General</vt:lpwstr>
  </property>
  <property fmtid="{D5CDD505-2E9C-101B-9397-08002B2CF9AE}" pid="17" name="MSIP_Label_f42aa342-8706-4288-bd11-ebb85995028c_Application">
    <vt:lpwstr>Microsoft Azure Information Protection</vt:lpwstr>
  </property>
  <property fmtid="{D5CDD505-2E9C-101B-9397-08002B2CF9AE}" pid="18" name="MSIP_Label_f42aa342-8706-4288-bd11-ebb85995028c_Extended_MSFT_Method">
    <vt:lpwstr>Automatic</vt:lpwstr>
  </property>
  <property fmtid="{D5CDD505-2E9C-101B-9397-08002B2CF9AE}" pid="19" name="Sensitivity">
    <vt:lpwstr>General</vt:lpwstr>
  </property>
  <property fmtid="{D5CDD505-2E9C-101B-9397-08002B2CF9AE}" pid="20" name="MediaServiceImageTags">
    <vt:lpwstr/>
  </property>
</Properties>
</file>