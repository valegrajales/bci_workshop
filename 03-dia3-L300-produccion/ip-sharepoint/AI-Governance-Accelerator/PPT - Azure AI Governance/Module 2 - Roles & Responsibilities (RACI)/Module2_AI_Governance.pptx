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44"/>
    <p:sldMasterId id="2147484100" r:id="rId45"/>
    <p:sldMasterId id="2147484132" r:id="rId46"/>
  </p:sldMasterIdLst>
  <p:notesMasterIdLst>
    <p:notesMasterId r:id="rId74"/>
  </p:notesMasterIdLst>
  <p:sldIdLst>
    <p:sldId id="256" r:id="rId47"/>
    <p:sldId id="257" r:id="rId48"/>
    <p:sldId id="2147469891" r:id="rId49"/>
    <p:sldId id="259" r:id="rId50"/>
    <p:sldId id="2147483632" r:id="rId51"/>
    <p:sldId id="2147481124" r:id="rId52"/>
    <p:sldId id="2147483647" r:id="rId53"/>
    <p:sldId id="258" r:id="rId54"/>
    <p:sldId id="261" r:id="rId55"/>
    <p:sldId id="263" r:id="rId56"/>
    <p:sldId id="2147481134" r:id="rId57"/>
    <p:sldId id="2147483597" r:id="rId58"/>
    <p:sldId id="262" r:id="rId59"/>
    <p:sldId id="2147483634" r:id="rId60"/>
    <p:sldId id="265" r:id="rId61"/>
    <p:sldId id="264" r:id="rId62"/>
    <p:sldId id="2147483635" r:id="rId63"/>
    <p:sldId id="266" r:id="rId64"/>
    <p:sldId id="267" r:id="rId65"/>
    <p:sldId id="268" r:id="rId66"/>
    <p:sldId id="269" r:id="rId67"/>
    <p:sldId id="2147483636" r:id="rId68"/>
    <p:sldId id="260" r:id="rId69"/>
    <p:sldId id="271" r:id="rId70"/>
    <p:sldId id="270" r:id="rId71"/>
    <p:sldId id="272" r:id="rId72"/>
    <p:sldId id="2147483631" r:id="rId73"/>
  </p:sldIdLst>
  <p:sldSz cx="12192000" cy="6858000"/>
  <p:notesSz cx="6858000" cy="9144000"/>
  <p:custDataLst>
    <p:tags r:id="rId7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2690C-DAF2-FE5F-D13F-42FF3D10F374}" name="Brianna Farah" initials="BF" userId="S::brianna@audienz.com::f1856917-c2d4-49a7-94e9-7f0e47fabbfc" providerId="AD"/>
  <p188:author id="{EF32DA53-2C03-03EE-2EEA-AE2457C9B68C}" name="Tessa Berkley" initials="TB" userId="S::tessab@audienz.com::29198474-64f9-4b67-b7f5-57f0013c6244" providerId="AD"/>
  <p188:author id="{DA2A6E70-A1C8-B815-B98D-0253A4F2A9D8}" name="Ethan Jones" initials="EJ" userId="S::jonesethan@microsoft.com::e6ff1493-1813-43d3-b3de-17ffaf0b961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sa Berkley" initials="TB" lastIdx="18" clrIdx="0">
    <p:extLst>
      <p:ext uri="{19B8F6BF-5375-455C-9EA6-DF929625EA0E}">
        <p15:presenceInfo xmlns:p15="http://schemas.microsoft.com/office/powerpoint/2012/main" userId="S::TessaB@audienz.com::29198474-64f9-4b67-b7f5-57f0013c6244" providerId="AD"/>
      </p:ext>
    </p:extLst>
  </p:cmAuthor>
  <p:cmAuthor id="2" name="Brianna Farah" initials="BF" lastIdx="6" clrIdx="1">
    <p:extLst>
      <p:ext uri="{19B8F6BF-5375-455C-9EA6-DF929625EA0E}">
        <p15:presenceInfo xmlns:p15="http://schemas.microsoft.com/office/powerpoint/2012/main" userId="S::brianna@audienz.com::f1856917-c2d4-49a7-94e9-7f0e47fabb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8D4"/>
    <a:srgbClr val="D3D3D3"/>
    <a:srgbClr val="6089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5B6983-3DCD-4EF2-843F-760FCC7305F5}" v="148" dt="2026-05-27T16:47:15.172"/>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6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customXml" Target="../customXml/item42.xml"/><Relationship Id="rId47" Type="http://schemas.openxmlformats.org/officeDocument/2006/relationships/slide" Target="slides/slide1.xml"/><Relationship Id="rId63" Type="http://schemas.openxmlformats.org/officeDocument/2006/relationships/slide" Target="slides/slide17.xml"/><Relationship Id="rId68" Type="http://schemas.openxmlformats.org/officeDocument/2006/relationships/slide" Target="slides/slide22.xml"/><Relationship Id="rId16" Type="http://schemas.openxmlformats.org/officeDocument/2006/relationships/customXml" Target="../customXml/item16.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customXml" Target="../customXml/item37.xml"/><Relationship Id="rId53" Type="http://schemas.openxmlformats.org/officeDocument/2006/relationships/slide" Target="slides/slide7.xml"/><Relationship Id="rId58" Type="http://schemas.openxmlformats.org/officeDocument/2006/relationships/slide" Target="slides/slide12.xml"/><Relationship Id="rId74" Type="http://schemas.openxmlformats.org/officeDocument/2006/relationships/notesMaster" Target="notesMasters/notesMaster1.xml"/><Relationship Id="rId79" Type="http://schemas.openxmlformats.org/officeDocument/2006/relationships/theme" Target="theme/theme1.xml"/><Relationship Id="rId5" Type="http://schemas.openxmlformats.org/officeDocument/2006/relationships/customXml" Target="../customXml/item5.xml"/><Relationship Id="rId61" Type="http://schemas.openxmlformats.org/officeDocument/2006/relationships/slide" Target="slides/slide15.xml"/><Relationship Id="rId82" Type="http://schemas.microsoft.com/office/2015/10/relationships/revisionInfo" Target="revisionInfo.xml"/><Relationship Id="rId19" Type="http://schemas.openxmlformats.org/officeDocument/2006/relationships/customXml" Target="../customXml/item1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customXml" Target="../customXml/item43.xml"/><Relationship Id="rId48" Type="http://schemas.openxmlformats.org/officeDocument/2006/relationships/slide" Target="slides/slide2.xml"/><Relationship Id="rId56" Type="http://schemas.openxmlformats.org/officeDocument/2006/relationships/slide" Target="slides/slide10.xml"/><Relationship Id="rId64" Type="http://schemas.openxmlformats.org/officeDocument/2006/relationships/slide" Target="slides/slide18.xml"/><Relationship Id="rId69" Type="http://schemas.openxmlformats.org/officeDocument/2006/relationships/slide" Target="slides/slide23.xml"/><Relationship Id="rId77" Type="http://schemas.openxmlformats.org/officeDocument/2006/relationships/presProps" Target="presProps.xml"/><Relationship Id="rId8" Type="http://schemas.openxmlformats.org/officeDocument/2006/relationships/customXml" Target="../customXml/item8.xml"/><Relationship Id="rId51" Type="http://schemas.openxmlformats.org/officeDocument/2006/relationships/slide" Target="slides/slide5.xml"/><Relationship Id="rId72" Type="http://schemas.openxmlformats.org/officeDocument/2006/relationships/slide" Target="slides/slide26.xml"/><Relationship Id="rId80"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slideMaster" Target="slideMasters/slideMaster3.xml"/><Relationship Id="rId59" Type="http://schemas.openxmlformats.org/officeDocument/2006/relationships/slide" Target="slides/slide13.xml"/><Relationship Id="rId67" Type="http://schemas.openxmlformats.org/officeDocument/2006/relationships/slide" Target="slides/slide21.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slide" Target="slides/slide8.xml"/><Relationship Id="rId62" Type="http://schemas.openxmlformats.org/officeDocument/2006/relationships/slide" Target="slides/slide16.xml"/><Relationship Id="rId70" Type="http://schemas.openxmlformats.org/officeDocument/2006/relationships/slide" Target="slides/slide24.xml"/><Relationship Id="rId75" Type="http://schemas.openxmlformats.org/officeDocument/2006/relationships/tags" Target="tags/tag1.xml"/><Relationship Id="rId83" Type="http://schemas.microsoft.com/office/2018/10/relationships/authors" Target="author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slide" Target="slides/slide3.xml"/><Relationship Id="rId57" Type="http://schemas.openxmlformats.org/officeDocument/2006/relationships/slide" Target="slides/slide11.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slideMaster" Target="slideMasters/slideMaster1.xml"/><Relationship Id="rId52" Type="http://schemas.openxmlformats.org/officeDocument/2006/relationships/slide" Target="slides/slide6.xml"/><Relationship Id="rId60" Type="http://schemas.openxmlformats.org/officeDocument/2006/relationships/slide" Target="slides/slide14.xml"/><Relationship Id="rId65" Type="http://schemas.openxmlformats.org/officeDocument/2006/relationships/slide" Target="slides/slide19.xml"/><Relationship Id="rId73" Type="http://schemas.openxmlformats.org/officeDocument/2006/relationships/slide" Target="slides/slide27.xml"/><Relationship Id="rId78" Type="http://schemas.openxmlformats.org/officeDocument/2006/relationships/viewProps" Target="viewProps.xml"/><Relationship Id="rId81"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34" Type="http://schemas.openxmlformats.org/officeDocument/2006/relationships/customXml" Target="../customXml/item34.xml"/><Relationship Id="rId50" Type="http://schemas.openxmlformats.org/officeDocument/2006/relationships/slide" Target="slides/slide4.xml"/><Relationship Id="rId55" Type="http://schemas.openxmlformats.org/officeDocument/2006/relationships/slide" Target="slides/slide9.xml"/><Relationship Id="rId76" Type="http://schemas.openxmlformats.org/officeDocument/2006/relationships/commentAuthors" Target="commentAuthors.xml"/><Relationship Id="rId7" Type="http://schemas.openxmlformats.org/officeDocument/2006/relationships/customXml" Target="../customXml/item7.xml"/><Relationship Id="rId71" Type="http://schemas.openxmlformats.org/officeDocument/2006/relationships/slide" Target="slides/slide25.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slideMaster" Target="slideMasters/slideMaster2.xml"/><Relationship Id="rId66" Type="http://schemas.openxmlformats.org/officeDocument/2006/relationships/slide" Target="slides/slide2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riti Mehta" userId="0c901562-3821-4879-abc2-7521cf2ab412" providerId="ADAL" clId="{144A11F9-5BB9-40A3-A970-33EF68ACAA95}"/>
    <pc:docChg chg="undo custSel addSld delSld modSld sldOrd">
      <pc:chgData name="Akriti Mehta" userId="0c901562-3821-4879-abc2-7521cf2ab412" providerId="ADAL" clId="{144A11F9-5BB9-40A3-A970-33EF68ACAA95}" dt="2026-05-27T17:25:54.578" v="754" actId="26606"/>
      <pc:docMkLst>
        <pc:docMk/>
      </pc:docMkLst>
      <pc:sldChg chg="addSp delSp modSp mod">
        <pc:chgData name="Akriti Mehta" userId="0c901562-3821-4879-abc2-7521cf2ab412" providerId="ADAL" clId="{144A11F9-5BB9-40A3-A970-33EF68ACAA95}" dt="2026-05-27T14:55:50.626" v="80" actId="20577"/>
        <pc:sldMkLst>
          <pc:docMk/>
          <pc:sldMk cId="0" sldId="256"/>
        </pc:sldMkLst>
        <pc:spChg chg="mod">
          <ac:chgData name="Akriti Mehta" userId="0c901562-3821-4879-abc2-7521cf2ab412" providerId="ADAL" clId="{144A11F9-5BB9-40A3-A970-33EF68ACAA95}" dt="2026-05-27T14:55:50.626" v="80" actId="20577"/>
          <ac:spMkLst>
            <pc:docMk/>
            <pc:sldMk cId="0" sldId="256"/>
            <ac:spMk id="2" creationId="{00000000-0000-0000-0000-000000000000}"/>
          </ac:spMkLst>
        </pc:spChg>
        <pc:spChg chg="add del">
          <ac:chgData name="Akriti Mehta" userId="0c901562-3821-4879-abc2-7521cf2ab412" providerId="ADAL" clId="{144A11F9-5BB9-40A3-A970-33EF68ACAA95}" dt="2026-05-27T14:55:46.810" v="78" actId="478"/>
          <ac:spMkLst>
            <pc:docMk/>
            <pc:sldMk cId="0" sldId="256"/>
            <ac:spMk id="3" creationId="{00000000-0000-0000-0000-000000000000}"/>
          </ac:spMkLst>
        </pc:spChg>
        <pc:spChg chg="add del mod">
          <ac:chgData name="Akriti Mehta" userId="0c901562-3821-4879-abc2-7521cf2ab412" providerId="ADAL" clId="{144A11F9-5BB9-40A3-A970-33EF68ACAA95}" dt="2026-05-27T14:55:46.810" v="78" actId="478"/>
          <ac:spMkLst>
            <pc:docMk/>
            <pc:sldMk cId="0" sldId="256"/>
            <ac:spMk id="5" creationId="{676B36F2-2E7E-79C5-101B-91C842A05D30}"/>
          </ac:spMkLst>
        </pc:spChg>
      </pc:sldChg>
      <pc:sldChg chg="addSp delSp modSp add mod">
        <pc:chgData name="Akriti Mehta" userId="0c901562-3821-4879-abc2-7521cf2ab412" providerId="ADAL" clId="{144A11F9-5BB9-40A3-A970-33EF68ACAA95}" dt="2026-05-27T16:23:37.386" v="581" actId="14100"/>
        <pc:sldMkLst>
          <pc:docMk/>
          <pc:sldMk cId="4104262183" sldId="258"/>
        </pc:sldMkLst>
        <pc:spChg chg="mod">
          <ac:chgData name="Akriti Mehta" userId="0c901562-3821-4879-abc2-7521cf2ab412" providerId="ADAL" clId="{144A11F9-5BB9-40A3-A970-33EF68ACAA95}" dt="2026-05-27T16:23:37.386" v="581" actId="14100"/>
          <ac:spMkLst>
            <pc:docMk/>
            <pc:sldMk cId="4104262183" sldId="258"/>
            <ac:spMk id="3" creationId="{7F3F4468-0455-F2E3-181D-8A9F60A5CDE0}"/>
          </ac:spMkLst>
        </pc:spChg>
        <pc:spChg chg="del">
          <ac:chgData name="Akriti Mehta" userId="0c901562-3821-4879-abc2-7521cf2ab412" providerId="ADAL" clId="{144A11F9-5BB9-40A3-A970-33EF68ACAA95}" dt="2026-05-27T16:22:37.015" v="574" actId="478"/>
          <ac:spMkLst>
            <pc:docMk/>
            <pc:sldMk cId="4104262183" sldId="258"/>
            <ac:spMk id="6" creationId="{71D3D146-572E-8C2F-48DA-FE0CDB6F1936}"/>
          </ac:spMkLst>
        </pc:spChg>
        <pc:spChg chg="add mod">
          <ac:chgData name="Akriti Mehta" userId="0c901562-3821-4879-abc2-7521cf2ab412" providerId="ADAL" clId="{144A11F9-5BB9-40A3-A970-33EF68ACAA95}" dt="2026-05-27T16:22:26.394" v="572" actId="1076"/>
          <ac:spMkLst>
            <pc:docMk/>
            <pc:sldMk cId="4104262183" sldId="258"/>
            <ac:spMk id="7" creationId="{518A9D09-5CA4-5893-19B9-8253936EC0B5}"/>
          </ac:spMkLst>
        </pc:spChg>
        <pc:spChg chg="add mod">
          <ac:chgData name="Akriti Mehta" userId="0c901562-3821-4879-abc2-7521cf2ab412" providerId="ADAL" clId="{144A11F9-5BB9-40A3-A970-33EF68ACAA95}" dt="2026-05-27T16:23:15.745" v="576" actId="1076"/>
          <ac:spMkLst>
            <pc:docMk/>
            <pc:sldMk cId="4104262183" sldId="258"/>
            <ac:spMk id="8" creationId="{DB7D016A-0AA0-45C1-C3DB-4615B3D36A6E}"/>
          </ac:spMkLst>
        </pc:spChg>
        <pc:spChg chg="add mod">
          <ac:chgData name="Akriti Mehta" userId="0c901562-3821-4879-abc2-7521cf2ab412" providerId="ADAL" clId="{144A11F9-5BB9-40A3-A970-33EF68ACAA95}" dt="2026-05-27T16:23:15.745" v="576" actId="1076"/>
          <ac:spMkLst>
            <pc:docMk/>
            <pc:sldMk cId="4104262183" sldId="258"/>
            <ac:spMk id="9" creationId="{0F10EC89-1912-48BD-4521-3D63C6CA32C8}"/>
          </ac:spMkLst>
        </pc:spChg>
        <pc:spChg chg="add mod">
          <ac:chgData name="Akriti Mehta" userId="0c901562-3821-4879-abc2-7521cf2ab412" providerId="ADAL" clId="{144A11F9-5BB9-40A3-A970-33EF68ACAA95}" dt="2026-05-27T16:23:15.745" v="576" actId="1076"/>
          <ac:spMkLst>
            <pc:docMk/>
            <pc:sldMk cId="4104262183" sldId="258"/>
            <ac:spMk id="10" creationId="{3D534F8A-7D7D-15E3-96FC-675B166A062D}"/>
          </ac:spMkLst>
        </pc:spChg>
        <pc:spChg chg="add mod">
          <ac:chgData name="Akriti Mehta" userId="0c901562-3821-4879-abc2-7521cf2ab412" providerId="ADAL" clId="{144A11F9-5BB9-40A3-A970-33EF68ACAA95}" dt="2026-05-27T16:23:15.745" v="576" actId="1076"/>
          <ac:spMkLst>
            <pc:docMk/>
            <pc:sldMk cId="4104262183" sldId="258"/>
            <ac:spMk id="11" creationId="{81F80080-AF65-EBD8-5CC1-C6607340C092}"/>
          </ac:spMkLst>
        </pc:spChg>
        <pc:spChg chg="add mod">
          <ac:chgData name="Akriti Mehta" userId="0c901562-3821-4879-abc2-7521cf2ab412" providerId="ADAL" clId="{144A11F9-5BB9-40A3-A970-33EF68ACAA95}" dt="2026-05-27T16:23:15.745" v="576" actId="1076"/>
          <ac:spMkLst>
            <pc:docMk/>
            <pc:sldMk cId="4104262183" sldId="258"/>
            <ac:spMk id="17" creationId="{AAE60C7B-784D-C5D9-A563-87AD8CF53546}"/>
          </ac:spMkLst>
        </pc:spChg>
        <pc:spChg chg="add mod">
          <ac:chgData name="Akriti Mehta" userId="0c901562-3821-4879-abc2-7521cf2ab412" providerId="ADAL" clId="{144A11F9-5BB9-40A3-A970-33EF68ACAA95}" dt="2026-05-27T16:23:15.745" v="576" actId="1076"/>
          <ac:spMkLst>
            <pc:docMk/>
            <pc:sldMk cId="4104262183" sldId="258"/>
            <ac:spMk id="21" creationId="{1F78B8A1-7C5D-2860-8DFC-1AA7CAC7764B}"/>
          </ac:spMkLst>
        </pc:spChg>
        <pc:spChg chg="add mod">
          <ac:chgData name="Akriti Mehta" userId="0c901562-3821-4879-abc2-7521cf2ab412" providerId="ADAL" clId="{144A11F9-5BB9-40A3-A970-33EF68ACAA95}" dt="2026-05-27T16:23:15.745" v="576" actId="1076"/>
          <ac:spMkLst>
            <pc:docMk/>
            <pc:sldMk cId="4104262183" sldId="258"/>
            <ac:spMk id="22" creationId="{27CCB61B-CFAD-AC06-01DB-174AE90F0440}"/>
          </ac:spMkLst>
        </pc:spChg>
        <pc:spChg chg="add mod">
          <ac:chgData name="Akriti Mehta" userId="0c901562-3821-4879-abc2-7521cf2ab412" providerId="ADAL" clId="{144A11F9-5BB9-40A3-A970-33EF68ACAA95}" dt="2026-05-27T16:23:15.745" v="576" actId="1076"/>
          <ac:spMkLst>
            <pc:docMk/>
            <pc:sldMk cId="4104262183" sldId="258"/>
            <ac:spMk id="24" creationId="{78FD4AB0-9548-A2BF-7527-E6791C17D3DD}"/>
          </ac:spMkLst>
        </pc:spChg>
        <pc:spChg chg="add mod">
          <ac:chgData name="Akriti Mehta" userId="0c901562-3821-4879-abc2-7521cf2ab412" providerId="ADAL" clId="{144A11F9-5BB9-40A3-A970-33EF68ACAA95}" dt="2026-05-27T16:23:15.745" v="576" actId="1076"/>
          <ac:spMkLst>
            <pc:docMk/>
            <pc:sldMk cId="4104262183" sldId="258"/>
            <ac:spMk id="27" creationId="{BE386185-ABA7-403A-398D-7338D301D800}"/>
          </ac:spMkLst>
        </pc:spChg>
        <pc:spChg chg="add mod">
          <ac:chgData name="Akriti Mehta" userId="0c901562-3821-4879-abc2-7521cf2ab412" providerId="ADAL" clId="{144A11F9-5BB9-40A3-A970-33EF68ACAA95}" dt="2026-05-27T16:23:15.745" v="576" actId="1076"/>
          <ac:spMkLst>
            <pc:docMk/>
            <pc:sldMk cId="4104262183" sldId="258"/>
            <ac:spMk id="35" creationId="{410F2B35-4963-6A06-E615-39C8FDC9AE71}"/>
          </ac:spMkLst>
        </pc:spChg>
        <pc:spChg chg="add mod">
          <ac:chgData name="Akriti Mehta" userId="0c901562-3821-4879-abc2-7521cf2ab412" providerId="ADAL" clId="{144A11F9-5BB9-40A3-A970-33EF68ACAA95}" dt="2026-05-27T16:23:30.137" v="578" actId="1076"/>
          <ac:spMkLst>
            <pc:docMk/>
            <pc:sldMk cId="4104262183" sldId="258"/>
            <ac:spMk id="45" creationId="{1B1B9945-8641-1265-7C12-EB1B9634A1B4}"/>
          </ac:spMkLst>
        </pc:spChg>
        <pc:spChg chg="del">
          <ac:chgData name="Akriti Mehta" userId="0c901562-3821-4879-abc2-7521cf2ab412" providerId="ADAL" clId="{144A11F9-5BB9-40A3-A970-33EF68ACAA95}" dt="2026-05-27T16:22:17.093" v="570" actId="478"/>
          <ac:spMkLst>
            <pc:docMk/>
            <pc:sldMk cId="4104262183" sldId="258"/>
            <ac:spMk id="139" creationId="{2B2D7242-841A-EE06-02E7-AF9DBB689485}"/>
          </ac:spMkLst>
        </pc:spChg>
        <pc:spChg chg="del">
          <ac:chgData name="Akriti Mehta" userId="0c901562-3821-4879-abc2-7521cf2ab412" providerId="ADAL" clId="{144A11F9-5BB9-40A3-A970-33EF68ACAA95}" dt="2026-05-27T16:22:17.093" v="570" actId="478"/>
          <ac:spMkLst>
            <pc:docMk/>
            <pc:sldMk cId="4104262183" sldId="258"/>
            <ac:spMk id="141" creationId="{46243505-FBFF-2AE7-9B34-C4E710DFE116}"/>
          </ac:spMkLst>
        </pc:spChg>
        <pc:spChg chg="del">
          <ac:chgData name="Akriti Mehta" userId="0c901562-3821-4879-abc2-7521cf2ab412" providerId="ADAL" clId="{144A11F9-5BB9-40A3-A970-33EF68ACAA95}" dt="2026-05-27T16:22:17.093" v="570" actId="478"/>
          <ac:spMkLst>
            <pc:docMk/>
            <pc:sldMk cId="4104262183" sldId="258"/>
            <ac:spMk id="143" creationId="{AD14CF56-6CB1-81A6-52B4-E9D23FFC9239}"/>
          </ac:spMkLst>
        </pc:spChg>
        <pc:spChg chg="del">
          <ac:chgData name="Akriti Mehta" userId="0c901562-3821-4879-abc2-7521cf2ab412" providerId="ADAL" clId="{144A11F9-5BB9-40A3-A970-33EF68ACAA95}" dt="2026-05-27T16:22:17.093" v="570" actId="478"/>
          <ac:spMkLst>
            <pc:docMk/>
            <pc:sldMk cId="4104262183" sldId="258"/>
            <ac:spMk id="167" creationId="{C214FEFD-0F0B-16C8-B530-F7F926E79EDC}"/>
          </ac:spMkLst>
        </pc:spChg>
        <pc:spChg chg="del">
          <ac:chgData name="Akriti Mehta" userId="0c901562-3821-4879-abc2-7521cf2ab412" providerId="ADAL" clId="{144A11F9-5BB9-40A3-A970-33EF68ACAA95}" dt="2026-05-27T16:22:33.380" v="573" actId="478"/>
          <ac:spMkLst>
            <pc:docMk/>
            <pc:sldMk cId="4104262183" sldId="258"/>
            <ac:spMk id="171" creationId="{90A63477-DF2D-1802-4E0F-6672B0DC5178}"/>
          </ac:spMkLst>
        </pc:spChg>
        <pc:spChg chg="del">
          <ac:chgData name="Akriti Mehta" userId="0c901562-3821-4879-abc2-7521cf2ab412" providerId="ADAL" clId="{144A11F9-5BB9-40A3-A970-33EF68ACAA95}" dt="2026-05-27T16:22:37.015" v="574" actId="478"/>
          <ac:spMkLst>
            <pc:docMk/>
            <pc:sldMk cId="4104262183" sldId="258"/>
            <ac:spMk id="173" creationId="{199B3ECA-D6DD-E99D-B7FD-B5E0D20C752C}"/>
          </ac:spMkLst>
        </pc:spChg>
        <pc:spChg chg="del">
          <ac:chgData name="Akriti Mehta" userId="0c901562-3821-4879-abc2-7521cf2ab412" providerId="ADAL" clId="{144A11F9-5BB9-40A3-A970-33EF68ACAA95}" dt="2026-05-27T16:22:37.015" v="574" actId="478"/>
          <ac:spMkLst>
            <pc:docMk/>
            <pc:sldMk cId="4104262183" sldId="258"/>
            <ac:spMk id="175" creationId="{7FC91EE5-5145-273F-E7F6-724F56609E32}"/>
          </ac:spMkLst>
        </pc:spChg>
        <pc:spChg chg="del">
          <ac:chgData name="Akriti Mehta" userId="0c901562-3821-4879-abc2-7521cf2ab412" providerId="ADAL" clId="{144A11F9-5BB9-40A3-A970-33EF68ACAA95}" dt="2026-05-27T16:22:37.015" v="574" actId="478"/>
          <ac:spMkLst>
            <pc:docMk/>
            <pc:sldMk cId="4104262183" sldId="258"/>
            <ac:spMk id="177" creationId="{1D9C2CFC-D9B5-ADE7-84C2-FD68EE5A3815}"/>
          </ac:spMkLst>
        </pc:spChg>
        <pc:spChg chg="del">
          <ac:chgData name="Akriti Mehta" userId="0c901562-3821-4879-abc2-7521cf2ab412" providerId="ADAL" clId="{144A11F9-5BB9-40A3-A970-33EF68ACAA95}" dt="2026-05-27T16:22:37.015" v="574" actId="478"/>
          <ac:spMkLst>
            <pc:docMk/>
            <pc:sldMk cId="4104262183" sldId="258"/>
            <ac:spMk id="179" creationId="{7779D1FF-DC6C-0DC7-58E4-5EF929107896}"/>
          </ac:spMkLst>
        </pc:spChg>
        <pc:spChg chg="del">
          <ac:chgData name="Akriti Mehta" userId="0c901562-3821-4879-abc2-7521cf2ab412" providerId="ADAL" clId="{144A11F9-5BB9-40A3-A970-33EF68ACAA95}" dt="2026-05-27T16:22:37.015" v="574" actId="478"/>
          <ac:spMkLst>
            <pc:docMk/>
            <pc:sldMk cId="4104262183" sldId="258"/>
            <ac:spMk id="181" creationId="{60C1ABA3-F9AA-6054-D711-D14A0AAF8B26}"/>
          </ac:spMkLst>
        </pc:spChg>
        <pc:spChg chg="del">
          <ac:chgData name="Akriti Mehta" userId="0c901562-3821-4879-abc2-7521cf2ab412" providerId="ADAL" clId="{144A11F9-5BB9-40A3-A970-33EF68ACAA95}" dt="2026-05-27T16:22:17.093" v="570" actId="478"/>
          <ac:spMkLst>
            <pc:docMk/>
            <pc:sldMk cId="4104262183" sldId="258"/>
            <ac:spMk id="191" creationId="{2762DF66-7E36-246C-A1BD-6DC83B7BF2F3}"/>
          </ac:spMkLst>
        </pc:spChg>
        <pc:spChg chg="del">
          <ac:chgData name="Akriti Mehta" userId="0c901562-3821-4879-abc2-7521cf2ab412" providerId="ADAL" clId="{144A11F9-5BB9-40A3-A970-33EF68ACAA95}" dt="2026-05-27T16:22:17.093" v="570" actId="478"/>
          <ac:spMkLst>
            <pc:docMk/>
            <pc:sldMk cId="4104262183" sldId="258"/>
            <ac:spMk id="201" creationId="{76309CFA-A345-1470-8931-F2CAF25F192D}"/>
          </ac:spMkLst>
        </pc:spChg>
        <pc:spChg chg="del">
          <ac:chgData name="Akriti Mehta" userId="0c901562-3821-4879-abc2-7521cf2ab412" providerId="ADAL" clId="{144A11F9-5BB9-40A3-A970-33EF68ACAA95}" dt="2026-05-27T16:22:17.093" v="570" actId="478"/>
          <ac:spMkLst>
            <pc:docMk/>
            <pc:sldMk cId="4104262183" sldId="258"/>
            <ac:spMk id="203" creationId="{FF3D847D-9E37-B52E-F254-3D7574590371}"/>
          </ac:spMkLst>
        </pc:spChg>
        <pc:spChg chg="del">
          <ac:chgData name="Akriti Mehta" userId="0c901562-3821-4879-abc2-7521cf2ab412" providerId="ADAL" clId="{144A11F9-5BB9-40A3-A970-33EF68ACAA95}" dt="2026-05-27T16:22:17.093" v="570" actId="478"/>
          <ac:spMkLst>
            <pc:docMk/>
            <pc:sldMk cId="4104262183" sldId="258"/>
            <ac:spMk id="205" creationId="{CD60B5A1-0C97-1091-3E6E-EC08A87F9F19}"/>
          </ac:spMkLst>
        </pc:spChg>
        <pc:spChg chg="del">
          <ac:chgData name="Akriti Mehta" userId="0c901562-3821-4879-abc2-7521cf2ab412" providerId="ADAL" clId="{144A11F9-5BB9-40A3-A970-33EF68ACAA95}" dt="2026-05-27T16:22:17.093" v="570" actId="478"/>
          <ac:spMkLst>
            <pc:docMk/>
            <pc:sldMk cId="4104262183" sldId="258"/>
            <ac:spMk id="211" creationId="{965DEA3A-8234-5279-3CC3-A4E95B8CCF12}"/>
          </ac:spMkLst>
        </pc:spChg>
        <pc:spChg chg="del">
          <ac:chgData name="Akriti Mehta" userId="0c901562-3821-4879-abc2-7521cf2ab412" providerId="ADAL" clId="{144A11F9-5BB9-40A3-A970-33EF68ACAA95}" dt="2026-05-27T16:22:17.093" v="570" actId="478"/>
          <ac:spMkLst>
            <pc:docMk/>
            <pc:sldMk cId="4104262183" sldId="258"/>
            <ac:spMk id="213" creationId="{8F04F628-0017-99F5-8F08-22779B126EBD}"/>
          </ac:spMkLst>
        </pc:spChg>
      </pc:sldChg>
      <pc:sldChg chg="modSp mod">
        <pc:chgData name="Akriti Mehta" userId="0c901562-3821-4879-abc2-7521cf2ab412" providerId="ADAL" clId="{144A11F9-5BB9-40A3-A970-33EF68ACAA95}" dt="2026-05-27T15:21:38.317" v="171" actId="20577"/>
        <pc:sldMkLst>
          <pc:docMk/>
          <pc:sldMk cId="0" sldId="259"/>
        </pc:sldMkLst>
        <pc:spChg chg="mod">
          <ac:chgData name="Akriti Mehta" userId="0c901562-3821-4879-abc2-7521cf2ab412" providerId="ADAL" clId="{144A11F9-5BB9-40A3-A970-33EF68ACAA95}" dt="2026-05-27T15:21:38.317" v="171" actId="20577"/>
          <ac:spMkLst>
            <pc:docMk/>
            <pc:sldMk cId="0" sldId="259"/>
            <ac:spMk id="3" creationId="{00000000-0000-0000-0000-000000000000}"/>
          </ac:spMkLst>
        </pc:spChg>
      </pc:sldChg>
      <pc:sldChg chg="addSp delSp modSp mod">
        <pc:chgData name="Akriti Mehta" userId="0c901562-3821-4879-abc2-7521cf2ab412" providerId="ADAL" clId="{144A11F9-5BB9-40A3-A970-33EF68ACAA95}" dt="2026-05-27T17:25:54.578" v="754" actId="26606"/>
        <pc:sldMkLst>
          <pc:docMk/>
          <pc:sldMk cId="0" sldId="260"/>
        </pc:sldMkLst>
        <pc:spChg chg="mod">
          <ac:chgData name="Akriti Mehta" userId="0c901562-3821-4879-abc2-7521cf2ab412" providerId="ADAL" clId="{144A11F9-5BB9-40A3-A970-33EF68ACAA95}" dt="2026-05-27T17:11:20.461" v="752" actId="26606"/>
          <ac:spMkLst>
            <pc:docMk/>
            <pc:sldMk cId="0" sldId="260"/>
            <ac:spMk id="3" creationId="{00000000-0000-0000-0000-000000000000}"/>
          </ac:spMkLst>
        </pc:spChg>
        <pc:spChg chg="add">
          <ac:chgData name="Akriti Mehta" userId="0c901562-3821-4879-abc2-7521cf2ab412" providerId="ADAL" clId="{144A11F9-5BB9-40A3-A970-33EF68ACAA95}" dt="2026-05-27T17:11:20.461" v="752" actId="26606"/>
          <ac:spMkLst>
            <pc:docMk/>
            <pc:sldMk cId="0" sldId="260"/>
            <ac:spMk id="5" creationId="{00000000-0000-0000-0000-000000000000}"/>
          </ac:spMkLst>
        </pc:spChg>
        <pc:spChg chg="add mod">
          <ac:chgData name="Akriti Mehta" userId="0c901562-3821-4879-abc2-7521cf2ab412" providerId="ADAL" clId="{144A11F9-5BB9-40A3-A970-33EF68ACAA95}" dt="2026-05-27T17:11:20.461" v="752" actId="26606"/>
          <ac:spMkLst>
            <pc:docMk/>
            <pc:sldMk cId="0" sldId="260"/>
            <ac:spMk id="7" creationId="{00000000-0000-0000-0000-000000000000}"/>
          </ac:spMkLst>
        </pc:spChg>
        <pc:spChg chg="del">
          <ac:chgData name="Akriti Mehta" userId="0c901562-3821-4879-abc2-7521cf2ab412" providerId="ADAL" clId="{144A11F9-5BB9-40A3-A970-33EF68ACAA95}" dt="2026-05-27T16:45:51.371" v="725" actId="478"/>
          <ac:spMkLst>
            <pc:docMk/>
            <pc:sldMk cId="0" sldId="260"/>
            <ac:spMk id="7" creationId="{F37AA2EA-CD92-6F08-F431-FFA2322C6D07}"/>
          </ac:spMkLst>
        </pc:spChg>
        <pc:spChg chg="add">
          <ac:chgData name="Akriti Mehta" userId="0c901562-3821-4879-abc2-7521cf2ab412" providerId="ADAL" clId="{144A11F9-5BB9-40A3-A970-33EF68ACAA95}" dt="2026-05-27T16:56:51.767" v="732" actId="26606"/>
          <ac:spMkLst>
            <pc:docMk/>
            <pc:sldMk cId="0" sldId="260"/>
            <ac:spMk id="8" creationId="{00000000-0000-0000-0000-000000000000}"/>
          </ac:spMkLst>
        </pc:spChg>
        <pc:spChg chg="add mod">
          <ac:chgData name="Akriti Mehta" userId="0c901562-3821-4879-abc2-7521cf2ab412" providerId="ADAL" clId="{144A11F9-5BB9-40A3-A970-33EF68ACAA95}" dt="2026-05-27T17:11:20.461" v="752" actId="26606"/>
          <ac:spMkLst>
            <pc:docMk/>
            <pc:sldMk cId="0" sldId="260"/>
            <ac:spMk id="9" creationId="{00000000-0000-0000-0000-000000000000}"/>
          </ac:spMkLst>
        </pc:spChg>
        <pc:spChg chg="add del">
          <ac:chgData name="Akriti Mehta" userId="0c901562-3821-4879-abc2-7521cf2ab412" providerId="ADAL" clId="{144A11F9-5BB9-40A3-A970-33EF68ACAA95}" dt="2026-05-27T17:04:19.896" v="747" actId="26606"/>
          <ac:spMkLst>
            <pc:docMk/>
            <pc:sldMk cId="0" sldId="260"/>
            <ac:spMk id="10" creationId="{00000000-0000-0000-0000-000000000000}"/>
          </ac:spMkLst>
        </pc:spChg>
        <pc:spChg chg="del">
          <ac:chgData name="Akriti Mehta" userId="0c901562-3821-4879-abc2-7521cf2ab412" providerId="ADAL" clId="{144A11F9-5BB9-40A3-A970-33EF68ACAA95}" dt="2026-05-27T16:45:51.371" v="725" actId="478"/>
          <ac:spMkLst>
            <pc:docMk/>
            <pc:sldMk cId="0" sldId="260"/>
            <ac:spMk id="10" creationId="{A4E6AA95-24CF-59F7-BB45-332C20A33D46}"/>
          </ac:spMkLst>
        </pc:spChg>
        <pc:spChg chg="del">
          <ac:chgData name="Akriti Mehta" userId="0c901562-3821-4879-abc2-7521cf2ab412" providerId="ADAL" clId="{144A11F9-5BB9-40A3-A970-33EF68ACAA95}" dt="2026-05-27T16:45:51.371" v="725" actId="478"/>
          <ac:spMkLst>
            <pc:docMk/>
            <pc:sldMk cId="0" sldId="260"/>
            <ac:spMk id="13" creationId="{76CBF11E-1DAF-5826-D23A-DDF0325A9429}"/>
          </ac:spMkLst>
        </pc:spChg>
        <pc:spChg chg="add del">
          <ac:chgData name="Akriti Mehta" userId="0c901562-3821-4879-abc2-7521cf2ab412" providerId="ADAL" clId="{144A11F9-5BB9-40A3-A970-33EF68ACAA95}" dt="2026-05-27T17:04:19.896" v="747" actId="26606"/>
          <ac:spMkLst>
            <pc:docMk/>
            <pc:sldMk cId="0" sldId="260"/>
            <ac:spMk id="14" creationId="{00000000-0000-0000-0000-000000000000}"/>
          </ac:spMkLst>
        </pc:spChg>
        <pc:spChg chg="add del">
          <ac:chgData name="Akriti Mehta" userId="0c901562-3821-4879-abc2-7521cf2ab412" providerId="ADAL" clId="{144A11F9-5BB9-40A3-A970-33EF68ACAA95}" dt="2026-05-27T17:04:19.896" v="747" actId="26606"/>
          <ac:spMkLst>
            <pc:docMk/>
            <pc:sldMk cId="0" sldId="260"/>
            <ac:spMk id="15" creationId="{00000000-0000-0000-0000-000000000000}"/>
          </ac:spMkLst>
        </pc:spChg>
        <pc:spChg chg="add">
          <ac:chgData name="Akriti Mehta" userId="0c901562-3821-4879-abc2-7521cf2ab412" providerId="ADAL" clId="{144A11F9-5BB9-40A3-A970-33EF68ACAA95}" dt="2026-05-27T16:56:51.767" v="732" actId="26606"/>
          <ac:spMkLst>
            <pc:docMk/>
            <pc:sldMk cId="0" sldId="260"/>
            <ac:spMk id="17" creationId="{00000000-0000-0000-0000-000000000000}"/>
          </ac:spMkLst>
        </pc:spChg>
        <pc:spChg chg="add">
          <ac:chgData name="Akriti Mehta" userId="0c901562-3821-4879-abc2-7521cf2ab412" providerId="ADAL" clId="{144A11F9-5BB9-40A3-A970-33EF68ACAA95}" dt="2026-05-27T16:56:51.767" v="732" actId="26606"/>
          <ac:spMkLst>
            <pc:docMk/>
            <pc:sldMk cId="0" sldId="260"/>
            <ac:spMk id="18" creationId="{00000000-0000-0000-0000-000000000000}"/>
          </ac:spMkLst>
        </pc:spChg>
        <pc:spChg chg="add del">
          <ac:chgData name="Akriti Mehta" userId="0c901562-3821-4879-abc2-7521cf2ab412" providerId="ADAL" clId="{144A11F9-5BB9-40A3-A970-33EF68ACAA95}" dt="2026-05-27T17:04:19.896" v="747" actId="26606"/>
          <ac:spMkLst>
            <pc:docMk/>
            <pc:sldMk cId="0" sldId="260"/>
            <ac:spMk id="19" creationId="{00000000-0000-0000-0000-000000000000}"/>
          </ac:spMkLst>
        </pc:spChg>
        <pc:spChg chg="del">
          <ac:chgData name="Akriti Mehta" userId="0c901562-3821-4879-abc2-7521cf2ab412" providerId="ADAL" clId="{144A11F9-5BB9-40A3-A970-33EF68ACAA95}" dt="2026-05-27T16:45:51.371" v="725" actId="478"/>
          <ac:spMkLst>
            <pc:docMk/>
            <pc:sldMk cId="0" sldId="260"/>
            <ac:spMk id="30" creationId="{73C9665D-5986-F42E-10EA-BE643A404321}"/>
          </ac:spMkLst>
        </pc:spChg>
        <pc:spChg chg="del">
          <ac:chgData name="Akriti Mehta" userId="0c901562-3821-4879-abc2-7521cf2ab412" providerId="ADAL" clId="{144A11F9-5BB9-40A3-A970-33EF68ACAA95}" dt="2026-05-27T16:45:51.371" v="725" actId="478"/>
          <ac:spMkLst>
            <pc:docMk/>
            <pc:sldMk cId="0" sldId="260"/>
            <ac:spMk id="31" creationId="{B8651507-B8F5-B621-E1F4-F981F043F444}"/>
          </ac:spMkLst>
        </pc:spChg>
        <pc:spChg chg="del">
          <ac:chgData name="Akriti Mehta" userId="0c901562-3821-4879-abc2-7521cf2ab412" providerId="ADAL" clId="{144A11F9-5BB9-40A3-A970-33EF68ACAA95}" dt="2026-05-27T16:45:51.371" v="725" actId="478"/>
          <ac:spMkLst>
            <pc:docMk/>
            <pc:sldMk cId="0" sldId="260"/>
            <ac:spMk id="32" creationId="{7E59A8D8-7012-0764-5BF6-8D107611962B}"/>
          </ac:spMkLst>
        </pc:spChg>
        <pc:spChg chg="del">
          <ac:chgData name="Akriti Mehta" userId="0c901562-3821-4879-abc2-7521cf2ab412" providerId="ADAL" clId="{144A11F9-5BB9-40A3-A970-33EF68ACAA95}" dt="2026-05-27T16:45:51.371" v="725" actId="478"/>
          <ac:spMkLst>
            <pc:docMk/>
            <pc:sldMk cId="0" sldId="260"/>
            <ac:spMk id="33" creationId="{CD2DE8C3-79A9-E4E5-81A1-430483D512B6}"/>
          </ac:spMkLst>
        </pc:spChg>
        <pc:spChg chg="add">
          <ac:chgData name="Akriti Mehta" userId="0c901562-3821-4879-abc2-7521cf2ab412" providerId="ADAL" clId="{144A11F9-5BB9-40A3-A970-33EF68ACAA95}" dt="2026-05-27T17:11:20.461" v="752" actId="26606"/>
          <ac:spMkLst>
            <pc:docMk/>
            <pc:sldMk cId="0" sldId="260"/>
            <ac:spMk id="34" creationId="{00000000-0000-0000-0000-000000000000}"/>
          </ac:spMkLst>
        </pc:spChg>
        <pc:spChg chg="del">
          <ac:chgData name="Akriti Mehta" userId="0c901562-3821-4879-abc2-7521cf2ab412" providerId="ADAL" clId="{144A11F9-5BB9-40A3-A970-33EF68ACAA95}" dt="2026-05-27T16:45:51.371" v="725" actId="478"/>
          <ac:spMkLst>
            <pc:docMk/>
            <pc:sldMk cId="0" sldId="260"/>
            <ac:spMk id="34" creationId="{75FA05E4-9A58-65A2-1877-2B395B614FC8}"/>
          </ac:spMkLst>
        </pc:spChg>
        <pc:spChg chg="del">
          <ac:chgData name="Akriti Mehta" userId="0c901562-3821-4879-abc2-7521cf2ab412" providerId="ADAL" clId="{144A11F9-5BB9-40A3-A970-33EF68ACAA95}" dt="2026-05-27T16:45:51.371" v="725" actId="478"/>
          <ac:spMkLst>
            <pc:docMk/>
            <pc:sldMk cId="0" sldId="260"/>
            <ac:spMk id="35" creationId="{32493932-8101-9593-5663-947AC88EC47C}"/>
          </ac:spMkLst>
        </pc:spChg>
        <pc:spChg chg="del">
          <ac:chgData name="Akriti Mehta" userId="0c901562-3821-4879-abc2-7521cf2ab412" providerId="ADAL" clId="{144A11F9-5BB9-40A3-A970-33EF68ACAA95}" dt="2026-05-27T16:45:51.371" v="725" actId="478"/>
          <ac:spMkLst>
            <pc:docMk/>
            <pc:sldMk cId="0" sldId="260"/>
            <ac:spMk id="36" creationId="{E818C5E7-A6C0-1176-8629-53CFD90F7A53}"/>
          </ac:spMkLst>
        </pc:spChg>
        <pc:spChg chg="add">
          <ac:chgData name="Akriti Mehta" userId="0c901562-3821-4879-abc2-7521cf2ab412" providerId="ADAL" clId="{144A11F9-5BB9-40A3-A970-33EF68ACAA95}" dt="2026-05-27T17:11:20.461" v="752" actId="26606"/>
          <ac:spMkLst>
            <pc:docMk/>
            <pc:sldMk cId="0" sldId="260"/>
            <ac:spMk id="37" creationId="{00000000-0000-0000-0000-000000000000}"/>
          </ac:spMkLst>
        </pc:spChg>
        <pc:spChg chg="add">
          <ac:chgData name="Akriti Mehta" userId="0c901562-3821-4879-abc2-7521cf2ab412" providerId="ADAL" clId="{144A11F9-5BB9-40A3-A970-33EF68ACAA95}" dt="2026-05-27T17:11:20.461" v="752" actId="26606"/>
          <ac:spMkLst>
            <pc:docMk/>
            <pc:sldMk cId="0" sldId="260"/>
            <ac:spMk id="38" creationId="{00000000-0000-0000-0000-000000000000}"/>
          </ac:spMkLst>
        </pc:spChg>
        <pc:spChg chg="del mod">
          <ac:chgData name="Akriti Mehta" userId="0c901562-3821-4879-abc2-7521cf2ab412" providerId="ADAL" clId="{144A11F9-5BB9-40A3-A970-33EF68ACAA95}" dt="2026-05-27T16:45:56.103" v="727" actId="478"/>
          <ac:spMkLst>
            <pc:docMk/>
            <pc:sldMk cId="0" sldId="260"/>
            <ac:spMk id="39" creationId="{8C206EA3-34A5-D550-0E36-6C13C8C6DDF9}"/>
          </ac:spMkLst>
        </pc:spChg>
        <pc:spChg chg="add mod">
          <ac:chgData name="Akriti Mehta" userId="0c901562-3821-4879-abc2-7521cf2ab412" providerId="ADAL" clId="{144A11F9-5BB9-40A3-A970-33EF68ACAA95}" dt="2026-05-27T16:47:54.272" v="731" actId="14100"/>
          <ac:spMkLst>
            <pc:docMk/>
            <pc:sldMk cId="0" sldId="260"/>
            <ac:spMk id="40" creationId="{48A4CB4B-67D2-BCBF-B376-6C15CAEA5A33}"/>
          </ac:spMkLst>
        </pc:spChg>
        <pc:spChg chg="add">
          <ac:chgData name="Akriti Mehta" userId="0c901562-3821-4879-abc2-7521cf2ab412" providerId="ADAL" clId="{144A11F9-5BB9-40A3-A970-33EF68ACAA95}" dt="2026-05-27T17:04:19.896" v="747" actId="26606"/>
          <ac:spMkLst>
            <pc:docMk/>
            <pc:sldMk cId="0" sldId="260"/>
            <ac:spMk id="41" creationId="{00000000-0000-0000-0000-000000000000}"/>
          </ac:spMkLst>
        </pc:spChg>
        <pc:spChg chg="add mod">
          <ac:chgData name="Akriti Mehta" userId="0c901562-3821-4879-abc2-7521cf2ab412" providerId="ADAL" clId="{144A11F9-5BB9-40A3-A970-33EF68ACAA95}" dt="2026-05-27T17:11:20.461" v="752" actId="26606"/>
          <ac:spMkLst>
            <pc:docMk/>
            <pc:sldMk cId="0" sldId="260"/>
            <ac:spMk id="43" creationId="{00000000-0000-0000-0000-000000000000}"/>
          </ac:spMkLst>
        </pc:spChg>
        <pc:spChg chg="mod">
          <ac:chgData name="Akriti Mehta" userId="0c901562-3821-4879-abc2-7521cf2ab412" providerId="ADAL" clId="{144A11F9-5BB9-40A3-A970-33EF68ACAA95}" dt="2026-05-27T17:25:54.578" v="754" actId="26606"/>
          <ac:spMkLst>
            <pc:docMk/>
            <pc:sldMk cId="0" sldId="260"/>
            <ac:spMk id="44" creationId="{00000000-0000-0000-0000-000000000000}"/>
          </ac:spMkLst>
        </pc:spChg>
        <pc:spChg chg="add mod">
          <ac:chgData name="Akriti Mehta" userId="0c901562-3821-4879-abc2-7521cf2ab412" providerId="ADAL" clId="{144A11F9-5BB9-40A3-A970-33EF68ACAA95}" dt="2026-05-27T17:11:20.461" v="752" actId="26606"/>
          <ac:spMkLst>
            <pc:docMk/>
            <pc:sldMk cId="0" sldId="260"/>
            <ac:spMk id="45" creationId="{00000000-0000-0000-0000-000000000000}"/>
          </ac:spMkLst>
        </pc:spChg>
        <pc:spChg chg="add del">
          <ac:chgData name="Akriti Mehta" userId="0c901562-3821-4879-abc2-7521cf2ab412" providerId="ADAL" clId="{144A11F9-5BB9-40A3-A970-33EF68ACAA95}" dt="2026-05-27T17:11:20.461" v="752" actId="26606"/>
          <ac:spMkLst>
            <pc:docMk/>
            <pc:sldMk cId="0" sldId="260"/>
            <ac:spMk id="50" creationId="{00000000-0000-0000-0000-000000000000}"/>
          </ac:spMkLst>
        </pc:spChg>
        <pc:graphicFrameChg chg="add">
          <ac:chgData name="Akriti Mehta" userId="0c901562-3821-4879-abc2-7521cf2ab412" providerId="ADAL" clId="{144A11F9-5BB9-40A3-A970-33EF68ACAA95}" dt="2026-05-27T16:47:12.785" v="728"/>
          <ac:graphicFrameMkLst>
            <pc:docMk/>
            <pc:sldMk cId="0" sldId="260"/>
            <ac:graphicFrameMk id="8" creationId="{FD10BC56-F999-01BA-CB51-6F725F3D946C}"/>
          </ac:graphicFrameMkLst>
        </pc:graphicFrameChg>
      </pc:sldChg>
      <pc:sldChg chg="del">
        <pc:chgData name="Akriti Mehta" userId="0c901562-3821-4879-abc2-7521cf2ab412" providerId="ADAL" clId="{144A11F9-5BB9-40A3-A970-33EF68ACAA95}" dt="2026-05-27T15:42:28.271" v="200" actId="47"/>
        <pc:sldMkLst>
          <pc:docMk/>
          <pc:sldMk cId="0" sldId="261"/>
        </pc:sldMkLst>
      </pc:sldChg>
      <pc:sldChg chg="addSp delSp modSp add mod modAnim">
        <pc:chgData name="Akriti Mehta" userId="0c901562-3821-4879-abc2-7521cf2ab412" providerId="ADAL" clId="{144A11F9-5BB9-40A3-A970-33EF68ACAA95}" dt="2026-05-27T16:24:51.484" v="592" actId="1076"/>
        <pc:sldMkLst>
          <pc:docMk/>
          <pc:sldMk cId="1109693563" sldId="261"/>
        </pc:sldMkLst>
        <pc:spChg chg="mod">
          <ac:chgData name="Akriti Mehta" userId="0c901562-3821-4879-abc2-7521cf2ab412" providerId="ADAL" clId="{144A11F9-5BB9-40A3-A970-33EF68ACAA95}" dt="2026-05-27T16:24:02.220" v="586" actId="6549"/>
          <ac:spMkLst>
            <pc:docMk/>
            <pc:sldMk cId="1109693563" sldId="261"/>
            <ac:spMk id="3" creationId="{43BFE18B-790F-DCF2-D0D6-A90E7D90E428}"/>
          </ac:spMkLst>
        </pc:spChg>
        <pc:spChg chg="del">
          <ac:chgData name="Akriti Mehta" userId="0c901562-3821-4879-abc2-7521cf2ab412" providerId="ADAL" clId="{144A11F9-5BB9-40A3-A970-33EF68ACAA95}" dt="2026-05-27T16:24:23.793" v="587" actId="478"/>
          <ac:spMkLst>
            <pc:docMk/>
            <pc:sldMk cId="1109693563" sldId="261"/>
            <ac:spMk id="10" creationId="{E908BD49-0BED-241B-699E-F43778B4C312}"/>
          </ac:spMkLst>
        </pc:spChg>
        <pc:spChg chg="del">
          <ac:chgData name="Akriti Mehta" userId="0c901562-3821-4879-abc2-7521cf2ab412" providerId="ADAL" clId="{144A11F9-5BB9-40A3-A970-33EF68ACAA95}" dt="2026-05-27T16:24:23.793" v="587" actId="478"/>
          <ac:spMkLst>
            <pc:docMk/>
            <pc:sldMk cId="1109693563" sldId="261"/>
            <ac:spMk id="12" creationId="{A1381B0C-694A-1EFD-B7CE-9CFAAFC19B4E}"/>
          </ac:spMkLst>
        </pc:spChg>
        <pc:spChg chg="del">
          <ac:chgData name="Akriti Mehta" userId="0c901562-3821-4879-abc2-7521cf2ab412" providerId="ADAL" clId="{144A11F9-5BB9-40A3-A970-33EF68ACAA95}" dt="2026-05-27T16:24:23.793" v="587" actId="478"/>
          <ac:spMkLst>
            <pc:docMk/>
            <pc:sldMk cId="1109693563" sldId="261"/>
            <ac:spMk id="13" creationId="{A83FA213-D8AD-12B0-E15D-A067F5C6BCCF}"/>
          </ac:spMkLst>
        </pc:spChg>
        <pc:spChg chg="del">
          <ac:chgData name="Akriti Mehta" userId="0c901562-3821-4879-abc2-7521cf2ab412" providerId="ADAL" clId="{144A11F9-5BB9-40A3-A970-33EF68ACAA95}" dt="2026-05-27T16:24:23.793" v="587" actId="478"/>
          <ac:spMkLst>
            <pc:docMk/>
            <pc:sldMk cId="1109693563" sldId="261"/>
            <ac:spMk id="14" creationId="{65A32ED3-8205-ED66-362C-D681CD67E5B0}"/>
          </ac:spMkLst>
        </pc:spChg>
        <pc:spChg chg="del">
          <ac:chgData name="Akriti Mehta" userId="0c901562-3821-4879-abc2-7521cf2ab412" providerId="ADAL" clId="{144A11F9-5BB9-40A3-A970-33EF68ACAA95}" dt="2026-05-27T16:24:23.793" v="587" actId="478"/>
          <ac:spMkLst>
            <pc:docMk/>
            <pc:sldMk cId="1109693563" sldId="261"/>
            <ac:spMk id="22" creationId="{67BA5C06-3F5E-0081-E457-77A93CA4E233}"/>
          </ac:spMkLst>
        </pc:spChg>
        <pc:spChg chg="del">
          <ac:chgData name="Akriti Mehta" userId="0c901562-3821-4879-abc2-7521cf2ab412" providerId="ADAL" clId="{144A11F9-5BB9-40A3-A970-33EF68ACAA95}" dt="2026-05-27T16:24:23.793" v="587" actId="478"/>
          <ac:spMkLst>
            <pc:docMk/>
            <pc:sldMk cId="1109693563" sldId="261"/>
            <ac:spMk id="25" creationId="{76589C58-3AD5-6DA7-FA7F-2DAB9FCE5DC5}"/>
          </ac:spMkLst>
        </pc:spChg>
        <pc:spChg chg="del">
          <ac:chgData name="Akriti Mehta" userId="0c901562-3821-4879-abc2-7521cf2ab412" providerId="ADAL" clId="{144A11F9-5BB9-40A3-A970-33EF68ACAA95}" dt="2026-05-27T16:24:23.793" v="587" actId="478"/>
          <ac:spMkLst>
            <pc:docMk/>
            <pc:sldMk cId="1109693563" sldId="261"/>
            <ac:spMk id="26" creationId="{BB626BF4-3D28-9F50-765A-D95C905265C0}"/>
          </ac:spMkLst>
        </pc:spChg>
        <pc:spChg chg="del">
          <ac:chgData name="Akriti Mehta" userId="0c901562-3821-4879-abc2-7521cf2ab412" providerId="ADAL" clId="{144A11F9-5BB9-40A3-A970-33EF68ACAA95}" dt="2026-05-27T16:24:23.793" v="587" actId="478"/>
          <ac:spMkLst>
            <pc:docMk/>
            <pc:sldMk cId="1109693563" sldId="261"/>
            <ac:spMk id="28" creationId="{337D8D1A-0FDB-5C24-DF7E-810DBEB7CBAE}"/>
          </ac:spMkLst>
        </pc:spChg>
        <pc:spChg chg="del">
          <ac:chgData name="Akriti Mehta" userId="0c901562-3821-4879-abc2-7521cf2ab412" providerId="ADAL" clId="{144A11F9-5BB9-40A3-A970-33EF68ACAA95}" dt="2026-05-27T16:24:23.793" v="587" actId="478"/>
          <ac:spMkLst>
            <pc:docMk/>
            <pc:sldMk cId="1109693563" sldId="261"/>
            <ac:spMk id="34" creationId="{0628AED5-C4FF-8306-7841-DF3226460907}"/>
          </ac:spMkLst>
        </pc:spChg>
        <pc:spChg chg="del">
          <ac:chgData name="Akriti Mehta" userId="0c901562-3821-4879-abc2-7521cf2ab412" providerId="ADAL" clId="{144A11F9-5BB9-40A3-A970-33EF68ACAA95}" dt="2026-05-27T16:24:23.793" v="587" actId="478"/>
          <ac:spMkLst>
            <pc:docMk/>
            <pc:sldMk cId="1109693563" sldId="261"/>
            <ac:spMk id="35" creationId="{32EE7203-4641-182A-D826-9971E1CC6AAF}"/>
          </ac:spMkLst>
        </pc:spChg>
        <pc:spChg chg="del">
          <ac:chgData name="Akriti Mehta" userId="0c901562-3821-4879-abc2-7521cf2ab412" providerId="ADAL" clId="{144A11F9-5BB9-40A3-A970-33EF68ACAA95}" dt="2026-05-27T16:24:29.393" v="588" actId="478"/>
          <ac:spMkLst>
            <pc:docMk/>
            <pc:sldMk cId="1109693563" sldId="261"/>
            <ac:spMk id="45" creationId="{38599074-58EA-63BF-2857-B8578DA3BC5C}"/>
          </ac:spMkLst>
        </pc:spChg>
        <pc:spChg chg="mod">
          <ac:chgData name="Akriti Mehta" userId="0c901562-3821-4879-abc2-7521cf2ab412" providerId="ADAL" clId="{144A11F9-5BB9-40A3-A970-33EF68ACAA95}" dt="2026-05-27T16:24:40.143" v="590" actId="1076"/>
          <ac:spMkLst>
            <pc:docMk/>
            <pc:sldMk cId="1109693563" sldId="261"/>
            <ac:spMk id="46" creationId="{1DC20753-BB30-394B-A693-DA2C9D50288B}"/>
          </ac:spMkLst>
        </pc:spChg>
        <pc:spChg chg="mod">
          <ac:chgData name="Akriti Mehta" userId="0c901562-3821-4879-abc2-7521cf2ab412" providerId="ADAL" clId="{144A11F9-5BB9-40A3-A970-33EF68ACAA95}" dt="2026-05-27T16:24:40.143" v="590" actId="1076"/>
          <ac:spMkLst>
            <pc:docMk/>
            <pc:sldMk cId="1109693563" sldId="261"/>
            <ac:spMk id="47" creationId="{A606D77F-6B57-870E-8EA5-DD80F003C3DC}"/>
          </ac:spMkLst>
        </pc:spChg>
        <pc:spChg chg="mod">
          <ac:chgData name="Akriti Mehta" userId="0c901562-3821-4879-abc2-7521cf2ab412" providerId="ADAL" clId="{144A11F9-5BB9-40A3-A970-33EF68ACAA95}" dt="2026-05-27T16:24:40.143" v="590" actId="1076"/>
          <ac:spMkLst>
            <pc:docMk/>
            <pc:sldMk cId="1109693563" sldId="261"/>
            <ac:spMk id="48" creationId="{1D34F607-7965-841C-A1A4-15C0C87AA4A5}"/>
          </ac:spMkLst>
        </pc:spChg>
        <pc:spChg chg="mod">
          <ac:chgData name="Akriti Mehta" userId="0c901562-3821-4879-abc2-7521cf2ab412" providerId="ADAL" clId="{144A11F9-5BB9-40A3-A970-33EF68ACAA95}" dt="2026-05-27T16:24:40.143" v="590" actId="1076"/>
          <ac:spMkLst>
            <pc:docMk/>
            <pc:sldMk cId="1109693563" sldId="261"/>
            <ac:spMk id="49" creationId="{E9E98C76-EC46-9B01-E85B-253BC55CB1C4}"/>
          </ac:spMkLst>
        </pc:spChg>
        <pc:spChg chg="add mod">
          <ac:chgData name="Akriti Mehta" userId="0c901562-3821-4879-abc2-7521cf2ab412" providerId="ADAL" clId="{144A11F9-5BB9-40A3-A970-33EF68ACAA95}" dt="2026-05-27T16:24:35.772" v="589"/>
          <ac:spMkLst>
            <pc:docMk/>
            <pc:sldMk cId="1109693563" sldId="261"/>
            <ac:spMk id="50" creationId="{FC1FBEC0-25B3-42D7-9CB5-99F80BFD4069}"/>
          </ac:spMkLst>
        </pc:spChg>
        <pc:spChg chg="mod">
          <ac:chgData name="Akriti Mehta" userId="0c901562-3821-4879-abc2-7521cf2ab412" providerId="ADAL" clId="{144A11F9-5BB9-40A3-A970-33EF68ACAA95}" dt="2026-05-27T16:24:40.143" v="590" actId="1076"/>
          <ac:spMkLst>
            <pc:docMk/>
            <pc:sldMk cId="1109693563" sldId="261"/>
            <ac:spMk id="53" creationId="{FD5C1EC5-053F-99D1-F75D-95BFB728C2BB}"/>
          </ac:spMkLst>
        </pc:spChg>
        <pc:spChg chg="mod">
          <ac:chgData name="Akriti Mehta" userId="0c901562-3821-4879-abc2-7521cf2ab412" providerId="ADAL" clId="{144A11F9-5BB9-40A3-A970-33EF68ACAA95}" dt="2026-05-27T16:24:35.772" v="589"/>
          <ac:spMkLst>
            <pc:docMk/>
            <pc:sldMk cId="1109693563" sldId="261"/>
            <ac:spMk id="60" creationId="{6EA4C01C-1847-FC77-0389-2FFBA41D7750}"/>
          </ac:spMkLst>
        </pc:spChg>
        <pc:spChg chg="mod">
          <ac:chgData name="Akriti Mehta" userId="0c901562-3821-4879-abc2-7521cf2ab412" providerId="ADAL" clId="{144A11F9-5BB9-40A3-A970-33EF68ACAA95}" dt="2026-05-27T16:24:40.143" v="590" actId="1076"/>
          <ac:spMkLst>
            <pc:docMk/>
            <pc:sldMk cId="1109693563" sldId="261"/>
            <ac:spMk id="71" creationId="{D8B36976-7400-18B8-6349-572564971F82}"/>
          </ac:spMkLst>
        </pc:spChg>
        <pc:spChg chg="mod">
          <ac:chgData name="Akriti Mehta" userId="0c901562-3821-4879-abc2-7521cf2ab412" providerId="ADAL" clId="{144A11F9-5BB9-40A3-A970-33EF68ACAA95}" dt="2026-05-27T16:24:40.143" v="590" actId="1076"/>
          <ac:spMkLst>
            <pc:docMk/>
            <pc:sldMk cId="1109693563" sldId="261"/>
            <ac:spMk id="72" creationId="{27B52D87-B4F7-5245-23AF-8BB4D9CADBCA}"/>
          </ac:spMkLst>
        </pc:spChg>
        <pc:spChg chg="mod">
          <ac:chgData name="Akriti Mehta" userId="0c901562-3821-4879-abc2-7521cf2ab412" providerId="ADAL" clId="{144A11F9-5BB9-40A3-A970-33EF68ACAA95}" dt="2026-05-27T16:24:40.143" v="590" actId="1076"/>
          <ac:spMkLst>
            <pc:docMk/>
            <pc:sldMk cId="1109693563" sldId="261"/>
            <ac:spMk id="74" creationId="{8F44CF95-44C4-C836-A285-5700F86B617B}"/>
          </ac:spMkLst>
        </pc:spChg>
        <pc:spChg chg="mod">
          <ac:chgData name="Akriti Mehta" userId="0c901562-3821-4879-abc2-7521cf2ab412" providerId="ADAL" clId="{144A11F9-5BB9-40A3-A970-33EF68ACAA95}" dt="2026-05-27T16:24:35.772" v="589"/>
          <ac:spMkLst>
            <pc:docMk/>
            <pc:sldMk cId="1109693563" sldId="261"/>
            <ac:spMk id="77" creationId="{19DA1FAB-954D-3344-99F0-4C0D41C3B706}"/>
          </ac:spMkLst>
        </pc:spChg>
        <pc:spChg chg="mod">
          <ac:chgData name="Akriti Mehta" userId="0c901562-3821-4879-abc2-7521cf2ab412" providerId="ADAL" clId="{144A11F9-5BB9-40A3-A970-33EF68ACAA95}" dt="2026-05-27T16:24:35.772" v="589"/>
          <ac:spMkLst>
            <pc:docMk/>
            <pc:sldMk cId="1109693563" sldId="261"/>
            <ac:spMk id="79" creationId="{AEFFD46D-C606-BB8A-40A2-78D5DFDAFB82}"/>
          </ac:spMkLst>
        </pc:spChg>
        <pc:spChg chg="mod">
          <ac:chgData name="Akriti Mehta" userId="0c901562-3821-4879-abc2-7521cf2ab412" providerId="ADAL" clId="{144A11F9-5BB9-40A3-A970-33EF68ACAA95}" dt="2026-05-27T16:24:35.772" v="589"/>
          <ac:spMkLst>
            <pc:docMk/>
            <pc:sldMk cId="1109693563" sldId="261"/>
            <ac:spMk id="85" creationId="{2B1EBFAD-5945-ED3E-AF27-01F9A4C2D199}"/>
          </ac:spMkLst>
        </pc:spChg>
        <pc:spChg chg="mod">
          <ac:chgData name="Akriti Mehta" userId="0c901562-3821-4879-abc2-7521cf2ab412" providerId="ADAL" clId="{144A11F9-5BB9-40A3-A970-33EF68ACAA95}" dt="2026-05-27T16:24:40.143" v="590" actId="1076"/>
          <ac:spMkLst>
            <pc:docMk/>
            <pc:sldMk cId="1109693563" sldId="261"/>
            <ac:spMk id="88" creationId="{FEF20FDD-32F3-3EF7-F175-2ACCF43B816B}"/>
          </ac:spMkLst>
        </pc:spChg>
        <pc:spChg chg="add mod">
          <ac:chgData name="Akriti Mehta" userId="0c901562-3821-4879-abc2-7521cf2ab412" providerId="ADAL" clId="{144A11F9-5BB9-40A3-A970-33EF68ACAA95}" dt="2026-05-27T16:24:35.772" v="589"/>
          <ac:spMkLst>
            <pc:docMk/>
            <pc:sldMk cId="1109693563" sldId="261"/>
            <ac:spMk id="89" creationId="{26CE7986-30DE-C72B-DB77-EDCF783F5F3F}"/>
          </ac:spMkLst>
        </pc:spChg>
        <pc:spChg chg="mod">
          <ac:chgData name="Akriti Mehta" userId="0c901562-3821-4879-abc2-7521cf2ab412" providerId="ADAL" clId="{144A11F9-5BB9-40A3-A970-33EF68ACAA95}" dt="2026-05-27T16:24:35.772" v="589"/>
          <ac:spMkLst>
            <pc:docMk/>
            <pc:sldMk cId="1109693563" sldId="261"/>
            <ac:spMk id="96" creationId="{F56A6B1D-132F-EF7E-0E64-7238D91AA5AF}"/>
          </ac:spMkLst>
        </pc:spChg>
        <pc:spChg chg="mod">
          <ac:chgData name="Akriti Mehta" userId="0c901562-3821-4879-abc2-7521cf2ab412" providerId="ADAL" clId="{144A11F9-5BB9-40A3-A970-33EF68ACAA95}" dt="2026-05-27T16:24:35.772" v="589"/>
          <ac:spMkLst>
            <pc:docMk/>
            <pc:sldMk cId="1109693563" sldId="261"/>
            <ac:spMk id="100" creationId="{415C3F4B-953A-A30D-3A8A-6DB54CAFE0A7}"/>
          </ac:spMkLst>
        </pc:spChg>
        <pc:spChg chg="mod">
          <ac:chgData name="Akriti Mehta" userId="0c901562-3821-4879-abc2-7521cf2ab412" providerId="ADAL" clId="{144A11F9-5BB9-40A3-A970-33EF68ACAA95}" dt="2026-05-27T16:24:35.772" v="589"/>
          <ac:spMkLst>
            <pc:docMk/>
            <pc:sldMk cId="1109693563" sldId="261"/>
            <ac:spMk id="101" creationId="{3BC546C7-30EC-347A-0AA0-DA1BFB66B9A4}"/>
          </ac:spMkLst>
        </pc:spChg>
        <pc:spChg chg="mod">
          <ac:chgData name="Akriti Mehta" userId="0c901562-3821-4879-abc2-7521cf2ab412" providerId="ADAL" clId="{144A11F9-5BB9-40A3-A970-33EF68ACAA95}" dt="2026-05-27T16:24:35.772" v="589"/>
          <ac:spMkLst>
            <pc:docMk/>
            <pc:sldMk cId="1109693563" sldId="261"/>
            <ac:spMk id="103" creationId="{FE126866-5355-B29E-0EB0-922103675BCE}"/>
          </ac:spMkLst>
        </pc:spChg>
        <pc:spChg chg="mod">
          <ac:chgData name="Akriti Mehta" userId="0c901562-3821-4879-abc2-7521cf2ab412" providerId="ADAL" clId="{144A11F9-5BB9-40A3-A970-33EF68ACAA95}" dt="2026-05-27T16:24:40.143" v="590" actId="1076"/>
          <ac:spMkLst>
            <pc:docMk/>
            <pc:sldMk cId="1109693563" sldId="261"/>
            <ac:spMk id="124" creationId="{30ACB13E-E796-35A2-399F-2988AE8691E4}"/>
          </ac:spMkLst>
        </pc:spChg>
        <pc:spChg chg="add mod">
          <ac:chgData name="Akriti Mehta" userId="0c901562-3821-4879-abc2-7521cf2ab412" providerId="ADAL" clId="{144A11F9-5BB9-40A3-A970-33EF68ACAA95}" dt="2026-05-27T16:24:51.484" v="592" actId="1076"/>
          <ac:spMkLst>
            <pc:docMk/>
            <pc:sldMk cId="1109693563" sldId="261"/>
            <ac:spMk id="126" creationId="{60CED838-389A-2BC3-FD82-F01B5F7CDF8C}"/>
          </ac:spMkLst>
        </pc:spChg>
      </pc:sldChg>
      <pc:sldChg chg="delSp modSp add mod ord">
        <pc:chgData name="Akriti Mehta" userId="0c901562-3821-4879-abc2-7521cf2ab412" providerId="ADAL" clId="{144A11F9-5BB9-40A3-A970-33EF68ACAA95}" dt="2026-05-27T16:35:05.938" v="697" actId="478"/>
        <pc:sldMkLst>
          <pc:docMk/>
          <pc:sldMk cId="239300111" sldId="262"/>
        </pc:sldMkLst>
        <pc:spChg chg="del">
          <ac:chgData name="Akriti Mehta" userId="0c901562-3821-4879-abc2-7521cf2ab412" providerId="ADAL" clId="{144A11F9-5BB9-40A3-A970-33EF68ACAA95}" dt="2026-05-27T16:35:05.938" v="697" actId="478"/>
          <ac:spMkLst>
            <pc:docMk/>
            <pc:sldMk cId="239300111" sldId="262"/>
            <ac:spMk id="11" creationId="{86B9920C-6486-E226-BCF7-B0AE940B6CF3}"/>
          </ac:spMkLst>
        </pc:spChg>
        <pc:spChg chg="mod">
          <ac:chgData name="Akriti Mehta" userId="0c901562-3821-4879-abc2-7521cf2ab412" providerId="ADAL" clId="{144A11F9-5BB9-40A3-A970-33EF68ACAA95}" dt="2026-05-27T16:28:14.788" v="619" actId="207"/>
          <ac:spMkLst>
            <pc:docMk/>
            <pc:sldMk cId="239300111" sldId="262"/>
            <ac:spMk id="120" creationId="{FB34A276-72F0-7124-6107-A23A7D954CB2}"/>
          </ac:spMkLst>
        </pc:spChg>
        <pc:spChg chg="mod">
          <ac:chgData name="Akriti Mehta" userId="0c901562-3821-4879-abc2-7521cf2ab412" providerId="ADAL" clId="{144A11F9-5BB9-40A3-A970-33EF68ACAA95}" dt="2026-05-27T16:28:14.788" v="619" actId="207"/>
          <ac:spMkLst>
            <pc:docMk/>
            <pc:sldMk cId="239300111" sldId="262"/>
            <ac:spMk id="121" creationId="{A4FE5922-9C9E-877B-4192-746B4F8B4E74}"/>
          </ac:spMkLst>
        </pc:spChg>
        <pc:spChg chg="mod">
          <ac:chgData name="Akriti Mehta" userId="0c901562-3821-4879-abc2-7521cf2ab412" providerId="ADAL" clId="{144A11F9-5BB9-40A3-A970-33EF68ACAA95}" dt="2026-05-27T16:28:14.788" v="619" actId="207"/>
          <ac:spMkLst>
            <pc:docMk/>
            <pc:sldMk cId="239300111" sldId="262"/>
            <ac:spMk id="122" creationId="{DEEFEA85-387F-F607-C617-8F357CDE4469}"/>
          </ac:spMkLst>
        </pc:spChg>
        <pc:spChg chg="mod">
          <ac:chgData name="Akriti Mehta" userId="0c901562-3821-4879-abc2-7521cf2ab412" providerId="ADAL" clId="{144A11F9-5BB9-40A3-A970-33EF68ACAA95}" dt="2026-05-27T16:28:14.788" v="619" actId="207"/>
          <ac:spMkLst>
            <pc:docMk/>
            <pc:sldMk cId="239300111" sldId="262"/>
            <ac:spMk id="123" creationId="{4EAC7695-75B2-0883-F9FB-5392F2633FF1}"/>
          </ac:spMkLst>
        </pc:spChg>
        <pc:grpChg chg="mod">
          <ac:chgData name="Akriti Mehta" userId="0c901562-3821-4879-abc2-7521cf2ab412" providerId="ADAL" clId="{144A11F9-5BB9-40A3-A970-33EF68ACAA95}" dt="2026-05-27T16:28:14.788" v="619" actId="207"/>
          <ac:grpSpMkLst>
            <pc:docMk/>
            <pc:sldMk cId="239300111" sldId="262"/>
            <ac:grpSpMk id="16" creationId="{86485605-75AC-80D9-88E6-7A38133E2D11}"/>
          </ac:grpSpMkLst>
        </pc:grpChg>
        <pc:grpChg chg="mod">
          <ac:chgData name="Akriti Mehta" userId="0c901562-3821-4879-abc2-7521cf2ab412" providerId="ADAL" clId="{144A11F9-5BB9-40A3-A970-33EF68ACAA95}" dt="2026-05-27T16:28:14.788" v="619" actId="207"/>
          <ac:grpSpMkLst>
            <pc:docMk/>
            <pc:sldMk cId="239300111" sldId="262"/>
            <ac:grpSpMk id="17" creationId="{ECF23192-54BF-151F-1AD5-1B2FBC63AC72}"/>
          </ac:grpSpMkLst>
        </pc:grpChg>
      </pc:sldChg>
      <pc:sldChg chg="modSp add mod ord">
        <pc:chgData name="Akriti Mehta" userId="0c901562-3821-4879-abc2-7521cf2ab412" providerId="ADAL" clId="{144A11F9-5BB9-40A3-A970-33EF68ACAA95}" dt="2026-05-27T17:11:20.461" v="752" actId="26606"/>
        <pc:sldMkLst>
          <pc:docMk/>
          <pc:sldMk cId="2810858988" sldId="263"/>
        </pc:sldMkLst>
        <pc:spChg chg="mod">
          <ac:chgData name="Akriti Mehta" userId="0c901562-3821-4879-abc2-7521cf2ab412" providerId="ADAL" clId="{144A11F9-5BB9-40A3-A970-33EF68ACAA95}" dt="2026-05-27T17:11:20.461" v="752" actId="26606"/>
          <ac:spMkLst>
            <pc:docMk/>
            <pc:sldMk cId="2810858988" sldId="263"/>
            <ac:spMk id="3" creationId="{D72FC0A5-CB52-B9F6-18F5-9FA82CDD3F77}"/>
          </ac:spMkLst>
        </pc:spChg>
      </pc:sldChg>
      <pc:sldChg chg="del">
        <pc:chgData name="Akriti Mehta" userId="0c901562-3821-4879-abc2-7521cf2ab412" providerId="ADAL" clId="{144A11F9-5BB9-40A3-A970-33EF68ACAA95}" dt="2026-05-27T15:42:28.271" v="200" actId="47"/>
        <pc:sldMkLst>
          <pc:docMk/>
          <pc:sldMk cId="0" sldId="264"/>
        </pc:sldMkLst>
      </pc:sldChg>
      <pc:sldChg chg="addSp delSp modSp new del mod">
        <pc:chgData name="Akriti Mehta" userId="0c901562-3821-4879-abc2-7521cf2ab412" providerId="ADAL" clId="{144A11F9-5BB9-40A3-A970-33EF68ACAA95}" dt="2026-05-27T16:32:14.645" v="686" actId="47"/>
        <pc:sldMkLst>
          <pc:docMk/>
          <pc:sldMk cId="3836744310" sldId="264"/>
        </pc:sldMkLst>
        <pc:spChg chg="mod">
          <ac:chgData name="Akriti Mehta" userId="0c901562-3821-4879-abc2-7521cf2ab412" providerId="ADAL" clId="{144A11F9-5BB9-40A3-A970-33EF68ACAA95}" dt="2026-05-27T16:31:13.087" v="672" actId="20577"/>
          <ac:spMkLst>
            <pc:docMk/>
            <pc:sldMk cId="3836744310" sldId="264"/>
            <ac:spMk id="2" creationId="{1C0298B3-461F-3CE8-394E-15579EDD810E}"/>
          </ac:spMkLst>
        </pc:spChg>
        <pc:spChg chg="del">
          <ac:chgData name="Akriti Mehta" userId="0c901562-3821-4879-abc2-7521cf2ab412" providerId="ADAL" clId="{144A11F9-5BB9-40A3-A970-33EF68ACAA95}" dt="2026-05-27T16:31:16.202" v="673" actId="478"/>
          <ac:spMkLst>
            <pc:docMk/>
            <pc:sldMk cId="3836744310" sldId="264"/>
            <ac:spMk id="5" creationId="{4B14A253-88D9-22A4-7050-DD98A58424AF}"/>
          </ac:spMkLst>
        </pc:spChg>
        <pc:picChg chg="add mod">
          <ac:chgData name="Akriti Mehta" userId="0c901562-3821-4879-abc2-7521cf2ab412" providerId="ADAL" clId="{144A11F9-5BB9-40A3-A970-33EF68ACAA95}" dt="2026-05-27T16:31:34.880" v="680" actId="14100"/>
          <ac:picMkLst>
            <pc:docMk/>
            <pc:sldMk cId="3836744310" sldId="264"/>
            <ac:picMk id="6" creationId="{F06BC2EA-D443-EB12-3B6F-26EC99ED097C}"/>
          </ac:picMkLst>
        </pc:picChg>
      </pc:sldChg>
      <pc:sldChg chg="addSp delSp modSp add mod">
        <pc:chgData name="Akriti Mehta" userId="0c901562-3821-4879-abc2-7521cf2ab412" providerId="ADAL" clId="{144A11F9-5BB9-40A3-A970-33EF68ACAA95}" dt="2026-05-27T17:25:54.578" v="754" actId="26606"/>
        <pc:sldMkLst>
          <pc:docMk/>
          <pc:sldMk cId="4284107938" sldId="264"/>
        </pc:sldMkLst>
        <pc:graphicFrameChg chg="add mod modGraphic">
          <ac:chgData name="Akriti Mehta" userId="0c901562-3821-4879-abc2-7521cf2ab412" providerId="ADAL" clId="{144A11F9-5BB9-40A3-A970-33EF68ACAA95}" dt="2026-05-27T17:25:54.578" v="754" actId="26606"/>
          <ac:graphicFrameMkLst>
            <pc:docMk/>
            <pc:sldMk cId="4284107938" sldId="264"/>
            <ac:graphicFrameMk id="5" creationId="{8B07ADD4-D9A3-B49F-A7DA-1DC7434BE4F2}"/>
          </ac:graphicFrameMkLst>
        </pc:graphicFrameChg>
        <pc:picChg chg="del">
          <ac:chgData name="Akriti Mehta" userId="0c901562-3821-4879-abc2-7521cf2ab412" providerId="ADAL" clId="{144A11F9-5BB9-40A3-A970-33EF68ACAA95}" dt="2026-05-27T16:33:55.653" v="688" actId="478"/>
          <ac:picMkLst>
            <pc:docMk/>
            <pc:sldMk cId="4284107938" sldId="264"/>
            <ac:picMk id="7" creationId="{6B899825-BA30-BEFE-7CCE-2D173B497E2B}"/>
          </ac:picMkLst>
        </pc:picChg>
      </pc:sldChg>
      <pc:sldChg chg="del">
        <pc:chgData name="Akriti Mehta" userId="0c901562-3821-4879-abc2-7521cf2ab412" providerId="ADAL" clId="{144A11F9-5BB9-40A3-A970-33EF68ACAA95}" dt="2026-05-27T15:42:28.271" v="200" actId="47"/>
        <pc:sldMkLst>
          <pc:docMk/>
          <pc:sldMk cId="0" sldId="265"/>
        </pc:sldMkLst>
      </pc:sldChg>
      <pc:sldChg chg="addSp delSp modSp add mod">
        <pc:chgData name="Akriti Mehta" userId="0c901562-3821-4879-abc2-7521cf2ab412" providerId="ADAL" clId="{144A11F9-5BB9-40A3-A970-33EF68ACAA95}" dt="2026-05-27T16:32:09.681" v="685" actId="1076"/>
        <pc:sldMkLst>
          <pc:docMk/>
          <pc:sldMk cId="2914458227" sldId="265"/>
        </pc:sldMkLst>
        <pc:spChg chg="mod">
          <ac:chgData name="Akriti Mehta" userId="0c901562-3821-4879-abc2-7521cf2ab412" providerId="ADAL" clId="{144A11F9-5BB9-40A3-A970-33EF68ACAA95}" dt="2026-05-27T16:31:53.099" v="682"/>
          <ac:spMkLst>
            <pc:docMk/>
            <pc:sldMk cId="2914458227" sldId="265"/>
            <ac:spMk id="3" creationId="{8DD19EE9-4434-18E3-5EBA-CBBF2FB62905}"/>
          </ac:spMkLst>
        </pc:spChg>
        <pc:spChg chg="del">
          <ac:chgData name="Akriti Mehta" userId="0c901562-3821-4879-abc2-7521cf2ab412" providerId="ADAL" clId="{144A11F9-5BB9-40A3-A970-33EF68ACAA95}" dt="2026-05-27T16:31:58.346" v="683" actId="478"/>
          <ac:spMkLst>
            <pc:docMk/>
            <pc:sldMk cId="2914458227" sldId="265"/>
            <ac:spMk id="127" creationId="{9155DAEA-7031-2EE7-B4B6-B288CA883BFC}"/>
          </ac:spMkLst>
        </pc:spChg>
        <pc:spChg chg="del">
          <ac:chgData name="Akriti Mehta" userId="0c901562-3821-4879-abc2-7521cf2ab412" providerId="ADAL" clId="{144A11F9-5BB9-40A3-A970-33EF68ACAA95}" dt="2026-05-27T16:31:58.346" v="683" actId="478"/>
          <ac:spMkLst>
            <pc:docMk/>
            <pc:sldMk cId="2914458227" sldId="265"/>
            <ac:spMk id="141" creationId="{9EEC8162-59D3-EDEC-47D0-384BF804898E}"/>
          </ac:spMkLst>
        </pc:spChg>
        <pc:spChg chg="del">
          <ac:chgData name="Akriti Mehta" userId="0c901562-3821-4879-abc2-7521cf2ab412" providerId="ADAL" clId="{144A11F9-5BB9-40A3-A970-33EF68ACAA95}" dt="2026-05-27T16:31:58.346" v="683" actId="478"/>
          <ac:spMkLst>
            <pc:docMk/>
            <pc:sldMk cId="2914458227" sldId="265"/>
            <ac:spMk id="151" creationId="{8F36D616-0706-440C-AE9F-A01B44CAB84C}"/>
          </ac:spMkLst>
        </pc:spChg>
        <pc:spChg chg="del">
          <ac:chgData name="Akriti Mehta" userId="0c901562-3821-4879-abc2-7521cf2ab412" providerId="ADAL" clId="{144A11F9-5BB9-40A3-A970-33EF68ACAA95}" dt="2026-05-27T16:31:58.346" v="683" actId="478"/>
          <ac:spMkLst>
            <pc:docMk/>
            <pc:sldMk cId="2914458227" sldId="265"/>
            <ac:spMk id="155" creationId="{7BE302F0-D45A-F877-7F49-1527B5844CAB}"/>
          </ac:spMkLst>
        </pc:spChg>
        <pc:spChg chg="del">
          <ac:chgData name="Akriti Mehta" userId="0c901562-3821-4879-abc2-7521cf2ab412" providerId="ADAL" clId="{144A11F9-5BB9-40A3-A970-33EF68ACAA95}" dt="2026-05-27T16:31:58.346" v="683" actId="478"/>
          <ac:spMkLst>
            <pc:docMk/>
            <pc:sldMk cId="2914458227" sldId="265"/>
            <ac:spMk id="163" creationId="{149FCF67-BBE5-EA7F-D1BF-B4A46FA22381}"/>
          </ac:spMkLst>
        </pc:spChg>
        <pc:spChg chg="del">
          <ac:chgData name="Akriti Mehta" userId="0c901562-3821-4879-abc2-7521cf2ab412" providerId="ADAL" clId="{144A11F9-5BB9-40A3-A970-33EF68ACAA95}" dt="2026-05-27T16:31:58.346" v="683" actId="478"/>
          <ac:spMkLst>
            <pc:docMk/>
            <pc:sldMk cId="2914458227" sldId="265"/>
            <ac:spMk id="167" creationId="{DCF34AD8-4964-EC51-70AE-1BEE708C14D6}"/>
          </ac:spMkLst>
        </pc:spChg>
        <pc:spChg chg="del">
          <ac:chgData name="Akriti Mehta" userId="0c901562-3821-4879-abc2-7521cf2ab412" providerId="ADAL" clId="{144A11F9-5BB9-40A3-A970-33EF68ACAA95}" dt="2026-05-27T16:31:58.346" v="683" actId="478"/>
          <ac:spMkLst>
            <pc:docMk/>
            <pc:sldMk cId="2914458227" sldId="265"/>
            <ac:spMk id="181" creationId="{4CBABF21-FBDF-5912-724E-004A42FF105B}"/>
          </ac:spMkLst>
        </pc:spChg>
        <pc:spChg chg="del">
          <ac:chgData name="Akriti Mehta" userId="0c901562-3821-4879-abc2-7521cf2ab412" providerId="ADAL" clId="{144A11F9-5BB9-40A3-A970-33EF68ACAA95}" dt="2026-05-27T16:31:58.346" v="683" actId="478"/>
          <ac:spMkLst>
            <pc:docMk/>
            <pc:sldMk cId="2914458227" sldId="265"/>
            <ac:spMk id="187" creationId="{F377E537-67F8-5B37-6387-4AC3145821DE}"/>
          </ac:spMkLst>
        </pc:spChg>
        <pc:spChg chg="del">
          <ac:chgData name="Akriti Mehta" userId="0c901562-3821-4879-abc2-7521cf2ab412" providerId="ADAL" clId="{144A11F9-5BB9-40A3-A970-33EF68ACAA95}" dt="2026-05-27T16:31:58.346" v="683" actId="478"/>
          <ac:spMkLst>
            <pc:docMk/>
            <pc:sldMk cId="2914458227" sldId="265"/>
            <ac:spMk id="189" creationId="{441A452C-BA18-CA4B-DB6E-B2D721CE930A}"/>
          </ac:spMkLst>
        </pc:spChg>
        <pc:spChg chg="del">
          <ac:chgData name="Akriti Mehta" userId="0c901562-3821-4879-abc2-7521cf2ab412" providerId="ADAL" clId="{144A11F9-5BB9-40A3-A970-33EF68ACAA95}" dt="2026-05-27T16:31:58.346" v="683" actId="478"/>
          <ac:spMkLst>
            <pc:docMk/>
            <pc:sldMk cId="2914458227" sldId="265"/>
            <ac:spMk id="203" creationId="{AE9C1C9C-7F2A-C35D-14C6-423737923AA2}"/>
          </ac:spMkLst>
        </pc:spChg>
        <pc:picChg chg="add mod">
          <ac:chgData name="Akriti Mehta" userId="0c901562-3821-4879-abc2-7521cf2ab412" providerId="ADAL" clId="{144A11F9-5BB9-40A3-A970-33EF68ACAA95}" dt="2026-05-27T16:32:09.681" v="685" actId="1076"/>
          <ac:picMkLst>
            <pc:docMk/>
            <pc:sldMk cId="2914458227" sldId="265"/>
            <ac:picMk id="7" creationId="{257213B3-CDB6-5FF7-A2C4-FC28546663BC}"/>
          </ac:picMkLst>
        </pc:picChg>
      </pc:sldChg>
      <pc:sldChg chg="del">
        <pc:chgData name="Akriti Mehta" userId="0c901562-3821-4879-abc2-7521cf2ab412" providerId="ADAL" clId="{144A11F9-5BB9-40A3-A970-33EF68ACAA95}" dt="2026-05-27T15:42:28.271" v="200" actId="47"/>
        <pc:sldMkLst>
          <pc:docMk/>
          <pc:sldMk cId="0" sldId="266"/>
        </pc:sldMkLst>
      </pc:sldChg>
      <pc:sldChg chg="addSp delSp modSp add mod">
        <pc:chgData name="Akriti Mehta" userId="0c901562-3821-4879-abc2-7521cf2ab412" providerId="ADAL" clId="{144A11F9-5BB9-40A3-A970-33EF68ACAA95}" dt="2026-05-27T16:36:05.927" v="705"/>
        <pc:sldMkLst>
          <pc:docMk/>
          <pc:sldMk cId="3108744041" sldId="266"/>
        </pc:sldMkLst>
        <pc:spChg chg="mod">
          <ac:chgData name="Akriti Mehta" userId="0c901562-3821-4879-abc2-7521cf2ab412" providerId="ADAL" clId="{144A11F9-5BB9-40A3-A970-33EF68ACAA95}" dt="2026-05-27T16:35:32.620" v="699"/>
          <ac:spMkLst>
            <pc:docMk/>
            <pc:sldMk cId="3108744041" sldId="266"/>
            <ac:spMk id="3" creationId="{0B9A46A2-18B6-D79B-A645-36C23FFAAACA}"/>
          </ac:spMkLst>
        </pc:spChg>
        <pc:spChg chg="del">
          <ac:chgData name="Akriti Mehta" userId="0c901562-3821-4879-abc2-7521cf2ab412" providerId="ADAL" clId="{144A11F9-5BB9-40A3-A970-33EF68ACAA95}" dt="2026-05-27T16:35:41.974" v="700" actId="478"/>
          <ac:spMkLst>
            <pc:docMk/>
            <pc:sldMk cId="3108744041" sldId="266"/>
            <ac:spMk id="5" creationId="{5BE175FD-485E-F232-E486-29994DE59FAE}"/>
          </ac:spMkLst>
        </pc:spChg>
        <pc:spChg chg="del">
          <ac:chgData name="Akriti Mehta" userId="0c901562-3821-4879-abc2-7521cf2ab412" providerId="ADAL" clId="{144A11F9-5BB9-40A3-A970-33EF68ACAA95}" dt="2026-05-27T16:35:49.484" v="701" actId="478"/>
          <ac:spMkLst>
            <pc:docMk/>
            <pc:sldMk cId="3108744041" sldId="266"/>
            <ac:spMk id="7" creationId="{13478EC6-3BAB-C8A5-25C2-18B566E02ECD}"/>
          </ac:spMkLst>
        </pc:spChg>
        <pc:spChg chg="del">
          <ac:chgData name="Akriti Mehta" userId="0c901562-3821-4879-abc2-7521cf2ab412" providerId="ADAL" clId="{144A11F9-5BB9-40A3-A970-33EF68ACAA95}" dt="2026-05-27T16:35:49.484" v="701" actId="478"/>
          <ac:spMkLst>
            <pc:docMk/>
            <pc:sldMk cId="3108744041" sldId="266"/>
            <ac:spMk id="9" creationId="{C3F1710A-8053-BE4C-6191-F90F0AF7C213}"/>
          </ac:spMkLst>
        </pc:spChg>
        <pc:spChg chg="del">
          <ac:chgData name="Akriti Mehta" userId="0c901562-3821-4879-abc2-7521cf2ab412" providerId="ADAL" clId="{144A11F9-5BB9-40A3-A970-33EF68ACAA95}" dt="2026-05-27T16:35:49.484" v="701" actId="478"/>
          <ac:spMkLst>
            <pc:docMk/>
            <pc:sldMk cId="3108744041" sldId="266"/>
            <ac:spMk id="10" creationId="{8BEABD19-8D5D-EA18-4D18-15C4BD728F8D}"/>
          </ac:spMkLst>
        </pc:spChg>
        <pc:spChg chg="del">
          <ac:chgData name="Akriti Mehta" userId="0c901562-3821-4879-abc2-7521cf2ab412" providerId="ADAL" clId="{144A11F9-5BB9-40A3-A970-33EF68ACAA95}" dt="2026-05-27T16:35:49.484" v="701" actId="478"/>
          <ac:spMkLst>
            <pc:docMk/>
            <pc:sldMk cId="3108744041" sldId="266"/>
            <ac:spMk id="11" creationId="{6A9F2695-AC97-1EA4-60D1-7A5236D4585B}"/>
          </ac:spMkLst>
        </pc:spChg>
        <pc:spChg chg="del">
          <ac:chgData name="Akriti Mehta" userId="0c901562-3821-4879-abc2-7521cf2ab412" providerId="ADAL" clId="{144A11F9-5BB9-40A3-A970-33EF68ACAA95}" dt="2026-05-27T16:35:49.484" v="701" actId="478"/>
          <ac:spMkLst>
            <pc:docMk/>
            <pc:sldMk cId="3108744041" sldId="266"/>
            <ac:spMk id="12" creationId="{81A5F59A-3DFC-95BA-BDFD-DF39C4BCE63D}"/>
          </ac:spMkLst>
        </pc:spChg>
        <pc:spChg chg="del">
          <ac:chgData name="Akriti Mehta" userId="0c901562-3821-4879-abc2-7521cf2ab412" providerId="ADAL" clId="{144A11F9-5BB9-40A3-A970-33EF68ACAA95}" dt="2026-05-27T16:35:49.484" v="701" actId="478"/>
          <ac:spMkLst>
            <pc:docMk/>
            <pc:sldMk cId="3108744041" sldId="266"/>
            <ac:spMk id="13" creationId="{41057FB8-6D07-0689-F916-76C648B6B0AF}"/>
          </ac:spMkLst>
        </pc:spChg>
        <pc:spChg chg="del">
          <ac:chgData name="Akriti Mehta" userId="0c901562-3821-4879-abc2-7521cf2ab412" providerId="ADAL" clId="{144A11F9-5BB9-40A3-A970-33EF68ACAA95}" dt="2026-05-27T16:35:49.484" v="701" actId="478"/>
          <ac:spMkLst>
            <pc:docMk/>
            <pc:sldMk cId="3108744041" sldId="266"/>
            <ac:spMk id="31" creationId="{523746E5-359F-0E23-35AC-12B9337327CA}"/>
          </ac:spMkLst>
        </pc:spChg>
        <pc:spChg chg="del">
          <ac:chgData name="Akriti Mehta" userId="0c901562-3821-4879-abc2-7521cf2ab412" providerId="ADAL" clId="{144A11F9-5BB9-40A3-A970-33EF68ACAA95}" dt="2026-05-27T16:35:49.484" v="701" actId="478"/>
          <ac:spMkLst>
            <pc:docMk/>
            <pc:sldMk cId="3108744041" sldId="266"/>
            <ac:spMk id="32" creationId="{61CA4F1E-4273-D6C3-2680-4DFA577631AA}"/>
          </ac:spMkLst>
        </pc:spChg>
        <pc:spChg chg="del">
          <ac:chgData name="Akriti Mehta" userId="0c901562-3821-4879-abc2-7521cf2ab412" providerId="ADAL" clId="{144A11F9-5BB9-40A3-A970-33EF68ACAA95}" dt="2026-05-27T16:35:49.484" v="701" actId="478"/>
          <ac:spMkLst>
            <pc:docMk/>
            <pc:sldMk cId="3108744041" sldId="266"/>
            <ac:spMk id="33" creationId="{E5072FFC-7EF0-57E0-C825-25BC5BB84E88}"/>
          </ac:spMkLst>
        </pc:spChg>
        <pc:spChg chg="del">
          <ac:chgData name="Akriti Mehta" userId="0c901562-3821-4879-abc2-7521cf2ab412" providerId="ADAL" clId="{144A11F9-5BB9-40A3-A970-33EF68ACAA95}" dt="2026-05-27T16:35:49.484" v="701" actId="478"/>
          <ac:spMkLst>
            <pc:docMk/>
            <pc:sldMk cId="3108744041" sldId="266"/>
            <ac:spMk id="34" creationId="{17458A0A-3F60-441C-0A45-DEF5F5F9914B}"/>
          </ac:spMkLst>
        </pc:spChg>
        <pc:spChg chg="add mod">
          <ac:chgData name="Akriti Mehta" userId="0c901562-3821-4879-abc2-7521cf2ab412" providerId="ADAL" clId="{144A11F9-5BB9-40A3-A970-33EF68ACAA95}" dt="2026-05-27T16:36:05.927" v="705"/>
          <ac:spMkLst>
            <pc:docMk/>
            <pc:sldMk cId="3108744041" sldId="266"/>
            <ac:spMk id="38" creationId="{CE19E2B6-DE39-A307-2AB3-27090671AC02}"/>
          </ac:spMkLst>
        </pc:spChg>
        <pc:spChg chg="del">
          <ac:chgData name="Akriti Mehta" userId="0c901562-3821-4879-abc2-7521cf2ab412" providerId="ADAL" clId="{144A11F9-5BB9-40A3-A970-33EF68ACAA95}" dt="2026-05-27T16:35:52.305" v="702" actId="478"/>
          <ac:spMkLst>
            <pc:docMk/>
            <pc:sldMk cId="3108744041" sldId="266"/>
            <ac:spMk id="39" creationId="{86C887B6-91A7-9506-3E8C-C86F7D6CAF58}"/>
          </ac:spMkLst>
        </pc:spChg>
        <pc:graphicFrameChg chg="add mod">
          <ac:chgData name="Akriti Mehta" userId="0c901562-3821-4879-abc2-7521cf2ab412" providerId="ADAL" clId="{144A11F9-5BB9-40A3-A970-33EF68ACAA95}" dt="2026-05-27T16:36:05.927" v="705"/>
          <ac:graphicFrameMkLst>
            <pc:docMk/>
            <pc:sldMk cId="3108744041" sldId="266"/>
            <ac:graphicFrameMk id="8" creationId="{65E8DF0F-5EFD-B953-1E9A-CB3404279C48}"/>
          </ac:graphicFrameMkLst>
        </pc:graphicFrameChg>
      </pc:sldChg>
      <pc:sldChg chg="del">
        <pc:chgData name="Akriti Mehta" userId="0c901562-3821-4879-abc2-7521cf2ab412" providerId="ADAL" clId="{144A11F9-5BB9-40A3-A970-33EF68ACAA95}" dt="2026-05-27T15:42:28.271" v="200" actId="47"/>
        <pc:sldMkLst>
          <pc:docMk/>
          <pc:sldMk cId="0" sldId="267"/>
        </pc:sldMkLst>
      </pc:sldChg>
      <pc:sldChg chg="delSp modSp add mod">
        <pc:chgData name="Akriti Mehta" userId="0c901562-3821-4879-abc2-7521cf2ab412" providerId="ADAL" clId="{144A11F9-5BB9-40A3-A970-33EF68ACAA95}" dt="2026-05-27T16:37:03.212" v="711" actId="1076"/>
        <pc:sldMkLst>
          <pc:docMk/>
          <pc:sldMk cId="3720679060" sldId="267"/>
        </pc:sldMkLst>
        <pc:spChg chg="mod">
          <ac:chgData name="Akriti Mehta" userId="0c901562-3821-4879-abc2-7521cf2ab412" providerId="ADAL" clId="{144A11F9-5BB9-40A3-A970-33EF68ACAA95}" dt="2026-05-27T16:36:42.689" v="708"/>
          <ac:spMkLst>
            <pc:docMk/>
            <pc:sldMk cId="3720679060" sldId="267"/>
            <ac:spMk id="3" creationId="{7B622A61-6E88-7981-C4E9-AB3DEB214E66}"/>
          </ac:spMkLst>
        </pc:spChg>
        <pc:spChg chg="mod">
          <ac:chgData name="Akriti Mehta" userId="0c901562-3821-4879-abc2-7521cf2ab412" providerId="ADAL" clId="{144A11F9-5BB9-40A3-A970-33EF68ACAA95}" dt="2026-05-27T16:37:03.212" v="711" actId="1076"/>
          <ac:spMkLst>
            <pc:docMk/>
            <pc:sldMk cId="3720679060" sldId="267"/>
            <ac:spMk id="38" creationId="{476092A5-553A-1945-A4FE-50CFCDBB4769}"/>
          </ac:spMkLst>
        </pc:spChg>
        <pc:graphicFrameChg chg="del">
          <ac:chgData name="Akriti Mehta" userId="0c901562-3821-4879-abc2-7521cf2ab412" providerId="ADAL" clId="{144A11F9-5BB9-40A3-A970-33EF68ACAA95}" dt="2026-05-27T16:36:54.775" v="709" actId="478"/>
          <ac:graphicFrameMkLst>
            <pc:docMk/>
            <pc:sldMk cId="3720679060" sldId="267"/>
            <ac:graphicFrameMk id="8" creationId="{941AA68A-E7A2-E030-3607-A85657D34424}"/>
          </ac:graphicFrameMkLst>
        </pc:graphicFrameChg>
      </pc:sldChg>
      <pc:sldChg chg="del">
        <pc:chgData name="Akriti Mehta" userId="0c901562-3821-4879-abc2-7521cf2ab412" providerId="ADAL" clId="{144A11F9-5BB9-40A3-A970-33EF68ACAA95}" dt="2026-05-27T15:42:28.271" v="200" actId="47"/>
        <pc:sldMkLst>
          <pc:docMk/>
          <pc:sldMk cId="0" sldId="268"/>
        </pc:sldMkLst>
      </pc:sldChg>
      <pc:sldChg chg="addSp delSp modSp add mod">
        <pc:chgData name="Akriti Mehta" userId="0c901562-3821-4879-abc2-7521cf2ab412" providerId="ADAL" clId="{144A11F9-5BB9-40A3-A970-33EF68ACAA95}" dt="2026-05-27T16:38:07.211" v="718" actId="1076"/>
        <pc:sldMkLst>
          <pc:docMk/>
          <pc:sldMk cId="1158951426" sldId="268"/>
        </pc:sldMkLst>
        <pc:spChg chg="mod">
          <ac:chgData name="Akriti Mehta" userId="0c901562-3821-4879-abc2-7521cf2ab412" providerId="ADAL" clId="{144A11F9-5BB9-40A3-A970-33EF68ACAA95}" dt="2026-05-27T16:37:20.805" v="715"/>
          <ac:spMkLst>
            <pc:docMk/>
            <pc:sldMk cId="1158951426" sldId="268"/>
            <ac:spMk id="3" creationId="{16A88D78-2000-9E93-0531-BECA423D4804}"/>
          </ac:spMkLst>
        </pc:spChg>
        <pc:spChg chg="del">
          <ac:chgData name="Akriti Mehta" userId="0c901562-3821-4879-abc2-7521cf2ab412" providerId="ADAL" clId="{144A11F9-5BB9-40A3-A970-33EF68ACAA95}" dt="2026-05-27T16:37:34.240" v="716" actId="478"/>
          <ac:spMkLst>
            <pc:docMk/>
            <pc:sldMk cId="1158951426" sldId="268"/>
            <ac:spMk id="38" creationId="{9C3C8BD0-5D1E-5A8B-EE3C-90245A7567CA}"/>
          </ac:spMkLst>
        </pc:spChg>
        <pc:graphicFrameChg chg="add mod">
          <ac:chgData name="Akriti Mehta" userId="0c901562-3821-4879-abc2-7521cf2ab412" providerId="ADAL" clId="{144A11F9-5BB9-40A3-A970-33EF68ACAA95}" dt="2026-05-27T16:38:07.211" v="718" actId="1076"/>
          <ac:graphicFrameMkLst>
            <pc:docMk/>
            <pc:sldMk cId="1158951426" sldId="268"/>
            <ac:graphicFrameMk id="7" creationId="{4483B6F8-DD51-9EB9-2E70-38977B964804}"/>
          </ac:graphicFrameMkLst>
        </pc:graphicFrameChg>
      </pc:sldChg>
      <pc:sldChg chg="del">
        <pc:chgData name="Akriti Mehta" userId="0c901562-3821-4879-abc2-7521cf2ab412" providerId="ADAL" clId="{144A11F9-5BB9-40A3-A970-33EF68ACAA95}" dt="2026-05-27T15:42:28.271" v="200" actId="47"/>
        <pc:sldMkLst>
          <pc:docMk/>
          <pc:sldMk cId="0" sldId="269"/>
        </pc:sldMkLst>
      </pc:sldChg>
      <pc:sldChg chg="addSp delSp modSp add mod">
        <pc:chgData name="Akriti Mehta" userId="0c901562-3821-4879-abc2-7521cf2ab412" providerId="ADAL" clId="{144A11F9-5BB9-40A3-A970-33EF68ACAA95}" dt="2026-05-27T17:25:54.578" v="754" actId="26606"/>
        <pc:sldMkLst>
          <pc:docMk/>
          <pc:sldMk cId="731411430" sldId="269"/>
        </pc:sldMkLst>
        <pc:spChg chg="del mod replId">
          <ac:chgData name="Akriti Mehta" userId="0c901562-3821-4879-abc2-7521cf2ab412" providerId="ADAL" clId="{144A11F9-5BB9-40A3-A970-33EF68ACAA95}" dt="2026-05-27T17:25:54.578" v="754" actId="26606"/>
          <ac:spMkLst>
            <pc:docMk/>
            <pc:sldMk cId="731411430" sldId="269"/>
            <ac:spMk id="5" creationId="{034FD2BD-4CB3-28EC-CE9F-3C08501B7A30}"/>
          </ac:spMkLst>
        </pc:spChg>
        <pc:spChg chg="add">
          <ac:chgData name="Akriti Mehta" userId="0c901562-3821-4879-abc2-7521cf2ab412" providerId="ADAL" clId="{144A11F9-5BB9-40A3-A970-33EF68ACAA95}" dt="2026-05-27T17:25:54.578" v="754" actId="26606"/>
          <ac:spMkLst>
            <pc:docMk/>
            <pc:sldMk cId="731411430" sldId="269"/>
            <ac:spMk id="6" creationId="{00000000-0000-0000-0000-000000000000}"/>
          </ac:spMkLst>
        </pc:spChg>
        <pc:spChg chg="del mod replId">
          <ac:chgData name="Akriti Mehta" userId="0c901562-3821-4879-abc2-7521cf2ab412" providerId="ADAL" clId="{144A11F9-5BB9-40A3-A970-33EF68ACAA95}" dt="2026-05-27T17:25:54.578" v="754" actId="26606"/>
          <ac:spMkLst>
            <pc:docMk/>
            <pc:sldMk cId="731411430" sldId="269"/>
            <ac:spMk id="8" creationId="{7A33EBB7-E0BB-60C3-FAC4-96F2EB835336}"/>
          </ac:spMkLst>
        </pc:spChg>
        <pc:spChg chg="mod replId">
          <ac:chgData name="Akriti Mehta" userId="0c901562-3821-4879-abc2-7521cf2ab412" providerId="ADAL" clId="{144A11F9-5BB9-40A3-A970-33EF68ACAA95}" dt="2026-05-27T17:25:54.562" v="753" actId="26606"/>
          <ac:spMkLst>
            <pc:docMk/>
            <pc:sldMk cId="731411430" sldId="269"/>
            <ac:spMk id="9" creationId="{473702DA-C0FF-D885-A288-91D0CD3194FD}"/>
          </ac:spMkLst>
        </pc:spChg>
        <pc:spChg chg="add">
          <ac:chgData name="Akriti Mehta" userId="0c901562-3821-4879-abc2-7521cf2ab412" providerId="ADAL" clId="{144A11F9-5BB9-40A3-A970-33EF68ACAA95}" dt="2026-05-27T17:25:54.578" v="754" actId="26606"/>
          <ac:spMkLst>
            <pc:docMk/>
            <pc:sldMk cId="731411430" sldId="269"/>
            <ac:spMk id="15" creationId="{00000000-0000-0000-0000-000000000000}"/>
          </ac:spMkLst>
        </pc:spChg>
        <pc:spChg chg="del mod replId">
          <ac:chgData name="Akriti Mehta" userId="0c901562-3821-4879-abc2-7521cf2ab412" providerId="ADAL" clId="{144A11F9-5BB9-40A3-A970-33EF68ACAA95}" dt="2026-05-27T17:25:54.578" v="754" actId="26606"/>
          <ac:spMkLst>
            <pc:docMk/>
            <pc:sldMk cId="731411430" sldId="269"/>
            <ac:spMk id="17" creationId="{3FFEA633-11C6-634D-AB37-ACA67DEAE126}"/>
          </ac:spMkLst>
        </pc:spChg>
        <pc:spChg chg="add">
          <ac:chgData name="Akriti Mehta" userId="0c901562-3821-4879-abc2-7521cf2ab412" providerId="ADAL" clId="{144A11F9-5BB9-40A3-A970-33EF68ACAA95}" dt="2026-05-27T17:25:54.578" v="754" actId="26606"/>
          <ac:spMkLst>
            <pc:docMk/>
            <pc:sldMk cId="731411430" sldId="269"/>
            <ac:spMk id="18" creationId="{00000000-0000-0000-0000-000000000000}"/>
          </ac:spMkLst>
        </pc:spChg>
        <pc:spChg chg="add">
          <ac:chgData name="Akriti Mehta" userId="0c901562-3821-4879-abc2-7521cf2ab412" providerId="ADAL" clId="{144A11F9-5BB9-40A3-A970-33EF68ACAA95}" dt="2026-05-27T17:25:54.578" v="754" actId="26606"/>
          <ac:spMkLst>
            <pc:docMk/>
            <pc:sldMk cId="731411430" sldId="269"/>
            <ac:spMk id="19" creationId="{00000000-0000-0000-0000-000000000000}"/>
          </ac:spMkLst>
        </pc:spChg>
        <pc:spChg chg="add">
          <ac:chgData name="Akriti Mehta" userId="0c901562-3821-4879-abc2-7521cf2ab412" providerId="ADAL" clId="{144A11F9-5BB9-40A3-A970-33EF68ACAA95}" dt="2026-05-27T17:25:54.578" v="754" actId="26606"/>
          <ac:spMkLst>
            <pc:docMk/>
            <pc:sldMk cId="731411430" sldId="269"/>
            <ac:spMk id="23" creationId="{00000000-0000-0000-0000-000000000000}"/>
          </ac:spMkLst>
        </pc:spChg>
        <pc:spChg chg="add">
          <ac:chgData name="Akriti Mehta" userId="0c901562-3821-4879-abc2-7521cf2ab412" providerId="ADAL" clId="{144A11F9-5BB9-40A3-A970-33EF68ACAA95}" dt="2026-05-27T17:25:54.578" v="754" actId="26606"/>
          <ac:spMkLst>
            <pc:docMk/>
            <pc:sldMk cId="731411430" sldId="269"/>
            <ac:spMk id="25" creationId="{00000000-0000-0000-0000-000000000000}"/>
          </ac:spMkLst>
        </pc:spChg>
        <pc:spChg chg="add">
          <ac:chgData name="Akriti Mehta" userId="0c901562-3821-4879-abc2-7521cf2ab412" providerId="ADAL" clId="{144A11F9-5BB9-40A3-A970-33EF68ACAA95}" dt="2026-05-27T17:25:54.578" v="754" actId="26606"/>
          <ac:spMkLst>
            <pc:docMk/>
            <pc:sldMk cId="731411430" sldId="269"/>
            <ac:spMk id="26" creationId="{00000000-0000-0000-0000-000000000000}"/>
          </ac:spMkLst>
        </pc:spChg>
        <pc:spChg chg="del">
          <ac:chgData name="Akriti Mehta" userId="0c901562-3821-4879-abc2-7521cf2ab412" providerId="ADAL" clId="{144A11F9-5BB9-40A3-A970-33EF68ACAA95}" dt="2026-05-27T16:38:44.472" v="721" actId="478"/>
          <ac:spMkLst>
            <pc:docMk/>
            <pc:sldMk cId="731411430" sldId="269"/>
            <ac:spMk id="38" creationId="{2D313448-8C0D-3202-950E-17E724206DB3}"/>
          </ac:spMkLst>
        </pc:spChg>
        <pc:graphicFrameChg chg="add mod modGraphic">
          <ac:chgData name="Akriti Mehta" userId="0c901562-3821-4879-abc2-7521cf2ab412" providerId="ADAL" clId="{144A11F9-5BB9-40A3-A970-33EF68ACAA95}" dt="2026-05-27T17:06:17.285" v="751" actId="20577"/>
          <ac:graphicFrameMkLst>
            <pc:docMk/>
            <pc:sldMk cId="731411430" sldId="269"/>
            <ac:graphicFrameMk id="7" creationId="{F049482D-FE9E-6DD6-504F-B7A43592B32B}"/>
          </ac:graphicFrameMkLst>
        </pc:graphicFrameChg>
      </pc:sldChg>
      <pc:sldChg chg="del">
        <pc:chgData name="Akriti Mehta" userId="0c901562-3821-4879-abc2-7521cf2ab412" providerId="ADAL" clId="{144A11F9-5BB9-40A3-A970-33EF68ACAA95}" dt="2026-05-27T15:42:28.271" v="200" actId="47"/>
        <pc:sldMkLst>
          <pc:docMk/>
          <pc:sldMk cId="0" sldId="271"/>
        </pc:sldMkLst>
      </pc:sldChg>
      <pc:sldChg chg="del">
        <pc:chgData name="Akriti Mehta" userId="0c901562-3821-4879-abc2-7521cf2ab412" providerId="ADAL" clId="{144A11F9-5BB9-40A3-A970-33EF68ACAA95}" dt="2026-05-27T15:42:28.271" v="200" actId="47"/>
        <pc:sldMkLst>
          <pc:docMk/>
          <pc:sldMk cId="0" sldId="272"/>
        </pc:sldMkLst>
      </pc:sldChg>
      <pc:sldChg chg="del">
        <pc:chgData name="Akriti Mehta" userId="0c901562-3821-4879-abc2-7521cf2ab412" providerId="ADAL" clId="{144A11F9-5BB9-40A3-A970-33EF68ACAA95}" dt="2026-05-27T15:42:28.271" v="200" actId="47"/>
        <pc:sldMkLst>
          <pc:docMk/>
          <pc:sldMk cId="0" sldId="273"/>
        </pc:sldMkLst>
      </pc:sldChg>
      <pc:sldChg chg="del">
        <pc:chgData name="Akriti Mehta" userId="0c901562-3821-4879-abc2-7521cf2ab412" providerId="ADAL" clId="{144A11F9-5BB9-40A3-A970-33EF68ACAA95}" dt="2026-05-27T15:42:28.271" v="200" actId="47"/>
        <pc:sldMkLst>
          <pc:docMk/>
          <pc:sldMk cId="0" sldId="274"/>
        </pc:sldMkLst>
      </pc:sldChg>
      <pc:sldChg chg="del">
        <pc:chgData name="Akriti Mehta" userId="0c901562-3821-4879-abc2-7521cf2ab412" providerId="ADAL" clId="{144A11F9-5BB9-40A3-A970-33EF68ACAA95}" dt="2026-05-27T15:42:28.271" v="200" actId="47"/>
        <pc:sldMkLst>
          <pc:docMk/>
          <pc:sldMk cId="0" sldId="275"/>
        </pc:sldMkLst>
      </pc:sldChg>
      <pc:sldChg chg="del">
        <pc:chgData name="Akriti Mehta" userId="0c901562-3821-4879-abc2-7521cf2ab412" providerId="ADAL" clId="{144A11F9-5BB9-40A3-A970-33EF68ACAA95}" dt="2026-05-27T15:42:28.271" v="200" actId="47"/>
        <pc:sldMkLst>
          <pc:docMk/>
          <pc:sldMk cId="0" sldId="276"/>
        </pc:sldMkLst>
      </pc:sldChg>
      <pc:sldChg chg="del">
        <pc:chgData name="Akriti Mehta" userId="0c901562-3821-4879-abc2-7521cf2ab412" providerId="ADAL" clId="{144A11F9-5BB9-40A3-A970-33EF68ACAA95}" dt="2026-05-27T15:42:28.271" v="200" actId="47"/>
        <pc:sldMkLst>
          <pc:docMk/>
          <pc:sldMk cId="0" sldId="277"/>
        </pc:sldMkLst>
      </pc:sldChg>
      <pc:sldChg chg="del">
        <pc:chgData name="Akriti Mehta" userId="0c901562-3821-4879-abc2-7521cf2ab412" providerId="ADAL" clId="{144A11F9-5BB9-40A3-A970-33EF68ACAA95}" dt="2026-05-27T15:42:28.271" v="200" actId="47"/>
        <pc:sldMkLst>
          <pc:docMk/>
          <pc:sldMk cId="0" sldId="278"/>
        </pc:sldMkLst>
      </pc:sldChg>
      <pc:sldChg chg="del">
        <pc:chgData name="Akriti Mehta" userId="0c901562-3821-4879-abc2-7521cf2ab412" providerId="ADAL" clId="{144A11F9-5BB9-40A3-A970-33EF68ACAA95}" dt="2026-05-27T15:42:28.271" v="200" actId="47"/>
        <pc:sldMkLst>
          <pc:docMk/>
          <pc:sldMk cId="0" sldId="279"/>
        </pc:sldMkLst>
      </pc:sldChg>
      <pc:sldChg chg="del">
        <pc:chgData name="Akriti Mehta" userId="0c901562-3821-4879-abc2-7521cf2ab412" providerId="ADAL" clId="{144A11F9-5BB9-40A3-A970-33EF68ACAA95}" dt="2026-05-27T15:42:28.271" v="200" actId="47"/>
        <pc:sldMkLst>
          <pc:docMk/>
          <pc:sldMk cId="0" sldId="280"/>
        </pc:sldMkLst>
      </pc:sldChg>
      <pc:sldChg chg="del">
        <pc:chgData name="Akriti Mehta" userId="0c901562-3821-4879-abc2-7521cf2ab412" providerId="ADAL" clId="{144A11F9-5BB9-40A3-A970-33EF68ACAA95}" dt="2026-05-27T15:42:28.271" v="200" actId="47"/>
        <pc:sldMkLst>
          <pc:docMk/>
          <pc:sldMk cId="0" sldId="281"/>
        </pc:sldMkLst>
      </pc:sldChg>
      <pc:sldChg chg="del">
        <pc:chgData name="Akriti Mehta" userId="0c901562-3821-4879-abc2-7521cf2ab412" providerId="ADAL" clId="{144A11F9-5BB9-40A3-A970-33EF68ACAA95}" dt="2026-05-27T15:42:28.271" v="200" actId="47"/>
        <pc:sldMkLst>
          <pc:docMk/>
          <pc:sldMk cId="0" sldId="282"/>
        </pc:sldMkLst>
      </pc:sldChg>
      <pc:sldChg chg="del">
        <pc:chgData name="Akriti Mehta" userId="0c901562-3821-4879-abc2-7521cf2ab412" providerId="ADAL" clId="{144A11F9-5BB9-40A3-A970-33EF68ACAA95}" dt="2026-05-27T15:42:28.271" v="200" actId="47"/>
        <pc:sldMkLst>
          <pc:docMk/>
          <pc:sldMk cId="0" sldId="283"/>
        </pc:sldMkLst>
      </pc:sldChg>
      <pc:sldChg chg="del">
        <pc:chgData name="Akriti Mehta" userId="0c901562-3821-4879-abc2-7521cf2ab412" providerId="ADAL" clId="{144A11F9-5BB9-40A3-A970-33EF68ACAA95}" dt="2026-05-27T15:42:28.271" v="200" actId="47"/>
        <pc:sldMkLst>
          <pc:docMk/>
          <pc:sldMk cId="0" sldId="284"/>
        </pc:sldMkLst>
      </pc:sldChg>
      <pc:sldChg chg="del">
        <pc:chgData name="Akriti Mehta" userId="0c901562-3821-4879-abc2-7521cf2ab412" providerId="ADAL" clId="{144A11F9-5BB9-40A3-A970-33EF68ACAA95}" dt="2026-05-27T15:42:28.271" v="200" actId="47"/>
        <pc:sldMkLst>
          <pc:docMk/>
          <pc:sldMk cId="0" sldId="285"/>
        </pc:sldMkLst>
      </pc:sldChg>
      <pc:sldChg chg="del">
        <pc:chgData name="Akriti Mehta" userId="0c901562-3821-4879-abc2-7521cf2ab412" providerId="ADAL" clId="{144A11F9-5BB9-40A3-A970-33EF68ACAA95}" dt="2026-05-27T15:42:28.271" v="200" actId="47"/>
        <pc:sldMkLst>
          <pc:docMk/>
          <pc:sldMk cId="0" sldId="286"/>
        </pc:sldMkLst>
      </pc:sldChg>
      <pc:sldChg chg="del">
        <pc:chgData name="Akriti Mehta" userId="0c901562-3821-4879-abc2-7521cf2ab412" providerId="ADAL" clId="{144A11F9-5BB9-40A3-A970-33EF68ACAA95}" dt="2026-05-27T15:42:28.271" v="200" actId="47"/>
        <pc:sldMkLst>
          <pc:docMk/>
          <pc:sldMk cId="0" sldId="287"/>
        </pc:sldMkLst>
      </pc:sldChg>
      <pc:sldChg chg="del">
        <pc:chgData name="Akriti Mehta" userId="0c901562-3821-4879-abc2-7521cf2ab412" providerId="ADAL" clId="{144A11F9-5BB9-40A3-A970-33EF68ACAA95}" dt="2026-05-27T15:42:28.271" v="200" actId="47"/>
        <pc:sldMkLst>
          <pc:docMk/>
          <pc:sldMk cId="0" sldId="288"/>
        </pc:sldMkLst>
      </pc:sldChg>
      <pc:sldChg chg="del">
        <pc:chgData name="Akriti Mehta" userId="0c901562-3821-4879-abc2-7521cf2ab412" providerId="ADAL" clId="{144A11F9-5BB9-40A3-A970-33EF68ACAA95}" dt="2026-05-27T15:42:28.271" v="200" actId="47"/>
        <pc:sldMkLst>
          <pc:docMk/>
          <pc:sldMk cId="0" sldId="290"/>
        </pc:sldMkLst>
      </pc:sldChg>
      <pc:sldChg chg="del">
        <pc:chgData name="Akriti Mehta" userId="0c901562-3821-4879-abc2-7521cf2ab412" providerId="ADAL" clId="{144A11F9-5BB9-40A3-A970-33EF68ACAA95}" dt="2026-05-27T15:42:28.271" v="200" actId="47"/>
        <pc:sldMkLst>
          <pc:docMk/>
          <pc:sldMk cId="0" sldId="291"/>
        </pc:sldMkLst>
      </pc:sldChg>
      <pc:sldChg chg="del">
        <pc:chgData name="Akriti Mehta" userId="0c901562-3821-4879-abc2-7521cf2ab412" providerId="ADAL" clId="{144A11F9-5BB9-40A3-A970-33EF68ACAA95}" dt="2026-05-27T15:42:28.271" v="200" actId="47"/>
        <pc:sldMkLst>
          <pc:docMk/>
          <pc:sldMk cId="0" sldId="292"/>
        </pc:sldMkLst>
      </pc:sldChg>
      <pc:sldChg chg="del">
        <pc:chgData name="Akriti Mehta" userId="0c901562-3821-4879-abc2-7521cf2ab412" providerId="ADAL" clId="{144A11F9-5BB9-40A3-A970-33EF68ACAA95}" dt="2026-05-27T15:42:28.271" v="200" actId="47"/>
        <pc:sldMkLst>
          <pc:docMk/>
          <pc:sldMk cId="3055599172" sldId="301"/>
        </pc:sldMkLst>
      </pc:sldChg>
      <pc:sldChg chg="modSp mod">
        <pc:chgData name="Akriti Mehta" userId="0c901562-3821-4879-abc2-7521cf2ab412" providerId="ADAL" clId="{144A11F9-5BB9-40A3-A970-33EF68ACAA95}" dt="2026-05-27T15:21:23.800" v="154" actId="20577"/>
        <pc:sldMkLst>
          <pc:docMk/>
          <pc:sldMk cId="3382956385" sldId="2147469891"/>
        </pc:sldMkLst>
        <pc:graphicFrameChg chg="mod modGraphic">
          <ac:chgData name="Akriti Mehta" userId="0c901562-3821-4879-abc2-7521cf2ab412" providerId="ADAL" clId="{144A11F9-5BB9-40A3-A970-33EF68ACAA95}" dt="2026-05-27T15:21:23.800" v="154" actId="20577"/>
          <ac:graphicFrameMkLst>
            <pc:docMk/>
            <pc:sldMk cId="3382956385" sldId="2147469891"/>
            <ac:graphicFrameMk id="36" creationId="{A876FFF7-C14C-4854-8E53-73DE49A05632}"/>
          </ac:graphicFrameMkLst>
        </pc:graphicFrameChg>
      </pc:sldChg>
      <pc:sldChg chg="add del">
        <pc:chgData name="Akriti Mehta" userId="0c901562-3821-4879-abc2-7521cf2ab412" providerId="ADAL" clId="{144A11F9-5BB9-40A3-A970-33EF68ACAA95}" dt="2026-05-27T15:21:42.014" v="172" actId="47"/>
        <pc:sldMkLst>
          <pc:docMk/>
          <pc:sldMk cId="990854344" sldId="2147481122"/>
        </pc:sldMkLst>
      </pc:sldChg>
      <pc:sldChg chg="modSp add del mod modTransition">
        <pc:chgData name="Akriti Mehta" userId="0c901562-3821-4879-abc2-7521cf2ab412" providerId="ADAL" clId="{144A11F9-5BB9-40A3-A970-33EF68ACAA95}" dt="2026-05-27T15:15:42.425" v="101" actId="20577"/>
        <pc:sldMkLst>
          <pc:docMk/>
          <pc:sldMk cId="2235157837" sldId="2147481124"/>
        </pc:sldMkLst>
        <pc:spChg chg="mod">
          <ac:chgData name="Akriti Mehta" userId="0c901562-3821-4879-abc2-7521cf2ab412" providerId="ADAL" clId="{144A11F9-5BB9-40A3-A970-33EF68ACAA95}" dt="2026-05-27T15:15:42.425" v="101" actId="20577"/>
          <ac:spMkLst>
            <pc:docMk/>
            <pc:sldMk cId="2235157837" sldId="2147481124"/>
            <ac:spMk id="13" creationId="{E524995D-05A6-869D-248D-5F1D7F67F39A}"/>
          </ac:spMkLst>
        </pc:spChg>
        <pc:spChg chg="mod">
          <ac:chgData name="Akriti Mehta" userId="0c901562-3821-4879-abc2-7521cf2ab412" providerId="ADAL" clId="{144A11F9-5BB9-40A3-A970-33EF68ACAA95}" dt="2026-05-27T15:15:07.612" v="91" actId="207"/>
          <ac:spMkLst>
            <pc:docMk/>
            <pc:sldMk cId="2235157837" sldId="2147481124"/>
            <ac:spMk id="228" creationId="{B139F40C-A430-B219-1A05-7C09D9FE3239}"/>
          </ac:spMkLst>
        </pc:spChg>
        <pc:spChg chg="mod">
          <ac:chgData name="Akriti Mehta" userId="0c901562-3821-4879-abc2-7521cf2ab412" providerId="ADAL" clId="{144A11F9-5BB9-40A3-A970-33EF68ACAA95}" dt="2026-05-27T15:15:11.465" v="92" actId="207"/>
          <ac:spMkLst>
            <pc:docMk/>
            <pc:sldMk cId="2235157837" sldId="2147481124"/>
            <ac:spMk id="231" creationId="{3BD588AF-D5EB-F153-0681-A1FE4D1C4EBB}"/>
          </ac:spMkLst>
        </pc:spChg>
        <pc:spChg chg="mod">
          <ac:chgData name="Akriti Mehta" userId="0c901562-3821-4879-abc2-7521cf2ab412" providerId="ADAL" clId="{144A11F9-5BB9-40A3-A970-33EF68ACAA95}" dt="2026-05-27T15:15:15.343" v="93" actId="207"/>
          <ac:spMkLst>
            <pc:docMk/>
            <pc:sldMk cId="2235157837" sldId="2147481124"/>
            <ac:spMk id="235" creationId="{73B12958-3C2F-1D48-F301-42ED48B6EBC6}"/>
          </ac:spMkLst>
        </pc:spChg>
        <pc:spChg chg="mod">
          <ac:chgData name="Akriti Mehta" userId="0c901562-3821-4879-abc2-7521cf2ab412" providerId="ADAL" clId="{144A11F9-5BB9-40A3-A970-33EF68ACAA95}" dt="2026-05-27T15:15:19.656" v="94" actId="207"/>
          <ac:spMkLst>
            <pc:docMk/>
            <pc:sldMk cId="2235157837" sldId="2147481124"/>
            <ac:spMk id="238" creationId="{61A82E38-8FD7-7A2A-15CB-5CEC6C1138D2}"/>
          </ac:spMkLst>
        </pc:spChg>
        <pc:spChg chg="mod">
          <ac:chgData name="Akriti Mehta" userId="0c901562-3821-4879-abc2-7521cf2ab412" providerId="ADAL" clId="{144A11F9-5BB9-40A3-A970-33EF68ACAA95}" dt="2026-05-27T15:15:23.819" v="95" actId="207"/>
          <ac:spMkLst>
            <pc:docMk/>
            <pc:sldMk cId="2235157837" sldId="2147481124"/>
            <ac:spMk id="245" creationId="{A7E83E89-FC95-0469-9F9F-AC43227C0EAC}"/>
          </ac:spMkLst>
        </pc:spChg>
      </pc:sldChg>
      <pc:sldChg chg="modSp add del mod ord modTransition">
        <pc:chgData name="Akriti Mehta" userId="0c901562-3821-4879-abc2-7521cf2ab412" providerId="ADAL" clId="{144A11F9-5BB9-40A3-A970-33EF68ACAA95}" dt="2026-05-27T16:30:22.219" v="623"/>
        <pc:sldMkLst>
          <pc:docMk/>
          <pc:sldMk cId="1259416210" sldId="2147481134"/>
        </pc:sldMkLst>
        <pc:spChg chg="mod">
          <ac:chgData name="Akriti Mehta" userId="0c901562-3821-4879-abc2-7521cf2ab412" providerId="ADAL" clId="{144A11F9-5BB9-40A3-A970-33EF68ACAA95}" dt="2026-05-27T15:22:15.414" v="177" actId="207"/>
          <ac:spMkLst>
            <pc:docMk/>
            <pc:sldMk cId="1259416210" sldId="2147481134"/>
            <ac:spMk id="5" creationId="{972E7E6F-E443-C8EC-62E7-E509B7B23713}"/>
          </ac:spMkLst>
        </pc:spChg>
        <pc:spChg chg="mod">
          <ac:chgData name="Akriti Mehta" userId="0c901562-3821-4879-abc2-7521cf2ab412" providerId="ADAL" clId="{144A11F9-5BB9-40A3-A970-33EF68ACAA95}" dt="2026-05-27T15:22:20.409" v="178" actId="207"/>
          <ac:spMkLst>
            <pc:docMk/>
            <pc:sldMk cId="1259416210" sldId="2147481134"/>
            <ac:spMk id="6" creationId="{69397BF8-90E6-354C-C334-8136A1252F8E}"/>
          </ac:spMkLst>
        </pc:spChg>
        <pc:spChg chg="mod">
          <ac:chgData name="Akriti Mehta" userId="0c901562-3821-4879-abc2-7521cf2ab412" providerId="ADAL" clId="{144A11F9-5BB9-40A3-A970-33EF68ACAA95}" dt="2026-05-27T15:22:26.215" v="179" actId="207"/>
          <ac:spMkLst>
            <pc:docMk/>
            <pc:sldMk cId="1259416210" sldId="2147481134"/>
            <ac:spMk id="7" creationId="{00163960-91B8-9B2C-FD96-C5C3DD73119C}"/>
          </ac:spMkLst>
        </pc:spChg>
        <pc:spChg chg="mod">
          <ac:chgData name="Akriti Mehta" userId="0c901562-3821-4879-abc2-7521cf2ab412" providerId="ADAL" clId="{144A11F9-5BB9-40A3-A970-33EF68ACAA95}" dt="2026-05-27T15:22:09.279" v="176" actId="207"/>
          <ac:spMkLst>
            <pc:docMk/>
            <pc:sldMk cId="1259416210" sldId="2147481134"/>
            <ac:spMk id="261" creationId="{D1035570-2E35-791F-59DA-6E4D861C1F8C}"/>
          </ac:spMkLst>
        </pc:spChg>
        <pc:spChg chg="mod">
          <ac:chgData name="Akriti Mehta" userId="0c901562-3821-4879-abc2-7521cf2ab412" providerId="ADAL" clId="{144A11F9-5BB9-40A3-A970-33EF68ACAA95}" dt="2026-05-27T15:22:04.346" v="175" actId="207"/>
          <ac:spMkLst>
            <pc:docMk/>
            <pc:sldMk cId="1259416210" sldId="2147481134"/>
            <ac:spMk id="267" creationId="{ADFD2FA4-45F2-4D85-9884-DB77B7B0A004}"/>
          </ac:spMkLst>
        </pc:spChg>
        <pc:spChg chg="mod">
          <ac:chgData name="Akriti Mehta" userId="0c901562-3821-4879-abc2-7521cf2ab412" providerId="ADAL" clId="{144A11F9-5BB9-40A3-A970-33EF68ACAA95}" dt="2026-05-27T15:21:58.733" v="174" actId="207"/>
          <ac:spMkLst>
            <pc:docMk/>
            <pc:sldMk cId="1259416210" sldId="2147481134"/>
            <ac:spMk id="304" creationId="{8A5A64CE-19A7-947E-2B5B-1E39E8EA7C21}"/>
          </ac:spMkLst>
        </pc:spChg>
        <pc:spChg chg="mod">
          <ac:chgData name="Akriti Mehta" userId="0c901562-3821-4879-abc2-7521cf2ab412" providerId="ADAL" clId="{144A11F9-5BB9-40A3-A970-33EF68ACAA95}" dt="2026-05-27T15:21:53.261" v="173" actId="207"/>
          <ac:spMkLst>
            <pc:docMk/>
            <pc:sldMk cId="1259416210" sldId="2147481134"/>
            <ac:spMk id="308" creationId="{417445F3-266A-5298-C236-E2364AE83066}"/>
          </ac:spMkLst>
        </pc:spChg>
      </pc:sldChg>
      <pc:sldChg chg="del">
        <pc:chgData name="Akriti Mehta" userId="0c901562-3821-4879-abc2-7521cf2ab412" providerId="ADAL" clId="{144A11F9-5BB9-40A3-A970-33EF68ACAA95}" dt="2026-05-27T15:42:28.271" v="200" actId="47"/>
        <pc:sldMkLst>
          <pc:docMk/>
          <pc:sldMk cId="3525650080" sldId="2147483591"/>
        </pc:sldMkLst>
      </pc:sldChg>
      <pc:sldChg chg="modSp add del mod ord">
        <pc:chgData name="Akriti Mehta" userId="0c901562-3821-4879-abc2-7521cf2ab412" providerId="ADAL" clId="{144A11F9-5BB9-40A3-A970-33EF68ACAA95}" dt="2026-05-27T16:30:24.732" v="625"/>
        <pc:sldMkLst>
          <pc:docMk/>
          <pc:sldMk cId="2228422862" sldId="2147483597"/>
        </pc:sldMkLst>
        <pc:spChg chg="mod">
          <ac:chgData name="Akriti Mehta" userId="0c901562-3821-4879-abc2-7521cf2ab412" providerId="ADAL" clId="{144A11F9-5BB9-40A3-A970-33EF68ACAA95}" dt="2026-05-27T14:57:40.137" v="84" actId="207"/>
          <ac:spMkLst>
            <pc:docMk/>
            <pc:sldMk cId="2228422862" sldId="2147483597"/>
            <ac:spMk id="111" creationId="{91A57A0F-0976-2322-5F20-7F368CE4DDC5}"/>
          </ac:spMkLst>
        </pc:spChg>
        <pc:spChg chg="mod">
          <ac:chgData name="Akriti Mehta" userId="0c901562-3821-4879-abc2-7521cf2ab412" providerId="ADAL" clId="{144A11F9-5BB9-40A3-A970-33EF68ACAA95}" dt="2026-05-27T14:57:54.392" v="87" actId="207"/>
          <ac:spMkLst>
            <pc:docMk/>
            <pc:sldMk cId="2228422862" sldId="2147483597"/>
            <ac:spMk id="155" creationId="{2FF3427F-D121-AE11-3F6E-8A9B2E4DB1C7}"/>
          </ac:spMkLst>
        </pc:spChg>
        <pc:spChg chg="mod">
          <ac:chgData name="Akriti Mehta" userId="0c901562-3821-4879-abc2-7521cf2ab412" providerId="ADAL" clId="{144A11F9-5BB9-40A3-A970-33EF68ACAA95}" dt="2026-05-27T14:57:44.971" v="85" actId="207"/>
          <ac:spMkLst>
            <pc:docMk/>
            <pc:sldMk cId="2228422862" sldId="2147483597"/>
            <ac:spMk id="165" creationId="{979B017C-DBFE-AE65-06C3-F7D465B6EF58}"/>
          </ac:spMkLst>
        </pc:spChg>
        <pc:spChg chg="mod">
          <ac:chgData name="Akriti Mehta" userId="0c901562-3821-4879-abc2-7521cf2ab412" providerId="ADAL" clId="{144A11F9-5BB9-40A3-A970-33EF68ACAA95}" dt="2026-05-27T14:57:49.450" v="86" actId="207"/>
          <ac:spMkLst>
            <pc:docMk/>
            <pc:sldMk cId="2228422862" sldId="2147483597"/>
            <ac:spMk id="173" creationId="{9BC07681-B01E-EED4-A73F-B0AA0C1F113B}"/>
          </ac:spMkLst>
        </pc:spChg>
      </pc:sldChg>
      <pc:sldChg chg="del">
        <pc:chgData name="Akriti Mehta" userId="0c901562-3821-4879-abc2-7521cf2ab412" providerId="ADAL" clId="{144A11F9-5BB9-40A3-A970-33EF68ACAA95}" dt="2026-05-27T15:42:28.271" v="200" actId="47"/>
        <pc:sldMkLst>
          <pc:docMk/>
          <pc:sldMk cId="0" sldId="2147483630"/>
        </pc:sldMkLst>
      </pc:sldChg>
      <pc:sldChg chg="add del">
        <pc:chgData name="Akriti Mehta" userId="0c901562-3821-4879-abc2-7521cf2ab412" providerId="ADAL" clId="{144A11F9-5BB9-40A3-A970-33EF68ACAA95}" dt="2026-05-27T15:43:39.305" v="201"/>
        <pc:sldMkLst>
          <pc:docMk/>
          <pc:sldMk cId="63250955" sldId="2147483632"/>
        </pc:sldMkLst>
      </pc:sldChg>
      <pc:sldChg chg="del">
        <pc:chgData name="Akriti Mehta" userId="0c901562-3821-4879-abc2-7521cf2ab412" providerId="ADAL" clId="{144A11F9-5BB9-40A3-A970-33EF68ACAA95}" dt="2026-05-27T15:42:28.271" v="200" actId="47"/>
        <pc:sldMkLst>
          <pc:docMk/>
          <pc:sldMk cId="3447602008" sldId="2147483633"/>
        </pc:sldMkLst>
      </pc:sldChg>
      <pc:sldChg chg="add del setBg">
        <pc:chgData name="Akriti Mehta" userId="0c901562-3821-4879-abc2-7521cf2ab412" providerId="ADAL" clId="{144A11F9-5BB9-40A3-A970-33EF68ACAA95}" dt="2026-05-27T14:47:49.712" v="26"/>
        <pc:sldMkLst>
          <pc:docMk/>
          <pc:sldMk cId="1685347258" sldId="2147483634"/>
        </pc:sldMkLst>
      </pc:sldChg>
      <pc:sldChg chg="modSp add mod">
        <pc:chgData name="Akriti Mehta" userId="0c901562-3821-4879-abc2-7521cf2ab412" providerId="ADAL" clId="{144A11F9-5BB9-40A3-A970-33EF68ACAA95}" dt="2026-05-27T14:49:15.091" v="56" actId="20577"/>
        <pc:sldMkLst>
          <pc:docMk/>
          <pc:sldMk cId="2451843662" sldId="2147483634"/>
        </pc:sldMkLst>
        <pc:spChg chg="mod">
          <ac:chgData name="Akriti Mehta" userId="0c901562-3821-4879-abc2-7521cf2ab412" providerId="ADAL" clId="{144A11F9-5BB9-40A3-A970-33EF68ACAA95}" dt="2026-05-27T14:47:52.566" v="29" actId="20577"/>
          <ac:spMkLst>
            <pc:docMk/>
            <pc:sldMk cId="2451843662" sldId="2147483634"/>
            <ac:spMk id="2" creationId="{3A96D046-D6E3-BB63-9690-B8075A5FB1A1}"/>
          </ac:spMkLst>
        </pc:spChg>
        <pc:spChg chg="mod">
          <ac:chgData name="Akriti Mehta" userId="0c901562-3821-4879-abc2-7521cf2ab412" providerId="ADAL" clId="{144A11F9-5BB9-40A3-A970-33EF68ACAA95}" dt="2026-05-27T14:49:15.091" v="56" actId="20577"/>
          <ac:spMkLst>
            <pc:docMk/>
            <pc:sldMk cId="2451843662" sldId="2147483634"/>
            <ac:spMk id="3" creationId="{73DDD9EE-D178-F0CD-F28C-915C42F02923}"/>
          </ac:spMkLst>
        </pc:spChg>
      </pc:sldChg>
      <pc:sldChg chg="add del setBg">
        <pc:chgData name="Akriti Mehta" userId="0c901562-3821-4879-abc2-7521cf2ab412" providerId="ADAL" clId="{144A11F9-5BB9-40A3-A970-33EF68ACAA95}" dt="2026-05-27T14:47:44.197" v="24" actId="47"/>
        <pc:sldMkLst>
          <pc:docMk/>
          <pc:sldMk cId="3201134365" sldId="2147483634"/>
        </pc:sldMkLst>
      </pc:sldChg>
      <pc:sldChg chg="modSp add mod">
        <pc:chgData name="Akriti Mehta" userId="0c901562-3821-4879-abc2-7521cf2ab412" providerId="ADAL" clId="{144A11F9-5BB9-40A3-A970-33EF68ACAA95}" dt="2026-05-27T14:55:14.428" v="71" actId="20577"/>
        <pc:sldMkLst>
          <pc:docMk/>
          <pc:sldMk cId="1112235806" sldId="2147483635"/>
        </pc:sldMkLst>
        <pc:spChg chg="mod">
          <ac:chgData name="Akriti Mehta" userId="0c901562-3821-4879-abc2-7521cf2ab412" providerId="ADAL" clId="{144A11F9-5BB9-40A3-A970-33EF68ACAA95}" dt="2026-05-27T14:54:54.131" v="68" actId="20577"/>
          <ac:spMkLst>
            <pc:docMk/>
            <pc:sldMk cId="1112235806" sldId="2147483635"/>
            <ac:spMk id="2" creationId="{804E73C2-0E44-A04C-B33B-1CBF720A8471}"/>
          </ac:spMkLst>
        </pc:spChg>
        <pc:spChg chg="mod">
          <ac:chgData name="Akriti Mehta" userId="0c901562-3821-4879-abc2-7521cf2ab412" providerId="ADAL" clId="{144A11F9-5BB9-40A3-A970-33EF68ACAA95}" dt="2026-05-27T14:55:14.428" v="71" actId="20577"/>
          <ac:spMkLst>
            <pc:docMk/>
            <pc:sldMk cId="1112235806" sldId="2147483635"/>
            <ac:spMk id="3" creationId="{67AE8D0B-E578-1423-7C4F-1C61A609DBE1}"/>
          </ac:spMkLst>
        </pc:spChg>
      </pc:sldChg>
      <pc:sldChg chg="add del setBg">
        <pc:chgData name="Akriti Mehta" userId="0c901562-3821-4879-abc2-7521cf2ab412" providerId="ADAL" clId="{144A11F9-5BB9-40A3-A970-33EF68ACAA95}" dt="2026-05-27T14:54:42.417" v="60"/>
        <pc:sldMkLst>
          <pc:docMk/>
          <pc:sldMk cId="3721116267" sldId="2147483635"/>
        </pc:sldMkLst>
      </pc:sldChg>
      <pc:sldChg chg="add del setBg">
        <pc:chgData name="Akriti Mehta" userId="0c901562-3821-4879-abc2-7521cf2ab412" providerId="ADAL" clId="{144A11F9-5BB9-40A3-A970-33EF68ACAA95}" dt="2026-05-27T14:54:46.099" v="62"/>
        <pc:sldMkLst>
          <pc:docMk/>
          <pc:sldMk cId="4065590122" sldId="2147483635"/>
        </pc:sldMkLst>
      </pc:sldChg>
      <pc:sldChg chg="modSp add mod">
        <pc:chgData name="Akriti Mehta" userId="0c901562-3821-4879-abc2-7521cf2ab412" providerId="ADAL" clId="{144A11F9-5BB9-40A3-A970-33EF68ACAA95}" dt="2026-05-27T14:55:30.116" v="76" actId="20577"/>
        <pc:sldMkLst>
          <pc:docMk/>
          <pc:sldMk cId="778896603" sldId="2147483636"/>
        </pc:sldMkLst>
        <pc:spChg chg="mod">
          <ac:chgData name="Akriti Mehta" userId="0c901562-3821-4879-abc2-7521cf2ab412" providerId="ADAL" clId="{144A11F9-5BB9-40A3-A970-33EF68ACAA95}" dt="2026-05-27T14:55:17.629" v="73" actId="20577"/>
          <ac:spMkLst>
            <pc:docMk/>
            <pc:sldMk cId="778896603" sldId="2147483636"/>
            <ac:spMk id="2" creationId="{39D457A5-F58D-8D96-E11F-DA15518E1CB2}"/>
          </ac:spMkLst>
        </pc:spChg>
        <pc:spChg chg="mod">
          <ac:chgData name="Akriti Mehta" userId="0c901562-3821-4879-abc2-7521cf2ab412" providerId="ADAL" clId="{144A11F9-5BB9-40A3-A970-33EF68ACAA95}" dt="2026-05-27T14:55:30.116" v="76" actId="20577"/>
          <ac:spMkLst>
            <pc:docMk/>
            <pc:sldMk cId="778896603" sldId="2147483636"/>
            <ac:spMk id="3" creationId="{C6D95FDF-6AB8-D50F-57B5-016BD040E8F5}"/>
          </ac:spMkLst>
        </pc:spChg>
      </pc:sldChg>
      <pc:sldChg chg="add del setBg">
        <pc:chgData name="Akriti Mehta" userId="0c901562-3821-4879-abc2-7521cf2ab412" providerId="ADAL" clId="{144A11F9-5BB9-40A3-A970-33EF68ACAA95}" dt="2026-05-27T14:54:50.844" v="65"/>
        <pc:sldMkLst>
          <pc:docMk/>
          <pc:sldMk cId="3294918245" sldId="2147483636"/>
        </pc:sldMkLst>
      </pc:sldChg>
      <pc:sldChg chg="add del setBg">
        <pc:chgData name="Akriti Mehta" userId="0c901562-3821-4879-abc2-7521cf2ab412" providerId="ADAL" clId="{144A11F9-5BB9-40A3-A970-33EF68ACAA95}" dt="2026-05-27T14:54:39.806" v="59"/>
        <pc:sldMkLst>
          <pc:docMk/>
          <pc:sldMk cId="4203011824" sldId="2147483636"/>
        </pc:sldMkLst>
      </pc:sldChg>
      <pc:sldChg chg="addSp delSp modSp add del mod delAnim modAnim">
        <pc:chgData name="Akriti Mehta" userId="0c901562-3821-4879-abc2-7521cf2ab412" providerId="ADAL" clId="{144A11F9-5BB9-40A3-A970-33EF68ACAA95}" dt="2026-05-27T16:24:54.478" v="593" actId="47"/>
        <pc:sldMkLst>
          <pc:docMk/>
          <pc:sldMk cId="186814411" sldId="2147483637"/>
        </pc:sldMkLst>
        <pc:spChg chg="mod">
          <ac:chgData name="Akriti Mehta" userId="0c901562-3821-4879-abc2-7521cf2ab412" providerId="ADAL" clId="{144A11F9-5BB9-40A3-A970-33EF68ACAA95}" dt="2026-05-27T15:18:45.536" v="123"/>
          <ac:spMkLst>
            <pc:docMk/>
            <pc:sldMk cId="186814411" sldId="2147483637"/>
            <ac:spMk id="4" creationId="{F1AE9DF8-43E6-1C90-3435-E68850FBBC6D}"/>
          </ac:spMkLst>
        </pc:spChg>
        <pc:spChg chg="mod">
          <ac:chgData name="Akriti Mehta" userId="0c901562-3821-4879-abc2-7521cf2ab412" providerId="ADAL" clId="{144A11F9-5BB9-40A3-A970-33EF68ACAA95}" dt="2026-05-27T15:19:01.504" v="124" actId="1076"/>
          <ac:spMkLst>
            <pc:docMk/>
            <pc:sldMk cId="186814411" sldId="2147483637"/>
            <ac:spMk id="5" creationId="{B6860CA9-82AE-A176-703B-554126F21027}"/>
          </ac:spMkLst>
        </pc:spChg>
        <pc:spChg chg="mod">
          <ac:chgData name="Akriti Mehta" userId="0c901562-3821-4879-abc2-7521cf2ab412" providerId="ADAL" clId="{144A11F9-5BB9-40A3-A970-33EF68ACAA95}" dt="2026-05-27T15:23:31.458" v="182" actId="1076"/>
          <ac:spMkLst>
            <pc:docMk/>
            <pc:sldMk cId="186814411" sldId="2147483637"/>
            <ac:spMk id="7" creationId="{FC6D83B8-BC48-13AD-8083-717D9116D892}"/>
          </ac:spMkLst>
        </pc:spChg>
        <pc:spChg chg="mod">
          <ac:chgData name="Akriti Mehta" userId="0c901562-3821-4879-abc2-7521cf2ab412" providerId="ADAL" clId="{144A11F9-5BB9-40A3-A970-33EF68ACAA95}" dt="2026-05-27T15:23:37.326" v="183" actId="1076"/>
          <ac:spMkLst>
            <pc:docMk/>
            <pc:sldMk cId="186814411" sldId="2147483637"/>
            <ac:spMk id="8" creationId="{57E696C7-FDDA-7745-4D4B-DD76ECAEE39D}"/>
          </ac:spMkLst>
        </pc:spChg>
        <pc:spChg chg="mod">
          <ac:chgData name="Akriti Mehta" userId="0c901562-3821-4879-abc2-7521cf2ab412" providerId="ADAL" clId="{144A11F9-5BB9-40A3-A970-33EF68ACAA95}" dt="2026-05-27T15:23:31.458" v="182" actId="1076"/>
          <ac:spMkLst>
            <pc:docMk/>
            <pc:sldMk cId="186814411" sldId="2147483637"/>
            <ac:spMk id="9" creationId="{5B244890-D1A5-42DF-37FC-2E9ECC63B55F}"/>
          </ac:spMkLst>
        </pc:spChg>
        <pc:spChg chg="mod">
          <ac:chgData name="Akriti Mehta" userId="0c901562-3821-4879-abc2-7521cf2ab412" providerId="ADAL" clId="{144A11F9-5BB9-40A3-A970-33EF68ACAA95}" dt="2026-05-27T15:23:31.458" v="182" actId="1076"/>
          <ac:spMkLst>
            <pc:docMk/>
            <pc:sldMk cId="186814411" sldId="2147483637"/>
            <ac:spMk id="10" creationId="{02078245-E84F-2ED2-2BEE-418DF8E2CC6E}"/>
          </ac:spMkLst>
        </pc:spChg>
        <pc:spChg chg="add mod">
          <ac:chgData name="Akriti Mehta" userId="0c901562-3821-4879-abc2-7521cf2ab412" providerId="ADAL" clId="{144A11F9-5BB9-40A3-A970-33EF68ACAA95}" dt="2026-05-27T15:23:31.458" v="182" actId="1076"/>
          <ac:spMkLst>
            <pc:docMk/>
            <pc:sldMk cId="186814411" sldId="2147483637"/>
            <ac:spMk id="11" creationId="{09484F98-F587-2305-71E6-C33A4E56C4EA}"/>
          </ac:spMkLst>
        </pc:spChg>
        <pc:spChg chg="del">
          <ac:chgData name="Akriti Mehta" userId="0c901562-3821-4879-abc2-7521cf2ab412" providerId="ADAL" clId="{144A11F9-5BB9-40A3-A970-33EF68ACAA95}" dt="2026-05-27T15:18:44.195" v="122" actId="478"/>
          <ac:spMkLst>
            <pc:docMk/>
            <pc:sldMk cId="186814411" sldId="2147483637"/>
            <ac:spMk id="13" creationId="{2E691BAB-678B-E2E3-77B2-B4EC10C939CC}"/>
          </ac:spMkLst>
        </pc:spChg>
        <pc:spChg chg="add mod">
          <ac:chgData name="Akriti Mehta" userId="0c901562-3821-4879-abc2-7521cf2ab412" providerId="ADAL" clId="{144A11F9-5BB9-40A3-A970-33EF68ACAA95}" dt="2026-05-27T15:23:31.458" v="182" actId="1076"/>
          <ac:spMkLst>
            <pc:docMk/>
            <pc:sldMk cId="186814411" sldId="2147483637"/>
            <ac:spMk id="14" creationId="{FDB8469F-D3BE-171A-E737-E2346C192A2B}"/>
          </ac:spMkLst>
        </pc:spChg>
        <pc:spChg chg="mod">
          <ac:chgData name="Akriti Mehta" userId="0c901562-3821-4879-abc2-7521cf2ab412" providerId="ADAL" clId="{144A11F9-5BB9-40A3-A970-33EF68ACAA95}" dt="2026-05-27T15:23:07.714" v="181" actId="1076"/>
          <ac:spMkLst>
            <pc:docMk/>
            <pc:sldMk cId="186814411" sldId="2147483637"/>
            <ac:spMk id="15" creationId="{FCFE8C16-69ED-1704-EC6D-580E85A94258}"/>
          </ac:spMkLst>
        </pc:spChg>
        <pc:spChg chg="add mod">
          <ac:chgData name="Akriti Mehta" userId="0c901562-3821-4879-abc2-7521cf2ab412" providerId="ADAL" clId="{144A11F9-5BB9-40A3-A970-33EF68ACAA95}" dt="2026-05-27T15:18:45.536" v="123"/>
          <ac:spMkLst>
            <pc:docMk/>
            <pc:sldMk cId="186814411" sldId="2147483637"/>
            <ac:spMk id="16" creationId="{B1C46875-5E83-D234-40C1-7C2F2B48BBB7}"/>
          </ac:spMkLst>
        </pc:spChg>
        <pc:spChg chg="mod">
          <ac:chgData name="Akriti Mehta" userId="0c901562-3821-4879-abc2-7521cf2ab412" providerId="ADAL" clId="{144A11F9-5BB9-40A3-A970-33EF68ACAA95}" dt="2026-05-27T15:18:45.536" v="123"/>
          <ac:spMkLst>
            <pc:docMk/>
            <pc:sldMk cId="186814411" sldId="2147483637"/>
            <ac:spMk id="18" creationId="{AF839B6D-3BA5-036C-BBDC-22AA2DAC3EA5}"/>
          </ac:spMkLst>
        </pc:spChg>
        <pc:spChg chg="mod">
          <ac:chgData name="Akriti Mehta" userId="0c901562-3821-4879-abc2-7521cf2ab412" providerId="ADAL" clId="{144A11F9-5BB9-40A3-A970-33EF68ACAA95}" dt="2026-05-27T15:23:31.458" v="182" actId="1076"/>
          <ac:spMkLst>
            <pc:docMk/>
            <pc:sldMk cId="186814411" sldId="2147483637"/>
            <ac:spMk id="34" creationId="{3B474942-4622-E670-E3B2-5D76670537CB}"/>
          </ac:spMkLst>
        </pc:spChg>
        <pc:spChg chg="mod">
          <ac:chgData name="Akriti Mehta" userId="0c901562-3821-4879-abc2-7521cf2ab412" providerId="ADAL" clId="{144A11F9-5BB9-40A3-A970-33EF68ACAA95}" dt="2026-05-27T15:23:31.458" v="182" actId="1076"/>
          <ac:spMkLst>
            <pc:docMk/>
            <pc:sldMk cId="186814411" sldId="2147483637"/>
            <ac:spMk id="49" creationId="{AC621E47-7D52-93E1-0DE1-D2BAC71CB79C}"/>
          </ac:spMkLst>
        </pc:spChg>
        <pc:spChg chg="mod">
          <ac:chgData name="Akriti Mehta" userId="0c901562-3821-4879-abc2-7521cf2ab412" providerId="ADAL" clId="{144A11F9-5BB9-40A3-A970-33EF68ACAA95}" dt="2026-05-27T15:23:31.458" v="182" actId="1076"/>
          <ac:spMkLst>
            <pc:docMk/>
            <pc:sldMk cId="186814411" sldId="2147483637"/>
            <ac:spMk id="50" creationId="{CD01D5DD-D367-28E7-9E2C-B815FB86B661}"/>
          </ac:spMkLst>
        </pc:spChg>
        <pc:spChg chg="mod">
          <ac:chgData name="Akriti Mehta" userId="0c901562-3821-4879-abc2-7521cf2ab412" providerId="ADAL" clId="{144A11F9-5BB9-40A3-A970-33EF68ACAA95}" dt="2026-05-27T15:23:31.458" v="182" actId="1076"/>
          <ac:spMkLst>
            <pc:docMk/>
            <pc:sldMk cId="186814411" sldId="2147483637"/>
            <ac:spMk id="51" creationId="{73F49604-5398-2FAF-1A55-44DCEACD0262}"/>
          </ac:spMkLst>
        </pc:spChg>
        <pc:spChg chg="mod">
          <ac:chgData name="Akriti Mehta" userId="0c901562-3821-4879-abc2-7521cf2ab412" providerId="ADAL" clId="{144A11F9-5BB9-40A3-A970-33EF68ACAA95}" dt="2026-05-27T15:18:45.536" v="123"/>
          <ac:spMkLst>
            <pc:docMk/>
            <pc:sldMk cId="186814411" sldId="2147483637"/>
            <ac:spMk id="56" creationId="{C2C186AD-8D8A-0C98-F877-B5865ED7405D}"/>
          </ac:spMkLst>
        </pc:spChg>
        <pc:spChg chg="mod">
          <ac:chgData name="Akriti Mehta" userId="0c901562-3821-4879-abc2-7521cf2ab412" providerId="ADAL" clId="{144A11F9-5BB9-40A3-A970-33EF68ACAA95}" dt="2026-05-27T15:18:45.536" v="123"/>
          <ac:spMkLst>
            <pc:docMk/>
            <pc:sldMk cId="186814411" sldId="2147483637"/>
            <ac:spMk id="60" creationId="{BF09971F-F7C2-7DB0-89FA-6DE9CE4B6C67}"/>
          </ac:spMkLst>
        </pc:spChg>
        <pc:spChg chg="mod">
          <ac:chgData name="Akriti Mehta" userId="0c901562-3821-4879-abc2-7521cf2ab412" providerId="ADAL" clId="{144A11F9-5BB9-40A3-A970-33EF68ACAA95}" dt="2026-05-27T15:18:45.536" v="123"/>
          <ac:spMkLst>
            <pc:docMk/>
            <pc:sldMk cId="186814411" sldId="2147483637"/>
            <ac:spMk id="199" creationId="{85CB8787-77CA-25E4-BEE6-1FFB5B8F5A6E}"/>
          </ac:spMkLst>
        </pc:spChg>
        <pc:spChg chg="mod">
          <ac:chgData name="Akriti Mehta" userId="0c901562-3821-4879-abc2-7521cf2ab412" providerId="ADAL" clId="{144A11F9-5BB9-40A3-A970-33EF68ACAA95}" dt="2026-05-27T15:18:45.536" v="123"/>
          <ac:spMkLst>
            <pc:docMk/>
            <pc:sldMk cId="186814411" sldId="2147483637"/>
            <ac:spMk id="201" creationId="{060DA90A-FB51-6F4A-6E20-339026810B92}"/>
          </ac:spMkLst>
        </pc:spChg>
        <pc:spChg chg="mod">
          <ac:chgData name="Akriti Mehta" userId="0c901562-3821-4879-abc2-7521cf2ab412" providerId="ADAL" clId="{144A11F9-5BB9-40A3-A970-33EF68ACAA95}" dt="2026-05-27T15:18:45.536" v="123"/>
          <ac:spMkLst>
            <pc:docMk/>
            <pc:sldMk cId="186814411" sldId="2147483637"/>
            <ac:spMk id="206" creationId="{76EF4031-A69E-A69B-1541-2963D36F782F}"/>
          </ac:spMkLst>
        </pc:spChg>
        <pc:spChg chg="mod">
          <ac:chgData name="Akriti Mehta" userId="0c901562-3821-4879-abc2-7521cf2ab412" providerId="ADAL" clId="{144A11F9-5BB9-40A3-A970-33EF68ACAA95}" dt="2026-05-27T15:19:14.422" v="125"/>
          <ac:spMkLst>
            <pc:docMk/>
            <pc:sldMk cId="186814411" sldId="2147483637"/>
            <ac:spMk id="209" creationId="{C636BAC5-546B-9295-7746-C192A01AA206}"/>
          </ac:spMkLst>
        </pc:spChg>
        <pc:spChg chg="mod">
          <ac:chgData name="Akriti Mehta" userId="0c901562-3821-4879-abc2-7521cf2ab412" providerId="ADAL" clId="{144A11F9-5BB9-40A3-A970-33EF68ACAA95}" dt="2026-05-27T15:19:14.422" v="125"/>
          <ac:spMkLst>
            <pc:docMk/>
            <pc:sldMk cId="186814411" sldId="2147483637"/>
            <ac:spMk id="211" creationId="{0F9CE2F5-9BCD-7E35-CB61-2EE7CBF447DB}"/>
          </ac:spMkLst>
        </pc:spChg>
        <pc:spChg chg="mod">
          <ac:chgData name="Akriti Mehta" userId="0c901562-3821-4879-abc2-7521cf2ab412" providerId="ADAL" clId="{144A11F9-5BB9-40A3-A970-33EF68ACAA95}" dt="2026-05-27T15:19:14.422" v="125"/>
          <ac:spMkLst>
            <pc:docMk/>
            <pc:sldMk cId="186814411" sldId="2147483637"/>
            <ac:spMk id="212" creationId="{D8C63ACB-849C-9588-80BB-F678BCEFCC06}"/>
          </ac:spMkLst>
        </pc:spChg>
        <pc:spChg chg="add mod">
          <ac:chgData name="Akriti Mehta" userId="0c901562-3821-4879-abc2-7521cf2ab412" providerId="ADAL" clId="{144A11F9-5BB9-40A3-A970-33EF68ACAA95}" dt="2026-05-27T15:23:31.458" v="182" actId="1076"/>
          <ac:spMkLst>
            <pc:docMk/>
            <pc:sldMk cId="186814411" sldId="2147483637"/>
            <ac:spMk id="213" creationId="{24BE42E7-9A62-94C8-AD46-6E9B9DD82820}"/>
          </ac:spMkLst>
        </pc:spChg>
        <pc:spChg chg="add mod">
          <ac:chgData name="Akriti Mehta" userId="0c901562-3821-4879-abc2-7521cf2ab412" providerId="ADAL" clId="{144A11F9-5BB9-40A3-A970-33EF68ACAA95}" dt="2026-05-27T15:20:33.985" v="136" actId="1076"/>
          <ac:spMkLst>
            <pc:docMk/>
            <pc:sldMk cId="186814411" sldId="2147483637"/>
            <ac:spMk id="214" creationId="{82B5CFF7-DDB5-1297-3903-72903E02F8D8}"/>
          </ac:spMkLst>
        </pc:spChg>
        <pc:spChg chg="add mod">
          <ac:chgData name="Akriti Mehta" userId="0c901562-3821-4879-abc2-7521cf2ab412" providerId="ADAL" clId="{144A11F9-5BB9-40A3-A970-33EF68ACAA95}" dt="2026-05-27T15:20:50.929" v="138" actId="1076"/>
          <ac:spMkLst>
            <pc:docMk/>
            <pc:sldMk cId="186814411" sldId="2147483637"/>
            <ac:spMk id="215" creationId="{120A7D0D-44ED-47AB-B438-4EB2CDB3B5D9}"/>
          </ac:spMkLst>
        </pc:spChg>
        <pc:spChg chg="del">
          <ac:chgData name="Akriti Mehta" userId="0c901562-3821-4879-abc2-7521cf2ab412" providerId="ADAL" clId="{144A11F9-5BB9-40A3-A970-33EF68ACAA95}" dt="2026-05-27T15:18:44.195" v="122" actId="478"/>
          <ac:spMkLst>
            <pc:docMk/>
            <pc:sldMk cId="186814411" sldId="2147483637"/>
            <ac:spMk id="217" creationId="{C96C647B-214D-5961-A833-C995638DFE98}"/>
          </ac:spMkLst>
        </pc:spChg>
        <pc:spChg chg="del">
          <ac:chgData name="Akriti Mehta" userId="0c901562-3821-4879-abc2-7521cf2ab412" providerId="ADAL" clId="{144A11F9-5BB9-40A3-A970-33EF68ACAA95}" dt="2026-05-27T15:18:44.195" v="122" actId="478"/>
          <ac:spMkLst>
            <pc:docMk/>
            <pc:sldMk cId="186814411" sldId="2147483637"/>
            <ac:spMk id="218" creationId="{3B6D4487-C9E4-06A0-41D8-1EED2FF5D2C2}"/>
          </ac:spMkLst>
        </pc:spChg>
        <pc:spChg chg="del">
          <ac:chgData name="Akriti Mehta" userId="0c901562-3821-4879-abc2-7521cf2ab412" providerId="ADAL" clId="{144A11F9-5BB9-40A3-A970-33EF68ACAA95}" dt="2026-05-27T15:18:44.195" v="122" actId="478"/>
          <ac:spMkLst>
            <pc:docMk/>
            <pc:sldMk cId="186814411" sldId="2147483637"/>
            <ac:spMk id="220" creationId="{4256212B-1C0F-4DF9-983B-94C720104C74}"/>
          </ac:spMkLst>
        </pc:spChg>
        <pc:spChg chg="del">
          <ac:chgData name="Akriti Mehta" userId="0c901562-3821-4879-abc2-7521cf2ab412" providerId="ADAL" clId="{144A11F9-5BB9-40A3-A970-33EF68ACAA95}" dt="2026-05-27T15:18:44.195" v="122" actId="478"/>
          <ac:spMkLst>
            <pc:docMk/>
            <pc:sldMk cId="186814411" sldId="2147483637"/>
            <ac:spMk id="222" creationId="{9AAF6A43-928E-D1DF-A9D6-0EF601DB6B1F}"/>
          </ac:spMkLst>
        </pc:spChg>
        <pc:spChg chg="del">
          <ac:chgData name="Akriti Mehta" userId="0c901562-3821-4879-abc2-7521cf2ab412" providerId="ADAL" clId="{144A11F9-5BB9-40A3-A970-33EF68ACAA95}" dt="2026-05-27T15:18:44.195" v="122" actId="478"/>
          <ac:spMkLst>
            <pc:docMk/>
            <pc:sldMk cId="186814411" sldId="2147483637"/>
            <ac:spMk id="226" creationId="{A6A97CCE-8D30-67FF-8280-CED60A67F0DE}"/>
          </ac:spMkLst>
        </pc:spChg>
        <pc:spChg chg="del">
          <ac:chgData name="Akriti Mehta" userId="0c901562-3821-4879-abc2-7521cf2ab412" providerId="ADAL" clId="{144A11F9-5BB9-40A3-A970-33EF68ACAA95}" dt="2026-05-27T15:18:44.195" v="122" actId="478"/>
          <ac:spMkLst>
            <pc:docMk/>
            <pc:sldMk cId="186814411" sldId="2147483637"/>
            <ac:spMk id="228" creationId="{6943A5D7-5E52-9EFB-7FC8-29DAB813A985}"/>
          </ac:spMkLst>
        </pc:spChg>
        <pc:spChg chg="del">
          <ac:chgData name="Akriti Mehta" userId="0c901562-3821-4879-abc2-7521cf2ab412" providerId="ADAL" clId="{144A11F9-5BB9-40A3-A970-33EF68ACAA95}" dt="2026-05-27T15:18:44.195" v="122" actId="478"/>
          <ac:spMkLst>
            <pc:docMk/>
            <pc:sldMk cId="186814411" sldId="2147483637"/>
            <ac:spMk id="231" creationId="{ACF570B0-2863-7C81-F09A-078FF033D277}"/>
          </ac:spMkLst>
        </pc:spChg>
        <pc:spChg chg="del">
          <ac:chgData name="Akriti Mehta" userId="0c901562-3821-4879-abc2-7521cf2ab412" providerId="ADAL" clId="{144A11F9-5BB9-40A3-A970-33EF68ACAA95}" dt="2026-05-27T15:18:44.195" v="122" actId="478"/>
          <ac:spMkLst>
            <pc:docMk/>
            <pc:sldMk cId="186814411" sldId="2147483637"/>
            <ac:spMk id="238" creationId="{E7AA0FC4-E6B0-0FFD-E690-3AB21DEA0E83}"/>
          </ac:spMkLst>
        </pc:spChg>
        <pc:spChg chg="del">
          <ac:chgData name="Akriti Mehta" userId="0c901562-3821-4879-abc2-7521cf2ab412" providerId="ADAL" clId="{144A11F9-5BB9-40A3-A970-33EF68ACAA95}" dt="2026-05-27T15:18:44.195" v="122" actId="478"/>
          <ac:spMkLst>
            <pc:docMk/>
            <pc:sldMk cId="186814411" sldId="2147483637"/>
            <ac:spMk id="245" creationId="{43630B9E-EBC4-C9E4-C488-C921510785A3}"/>
          </ac:spMkLst>
        </pc:spChg>
        <pc:spChg chg="mod">
          <ac:chgData name="Akriti Mehta" userId="0c901562-3821-4879-abc2-7521cf2ab412" providerId="ADAL" clId="{144A11F9-5BB9-40A3-A970-33EF68ACAA95}" dt="2026-05-27T15:23:02.713" v="180" actId="1076"/>
          <ac:spMkLst>
            <pc:docMk/>
            <pc:sldMk cId="186814411" sldId="2147483637"/>
            <ac:spMk id="254" creationId="{9498C8D2-8548-F4C8-E645-A8522B1AF98C}"/>
          </ac:spMkLst>
        </pc:spChg>
        <pc:grpChg chg="add mod">
          <ac:chgData name="Akriti Mehta" userId="0c901562-3821-4879-abc2-7521cf2ab412" providerId="ADAL" clId="{144A11F9-5BB9-40A3-A970-33EF68ACAA95}" dt="2026-05-27T15:19:23.120" v="126" actId="1076"/>
          <ac:grpSpMkLst>
            <pc:docMk/>
            <pc:sldMk cId="186814411" sldId="2147483637"/>
            <ac:grpSpMk id="207" creationId="{ADEE0519-14F7-B094-BA33-01D30F1075AD}"/>
          </ac:grpSpMkLst>
        </pc:grpChg>
        <pc:grpChg chg="mod">
          <ac:chgData name="Akriti Mehta" userId="0c901562-3821-4879-abc2-7521cf2ab412" providerId="ADAL" clId="{144A11F9-5BB9-40A3-A970-33EF68ACAA95}" dt="2026-05-27T15:19:14.422" v="125"/>
          <ac:grpSpMkLst>
            <pc:docMk/>
            <pc:sldMk cId="186814411" sldId="2147483637"/>
            <ac:grpSpMk id="208" creationId="{D4432384-44A3-A72E-B507-E787CFA10C09}"/>
          </ac:grpSpMkLst>
        </pc:grpChg>
        <pc:cxnChg chg="mod">
          <ac:chgData name="Akriti Mehta" userId="0c901562-3821-4879-abc2-7521cf2ab412" providerId="ADAL" clId="{144A11F9-5BB9-40A3-A970-33EF68ACAA95}" dt="2026-05-27T15:19:14.422" v="125"/>
          <ac:cxnSpMkLst>
            <pc:docMk/>
            <pc:sldMk cId="186814411" sldId="2147483637"/>
            <ac:cxnSpMk id="210" creationId="{22FAB61C-C8F2-AF90-CCF8-5E84F8BE12D2}"/>
          </ac:cxnSpMkLst>
        </pc:cxnChg>
      </pc:sldChg>
      <pc:sldChg chg="add del">
        <pc:chgData name="Akriti Mehta" userId="0c901562-3821-4879-abc2-7521cf2ab412" providerId="ADAL" clId="{144A11F9-5BB9-40A3-A970-33EF68ACAA95}" dt="2026-05-27T15:44:12.380" v="202" actId="2696"/>
        <pc:sldMkLst>
          <pc:docMk/>
          <pc:sldMk cId="553557710" sldId="2147483638"/>
        </pc:sldMkLst>
      </pc:sldChg>
      <pc:sldChg chg="add del">
        <pc:chgData name="Akriti Mehta" userId="0c901562-3821-4879-abc2-7521cf2ab412" providerId="ADAL" clId="{144A11F9-5BB9-40A3-A970-33EF68ACAA95}" dt="2026-05-27T15:44:12.380" v="202" actId="2696"/>
        <pc:sldMkLst>
          <pc:docMk/>
          <pc:sldMk cId="1677231664" sldId="2147483639"/>
        </pc:sldMkLst>
      </pc:sldChg>
      <pc:sldChg chg="add del">
        <pc:chgData name="Akriti Mehta" userId="0c901562-3821-4879-abc2-7521cf2ab412" providerId="ADAL" clId="{144A11F9-5BB9-40A3-A970-33EF68ACAA95}" dt="2026-05-27T15:35:34.938" v="190" actId="47"/>
        <pc:sldMkLst>
          <pc:docMk/>
          <pc:sldMk cId="717851623" sldId="2147483640"/>
        </pc:sldMkLst>
      </pc:sldChg>
      <pc:sldChg chg="delSp modSp add del mod ord">
        <pc:chgData name="Akriti Mehta" userId="0c901562-3821-4879-abc2-7521cf2ab412" providerId="ADAL" clId="{144A11F9-5BB9-40A3-A970-33EF68ACAA95}" dt="2026-05-27T16:21:25.629" v="554" actId="47"/>
        <pc:sldMkLst>
          <pc:docMk/>
          <pc:sldMk cId="749054009" sldId="2147483641"/>
        </pc:sldMkLst>
        <pc:spChg chg="mod">
          <ac:chgData name="Akriti Mehta" userId="0c901562-3821-4879-abc2-7521cf2ab412" providerId="ADAL" clId="{144A11F9-5BB9-40A3-A970-33EF68ACAA95}" dt="2026-05-27T15:52:51.014" v="204" actId="20577"/>
          <ac:spMkLst>
            <pc:docMk/>
            <pc:sldMk cId="749054009" sldId="2147483641"/>
            <ac:spMk id="29" creationId="{03C795FA-7BA5-6C6F-F807-9FF07D8D31EE}"/>
          </ac:spMkLst>
        </pc:spChg>
        <pc:spChg chg="mod">
          <ac:chgData name="Akriti Mehta" userId="0c901562-3821-4879-abc2-7521cf2ab412" providerId="ADAL" clId="{144A11F9-5BB9-40A3-A970-33EF68ACAA95}" dt="2026-05-27T16:10:47" v="431" actId="207"/>
          <ac:spMkLst>
            <pc:docMk/>
            <pc:sldMk cId="749054009" sldId="2147483641"/>
            <ac:spMk id="33" creationId="{211F8297-0AD5-F78A-BFB6-F27533A97C7B}"/>
          </ac:spMkLst>
        </pc:spChg>
        <pc:spChg chg="mod">
          <ac:chgData name="Akriti Mehta" userId="0c901562-3821-4879-abc2-7521cf2ab412" providerId="ADAL" clId="{144A11F9-5BB9-40A3-A970-33EF68ACAA95}" dt="2026-05-27T16:11:11.925" v="436" actId="207"/>
          <ac:spMkLst>
            <pc:docMk/>
            <pc:sldMk cId="749054009" sldId="2147483641"/>
            <ac:spMk id="116" creationId="{3ED7DFE0-73C5-4471-14C5-7DE56094EB4B}"/>
          </ac:spMkLst>
        </pc:spChg>
        <pc:spChg chg="mod">
          <ac:chgData name="Akriti Mehta" userId="0c901562-3821-4879-abc2-7521cf2ab412" providerId="ADAL" clId="{144A11F9-5BB9-40A3-A970-33EF68ACAA95}" dt="2026-05-27T16:10:51.504" v="432" actId="207"/>
          <ac:spMkLst>
            <pc:docMk/>
            <pc:sldMk cId="749054009" sldId="2147483641"/>
            <ac:spMk id="137" creationId="{37EA8744-BA94-03F6-1D96-B7EF14E9900C}"/>
          </ac:spMkLst>
        </pc:spChg>
        <pc:spChg chg="mod">
          <ac:chgData name="Akriti Mehta" userId="0c901562-3821-4879-abc2-7521cf2ab412" providerId="ADAL" clId="{144A11F9-5BB9-40A3-A970-33EF68ACAA95}" dt="2026-05-27T16:10:56.729" v="433" actId="207"/>
          <ac:spMkLst>
            <pc:docMk/>
            <pc:sldMk cId="749054009" sldId="2147483641"/>
            <ac:spMk id="141" creationId="{E813E2A0-988B-2A45-EA48-9E66F44976C4}"/>
          </ac:spMkLst>
        </pc:spChg>
        <pc:spChg chg="mod">
          <ac:chgData name="Akriti Mehta" userId="0c901562-3821-4879-abc2-7521cf2ab412" providerId="ADAL" clId="{144A11F9-5BB9-40A3-A970-33EF68ACAA95}" dt="2026-05-27T16:11:01.023" v="434" actId="207"/>
          <ac:spMkLst>
            <pc:docMk/>
            <pc:sldMk cId="749054009" sldId="2147483641"/>
            <ac:spMk id="145" creationId="{DD6C5D2F-8370-51BA-B207-1CAAD1B54FE6}"/>
          </ac:spMkLst>
        </pc:spChg>
        <pc:spChg chg="mod">
          <ac:chgData name="Akriti Mehta" userId="0c901562-3821-4879-abc2-7521cf2ab412" providerId="ADAL" clId="{144A11F9-5BB9-40A3-A970-33EF68ACAA95}" dt="2026-05-27T16:11:17.826" v="437" actId="207"/>
          <ac:spMkLst>
            <pc:docMk/>
            <pc:sldMk cId="749054009" sldId="2147483641"/>
            <ac:spMk id="161" creationId="{9AB2C78A-E07D-71FB-0B6D-6AFA922D4D25}"/>
          </ac:spMkLst>
        </pc:spChg>
        <pc:spChg chg="mod">
          <ac:chgData name="Akriti Mehta" userId="0c901562-3821-4879-abc2-7521cf2ab412" providerId="ADAL" clId="{144A11F9-5BB9-40A3-A970-33EF68ACAA95}" dt="2026-05-27T16:11:07.373" v="435" actId="207"/>
          <ac:spMkLst>
            <pc:docMk/>
            <pc:sldMk cId="749054009" sldId="2147483641"/>
            <ac:spMk id="176" creationId="{1E271F18-93B0-234F-B3FA-B018F57399CC}"/>
          </ac:spMkLst>
        </pc:spChg>
        <pc:spChg chg="del">
          <ac:chgData name="Akriti Mehta" userId="0c901562-3821-4879-abc2-7521cf2ab412" providerId="ADAL" clId="{144A11F9-5BB9-40A3-A970-33EF68ACAA95}" dt="2026-05-27T16:11:19.743" v="438" actId="478"/>
          <ac:spMkLst>
            <pc:docMk/>
            <pc:sldMk cId="749054009" sldId="2147483641"/>
            <ac:spMk id="193" creationId="{0980EBCA-C944-D359-C319-3E3B4F43A0B0}"/>
          </ac:spMkLst>
        </pc:spChg>
      </pc:sldChg>
      <pc:sldChg chg="modSp add del mod">
        <pc:chgData name="Akriti Mehta" userId="0c901562-3821-4879-abc2-7521cf2ab412" providerId="ADAL" clId="{144A11F9-5BB9-40A3-A970-33EF68ACAA95}" dt="2026-05-27T15:37:16.964" v="194" actId="2696"/>
        <pc:sldMkLst>
          <pc:docMk/>
          <pc:sldMk cId="2991490842" sldId="2147483641"/>
        </pc:sldMkLst>
        <pc:spChg chg="mod">
          <ac:chgData name="Akriti Mehta" userId="0c901562-3821-4879-abc2-7521cf2ab412" providerId="ADAL" clId="{144A11F9-5BB9-40A3-A970-33EF68ACAA95}" dt="2026-05-27T15:36:35.030" v="192" actId="6549"/>
          <ac:spMkLst>
            <pc:docMk/>
            <pc:sldMk cId="2991490842" sldId="2147483641"/>
            <ac:spMk id="29" creationId="{03C795FA-7BA5-6C6F-F807-9FF07D8D31EE}"/>
          </ac:spMkLst>
        </pc:spChg>
      </pc:sldChg>
      <pc:sldChg chg="modSp add del mod ord">
        <pc:chgData name="Akriti Mehta" userId="0c901562-3821-4879-abc2-7521cf2ab412" providerId="ADAL" clId="{144A11F9-5BB9-40A3-A970-33EF68ACAA95}" dt="2026-05-27T16:23:40.794" v="582" actId="47"/>
        <pc:sldMkLst>
          <pc:docMk/>
          <pc:sldMk cId="100993942" sldId="2147483642"/>
        </pc:sldMkLst>
        <pc:spChg chg="mod">
          <ac:chgData name="Akriti Mehta" userId="0c901562-3821-4879-abc2-7521cf2ab412" providerId="ADAL" clId="{144A11F9-5BB9-40A3-A970-33EF68ACAA95}" dt="2026-05-27T15:44:27.470" v="203" actId="20577"/>
          <ac:spMkLst>
            <pc:docMk/>
            <pc:sldMk cId="100993942" sldId="2147483642"/>
            <ac:spMk id="5" creationId="{5CEA6D8A-D6F6-328D-E99E-38D1F56989B3}"/>
          </ac:spMkLst>
        </pc:spChg>
        <pc:spChg chg="mod">
          <ac:chgData name="Akriti Mehta" userId="0c901562-3821-4879-abc2-7521cf2ab412" providerId="ADAL" clId="{144A11F9-5BB9-40A3-A970-33EF68ACAA95}" dt="2026-05-27T16:21:52.711" v="569" actId="1076"/>
          <ac:spMkLst>
            <pc:docMk/>
            <pc:sldMk cId="100993942" sldId="2147483642"/>
            <ac:spMk id="31" creationId="{AF4ECEA4-AF35-366A-13AC-84A5B53ABF14}"/>
          </ac:spMkLst>
        </pc:spChg>
        <pc:spChg chg="mod">
          <ac:chgData name="Akriti Mehta" userId="0c901562-3821-4879-abc2-7521cf2ab412" providerId="ADAL" clId="{144A11F9-5BB9-40A3-A970-33EF68ACAA95}" dt="2026-05-27T16:11:36.622" v="440" actId="207"/>
          <ac:spMkLst>
            <pc:docMk/>
            <pc:sldMk cId="100993942" sldId="2147483642"/>
            <ac:spMk id="43" creationId="{EB59FAC1-E3D6-EA28-3F33-06CB4185CB9E}"/>
          </ac:spMkLst>
        </pc:spChg>
        <pc:spChg chg="mod">
          <ac:chgData name="Akriti Mehta" userId="0c901562-3821-4879-abc2-7521cf2ab412" providerId="ADAL" clId="{144A11F9-5BB9-40A3-A970-33EF68ACAA95}" dt="2026-05-27T16:11:41.824" v="441" actId="207"/>
          <ac:spMkLst>
            <pc:docMk/>
            <pc:sldMk cId="100993942" sldId="2147483642"/>
            <ac:spMk id="44" creationId="{FAF127CA-EE3A-CF32-5D2E-A247859D68C5}"/>
          </ac:spMkLst>
        </pc:spChg>
        <pc:spChg chg="mod">
          <ac:chgData name="Akriti Mehta" userId="0c901562-3821-4879-abc2-7521cf2ab412" providerId="ADAL" clId="{144A11F9-5BB9-40A3-A970-33EF68ACAA95}" dt="2026-05-27T16:11:48.031" v="442" actId="207"/>
          <ac:spMkLst>
            <pc:docMk/>
            <pc:sldMk cId="100993942" sldId="2147483642"/>
            <ac:spMk id="45" creationId="{9D652D32-CA2A-848C-5E94-E29F2D2492E8}"/>
          </ac:spMkLst>
        </pc:spChg>
        <pc:spChg chg="mod">
          <ac:chgData name="Akriti Mehta" userId="0c901562-3821-4879-abc2-7521cf2ab412" providerId="ADAL" clId="{144A11F9-5BB9-40A3-A970-33EF68ACAA95}" dt="2026-05-27T16:11:56.806" v="443" actId="207"/>
          <ac:spMkLst>
            <pc:docMk/>
            <pc:sldMk cId="100993942" sldId="2147483642"/>
            <ac:spMk id="46" creationId="{9FF8A2D8-BE28-0F55-7DDC-6B3476219A9B}"/>
          </ac:spMkLst>
        </pc:spChg>
        <pc:spChg chg="mod">
          <ac:chgData name="Akriti Mehta" userId="0c901562-3821-4879-abc2-7521cf2ab412" providerId="ADAL" clId="{144A11F9-5BB9-40A3-A970-33EF68ACAA95}" dt="2026-05-27T16:12:01.459" v="444" actId="207"/>
          <ac:spMkLst>
            <pc:docMk/>
            <pc:sldMk cId="100993942" sldId="2147483642"/>
            <ac:spMk id="67" creationId="{79CD52C1-A14D-6A8C-C4AE-54B4BAAA56B1}"/>
          </ac:spMkLst>
        </pc:spChg>
        <pc:spChg chg="mod">
          <ac:chgData name="Akriti Mehta" userId="0c901562-3821-4879-abc2-7521cf2ab412" providerId="ADAL" clId="{144A11F9-5BB9-40A3-A970-33EF68ACAA95}" dt="2026-05-27T16:12:17.192" v="447" actId="207"/>
          <ac:spMkLst>
            <pc:docMk/>
            <pc:sldMk cId="100993942" sldId="2147483642"/>
            <ac:spMk id="68" creationId="{E201B6B0-3CC2-E320-E8E2-4A1570423B4E}"/>
          </ac:spMkLst>
        </pc:spChg>
        <pc:spChg chg="mod">
          <ac:chgData name="Akriti Mehta" userId="0c901562-3821-4879-abc2-7521cf2ab412" providerId="ADAL" clId="{144A11F9-5BB9-40A3-A970-33EF68ACAA95}" dt="2026-05-27T16:12:11.409" v="446" actId="207"/>
          <ac:spMkLst>
            <pc:docMk/>
            <pc:sldMk cId="100993942" sldId="2147483642"/>
            <ac:spMk id="69" creationId="{5544C9A8-6E3A-633B-8CEE-24F036FFF8F8}"/>
          </ac:spMkLst>
        </pc:spChg>
        <pc:spChg chg="mod">
          <ac:chgData name="Akriti Mehta" userId="0c901562-3821-4879-abc2-7521cf2ab412" providerId="ADAL" clId="{144A11F9-5BB9-40A3-A970-33EF68ACAA95}" dt="2026-05-27T16:12:06.881" v="445" actId="207"/>
          <ac:spMkLst>
            <pc:docMk/>
            <pc:sldMk cId="100993942" sldId="2147483642"/>
            <ac:spMk id="71" creationId="{EF28132E-A822-54E8-F19A-034D48359A4E}"/>
          </ac:spMkLst>
        </pc:spChg>
      </pc:sldChg>
      <pc:sldChg chg="modSp add del mod">
        <pc:chgData name="Akriti Mehta" userId="0c901562-3821-4879-abc2-7521cf2ab412" providerId="ADAL" clId="{144A11F9-5BB9-40A3-A970-33EF68ACAA95}" dt="2026-05-27T15:37:16.964" v="194" actId="2696"/>
        <pc:sldMkLst>
          <pc:docMk/>
          <pc:sldMk cId="3057545317" sldId="2147483642"/>
        </pc:sldMkLst>
        <pc:spChg chg="mod">
          <ac:chgData name="Akriti Mehta" userId="0c901562-3821-4879-abc2-7521cf2ab412" providerId="ADAL" clId="{144A11F9-5BB9-40A3-A970-33EF68ACAA95}" dt="2026-05-27T15:37:10.199" v="193" actId="6549"/>
          <ac:spMkLst>
            <pc:docMk/>
            <pc:sldMk cId="3057545317" sldId="2147483642"/>
            <ac:spMk id="7" creationId="{E6AE2915-8520-7CE1-AA43-9E3F59F61D08}"/>
          </ac:spMkLst>
        </pc:spChg>
      </pc:sldChg>
      <pc:sldChg chg="addSp delSp modSp new del mod modClrScheme chgLayout">
        <pc:chgData name="Akriti Mehta" userId="0c901562-3821-4879-abc2-7521cf2ab412" providerId="ADAL" clId="{144A11F9-5BB9-40A3-A970-33EF68ACAA95}" dt="2026-05-27T16:36:14.287" v="706" actId="47"/>
        <pc:sldMkLst>
          <pc:docMk/>
          <pc:sldMk cId="675234755" sldId="2147483643"/>
        </pc:sldMkLst>
        <pc:spChg chg="mod ord">
          <ac:chgData name="Akriti Mehta" userId="0c901562-3821-4879-abc2-7521cf2ab412" providerId="ADAL" clId="{144A11F9-5BB9-40A3-A970-33EF68ACAA95}" dt="2026-05-27T15:54:40.839" v="208" actId="700"/>
          <ac:spMkLst>
            <pc:docMk/>
            <pc:sldMk cId="675234755" sldId="2147483643"/>
            <ac:spMk id="2" creationId="{FE8A6EBD-AA59-86A5-409C-DD5FC4B20085}"/>
          </ac:spMkLst>
        </pc:spChg>
        <pc:spChg chg="mod ord">
          <ac:chgData name="Akriti Mehta" userId="0c901562-3821-4879-abc2-7521cf2ab412" providerId="ADAL" clId="{144A11F9-5BB9-40A3-A970-33EF68ACAA95}" dt="2026-05-27T15:54:40.839" v="208" actId="700"/>
          <ac:spMkLst>
            <pc:docMk/>
            <pc:sldMk cId="675234755" sldId="2147483643"/>
            <ac:spMk id="3" creationId="{6AD82F6E-62D1-081D-2E83-2DD9C1362304}"/>
          </ac:spMkLst>
        </pc:spChg>
        <pc:spChg chg="add mod ord">
          <ac:chgData name="Akriti Mehta" userId="0c901562-3821-4879-abc2-7521cf2ab412" providerId="ADAL" clId="{144A11F9-5BB9-40A3-A970-33EF68ACAA95}" dt="2026-05-27T15:56:27.731" v="257" actId="20577"/>
          <ac:spMkLst>
            <pc:docMk/>
            <pc:sldMk cId="675234755" sldId="2147483643"/>
            <ac:spMk id="4" creationId="{D182C7CC-891A-603B-D1BF-2E8B0491B327}"/>
          </ac:spMkLst>
        </pc:spChg>
        <pc:spChg chg="add del mod ord">
          <ac:chgData name="Akriti Mehta" userId="0c901562-3821-4879-abc2-7521cf2ab412" providerId="ADAL" clId="{144A11F9-5BB9-40A3-A970-33EF68ACAA95}" dt="2026-05-27T15:54:46.480" v="209"/>
          <ac:spMkLst>
            <pc:docMk/>
            <pc:sldMk cId="675234755" sldId="2147483643"/>
            <ac:spMk id="5" creationId="{32911074-B955-0275-FEF7-2C119D45AD95}"/>
          </ac:spMkLst>
        </pc:spChg>
        <pc:spChg chg="add del">
          <ac:chgData name="Akriti Mehta" userId="0c901562-3821-4879-abc2-7521cf2ab412" providerId="ADAL" clId="{144A11F9-5BB9-40A3-A970-33EF68ACAA95}" dt="2026-05-27T15:57:22.237" v="262" actId="478"/>
          <ac:spMkLst>
            <pc:docMk/>
            <pc:sldMk cId="675234755" sldId="2147483643"/>
            <ac:spMk id="9" creationId="{C27ABB78-9001-9D9E-08F1-75FB3EE0C40F}"/>
          </ac:spMkLst>
        </pc:spChg>
        <pc:spChg chg="add mod">
          <ac:chgData name="Akriti Mehta" userId="0c901562-3821-4879-abc2-7521cf2ab412" providerId="ADAL" clId="{144A11F9-5BB9-40A3-A970-33EF68ACAA95}" dt="2026-05-27T16:35:57.136" v="704" actId="1076"/>
          <ac:spMkLst>
            <pc:docMk/>
            <pc:sldMk cId="675234755" sldId="2147483643"/>
            <ac:spMk id="11" creationId="{8A907EBF-B731-6EC1-746D-7C7A11132BDE}"/>
          </ac:spMkLst>
        </pc:spChg>
        <pc:graphicFrameChg chg="add mod modGraphic">
          <ac:chgData name="Akriti Mehta" userId="0c901562-3821-4879-abc2-7521cf2ab412" providerId="ADAL" clId="{144A11F9-5BB9-40A3-A970-33EF68ACAA95}" dt="2026-05-27T15:58:52.256" v="276" actId="1076"/>
          <ac:graphicFrameMkLst>
            <pc:docMk/>
            <pc:sldMk cId="675234755" sldId="2147483643"/>
            <ac:graphicFrameMk id="6" creationId="{53637AEC-C791-3C07-E16A-62F2F1AC3D8A}"/>
          </ac:graphicFrameMkLst>
        </pc:graphicFrameChg>
        <pc:graphicFrameChg chg="add del mod modGraphic">
          <ac:chgData name="Akriti Mehta" userId="0c901562-3821-4879-abc2-7521cf2ab412" providerId="ADAL" clId="{144A11F9-5BB9-40A3-A970-33EF68ACAA95}" dt="2026-05-27T15:59:16.548" v="279" actId="478"/>
          <ac:graphicFrameMkLst>
            <pc:docMk/>
            <pc:sldMk cId="675234755" sldId="2147483643"/>
            <ac:graphicFrameMk id="7" creationId="{696EC38C-5A40-5191-C3A1-B5D8E8F1FCA4}"/>
          </ac:graphicFrameMkLst>
        </pc:graphicFrameChg>
      </pc:sldChg>
      <pc:sldChg chg="modSp add del mod">
        <pc:chgData name="Akriti Mehta" userId="0c901562-3821-4879-abc2-7521cf2ab412" providerId="ADAL" clId="{144A11F9-5BB9-40A3-A970-33EF68ACAA95}" dt="2026-05-27T16:37:05.855" v="712" actId="47"/>
        <pc:sldMkLst>
          <pc:docMk/>
          <pc:sldMk cId="1777757629" sldId="2147483644"/>
        </pc:sldMkLst>
        <pc:spChg chg="mod">
          <ac:chgData name="Akriti Mehta" userId="0c901562-3821-4879-abc2-7521cf2ab412" providerId="ADAL" clId="{144A11F9-5BB9-40A3-A970-33EF68ACAA95}" dt="2026-05-27T16:00:26.370" v="291" actId="20577"/>
          <ac:spMkLst>
            <pc:docMk/>
            <pc:sldMk cId="1777757629" sldId="2147483644"/>
            <ac:spMk id="4" creationId="{B751F7D5-5E7E-C9F2-C026-3A1C9842B2B8}"/>
          </ac:spMkLst>
        </pc:spChg>
        <pc:graphicFrameChg chg="mod modGraphic">
          <ac:chgData name="Akriti Mehta" userId="0c901562-3821-4879-abc2-7521cf2ab412" providerId="ADAL" clId="{144A11F9-5BB9-40A3-A970-33EF68ACAA95}" dt="2026-05-27T16:06:07.973" v="378" actId="20577"/>
          <ac:graphicFrameMkLst>
            <pc:docMk/>
            <pc:sldMk cId="1777757629" sldId="2147483644"/>
            <ac:graphicFrameMk id="6" creationId="{0A2C5516-7F3C-8D48-6BB2-3BE131EA5E0A}"/>
          </ac:graphicFrameMkLst>
        </pc:graphicFrameChg>
      </pc:sldChg>
      <pc:sldChg chg="addSp delSp modSp add del mod modClrScheme chgLayout">
        <pc:chgData name="Akriti Mehta" userId="0c901562-3821-4879-abc2-7521cf2ab412" providerId="ADAL" clId="{144A11F9-5BB9-40A3-A970-33EF68ACAA95}" dt="2026-05-27T16:38:14.467" v="719" actId="47"/>
        <pc:sldMkLst>
          <pc:docMk/>
          <pc:sldMk cId="2344889347" sldId="2147483645"/>
        </pc:sldMkLst>
        <pc:spChg chg="mod">
          <ac:chgData name="Akriti Mehta" userId="0c901562-3821-4879-abc2-7521cf2ab412" providerId="ADAL" clId="{144A11F9-5BB9-40A3-A970-33EF68ACAA95}" dt="2026-05-27T16:07:49.010" v="411" actId="26606"/>
          <ac:spMkLst>
            <pc:docMk/>
            <pc:sldMk cId="2344889347" sldId="2147483645"/>
            <ac:spMk id="2" creationId="{7B5ECCF5-0181-B9D7-7C55-2FD6CD364B5D}"/>
          </ac:spMkLst>
        </pc:spChg>
        <pc:spChg chg="mod">
          <ac:chgData name="Akriti Mehta" userId="0c901562-3821-4879-abc2-7521cf2ab412" providerId="ADAL" clId="{144A11F9-5BB9-40A3-A970-33EF68ACAA95}" dt="2026-05-27T16:07:49.010" v="411" actId="26606"/>
          <ac:spMkLst>
            <pc:docMk/>
            <pc:sldMk cId="2344889347" sldId="2147483645"/>
            <ac:spMk id="3" creationId="{43B1A0C5-32AF-A360-1C8A-EBECA9600E02}"/>
          </ac:spMkLst>
        </pc:spChg>
        <pc:spChg chg="mod ord">
          <ac:chgData name="Akriti Mehta" userId="0c901562-3821-4879-abc2-7521cf2ab412" providerId="ADAL" clId="{144A11F9-5BB9-40A3-A970-33EF68ACAA95}" dt="2026-05-27T16:07:49.010" v="411" actId="26606"/>
          <ac:spMkLst>
            <pc:docMk/>
            <pc:sldMk cId="2344889347" sldId="2147483645"/>
            <ac:spMk id="4" creationId="{ECCA9DB3-3613-1104-C305-4FF823F72985}"/>
          </ac:spMkLst>
        </pc:spChg>
        <pc:spChg chg="add del mod">
          <ac:chgData name="Akriti Mehta" userId="0c901562-3821-4879-abc2-7521cf2ab412" providerId="ADAL" clId="{144A11F9-5BB9-40A3-A970-33EF68ACAA95}" dt="2026-05-27T16:07:35.771" v="403" actId="478"/>
          <ac:spMkLst>
            <pc:docMk/>
            <pc:sldMk cId="2344889347" sldId="2147483645"/>
            <ac:spMk id="7" creationId="{4850AFF5-29F5-9EC8-C6F5-8F4C9F2EED70}"/>
          </ac:spMkLst>
        </pc:spChg>
        <pc:graphicFrameChg chg="del">
          <ac:chgData name="Akriti Mehta" userId="0c901562-3821-4879-abc2-7521cf2ab412" providerId="ADAL" clId="{144A11F9-5BB9-40A3-A970-33EF68ACAA95}" dt="2026-05-27T16:07:33.261" v="402" actId="478"/>
          <ac:graphicFrameMkLst>
            <pc:docMk/>
            <pc:sldMk cId="2344889347" sldId="2147483645"/>
            <ac:graphicFrameMk id="6" creationId="{98ECB1E9-36AF-6AA3-391A-A3384B6B3209}"/>
          </ac:graphicFrameMkLst>
        </pc:graphicFrameChg>
        <pc:graphicFrameChg chg="add mod modGraphic">
          <ac:chgData name="Akriti Mehta" userId="0c901562-3821-4879-abc2-7521cf2ab412" providerId="ADAL" clId="{144A11F9-5BB9-40A3-A970-33EF68ACAA95}" dt="2026-05-27T16:10:13.368" v="430" actId="12385"/>
          <ac:graphicFrameMkLst>
            <pc:docMk/>
            <pc:sldMk cId="2344889347" sldId="2147483645"/>
            <ac:graphicFrameMk id="8" creationId="{4B91FEAD-447F-9E73-285C-0D83E3F06BE8}"/>
          </ac:graphicFrameMkLst>
        </pc:graphicFrameChg>
      </pc:sldChg>
      <pc:sldChg chg="addSp delSp modSp new del mod">
        <pc:chgData name="Akriti Mehta" userId="0c901562-3821-4879-abc2-7521cf2ab412" providerId="ADAL" clId="{144A11F9-5BB9-40A3-A970-33EF68ACAA95}" dt="2026-05-27T16:38:59.106" v="724" actId="47"/>
        <pc:sldMkLst>
          <pc:docMk/>
          <pc:sldMk cId="3656810263" sldId="2147483646"/>
        </pc:sldMkLst>
        <pc:spChg chg="add del mod">
          <ac:chgData name="Akriti Mehta" userId="0c901562-3821-4879-abc2-7521cf2ab412" providerId="ADAL" clId="{144A11F9-5BB9-40A3-A970-33EF68ACAA95}" dt="2026-05-27T16:15:05.956" v="484" actId="20577"/>
          <ac:spMkLst>
            <pc:docMk/>
            <pc:sldMk cId="3656810263" sldId="2147483646"/>
            <ac:spMk id="2" creationId="{1C26369E-BABC-E6E1-D656-4F687F221434}"/>
          </ac:spMkLst>
        </pc:spChg>
        <pc:spChg chg="mod">
          <ac:chgData name="Akriti Mehta" userId="0c901562-3821-4879-abc2-7521cf2ab412" providerId="ADAL" clId="{144A11F9-5BB9-40A3-A970-33EF68ACAA95}" dt="2026-05-27T16:14:22.548" v="455" actId="26606"/>
          <ac:spMkLst>
            <pc:docMk/>
            <pc:sldMk cId="3656810263" sldId="2147483646"/>
            <ac:spMk id="3" creationId="{12C9AF28-5C46-644B-29FC-A89060874F31}"/>
          </ac:spMkLst>
        </pc:spChg>
        <pc:spChg chg="mod">
          <ac:chgData name="Akriti Mehta" userId="0c901562-3821-4879-abc2-7521cf2ab412" providerId="ADAL" clId="{144A11F9-5BB9-40A3-A970-33EF68ACAA95}" dt="2026-05-27T16:14:22.548" v="455" actId="26606"/>
          <ac:spMkLst>
            <pc:docMk/>
            <pc:sldMk cId="3656810263" sldId="2147483646"/>
            <ac:spMk id="4" creationId="{7C413CBC-F352-2D2B-24F9-3918BE4FE37C}"/>
          </ac:spMkLst>
        </pc:spChg>
        <pc:spChg chg="del">
          <ac:chgData name="Akriti Mehta" userId="0c901562-3821-4879-abc2-7521cf2ab412" providerId="ADAL" clId="{144A11F9-5BB9-40A3-A970-33EF68ACAA95}" dt="2026-05-27T16:14:12.226" v="450" actId="478"/>
          <ac:spMkLst>
            <pc:docMk/>
            <pc:sldMk cId="3656810263" sldId="2147483646"/>
            <ac:spMk id="5" creationId="{1DE3EDB8-930F-F2E8-5EC6-8263CE679986}"/>
          </ac:spMkLst>
        </pc:spChg>
        <pc:spChg chg="add del mod ord">
          <ac:chgData name="Akriti Mehta" userId="0c901562-3821-4879-abc2-7521cf2ab412" providerId="ADAL" clId="{144A11F9-5BB9-40A3-A970-33EF68ACAA95}" dt="2026-05-27T16:14:29.584" v="457" actId="478"/>
          <ac:spMkLst>
            <pc:docMk/>
            <pc:sldMk cId="3656810263" sldId="2147483646"/>
            <ac:spMk id="8" creationId="{989E6531-0A7A-9B21-2838-C6471DC29D26}"/>
          </ac:spMkLst>
        </pc:spChg>
        <pc:spChg chg="add mod">
          <ac:chgData name="Akriti Mehta" userId="0c901562-3821-4879-abc2-7521cf2ab412" providerId="ADAL" clId="{144A11F9-5BB9-40A3-A970-33EF68ACAA95}" dt="2026-05-27T16:15:17.904" v="488" actId="14100"/>
          <ac:spMkLst>
            <pc:docMk/>
            <pc:sldMk cId="3656810263" sldId="2147483646"/>
            <ac:spMk id="11" creationId="{76B26F21-793E-176F-AEDB-68F47769FE23}"/>
          </ac:spMkLst>
        </pc:spChg>
        <pc:spChg chg="add mod">
          <ac:chgData name="Akriti Mehta" userId="0c901562-3821-4879-abc2-7521cf2ab412" providerId="ADAL" clId="{144A11F9-5BB9-40A3-A970-33EF68ACAA95}" dt="2026-05-27T16:17:31.094" v="508" actId="14100"/>
          <ac:spMkLst>
            <pc:docMk/>
            <pc:sldMk cId="3656810263" sldId="2147483646"/>
            <ac:spMk id="16" creationId="{91F3C26E-73A6-A043-7B29-72AE3063B432}"/>
          </ac:spMkLst>
        </pc:spChg>
        <pc:spChg chg="add">
          <ac:chgData name="Akriti Mehta" userId="0c901562-3821-4879-abc2-7521cf2ab412" providerId="ADAL" clId="{144A11F9-5BB9-40A3-A970-33EF68ACAA95}" dt="2026-05-27T16:17:09.755" v="504"/>
          <ac:spMkLst>
            <pc:docMk/>
            <pc:sldMk cId="3656810263" sldId="2147483646"/>
            <ac:spMk id="19" creationId="{D723D902-0EB0-E233-6972-67063AE79F75}"/>
          </ac:spMkLst>
        </pc:spChg>
        <pc:graphicFrameChg chg="add del mod modGraphic">
          <ac:chgData name="Akriti Mehta" userId="0c901562-3821-4879-abc2-7521cf2ab412" providerId="ADAL" clId="{144A11F9-5BB9-40A3-A970-33EF68ACAA95}" dt="2026-05-27T16:14:35.632" v="460" actId="478"/>
          <ac:graphicFrameMkLst>
            <pc:docMk/>
            <pc:sldMk cId="3656810263" sldId="2147483646"/>
            <ac:graphicFrameMk id="6" creationId="{04D7B456-02F4-2F8B-2E2C-0B8287B30320}"/>
          </ac:graphicFrameMkLst>
        </pc:graphicFrameChg>
        <pc:graphicFrameChg chg="add del mod">
          <ac:chgData name="Akriti Mehta" userId="0c901562-3821-4879-abc2-7521cf2ab412" providerId="ADAL" clId="{144A11F9-5BB9-40A3-A970-33EF68ACAA95}" dt="2026-05-27T16:15:24.356" v="489" actId="478"/>
          <ac:graphicFrameMkLst>
            <pc:docMk/>
            <pc:sldMk cId="3656810263" sldId="2147483646"/>
            <ac:graphicFrameMk id="9" creationId="{CE429C5E-C221-EF52-21FC-4D3974CD9AFB}"/>
          </ac:graphicFrameMkLst>
        </pc:graphicFrameChg>
        <pc:graphicFrameChg chg="add del mod modGraphic">
          <ac:chgData name="Akriti Mehta" userId="0c901562-3821-4879-abc2-7521cf2ab412" providerId="ADAL" clId="{144A11F9-5BB9-40A3-A970-33EF68ACAA95}" dt="2026-05-27T16:16:26.373" v="499" actId="478"/>
          <ac:graphicFrameMkLst>
            <pc:docMk/>
            <pc:sldMk cId="3656810263" sldId="2147483646"/>
            <ac:graphicFrameMk id="12" creationId="{3862C9D4-41A8-78DE-8ECF-2D3340940AA0}"/>
          </ac:graphicFrameMkLst>
        </pc:graphicFrameChg>
        <pc:graphicFrameChg chg="add del mod">
          <ac:chgData name="Akriti Mehta" userId="0c901562-3821-4879-abc2-7521cf2ab412" providerId="ADAL" clId="{144A11F9-5BB9-40A3-A970-33EF68ACAA95}" dt="2026-05-27T16:16:04.127" v="493" actId="478"/>
          <ac:graphicFrameMkLst>
            <pc:docMk/>
            <pc:sldMk cId="3656810263" sldId="2147483646"/>
            <ac:graphicFrameMk id="13" creationId="{67B66CD3-F741-C6C3-CF3E-0E529A97D17E}"/>
          </ac:graphicFrameMkLst>
        </pc:graphicFrameChg>
        <pc:graphicFrameChg chg="add del mod modGraphic">
          <ac:chgData name="Akriti Mehta" userId="0c901562-3821-4879-abc2-7521cf2ab412" providerId="ADAL" clId="{144A11F9-5BB9-40A3-A970-33EF68ACAA95}" dt="2026-05-27T16:16:53.539" v="502" actId="478"/>
          <ac:graphicFrameMkLst>
            <pc:docMk/>
            <pc:sldMk cId="3656810263" sldId="2147483646"/>
            <ac:graphicFrameMk id="14" creationId="{02A70899-0327-16E9-C15F-623ABE15E64D}"/>
          </ac:graphicFrameMkLst>
        </pc:graphicFrameChg>
        <pc:graphicFrameChg chg="add del mod modGraphic">
          <ac:chgData name="Akriti Mehta" userId="0c901562-3821-4879-abc2-7521cf2ab412" providerId="ADAL" clId="{144A11F9-5BB9-40A3-A970-33EF68ACAA95}" dt="2026-05-27T16:18:58.210" v="537"/>
          <ac:graphicFrameMkLst>
            <pc:docMk/>
            <pc:sldMk cId="3656810263" sldId="2147483646"/>
            <ac:graphicFrameMk id="17" creationId="{A6330857-B6A9-3333-6EC6-303042202A26}"/>
          </ac:graphicFrameMkLst>
        </pc:graphicFrameChg>
      </pc:sldChg>
      <pc:sldChg chg="add del">
        <pc:chgData name="Akriti Mehta" userId="0c901562-3821-4879-abc2-7521cf2ab412" providerId="ADAL" clId="{144A11F9-5BB9-40A3-A970-33EF68ACAA95}" dt="2026-05-27T16:19:56.370" v="539" actId="47"/>
        <pc:sldMkLst>
          <pc:docMk/>
          <pc:sldMk cId="1065520060" sldId="2147483647"/>
        </pc:sldMkLst>
      </pc:sldChg>
      <pc:sldChg chg="addSp delSp modSp add mod">
        <pc:chgData name="Akriti Mehta" userId="0c901562-3821-4879-abc2-7521cf2ab412" providerId="ADAL" clId="{144A11F9-5BB9-40A3-A970-33EF68ACAA95}" dt="2026-05-27T16:21:22.334" v="553" actId="1076"/>
        <pc:sldMkLst>
          <pc:docMk/>
          <pc:sldMk cId="2067600466" sldId="2147483647"/>
        </pc:sldMkLst>
        <pc:spChg chg="mod">
          <ac:chgData name="Akriti Mehta" userId="0c901562-3821-4879-abc2-7521cf2ab412" providerId="ADAL" clId="{144A11F9-5BB9-40A3-A970-33EF68ACAA95}" dt="2026-05-27T16:20:10.012" v="542" actId="6549"/>
          <ac:spMkLst>
            <pc:docMk/>
            <pc:sldMk cId="2067600466" sldId="2147483647"/>
            <ac:spMk id="3" creationId="{EB475BEE-D451-D1D3-4328-01BE5E5CDF64}"/>
          </ac:spMkLst>
        </pc:spChg>
        <pc:spChg chg="mod">
          <ac:chgData name="Akriti Mehta" userId="0c901562-3821-4879-abc2-7521cf2ab412" providerId="ADAL" clId="{144A11F9-5BB9-40A3-A970-33EF68ACAA95}" dt="2026-05-27T16:21:01.606" v="550" actId="1076"/>
          <ac:spMkLst>
            <pc:docMk/>
            <pc:sldMk cId="2067600466" sldId="2147483647"/>
            <ac:spMk id="4" creationId="{A7EB1F64-117B-D683-056D-711FFDE87276}"/>
          </ac:spMkLst>
        </pc:spChg>
        <pc:spChg chg="del">
          <ac:chgData name="Akriti Mehta" userId="0c901562-3821-4879-abc2-7521cf2ab412" providerId="ADAL" clId="{144A11F9-5BB9-40A3-A970-33EF68ACAA95}" dt="2026-05-27T16:20:21.940" v="544" actId="478"/>
          <ac:spMkLst>
            <pc:docMk/>
            <pc:sldMk cId="2067600466" sldId="2147483647"/>
            <ac:spMk id="5" creationId="{1A1FB242-8BA6-8644-71ED-1C1B7D20DFE9}"/>
          </ac:spMkLst>
        </pc:spChg>
        <pc:spChg chg="del">
          <ac:chgData name="Akriti Mehta" userId="0c901562-3821-4879-abc2-7521cf2ab412" providerId="ADAL" clId="{144A11F9-5BB9-40A3-A970-33EF68ACAA95}" dt="2026-05-27T16:20:15.241" v="543" actId="478"/>
          <ac:spMkLst>
            <pc:docMk/>
            <pc:sldMk cId="2067600466" sldId="2147483647"/>
            <ac:spMk id="7" creationId="{A625FDC3-EE5E-98E0-464E-8B7CE2E66EA1}"/>
          </ac:spMkLst>
        </pc:spChg>
        <pc:spChg chg="del">
          <ac:chgData name="Akriti Mehta" userId="0c901562-3821-4879-abc2-7521cf2ab412" providerId="ADAL" clId="{144A11F9-5BB9-40A3-A970-33EF68ACAA95}" dt="2026-05-27T16:20:15.241" v="543" actId="478"/>
          <ac:spMkLst>
            <pc:docMk/>
            <pc:sldMk cId="2067600466" sldId="2147483647"/>
            <ac:spMk id="11" creationId="{99E4361F-7CD4-1FA4-4711-7FD52AC8F95A}"/>
          </ac:spMkLst>
        </pc:spChg>
        <pc:spChg chg="del">
          <ac:chgData name="Akriti Mehta" userId="0c901562-3821-4879-abc2-7521cf2ab412" providerId="ADAL" clId="{144A11F9-5BB9-40A3-A970-33EF68ACAA95}" dt="2026-05-27T16:20:15.241" v="543" actId="478"/>
          <ac:spMkLst>
            <pc:docMk/>
            <pc:sldMk cId="2067600466" sldId="2147483647"/>
            <ac:spMk id="13" creationId="{F80DDC69-628B-2AA5-74DE-48E1C4D5E31D}"/>
          </ac:spMkLst>
        </pc:spChg>
        <pc:spChg chg="del">
          <ac:chgData name="Akriti Mehta" userId="0c901562-3821-4879-abc2-7521cf2ab412" providerId="ADAL" clId="{144A11F9-5BB9-40A3-A970-33EF68ACAA95}" dt="2026-05-27T16:20:15.241" v="543" actId="478"/>
          <ac:spMkLst>
            <pc:docMk/>
            <pc:sldMk cId="2067600466" sldId="2147483647"/>
            <ac:spMk id="31" creationId="{EB10A6FB-6934-DEEE-B7E5-C72279010CE7}"/>
          </ac:spMkLst>
        </pc:spChg>
        <pc:spChg chg="del">
          <ac:chgData name="Akriti Mehta" userId="0c901562-3821-4879-abc2-7521cf2ab412" providerId="ADAL" clId="{144A11F9-5BB9-40A3-A970-33EF68ACAA95}" dt="2026-05-27T16:20:15.241" v="543" actId="478"/>
          <ac:spMkLst>
            <pc:docMk/>
            <pc:sldMk cId="2067600466" sldId="2147483647"/>
            <ac:spMk id="32" creationId="{BD61154D-0F10-6B3A-969B-52734F833CC4}"/>
          </ac:spMkLst>
        </pc:spChg>
        <pc:spChg chg="del">
          <ac:chgData name="Akriti Mehta" userId="0c901562-3821-4879-abc2-7521cf2ab412" providerId="ADAL" clId="{144A11F9-5BB9-40A3-A970-33EF68ACAA95}" dt="2026-05-27T16:20:15.241" v="543" actId="478"/>
          <ac:spMkLst>
            <pc:docMk/>
            <pc:sldMk cId="2067600466" sldId="2147483647"/>
            <ac:spMk id="33" creationId="{0B3BE04A-5515-577D-2210-89B1B2B8F987}"/>
          </ac:spMkLst>
        </pc:spChg>
        <pc:spChg chg="del">
          <ac:chgData name="Akriti Mehta" userId="0c901562-3821-4879-abc2-7521cf2ab412" providerId="ADAL" clId="{144A11F9-5BB9-40A3-A970-33EF68ACAA95}" dt="2026-05-27T16:20:15.241" v="543" actId="478"/>
          <ac:spMkLst>
            <pc:docMk/>
            <pc:sldMk cId="2067600466" sldId="2147483647"/>
            <ac:spMk id="34" creationId="{92A2F410-6414-3BD1-F128-59866636FC4C}"/>
          </ac:spMkLst>
        </pc:spChg>
        <pc:spChg chg="del">
          <ac:chgData name="Akriti Mehta" userId="0c901562-3821-4879-abc2-7521cf2ab412" providerId="ADAL" clId="{144A11F9-5BB9-40A3-A970-33EF68ACAA95}" dt="2026-05-27T16:20:15.241" v="543" actId="478"/>
          <ac:spMkLst>
            <pc:docMk/>
            <pc:sldMk cId="2067600466" sldId="2147483647"/>
            <ac:spMk id="35" creationId="{B1943376-5509-62CC-10B1-D8C58A0D7332}"/>
          </ac:spMkLst>
        </pc:spChg>
        <pc:spChg chg="del">
          <ac:chgData name="Akriti Mehta" userId="0c901562-3821-4879-abc2-7521cf2ab412" providerId="ADAL" clId="{144A11F9-5BB9-40A3-A970-33EF68ACAA95}" dt="2026-05-27T16:20:15.241" v="543" actId="478"/>
          <ac:spMkLst>
            <pc:docMk/>
            <pc:sldMk cId="2067600466" sldId="2147483647"/>
            <ac:spMk id="36" creationId="{8187F86E-D4C5-A154-E577-5EE6B55941EE}"/>
          </ac:spMkLst>
        </pc:spChg>
        <pc:spChg chg="del">
          <ac:chgData name="Akriti Mehta" userId="0c901562-3821-4879-abc2-7521cf2ab412" providerId="ADAL" clId="{144A11F9-5BB9-40A3-A970-33EF68ACAA95}" dt="2026-05-27T16:20:15.241" v="543" actId="478"/>
          <ac:spMkLst>
            <pc:docMk/>
            <pc:sldMk cId="2067600466" sldId="2147483647"/>
            <ac:spMk id="37" creationId="{579DF405-AA60-F619-EEA3-8DF42D022F2F}"/>
          </ac:spMkLst>
        </pc:spChg>
        <pc:spChg chg="del">
          <ac:chgData name="Akriti Mehta" userId="0c901562-3821-4879-abc2-7521cf2ab412" providerId="ADAL" clId="{144A11F9-5BB9-40A3-A970-33EF68ACAA95}" dt="2026-05-27T16:20:25.513" v="545" actId="478"/>
          <ac:spMkLst>
            <pc:docMk/>
            <pc:sldMk cId="2067600466" sldId="2147483647"/>
            <ac:spMk id="39" creationId="{CF109A0F-2DA9-72A0-BBB0-D2A34082A1E6}"/>
          </ac:spMkLst>
        </pc:spChg>
        <pc:spChg chg="add del mod">
          <ac:chgData name="Akriti Mehta" userId="0c901562-3821-4879-abc2-7521cf2ab412" providerId="ADAL" clId="{144A11F9-5BB9-40A3-A970-33EF68ACAA95}" dt="2026-05-27T16:21:05.242" v="551" actId="22"/>
          <ac:spMkLst>
            <pc:docMk/>
            <pc:sldMk cId="2067600466" sldId="2147483647"/>
            <ac:spMk id="47" creationId="{D6C6F7CF-F62A-E458-8463-1CA9FA09271C}"/>
          </ac:spMkLst>
        </pc:spChg>
        <pc:spChg chg="add del mod">
          <ac:chgData name="Akriti Mehta" userId="0c901562-3821-4879-abc2-7521cf2ab412" providerId="ADAL" clId="{144A11F9-5BB9-40A3-A970-33EF68ACAA95}" dt="2026-05-27T16:21:05.242" v="551" actId="22"/>
          <ac:spMkLst>
            <pc:docMk/>
            <pc:sldMk cId="2067600466" sldId="2147483647"/>
            <ac:spMk id="51" creationId="{FEA1DFC5-1681-9CCC-64C7-E5999B7D84B9}"/>
          </ac:spMkLst>
        </pc:spChg>
        <pc:spChg chg="add del mod">
          <ac:chgData name="Akriti Mehta" userId="0c901562-3821-4879-abc2-7521cf2ab412" providerId="ADAL" clId="{144A11F9-5BB9-40A3-A970-33EF68ACAA95}" dt="2026-05-27T16:21:05.242" v="551" actId="22"/>
          <ac:spMkLst>
            <pc:docMk/>
            <pc:sldMk cId="2067600466" sldId="2147483647"/>
            <ac:spMk id="53" creationId="{EF552708-3059-6F98-F840-C12AA465B3EF}"/>
          </ac:spMkLst>
        </pc:spChg>
        <pc:spChg chg="add del mod">
          <ac:chgData name="Akriti Mehta" userId="0c901562-3821-4879-abc2-7521cf2ab412" providerId="ADAL" clId="{144A11F9-5BB9-40A3-A970-33EF68ACAA95}" dt="2026-05-27T16:21:05.242" v="551" actId="22"/>
          <ac:spMkLst>
            <pc:docMk/>
            <pc:sldMk cId="2067600466" sldId="2147483647"/>
            <ac:spMk id="61" creationId="{43D13F16-D16D-1EEC-C065-2C31921E264B}"/>
          </ac:spMkLst>
        </pc:spChg>
        <pc:spChg chg="add del mod">
          <ac:chgData name="Akriti Mehta" userId="0c901562-3821-4879-abc2-7521cf2ab412" providerId="ADAL" clId="{144A11F9-5BB9-40A3-A970-33EF68ACAA95}" dt="2026-05-27T16:21:05.242" v="551" actId="22"/>
          <ac:spMkLst>
            <pc:docMk/>
            <pc:sldMk cId="2067600466" sldId="2147483647"/>
            <ac:spMk id="67" creationId="{21A7C7E3-B21A-7252-C583-8448CDB8C88C}"/>
          </ac:spMkLst>
        </pc:spChg>
        <pc:spChg chg="add del mod">
          <ac:chgData name="Akriti Mehta" userId="0c901562-3821-4879-abc2-7521cf2ab412" providerId="ADAL" clId="{144A11F9-5BB9-40A3-A970-33EF68ACAA95}" dt="2026-05-27T16:21:05.242" v="551" actId="22"/>
          <ac:spMkLst>
            <pc:docMk/>
            <pc:sldMk cId="2067600466" sldId="2147483647"/>
            <ac:spMk id="81" creationId="{12C8CFE4-E4C0-763D-A672-32ABD0377628}"/>
          </ac:spMkLst>
        </pc:spChg>
        <pc:spChg chg="add del mod">
          <ac:chgData name="Akriti Mehta" userId="0c901562-3821-4879-abc2-7521cf2ab412" providerId="ADAL" clId="{144A11F9-5BB9-40A3-A970-33EF68ACAA95}" dt="2026-05-27T16:21:05.242" v="551" actId="22"/>
          <ac:spMkLst>
            <pc:docMk/>
            <pc:sldMk cId="2067600466" sldId="2147483647"/>
            <ac:spMk id="95" creationId="{1BB843E1-2FA3-C3C4-568F-AF64CDDD0C33}"/>
          </ac:spMkLst>
        </pc:spChg>
        <pc:spChg chg="add mod">
          <ac:chgData name="Akriti Mehta" userId="0c901562-3821-4879-abc2-7521cf2ab412" providerId="ADAL" clId="{144A11F9-5BB9-40A3-A970-33EF68ACAA95}" dt="2026-05-27T16:20:47.903" v="547" actId="1076"/>
          <ac:spMkLst>
            <pc:docMk/>
            <pc:sldMk cId="2067600466" sldId="2147483647"/>
            <ac:spMk id="99" creationId="{4581460E-BF6E-A3F9-9789-1B89DBF13822}"/>
          </ac:spMkLst>
        </pc:spChg>
        <pc:spChg chg="del mod">
          <ac:chgData name="Akriti Mehta" userId="0c901562-3821-4879-abc2-7521cf2ab412" providerId="ADAL" clId="{144A11F9-5BB9-40A3-A970-33EF68ACAA95}" dt="2026-05-27T16:21:05.242" v="551" actId="22"/>
          <ac:spMkLst>
            <pc:docMk/>
            <pc:sldMk cId="2067600466" sldId="2147483647"/>
            <ac:spMk id="111" creationId="{D729B170-1E68-ADC4-C4BE-E5B614F1C3B8}"/>
          </ac:spMkLst>
        </pc:spChg>
        <pc:spChg chg="add del mod">
          <ac:chgData name="Akriti Mehta" userId="0c901562-3821-4879-abc2-7521cf2ab412" providerId="ADAL" clId="{144A11F9-5BB9-40A3-A970-33EF68ACAA95}" dt="2026-05-27T16:21:05.242" v="551" actId="22"/>
          <ac:spMkLst>
            <pc:docMk/>
            <pc:sldMk cId="2067600466" sldId="2147483647"/>
            <ac:spMk id="113" creationId="{4B795FA8-7F56-93B7-824D-FC523F0BCA4B}"/>
          </ac:spMkLst>
        </pc:spChg>
        <pc:spChg chg="add del mod">
          <ac:chgData name="Akriti Mehta" userId="0c901562-3821-4879-abc2-7521cf2ab412" providerId="ADAL" clId="{144A11F9-5BB9-40A3-A970-33EF68ACAA95}" dt="2026-05-27T16:21:05.242" v="551" actId="22"/>
          <ac:spMkLst>
            <pc:docMk/>
            <pc:sldMk cId="2067600466" sldId="2147483647"/>
            <ac:spMk id="119" creationId="{756A25A4-4C58-FC4D-7AB3-81249B21845B}"/>
          </ac:spMkLst>
        </pc:spChg>
        <pc:spChg chg="add mod">
          <ac:chgData name="Akriti Mehta" userId="0c901562-3821-4879-abc2-7521cf2ab412" providerId="ADAL" clId="{144A11F9-5BB9-40A3-A970-33EF68ACAA95}" dt="2026-05-27T16:21:22.334" v="553" actId="1076"/>
          <ac:spMkLst>
            <pc:docMk/>
            <pc:sldMk cId="2067600466" sldId="2147483647"/>
            <ac:spMk id="127" creationId="{8E18BD7B-57E7-F6D2-C3A2-B35F14DBEF4B}"/>
          </ac:spMkLst>
        </pc:spChg>
        <pc:spChg chg="add mod">
          <ac:chgData name="Akriti Mehta" userId="0c901562-3821-4879-abc2-7521cf2ab412" providerId="ADAL" clId="{144A11F9-5BB9-40A3-A970-33EF68ACAA95}" dt="2026-05-27T16:21:22.334" v="553" actId="1076"/>
          <ac:spMkLst>
            <pc:docMk/>
            <pc:sldMk cId="2067600466" sldId="2147483647"/>
            <ac:spMk id="133" creationId="{4B225BDE-3714-5670-B0FA-353679DFCB1D}"/>
          </ac:spMkLst>
        </pc:spChg>
        <pc:spChg chg="add mod">
          <ac:chgData name="Akriti Mehta" userId="0c901562-3821-4879-abc2-7521cf2ab412" providerId="ADAL" clId="{144A11F9-5BB9-40A3-A970-33EF68ACAA95}" dt="2026-05-27T16:21:22.334" v="553" actId="1076"/>
          <ac:spMkLst>
            <pc:docMk/>
            <pc:sldMk cId="2067600466" sldId="2147483647"/>
            <ac:spMk id="135" creationId="{D6E977CD-77B0-0EFD-5738-877374AAC493}"/>
          </ac:spMkLst>
        </pc:spChg>
        <pc:spChg chg="add mod">
          <ac:chgData name="Akriti Mehta" userId="0c901562-3821-4879-abc2-7521cf2ab412" providerId="ADAL" clId="{144A11F9-5BB9-40A3-A970-33EF68ACAA95}" dt="2026-05-27T16:21:22.334" v="553" actId="1076"/>
          <ac:spMkLst>
            <pc:docMk/>
            <pc:sldMk cId="2067600466" sldId="2147483647"/>
            <ac:spMk id="149" creationId="{49B9FA2E-74EC-BA6C-0AC3-F86C24E8AD57}"/>
          </ac:spMkLst>
        </pc:spChg>
        <pc:spChg chg="add mod">
          <ac:chgData name="Akriti Mehta" userId="0c901562-3821-4879-abc2-7521cf2ab412" providerId="ADAL" clId="{144A11F9-5BB9-40A3-A970-33EF68ACAA95}" dt="2026-05-27T16:21:22.334" v="553" actId="1076"/>
          <ac:spMkLst>
            <pc:docMk/>
            <pc:sldMk cId="2067600466" sldId="2147483647"/>
            <ac:spMk id="159" creationId="{8FF549CD-DDC5-4D47-40A7-898FF34BA59B}"/>
          </ac:spMkLst>
        </pc:spChg>
        <pc:spChg chg="add mod">
          <ac:chgData name="Akriti Mehta" userId="0c901562-3821-4879-abc2-7521cf2ab412" providerId="ADAL" clId="{144A11F9-5BB9-40A3-A970-33EF68ACAA95}" dt="2026-05-27T16:21:22.334" v="553" actId="1076"/>
          <ac:spMkLst>
            <pc:docMk/>
            <pc:sldMk cId="2067600466" sldId="2147483647"/>
            <ac:spMk id="161" creationId="{BF0C36C7-6F8E-97A2-3C89-924930BCA9A0}"/>
          </ac:spMkLst>
        </pc:spChg>
        <pc:spChg chg="add mod">
          <ac:chgData name="Akriti Mehta" userId="0c901562-3821-4879-abc2-7521cf2ab412" providerId="ADAL" clId="{144A11F9-5BB9-40A3-A970-33EF68ACAA95}" dt="2026-05-27T16:21:22.334" v="553" actId="1076"/>
          <ac:spMkLst>
            <pc:docMk/>
            <pc:sldMk cId="2067600466" sldId="2147483647"/>
            <ac:spMk id="163" creationId="{7B3BDE1A-261D-C997-660A-3EDBB334662A}"/>
          </ac:spMkLst>
        </pc:spChg>
        <pc:spChg chg="add mod">
          <ac:chgData name="Akriti Mehta" userId="0c901562-3821-4879-abc2-7521cf2ab412" providerId="ADAL" clId="{144A11F9-5BB9-40A3-A970-33EF68ACAA95}" dt="2026-05-27T16:21:22.334" v="553" actId="1076"/>
          <ac:spMkLst>
            <pc:docMk/>
            <pc:sldMk cId="2067600466" sldId="2147483647"/>
            <ac:spMk id="173" creationId="{D8BE7B99-907D-19FA-06D6-204C54E2C084}"/>
          </ac:spMkLst>
        </pc:spChg>
        <pc:spChg chg="add mod">
          <ac:chgData name="Akriti Mehta" userId="0c901562-3821-4879-abc2-7521cf2ab412" providerId="ADAL" clId="{144A11F9-5BB9-40A3-A970-33EF68ACAA95}" dt="2026-05-27T16:21:22.334" v="553" actId="1076"/>
          <ac:spMkLst>
            <pc:docMk/>
            <pc:sldMk cId="2067600466" sldId="2147483647"/>
            <ac:spMk id="177" creationId="{3793BFAC-98C9-17F5-CBB1-F6DDB64DEC90}"/>
          </ac:spMkLst>
        </pc:spChg>
        <pc:spChg chg="add mod">
          <ac:chgData name="Akriti Mehta" userId="0c901562-3821-4879-abc2-7521cf2ab412" providerId="ADAL" clId="{144A11F9-5BB9-40A3-A970-33EF68ACAA95}" dt="2026-05-27T16:21:22.334" v="553" actId="1076"/>
          <ac:spMkLst>
            <pc:docMk/>
            <pc:sldMk cId="2067600466" sldId="2147483647"/>
            <ac:spMk id="179" creationId="{3888EA5B-4B8C-D678-38B8-A491E5DCAB80}"/>
          </ac:spMkLst>
        </pc:spChg>
      </pc:sldChg>
      <pc:sldMasterChg chg="delSldLayout">
        <pc:chgData name="Akriti Mehta" userId="0c901562-3821-4879-abc2-7521cf2ab412" providerId="ADAL" clId="{144A11F9-5BB9-40A3-A970-33EF68ACAA95}" dt="2026-05-27T15:21:42.014" v="172" actId="47"/>
        <pc:sldMasterMkLst>
          <pc:docMk/>
          <pc:sldMasterMk cId="3961732303" sldId="2147484100"/>
        </pc:sldMasterMkLst>
        <pc:sldLayoutChg chg="del">
          <pc:chgData name="Akriti Mehta" userId="0c901562-3821-4879-abc2-7521cf2ab412" providerId="ADAL" clId="{144A11F9-5BB9-40A3-A970-33EF68ACAA95}" dt="2026-05-27T15:21:42.014" v="172" actId="47"/>
          <pc:sldLayoutMkLst>
            <pc:docMk/>
            <pc:sldMasterMk cId="3961732303" sldId="2147484100"/>
            <pc:sldLayoutMk cId="2021960329" sldId="214748416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A134-D1E1-48C7-8D52-300A0775AF83}" type="datetimeFigureOut">
              <a:rPr lang="en-US"/>
              <a:t>6/18/2026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9229F-6F41-4CC3-A51C-EB832A3392C5}" type="slidenum">
              <a:rPr lang="en-US"/>
              <a:t>‹#›</a:t>
            </a:fld>
            <a:endParaRPr lang="en-US"/>
          </a:p>
        </p:txBody>
      </p:sp>
    </p:spTree>
    <p:extLst>
      <p:ext uri="{BB962C8B-B14F-4D97-AF65-F5344CB8AC3E}">
        <p14:creationId xmlns:p14="http://schemas.microsoft.com/office/powerpoint/2010/main" val="422389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a:t>
            </a:fld>
            <a:endParaRPr lang="en-US"/>
          </a:p>
        </p:txBody>
      </p:sp>
      <p:sp>
        <p:nvSpPr>
          <p:cNvPr id="6" name="Date Placeholder 5">
            <a:extLst>
              <a:ext uri="{FF2B5EF4-FFF2-40B4-BE49-F238E27FC236}">
                <a16:creationId xmlns:a16="http://schemas.microsoft.com/office/drawing/2014/main" id="{B5F0A125-1411-481C-8C57-BA8508D6EF94}"/>
              </a:ext>
            </a:extLst>
          </p:cNvPr>
          <p:cNvSpPr>
            <a:spLocks noGrp="1"/>
          </p:cNvSpPr>
          <p:nvPr>
            <p:ph type="dt" idx="12"/>
          </p:nvPr>
        </p:nvSpPr>
        <p:spPr/>
        <p:txBody>
          <a:bodyPr/>
          <a:lstStyle/>
          <a:p>
            <a:fld id="{520EDEF9-34DC-43EF-A96E-E4BC67A143AE}" type="datetime1">
              <a:rPr lang="en-US"/>
              <a:t>6/18/2026</a:t>
            </a:fld>
            <a:endParaRPr lang="en-US"/>
          </a:p>
        </p:txBody>
      </p:sp>
      <p:sp>
        <p:nvSpPr>
          <p:cNvPr id="10" name="Slide Image Placeholder 9">
            <a:extLst>
              <a:ext uri="{FF2B5EF4-FFF2-40B4-BE49-F238E27FC236}">
                <a16:creationId xmlns:a16="http://schemas.microsoft.com/office/drawing/2014/main" id="{E2E78E2F-5A11-492B-863A-333FCB8BF99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F562AF71-297A-4E14-905B-9BC87AF9311A}"/>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2" name="Header Placeholder 1">
            <a:extLst>
              <a:ext uri="{FF2B5EF4-FFF2-40B4-BE49-F238E27FC236}">
                <a16:creationId xmlns:a16="http://schemas.microsoft.com/office/drawing/2014/main" id="{EE816882-27D1-47C1-B2DF-390182831B42}"/>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049426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F82EF-70C2-3172-FD7D-C0CE095FA9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771661-1D30-707D-5A33-F1F7EF44CF6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CD23289-A1F2-5932-B062-83A87515D4DE}"/>
              </a:ext>
            </a:extLst>
          </p:cNvPr>
          <p:cNvSpPr>
            <a:spLocks noGrp="1"/>
          </p:cNvSpPr>
          <p:nvPr>
            <p:ph type="body" sz="quarter" idx="3"/>
          </p:nvPr>
        </p:nvSpPr>
        <p:spPr/>
        <p:txBody>
          <a:bodyPr/>
          <a:lstStyle/>
          <a:p>
            <a:r>
              <a:t>There’s a need for bringing together data security and compliance, threat protection and posture management, identity and access, and AI governance and safety systems into one connected approach. That coverage spans copilots and agents, AI apps, and AI platforms and clouds. The same controls, visibility, and protections apply across the stack.</a:t>
            </a:r>
          </a:p>
        </p:txBody>
      </p:sp>
      <p:sp>
        <p:nvSpPr>
          <p:cNvPr id="4" name="Slide Number Placeholder 3">
            <a:extLst>
              <a:ext uri="{FF2B5EF4-FFF2-40B4-BE49-F238E27FC236}">
                <a16:creationId xmlns:a16="http://schemas.microsoft.com/office/drawing/2014/main" id="{F169D00E-E1FC-1D5F-9256-68D36B64C4D0}"/>
              </a:ext>
            </a:extLst>
          </p:cNvPr>
          <p:cNvSpPr>
            <a:spLocks noGrp="1"/>
          </p:cNvSpPr>
          <p:nvPr>
            <p:ph type="sldNum" sz="quarter" idx="5"/>
          </p:nvPr>
        </p:nvSpPr>
        <p:spPr/>
      </p:sp>
    </p:spTree>
    <p:extLst>
      <p:ext uri="{BB962C8B-B14F-4D97-AF65-F5344CB8AC3E}">
        <p14:creationId xmlns:p14="http://schemas.microsoft.com/office/powerpoint/2010/main" val="2525437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a:t>*****************NOTES*******************</a:t>
            </a:r>
          </a:p>
          <a:p>
            <a:pPr marL="0" indent="0">
              <a:buFont typeface="Arial" panose="020B0604020202020204" pitchFamily="34" charset="0"/>
              <a:buNone/>
            </a:pPr>
            <a:r>
              <a:rPr lang="en-US" sz="1400" b="0"/>
              <a:t>Purpose</a:t>
            </a:r>
          </a:p>
          <a:p>
            <a:pPr marL="171450" indent="-171450">
              <a:buFont typeface="Arial" panose="020B0604020202020204" pitchFamily="34" charset="0"/>
              <a:buChar char="•"/>
            </a:pPr>
            <a:r>
              <a:rPr lang="en-US" sz="1400" b="0"/>
              <a:t>Show that Responsible AI is an operating discipline, not a one-time policy or technical control.</a:t>
            </a:r>
          </a:p>
          <a:p>
            <a:pPr marL="0" indent="0">
              <a:buFont typeface="Arial" panose="020B0604020202020204" pitchFamily="34" charset="0"/>
              <a:buNone/>
            </a:pPr>
            <a:r>
              <a:rPr lang="en-US" sz="1400" b="0"/>
              <a:t>Key Points</a:t>
            </a:r>
          </a:p>
          <a:p>
            <a:pPr marL="171450" indent="-171450">
              <a:buFont typeface="Arial" panose="020B0604020202020204" pitchFamily="34" charset="0"/>
              <a:buChar char="•"/>
            </a:pPr>
            <a:r>
              <a:rPr lang="en-US" sz="1400" b="0"/>
              <a:t>Trust is built through repeatable practice, not intent</a:t>
            </a:r>
          </a:p>
          <a:p>
            <a:pPr marL="171450" indent="-171450">
              <a:buFont typeface="Arial" panose="020B0604020202020204" pitchFamily="34" charset="0"/>
              <a:buChar char="•"/>
            </a:pPr>
            <a:r>
              <a:rPr lang="en-US" sz="1400" b="0"/>
              <a:t>Principles need to be embedded into delivery workflows</a:t>
            </a:r>
          </a:p>
          <a:p>
            <a:pPr marL="171450" indent="-171450">
              <a:buFont typeface="Arial" panose="020B0604020202020204" pitchFamily="34" charset="0"/>
              <a:buChar char="•"/>
            </a:pPr>
            <a:r>
              <a:rPr lang="en-US" sz="1400" b="0"/>
              <a:t>Risk management is continuous, not pre-deployment only</a:t>
            </a:r>
          </a:p>
          <a:p>
            <a:pPr marL="171450" indent="-171450">
              <a:buFont typeface="Arial" panose="020B0604020202020204" pitchFamily="34" charset="0"/>
              <a:buChar char="•"/>
            </a:pPr>
            <a:r>
              <a:rPr lang="en-US" sz="1400" b="0"/>
              <a:t>Monitoring and feedback close the loop in production</a:t>
            </a:r>
          </a:p>
          <a:p>
            <a:endParaRPr lang="en-US" sz="1400" i="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t>*****************TALK TRACK*******************</a:t>
            </a:r>
          </a:p>
          <a:p>
            <a:r>
              <a:rPr lang="en-US" sz="1400"/>
              <a:t>Responsible AI only works when it’s treated as an ongoing practice, built on a trusted foundation.</a:t>
            </a:r>
          </a:p>
          <a:p>
            <a:endParaRPr lang="en-US" sz="1400"/>
          </a:p>
          <a:p>
            <a:r>
              <a:rPr lang="en-US" sz="1400"/>
              <a:t>What this sequence reflects is a shift from defining principles to operationalizing them. It starts with clear expectations, then moves quickly into how those expectations show up in governance, review, and decision-making. Over time, organizations add continuous risk discovery, measurement, and mitigation — and ultimately, always-on monitoring once systems are in production.</a:t>
            </a:r>
          </a:p>
          <a:p>
            <a:endParaRPr lang="en-US" sz="1400"/>
          </a:p>
          <a:p>
            <a:r>
              <a:rPr lang="en-US" sz="1400"/>
              <a:t>At Microsoft, this mindset is reinforced by how we approach security, privacy, and compliance across everything we build. Data ownership stays with the customer. Controls are designed to protect data and models throughout their lifecycle. And safety mechanisms are built in so teams can move forward with confidence.</a:t>
            </a:r>
          </a:p>
          <a:p>
            <a:endParaRPr lang="en-US" sz="1400"/>
          </a:p>
          <a:p>
            <a:r>
              <a:rPr lang="en-US" sz="1400"/>
              <a:t>The broader takeaway isn’t about copying a specific model. It’s that Responsible AI becomes durable when people, process, and technology reinforce each other — and when trust is treated as something you actively maintain, not something you assume.</a:t>
            </a:r>
          </a:p>
          <a:p>
            <a:endParaRPr lang="en-US" sz="140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t>*****************ADDITIONAL INFORMATION*******************</a:t>
            </a:r>
          </a:p>
          <a:p>
            <a:endParaRPr lang="en-US" sz="1400"/>
          </a:p>
          <a:p>
            <a:pPr marL="309610" indent="-309610" fontAlgn="base">
              <a:buFont typeface="Segoe Sans Text" pitchFamily="2" charset="0"/>
              <a:buChar char="•"/>
            </a:pPr>
            <a:r>
              <a:rPr lang="en-US" sz="1400">
                <a:solidFill>
                  <a:srgbClr val="000000"/>
                </a:solidFill>
              </a:rPr>
              <a:t>At Microsoft, we are committed to security, privacy, and compliance across everything we do, and our approach to AI is no different.  </a:t>
            </a:r>
          </a:p>
          <a:p>
            <a:pPr marL="309610" indent="-309610" fontAlgn="base">
              <a:buFont typeface="Segoe Sans Text" pitchFamily="2" charset="0"/>
              <a:buChar char="•"/>
            </a:pPr>
            <a:r>
              <a:rPr lang="en-US" sz="1400" b="1">
                <a:solidFill>
                  <a:srgbClr val="000000"/>
                </a:solidFill>
              </a:rPr>
              <a:t>First, your data is your data. </a:t>
            </a:r>
            <a:r>
              <a:rPr lang="en-US" sz="1400">
                <a:solidFill>
                  <a:srgbClr val="000000"/>
                </a:solidFill>
              </a:rPr>
              <a:t>That means it is yours to own and control. Your data to choose how you want to leverage and monetize.</a:t>
            </a:r>
          </a:p>
          <a:p>
            <a:pPr marL="309610" indent="-309610" fontAlgn="base">
              <a:buFont typeface="Segoe Sans Text" pitchFamily="2" charset="0"/>
              <a:buChar char="•"/>
            </a:pPr>
            <a:r>
              <a:rPr lang="en-US" sz="1400">
                <a:solidFill>
                  <a:srgbClr val="000000"/>
                </a:solidFill>
              </a:rPr>
              <a:t>Your data is not used to train or enrich the foundational AI models used by others without your permission, so you don’t have to worry about anyone other than your organization benefiting from AI that is trained on your data. </a:t>
            </a:r>
          </a:p>
          <a:p>
            <a:pPr marL="309610" indent="-309610" fontAlgn="base">
              <a:buFont typeface="Segoe Sans Text" pitchFamily="2" charset="0"/>
              <a:buChar char="•"/>
            </a:pPr>
            <a:r>
              <a:rPr lang="en-US" sz="1400">
                <a:solidFill>
                  <a:srgbClr val="000000"/>
                </a:solidFill>
              </a:rPr>
              <a:t>And your data and AI models are protected at every step by </a:t>
            </a:r>
            <a:r>
              <a:rPr lang="en-US" sz="1400" b="1">
                <a:solidFill>
                  <a:srgbClr val="000000"/>
                </a:solidFill>
              </a:rPr>
              <a:t>the most comprehensive enterprise compliance and security controls in the industry</a:t>
            </a:r>
            <a:r>
              <a:rPr lang="en-US" sz="1400">
                <a:solidFill>
                  <a:srgbClr val="000000"/>
                </a:solidFill>
              </a:rPr>
              <a:t>. </a:t>
            </a:r>
          </a:p>
          <a:p>
            <a:pPr marL="309610" indent="-309610">
              <a:lnSpc>
                <a:spcPct val="115000"/>
              </a:lnSpc>
              <a:spcAft>
                <a:spcPts val="867"/>
              </a:spcAft>
              <a:buFont typeface="Segoe Sans Text" pitchFamily="2" charset="0"/>
              <a:buChar char="•"/>
            </a:pPr>
            <a:r>
              <a:rPr lang="en-US" sz="1400">
                <a:ea typeface="Segoe Sans Text" pitchFamily="2" charset="0"/>
                <a:cs typeface="Segoe Sans Text" pitchFamily="2" charset="0"/>
              </a:rPr>
              <a:t>You’re also protected through our </a:t>
            </a:r>
            <a:r>
              <a:rPr lang="en-US" sz="1400" b="1">
                <a:ea typeface="Segoe Sans Text" pitchFamily="2" charset="0"/>
                <a:cs typeface="Segoe Sans Text" pitchFamily="2" charset="0"/>
              </a:rPr>
              <a:t>customer copyright commitment</a:t>
            </a:r>
            <a:r>
              <a:rPr lang="en-US" sz="1400">
                <a:ea typeface="Segoe Sans Text" pitchFamily="2" charset="0"/>
                <a:cs typeface="Segoe Sans Text" pitchFamily="2" charset="0"/>
              </a:rPr>
              <a:t>, where Microsoft will defend customers from IP infringement claims arising from the customer's use and distribution of the output content generated by Microsoft’s Copilot services and Azure OpenAI model, as long as the customer used the guardrails and content filters we have built into our products.</a:t>
            </a:r>
          </a:p>
          <a:p>
            <a:pPr marL="309610" indent="-309610">
              <a:lnSpc>
                <a:spcPct val="115000"/>
              </a:lnSpc>
              <a:spcAft>
                <a:spcPts val="867"/>
              </a:spcAft>
              <a:buFont typeface="Segoe Sans Text" pitchFamily="2" charset="0"/>
              <a:buChar char="•"/>
            </a:pPr>
            <a:r>
              <a:rPr lang="en-US" sz="1400">
                <a:solidFill>
                  <a:srgbClr val="000000"/>
                </a:solidFill>
                <a:cs typeface="Segoe Sans Text" pitchFamily="2" charset="0"/>
              </a:rPr>
              <a:t>That’s how confident we are in our safety systems.</a:t>
            </a:r>
            <a:endParaRPr lang="en-US" sz="1400" b="0" i="0">
              <a:solidFill>
                <a:srgbClr val="000000"/>
              </a:solidFill>
              <a:effectLst/>
              <a:latin typeface="Segoe Sans Text" pitchFamily="2" charset="0"/>
              <a:cs typeface="Segoe Sans Text" pitchFamily="2" charset="0"/>
            </a:endParaRPr>
          </a:p>
          <a:p>
            <a:endParaRPr lang="en-GB" sz="1400"/>
          </a:p>
        </p:txBody>
      </p:sp>
      <p:sp>
        <p:nvSpPr>
          <p:cNvPr id="4" name="Slide Number Placeholder 3"/>
          <p:cNvSpPr>
            <a:spLocks noGrp="1"/>
          </p:cNvSpPr>
          <p:nvPr>
            <p:ph type="sldNum" sz="quarter" idx="5"/>
          </p:nvPr>
        </p:nvSpPr>
        <p:spPr/>
        <p:txBody>
          <a:bodyPr/>
          <a:lstStyle/>
          <a:p>
            <a:pPr marL="0" marR="0" lvl="0" indent="0" algn="r" defTabSz="990752" rtl="0" eaLnBrk="1" fontAlgn="auto" latinLnBrk="0" hangingPunct="1">
              <a:lnSpc>
                <a:spcPct val="100000"/>
              </a:lnSpc>
              <a:spcBef>
                <a:spcPts val="0"/>
              </a:spcBef>
              <a:spcAft>
                <a:spcPts val="0"/>
              </a:spcAft>
              <a:buClrTx/>
              <a:buSzTx/>
              <a:buFontTx/>
              <a:buNone/>
              <a:tabLst/>
              <a:defRPr/>
            </a:pPr>
            <a:fld id="{BD154338-A073-4661-BF20-52EA06646E26}" type="slidenum">
              <a:rPr kumimoji="0" lang="en-US" sz="1300" b="0" i="0" u="none" strike="noStrike" kern="1200" cap="none" spc="0" normalizeH="0" baseline="0" noProof="0">
                <a:ln>
                  <a:noFill/>
                </a:ln>
                <a:solidFill>
                  <a:prstClr val="black"/>
                </a:solidFill>
                <a:effectLst/>
                <a:uLnTx/>
                <a:uFillTx/>
                <a:latin typeface="Segoe Sans Text" pitchFamily="2" charset="0"/>
                <a:ea typeface="+mn-ea"/>
                <a:cs typeface="+mn-cs"/>
              </a:rPr>
              <a:pPr marL="0" marR="0" lvl="0" indent="0" algn="r" defTabSz="990752" rtl="0" eaLnBrk="1" fontAlgn="auto" latinLnBrk="0" hangingPunct="1">
                <a:lnSpc>
                  <a:spcPct val="100000"/>
                </a:lnSpc>
                <a:spcBef>
                  <a:spcPts val="0"/>
                </a:spcBef>
                <a:spcAft>
                  <a:spcPts val="0"/>
                </a:spcAft>
                <a:buClrTx/>
                <a:buSzTx/>
                <a:buFontTx/>
                <a:buNone/>
                <a:tabLst/>
                <a:defRPr/>
              </a:pPr>
              <a:t>6</a:t>
            </a:fld>
            <a:endParaRPr kumimoji="0" lang="en-US" sz="13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9729179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65419-8D5D-D450-428A-90CEACF39E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0843D5-AD02-4ECA-3A47-5BE06990B68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814AC63-5F12-573F-AD19-F8EFE93EC479}"/>
              </a:ext>
            </a:extLst>
          </p:cNvPr>
          <p:cNvSpPr>
            <a:spLocks noGrp="1"/>
          </p:cNvSpPr>
          <p:nvPr>
            <p:ph type="body" sz="quarter" idx="3"/>
          </p:nvPr>
        </p:nvSpPr>
        <p:spPr/>
        <p:txBody>
          <a:bodyPr/>
          <a:lstStyle/>
          <a:p>
            <a:r>
              <a:rPr lang="en-US"/>
              <a:t>This slide presents </a:t>
            </a:r>
            <a:r>
              <a:t>the </a:t>
            </a:r>
            <a:r>
              <a:rPr lang="en-US"/>
              <a:t>CoE Execution Playbook, mapping five organizational pillars — Business Strategy, Technology &amp; Data, </a:t>
            </a:r>
            <a:r>
              <a:t>AI </a:t>
            </a:r>
            <a:r>
              <a:rPr lang="en-US"/>
              <a:t>Strategy</a:t>
            </a:r>
            <a:r>
              <a:t>, </a:t>
            </a:r>
            <a:r>
              <a:rPr lang="en-US"/>
              <a:t>Organization &amp; Culture</a:t>
            </a:r>
            <a:r>
              <a:t>, and AI </a:t>
            </a:r>
            <a:r>
              <a:rPr lang="en-US"/>
              <a:t>Governance — </a:t>
            </a:r>
            <a:r>
              <a:t>to </a:t>
            </a:r>
            <a:r>
              <a:rPr lang="en-US"/>
              <a:t>their key customer outcomes and supporting offerings</a:t>
            </a:r>
            <a:r>
              <a:t>. </a:t>
            </a:r>
            <a:r>
              <a:rPr lang="en-US"/>
              <a:t>The playbook provides </a:t>
            </a:r>
            <a:r>
              <a:t>a </a:t>
            </a:r>
            <a:r>
              <a:rPr lang="en-US"/>
              <a:t>structured framework showing </a:t>
            </a:r>
            <a:r>
              <a:t>how </a:t>
            </a:r>
            <a:r>
              <a:rPr lang="en-US"/>
              <a:t>each pillar drives specific measurable outcomes, from strategic alignment </a:t>
            </a:r>
            <a:r>
              <a:t>and </a:t>
            </a:r>
            <a:r>
              <a:rPr lang="en-US"/>
              <a:t>scalable operating models to responsible </a:t>
            </a:r>
            <a:r>
              <a:t>AI </a:t>
            </a:r>
            <a:r>
              <a:rPr lang="en-US"/>
              <a:t>guardrails and continuous risk management</a:t>
            </a:r>
            <a:r>
              <a:t>.</a:t>
            </a:r>
          </a:p>
        </p:txBody>
      </p:sp>
      <p:sp>
        <p:nvSpPr>
          <p:cNvPr id="4" name="Slide Number Placeholder 3">
            <a:extLst>
              <a:ext uri="{FF2B5EF4-FFF2-40B4-BE49-F238E27FC236}">
                <a16:creationId xmlns:a16="http://schemas.microsoft.com/office/drawing/2014/main" id="{11278810-A917-8C30-C68C-200C402B83AD}"/>
              </a:ext>
            </a:extLst>
          </p:cNvPr>
          <p:cNvSpPr>
            <a:spLocks noGrp="1"/>
          </p:cNvSpPr>
          <p:nvPr>
            <p:ph type="sldNum" sz="quarter" idx="5"/>
          </p:nvPr>
        </p:nvSpPr>
        <p:spPr/>
      </p:sp>
    </p:spTree>
    <p:extLst>
      <p:ext uri="{BB962C8B-B14F-4D97-AF65-F5344CB8AC3E}">
        <p14:creationId xmlns:p14="http://schemas.microsoft.com/office/powerpoint/2010/main" val="2073185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82FB1-E70E-67F0-7E28-435E8A5146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3681A4-7D1A-8855-D1CF-2B093CE95A9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DD5925B-B285-F3F2-45DF-0AC9E9279DD4}"/>
              </a:ext>
            </a:extLst>
          </p:cNvPr>
          <p:cNvSpPr>
            <a:spLocks noGrp="1"/>
          </p:cNvSpPr>
          <p:nvPr>
            <p:ph type="body" sz="quarter" idx="3"/>
          </p:nvPr>
        </p:nvSpPr>
        <p:spPr/>
        <p:txBody>
          <a:bodyPr/>
          <a:lstStyle/>
          <a:p>
            <a:r>
              <a:rPr lang="en-US"/>
              <a:t>A Center </a:t>
            </a:r>
            <a:r>
              <a:t>of </a:t>
            </a:r>
            <a:r>
              <a:rPr lang="en-US"/>
              <a:t>Excellence plays an active role in helping organizations harness business value from </a:t>
            </a:r>
            <a:r>
              <a:t>AI</a:t>
            </a:r>
            <a:r>
              <a:rPr lang="en-US"/>
              <a:t>. This slide outlines</a:t>
            </a:r>
            <a:r>
              <a:t> the </a:t>
            </a:r>
            <a:r>
              <a:rPr lang="en-US"/>
              <a:t>strategic rationale — centralized expertise, use-case prioritization</a:t>
            </a:r>
            <a:r>
              <a:t>, </a:t>
            </a:r>
            <a:r>
              <a:rPr lang="en-US"/>
              <a:t>scalable innovation — </a:t>
            </a:r>
            <a:r>
              <a:t>and the </a:t>
            </a:r>
            <a:r>
              <a:rPr lang="en-US"/>
              <a:t>core responsibilities that make a CoE effective, including strategic alignment</a:t>
            </a:r>
            <a:r>
              <a:t>, business </a:t>
            </a:r>
            <a:r>
              <a:rPr lang="en-US"/>
              <a:t>integration, leadership sponsorship, governance standards, </a:t>
            </a:r>
            <a:r>
              <a:t>and </a:t>
            </a:r>
            <a:r>
              <a:rPr lang="en-US"/>
              <a:t>capability building</a:t>
            </a:r>
            <a:r>
              <a:t>.</a:t>
            </a:r>
          </a:p>
        </p:txBody>
      </p:sp>
      <p:sp>
        <p:nvSpPr>
          <p:cNvPr id="4" name="Slide Number Placeholder 3">
            <a:extLst>
              <a:ext uri="{FF2B5EF4-FFF2-40B4-BE49-F238E27FC236}">
                <a16:creationId xmlns:a16="http://schemas.microsoft.com/office/drawing/2014/main" id="{3A6B459C-CF20-DFAE-C0E8-82F2A3334AEC}"/>
              </a:ext>
            </a:extLst>
          </p:cNvPr>
          <p:cNvSpPr>
            <a:spLocks noGrp="1"/>
          </p:cNvSpPr>
          <p:nvPr>
            <p:ph type="sldNum" sz="quarter" idx="5"/>
          </p:nvPr>
        </p:nvSpPr>
        <p:spPr/>
      </p:sp>
    </p:spTree>
    <p:extLst>
      <p:ext uri="{BB962C8B-B14F-4D97-AF65-F5344CB8AC3E}">
        <p14:creationId xmlns:p14="http://schemas.microsoft.com/office/powerpoint/2010/main" val="11736132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B9753-0F40-BA12-8EB9-7D2E8F4AF8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11FCC3-F6DB-2C79-00A7-4B45C893799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61FEB8A-C3B8-3CB2-897D-5D2CD3175BB9}"/>
              </a:ext>
            </a:extLst>
          </p:cNvPr>
          <p:cNvSpPr>
            <a:spLocks noGrp="1"/>
          </p:cNvSpPr>
          <p:nvPr>
            <p:ph type="body" sz="quarter" idx="3"/>
          </p:nvPr>
        </p:nvSpPr>
        <p:spPr/>
        <p:txBody>
          <a:bodyPr/>
          <a:lstStyle/>
          <a:p>
            <a:r>
              <a:rPr lang="en-US"/>
              <a:t>This slide presents a production-ready Responsible </a:t>
            </a:r>
            <a:r>
              <a:t>AI </a:t>
            </a:r>
            <a:r>
              <a:rPr lang="en-US"/>
              <a:t>Framework structured around five phases: Govern, Map, Measure</a:t>
            </a:r>
            <a:r>
              <a:t>, </a:t>
            </a:r>
            <a:r>
              <a:rPr lang="en-US"/>
              <a:t>Mitigate</a:t>
            </a:r>
            <a:r>
              <a:t>, and </a:t>
            </a:r>
            <a:r>
              <a:rPr lang="en-US"/>
              <a:t>Operate</a:t>
            </a:r>
            <a:r>
              <a:t>. </a:t>
            </a:r>
            <a:r>
              <a:rPr lang="en-US"/>
              <a:t>The framework shows how </a:t>
            </a:r>
            <a:r>
              <a:t>to </a:t>
            </a:r>
            <a:r>
              <a:rPr lang="en-US"/>
              <a:t>move </a:t>
            </a:r>
            <a:r>
              <a:t>from </a:t>
            </a:r>
            <a:r>
              <a:rPr lang="en-US"/>
              <a:t>defining your use case through uncovering and evaluating risks, mitigating them, and establishing ongoing monitoring </a:t>
            </a:r>
            <a:r>
              <a:t>and </a:t>
            </a:r>
            <a:r>
              <a:rPr lang="en-US"/>
              <a:t>incident response throughout the generative </a:t>
            </a:r>
            <a:r>
              <a:t>AI </a:t>
            </a:r>
            <a:r>
              <a:rPr lang="en-US"/>
              <a:t>development lifecycle</a:t>
            </a:r>
            <a:r>
              <a:t>.</a:t>
            </a:r>
          </a:p>
        </p:txBody>
      </p:sp>
      <p:sp>
        <p:nvSpPr>
          <p:cNvPr id="4" name="Slide Number Placeholder 3">
            <a:extLst>
              <a:ext uri="{FF2B5EF4-FFF2-40B4-BE49-F238E27FC236}">
                <a16:creationId xmlns:a16="http://schemas.microsoft.com/office/drawing/2014/main" id="{962B3C3B-5592-212A-EF36-17F5829F8286}"/>
              </a:ext>
            </a:extLst>
          </p:cNvPr>
          <p:cNvSpPr>
            <a:spLocks noGrp="1"/>
          </p:cNvSpPr>
          <p:nvPr>
            <p:ph type="sldNum" sz="quarter" idx="5"/>
          </p:nvPr>
        </p:nvSpPr>
        <p:spPr/>
      </p:sp>
    </p:spTree>
    <p:extLst>
      <p:ext uri="{BB962C8B-B14F-4D97-AF65-F5344CB8AC3E}">
        <p14:creationId xmlns:p14="http://schemas.microsoft.com/office/powerpoint/2010/main" val="37685890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FD2CE-2D86-D378-90DD-CDAF2E6B2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280262-2244-A530-9520-AA4BBEBE64B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C497525-6CAC-2B1E-57BA-70802C7AF829}"/>
              </a:ext>
            </a:extLst>
          </p:cNvPr>
          <p:cNvSpPr>
            <a:spLocks noGrp="1"/>
          </p:cNvSpPr>
          <p:nvPr>
            <p:ph type="body" sz="quarter" idx="3"/>
          </p:nvPr>
        </p:nvSpPr>
        <p:spPr/>
        <p:txBody>
          <a:bodyPr/>
          <a:lstStyle/>
          <a:p>
            <a:r>
              <a:rPr lang="en-US"/>
              <a:t>This slide defines </a:t>
            </a:r>
            <a:r>
              <a:t>the </a:t>
            </a:r>
            <a:r>
              <a:rPr lang="en-US"/>
              <a:t>RAI Committee Charter across five pillars: Mission &amp; Scope, Review &amp; Decision Rights, Risk Assessment</a:t>
            </a:r>
            <a:r>
              <a:t>, </a:t>
            </a:r>
            <a:r>
              <a:rPr lang="en-US"/>
              <a:t>Ethics &amp; Compliance</a:t>
            </a:r>
            <a:r>
              <a:t>, and </a:t>
            </a:r>
            <a:r>
              <a:rPr lang="en-US"/>
              <a:t>Monitoring &amp; Reporting</a:t>
            </a:r>
            <a:r>
              <a:t>. </a:t>
            </a:r>
            <a:r>
              <a:rPr lang="en-US"/>
              <a:t>Each pillar maps to specific charter commitments and supporting </a:t>
            </a:r>
            <a:r>
              <a:t>tools. </a:t>
            </a:r>
            <a:r>
              <a:rPr lang="en-US"/>
              <a:t>The charter operationalizes responsible </a:t>
            </a:r>
            <a:r>
              <a:t>AI</a:t>
            </a:r>
            <a:r>
              <a:rPr lang="en-US"/>
              <a:t> governance by establishing clear decision authority, risk classification tiers, compliance alignment, and ongoing reporting </a:t>
            </a:r>
            <a:r>
              <a:t>to </a:t>
            </a:r>
            <a:r>
              <a:rPr lang="en-US"/>
              <a:t>leadership</a:t>
            </a:r>
            <a:r>
              <a:t>.</a:t>
            </a:r>
          </a:p>
        </p:txBody>
      </p:sp>
      <p:sp>
        <p:nvSpPr>
          <p:cNvPr id="4" name="Slide Number Placeholder 3">
            <a:extLst>
              <a:ext uri="{FF2B5EF4-FFF2-40B4-BE49-F238E27FC236}">
                <a16:creationId xmlns:a16="http://schemas.microsoft.com/office/drawing/2014/main" id="{4356E617-9E43-F5BD-B6BE-0F177DAAB127}"/>
              </a:ext>
            </a:extLst>
          </p:cNvPr>
          <p:cNvSpPr>
            <a:spLocks noGrp="1"/>
          </p:cNvSpPr>
          <p:nvPr>
            <p:ph type="sldNum" sz="quarter" idx="5"/>
          </p:nvPr>
        </p:nvSpPr>
        <p:spPr/>
      </p:sp>
    </p:spTree>
    <p:extLst>
      <p:ext uri="{BB962C8B-B14F-4D97-AF65-F5344CB8AC3E}">
        <p14:creationId xmlns:p14="http://schemas.microsoft.com/office/powerpoint/2010/main" val="18516759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a:t>*****************NOTES*******************</a:t>
            </a:r>
          </a:p>
          <a:p>
            <a:pPr marL="0" indent="0">
              <a:buFont typeface="Arial" panose="020B0604020202020204" pitchFamily="34" charset="0"/>
              <a:buNone/>
            </a:pPr>
            <a:r>
              <a:rPr lang="en-US" b="0"/>
              <a:t>Purpose</a:t>
            </a:r>
          </a:p>
          <a:p>
            <a:pPr marL="171450" indent="-171450">
              <a:buFont typeface="Arial" panose="020B0604020202020204" pitchFamily="34" charset="0"/>
              <a:buChar char="•"/>
            </a:pPr>
            <a:r>
              <a:rPr lang="en-US" b="0"/>
              <a:t>Illustrate how Responsible AI governance is operationalized through a clear intake, review, and decision model.</a:t>
            </a:r>
          </a:p>
          <a:p>
            <a:pPr marL="0" indent="0">
              <a:buFont typeface="Arial" panose="020B0604020202020204" pitchFamily="34" charset="0"/>
              <a:buNone/>
            </a:pPr>
            <a:r>
              <a:rPr lang="en-US" b="0"/>
              <a:t>Key Points</a:t>
            </a:r>
          </a:p>
          <a:p>
            <a:pPr marL="171450" indent="-171450">
              <a:buFont typeface="Arial" panose="020B0604020202020204" pitchFamily="34" charset="0"/>
              <a:buChar char="•"/>
            </a:pPr>
            <a:r>
              <a:rPr lang="en-US" b="0"/>
              <a:t>This is about flow and decision rights, not bureaucracy</a:t>
            </a:r>
          </a:p>
          <a:p>
            <a:pPr marL="171450" indent="-171450">
              <a:buFont typeface="Arial" panose="020B0604020202020204" pitchFamily="34" charset="0"/>
              <a:buChar char="•"/>
            </a:pPr>
            <a:r>
              <a:rPr lang="en-US" b="0"/>
              <a:t>Demand and supply are intentionally separated, then connected</a:t>
            </a:r>
          </a:p>
          <a:p>
            <a:pPr marL="171450" indent="-171450">
              <a:buFont typeface="Arial" panose="020B0604020202020204" pitchFamily="34" charset="0"/>
              <a:buChar char="•"/>
            </a:pPr>
            <a:r>
              <a:rPr lang="en-US" b="0"/>
              <a:t>The charter defines what gets reviewed and how decisions are made</a:t>
            </a:r>
          </a:p>
          <a:p>
            <a:pPr marL="171450" indent="-171450">
              <a:buFont typeface="Arial" panose="020B0604020202020204" pitchFamily="34" charset="0"/>
              <a:buChar char="•"/>
            </a:pPr>
            <a:r>
              <a:rPr lang="en-US" b="0"/>
              <a:t>Feedback loops prevent rework and clarify expectations early</a:t>
            </a:r>
          </a:p>
          <a:p>
            <a:endParaRPr lang="en-US" sz="1200" i="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*****************TALK TRACK*******************</a:t>
            </a:r>
          </a:p>
          <a:p>
            <a:endParaRPr lang="en-GB"/>
          </a:p>
          <a:p>
            <a:r>
              <a:rPr lang="en-US"/>
              <a:t>This is a practical view of how Responsible AI governance shows up in day-to-day work.</a:t>
            </a:r>
          </a:p>
          <a:p>
            <a:endParaRPr lang="en-US"/>
          </a:p>
          <a:p>
            <a:r>
              <a:rPr lang="en-US"/>
              <a:t>On one side, AI demand is coming from across the business — teams trying to solve problems, improve processes, or explore new ways of working. On the other side, delivery sits with technical, data, and security teams who are responsible for building and running these solutions.</a:t>
            </a:r>
          </a:p>
          <a:p>
            <a:endParaRPr lang="en-US"/>
          </a:p>
          <a:p>
            <a:r>
              <a:rPr lang="en-US"/>
              <a:t>The role of the RAI committee is to sit between those two worlds with clear decision rights. It operates off a defined charter, applies consistent review criteria, and makes explicit calls — whether that’s approving work to move forward, asking for changes, or pausing initiatives that introduce unacceptable risk.</a:t>
            </a:r>
          </a:p>
          <a:p>
            <a:endParaRPr lang="en-US"/>
          </a:p>
          <a:p>
            <a:r>
              <a:rPr lang="en-US"/>
              <a:t>What makes this effective is the feedback loop. Decisions aren’t just yes or no; they come with context and guidance so teams can adjust early rather than discovering issues late in delivery or after deployment.</a:t>
            </a:r>
          </a:p>
          <a:p>
            <a:endParaRPr lang="en-US"/>
          </a:p>
          <a:p>
            <a:r>
              <a:rPr lang="en-US"/>
              <a:t>When this model works well, governance becomes a facilitator. It creates shared understanding, reduces rework, and helps organizations move faster while staying aligned with their Responsible AI commitments.</a:t>
            </a:r>
          </a:p>
          <a:p>
            <a:endParaRPr lang="en-GB"/>
          </a:p>
          <a:p>
            <a:endParaRPr lang="en-GB"/>
          </a:p>
        </p:txBody>
      </p:sp>
      <p:sp>
        <p:nvSpPr>
          <p:cNvPr id="4" name="Slide Number Placeholder 3"/>
          <p:cNvSpPr>
            <a:spLocks noGrp="1"/>
          </p:cNvSpPr>
          <p:nvPr>
            <p:ph type="sldNum" sz="quarter" idx="5"/>
          </p:nvPr>
        </p:nvSpPr>
        <p:spPr/>
        <p:txBody>
          <a:bodyPr/>
          <a:lstStyle/>
          <a:p>
            <a:pPr defTabSz="990752">
              <a:defRPr/>
            </a:pPr>
            <a:fld id="{BD154338-A073-4661-BF20-52EA06646E26}" type="slidenum">
              <a:rPr lang="en-US">
                <a:solidFill>
                  <a:prstClr val="black"/>
                </a:solidFill>
              </a:rPr>
              <a:pPr defTabSz="990752">
                <a:defRPr/>
              </a:pPr>
              <a:t>11</a:t>
            </a:fld>
            <a:endParaRPr lang="en-US">
              <a:solidFill>
                <a:prstClr val="black"/>
              </a:solidFill>
            </a:endParaRPr>
          </a:p>
        </p:txBody>
      </p:sp>
    </p:spTree>
    <p:extLst>
      <p:ext uri="{BB962C8B-B14F-4D97-AF65-F5344CB8AC3E}">
        <p14:creationId xmlns:p14="http://schemas.microsoft.com/office/powerpoint/2010/main" val="7163805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36E0F-1506-79B9-6C75-C56ECA1680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3F0E41-EC12-8339-8C9D-07CCBAE05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6C8BBD-A61D-78AD-7E66-610445652BE7}"/>
              </a:ext>
            </a:extLst>
          </p:cNvPr>
          <p:cNvSpPr>
            <a:spLocks noGrp="1"/>
          </p:cNvSpPr>
          <p:nvPr>
            <p:ph type="body" idx="1"/>
          </p:nvPr>
        </p:nvSpPr>
        <p:spPr/>
        <p:txBody>
          <a:bodyPr/>
          <a:lstStyle/>
          <a:p>
            <a:r>
              <a:rPr lang="en-US" sz="1200" b="0"/>
              <a:t>*****************NOTES*******************</a:t>
            </a:r>
          </a:p>
          <a:p>
            <a:endParaRPr lang="en-US" b="1"/>
          </a:p>
          <a:p>
            <a:pPr marL="0" indent="0">
              <a:buFont typeface="Arial" panose="020B0604020202020204" pitchFamily="34" charset="0"/>
              <a:buNone/>
            </a:pPr>
            <a:r>
              <a:rPr lang="en-US" b="0"/>
              <a:t>Purpose</a:t>
            </a:r>
          </a:p>
          <a:p>
            <a:pPr marL="171450" indent="-171450">
              <a:buFont typeface="Arial" panose="020B0604020202020204" pitchFamily="34" charset="0"/>
              <a:buChar char="•"/>
            </a:pPr>
            <a:r>
              <a:rPr lang="en-US" b="0"/>
              <a:t>Show how AI governance and security span multiple executive roles and require a coordinated operating model.</a:t>
            </a:r>
          </a:p>
          <a:p>
            <a:pPr marL="0" indent="0">
              <a:buFont typeface="Arial" panose="020B0604020202020204" pitchFamily="34" charset="0"/>
              <a:buNone/>
            </a:pPr>
            <a:r>
              <a:rPr lang="en-US" b="0"/>
              <a:t>Key Points</a:t>
            </a:r>
          </a:p>
          <a:p>
            <a:pPr marL="171450" indent="-171450">
              <a:buFont typeface="Arial" panose="020B0604020202020204" pitchFamily="34" charset="0"/>
              <a:buChar char="•"/>
            </a:pPr>
            <a:r>
              <a:rPr lang="en-US" b="0"/>
              <a:t>AI security is not owned by a single function</a:t>
            </a:r>
          </a:p>
          <a:p>
            <a:pPr marL="171450" indent="-171450">
              <a:buFont typeface="Arial" panose="020B0604020202020204" pitchFamily="34" charset="0"/>
              <a:buChar char="•"/>
            </a:pPr>
            <a:r>
              <a:rPr lang="en-US" b="0"/>
              <a:t>Each role sees risk through a different lens</a:t>
            </a:r>
          </a:p>
          <a:p>
            <a:pPr marL="171450" indent="-171450">
              <a:buFont typeface="Arial" panose="020B0604020202020204" pitchFamily="34" charset="0"/>
              <a:buChar char="•"/>
            </a:pPr>
            <a:r>
              <a:rPr lang="en-US" b="0"/>
              <a:t>Governance, operations, transformation, and security must connect</a:t>
            </a:r>
          </a:p>
          <a:p>
            <a:endParaRPr lang="en-US" sz="1200" i="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*****************TALK TRACK*******************</a:t>
            </a:r>
          </a:p>
          <a:p>
            <a:endParaRPr lang="en-US"/>
          </a:p>
          <a:p>
            <a:r>
              <a:rPr lang="en-US"/>
              <a:t>As agents and AI systems scale, security and governance stop being the responsibility of any single role.</a:t>
            </a:r>
          </a:p>
          <a:p>
            <a:endParaRPr lang="en-US"/>
          </a:p>
          <a:p>
            <a:r>
              <a:rPr lang="en-US"/>
              <a:t>From a CIO perspective, the focus is on governance at scale — visibility, control, and consistency across environments without adding unnecessary effort.</a:t>
            </a:r>
          </a:p>
          <a:p>
            <a:endParaRPr lang="en-US"/>
          </a:p>
          <a:p>
            <a:r>
              <a:rPr lang="en-US"/>
              <a:t>Operations leaders care about reliability and day-to-day execution: managing agent lifecycles, observability, and making sure these systems are available and predictable at enterprise scale.</a:t>
            </a:r>
          </a:p>
          <a:p>
            <a:endParaRPr lang="en-US"/>
          </a:p>
          <a:p>
            <a:r>
              <a:rPr lang="en-US"/>
              <a:t>For AI leaders, the question is how to drive adoption and value while keeping guardrails in place — understanding usage, measuring impact, and enabling responsible innovation across the business.</a:t>
            </a:r>
          </a:p>
          <a:p>
            <a:endParaRPr lang="en-US"/>
          </a:p>
          <a:p>
            <a:r>
              <a:rPr lang="en-US"/>
              <a:t>And for security leaders, the priority is protection: identity, data, threat detection, and compliance in an AI-driven world.</a:t>
            </a:r>
          </a:p>
          <a:p>
            <a:endParaRPr lang="en-US"/>
          </a:p>
          <a:p>
            <a:r>
              <a:rPr lang="en-US"/>
              <a:t>AI governance and security only work when these perspectives are connected. When they’re treated as a shared platform, organizations can scale faster and reduce risk at the same time.</a:t>
            </a:r>
          </a:p>
          <a:p>
            <a:endParaRPr lang="en-US"/>
          </a:p>
          <a:p>
            <a:endParaRPr lang="en-US"/>
          </a:p>
        </p:txBody>
      </p:sp>
      <p:sp>
        <p:nvSpPr>
          <p:cNvPr id="4" name="Slide Number Placeholder 3">
            <a:extLst>
              <a:ext uri="{FF2B5EF4-FFF2-40B4-BE49-F238E27FC236}">
                <a16:creationId xmlns:a16="http://schemas.microsoft.com/office/drawing/2014/main" id="{BF8DB2F6-83C6-D104-0112-3AA95EC0A3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03D966-0B73-714A-AABC-5EE428DD180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26813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a:t>*****************NOTES*******************</a:t>
            </a:r>
          </a:p>
          <a:p>
            <a:r>
              <a:rPr lang="en-US" b="1"/>
              <a:t>Purpose</a:t>
            </a:r>
          </a:p>
          <a:p>
            <a:pPr marL="171450" indent="-171450">
              <a:buFont typeface="Arial" panose="020B0604020202020204" pitchFamily="34" charset="0"/>
              <a:buChar char="•"/>
            </a:pPr>
            <a:r>
              <a:rPr lang="en-US" b="0"/>
              <a:t>Show one structure for the Center of Excellence</a:t>
            </a:r>
          </a:p>
          <a:p>
            <a:pPr marL="171450" indent="-171450">
              <a:buFont typeface="Arial" panose="020B0604020202020204" pitchFamily="34" charset="0"/>
              <a:buChar char="•"/>
            </a:pPr>
            <a:r>
              <a:rPr lang="en-US" b="0"/>
              <a:t>Make accountability across leadership, governance, and delivery explicit</a:t>
            </a:r>
          </a:p>
          <a:p>
            <a:pPr marL="171450" indent="-171450">
              <a:buFont typeface="Arial" panose="020B0604020202020204" pitchFamily="34" charset="0"/>
              <a:buChar char="•"/>
            </a:pPr>
            <a:r>
              <a:rPr lang="en-US" b="0"/>
              <a:t>Reinforce that execution requires structure, not just tools</a:t>
            </a:r>
          </a:p>
          <a:p>
            <a:r>
              <a:rPr lang="en-US" b="1"/>
              <a:t>Key Points</a:t>
            </a:r>
          </a:p>
          <a:p>
            <a:pPr marL="171450" indent="-171450">
              <a:buFont typeface="Arial" panose="020B0604020202020204" pitchFamily="34" charset="0"/>
              <a:buChar char="•"/>
            </a:pPr>
            <a:r>
              <a:rPr lang="en-US" b="0"/>
              <a:t>This slide builds on strategy alignment and shows how it becomes execution:</a:t>
            </a:r>
          </a:p>
          <a:p>
            <a:pPr marL="628650" lvl="1" indent="-171450">
              <a:buFont typeface="Arial" panose="020B0604020202020204" pitchFamily="34" charset="0"/>
              <a:buChar char="•"/>
            </a:pPr>
            <a:r>
              <a:rPr lang="en-US" b="0"/>
              <a:t>AI Leadership sets vision and investment priorities</a:t>
            </a:r>
          </a:p>
          <a:p>
            <a:pPr marL="628650" lvl="1" indent="-171450">
              <a:buFont typeface="Arial" panose="020B0604020202020204" pitchFamily="34" charset="0"/>
              <a:buChar char="•"/>
            </a:pPr>
            <a:r>
              <a:rPr lang="en-US" b="0"/>
              <a:t>Senior Leadership translates strategy into business priorities and resolves blockers</a:t>
            </a:r>
          </a:p>
          <a:p>
            <a:pPr marL="628650" lvl="1" indent="-171450">
              <a:buFont typeface="Arial" panose="020B0604020202020204" pitchFamily="34" charset="0"/>
              <a:buChar char="•"/>
            </a:pPr>
            <a:r>
              <a:rPr lang="en-US" b="0"/>
              <a:t>AI Governance operates to enforce standards, architecture, and responsible AI practices</a:t>
            </a:r>
          </a:p>
          <a:p>
            <a:pPr marL="628650" lvl="1" indent="-171450">
              <a:buFont typeface="Arial" panose="020B0604020202020204" pitchFamily="34" charset="0"/>
              <a:buChar char="•"/>
            </a:pPr>
            <a:r>
              <a:rPr lang="en-US" b="0"/>
              <a:t>IT and citizen developers drive design, build, and adoption activities</a:t>
            </a:r>
          </a:p>
          <a:p>
            <a:pPr marL="171450" indent="-171450">
              <a:buFont typeface="Arial" panose="020B0604020202020204" pitchFamily="34" charset="0"/>
              <a:buChar char="•"/>
            </a:pPr>
            <a:r>
              <a:rPr lang="en-US" b="0"/>
              <a:t>Clear accountability across levels is essential for AI readiness</a:t>
            </a:r>
          </a:p>
          <a:p>
            <a:r>
              <a:rPr lang="en-US" b="1"/>
              <a:t>Transition</a:t>
            </a:r>
          </a:p>
          <a:p>
            <a:pPr marL="171450" indent="-171450">
              <a:buFont typeface="Arial" panose="020B0604020202020204" pitchFamily="34" charset="0"/>
              <a:buChar char="•"/>
            </a:pPr>
            <a:r>
              <a:rPr lang="en-US" b="0"/>
              <a:t>Move from organizational structure to tangible outcomes</a:t>
            </a:r>
          </a:p>
          <a:p>
            <a:pPr marL="171450" indent="-171450">
              <a:buFont typeface="Arial" panose="020B0604020202020204" pitchFamily="34" charset="0"/>
              <a:buChar char="•"/>
            </a:pPr>
            <a:r>
              <a:rPr lang="en-US" b="0"/>
              <a:t>Set up examples or proof points of this model in action</a:t>
            </a:r>
          </a:p>
          <a:p>
            <a:endParaRPr lang="en-US" sz="1200" b="0" i="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*****************TALK TRACK*******************</a:t>
            </a:r>
          </a:p>
          <a:p>
            <a:endParaRPr lang="en-US"/>
          </a:p>
          <a:p>
            <a:r>
              <a:rPr lang="en-US"/>
              <a:t>Building on the idea of strategy alignment, this slide shows how organizations structure roles and responsibilities to make that strategy real.</a:t>
            </a:r>
          </a:p>
          <a:p>
            <a:endParaRPr lang="en-US"/>
          </a:p>
          <a:p>
            <a:r>
              <a:rPr lang="en-US"/>
              <a:t>At the top, AI leadership is responsible for setting vision and guiding investment priorities. These are typically quarterly decisions that shape the enterprise AI roadmap and ensure efforts stay aligned to business goals.</a:t>
            </a:r>
          </a:p>
          <a:p>
            <a:endParaRPr lang="en-US"/>
          </a:p>
          <a:p>
            <a:r>
              <a:rPr lang="en-US"/>
              <a:t>Senior leadership then translates that direction into more concrete business priorities and partnerships. On a monthly cadence, they help resolve blockers, make tradeoff decisions, and keep momentum moving forward.</a:t>
            </a:r>
          </a:p>
          <a:p>
            <a:endParaRPr lang="en-US"/>
          </a:p>
          <a:p>
            <a:r>
              <a:rPr lang="en-US"/>
              <a:t>AI governance operates on a more frequent rhythm. On a weekly basis, this group enforces standards, manages architecture and reuse, and ensures security and responsible AI practices are consistently applied.</a:t>
            </a:r>
          </a:p>
          <a:p>
            <a:endParaRPr lang="en-US"/>
          </a:p>
          <a:p>
            <a:r>
              <a:rPr lang="en-US"/>
              <a:t>Finally, at the foundation, IT teams and citizen developers are responsible for daily execution — designing solutions, building and deploying them, and driving adoption across the organization.</a:t>
            </a:r>
          </a:p>
          <a:p>
            <a:endParaRPr lang="en-US"/>
          </a:p>
          <a:p>
            <a:r>
              <a:rPr lang="en-US"/>
              <a:t>The key takeaway is that AI readiness depends on clear accountability across levels and over time. It’s not just about choosing the right technology, but about making sure the right decisions are being made at the right altitude, with the right cadence.</a:t>
            </a:r>
          </a:p>
          <a:p>
            <a:endParaRPr lang="en-US"/>
          </a:p>
        </p:txBody>
      </p:sp>
      <p:sp>
        <p:nvSpPr>
          <p:cNvPr id="4" name="Slide Number Placeholder 3"/>
          <p:cNvSpPr>
            <a:spLocks noGrp="1"/>
          </p:cNvSpPr>
          <p:nvPr>
            <p:ph type="sldNum" sz="quarter" idx="5"/>
          </p:nvPr>
        </p:nvSpPr>
        <p:spPr/>
        <p:txBody>
          <a:bodyPr/>
          <a:lstStyle/>
          <a:p>
            <a:fld id="{EEC584F3-51FE-4E64-B870-AA5E24A72376}" type="slidenum">
              <a:rPr lang="en-US" smtClean="0"/>
              <a:t>13</a:t>
            </a:fld>
            <a:endParaRPr lang="en-US"/>
          </a:p>
        </p:txBody>
      </p:sp>
    </p:spTree>
    <p:extLst>
      <p:ext uri="{BB962C8B-B14F-4D97-AF65-F5344CB8AC3E}">
        <p14:creationId xmlns:p14="http://schemas.microsoft.com/office/powerpoint/2010/main" val="20234450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5F4FB-9C1A-3641-A635-140843A8B9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4BC1D8-C837-570B-35D5-32DCA13C5F5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CC51196-7DAD-52AA-97C1-7B1B24E9F8FA}"/>
              </a:ext>
            </a:extLst>
          </p:cNvPr>
          <p:cNvSpPr>
            <a:spLocks noGrp="1"/>
          </p:cNvSpPr>
          <p:nvPr>
            <p:ph type="body" sz="quarter" idx="3"/>
          </p:nvPr>
        </p:nvSpPr>
        <p:spPr/>
        <p:txBody>
          <a:bodyPr/>
          <a:lstStyle/>
          <a:p>
            <a:r>
              <a:rPr lang="en-US"/>
              <a:t>This diagram introduces </a:t>
            </a:r>
            <a:r>
              <a:t>the AI </a:t>
            </a:r>
            <a:r>
              <a:rPr lang="en-US"/>
              <a:t>Accountability </a:t>
            </a:r>
            <a:r>
              <a:t>and </a:t>
            </a:r>
            <a:r>
              <a:rPr lang="en-US"/>
              <a:t>Responsibility Model at a high level. It establishes </a:t>
            </a:r>
            <a:r>
              <a:t>the </a:t>
            </a:r>
            <a:r>
              <a:rPr lang="en-US"/>
              <a:t>foundational concept </a:t>
            </a:r>
            <a:r>
              <a:t>that </a:t>
            </a:r>
            <a:r>
              <a:rPr lang="en-US"/>
              <a:t>accountability for </a:t>
            </a:r>
            <a:r>
              <a:t>AI </a:t>
            </a:r>
            <a:r>
              <a:rPr lang="en-US"/>
              <a:t>systems is distributed across multiple zones — platform, application, and data — each </a:t>
            </a:r>
            <a:r>
              <a:t>with </a:t>
            </a:r>
            <a:r>
              <a:rPr lang="en-US"/>
              <a:t>distinct ownership and governance requirements</a:t>
            </a:r>
            <a:r>
              <a:t>. </a:t>
            </a:r>
            <a:r>
              <a:rPr lang="en-US"/>
              <a:t>The next slide breaks this down into </a:t>
            </a:r>
            <a:r>
              <a:t>a </a:t>
            </a:r>
            <a:r>
              <a:rPr lang="en-US"/>
              <a:t>detailed responsibility matrix</a:t>
            </a:r>
            <a:r>
              <a:t>.</a:t>
            </a:r>
          </a:p>
        </p:txBody>
      </p:sp>
      <p:sp>
        <p:nvSpPr>
          <p:cNvPr id="4" name="Slide Number Placeholder 3">
            <a:extLst>
              <a:ext uri="{FF2B5EF4-FFF2-40B4-BE49-F238E27FC236}">
                <a16:creationId xmlns:a16="http://schemas.microsoft.com/office/drawing/2014/main" id="{AF932C92-C941-E9DC-5C9A-79BE0809677E}"/>
              </a:ext>
            </a:extLst>
          </p:cNvPr>
          <p:cNvSpPr>
            <a:spLocks noGrp="1"/>
          </p:cNvSpPr>
          <p:nvPr>
            <p:ph type="sldNum" sz="quarter" idx="5"/>
          </p:nvPr>
        </p:nvSpPr>
        <p:spPr/>
      </p:sp>
    </p:spTree>
    <p:extLst>
      <p:ext uri="{BB962C8B-B14F-4D97-AF65-F5344CB8AC3E}">
        <p14:creationId xmlns:p14="http://schemas.microsoft.com/office/powerpoint/2010/main" val="15082031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474E3-8E0D-4DBA-9842-2CB805F221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A4D3E9-C20D-2CD9-554F-82A2560E04D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77169F8-6C7A-E242-3640-BA7C9CEEF00F}"/>
              </a:ext>
            </a:extLst>
          </p:cNvPr>
          <p:cNvSpPr>
            <a:spLocks noGrp="1"/>
          </p:cNvSpPr>
          <p:nvPr>
            <p:ph type="body" sz="quarter" idx="3"/>
          </p:nvPr>
        </p:nvSpPr>
        <p:spPr/>
        <p:txBody>
          <a:bodyPr/>
          <a:lstStyle/>
          <a:p>
            <a:r>
              <a:rPr lang="en-US"/>
              <a:t>This table details </a:t>
            </a:r>
            <a:r>
              <a:t>the AI </a:t>
            </a:r>
            <a:r>
              <a:rPr lang="en-US"/>
              <a:t>Accountability and Responsibility Model across three dimensions — Model (Platform), Agent (Application), and Data (Usage). For each dimension, it identifies who owns it</a:t>
            </a:r>
            <a:r>
              <a:t>, </a:t>
            </a:r>
            <a:r>
              <a:rPr lang="en-US"/>
              <a:t>what they govern</a:t>
            </a:r>
            <a:r>
              <a:t>, and </a:t>
            </a:r>
            <a:r>
              <a:rPr lang="en-US"/>
              <a:t>which </a:t>
            </a:r>
            <a:r>
              <a:t>tools </a:t>
            </a:r>
            <a:r>
              <a:rPr lang="en-US"/>
              <a:t>support </a:t>
            </a:r>
            <a:r>
              <a:t>that </a:t>
            </a:r>
            <a:r>
              <a:rPr lang="en-US"/>
              <a:t>governance</a:t>
            </a:r>
            <a:r>
              <a:t>. </a:t>
            </a:r>
            <a:r>
              <a:rPr lang="en-US"/>
              <a:t>The bottom rows show </a:t>
            </a:r>
            <a:r>
              <a:t>how </a:t>
            </a:r>
            <a:r>
              <a:rPr lang="en-US"/>
              <a:t>responsibility shifts across SaaS, PaaS, </a:t>
            </a:r>
            <a:r>
              <a:t>and </a:t>
            </a:r>
            <a:r>
              <a:rPr lang="en-US"/>
              <a:t>IaaS deployment models, from fully provider-managed to fully customer-owned</a:t>
            </a:r>
            <a:r>
              <a:t>.</a:t>
            </a:r>
          </a:p>
        </p:txBody>
      </p:sp>
      <p:sp>
        <p:nvSpPr>
          <p:cNvPr id="4" name="Slide Number Placeholder 3">
            <a:extLst>
              <a:ext uri="{FF2B5EF4-FFF2-40B4-BE49-F238E27FC236}">
                <a16:creationId xmlns:a16="http://schemas.microsoft.com/office/drawing/2014/main" id="{96EF3F45-E85E-252D-572F-B971520312FB}"/>
              </a:ext>
            </a:extLst>
          </p:cNvPr>
          <p:cNvSpPr>
            <a:spLocks noGrp="1"/>
          </p:cNvSpPr>
          <p:nvPr>
            <p:ph type="sldNum" sz="quarter" idx="5"/>
          </p:nvPr>
        </p:nvSpPr>
        <p:spPr/>
      </p:sp>
    </p:spTree>
    <p:extLst>
      <p:ext uri="{BB962C8B-B14F-4D97-AF65-F5344CB8AC3E}">
        <p14:creationId xmlns:p14="http://schemas.microsoft.com/office/powerpoint/2010/main" val="3068327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38B60-65B6-023A-C926-BFB9D26E81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A0B61E-2F58-007F-9C9F-CFCB54390E3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C4CAB5E-BAC9-40DD-E1E3-3A5CC1E3AB05}"/>
              </a:ext>
            </a:extLst>
          </p:cNvPr>
          <p:cNvSpPr>
            <a:spLocks noGrp="1"/>
          </p:cNvSpPr>
          <p:nvPr>
            <p:ph type="body" sz="quarter" idx="3"/>
          </p:nvPr>
        </p:nvSpPr>
        <p:spPr/>
        <p:txBody>
          <a:bodyPr/>
          <a:lstStyle/>
          <a:p>
            <a:r>
              <a:rPr lang="en-US"/>
              <a:t>This slide maps </a:t>
            </a:r>
            <a:r>
              <a:t>the </a:t>
            </a:r>
            <a:r>
              <a:rPr lang="en-US"/>
              <a:t>RAI Standard’s goals </a:t>
            </a:r>
            <a:r>
              <a:t>to </a:t>
            </a:r>
            <a:r>
              <a:rPr lang="en-US"/>
              <a:t>human-in-the-loop relevance</a:t>
            </a:r>
            <a:r>
              <a:t>. </a:t>
            </a:r>
            <a:r>
              <a:rPr lang="en-US"/>
              <a:t>Goal A5 — Human Oversight and Control — </a:t>
            </a:r>
            <a:r>
              <a:t>is </a:t>
            </a:r>
            <a:r>
              <a:rPr lang="en-US"/>
              <a:t>a core accountability requirement </a:t>
            </a:r>
            <a:r>
              <a:t>that </a:t>
            </a:r>
            <a:r>
              <a:rPr lang="en-US"/>
              <a:t>explicitly mandates human ability </a:t>
            </a:r>
            <a:r>
              <a:t>to </a:t>
            </a:r>
            <a:r>
              <a:rPr lang="en-US"/>
              <a:t>override, intervene, and control </a:t>
            </a:r>
            <a:r>
              <a:t>AI</a:t>
            </a:r>
            <a:r>
              <a:rPr lang="en-US"/>
              <a:t> systems</a:t>
            </a:r>
            <a:r>
              <a:t>. </a:t>
            </a:r>
            <a:r>
              <a:rPr lang="en-US"/>
              <a:t>The table shows how impact assessment, adverse-impact oversight, fit-for-purpose evaluation, and system intelligibility all connect back </a:t>
            </a:r>
            <a:r>
              <a:t>to </a:t>
            </a:r>
            <a:r>
              <a:rPr lang="en-US"/>
              <a:t>where </a:t>
            </a:r>
            <a:r>
              <a:t>and </a:t>
            </a:r>
            <a:r>
              <a:rPr lang="en-US"/>
              <a:t>why humans must be present in the decision loop</a:t>
            </a:r>
            <a:r>
              <a:t>.</a:t>
            </a:r>
          </a:p>
        </p:txBody>
      </p:sp>
      <p:sp>
        <p:nvSpPr>
          <p:cNvPr id="4" name="Slide Number Placeholder 3">
            <a:extLst>
              <a:ext uri="{FF2B5EF4-FFF2-40B4-BE49-F238E27FC236}">
                <a16:creationId xmlns:a16="http://schemas.microsoft.com/office/drawing/2014/main" id="{CF21DD8A-4E65-CCEE-3188-CDA3591AA86A}"/>
              </a:ext>
            </a:extLst>
          </p:cNvPr>
          <p:cNvSpPr>
            <a:spLocks noGrp="1"/>
          </p:cNvSpPr>
          <p:nvPr>
            <p:ph type="sldNum" sz="quarter" idx="5"/>
          </p:nvPr>
        </p:nvSpPr>
        <p:spPr/>
      </p:sp>
    </p:spTree>
    <p:extLst>
      <p:ext uri="{BB962C8B-B14F-4D97-AF65-F5344CB8AC3E}">
        <p14:creationId xmlns:p14="http://schemas.microsoft.com/office/powerpoint/2010/main" val="41721360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59A8F-9328-F10F-BF78-AD01A46764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3796EC-A9DE-AE6D-5D05-1DE7551A4EB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EE94A0F-80EC-9292-64E1-780F9C0056C3}"/>
              </a:ext>
            </a:extLst>
          </p:cNvPr>
          <p:cNvSpPr>
            <a:spLocks noGrp="1"/>
          </p:cNvSpPr>
          <p:nvPr>
            <p:ph type="body" sz="quarter" idx="3"/>
          </p:nvPr>
        </p:nvSpPr>
        <p:spPr/>
        <p:txBody>
          <a:bodyPr/>
          <a:lstStyle/>
          <a:p>
            <a:r>
              <a:rPr lang="en-US"/>
              <a:t>This slide provides </a:t>
            </a:r>
            <a:r>
              <a:t>the </a:t>
            </a:r>
            <a:r>
              <a:rPr lang="en-US"/>
              <a:t>most detailed technical guidance on human-in-the-loop design patterns: escape hatches in agentic design for human override at critical decision points, coordinator agents that escalate anomalies</a:t>
            </a:r>
            <a:r>
              <a:t>, </a:t>
            </a:r>
            <a:r>
              <a:rPr lang="en-US"/>
              <a:t>HITL checkpoints that pause high-risk actions</a:t>
            </a:r>
            <a:r>
              <a:t>, and </a:t>
            </a:r>
            <a:r>
              <a:rPr lang="en-US"/>
              <a:t>interception </a:t>
            </a:r>
            <a:r>
              <a:t>points</a:t>
            </a:r>
            <a:r>
              <a:rPr lang="en-US"/>
              <a:t> at critical execution junctures. It also introduces agent complexity tiers — retrieval, task-based</a:t>
            </a:r>
            <a:r>
              <a:t>, and </a:t>
            </a:r>
            <a:r>
              <a:rPr lang="en-US"/>
              <a:t>fully autonomous — each requiring progressively more human oversight</a:t>
            </a:r>
            <a:r>
              <a:t>.</a:t>
            </a:r>
          </a:p>
        </p:txBody>
      </p:sp>
      <p:sp>
        <p:nvSpPr>
          <p:cNvPr id="4" name="Slide Number Placeholder 3">
            <a:extLst>
              <a:ext uri="{FF2B5EF4-FFF2-40B4-BE49-F238E27FC236}">
                <a16:creationId xmlns:a16="http://schemas.microsoft.com/office/drawing/2014/main" id="{8304F03A-6A53-C5E7-524E-0A5514B39D4E}"/>
              </a:ext>
            </a:extLst>
          </p:cNvPr>
          <p:cNvSpPr>
            <a:spLocks noGrp="1"/>
          </p:cNvSpPr>
          <p:nvPr>
            <p:ph type="sldNum" sz="quarter" idx="5"/>
          </p:nvPr>
        </p:nvSpPr>
        <p:spPr/>
      </p:sp>
    </p:spTree>
    <p:extLst>
      <p:ext uri="{BB962C8B-B14F-4D97-AF65-F5344CB8AC3E}">
        <p14:creationId xmlns:p14="http://schemas.microsoft.com/office/powerpoint/2010/main" val="39402005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F9C84-9A0A-1FEE-A6D4-19EC310C36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61D152-7FAD-C853-8106-08670F5EBC9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A9C2F12-995C-4E56-5AAC-32FB7BAF9CF2}"/>
              </a:ext>
            </a:extLst>
          </p:cNvPr>
          <p:cNvSpPr>
            <a:spLocks noGrp="1"/>
          </p:cNvSpPr>
          <p:nvPr>
            <p:ph type="body" sz="quarter" idx="3"/>
          </p:nvPr>
        </p:nvSpPr>
        <p:spPr/>
        <p:txBody>
          <a:bodyPr/>
          <a:lstStyle/>
          <a:p>
            <a:r>
              <a:rPr lang="en-US"/>
              <a:t>This slide defines three human-in-the-loop operating models by role: Assistant (</a:t>
            </a:r>
            <a:r>
              <a:t>AI </a:t>
            </a:r>
            <a:r>
              <a:rPr lang="en-US"/>
              <a:t>supports</a:t>
            </a:r>
            <a:r>
              <a:t>, </a:t>
            </a:r>
            <a:r>
              <a:rPr lang="en-US"/>
              <a:t>human leads), Teammate (AI and human co-own with shared decision-making), and Operator (AI runs while human validates outputs). The model helps organizations choose </a:t>
            </a:r>
            <a:r>
              <a:t>the </a:t>
            </a:r>
            <a:r>
              <a:rPr lang="en-US"/>
              <a:t>right level </a:t>
            </a:r>
            <a:r>
              <a:t>of </a:t>
            </a:r>
            <a:r>
              <a:rPr lang="en-US"/>
              <a:t>human oversight based on the task’s risk profile </a:t>
            </a:r>
            <a:r>
              <a:t>and the </a:t>
            </a:r>
            <a:r>
              <a:rPr lang="en-US"/>
              <a:t>maturity </a:t>
            </a:r>
            <a:r>
              <a:t>of the AI </a:t>
            </a:r>
            <a:r>
              <a:rPr lang="en-US"/>
              <a:t>system</a:t>
            </a:r>
            <a:r>
              <a:t>.</a:t>
            </a:r>
          </a:p>
        </p:txBody>
      </p:sp>
      <p:sp>
        <p:nvSpPr>
          <p:cNvPr id="4" name="Slide Number Placeholder 3">
            <a:extLst>
              <a:ext uri="{FF2B5EF4-FFF2-40B4-BE49-F238E27FC236}">
                <a16:creationId xmlns:a16="http://schemas.microsoft.com/office/drawing/2014/main" id="{6D85391D-1359-D0E7-105B-399E7F5FF7FF}"/>
              </a:ext>
            </a:extLst>
          </p:cNvPr>
          <p:cNvSpPr>
            <a:spLocks noGrp="1"/>
          </p:cNvSpPr>
          <p:nvPr>
            <p:ph type="sldNum" sz="quarter" idx="5"/>
          </p:nvPr>
        </p:nvSpPr>
        <p:spPr/>
      </p:sp>
    </p:spTree>
    <p:extLst>
      <p:ext uri="{BB962C8B-B14F-4D97-AF65-F5344CB8AC3E}">
        <p14:creationId xmlns:p14="http://schemas.microsoft.com/office/powerpoint/2010/main" val="35289639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FA075-CD55-D201-D551-97D2EBA763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197C17-9E94-8DD5-B525-02BAD09E76A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2A76626-01A6-428D-2AB0-414FD43EEB36}"/>
              </a:ext>
            </a:extLst>
          </p:cNvPr>
          <p:cNvSpPr>
            <a:spLocks noGrp="1"/>
          </p:cNvSpPr>
          <p:nvPr>
            <p:ph type="body" sz="quarter" idx="3"/>
          </p:nvPr>
        </p:nvSpPr>
        <p:spPr/>
        <p:txBody>
          <a:bodyPr/>
          <a:lstStyle/>
          <a:p>
            <a:r>
              <a:rPr lang="en-US"/>
              <a:t>This summary slide consolidates all HITL responsibilities across four phases: Pre-Deploy (impact assessment, risk classification, safety evaluations), At Runtime (approval checkpoints, escape hatches, permission boundaries), Post-Deploy (continuous monitoring</a:t>
            </a:r>
            <a:r>
              <a:t>, </a:t>
            </a:r>
            <a:r>
              <a:rPr lang="en-US"/>
              <a:t>drift detection</a:t>
            </a:r>
            <a:r>
              <a:t>, </a:t>
            </a:r>
            <a:r>
              <a:rPr lang="en-US"/>
              <a:t>incident response), </a:t>
            </a:r>
            <a:r>
              <a:t>and </a:t>
            </a:r>
            <a:r>
              <a:rPr lang="en-US"/>
              <a:t>Governance (RAI committee sign-off, RACI ownership</a:t>
            </a:r>
            <a:r>
              <a:t>, </a:t>
            </a:r>
            <a:r>
              <a:rPr lang="en-US"/>
              <a:t>agent retirement). The “Be </a:t>
            </a:r>
            <a:r>
              <a:t>the </a:t>
            </a:r>
            <a:r>
              <a:rPr lang="en-US"/>
              <a:t>Pilot” principle reinforces </a:t>
            </a:r>
            <a:r>
              <a:t>that </a:t>
            </a:r>
            <a:r>
              <a:rPr lang="en-US"/>
              <a:t>humans must </a:t>
            </a:r>
            <a:r>
              <a:t>remain in </a:t>
            </a:r>
            <a:r>
              <a:rPr lang="en-US"/>
              <a:t>charge</a:t>
            </a:r>
            <a:r>
              <a:t>.</a:t>
            </a:r>
          </a:p>
        </p:txBody>
      </p:sp>
      <p:sp>
        <p:nvSpPr>
          <p:cNvPr id="4" name="Slide Number Placeholder 3">
            <a:extLst>
              <a:ext uri="{FF2B5EF4-FFF2-40B4-BE49-F238E27FC236}">
                <a16:creationId xmlns:a16="http://schemas.microsoft.com/office/drawing/2014/main" id="{8C704EB6-73F3-BD06-DFB9-F28AA42AAE2E}"/>
              </a:ext>
            </a:extLst>
          </p:cNvPr>
          <p:cNvSpPr>
            <a:spLocks noGrp="1"/>
          </p:cNvSpPr>
          <p:nvPr>
            <p:ph type="sldNum" sz="quarter" idx="5"/>
          </p:nvPr>
        </p:nvSpPr>
        <p:spPr/>
      </p:sp>
    </p:spTree>
    <p:extLst>
      <p:ext uri="{BB962C8B-B14F-4D97-AF65-F5344CB8AC3E}">
        <p14:creationId xmlns:p14="http://schemas.microsoft.com/office/powerpoint/2010/main" val="14739475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shows how a unified control plane spans Azure</a:t>
            </a:r>
            <a:r>
              <a:t>, </a:t>
            </a:r>
            <a:r>
              <a:rPr lang="en-US"/>
              <a:t>AWS</a:t>
            </a:r>
            <a:r>
              <a:t>, and </a:t>
            </a:r>
            <a:r>
              <a:rPr lang="en-US"/>
              <a:t>GCP </a:t>
            </a:r>
            <a:r>
              <a:t>to </a:t>
            </a:r>
            <a:r>
              <a:rPr lang="en-US"/>
              <a:t>provide consistent </a:t>
            </a:r>
            <a:r>
              <a:t>AI </a:t>
            </a:r>
            <a:r>
              <a:rPr lang="en-US"/>
              <a:t>governance regardless of cloud origin</a:t>
            </a:r>
            <a:r>
              <a:t>. </a:t>
            </a:r>
            <a:r>
              <a:rPr lang="en-US"/>
              <a:t>The three layers — Observe, Govern, and Secure — </a:t>
            </a:r>
            <a:r>
              <a:t>deliver </a:t>
            </a:r>
            <a:r>
              <a:rPr lang="en-US"/>
              <a:t>cross-cloud visibility, uniform policy enforcement, and integrated threat protection</a:t>
            </a:r>
            <a:r>
              <a:t>. </a:t>
            </a:r>
            <a:r>
              <a:rPr lang="en-US"/>
              <a:t>Key principles: same controls everywhere, every agent gets an identity, uniform compliance and audit, and </a:t>
            </a:r>
            <a:r>
              <a:t>a </a:t>
            </a:r>
            <a:r>
              <a:rPr lang="en-US"/>
              <a:t>single pane of glass over data </a:t>
            </a:r>
            <a:r>
              <a:t>and AI.</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*****************NOTES*******************</a:t>
            </a:r>
          </a:p>
          <a:p>
            <a:r>
              <a:rPr lang="en-US"/>
              <a:t>Purpose</a:t>
            </a:r>
          </a:p>
          <a:p>
            <a:r>
              <a:rPr lang="en-US"/>
              <a:t>Provide a concrete, at-a-glance reference that maps core AI governance activities to the roles accountable, responsible, consulted, and informed for each one.</a:t>
            </a:r>
          </a:p>
          <a:p>
            <a:r>
              <a:rPr lang="en-US"/>
              <a:t>Key Points</a:t>
            </a:r>
          </a:p>
          <a:p>
            <a:r>
              <a:rPr lang="en-US"/>
              <a:t>Every activity has exactly one A — if accountability is shared, nobody is accountable</a:t>
            </a:r>
          </a:p>
          <a:p>
            <a:r>
              <a:rPr lang="en-US"/>
              <a:t>R and A can sit with the same role but often do not — separating them creates healthy checks</a:t>
            </a:r>
          </a:p>
          <a:p>
            <a:r>
              <a:rPr lang="en-US"/>
              <a:t>C and I keep stakeholders engaged without slowing decisions</a:t>
            </a:r>
          </a:p>
          <a:p>
            <a:r>
              <a:rPr lang="en-US"/>
              <a:t>This is a starting template — organizations should tailor rows and roles to their own structure</a:t>
            </a:r>
          </a:p>
          <a:p>
            <a:endParaRPr lang="en-US"/>
          </a:p>
          <a:p>
            <a:r>
              <a:rPr lang="en-US"/>
              <a:t>*****************TALK TRACK*******************</a:t>
            </a:r>
          </a:p>
          <a:p>
            <a:r>
              <a:rPr lang="en-US"/>
              <a:t>This matrix puts everything we’ve discussed into a single view. Across the top you see six organizational roles; down the left are the core governance activities from this module.</a:t>
            </a:r>
          </a:p>
          <a:p>
            <a:r>
              <a:rPr lang="en-US"/>
              <a:t>A few things to highlight. Notice that AI Leadership is Accountable for strategy and standards, but the RAI Committee owns accountability for use-case approvals and impact assessments. That separation is intentional — it prevents conflicts of interest between those pushing adoption and those managing risk.</a:t>
            </a:r>
          </a:p>
          <a:p>
            <a:r>
              <a:rPr lang="en-US"/>
              <a:t>Platform Engineers and Data Stewards are Responsible for the technical execution that sits closest to them — model safety and data governance respectively — while CoE and Governance teams carry the Responsible tag for cross-cutting activities like oversight design and impact assessments.</a:t>
            </a:r>
          </a:p>
          <a:p>
            <a:r>
              <a:rPr lang="en-US"/>
              <a:t>This is a starting template, not a prescription. Your organization should adapt it — you may need additional rows for activities like incident response or model retirement, and your role names will likely differ. The discipline is in making assignments explicit, not in matching this exact layout.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*****************NOTES*******************</a:t>
            </a:r>
          </a:p>
          <a:p>
            <a:r>
              <a:rPr lang="en-US" dirty="0"/>
              <a:t>Purpose</a:t>
            </a:r>
          </a:p>
          <a:p>
            <a:r>
              <a:rPr lang="en-US" dirty="0"/>
              <a:t>Give the audience a hands-on opportunity to apply the RACI framework, human-in-the-loop principles, and cross-cloud governance concepts to a realistic scenario.</a:t>
            </a:r>
          </a:p>
          <a:p>
            <a:r>
              <a:rPr lang="en-US" dirty="0"/>
              <a:t>Key Points</a:t>
            </a:r>
          </a:p>
          <a:p>
            <a:r>
              <a:rPr lang="en-US" dirty="0"/>
              <a:t>The scenario is deliberately multi-layered — it touches accountability, human oversight, cross-cloud governance, and RAI Committee responsibilities all at once</a:t>
            </a:r>
          </a:p>
          <a:p>
            <a:r>
              <a:rPr lang="en-US" dirty="0"/>
              <a:t>There is no single correct answer; the goal is structured discussion and reasoning about trade-offs</a:t>
            </a:r>
          </a:p>
          <a:p>
            <a:r>
              <a:rPr lang="en-US" dirty="0"/>
              <a:t>Each question maps to a specific learning unit from this module</a:t>
            </a:r>
          </a:p>
          <a:p>
            <a:endParaRPr lang="en-US" dirty="0"/>
          </a:p>
          <a:p>
            <a:r>
              <a:rPr lang="en-US" dirty="0"/>
              <a:t>*****************TALK TRACK*******************</a:t>
            </a:r>
          </a:p>
          <a:p>
            <a:r>
              <a:rPr lang="en-US" dirty="0"/>
              <a:t>Let’s put everything from this module into practice. Read through the Northwind scenario — it’s a situation that many organizations face as they scale autonomous AI agents.</a:t>
            </a:r>
          </a:p>
          <a:p>
            <a:r>
              <a:rPr lang="en-US" dirty="0"/>
              <a:t>Take about 10 minutes at your table to discuss the four questions. A few facilitation tips:</a:t>
            </a:r>
          </a:p>
          <a:p>
            <a:r>
              <a:rPr lang="en-US" dirty="0"/>
              <a:t>For question 1, push teams to be specific — “the Data Owner is accountable because the root cause is stale policy data in the data lake” is stronger than “everyone shares accountability.” Remind them that in RACI, only one role can be Accountable.</a:t>
            </a:r>
          </a:p>
          <a:p>
            <a:r>
              <a:rPr lang="en-US" dirty="0"/>
              <a:t>For question 2, look for answers that balance speed with risk — a human checkpoint on every transaction defeats the purpose, but no checkpoint at all is what got them here. Good answers might include: mandatory human review above a dollar threshold, an escalation queue for ambiguous cases, or periodic sample audits.</a:t>
            </a:r>
          </a:p>
          <a:p>
            <a:r>
              <a:rPr lang="en-US" dirty="0"/>
              <a:t>For question 3, steer discussion toward identity, policy, and visibility controls that work across cloud boundaries — the same themes covered in our cross-cloud governance section.</a:t>
            </a:r>
          </a:p>
          <a:p>
            <a:r>
              <a:rPr lang="en-US" dirty="0"/>
              <a:t>For question 4, concrete actions are the goal. “Review the agent” is too vague; “mandate a red-team assessment of the agent’s policy retrieval pipeline before re-deployment” is specific and actionable.</a:t>
            </a:r>
          </a:p>
          <a:p>
            <a:r>
              <a:rPr lang="en-US" dirty="0"/>
              <a:t>After 10 minutes, ask two or three tables to share their responses to different questions. Use the debrief to reinforce key module concepts.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7996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91382980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3825926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46209294"/>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62578842"/>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3709166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4395143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424181485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1144984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298382895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121014998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4845587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32420699"/>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98125844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6583093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99117970"/>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7479832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31135058"/>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33995091"/>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1578391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474061126"/>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6361580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4100341"/>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2611102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936435931"/>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99729763"/>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6389936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78813367"/>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728067837"/>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6316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0" y="-689429"/>
            <a:ext cx="11018520" cy="492443"/>
          </a:xfrm>
        </p:spPr>
        <p:txBody>
          <a:bodyPr/>
          <a:lstStyle>
            <a:lvl1pPr>
              <a:defRPr sz="3200"/>
            </a:lvl1pPr>
          </a:lstStyle>
          <a:p>
            <a:r>
              <a:rPr lang="en-US"/>
              <a:t>Click to edit Master title style</a:t>
            </a:r>
          </a:p>
        </p:txBody>
      </p:sp>
    </p:spTree>
    <p:extLst>
      <p:ext uri="{BB962C8B-B14F-4D97-AF65-F5344CB8AC3E}">
        <p14:creationId xmlns:p14="http://schemas.microsoft.com/office/powerpoint/2010/main" val="101924073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3" name="MS logo white - EMF" descr="Microsoft logo white text version">
            <a:extLst>
              <a:ext uri="{FF2B5EF4-FFF2-40B4-BE49-F238E27FC236}">
                <a16:creationId xmlns:a16="http://schemas.microsoft.com/office/drawing/2014/main" id="{57D239CF-0FC0-DA57-7309-C78F609ADBDF}"/>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6" name="Straight Connector 5">
            <a:extLst>
              <a:ext uri="{FF2B5EF4-FFF2-40B4-BE49-F238E27FC236}">
                <a16:creationId xmlns:a16="http://schemas.microsoft.com/office/drawing/2014/main" id="{FD01B033-769C-68DE-8D3E-27FE3C6914A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07755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
        <p:nvSpPr>
          <p:cNvPr id="3" name="Footer Placeholder 4">
            <a:extLst>
              <a:ext uri="{FF2B5EF4-FFF2-40B4-BE49-F238E27FC236}">
                <a16:creationId xmlns:a16="http://schemas.microsoft.com/office/drawing/2014/main" id="{334FD8BF-B494-032B-F6CD-0593844EB58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736C660E-B10D-E01E-32C6-2044D500553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5" name="Rectangle 4">
            <a:extLst>
              <a:ext uri="{FF2B5EF4-FFF2-40B4-BE49-F238E27FC236}">
                <a16:creationId xmlns:a16="http://schemas.microsoft.com/office/drawing/2014/main" id="{2E394715-986D-D668-EA4F-3A9A49EB4898}"/>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Text Placeholder 5">
            <a:extLst>
              <a:ext uri="{FF2B5EF4-FFF2-40B4-BE49-F238E27FC236}">
                <a16:creationId xmlns:a16="http://schemas.microsoft.com/office/drawing/2014/main" id="{A0A36A45-878E-A130-32D8-50467E4BF46E}"/>
              </a:ext>
            </a:extLst>
          </p:cNvPr>
          <p:cNvSpPr>
            <a:spLocks noGrp="1"/>
          </p:cNvSpPr>
          <p:nvPr>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1127070193"/>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00444127"/>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3" name="Rectangle 2">
            <a:extLst>
              <a:ext uri="{FF2B5EF4-FFF2-40B4-BE49-F238E27FC236}">
                <a16:creationId xmlns:a16="http://schemas.microsoft.com/office/drawing/2014/main" id="{B54F6763-6AC0-1DA6-1360-1C00202183D0}"/>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8" name="Rectangle 7">
            <a:extLst>
              <a:ext uri="{FF2B5EF4-FFF2-40B4-BE49-F238E27FC236}">
                <a16:creationId xmlns:a16="http://schemas.microsoft.com/office/drawing/2014/main" id="{642E3F12-56AE-7F42-FB6B-08C8BCE1125C}"/>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625483121"/>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 name="Rectangle 4">
            <a:extLst>
              <a:ext uri="{FF2B5EF4-FFF2-40B4-BE49-F238E27FC236}">
                <a16:creationId xmlns:a16="http://schemas.microsoft.com/office/drawing/2014/main" id="{F7A67744-3A81-A196-C793-7AE47DC61CBF}"/>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1283157295"/>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232457862"/>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3C4A7113-1C85-4A35-B434-022FA5B6BA39}"/>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Rectangle 8">
            <a:extLst>
              <a:ext uri="{FF2B5EF4-FFF2-40B4-BE49-F238E27FC236}">
                <a16:creationId xmlns:a16="http://schemas.microsoft.com/office/drawing/2014/main" id="{5FB01DBE-96D0-E685-11FC-257412DD4794}"/>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690052723"/>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
        <p:nvSpPr>
          <p:cNvPr id="3" name="Rectangle 2">
            <a:extLst>
              <a:ext uri="{FF2B5EF4-FFF2-40B4-BE49-F238E27FC236}">
                <a16:creationId xmlns:a16="http://schemas.microsoft.com/office/drawing/2014/main" id="{EC130585-D54D-146D-BF08-6BFDED17823D}"/>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3E8F1F66-3401-42D8-4EA7-93016BF04FDB}"/>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484708467"/>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
        <p:nvSpPr>
          <p:cNvPr id="3" name="Rectangle 2">
            <a:extLst>
              <a:ext uri="{FF2B5EF4-FFF2-40B4-BE49-F238E27FC236}">
                <a16:creationId xmlns:a16="http://schemas.microsoft.com/office/drawing/2014/main" id="{EAFDE0EE-2116-208F-62CB-54A9034B8825}"/>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D22BF405-1FBE-1A50-B071-649A2F53198E}"/>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515622222"/>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Rectangle 2">
            <a:extLst>
              <a:ext uri="{FF2B5EF4-FFF2-40B4-BE49-F238E27FC236}">
                <a16:creationId xmlns:a16="http://schemas.microsoft.com/office/drawing/2014/main" id="{036383BE-CEF0-AE60-39EF-893B2F5AD4E9}"/>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F1D9F03C-20F5-D5CD-6BC9-893C4CAA81F2}"/>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669972509"/>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r>
              <a:rPr lang="en-US"/>
              <a:t>Click icon to add media</a:t>
            </a:r>
          </a:p>
        </p:txBody>
      </p:sp>
    </p:spTree>
    <p:extLst>
      <p:ext uri="{BB962C8B-B14F-4D97-AF65-F5344CB8AC3E}">
        <p14:creationId xmlns:p14="http://schemas.microsoft.com/office/powerpoint/2010/main" val="188187182"/>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537629355"/>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3" name="Title 1">
            <a:extLst>
              <a:ext uri="{FF2B5EF4-FFF2-40B4-BE49-F238E27FC236}">
                <a16:creationId xmlns:a16="http://schemas.microsoft.com/office/drawing/2014/main" id="{93103B53-A33A-4C22-EB04-8A59B43A6F57}"/>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4" name="Title 1">
            <a:extLst>
              <a:ext uri="{FF2B5EF4-FFF2-40B4-BE49-F238E27FC236}">
                <a16:creationId xmlns:a16="http://schemas.microsoft.com/office/drawing/2014/main" id="{BD94F24E-850F-4606-EBE4-1C792FDC7296}"/>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 name="Title 1">
            <a:extLst>
              <a:ext uri="{FF2B5EF4-FFF2-40B4-BE49-F238E27FC236}">
                <a16:creationId xmlns:a16="http://schemas.microsoft.com/office/drawing/2014/main" id="{8A720D4C-C93E-2243-CD86-4749B26754BF}"/>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6" name="Title 1">
            <a:extLst>
              <a:ext uri="{FF2B5EF4-FFF2-40B4-BE49-F238E27FC236}">
                <a16:creationId xmlns:a16="http://schemas.microsoft.com/office/drawing/2014/main" id="{EC6BA77D-DE5B-5A8F-08AC-C36720B853F2}"/>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Tree>
    <p:extLst>
      <p:ext uri="{BB962C8B-B14F-4D97-AF65-F5344CB8AC3E}">
        <p14:creationId xmlns:p14="http://schemas.microsoft.com/office/powerpoint/2010/main" val="1964983593"/>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2" name="Rectangle 1">
            <a:extLst>
              <a:ext uri="{FF2B5EF4-FFF2-40B4-BE49-F238E27FC236}">
                <a16:creationId xmlns:a16="http://schemas.microsoft.com/office/drawing/2014/main" id="{9BFE431A-6F63-61D1-5528-CC8B3D1C1287}"/>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 name="Rectangle 3">
            <a:extLst>
              <a:ext uri="{FF2B5EF4-FFF2-40B4-BE49-F238E27FC236}">
                <a16:creationId xmlns:a16="http://schemas.microsoft.com/office/drawing/2014/main" id="{1F0BB7E2-D63A-6124-F98E-11354981C92A}"/>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CF4831CE-A045-C1F7-3391-315EA9878B29}"/>
              </a:ext>
            </a:extLst>
          </p:cNvPr>
          <p:cNvSpPr>
            <a:spLocks noGrp="1"/>
          </p:cNvSpPr>
          <p:nvPr>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 name="Text Placeholder 4">
            <a:extLst>
              <a:ext uri="{FF2B5EF4-FFF2-40B4-BE49-F238E27FC236}">
                <a16:creationId xmlns:a16="http://schemas.microsoft.com/office/drawing/2014/main" id="{D2E456AC-17EB-0AF8-20F4-AB9CC430F695}"/>
              </a:ext>
            </a:extLst>
          </p:cNvPr>
          <p:cNvSpPr>
            <a:spLocks noGrp="1"/>
          </p:cNvSpPr>
          <p:nvPr>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7" name="Text Placeholder 4">
            <a:extLst>
              <a:ext uri="{FF2B5EF4-FFF2-40B4-BE49-F238E27FC236}">
                <a16:creationId xmlns:a16="http://schemas.microsoft.com/office/drawing/2014/main" id="{2E4377E8-5BFD-B0E9-B4ED-4FD6B58CE21A}"/>
              </a:ext>
            </a:extLst>
          </p:cNvPr>
          <p:cNvSpPr>
            <a:spLocks noGrp="1"/>
          </p:cNvSpPr>
          <p:nvPr>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8" name="Text Placeholder 4">
            <a:extLst>
              <a:ext uri="{FF2B5EF4-FFF2-40B4-BE49-F238E27FC236}">
                <a16:creationId xmlns:a16="http://schemas.microsoft.com/office/drawing/2014/main" id="{9B017822-0BF5-6D15-F0C4-DF7158A69ABC}"/>
              </a:ext>
            </a:extLst>
          </p:cNvPr>
          <p:cNvSpPr>
            <a:spLocks noGrp="1"/>
          </p:cNvSpPr>
          <p:nvPr>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9" name="Footer Placeholder 4">
            <a:extLst>
              <a:ext uri="{FF2B5EF4-FFF2-40B4-BE49-F238E27FC236}">
                <a16:creationId xmlns:a16="http://schemas.microsoft.com/office/drawing/2014/main" id="{369BB4E9-953D-13C9-5C4F-A7CBF551E29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7FD7A82D-6421-49CF-F825-7CE531C634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1" name="Rectangle 10">
            <a:extLst>
              <a:ext uri="{FF2B5EF4-FFF2-40B4-BE49-F238E27FC236}">
                <a16:creationId xmlns:a16="http://schemas.microsoft.com/office/drawing/2014/main" id="{64E8B8E6-D90D-1BF2-48AA-91286BE2B4E0}"/>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46339188"/>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edit Master title style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2" name="Straight Connector 1">
            <a:extLst>
              <a:ext uri="{FF2B5EF4-FFF2-40B4-BE49-F238E27FC236}">
                <a16:creationId xmlns:a16="http://schemas.microsoft.com/office/drawing/2014/main" id="{2D48B2AA-6947-C03E-ADC6-C678C17A5781}"/>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1312641"/>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69FC74D6-AD99-AABF-12F6-7642D40770D2}"/>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cxnSp>
        <p:nvCxnSpPr>
          <p:cNvPr id="4" name="Straight Connector 3">
            <a:extLst>
              <a:ext uri="{FF2B5EF4-FFF2-40B4-BE49-F238E27FC236}">
                <a16:creationId xmlns:a16="http://schemas.microsoft.com/office/drawing/2014/main" id="{A3D4C85A-3A2E-8E91-967B-CE12E2C7DD90}"/>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AD75A541-BC17-6A99-361D-DA6B775B8C6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754010326"/>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7EC8E6EE-2B6E-6C6F-D2A7-4AFE1960FD0F}"/>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cxnSp>
        <p:nvCxnSpPr>
          <p:cNvPr id="4" name="Straight Connector 3">
            <a:extLst>
              <a:ext uri="{FF2B5EF4-FFF2-40B4-BE49-F238E27FC236}">
                <a16:creationId xmlns:a16="http://schemas.microsoft.com/office/drawing/2014/main" id="{1B344902-03DA-C26A-4C75-FC87375732BB}"/>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0E627296-68AC-1F15-B54F-8B15B646CBCE}"/>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27906411"/>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4404E176-9D63-2251-DB1F-98BAD1464F54}"/>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cxnSp>
        <p:nvCxnSpPr>
          <p:cNvPr id="4" name="Straight Connector 3">
            <a:extLst>
              <a:ext uri="{FF2B5EF4-FFF2-40B4-BE49-F238E27FC236}">
                <a16:creationId xmlns:a16="http://schemas.microsoft.com/office/drawing/2014/main" id="{BD4FD3D3-B8EA-F298-F342-54EF0CB4FCD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8828C46C-E045-CD92-B361-46CB62E1A6AB}"/>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030379362"/>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83F9385D-20D7-65E5-C1AD-69DD54593489}"/>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cxnSp>
        <p:nvCxnSpPr>
          <p:cNvPr id="4" name="Straight Connector 3">
            <a:extLst>
              <a:ext uri="{FF2B5EF4-FFF2-40B4-BE49-F238E27FC236}">
                <a16:creationId xmlns:a16="http://schemas.microsoft.com/office/drawing/2014/main" id="{C77E3538-D23A-519D-8669-DD15F202912C}"/>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A5165596-F21C-DE10-0A8C-34E4275ED734}"/>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990451594"/>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7C4FBADD-F067-B3AF-C12C-91F41517AA8C}"/>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cxnSp>
        <p:nvCxnSpPr>
          <p:cNvPr id="4" name="Straight Connector 3">
            <a:extLst>
              <a:ext uri="{FF2B5EF4-FFF2-40B4-BE49-F238E27FC236}">
                <a16:creationId xmlns:a16="http://schemas.microsoft.com/office/drawing/2014/main" id="{8A09DC6A-3ABD-FA76-F91A-542191F8119A}"/>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E42A1CAF-487A-64E9-5E94-09FE71944536}"/>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96369515"/>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B88F2084-DA25-8C9A-182C-8DE4B84EFDAC}"/>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cxnSp>
        <p:nvCxnSpPr>
          <p:cNvPr id="4" name="Straight Connector 3">
            <a:extLst>
              <a:ext uri="{FF2B5EF4-FFF2-40B4-BE49-F238E27FC236}">
                <a16:creationId xmlns:a16="http://schemas.microsoft.com/office/drawing/2014/main" id="{7090D05A-BF94-633F-516E-FE9B230DE505}"/>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3728C721-2C10-2D48-704A-93E4498C9F8D}"/>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27031434"/>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923980955"/>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035631961"/>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787324561"/>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850664127"/>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F5A77CDA-1A1F-95F2-63BD-FE156E5B2C52}"/>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3" name="TextBox 2">
            <a:extLst>
              <a:ext uri="{FF2B5EF4-FFF2-40B4-BE49-F238E27FC236}">
                <a16:creationId xmlns:a16="http://schemas.microsoft.com/office/drawing/2014/main" id="{E4AEBDCD-9C2D-EEFB-B8AA-57C8FA5AA39D}"/>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29" name="TextBox 28">
            <a:extLst>
              <a:ext uri="{FF2B5EF4-FFF2-40B4-BE49-F238E27FC236}">
                <a16:creationId xmlns:a16="http://schemas.microsoft.com/office/drawing/2014/main" id="{8E680C46-DD6E-2772-6C7F-9ABBF1084DAA}"/>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34" name="TextBox 33">
            <a:extLst>
              <a:ext uri="{FF2B5EF4-FFF2-40B4-BE49-F238E27FC236}">
                <a16:creationId xmlns:a16="http://schemas.microsoft.com/office/drawing/2014/main" id="{87E4FFEA-0F83-8586-B517-90DD00832CF5}"/>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43" name="TextBox 42">
            <a:extLst>
              <a:ext uri="{FF2B5EF4-FFF2-40B4-BE49-F238E27FC236}">
                <a16:creationId xmlns:a16="http://schemas.microsoft.com/office/drawing/2014/main" id="{D6B50B51-CE3D-38FF-5636-E5C9FAE6FE4B}"/>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44" name="TextBox 43">
            <a:extLst>
              <a:ext uri="{FF2B5EF4-FFF2-40B4-BE49-F238E27FC236}">
                <a16:creationId xmlns:a16="http://schemas.microsoft.com/office/drawing/2014/main" id="{59C8C57C-AFC7-D01F-613B-F5B14F66475E}"/>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45" name="TextBox 44">
            <a:extLst>
              <a:ext uri="{FF2B5EF4-FFF2-40B4-BE49-F238E27FC236}">
                <a16:creationId xmlns:a16="http://schemas.microsoft.com/office/drawing/2014/main" id="{51F73151-2D25-CF71-828F-A7F78A77D489}"/>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46" name="TextBox 45">
            <a:extLst>
              <a:ext uri="{FF2B5EF4-FFF2-40B4-BE49-F238E27FC236}">
                <a16:creationId xmlns:a16="http://schemas.microsoft.com/office/drawing/2014/main" id="{B057F83D-1835-ACBE-2D5E-AAC0F15D0324}"/>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47" name="TextBox 46">
            <a:extLst>
              <a:ext uri="{FF2B5EF4-FFF2-40B4-BE49-F238E27FC236}">
                <a16:creationId xmlns:a16="http://schemas.microsoft.com/office/drawing/2014/main" id="{785AE538-2609-09D4-98DB-1BAD837D08EA}"/>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48" name="TextBox 47">
            <a:extLst>
              <a:ext uri="{FF2B5EF4-FFF2-40B4-BE49-F238E27FC236}">
                <a16:creationId xmlns:a16="http://schemas.microsoft.com/office/drawing/2014/main" id="{72E46CC4-F931-28FB-2628-6BEAF5FB14B7}"/>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51" name="TextBox 50">
            <a:extLst>
              <a:ext uri="{FF2B5EF4-FFF2-40B4-BE49-F238E27FC236}">
                <a16:creationId xmlns:a16="http://schemas.microsoft.com/office/drawing/2014/main" id="{4BC71DE5-819B-C005-63EE-60F2C8976600}"/>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52" name="TextBox 51">
            <a:extLst>
              <a:ext uri="{FF2B5EF4-FFF2-40B4-BE49-F238E27FC236}">
                <a16:creationId xmlns:a16="http://schemas.microsoft.com/office/drawing/2014/main" id="{6769B0D6-C235-3FFB-68F0-6C71DA3D27CC}"/>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cxnSp>
        <p:nvCxnSpPr>
          <p:cNvPr id="53" name="Straight Connector 52">
            <a:extLst>
              <a:ext uri="{FF2B5EF4-FFF2-40B4-BE49-F238E27FC236}">
                <a16:creationId xmlns:a16="http://schemas.microsoft.com/office/drawing/2014/main" id="{A0839622-0C49-0673-D387-176594B9294D}"/>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EA703FB1-8CFD-22C4-3581-510F481C59F7}"/>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9AA6C92-B973-A246-543A-DA7024338990}"/>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C97EF50-98A4-7394-1AC3-7948542D2EBB}"/>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71CDBF7-B0E8-41F0-507D-D72662E19767}"/>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CE30668-CFEF-9BBA-BC0A-FED30EDA9F0E}"/>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6A8C712-24B5-D582-C6C6-66364E9C5B32}"/>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CFE365B-681D-FE30-2F1F-2D64E860BE65}"/>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2C09DC0-2C01-2506-33E7-D6EB4BA639AA}"/>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3A60E9F-F527-1461-EC01-88A6BE8FE8ED}"/>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A46AAA8-9E2C-3124-9D83-CD6EA8DDDE71}"/>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845619A-43F0-3C64-9695-D41987557628}"/>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4698782"/>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42277A82-6FEA-C4D0-9E28-E117F876AC8F}"/>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3" name="TextBox 2">
            <a:extLst>
              <a:ext uri="{FF2B5EF4-FFF2-40B4-BE49-F238E27FC236}">
                <a16:creationId xmlns:a16="http://schemas.microsoft.com/office/drawing/2014/main" id="{D99FD728-6CFC-EE92-32C5-2D9201701C8C}"/>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29" name="TextBox 28">
            <a:extLst>
              <a:ext uri="{FF2B5EF4-FFF2-40B4-BE49-F238E27FC236}">
                <a16:creationId xmlns:a16="http://schemas.microsoft.com/office/drawing/2014/main" id="{FE6FFCF3-633F-F32F-0BF7-C3C64915C318}"/>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34" name="TextBox 33">
            <a:extLst>
              <a:ext uri="{FF2B5EF4-FFF2-40B4-BE49-F238E27FC236}">
                <a16:creationId xmlns:a16="http://schemas.microsoft.com/office/drawing/2014/main" id="{766B6CE9-2C91-181B-38A8-1C94653313F0}"/>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43" name="TextBox 42">
            <a:extLst>
              <a:ext uri="{FF2B5EF4-FFF2-40B4-BE49-F238E27FC236}">
                <a16:creationId xmlns:a16="http://schemas.microsoft.com/office/drawing/2014/main" id="{8E7DAB6E-62FB-0C9A-E741-A25349B1BEB7}"/>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44" name="TextBox 43">
            <a:extLst>
              <a:ext uri="{FF2B5EF4-FFF2-40B4-BE49-F238E27FC236}">
                <a16:creationId xmlns:a16="http://schemas.microsoft.com/office/drawing/2014/main" id="{22AE26C2-E654-E876-95A7-663B3B09DA26}"/>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45" name="TextBox 44">
            <a:extLst>
              <a:ext uri="{FF2B5EF4-FFF2-40B4-BE49-F238E27FC236}">
                <a16:creationId xmlns:a16="http://schemas.microsoft.com/office/drawing/2014/main" id="{2EEC6608-B71C-2E42-E89F-164F6C023AC3}"/>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46" name="TextBox 45">
            <a:extLst>
              <a:ext uri="{FF2B5EF4-FFF2-40B4-BE49-F238E27FC236}">
                <a16:creationId xmlns:a16="http://schemas.microsoft.com/office/drawing/2014/main" id="{7A5D5811-4EFB-D4C8-CE6E-157CD675DACF}"/>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47" name="TextBox 46">
            <a:extLst>
              <a:ext uri="{FF2B5EF4-FFF2-40B4-BE49-F238E27FC236}">
                <a16:creationId xmlns:a16="http://schemas.microsoft.com/office/drawing/2014/main" id="{EC19532D-5FE2-50E3-31D0-8A57E75DEF39}"/>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48" name="TextBox 47">
            <a:extLst>
              <a:ext uri="{FF2B5EF4-FFF2-40B4-BE49-F238E27FC236}">
                <a16:creationId xmlns:a16="http://schemas.microsoft.com/office/drawing/2014/main" id="{9A5101B0-44D5-D6DD-F397-8F26B636C93D}"/>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51" name="TextBox 50">
            <a:extLst>
              <a:ext uri="{FF2B5EF4-FFF2-40B4-BE49-F238E27FC236}">
                <a16:creationId xmlns:a16="http://schemas.microsoft.com/office/drawing/2014/main" id="{F2555AB8-660D-AE17-8A2B-13A2FD81029B}"/>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52" name="TextBox 51">
            <a:extLst>
              <a:ext uri="{FF2B5EF4-FFF2-40B4-BE49-F238E27FC236}">
                <a16:creationId xmlns:a16="http://schemas.microsoft.com/office/drawing/2014/main" id="{C42AF09C-3D4B-E1FD-67F4-9B3D8E347B5F}"/>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cxnSp>
        <p:nvCxnSpPr>
          <p:cNvPr id="53" name="Straight Connector 52">
            <a:extLst>
              <a:ext uri="{FF2B5EF4-FFF2-40B4-BE49-F238E27FC236}">
                <a16:creationId xmlns:a16="http://schemas.microsoft.com/office/drawing/2014/main" id="{B6518AC3-FDF8-7193-71F4-4CEA2D1FF8E2}"/>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1D1E547-A1FD-0CE9-946A-DA586A41FF23}"/>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0AF7CAD-00EF-C6D2-2C76-D401FECAE2B3}"/>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6DFEA73-5C98-E619-D86F-DB87FD9681A5}"/>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7D2B67F-A598-E9EC-357A-305B647D1A4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FD18EAC-59B1-4201-E61F-EBD6E293ED68}"/>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5653100-8859-6236-D5E2-2790E2DFED08}"/>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D0213B19-9E32-AAEC-62F0-698C8CCC8732}"/>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0AEF15B-8B21-9388-6B3F-24C67DAFED3B}"/>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F9E7A05-57AC-B24F-F842-ADF7B020BCAF}"/>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D9FB6FD-7F69-6C1E-3256-9B35EE805B2A}"/>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75D14B98-A28C-3966-4B22-65EFE888C04C}"/>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8214946"/>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A3A020A6-9A60-94E8-6B70-3C502ECAD284}"/>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3" name="TextBox 2">
            <a:extLst>
              <a:ext uri="{FF2B5EF4-FFF2-40B4-BE49-F238E27FC236}">
                <a16:creationId xmlns:a16="http://schemas.microsoft.com/office/drawing/2014/main" id="{3733710C-677D-D1C1-B77D-657B4AF266C9}"/>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29" name="TextBox 28">
            <a:extLst>
              <a:ext uri="{FF2B5EF4-FFF2-40B4-BE49-F238E27FC236}">
                <a16:creationId xmlns:a16="http://schemas.microsoft.com/office/drawing/2014/main" id="{E69F4CA9-D0F4-5886-9D88-DF8DCBFC4CD0}"/>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34" name="TextBox 33">
            <a:extLst>
              <a:ext uri="{FF2B5EF4-FFF2-40B4-BE49-F238E27FC236}">
                <a16:creationId xmlns:a16="http://schemas.microsoft.com/office/drawing/2014/main" id="{D5CC0856-4400-3A44-F7D8-9E23ED5B660E}"/>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43" name="TextBox 42">
            <a:extLst>
              <a:ext uri="{FF2B5EF4-FFF2-40B4-BE49-F238E27FC236}">
                <a16:creationId xmlns:a16="http://schemas.microsoft.com/office/drawing/2014/main" id="{BF703BD7-0931-54E3-335D-29A8CB10AD89}"/>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44" name="TextBox 43">
            <a:extLst>
              <a:ext uri="{FF2B5EF4-FFF2-40B4-BE49-F238E27FC236}">
                <a16:creationId xmlns:a16="http://schemas.microsoft.com/office/drawing/2014/main" id="{C92BD23E-F50A-5B5C-BD4C-66E574BD5ACC}"/>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45" name="TextBox 44">
            <a:extLst>
              <a:ext uri="{FF2B5EF4-FFF2-40B4-BE49-F238E27FC236}">
                <a16:creationId xmlns:a16="http://schemas.microsoft.com/office/drawing/2014/main" id="{7F8313C6-D1ED-0623-C13D-04764C405EAC}"/>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46" name="TextBox 45">
            <a:extLst>
              <a:ext uri="{FF2B5EF4-FFF2-40B4-BE49-F238E27FC236}">
                <a16:creationId xmlns:a16="http://schemas.microsoft.com/office/drawing/2014/main" id="{4880B96F-148F-E451-F0D5-2828ACDE3559}"/>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47" name="TextBox 46">
            <a:extLst>
              <a:ext uri="{FF2B5EF4-FFF2-40B4-BE49-F238E27FC236}">
                <a16:creationId xmlns:a16="http://schemas.microsoft.com/office/drawing/2014/main" id="{9321ED2F-0280-5E22-D33D-F6D95B66D796}"/>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48" name="TextBox 47">
            <a:extLst>
              <a:ext uri="{FF2B5EF4-FFF2-40B4-BE49-F238E27FC236}">
                <a16:creationId xmlns:a16="http://schemas.microsoft.com/office/drawing/2014/main" id="{A45573A2-63AB-2289-2308-C12FB78CC434}"/>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51" name="TextBox 50">
            <a:extLst>
              <a:ext uri="{FF2B5EF4-FFF2-40B4-BE49-F238E27FC236}">
                <a16:creationId xmlns:a16="http://schemas.microsoft.com/office/drawing/2014/main" id="{991CC61F-FDA6-AADF-A920-17605163EC82}"/>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52" name="TextBox 51">
            <a:extLst>
              <a:ext uri="{FF2B5EF4-FFF2-40B4-BE49-F238E27FC236}">
                <a16:creationId xmlns:a16="http://schemas.microsoft.com/office/drawing/2014/main" id="{11FE0D84-9F9D-0282-46B1-4A2033E1F7A1}"/>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cxnSp>
        <p:nvCxnSpPr>
          <p:cNvPr id="53" name="Straight Connector 52">
            <a:extLst>
              <a:ext uri="{FF2B5EF4-FFF2-40B4-BE49-F238E27FC236}">
                <a16:creationId xmlns:a16="http://schemas.microsoft.com/office/drawing/2014/main" id="{FA30DF63-9B0D-2594-E696-0F5C23B981FE}"/>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6A45DE55-CB97-0CDE-175E-A1583439764C}"/>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7FB3EB0-CC7C-E6CE-1810-82B69695C918}"/>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12410162-624B-1877-1CC8-79829002D0A7}"/>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EA485B8-B735-FF81-2039-4646DA9EC228}"/>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203A4ED-EF6D-A767-5678-BAC0E9B5313E}"/>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370C370-17A3-8143-8D98-A0BD97122808}"/>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E35533C-A56E-15BC-13BA-D548AB87BB29}"/>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5F20445-6AD2-C26B-3D01-92A2C20EE412}"/>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1483D1A-AE55-396E-4DA1-73EBD3FB92B8}"/>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C3057AA8-DDAD-0138-2F24-3A2FBF2472CD}"/>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9E2FDA8-DCE2-EACE-BEEC-8C93F9B60C55}"/>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3987163"/>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4024777686"/>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pic>
        <p:nvPicPr>
          <p:cNvPr id="2" name="MS logo white - EMF" descr="Microsoft logo white text version">
            <a:extLst>
              <a:ext uri="{FF2B5EF4-FFF2-40B4-BE49-F238E27FC236}">
                <a16:creationId xmlns:a16="http://schemas.microsoft.com/office/drawing/2014/main" id="{AD47F79A-06C6-8146-2726-E337C57DFA6F}"/>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3" name="Straight Connector 2">
            <a:extLst>
              <a:ext uri="{FF2B5EF4-FFF2-40B4-BE49-F238E27FC236}">
                <a16:creationId xmlns:a16="http://schemas.microsoft.com/office/drawing/2014/main" id="{0A0A8ADA-90CC-2EF5-AE44-69BC64BA09FF}"/>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8450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0" y="-689429"/>
            <a:ext cx="11018520" cy="492443"/>
          </a:xfrm>
        </p:spPr>
        <p:txBody>
          <a:bodyPr/>
          <a:lstStyle>
            <a:lvl1pPr>
              <a:defRPr sz="3200"/>
            </a:lvl1pPr>
          </a:lstStyle>
          <a:p>
            <a:r>
              <a:rPr lang="en-US"/>
              <a:t>Click to edit Master title style</a:t>
            </a:r>
          </a:p>
        </p:txBody>
      </p:sp>
    </p:spTree>
    <p:extLst>
      <p:ext uri="{BB962C8B-B14F-4D97-AF65-F5344CB8AC3E}">
        <p14:creationId xmlns:p14="http://schemas.microsoft.com/office/powerpoint/2010/main" val="701206562"/>
      </p:ext>
    </p:extLst>
  </p:cSld>
  <p:clrMapOvr>
    <a:masterClrMapping/>
  </p:clrMapOvr>
  <p:transition>
    <p:fade/>
  </p:transition>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3" name="MS logo white - EMF" descr="Microsoft logo white text version">
            <a:extLst>
              <a:ext uri="{FF2B5EF4-FFF2-40B4-BE49-F238E27FC236}">
                <a16:creationId xmlns:a16="http://schemas.microsoft.com/office/drawing/2014/main" id="{756F3268-D9C2-26AA-E372-6D3615ACF2F1}"/>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6" name="Straight Connector 5">
            <a:extLst>
              <a:ext uri="{FF2B5EF4-FFF2-40B4-BE49-F238E27FC236}">
                <a16:creationId xmlns:a16="http://schemas.microsoft.com/office/drawing/2014/main" id="{2B9F499C-C8C9-89B3-E576-C790AC68B913}"/>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87963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1963357217"/>
      </p:ext>
    </p:extLst>
  </p:cSld>
  <p:clrMapOvr>
    <a:masterClrMapping/>
  </p:clrMapOvr>
  <p:transition>
    <p:fade/>
  </p:transition>
  <p:hf hdr="0" dt="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519038517"/>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3" name="Rectangle 2">
            <a:extLst>
              <a:ext uri="{FF2B5EF4-FFF2-40B4-BE49-F238E27FC236}">
                <a16:creationId xmlns:a16="http://schemas.microsoft.com/office/drawing/2014/main" id="{B6DB6C57-3951-6006-519D-4615F6898754}"/>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8" name="Rectangle 7">
            <a:extLst>
              <a:ext uri="{FF2B5EF4-FFF2-40B4-BE49-F238E27FC236}">
                <a16:creationId xmlns:a16="http://schemas.microsoft.com/office/drawing/2014/main" id="{891B525B-89EA-B373-ECC8-6581C820A14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383802497"/>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 name="Rectangle 4">
            <a:extLst>
              <a:ext uri="{FF2B5EF4-FFF2-40B4-BE49-F238E27FC236}">
                <a16:creationId xmlns:a16="http://schemas.microsoft.com/office/drawing/2014/main" id="{505C1F9C-EA6B-0516-A59C-EEAD91DB727F}"/>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136137223"/>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82685789"/>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BB45644B-7519-025A-EA25-1E735AD16218}"/>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Rectangle 8">
            <a:extLst>
              <a:ext uri="{FF2B5EF4-FFF2-40B4-BE49-F238E27FC236}">
                <a16:creationId xmlns:a16="http://schemas.microsoft.com/office/drawing/2014/main" id="{DBD08C04-D9E4-3431-3EE6-88E1E7DC1432}"/>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838807973"/>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
        <p:nvSpPr>
          <p:cNvPr id="3" name="Rectangle 2">
            <a:extLst>
              <a:ext uri="{FF2B5EF4-FFF2-40B4-BE49-F238E27FC236}">
                <a16:creationId xmlns:a16="http://schemas.microsoft.com/office/drawing/2014/main" id="{ED3AF0C5-128A-D8D2-10FE-D34EF3815AE9}"/>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694A7857-C08F-E8FE-F2F9-253ACC13995A}"/>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563447190"/>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
        <p:nvSpPr>
          <p:cNvPr id="3" name="Rectangle 2">
            <a:extLst>
              <a:ext uri="{FF2B5EF4-FFF2-40B4-BE49-F238E27FC236}">
                <a16:creationId xmlns:a16="http://schemas.microsoft.com/office/drawing/2014/main" id="{7AA14FFF-7DEA-4B50-5F1C-156F46296DD9}"/>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54D39290-8489-ACD7-6388-6779B6CE0A22}"/>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834917608"/>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Rectangle 2">
            <a:extLst>
              <a:ext uri="{FF2B5EF4-FFF2-40B4-BE49-F238E27FC236}">
                <a16:creationId xmlns:a16="http://schemas.microsoft.com/office/drawing/2014/main" id="{40C312EF-C4DB-3DDF-D2EA-D34BFAA122C7}"/>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02399519-6CF5-542D-EC43-39FB96B0E3E7}"/>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687186590"/>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r>
              <a:rPr lang="en-US"/>
              <a:t>Click icon to add media</a:t>
            </a:r>
          </a:p>
        </p:txBody>
      </p:sp>
    </p:spTree>
    <p:extLst>
      <p:ext uri="{BB962C8B-B14F-4D97-AF65-F5344CB8AC3E}">
        <p14:creationId xmlns:p14="http://schemas.microsoft.com/office/powerpoint/2010/main" val="2225274513"/>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497136910"/>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3" name="Title 1">
            <a:extLst>
              <a:ext uri="{FF2B5EF4-FFF2-40B4-BE49-F238E27FC236}">
                <a16:creationId xmlns:a16="http://schemas.microsoft.com/office/drawing/2014/main" id="{1D9C04A6-E993-5211-2533-601A281EE02E}"/>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4" name="Title 1">
            <a:extLst>
              <a:ext uri="{FF2B5EF4-FFF2-40B4-BE49-F238E27FC236}">
                <a16:creationId xmlns:a16="http://schemas.microsoft.com/office/drawing/2014/main" id="{336CD3A4-FED2-D403-B65F-B2D92E676324}"/>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 name="Title 1">
            <a:extLst>
              <a:ext uri="{FF2B5EF4-FFF2-40B4-BE49-F238E27FC236}">
                <a16:creationId xmlns:a16="http://schemas.microsoft.com/office/drawing/2014/main" id="{12B32456-DB82-55AB-700F-6A2C84C4A5EE}"/>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6" name="Title 1">
            <a:extLst>
              <a:ext uri="{FF2B5EF4-FFF2-40B4-BE49-F238E27FC236}">
                <a16:creationId xmlns:a16="http://schemas.microsoft.com/office/drawing/2014/main" id="{CF5FC2D3-1A8D-3942-5723-A6D7439E1B32}"/>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Tree>
    <p:extLst>
      <p:ext uri="{BB962C8B-B14F-4D97-AF65-F5344CB8AC3E}">
        <p14:creationId xmlns:p14="http://schemas.microsoft.com/office/powerpoint/2010/main" val="2406032928"/>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093459470"/>
      </p:ext>
    </p:extLst>
  </p:cSld>
  <p:clrMapOvr>
    <a:masterClrMapping/>
  </p:clrMapOvr>
  <p:transition>
    <p:fade/>
  </p:transition>
  <p:hf hdr="0" dt="0"/>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edit Master title style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2" name="Straight Connector 1">
            <a:extLst>
              <a:ext uri="{FF2B5EF4-FFF2-40B4-BE49-F238E27FC236}">
                <a16:creationId xmlns:a16="http://schemas.microsoft.com/office/drawing/2014/main" id="{6BA0E33D-37F8-4AE3-99A1-FD4770D69CED}"/>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0305821"/>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3B352466-73AE-2F17-6811-285EC097EE52}"/>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cxnSp>
        <p:nvCxnSpPr>
          <p:cNvPr id="4" name="Straight Connector 3">
            <a:extLst>
              <a:ext uri="{FF2B5EF4-FFF2-40B4-BE49-F238E27FC236}">
                <a16:creationId xmlns:a16="http://schemas.microsoft.com/office/drawing/2014/main" id="{4303211B-F044-6B41-91DD-973CBAB66128}"/>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ED21EA47-7383-A5AE-F7E2-144D92B236D1}"/>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115051769"/>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9FB0A9EA-399B-A60A-EF32-091C33971B8F}"/>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cxnSp>
        <p:nvCxnSpPr>
          <p:cNvPr id="4" name="Straight Connector 3">
            <a:extLst>
              <a:ext uri="{FF2B5EF4-FFF2-40B4-BE49-F238E27FC236}">
                <a16:creationId xmlns:a16="http://schemas.microsoft.com/office/drawing/2014/main" id="{FC4F2E8A-9667-9DDE-288A-4AC733332DD1}"/>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50021B30-2A90-F856-B1BD-6A692DE44C5E}"/>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456403923"/>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63E0E838-ED95-446E-6CCB-9AE765F47A32}"/>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cxnSp>
        <p:nvCxnSpPr>
          <p:cNvPr id="4" name="Straight Connector 3">
            <a:extLst>
              <a:ext uri="{FF2B5EF4-FFF2-40B4-BE49-F238E27FC236}">
                <a16:creationId xmlns:a16="http://schemas.microsoft.com/office/drawing/2014/main" id="{6AFDC62D-4B4D-701E-E3BD-854924BE099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A781C1D1-D00A-C074-F63A-2F5829F45870}"/>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910389172"/>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2E23A4AA-F28B-26BD-57B0-D8FE06D7F7C9}"/>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cxnSp>
        <p:nvCxnSpPr>
          <p:cNvPr id="4" name="Straight Connector 3">
            <a:extLst>
              <a:ext uri="{FF2B5EF4-FFF2-40B4-BE49-F238E27FC236}">
                <a16:creationId xmlns:a16="http://schemas.microsoft.com/office/drawing/2014/main" id="{7AA8CF0A-431A-4CDA-954F-5FD34FCA30D1}"/>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6BF29891-85E9-044C-249E-1DC506F25E0D}"/>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4152308"/>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23F6F8EF-12A1-147F-C671-621F5F962D15}"/>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cxnSp>
        <p:nvCxnSpPr>
          <p:cNvPr id="4" name="Straight Connector 3">
            <a:extLst>
              <a:ext uri="{FF2B5EF4-FFF2-40B4-BE49-F238E27FC236}">
                <a16:creationId xmlns:a16="http://schemas.microsoft.com/office/drawing/2014/main" id="{41D2742D-678D-A24A-F321-B95FF34DE0A8}"/>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069EAD12-DD32-29FF-3973-2E7CEB5BC091}"/>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27832731"/>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DF686E0C-AF28-1E28-195D-FC9EB7617372}"/>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cxnSp>
        <p:nvCxnSpPr>
          <p:cNvPr id="4" name="Straight Connector 3">
            <a:extLst>
              <a:ext uri="{FF2B5EF4-FFF2-40B4-BE49-F238E27FC236}">
                <a16:creationId xmlns:a16="http://schemas.microsoft.com/office/drawing/2014/main" id="{78CED571-7426-C0C1-4C2E-A6F51C76897A}"/>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362312A6-BFFD-00AE-2397-A723AE1FFE18}"/>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364712685"/>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51300289"/>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263180347"/>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666097444"/>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235287613"/>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87A5FA9C-CA11-551D-8C9C-DD42DEAD3B86}"/>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3" name="TextBox 2">
            <a:extLst>
              <a:ext uri="{FF2B5EF4-FFF2-40B4-BE49-F238E27FC236}">
                <a16:creationId xmlns:a16="http://schemas.microsoft.com/office/drawing/2014/main" id="{C0E1BA35-48A2-0F7C-054E-5452105B0EB9}"/>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29" name="TextBox 28">
            <a:extLst>
              <a:ext uri="{FF2B5EF4-FFF2-40B4-BE49-F238E27FC236}">
                <a16:creationId xmlns:a16="http://schemas.microsoft.com/office/drawing/2014/main" id="{2AB55633-061B-6ED4-E4C8-92DF8B75F0C5}"/>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34" name="TextBox 33">
            <a:extLst>
              <a:ext uri="{FF2B5EF4-FFF2-40B4-BE49-F238E27FC236}">
                <a16:creationId xmlns:a16="http://schemas.microsoft.com/office/drawing/2014/main" id="{B8F4E9EB-CF14-1FDF-2D81-E931ED260593}"/>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43" name="TextBox 42">
            <a:extLst>
              <a:ext uri="{FF2B5EF4-FFF2-40B4-BE49-F238E27FC236}">
                <a16:creationId xmlns:a16="http://schemas.microsoft.com/office/drawing/2014/main" id="{081F9009-6FAF-3DAB-98EF-B57786592C4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44" name="TextBox 43">
            <a:extLst>
              <a:ext uri="{FF2B5EF4-FFF2-40B4-BE49-F238E27FC236}">
                <a16:creationId xmlns:a16="http://schemas.microsoft.com/office/drawing/2014/main" id="{B2FBEE97-E16D-914E-6F43-9E74D0DDBC1D}"/>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45" name="TextBox 44">
            <a:extLst>
              <a:ext uri="{FF2B5EF4-FFF2-40B4-BE49-F238E27FC236}">
                <a16:creationId xmlns:a16="http://schemas.microsoft.com/office/drawing/2014/main" id="{3747CC41-4584-0D75-5370-46328CEF879E}"/>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46" name="TextBox 45">
            <a:extLst>
              <a:ext uri="{FF2B5EF4-FFF2-40B4-BE49-F238E27FC236}">
                <a16:creationId xmlns:a16="http://schemas.microsoft.com/office/drawing/2014/main" id="{01220BB4-34E9-83D8-9F57-72691342526E}"/>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47" name="TextBox 46">
            <a:extLst>
              <a:ext uri="{FF2B5EF4-FFF2-40B4-BE49-F238E27FC236}">
                <a16:creationId xmlns:a16="http://schemas.microsoft.com/office/drawing/2014/main" id="{2BBDB343-5265-A98E-6C91-799B40B1095E}"/>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48" name="TextBox 47">
            <a:extLst>
              <a:ext uri="{FF2B5EF4-FFF2-40B4-BE49-F238E27FC236}">
                <a16:creationId xmlns:a16="http://schemas.microsoft.com/office/drawing/2014/main" id="{670518D9-F896-A739-4FD1-DACC805C1E9A}"/>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51" name="TextBox 50">
            <a:extLst>
              <a:ext uri="{FF2B5EF4-FFF2-40B4-BE49-F238E27FC236}">
                <a16:creationId xmlns:a16="http://schemas.microsoft.com/office/drawing/2014/main" id="{9DF72811-596D-0595-BFA2-D34E7BA21F13}"/>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52" name="TextBox 51">
            <a:extLst>
              <a:ext uri="{FF2B5EF4-FFF2-40B4-BE49-F238E27FC236}">
                <a16:creationId xmlns:a16="http://schemas.microsoft.com/office/drawing/2014/main" id="{F334222D-93E3-7D4A-74F3-05E336AF3245}"/>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cxnSp>
        <p:nvCxnSpPr>
          <p:cNvPr id="53" name="Straight Connector 52">
            <a:extLst>
              <a:ext uri="{FF2B5EF4-FFF2-40B4-BE49-F238E27FC236}">
                <a16:creationId xmlns:a16="http://schemas.microsoft.com/office/drawing/2014/main" id="{A85486A9-A12E-4801-010F-689CFBED9FA2}"/>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7F102C0-99F7-2579-DF13-7A4299A93F6E}"/>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62B166E-CCC5-6C4F-6E0C-4786141DA215}"/>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8E27825-5F41-6D72-151A-E11AF0855FB8}"/>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999A4B8-B5CE-8165-9230-5F3DE29E78B4}"/>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5FDAD5B-2E16-F667-1C37-59847BE0B945}"/>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E651BFE-3DF6-5B9D-A894-11822AE75809}"/>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BCAAA12-0E59-6462-3F70-AF5A2AF954B9}"/>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DD414F4-69A1-D15D-0CC6-FDCB808E6095}"/>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4C055B6-5EE1-E356-AA4A-ADD025B8FF65}"/>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010138-D5AA-8E7C-0815-0FDB5CC45160}"/>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1F3BCE7-7FC5-B6F7-DFE4-AD7A6E5FBC8C}"/>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7239088"/>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B87BC26A-7C34-479F-4114-F89986902D12}"/>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3" name="TextBox 2">
            <a:extLst>
              <a:ext uri="{FF2B5EF4-FFF2-40B4-BE49-F238E27FC236}">
                <a16:creationId xmlns:a16="http://schemas.microsoft.com/office/drawing/2014/main" id="{BA01427F-2F61-5826-91B0-44BABCAE5955}"/>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29" name="TextBox 28">
            <a:extLst>
              <a:ext uri="{FF2B5EF4-FFF2-40B4-BE49-F238E27FC236}">
                <a16:creationId xmlns:a16="http://schemas.microsoft.com/office/drawing/2014/main" id="{5604DF28-D28C-65C0-0D6B-6BD9504F140F}"/>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34" name="TextBox 33">
            <a:extLst>
              <a:ext uri="{FF2B5EF4-FFF2-40B4-BE49-F238E27FC236}">
                <a16:creationId xmlns:a16="http://schemas.microsoft.com/office/drawing/2014/main" id="{4AD149BF-D2BB-2FE9-6DBF-10274DBE9A83}"/>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43" name="TextBox 42">
            <a:extLst>
              <a:ext uri="{FF2B5EF4-FFF2-40B4-BE49-F238E27FC236}">
                <a16:creationId xmlns:a16="http://schemas.microsoft.com/office/drawing/2014/main" id="{1E67488E-FF77-7347-1144-18A60A70E0C9}"/>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44" name="TextBox 43">
            <a:extLst>
              <a:ext uri="{FF2B5EF4-FFF2-40B4-BE49-F238E27FC236}">
                <a16:creationId xmlns:a16="http://schemas.microsoft.com/office/drawing/2014/main" id="{E15DD351-C693-656E-9C55-38963131B77B}"/>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45" name="TextBox 44">
            <a:extLst>
              <a:ext uri="{FF2B5EF4-FFF2-40B4-BE49-F238E27FC236}">
                <a16:creationId xmlns:a16="http://schemas.microsoft.com/office/drawing/2014/main" id="{6AE9FCD4-68EF-2B5C-9993-662174E9B3AF}"/>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46" name="TextBox 45">
            <a:extLst>
              <a:ext uri="{FF2B5EF4-FFF2-40B4-BE49-F238E27FC236}">
                <a16:creationId xmlns:a16="http://schemas.microsoft.com/office/drawing/2014/main" id="{AEDD0D06-0822-D6CF-F7F2-ECA1DD42F5C5}"/>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47" name="TextBox 46">
            <a:extLst>
              <a:ext uri="{FF2B5EF4-FFF2-40B4-BE49-F238E27FC236}">
                <a16:creationId xmlns:a16="http://schemas.microsoft.com/office/drawing/2014/main" id="{50B3CA65-D609-AB6A-CE08-FCAE009CFCE8}"/>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48" name="TextBox 47">
            <a:extLst>
              <a:ext uri="{FF2B5EF4-FFF2-40B4-BE49-F238E27FC236}">
                <a16:creationId xmlns:a16="http://schemas.microsoft.com/office/drawing/2014/main" id="{EB7E8541-E2FD-C3EE-A627-86DB1BF9869B}"/>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51" name="TextBox 50">
            <a:extLst>
              <a:ext uri="{FF2B5EF4-FFF2-40B4-BE49-F238E27FC236}">
                <a16:creationId xmlns:a16="http://schemas.microsoft.com/office/drawing/2014/main" id="{97FBB600-B90E-6173-DA8D-0C4B5493FC54}"/>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52" name="TextBox 51">
            <a:extLst>
              <a:ext uri="{FF2B5EF4-FFF2-40B4-BE49-F238E27FC236}">
                <a16:creationId xmlns:a16="http://schemas.microsoft.com/office/drawing/2014/main" id="{764C5A39-08BF-32ED-B393-B3E32D187B7D}"/>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cxnSp>
        <p:nvCxnSpPr>
          <p:cNvPr id="53" name="Straight Connector 52">
            <a:extLst>
              <a:ext uri="{FF2B5EF4-FFF2-40B4-BE49-F238E27FC236}">
                <a16:creationId xmlns:a16="http://schemas.microsoft.com/office/drawing/2014/main" id="{B12653D6-9611-CF69-EC1F-2CEF44520628}"/>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1E32C65-63F6-AC0C-F5B4-2CD6C3FD75F1}"/>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333DEDF-AD3C-645B-6D8A-C9FE79A2CDB9}"/>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69D5B02-8BF0-9F54-1DD2-843947A045E0}"/>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4624141D-1EC2-F6A2-4F49-507B9FCB3648}"/>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78BEA3A-4F0C-8D90-FDAB-EC1C1B5CC584}"/>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78EA5E3-7BAD-462B-AB87-36C08BA1E31C}"/>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11E5A75-82F4-A2A3-D83A-48C0D1716CBF}"/>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0436ABB-81F1-8EC2-6BC6-BFB945FD337C}"/>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CFF5157-84C5-A522-CD55-4FD17E2875BA}"/>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0F39BD8-2655-4968-D193-B00BEA995011}"/>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252866B-3666-8656-D203-E6AA0E0D93E7}"/>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5105275"/>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0A3F8966-57C4-8D69-C2EE-33B49713DBB9}"/>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3" name="TextBox 2">
            <a:extLst>
              <a:ext uri="{FF2B5EF4-FFF2-40B4-BE49-F238E27FC236}">
                <a16:creationId xmlns:a16="http://schemas.microsoft.com/office/drawing/2014/main" id="{AEAD8DFB-08AB-1CA1-08FC-39EC59F5EBFE}"/>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29" name="TextBox 28">
            <a:extLst>
              <a:ext uri="{FF2B5EF4-FFF2-40B4-BE49-F238E27FC236}">
                <a16:creationId xmlns:a16="http://schemas.microsoft.com/office/drawing/2014/main" id="{671E9712-E3C1-A63F-8C08-29D6ED708785}"/>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34" name="TextBox 33">
            <a:extLst>
              <a:ext uri="{FF2B5EF4-FFF2-40B4-BE49-F238E27FC236}">
                <a16:creationId xmlns:a16="http://schemas.microsoft.com/office/drawing/2014/main" id="{6F6F8AB6-38BF-D978-847B-D749F8DB2D79}"/>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43" name="TextBox 42">
            <a:extLst>
              <a:ext uri="{FF2B5EF4-FFF2-40B4-BE49-F238E27FC236}">
                <a16:creationId xmlns:a16="http://schemas.microsoft.com/office/drawing/2014/main" id="{7B3FCA31-9DBC-535A-F646-502AD3C4D1D9}"/>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44" name="TextBox 43">
            <a:extLst>
              <a:ext uri="{FF2B5EF4-FFF2-40B4-BE49-F238E27FC236}">
                <a16:creationId xmlns:a16="http://schemas.microsoft.com/office/drawing/2014/main" id="{30AEFC43-70D4-4B2E-D1FE-2EAA1FFDC2B0}"/>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45" name="TextBox 44">
            <a:extLst>
              <a:ext uri="{FF2B5EF4-FFF2-40B4-BE49-F238E27FC236}">
                <a16:creationId xmlns:a16="http://schemas.microsoft.com/office/drawing/2014/main" id="{657D4A5C-0906-5390-F0F2-FBDAEF89021E}"/>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46" name="TextBox 45">
            <a:extLst>
              <a:ext uri="{FF2B5EF4-FFF2-40B4-BE49-F238E27FC236}">
                <a16:creationId xmlns:a16="http://schemas.microsoft.com/office/drawing/2014/main" id="{E025B546-6089-6239-8F8C-2460DC28233A}"/>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47" name="TextBox 46">
            <a:extLst>
              <a:ext uri="{FF2B5EF4-FFF2-40B4-BE49-F238E27FC236}">
                <a16:creationId xmlns:a16="http://schemas.microsoft.com/office/drawing/2014/main" id="{EA0FEA50-3041-99F7-8E63-BEF554768F0F}"/>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48" name="TextBox 47">
            <a:extLst>
              <a:ext uri="{FF2B5EF4-FFF2-40B4-BE49-F238E27FC236}">
                <a16:creationId xmlns:a16="http://schemas.microsoft.com/office/drawing/2014/main" id="{D4B7E630-810D-96ED-55A6-FE05046C1F8E}"/>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51" name="TextBox 50">
            <a:extLst>
              <a:ext uri="{FF2B5EF4-FFF2-40B4-BE49-F238E27FC236}">
                <a16:creationId xmlns:a16="http://schemas.microsoft.com/office/drawing/2014/main" id="{649E71A2-2E20-8403-B55C-AB232C8E2DB6}"/>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52" name="TextBox 51">
            <a:extLst>
              <a:ext uri="{FF2B5EF4-FFF2-40B4-BE49-F238E27FC236}">
                <a16:creationId xmlns:a16="http://schemas.microsoft.com/office/drawing/2014/main" id="{20A9CECE-ADB9-A3E2-3752-8BEEE480CCCB}"/>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cxnSp>
        <p:nvCxnSpPr>
          <p:cNvPr id="53" name="Straight Connector 52">
            <a:extLst>
              <a:ext uri="{FF2B5EF4-FFF2-40B4-BE49-F238E27FC236}">
                <a16:creationId xmlns:a16="http://schemas.microsoft.com/office/drawing/2014/main" id="{B5095EB6-A636-9B82-2D9B-92E94DCFB107}"/>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DBD8B419-8700-09BC-6C95-2084A6309A87}"/>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A89DC29-66A1-1813-CAF6-46E5228296C4}"/>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AC8A285-4F95-F90F-4937-830BB68E94ED}"/>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B542510-3C26-9C80-F5F6-92EA7A954851}"/>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E779AC0-FBDA-CE35-A626-3927B3A1EDF0}"/>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771C710-41E0-6882-FDB3-69102CE05C69}"/>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A81D277-20A5-A253-4DCA-54209067BD36}"/>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D0185C3-29D3-2059-2E6D-0B07CE0B2014}"/>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2989C6A-A88E-2EA6-98F8-304FF070BB0A}"/>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DADFD3E-B19C-9A2C-EFF6-34CAA61FD4DB}"/>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B0CCE77A-6046-630C-03DF-2CA4427EDCEA}"/>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2370172"/>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4278225201"/>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pic>
        <p:nvPicPr>
          <p:cNvPr id="2" name="MS logo white - EMF" descr="Microsoft logo white text version">
            <a:extLst>
              <a:ext uri="{FF2B5EF4-FFF2-40B4-BE49-F238E27FC236}">
                <a16:creationId xmlns:a16="http://schemas.microsoft.com/office/drawing/2014/main" id="{72028822-A305-2632-7308-349518C64BF7}"/>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3" name="Straight Connector 2">
            <a:extLst>
              <a:ext uri="{FF2B5EF4-FFF2-40B4-BE49-F238E27FC236}">
                <a16:creationId xmlns:a16="http://schemas.microsoft.com/office/drawing/2014/main" id="{1B0072A0-F3A5-3ACF-F6E3-98DC215F173A}"/>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43764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18" Type="http://schemas.openxmlformats.org/officeDocument/2006/relationships/slideLayout" Target="../slideLayouts/slideLayout49.xml"/><Relationship Id="rId26" Type="http://schemas.openxmlformats.org/officeDocument/2006/relationships/slideLayout" Target="../slideLayouts/slideLayout57.xml"/><Relationship Id="rId3" Type="http://schemas.openxmlformats.org/officeDocument/2006/relationships/slideLayout" Target="../slideLayouts/slideLayout34.xml"/><Relationship Id="rId21" Type="http://schemas.openxmlformats.org/officeDocument/2006/relationships/slideLayout" Target="../slideLayouts/slideLayout52.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5" Type="http://schemas.openxmlformats.org/officeDocument/2006/relationships/slideLayout" Target="../slideLayouts/slideLayout56.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20" Type="http://schemas.openxmlformats.org/officeDocument/2006/relationships/slideLayout" Target="../slideLayouts/slideLayout51.xml"/><Relationship Id="rId29" Type="http://schemas.openxmlformats.org/officeDocument/2006/relationships/slideLayout" Target="../slideLayouts/slideLayout60.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24" Type="http://schemas.openxmlformats.org/officeDocument/2006/relationships/slideLayout" Target="../slideLayouts/slideLayout55.xml"/><Relationship Id="rId32" Type="http://schemas.openxmlformats.org/officeDocument/2006/relationships/theme" Target="../theme/theme2.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23" Type="http://schemas.openxmlformats.org/officeDocument/2006/relationships/slideLayout" Target="../slideLayouts/slideLayout54.xml"/><Relationship Id="rId28" Type="http://schemas.openxmlformats.org/officeDocument/2006/relationships/slideLayout" Target="../slideLayouts/slideLayout59.xml"/><Relationship Id="rId10" Type="http://schemas.openxmlformats.org/officeDocument/2006/relationships/slideLayout" Target="../slideLayouts/slideLayout41.xml"/><Relationship Id="rId19" Type="http://schemas.openxmlformats.org/officeDocument/2006/relationships/slideLayout" Target="../slideLayouts/slideLayout50.xml"/><Relationship Id="rId31" Type="http://schemas.openxmlformats.org/officeDocument/2006/relationships/slideLayout" Target="../slideLayouts/slideLayout62.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 Id="rId22" Type="http://schemas.openxmlformats.org/officeDocument/2006/relationships/slideLayout" Target="../slideLayouts/slideLayout53.xml"/><Relationship Id="rId27" Type="http://schemas.openxmlformats.org/officeDocument/2006/relationships/slideLayout" Target="../slideLayouts/slideLayout58.xml"/><Relationship Id="rId30" Type="http://schemas.openxmlformats.org/officeDocument/2006/relationships/slideLayout" Target="../slideLayouts/slideLayout6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18" Type="http://schemas.openxmlformats.org/officeDocument/2006/relationships/slideLayout" Target="../slideLayouts/slideLayout80.xml"/><Relationship Id="rId26" Type="http://schemas.openxmlformats.org/officeDocument/2006/relationships/slideLayout" Target="../slideLayouts/slideLayout88.xml"/><Relationship Id="rId3" Type="http://schemas.openxmlformats.org/officeDocument/2006/relationships/slideLayout" Target="../slideLayouts/slideLayout65.xml"/><Relationship Id="rId21" Type="http://schemas.openxmlformats.org/officeDocument/2006/relationships/slideLayout" Target="../slideLayouts/slideLayout83.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17" Type="http://schemas.openxmlformats.org/officeDocument/2006/relationships/slideLayout" Target="../slideLayouts/slideLayout79.xml"/><Relationship Id="rId25" Type="http://schemas.openxmlformats.org/officeDocument/2006/relationships/slideLayout" Target="../slideLayouts/slideLayout87.xml"/><Relationship Id="rId2" Type="http://schemas.openxmlformats.org/officeDocument/2006/relationships/slideLayout" Target="../slideLayouts/slideLayout64.xml"/><Relationship Id="rId16" Type="http://schemas.openxmlformats.org/officeDocument/2006/relationships/slideLayout" Target="../slideLayouts/slideLayout78.xml"/><Relationship Id="rId20" Type="http://schemas.openxmlformats.org/officeDocument/2006/relationships/slideLayout" Target="../slideLayouts/slideLayout82.xml"/><Relationship Id="rId29" Type="http://schemas.openxmlformats.org/officeDocument/2006/relationships/slideLayout" Target="../slideLayouts/slideLayout91.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24" Type="http://schemas.openxmlformats.org/officeDocument/2006/relationships/slideLayout" Target="../slideLayouts/slideLayout86.xml"/><Relationship Id="rId5" Type="http://schemas.openxmlformats.org/officeDocument/2006/relationships/slideLayout" Target="../slideLayouts/slideLayout67.xml"/><Relationship Id="rId15" Type="http://schemas.openxmlformats.org/officeDocument/2006/relationships/slideLayout" Target="../slideLayouts/slideLayout77.xml"/><Relationship Id="rId23" Type="http://schemas.openxmlformats.org/officeDocument/2006/relationships/slideLayout" Target="../slideLayouts/slideLayout85.xml"/><Relationship Id="rId28" Type="http://schemas.openxmlformats.org/officeDocument/2006/relationships/slideLayout" Target="../slideLayouts/slideLayout90.xml"/><Relationship Id="rId10" Type="http://schemas.openxmlformats.org/officeDocument/2006/relationships/slideLayout" Target="../slideLayouts/slideLayout72.xml"/><Relationship Id="rId19" Type="http://schemas.openxmlformats.org/officeDocument/2006/relationships/slideLayout" Target="../slideLayouts/slideLayout81.xml"/><Relationship Id="rId31" Type="http://schemas.openxmlformats.org/officeDocument/2006/relationships/theme" Target="../theme/theme3.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 Id="rId22" Type="http://schemas.openxmlformats.org/officeDocument/2006/relationships/slideLayout" Target="../slideLayouts/slideLayout84.xml"/><Relationship Id="rId27" Type="http://schemas.openxmlformats.org/officeDocument/2006/relationships/slideLayout" Target="../slideLayouts/slideLayout89.xml"/><Relationship Id="rId30" Type="http://schemas.openxmlformats.org/officeDocument/2006/relationships/slideLayout" Target="../slideLayouts/slideLayout9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35085315"/>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 id="2147484081" r:id="rId13"/>
    <p:sldLayoutId id="2147484082" r:id="rId14"/>
    <p:sldLayoutId id="2147484083" r:id="rId15"/>
    <p:sldLayoutId id="2147484084" r:id="rId16"/>
    <p:sldLayoutId id="2147484085" r:id="rId17"/>
    <p:sldLayoutId id="2147484086" r:id="rId18"/>
    <p:sldLayoutId id="2147484087" r:id="rId19"/>
    <p:sldLayoutId id="2147484088" r:id="rId20"/>
    <p:sldLayoutId id="2147484089" r:id="rId21"/>
    <p:sldLayoutId id="2147484090" r:id="rId22"/>
    <p:sldLayoutId id="2147484091" r:id="rId23"/>
    <p:sldLayoutId id="2147484092" r:id="rId24"/>
    <p:sldLayoutId id="2147484093" r:id="rId25"/>
    <p:sldLayoutId id="2147484094" r:id="rId26"/>
    <p:sldLayoutId id="2147484095" r:id="rId27"/>
    <p:sldLayoutId id="2147484096" r:id="rId28"/>
    <p:sldLayoutId id="2147484097" r:id="rId29"/>
    <p:sldLayoutId id="2147484098" r:id="rId30"/>
    <p:sldLayoutId id="2147484099" r:id="rId31"/>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Title Placeholder 1">
            <a:extLst>
              <a:ext uri="{FF2B5EF4-FFF2-40B4-BE49-F238E27FC236}">
                <a16:creationId xmlns:a16="http://schemas.microsoft.com/office/drawing/2014/main" id="{DA58ED04-A41D-F6D6-EF43-9324CB14A94A}"/>
              </a:ext>
            </a:extLst>
          </p:cNvPr>
          <p:cNvSpPr>
            <a:spLocks noGrp="1"/>
          </p:cNvSpPr>
          <p:nvPr>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34" name="Text Placeholder 3">
            <a:extLst>
              <a:ext uri="{FF2B5EF4-FFF2-40B4-BE49-F238E27FC236}">
                <a16:creationId xmlns:a16="http://schemas.microsoft.com/office/drawing/2014/main" id="{B9F0F4AE-E8FD-934C-8C14-9D675AD712A9}"/>
              </a:ext>
            </a:extLst>
          </p:cNvPr>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6" name="GRID" hidden="1">
            <a:extLst>
              <a:ext uri="{FF2B5EF4-FFF2-40B4-BE49-F238E27FC236}">
                <a16:creationId xmlns:a16="http://schemas.microsoft.com/office/drawing/2014/main" id="{D5D73230-EDAD-D53F-59F8-FD0D14164C09}"/>
              </a:ext>
            </a:extLst>
          </p:cNvPr>
          <p:cNvGrpSpPr/>
          <p:nvPr userDrawn="1"/>
        </p:nvGrpSpPr>
        <p:grpSpPr>
          <a:xfrm>
            <a:off x="0" y="0"/>
            <a:ext cx="12192000" cy="6858000"/>
            <a:chOff x="0" y="0"/>
            <a:chExt cx="12192000" cy="6858000"/>
          </a:xfrm>
        </p:grpSpPr>
        <p:cxnSp>
          <p:nvCxnSpPr>
            <p:cNvPr id="37" name="Straight Connector 36">
              <a:extLst>
                <a:ext uri="{FF2B5EF4-FFF2-40B4-BE49-F238E27FC236}">
                  <a16:creationId xmlns:a16="http://schemas.microsoft.com/office/drawing/2014/main" id="{96B0BD6C-F32A-52BD-3FEB-3D9A6DC243F8}"/>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7ACE2E7-E61E-40FD-BB53-1851CB0652B8}"/>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9E18E8B-CE9D-8949-70F4-3028D1AD94C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CA01B6A-4AC0-6A5D-B5C8-71BE559BA865}"/>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FCD63A13-4951-FE84-6E44-EF6FA6582032}"/>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3270D57-D41C-0DBB-594A-ECB1884B21B4}"/>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FE9844D-4E86-846C-BE01-4AD94A28C744}"/>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D841936-9B7E-8170-72DB-89EFAE19D3A8}"/>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908B5CC-8DF8-7489-A2EA-72656395B4CD}"/>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896F75B-DA59-7463-0E62-201407450C49}"/>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A34CF89-46BA-99A0-38D1-2B52748F9C7E}"/>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CFB786B-A62E-2AC8-8353-F38BDF9BB013}"/>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9CFFADD-4B16-36EE-B634-DA4F349BF50E}"/>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69C125E2-ECF6-B730-B2AA-28C8B8DA1B78}"/>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438841B-EA6F-21C8-569C-BB809B5A4006}"/>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9DD06D3F-1B28-31B4-0387-B2B473497750}"/>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2CFF8194-2DA3-CC7B-E9C3-9FFDFDA8B0D4}"/>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FA55516-A0C6-1889-6A8B-73858BEBDE99}"/>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D8F3940E-516F-A553-DB1C-5710578772DF}"/>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D4F7F2FA-6044-B440-78F1-3220A0EC4FCC}"/>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FF80011-5C92-7CD9-952E-AE8DE09E1C3D}"/>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47A75AB4-C3DC-E3AC-AE35-B6B21E7BDF76}"/>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8EDF65A-E73F-B9F4-450E-CE4734F6FB02}"/>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6C3C96E-F77B-3315-D7FF-DA9B09EAF9EF}"/>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7575FA65-25DE-8B58-C85B-F6180B657E78}"/>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F176B1C9-F817-88AA-131D-226CDE75396B}"/>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095C5B56-09DE-80F4-9063-361FE984969D}"/>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3EA8D092-A68E-966D-05AB-5C5F711644B1}"/>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7B50F7C-54D2-8CF5-C2CC-2C0CFF958754}"/>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63FCD2F-60E6-A3A7-B15B-137B18185BA6}"/>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C449D22-C2C2-04AF-D96C-01D22008D307}"/>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A0F9A2E-6243-A242-A849-63A73FA2CC7F}"/>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5DE0FABE-742C-D8C3-6991-6E9B0E1D7F53}"/>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62C2A98-6AE3-1156-1450-8988EB9EE615}"/>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80" name=".64 square" hidden="1">
            <a:extLst>
              <a:ext uri="{FF2B5EF4-FFF2-40B4-BE49-F238E27FC236}">
                <a16:creationId xmlns:a16="http://schemas.microsoft.com/office/drawing/2014/main" id="{6382D235-4B2E-67AE-3912-5E0EB4DFE993}"/>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1" name=".32 square" hidden="1">
            <a:extLst>
              <a:ext uri="{FF2B5EF4-FFF2-40B4-BE49-F238E27FC236}">
                <a16:creationId xmlns:a16="http://schemas.microsoft.com/office/drawing/2014/main" id="{1991EC17-57D3-7338-9697-9B8D4DAAC163}"/>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961732303"/>
      </p:ext>
    </p:extLst>
  </p:cSld>
  <p:clrMap bg1="lt1" tx1="dk1" bg2="lt2" tx2="dk2" accent1="accent1" accent2="accent2" accent3="accent3" accent4="accent4" accent5="accent5" accent6="accent6" hlink="hlink" folHlink="folHlink"/>
  <p:sldLayoutIdLst>
    <p:sldLayoutId id="2147484101" r:id="rId1"/>
    <p:sldLayoutId id="2147484102" r:id="rId2"/>
    <p:sldLayoutId id="2147484103" r:id="rId3"/>
    <p:sldLayoutId id="2147484104" r:id="rId4"/>
    <p:sldLayoutId id="2147484105" r:id="rId5"/>
    <p:sldLayoutId id="2147484106" r:id="rId6"/>
    <p:sldLayoutId id="2147484107" r:id="rId7"/>
    <p:sldLayoutId id="2147484108" r:id="rId8"/>
    <p:sldLayoutId id="2147484109" r:id="rId9"/>
    <p:sldLayoutId id="2147484110" r:id="rId10"/>
    <p:sldLayoutId id="2147484111" r:id="rId11"/>
    <p:sldLayoutId id="2147484112" r:id="rId12"/>
    <p:sldLayoutId id="2147484113" r:id="rId13"/>
    <p:sldLayoutId id="2147484114" r:id="rId14"/>
    <p:sldLayoutId id="2147484115" r:id="rId15"/>
    <p:sldLayoutId id="2147484116" r:id="rId16"/>
    <p:sldLayoutId id="2147484117" r:id="rId17"/>
    <p:sldLayoutId id="2147484118" r:id="rId18"/>
    <p:sldLayoutId id="2147484119" r:id="rId19"/>
    <p:sldLayoutId id="2147484120" r:id="rId20"/>
    <p:sldLayoutId id="2147484121" r:id="rId21"/>
    <p:sldLayoutId id="2147484122" r:id="rId22"/>
    <p:sldLayoutId id="2147484123" r:id="rId23"/>
    <p:sldLayoutId id="2147484124" r:id="rId24"/>
    <p:sldLayoutId id="2147484125" r:id="rId25"/>
    <p:sldLayoutId id="2147484126" r:id="rId26"/>
    <p:sldLayoutId id="2147484127" r:id="rId27"/>
    <p:sldLayoutId id="2147484128" r:id="rId28"/>
    <p:sldLayoutId id="2147484129" r:id="rId29"/>
    <p:sldLayoutId id="2147484130" r:id="rId30"/>
    <p:sldLayoutId id="2147484131" r:id="rId31"/>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grpSp>
        <p:nvGrpSpPr>
          <p:cNvPr id="8" name="GRID" hidden="1">
            <a:extLst>
              <a:ext uri="{FF2B5EF4-FFF2-40B4-BE49-F238E27FC236}">
                <a16:creationId xmlns:a16="http://schemas.microsoft.com/office/drawing/2014/main" id="{DC680CE1-0152-A9B3-81CD-D7469FA1F45A}"/>
              </a:ext>
            </a:extLst>
          </p:cNvPr>
          <p:cNvGrpSpPr/>
          <p:nvPr userDrawn="1"/>
        </p:nvGrpSpPr>
        <p:grpSpPr>
          <a:xfrm>
            <a:off x="0" y="0"/>
            <a:ext cx="12192000" cy="6858000"/>
            <a:chOff x="0" y="0"/>
            <a:chExt cx="12192000" cy="6858000"/>
          </a:xfrm>
        </p:grpSpPr>
        <p:cxnSp>
          <p:nvCxnSpPr>
            <p:cNvPr id="34" name="Straight Connector 33">
              <a:extLst>
                <a:ext uri="{FF2B5EF4-FFF2-40B4-BE49-F238E27FC236}">
                  <a16:creationId xmlns:a16="http://schemas.microsoft.com/office/drawing/2014/main" id="{EC200297-0A98-8AE6-0A6D-1E94168949AD}"/>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B67385F-35A7-D130-3418-F10389C4DA2C}"/>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67D3EBB-08E2-F629-C15C-01FFE854237A}"/>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0B0575A-A62C-DD17-309D-939A56D19DE3}"/>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3683606-CB61-C6BA-6231-0DDAC12DAA3F}"/>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6D7F8F7-78EA-CF8E-936E-24D3BE64C25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E92743C-307F-4DF1-E323-373054232889}"/>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EB12845-B0B6-7190-8BB0-C44E534A0A28}"/>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8CAD91D-3198-B853-C80C-06A279FD8380}"/>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A891F7E7-7233-E9C2-DCAE-8BDAFD1EF1EC}"/>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EC4A88CB-CBE2-BB9D-F215-64570BA1A652}"/>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F19CBE1-1EA4-F3E9-D97C-4AEF7FB670CF}"/>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2A85532-B597-C610-F029-1F7358412171}"/>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4B174D4-016F-F483-58FA-EF7C0C19EA1E}"/>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2B9D32E-5FAA-1D00-01D3-48532F725B73}"/>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0C5C16BC-B2B8-8FDB-F751-289A977C6DD3}"/>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9E8EC1A-46FD-FA1D-BD66-CAF96087431B}"/>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1D50D9E-9095-1E3C-A327-8DB08232695D}"/>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32E05B0-B89C-7A35-7B9F-87436CAAECDD}"/>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168F935-7ACB-51CC-B910-483594E554A0}"/>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1D414F4F-471B-FF12-D8F0-2FCDF7D92C61}"/>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F9E40C-6C1C-4347-7221-7FADE472373D}"/>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7989C83A-C592-83A4-9EEC-A45519E2DD1C}"/>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74010B14-7365-C624-AD5D-7716A529DD51}"/>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0D09495-38C3-CD54-01F7-8CA84A2BADCC}"/>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DDC5C14-1638-B786-B582-AA49DF1E2EF7}"/>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1BB542A2-9D2C-B85F-9EE0-D025871A1A79}"/>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D3151646-8A9D-A7F8-0D55-BAD73A5CEA67}"/>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E15D6A62-F74D-1AB4-0563-28AB9E4C41C0}"/>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F1D2D649-FE0F-B760-4ABC-1267AF89D67E}"/>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E7004DF-B401-F6C7-29C3-72E415127EF1}"/>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5DE4F3B-28F2-9012-C048-527C3DDA0C22}"/>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71DC2F5-239C-94AE-5EA4-42459ABDE2CD}"/>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A923C781-4CFD-7715-1126-27F71BFFC7F6}"/>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78" name=".64 square" hidden="1">
            <a:extLst>
              <a:ext uri="{FF2B5EF4-FFF2-40B4-BE49-F238E27FC236}">
                <a16:creationId xmlns:a16="http://schemas.microsoft.com/office/drawing/2014/main" id="{403C4AD3-10A9-A760-C8F5-BC5E03CF0436}"/>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9" name=".32 square" hidden="1">
            <a:extLst>
              <a:ext uri="{FF2B5EF4-FFF2-40B4-BE49-F238E27FC236}">
                <a16:creationId xmlns:a16="http://schemas.microsoft.com/office/drawing/2014/main" id="{7FD4C3F5-136F-FDBD-9FA6-2F1C679D8021}"/>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1694084769"/>
      </p:ext>
    </p:extLst>
  </p:cSld>
  <p:clrMap bg1="lt1" tx1="dk1" bg2="lt2" tx2="dk2" accent1="accent1" accent2="accent2" accent3="accent3" accent4="accent4" accent5="accent5" accent6="accent6" hlink="hlink" folHlink="folHlink"/>
  <p:sldLayoutIdLst>
    <p:sldLayoutId id="2147484133" r:id="rId1"/>
    <p:sldLayoutId id="2147484134" r:id="rId2"/>
    <p:sldLayoutId id="2147484135" r:id="rId3"/>
    <p:sldLayoutId id="2147484136" r:id="rId4"/>
    <p:sldLayoutId id="2147484137" r:id="rId5"/>
    <p:sldLayoutId id="2147484138" r:id="rId6"/>
    <p:sldLayoutId id="2147484139" r:id="rId7"/>
    <p:sldLayoutId id="2147484140" r:id="rId8"/>
    <p:sldLayoutId id="2147484141" r:id="rId9"/>
    <p:sldLayoutId id="2147484142" r:id="rId10"/>
    <p:sldLayoutId id="2147484143" r:id="rId11"/>
    <p:sldLayoutId id="2147484144" r:id="rId12"/>
    <p:sldLayoutId id="2147484145" r:id="rId13"/>
    <p:sldLayoutId id="2147484146" r:id="rId14"/>
    <p:sldLayoutId id="2147484147" r:id="rId15"/>
    <p:sldLayoutId id="2147484148" r:id="rId16"/>
    <p:sldLayoutId id="2147484149" r:id="rId17"/>
    <p:sldLayoutId id="2147484150" r:id="rId18"/>
    <p:sldLayoutId id="2147484151" r:id="rId19"/>
    <p:sldLayoutId id="2147484152" r:id="rId20"/>
    <p:sldLayoutId id="2147484153" r:id="rId21"/>
    <p:sldLayoutId id="2147484154" r:id="rId22"/>
    <p:sldLayoutId id="2147484155" r:id="rId23"/>
    <p:sldLayoutId id="2147484156" r:id="rId24"/>
    <p:sldLayoutId id="2147484157" r:id="rId25"/>
    <p:sldLayoutId id="2147484158" r:id="rId26"/>
    <p:sldLayoutId id="2147484159" r:id="rId27"/>
    <p:sldLayoutId id="2147484160" r:id="rId28"/>
    <p:sldLayoutId id="2147484161" r:id="rId29"/>
    <p:sldLayoutId id="2147484162" r:id="rId30"/>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5.xml"/><Relationship Id="rId1" Type="http://schemas.openxmlformats.org/officeDocument/2006/relationships/tags" Target="../tags/tag2.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3.xml"/></Relationships>
</file>

<file path=ppt/slides/_rels/slide8.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notesSlide" Target="../notesSlides/notesSlide5.xml"/><Relationship Id="rId1" Type="http://schemas.openxmlformats.org/officeDocument/2006/relationships/slideLayout" Target="../slideLayouts/slideLayout53.xml"/><Relationship Id="rId6" Type="http://schemas.openxmlformats.org/officeDocument/2006/relationships/image" Target="../media/image7.svg"/><Relationship Id="rId5" Type="http://schemas.openxmlformats.org/officeDocument/2006/relationships/image" Target="../media/image6.sv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2.xml"/></Relationships>
</file>

<file path=ppt/slides/_rels/slide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1.xml"/><Relationship Id="rId1" Type="http://schemas.openxmlformats.org/officeDocument/2006/relationships/slideLayout" Target="../slideLayouts/slideLayout5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3318975"/>
            <a:ext cx="9050130" cy="2031325"/>
          </a:xfrm>
        </p:spPr>
        <p:txBody>
          <a:bodyPr/>
          <a:lstStyle/>
          <a:p>
            <a:r>
              <a:rPr dirty="0"/>
              <a:t>Module 2 – </a:t>
            </a:r>
            <a:r>
              <a:rPr lang="en-GB" b="0" dirty="0"/>
              <a:t>Roles &amp; Responsibilities (RACI)</a:t>
            </a:r>
            <a:endParaRPr dirty="0"/>
          </a:p>
        </p:txBody>
      </p:sp>
      <p:sp>
        <p:nvSpPr>
          <p:cNvPr id="3" name="Text Placeholder 2"/>
          <p:cNvSpPr>
            <a:spLocks noGrp="1"/>
          </p:cNvSpPr>
          <p:nvPr>
            <p:ph type="body" sz="quarter" idx="12"/>
          </p:nvPr>
        </p:nvSpPr>
        <p:spPr/>
        <p:txBody>
          <a:bodyPr/>
          <a:lstStyle/>
          <a:p>
            <a:r>
              <a:rPr dirty="0"/>
              <a:t>Executive &amp; Business Perspective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65760"/>
            <a:ext cx="7315200" cy="731520"/>
          </a:xfrm>
          <a:prstGeom prst="rect">
            <a:avLst/>
          </a:prstGeom>
          <a:noFill/>
        </p:spPr>
        <p:txBody>
          <a:bodyPr wrap="square" anchor="t"/>
          <a:lstStyle/>
          <a:p>
            <a:pPr algn="l">
              <a:defRPr sz="2800" b="1">
                <a:solidFill>
                  <a:srgbClr val="243A5E"/>
                </a:solidFill>
                <a:latin typeface="Segoe UI Semibold"/>
              </a:defRPr>
            </a:pPr>
            <a:r>
              <a:t>Conditions and terms of use</a:t>
            </a:r>
          </a:p>
        </p:txBody>
      </p:sp>
      <p:sp>
        <p:nvSpPr>
          <p:cNvPr id="3" name="Rectangle 2"/>
          <p:cNvSpPr/>
          <p:nvPr/>
        </p:nvSpPr>
        <p:spPr>
          <a:xfrm>
            <a:off x="640080" y="1645920"/>
            <a:ext cx="10881360" cy="4114800"/>
          </a:xfrm>
          <a:prstGeom prst="rect">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2011680"/>
            <a:ext cx="9966960" cy="3474720"/>
          </a:xfrm>
          <a:prstGeom prst="rect">
            <a:avLst/>
          </a:prstGeom>
          <a:noFill/>
        </p:spPr>
        <p:txBody>
          <a:bodyPr wrap="square" anchor="t"/>
          <a:lstStyle/>
          <a:p>
            <a:pPr algn="l">
              <a:defRPr sz="1000" b="0">
                <a:solidFill>
                  <a:srgbClr val="000000"/>
                </a:solidFill>
                <a:latin typeface="Segoe UI"/>
              </a:defRPr>
            </a:pPr>
            <a:r>
              <a:t>© Microsoft Corporation. All rights reserved.</a:t>
            </a:r>
            <a:br/>
            <a:br/>
            <a:r>
              <a:t>You may use these training materials solely for your personal internal reference and non-commercial purposes. You may not distribute, transmit, resell or otherwise make these training materials available to any other person or party without express permission from Microsoft Corporation. URL’s or other internet website references in the training materials may change without notice. Unless otherwise noted, any companies, organizations, domain names, e-mail addresses, people, places and events depicted in the training materials are for illustration only and are fictitious. No real association is intended or inferred. THESE TRAINING MATERIALS ARE PROVIDED "AS IS"; MICROSOFT MAKES NO WARRANTIES, EXPRESS OR IMPLIED IN THESE TRAINING MATERIALS</a:t>
            </a:r>
          </a:p>
        </p:txBody>
      </p:sp>
      <p:sp>
        <p:nvSpPr>
          <p:cNvPr id="5" name="Rectangle 4"/>
          <p:cNvSpPr/>
          <p:nvPr/>
        </p:nvSpPr>
        <p:spPr>
          <a:xfrm>
            <a:off x="0" y="6537960"/>
            <a:ext cx="12191695" cy="32004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0" y="6172200"/>
            <a:ext cx="3931920" cy="320040"/>
          </a:xfrm>
          <a:prstGeom prst="rect">
            <a:avLst/>
          </a:prstGeom>
          <a:noFill/>
        </p:spPr>
        <p:txBody>
          <a:bodyPr wrap="square" anchor="t"/>
          <a:lstStyle/>
          <a:p>
            <a:pPr algn="ctr">
              <a:defRPr sz="800" b="0">
                <a:solidFill>
                  <a:srgbClr val="737373"/>
                </a:solidFill>
                <a:latin typeface="Segoe UI"/>
              </a:defRPr>
            </a:pPr>
            <a:r>
              <a:t>Microsoft Confidential</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1322-9F37-477D-9B5B-EBF49D8B1DE4}"/>
              </a:ext>
            </a:extLst>
          </p:cNvPr>
          <p:cNvSpPr>
            <a:spLocks noGrp="1"/>
          </p:cNvSpPr>
          <p:nvPr>
            <p:ph type="title"/>
          </p:nvPr>
        </p:nvSpPr>
        <p:spPr>
          <a:xfrm>
            <a:off x="575481" y="599436"/>
            <a:ext cx="11018520" cy="1107996"/>
          </a:xfrm>
        </p:spPr>
        <p:txBody>
          <a:bodyPr lIns="0" tIns="0" rIns="0" bIns="0" anchor="t"/>
          <a:lstStyle/>
          <a:p>
            <a:r>
              <a:rPr lang="en-US"/>
              <a:t>Learning Units covered </a:t>
            </a:r>
            <a:br>
              <a:rPr lang="en-US"/>
            </a:br>
            <a:r>
              <a:rPr lang="en-US"/>
              <a:t>in this Module </a:t>
            </a:r>
          </a:p>
        </p:txBody>
      </p:sp>
      <p:sp>
        <p:nvSpPr>
          <p:cNvPr id="190" name="Footer Placeholder 2">
            <a:extLst>
              <a:ext uri="{FF2B5EF4-FFF2-40B4-BE49-F238E27FC236}">
                <a16:creationId xmlns:a16="http://schemas.microsoft.com/office/drawing/2014/main" id="{FA16A841-10E2-4DD9-93A5-F4C2212409C2}"/>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93" name="Slide Number Placeholder 5">
            <a:extLst>
              <a:ext uri="{FF2B5EF4-FFF2-40B4-BE49-F238E27FC236}">
                <a16:creationId xmlns:a16="http://schemas.microsoft.com/office/drawing/2014/main" id="{14DC8E91-F999-4A75-9988-4FCDE4D6B72A}"/>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chemeClr val="bg1"/>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chemeClr val="bg1"/>
              </a:solidFill>
              <a:effectLst/>
              <a:uLnTx/>
              <a:uFillTx/>
              <a:latin typeface="Segoe UI"/>
              <a:ea typeface="+mn-ea"/>
              <a:cs typeface="+mn-cs"/>
            </a:endParaRPr>
          </a:p>
        </p:txBody>
      </p:sp>
      <p:graphicFrame>
        <p:nvGraphicFramePr>
          <p:cNvPr id="36" name="Table 3">
            <a:extLst>
              <a:ext uri="{FF2B5EF4-FFF2-40B4-BE49-F238E27FC236}">
                <a16:creationId xmlns:a16="http://schemas.microsoft.com/office/drawing/2014/main" id="{A876FFF7-C14C-4854-8E53-73DE49A05632}"/>
              </a:ext>
            </a:extLst>
          </p:cNvPr>
          <p:cNvGraphicFramePr>
            <a:graphicFrameLocks noGrp="1"/>
          </p:cNvGraphicFramePr>
          <p:nvPr>
            <p:extLst>
              <p:ext uri="{D42A27DB-BD31-4B8C-83A1-F6EECF244321}">
                <p14:modId xmlns:p14="http://schemas.microsoft.com/office/powerpoint/2010/main" val="342653894"/>
              </p:ext>
            </p:extLst>
          </p:nvPr>
        </p:nvGraphicFramePr>
        <p:xfrm>
          <a:off x="575481" y="1815577"/>
          <a:ext cx="5669280" cy="4453460"/>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245818860"/>
                    </a:ext>
                  </a:extLst>
                </a:gridCol>
                <a:gridCol w="4846320">
                  <a:extLst>
                    <a:ext uri="{9D8B030D-6E8A-4147-A177-3AD203B41FA5}">
                      <a16:colId xmlns:a16="http://schemas.microsoft.com/office/drawing/2014/main" val="3975527072"/>
                    </a:ext>
                  </a:extLst>
                </a:gridCol>
              </a:tblGrid>
              <a:tr h="1113365">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dirty="0">
                          <a:ln>
                            <a:noFill/>
                          </a:ln>
                          <a:solidFill>
                            <a:schemeClr val="tx1"/>
                          </a:solidFill>
                          <a:effectLst/>
                          <a:uLnTx/>
                          <a:uFillTx/>
                          <a:latin typeface="+mn-lt"/>
                          <a:ea typeface="+mn-ea"/>
                          <a:cs typeface="Segoe UI" panose="020B0502040204020203" pitchFamily="34" charset="0"/>
                        </a:rPr>
                        <a:t>AI Application Lifecycle</a:t>
                      </a:r>
                      <a:endParaRPr kumimoji="0" lang="da-DK"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76677287"/>
                  </a:ext>
                </a:extLst>
              </a:tr>
              <a:tr h="1113365">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GB" sz="1800" b="0" i="0" kern="1200" dirty="0">
                          <a:solidFill>
                            <a:schemeClr val="dk1"/>
                          </a:solidFill>
                          <a:effectLst/>
                          <a:latin typeface="+mn-lt"/>
                          <a:ea typeface="+mn-ea"/>
                          <a:cs typeface="+mn-cs"/>
                        </a:rPr>
                        <a:t>Agent vs Model vs Data accountability</a:t>
                      </a:r>
                      <a:endParaRPr kumimoji="0" lang="da-DK"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16497433"/>
                  </a:ext>
                </a:extLst>
              </a:tr>
              <a:tr h="1113365">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GB" sz="1800" b="0" i="0" kern="1200" dirty="0">
                          <a:solidFill>
                            <a:schemeClr val="dk1"/>
                          </a:solidFill>
                          <a:effectLst/>
                          <a:latin typeface="+mn-lt"/>
                          <a:ea typeface="+mn-ea"/>
                          <a:cs typeface="+mn-cs"/>
                        </a:rPr>
                        <a:t>Human-in-the-loop responsibilities</a:t>
                      </a:r>
                      <a:endParaRPr kumimoji="0" lang="da-DK" sz="1800" b="0" i="0" u="none" strike="noStrike" kern="1200" cap="none" spc="0" normalizeH="0" baseline="0" noProof="0" dirty="0">
                        <a:ln>
                          <a:noFill/>
                        </a:ln>
                        <a:solidFill>
                          <a:srgbClr val="000000"/>
                        </a:solidFill>
                        <a:effectLst/>
                        <a:uLnTx/>
                        <a:uFillTx/>
                        <a:latin typeface="+mn-lt"/>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88902310"/>
                  </a:ext>
                </a:extLst>
              </a:tr>
              <a:tr h="1113365">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GB" sz="1800" b="0" i="0" kern="1200" dirty="0">
                          <a:solidFill>
                            <a:schemeClr val="dk1"/>
                          </a:solidFill>
                          <a:effectLst/>
                          <a:latin typeface="+mn-lt"/>
                          <a:ea typeface="+mn-ea"/>
                          <a:cs typeface="+mn-cs"/>
                        </a:rPr>
                        <a:t>Cross-cloud ownership model</a:t>
                      </a:r>
                      <a:endParaRPr kumimoji="0" lang="da-DK"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4001743516"/>
                  </a:ext>
                </a:extLst>
              </a:tr>
            </a:tbl>
          </a:graphicData>
        </a:graphic>
      </p:graphicFrame>
      <p:grpSp>
        <p:nvGrpSpPr>
          <p:cNvPr id="93" name="Group 92">
            <a:extLst>
              <a:ext uri="{FF2B5EF4-FFF2-40B4-BE49-F238E27FC236}">
                <a16:creationId xmlns:a16="http://schemas.microsoft.com/office/drawing/2014/main" id="{9B5E2C7F-E62D-4325-8450-D4AC5A496574}"/>
              </a:ext>
              <a:ext uri="{C183D7F6-B498-43B3-948B-1728B52AA6E4}">
                <adec:decorative xmlns:adec="http://schemas.microsoft.com/office/drawing/2017/decorative" val="1"/>
              </a:ext>
            </a:extLst>
          </p:cNvPr>
          <p:cNvGrpSpPr>
            <a:grpSpLocks noChangeAspect="1"/>
          </p:cNvGrpSpPr>
          <p:nvPr/>
        </p:nvGrpSpPr>
        <p:grpSpPr>
          <a:xfrm>
            <a:off x="722184" y="1992583"/>
            <a:ext cx="522238" cy="686182"/>
            <a:chOff x="10323474" y="1232423"/>
            <a:chExt cx="751672" cy="987642"/>
          </a:xfrm>
        </p:grpSpPr>
        <p:sp>
          <p:nvSpPr>
            <p:cNvPr id="94" name="Oval 93">
              <a:extLst>
                <a:ext uri="{FF2B5EF4-FFF2-40B4-BE49-F238E27FC236}">
                  <a16:creationId xmlns:a16="http://schemas.microsoft.com/office/drawing/2014/main" id="{CD7A53B6-5FA0-4045-B32D-9F871C13A845}"/>
                </a:ext>
                <a:ext uri="{C183D7F6-B498-43B3-948B-1728B52AA6E4}">
                  <adec:decorative xmlns:adec="http://schemas.microsoft.com/office/drawing/2017/decorative" val="1"/>
                </a:ext>
              </a:extLst>
            </p:cNvPr>
            <p:cNvSpPr>
              <a:spLocks/>
            </p:cNvSpPr>
            <p:nvPr/>
          </p:nvSpPr>
          <p:spPr bwMode="auto">
            <a:xfrm>
              <a:off x="1032347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95" name="Group 94">
              <a:extLst>
                <a:ext uri="{FF2B5EF4-FFF2-40B4-BE49-F238E27FC236}">
                  <a16:creationId xmlns:a16="http://schemas.microsoft.com/office/drawing/2014/main" id="{996FDD0C-0E82-43C1-AF37-8CBC9908F511}"/>
                </a:ext>
                <a:ext uri="{C183D7F6-B498-43B3-948B-1728B52AA6E4}">
                  <adec:decorative xmlns:adec="http://schemas.microsoft.com/office/drawing/2017/decorative" val="1"/>
                </a:ext>
              </a:extLst>
            </p:cNvPr>
            <p:cNvGrpSpPr/>
            <p:nvPr/>
          </p:nvGrpSpPr>
          <p:grpSpPr>
            <a:xfrm>
              <a:off x="10472707" y="1232423"/>
              <a:ext cx="519670" cy="156955"/>
              <a:chOff x="1317737" y="6651580"/>
              <a:chExt cx="683450" cy="206420"/>
            </a:xfrm>
          </p:grpSpPr>
          <p:sp>
            <p:nvSpPr>
              <p:cNvPr id="96" name="Freeform: Shape 95">
                <a:extLst>
                  <a:ext uri="{FF2B5EF4-FFF2-40B4-BE49-F238E27FC236}">
                    <a16:creationId xmlns:a16="http://schemas.microsoft.com/office/drawing/2014/main" id="{3EF68A69-94CB-46BB-B832-4D2445BD20F0}"/>
                  </a:ext>
                </a:extLst>
              </p:cNvPr>
              <p:cNvSpPr/>
              <p:nvPr/>
            </p:nvSpPr>
            <p:spPr>
              <a:xfrm>
                <a:off x="1758961" y="6675120"/>
                <a:ext cx="182880" cy="182880"/>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97" name="Freeform: Shape 96">
                <a:extLst>
                  <a:ext uri="{FF2B5EF4-FFF2-40B4-BE49-F238E27FC236}">
                    <a16:creationId xmlns:a16="http://schemas.microsoft.com/office/drawing/2014/main" id="{5ACF420C-5C81-4CB0-9111-5EC2706064FC}"/>
                  </a:ext>
                </a:extLst>
              </p:cNvPr>
              <p:cNvSpPr/>
              <p:nvPr/>
            </p:nvSpPr>
            <p:spPr>
              <a:xfrm>
                <a:off x="1317737" y="6675120"/>
                <a:ext cx="182880" cy="182880"/>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98" name="Freeform: Shape 97">
                <a:extLst>
                  <a:ext uri="{FF2B5EF4-FFF2-40B4-BE49-F238E27FC236}">
                    <a16:creationId xmlns:a16="http://schemas.microsoft.com/office/drawing/2014/main" id="{051660AA-1A9E-4409-B8B0-13D429038434}"/>
                  </a:ext>
                </a:extLst>
              </p:cNvPr>
              <p:cNvSpPr/>
              <p:nvPr/>
            </p:nvSpPr>
            <p:spPr>
              <a:xfrm>
                <a:off x="1340959" y="6675120"/>
                <a:ext cx="182880" cy="182880"/>
              </a:xfrm>
              <a:custGeom>
                <a:avLst/>
                <a:gdLst>
                  <a:gd name="connsiteX0" fmla="*/ 44496 w 85725"/>
                  <a:gd name="connsiteY0" fmla="*/ 65451 h 76200"/>
                  <a:gd name="connsiteX1" fmla="*/ 20683 w 85725"/>
                  <a:gd name="connsiteY1" fmla="*/ 77833 h 76200"/>
                  <a:gd name="connsiteX2" fmla="*/ 25446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0691 w 85725"/>
                  <a:gd name="connsiteY7" fmla="*/ 34018 h 76200"/>
                  <a:gd name="connsiteX8" fmla="*/ 62593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0683" y="77833"/>
                    </a:lnTo>
                    <a:lnTo>
                      <a:pt x="25446" y="52116"/>
                    </a:lnTo>
                    <a:lnTo>
                      <a:pt x="7348" y="34018"/>
                    </a:lnTo>
                    <a:lnTo>
                      <a:pt x="33066" y="30208"/>
                    </a:lnTo>
                    <a:lnTo>
                      <a:pt x="44496" y="7348"/>
                    </a:lnTo>
                    <a:lnTo>
                      <a:pt x="55926" y="30208"/>
                    </a:lnTo>
                    <a:lnTo>
                      <a:pt x="80691" y="34018"/>
                    </a:lnTo>
                    <a:lnTo>
                      <a:pt x="62593"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99" name="Freeform: Shape 98">
                <a:extLst>
                  <a:ext uri="{FF2B5EF4-FFF2-40B4-BE49-F238E27FC236}">
                    <a16:creationId xmlns:a16="http://schemas.microsoft.com/office/drawing/2014/main" id="{D2E5E104-7D04-45F4-AD25-14F79F34B069}"/>
                  </a:ext>
                </a:extLst>
              </p:cNvPr>
              <p:cNvSpPr/>
              <p:nvPr/>
            </p:nvSpPr>
            <p:spPr>
              <a:xfrm>
                <a:off x="1778313" y="6675120"/>
                <a:ext cx="182880" cy="182880"/>
              </a:xfrm>
              <a:custGeom>
                <a:avLst/>
                <a:gdLst>
                  <a:gd name="connsiteX0" fmla="*/ 44496 w 85725"/>
                  <a:gd name="connsiteY0" fmla="*/ 65451 h 76200"/>
                  <a:gd name="connsiteX1" fmla="*/ 21636 w 85725"/>
                  <a:gd name="connsiteY1" fmla="*/ 77833 h 76200"/>
                  <a:gd name="connsiteX2" fmla="*/ 26398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1643 w 85725"/>
                  <a:gd name="connsiteY7" fmla="*/ 34018 h 76200"/>
                  <a:gd name="connsiteX8" fmla="*/ 63546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1636" y="77833"/>
                    </a:lnTo>
                    <a:lnTo>
                      <a:pt x="26398" y="52116"/>
                    </a:lnTo>
                    <a:lnTo>
                      <a:pt x="7348" y="34018"/>
                    </a:lnTo>
                    <a:lnTo>
                      <a:pt x="33066" y="30208"/>
                    </a:lnTo>
                    <a:lnTo>
                      <a:pt x="44496" y="7348"/>
                    </a:lnTo>
                    <a:lnTo>
                      <a:pt x="55926" y="30208"/>
                    </a:lnTo>
                    <a:lnTo>
                      <a:pt x="81643" y="34018"/>
                    </a:lnTo>
                    <a:lnTo>
                      <a:pt x="63546"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0" name="Freeform: Shape 99">
                <a:extLst>
                  <a:ext uri="{FF2B5EF4-FFF2-40B4-BE49-F238E27FC236}">
                    <a16:creationId xmlns:a16="http://schemas.microsoft.com/office/drawing/2014/main" id="{390C9996-371C-4089-8E0C-998610C0855B}"/>
                  </a:ext>
                </a:extLst>
              </p:cNvPr>
              <p:cNvSpPr/>
              <p:nvPr/>
            </p:nvSpPr>
            <p:spPr>
              <a:xfrm>
                <a:off x="1378372" y="6675120"/>
                <a:ext cx="182880" cy="182880"/>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4" y="26398"/>
                      <a:pt x="16873" y="26398"/>
                    </a:cubicBezTo>
                    <a:cubicBezTo>
                      <a:pt x="11612" y="26398"/>
                      <a:pt x="7348" y="22134"/>
                      <a:pt x="7348" y="16873"/>
                    </a:cubicBezTo>
                    <a:cubicBezTo>
                      <a:pt x="7348" y="11613"/>
                      <a:pt x="11612" y="7348"/>
                      <a:pt x="16873" y="7348"/>
                    </a:cubicBezTo>
                    <a:cubicBezTo>
                      <a:pt x="22134"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1" name="Freeform: Shape 100">
                <a:extLst>
                  <a:ext uri="{FF2B5EF4-FFF2-40B4-BE49-F238E27FC236}">
                    <a16:creationId xmlns:a16="http://schemas.microsoft.com/office/drawing/2014/main" id="{B3BD3271-6940-40A8-8C15-ECF0C9741C20}"/>
                  </a:ext>
                </a:extLst>
              </p:cNvPr>
              <p:cNvSpPr/>
              <p:nvPr/>
            </p:nvSpPr>
            <p:spPr>
              <a:xfrm>
                <a:off x="1818307" y="6675120"/>
                <a:ext cx="182880" cy="182880"/>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3" y="26398"/>
                      <a:pt x="16873" y="26398"/>
                    </a:cubicBezTo>
                    <a:cubicBezTo>
                      <a:pt x="11613" y="26398"/>
                      <a:pt x="7348" y="22134"/>
                      <a:pt x="7348" y="16873"/>
                    </a:cubicBezTo>
                    <a:cubicBezTo>
                      <a:pt x="7348" y="11613"/>
                      <a:pt x="11613" y="7348"/>
                      <a:pt x="16873" y="7348"/>
                    </a:cubicBezTo>
                    <a:cubicBezTo>
                      <a:pt x="22133"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2" name="Freeform: Shape 101">
                <a:extLst>
                  <a:ext uri="{FF2B5EF4-FFF2-40B4-BE49-F238E27FC236}">
                    <a16:creationId xmlns:a16="http://schemas.microsoft.com/office/drawing/2014/main" id="{12115297-F3AD-439B-A475-DC9C83847498}"/>
                  </a:ext>
                </a:extLst>
              </p:cNvPr>
              <p:cNvSpPr/>
              <p:nvPr/>
            </p:nvSpPr>
            <p:spPr>
              <a:xfrm>
                <a:off x="1524158" y="6651580"/>
                <a:ext cx="182880" cy="206420"/>
              </a:xfrm>
              <a:custGeom>
                <a:avLst/>
                <a:gdLst>
                  <a:gd name="connsiteX0" fmla="*/ 31161 w 133350"/>
                  <a:gd name="connsiteY0" fmla="*/ 47353 h 152400"/>
                  <a:gd name="connsiteX1" fmla="*/ 69261 w 133350"/>
                  <a:gd name="connsiteY1" fmla="*/ 7348 h 152400"/>
                  <a:gd name="connsiteX2" fmla="*/ 108313 w 133350"/>
                  <a:gd name="connsiteY2" fmla="*/ 47353 h 152400"/>
                  <a:gd name="connsiteX3" fmla="*/ 69261 w 133350"/>
                  <a:gd name="connsiteY3" fmla="*/ 87358 h 152400"/>
                  <a:gd name="connsiteX4" fmla="*/ 31161 w 133350"/>
                  <a:gd name="connsiteY4" fmla="*/ 47353 h 152400"/>
                  <a:gd name="connsiteX5" fmla="*/ 31161 w 133350"/>
                  <a:gd name="connsiteY5" fmla="*/ 47353 h 152400"/>
                  <a:gd name="connsiteX6" fmla="*/ 131173 w 133350"/>
                  <a:gd name="connsiteY6" fmla="*/ 151176 h 152400"/>
                  <a:gd name="connsiteX7" fmla="*/ 69261 w 133350"/>
                  <a:gd name="connsiteY7" fmla="*/ 87358 h 152400"/>
                  <a:gd name="connsiteX8" fmla="*/ 7348 w 133350"/>
                  <a:gd name="connsiteY8" fmla="*/ 15117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50" h="152400">
                    <a:moveTo>
                      <a:pt x="31161" y="47353"/>
                    </a:moveTo>
                    <a:cubicBezTo>
                      <a:pt x="31161" y="25446"/>
                      <a:pt x="48306" y="7348"/>
                      <a:pt x="69261" y="7348"/>
                    </a:cubicBezTo>
                    <a:cubicBezTo>
                      <a:pt x="90216" y="7348"/>
                      <a:pt x="108313" y="25446"/>
                      <a:pt x="108313" y="47353"/>
                    </a:cubicBezTo>
                    <a:cubicBezTo>
                      <a:pt x="108313" y="69261"/>
                      <a:pt x="90216" y="87358"/>
                      <a:pt x="69261" y="87358"/>
                    </a:cubicBezTo>
                    <a:cubicBezTo>
                      <a:pt x="48306" y="87358"/>
                      <a:pt x="31161" y="69261"/>
                      <a:pt x="31161" y="47353"/>
                    </a:cubicBezTo>
                    <a:lnTo>
                      <a:pt x="31161" y="47353"/>
                    </a:lnTo>
                    <a:close/>
                    <a:moveTo>
                      <a:pt x="131173" y="151176"/>
                    </a:moveTo>
                    <a:cubicBezTo>
                      <a:pt x="131173" y="115933"/>
                      <a:pt x="103551" y="87358"/>
                      <a:pt x="69261" y="87358"/>
                    </a:cubicBezTo>
                    <a:cubicBezTo>
                      <a:pt x="34971" y="87358"/>
                      <a:pt x="7348" y="115933"/>
                      <a:pt x="7348" y="151176"/>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3" name="Freeform: Shape 102">
                <a:extLst>
                  <a:ext uri="{FF2B5EF4-FFF2-40B4-BE49-F238E27FC236}">
                    <a16:creationId xmlns:a16="http://schemas.microsoft.com/office/drawing/2014/main" id="{519C57EB-1D63-4C00-B797-9CD2CD0D5C5D}"/>
                  </a:ext>
                </a:extLst>
              </p:cNvPr>
              <p:cNvSpPr/>
              <p:nvPr/>
            </p:nvSpPr>
            <p:spPr>
              <a:xfrm>
                <a:off x="1540929" y="6675120"/>
                <a:ext cx="182880" cy="182880"/>
              </a:xfrm>
              <a:custGeom>
                <a:avLst/>
                <a:gdLst>
                  <a:gd name="connsiteX0" fmla="*/ 56878 w 104775"/>
                  <a:gd name="connsiteY0" fmla="*/ 85453 h 104775"/>
                  <a:gd name="connsiteX1" fmla="*/ 26398 w 104775"/>
                  <a:gd name="connsiteY1" fmla="*/ 101646 h 104775"/>
                  <a:gd name="connsiteX2" fmla="*/ 32113 w 104775"/>
                  <a:gd name="connsiteY2" fmla="*/ 67356 h 104775"/>
                  <a:gd name="connsiteX3" fmla="*/ 7348 w 104775"/>
                  <a:gd name="connsiteY3" fmla="*/ 43543 h 104775"/>
                  <a:gd name="connsiteX4" fmla="*/ 41638 w 104775"/>
                  <a:gd name="connsiteY4" fmla="*/ 37828 h 104775"/>
                  <a:gd name="connsiteX5" fmla="*/ 56878 w 104775"/>
                  <a:gd name="connsiteY5" fmla="*/ 7348 h 104775"/>
                  <a:gd name="connsiteX6" fmla="*/ 72118 w 104775"/>
                  <a:gd name="connsiteY6" fmla="*/ 37828 h 104775"/>
                  <a:gd name="connsiteX7" fmla="*/ 106408 w 104775"/>
                  <a:gd name="connsiteY7" fmla="*/ 43543 h 104775"/>
                  <a:gd name="connsiteX8" fmla="*/ 81643 w 104775"/>
                  <a:gd name="connsiteY8" fmla="*/ 67356 h 104775"/>
                  <a:gd name="connsiteX9" fmla="*/ 87358 w 104775"/>
                  <a:gd name="connsiteY9" fmla="*/ 10164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75" h="104775">
                    <a:moveTo>
                      <a:pt x="56878" y="85453"/>
                    </a:moveTo>
                    <a:lnTo>
                      <a:pt x="26398" y="101646"/>
                    </a:lnTo>
                    <a:lnTo>
                      <a:pt x="32113" y="67356"/>
                    </a:lnTo>
                    <a:lnTo>
                      <a:pt x="7348" y="43543"/>
                    </a:lnTo>
                    <a:lnTo>
                      <a:pt x="41638" y="37828"/>
                    </a:lnTo>
                    <a:lnTo>
                      <a:pt x="56878" y="7348"/>
                    </a:lnTo>
                    <a:lnTo>
                      <a:pt x="72118" y="37828"/>
                    </a:lnTo>
                    <a:lnTo>
                      <a:pt x="106408" y="43543"/>
                    </a:lnTo>
                    <a:lnTo>
                      <a:pt x="81643" y="67356"/>
                    </a:lnTo>
                    <a:lnTo>
                      <a:pt x="87358" y="101646"/>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4" name="Freeform: Shape 103">
                <a:extLst>
                  <a:ext uri="{FF2B5EF4-FFF2-40B4-BE49-F238E27FC236}">
                    <a16:creationId xmlns:a16="http://schemas.microsoft.com/office/drawing/2014/main" id="{1539BB89-3076-47E6-94E0-5C015277B54A}"/>
                  </a:ext>
                </a:extLst>
              </p:cNvPr>
              <p:cNvSpPr/>
              <p:nvPr/>
            </p:nvSpPr>
            <p:spPr>
              <a:xfrm>
                <a:off x="1589954" y="6675120"/>
                <a:ext cx="182880" cy="182880"/>
              </a:xfrm>
              <a:custGeom>
                <a:avLst/>
                <a:gdLst>
                  <a:gd name="connsiteX0" fmla="*/ 34018 w 38100"/>
                  <a:gd name="connsiteY0" fmla="*/ 20683 h 38100"/>
                  <a:gd name="connsiteX1" fmla="*/ 20683 w 38100"/>
                  <a:gd name="connsiteY1" fmla="*/ 34018 h 38100"/>
                  <a:gd name="connsiteX2" fmla="*/ 7348 w 38100"/>
                  <a:gd name="connsiteY2" fmla="*/ 20683 h 38100"/>
                  <a:gd name="connsiteX3" fmla="*/ 20683 w 38100"/>
                  <a:gd name="connsiteY3" fmla="*/ 7348 h 38100"/>
                  <a:gd name="connsiteX4" fmla="*/ 34018 w 38100"/>
                  <a:gd name="connsiteY4" fmla="*/ 20683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4018" y="20683"/>
                    </a:moveTo>
                    <a:cubicBezTo>
                      <a:pt x="34018" y="28048"/>
                      <a:pt x="28048" y="34018"/>
                      <a:pt x="20683" y="34018"/>
                    </a:cubicBezTo>
                    <a:cubicBezTo>
                      <a:pt x="13319" y="34018"/>
                      <a:pt x="7348" y="28048"/>
                      <a:pt x="7348" y="20683"/>
                    </a:cubicBezTo>
                    <a:cubicBezTo>
                      <a:pt x="7348" y="13318"/>
                      <a:pt x="13319" y="7348"/>
                      <a:pt x="20683" y="7348"/>
                    </a:cubicBezTo>
                    <a:cubicBezTo>
                      <a:pt x="28048" y="7348"/>
                      <a:pt x="34018" y="13318"/>
                      <a:pt x="34018" y="2068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5" name="Freeform: Shape 104">
                <a:extLst>
                  <a:ext uri="{FF2B5EF4-FFF2-40B4-BE49-F238E27FC236}">
                    <a16:creationId xmlns:a16="http://schemas.microsoft.com/office/drawing/2014/main" id="{7BFED10F-4B5A-452A-94B6-C01A65F90A14}"/>
                  </a:ext>
                </a:extLst>
              </p:cNvPr>
              <p:cNvSpPr/>
              <p:nvPr/>
            </p:nvSpPr>
            <p:spPr>
              <a:xfrm>
                <a:off x="1402886" y="6675120"/>
                <a:ext cx="193519" cy="182880"/>
              </a:xfrm>
              <a:custGeom>
                <a:avLst/>
                <a:gdLst>
                  <a:gd name="connsiteX0" fmla="*/ 7348 w 142875"/>
                  <a:gd name="connsiteY0" fmla="*/ 7348 h 57150"/>
                  <a:gd name="connsiteX1" fmla="*/ 144508 w 142875"/>
                  <a:gd name="connsiteY1" fmla="*/ 56878 h 57150"/>
                </a:gdLst>
                <a:ahLst/>
                <a:cxnLst>
                  <a:cxn ang="0">
                    <a:pos x="connsiteX0" y="connsiteY0"/>
                  </a:cxn>
                  <a:cxn ang="0">
                    <a:pos x="connsiteX1" y="connsiteY1"/>
                  </a:cxn>
                </a:cxnLst>
                <a:rect l="l" t="t" r="r" b="b"/>
                <a:pathLst>
                  <a:path w="142875" h="57150">
                    <a:moveTo>
                      <a:pt x="7348" y="7348"/>
                    </a:moveTo>
                    <a:lnTo>
                      <a:pt x="144508" y="5687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6" name="Freeform: Shape 105">
                <a:extLst>
                  <a:ext uri="{FF2B5EF4-FFF2-40B4-BE49-F238E27FC236}">
                    <a16:creationId xmlns:a16="http://schemas.microsoft.com/office/drawing/2014/main" id="{5301C80A-9F7B-46E1-AAB7-27CD0B700AFD}"/>
                  </a:ext>
                </a:extLst>
              </p:cNvPr>
              <p:cNvSpPr/>
              <p:nvPr/>
            </p:nvSpPr>
            <p:spPr>
              <a:xfrm>
                <a:off x="1628658" y="6675120"/>
                <a:ext cx="206421" cy="182880"/>
              </a:xfrm>
              <a:custGeom>
                <a:avLst/>
                <a:gdLst>
                  <a:gd name="connsiteX0" fmla="*/ 7348 w 152400"/>
                  <a:gd name="connsiteY0" fmla="*/ 56878 h 57150"/>
                  <a:gd name="connsiteX1" fmla="*/ 148318 w 152400"/>
                  <a:gd name="connsiteY1" fmla="*/ 7348 h 57150"/>
                </a:gdLst>
                <a:ahLst/>
                <a:cxnLst>
                  <a:cxn ang="0">
                    <a:pos x="connsiteX0" y="connsiteY0"/>
                  </a:cxn>
                  <a:cxn ang="0">
                    <a:pos x="connsiteX1" y="connsiteY1"/>
                  </a:cxn>
                </a:cxnLst>
                <a:rect l="l" t="t" r="r" b="b"/>
                <a:pathLst>
                  <a:path w="152400" h="57150">
                    <a:moveTo>
                      <a:pt x="7348" y="56878"/>
                    </a:moveTo>
                    <a:lnTo>
                      <a:pt x="148318" y="734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grpSp>
      </p:grpSp>
      <p:cxnSp>
        <p:nvCxnSpPr>
          <p:cNvPr id="122" name="Straight Connector 121">
            <a:extLst>
              <a:ext uri="{FF2B5EF4-FFF2-40B4-BE49-F238E27FC236}">
                <a16:creationId xmlns:a16="http://schemas.microsoft.com/office/drawing/2014/main" id="{9E81B769-866F-46F2-A155-83EED7C480D9}"/>
              </a:ext>
              <a:ext uri="{C183D7F6-B498-43B3-948B-1728B52AA6E4}">
                <adec:decorative xmlns:adec="http://schemas.microsoft.com/office/drawing/2017/decorative" val="1"/>
              </a:ext>
            </a:extLst>
          </p:cNvPr>
          <p:cNvCxnSpPr>
            <a:cxnSpLocks/>
          </p:cNvCxnSpPr>
          <p:nvPr/>
        </p:nvCxnSpPr>
        <p:spPr>
          <a:xfrm>
            <a:off x="5771254" y="2924197"/>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37" name="Group 136">
            <a:extLst>
              <a:ext uri="{FF2B5EF4-FFF2-40B4-BE49-F238E27FC236}">
                <a16:creationId xmlns:a16="http://schemas.microsoft.com/office/drawing/2014/main" id="{FD451CEF-F41A-4F9B-8917-F09131BC2D25}"/>
              </a:ext>
              <a:ext uri="{C183D7F6-B498-43B3-948B-1728B52AA6E4}">
                <adec:decorative xmlns:adec="http://schemas.microsoft.com/office/drawing/2017/decorative" val="1"/>
              </a:ext>
            </a:extLst>
          </p:cNvPr>
          <p:cNvGrpSpPr/>
          <p:nvPr/>
        </p:nvGrpSpPr>
        <p:grpSpPr>
          <a:xfrm>
            <a:off x="722184" y="3269085"/>
            <a:ext cx="522238" cy="522238"/>
            <a:chOff x="724354" y="2781602"/>
            <a:chExt cx="438218" cy="438964"/>
          </a:xfrm>
        </p:grpSpPr>
        <p:sp>
          <p:nvSpPr>
            <p:cNvPr id="138" name="Oval 137">
              <a:extLst>
                <a:ext uri="{FF2B5EF4-FFF2-40B4-BE49-F238E27FC236}">
                  <a16:creationId xmlns:a16="http://schemas.microsoft.com/office/drawing/2014/main" id="{8F971932-7F73-4F96-B3C4-19A50A182FF2}"/>
                </a:ext>
                <a:ext uri="{C183D7F6-B498-43B3-948B-1728B52AA6E4}">
                  <adec:decorative xmlns:adec="http://schemas.microsoft.com/office/drawing/2017/decorative" val="1"/>
                </a:ext>
              </a:extLst>
            </p:cNvPr>
            <p:cNvSpPr>
              <a:spLocks/>
            </p:cNvSpPr>
            <p:nvPr/>
          </p:nvSpPr>
          <p:spPr bwMode="auto">
            <a:xfrm>
              <a:off x="724354" y="2781602"/>
              <a:ext cx="438218" cy="438964"/>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normalizeH="0" baseline="0" noProof="0">
                <a:ln>
                  <a:noFill/>
                </a:ln>
                <a:solidFill>
                  <a:srgbClr val="FFFFFF"/>
                </a:solidFill>
                <a:effectLst/>
                <a:uLnTx/>
                <a:uFillTx/>
                <a:latin typeface="Segoe UI"/>
                <a:ea typeface="Segoe UI" pitchFamily="34" charset="0"/>
                <a:cs typeface="Segoe UI" pitchFamily="34" charset="0"/>
              </a:endParaRPr>
            </a:p>
          </p:txBody>
        </p:sp>
        <p:sp>
          <p:nvSpPr>
            <p:cNvPr id="139" name="Trackers_EADF">
              <a:extLst>
                <a:ext uri="{FF2B5EF4-FFF2-40B4-BE49-F238E27FC236}">
                  <a16:creationId xmlns:a16="http://schemas.microsoft.com/office/drawing/2014/main" id="{B9A19F48-CC34-4432-BD70-3A1223EC6D7D}"/>
                </a:ext>
                <a:ext uri="{C183D7F6-B498-43B3-948B-1728B52AA6E4}">
                  <adec:decorative xmlns:adec="http://schemas.microsoft.com/office/drawing/2017/decorative" val="1"/>
                </a:ext>
              </a:extLst>
            </p:cNvPr>
            <p:cNvSpPr>
              <a:spLocks noChangeAspect="1" noEditPoints="1"/>
            </p:cNvSpPr>
            <p:nvPr/>
          </p:nvSpPr>
          <p:spPr bwMode="auto">
            <a:xfrm>
              <a:off x="854529" y="2879611"/>
              <a:ext cx="177869" cy="242946"/>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normalizeH="0" baseline="0" noProof="0">
                <a:ln>
                  <a:noFill/>
                </a:ln>
                <a:solidFill>
                  <a:prstClr val="black"/>
                </a:solidFill>
                <a:effectLst/>
                <a:uLnTx/>
                <a:uFillTx/>
                <a:latin typeface="Calibri" panose="020F0502020204030204"/>
                <a:ea typeface="+mn-ea"/>
                <a:cs typeface="+mn-cs"/>
              </a:endParaRPr>
            </a:p>
          </p:txBody>
        </p:sp>
      </p:grpSp>
      <p:cxnSp>
        <p:nvCxnSpPr>
          <p:cNvPr id="151" name="Straight Connector 150">
            <a:extLst>
              <a:ext uri="{FF2B5EF4-FFF2-40B4-BE49-F238E27FC236}">
                <a16:creationId xmlns:a16="http://schemas.microsoft.com/office/drawing/2014/main" id="{CAEE90B4-8034-4523-9126-9FBA4E3DD8CE}"/>
              </a:ext>
              <a:ext uri="{C183D7F6-B498-43B3-948B-1728B52AA6E4}">
                <adec:decorative xmlns:adec="http://schemas.microsoft.com/office/drawing/2017/decorative" val="1"/>
              </a:ext>
            </a:extLst>
          </p:cNvPr>
          <p:cNvCxnSpPr>
            <a:cxnSpLocks/>
          </p:cNvCxnSpPr>
          <p:nvPr/>
        </p:nvCxnSpPr>
        <p:spPr>
          <a:xfrm>
            <a:off x="5771254" y="4036906"/>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62" name="Group 161">
            <a:extLst>
              <a:ext uri="{FF2B5EF4-FFF2-40B4-BE49-F238E27FC236}">
                <a16:creationId xmlns:a16="http://schemas.microsoft.com/office/drawing/2014/main" id="{694C3DC3-1C65-49D0-9C84-E2A0951EDFD9}"/>
              </a:ext>
              <a:ext uri="{C183D7F6-B498-43B3-948B-1728B52AA6E4}">
                <adec:decorative xmlns:adec="http://schemas.microsoft.com/office/drawing/2017/decorative" val="1"/>
              </a:ext>
            </a:extLst>
          </p:cNvPr>
          <p:cNvGrpSpPr>
            <a:grpSpLocks/>
          </p:cNvGrpSpPr>
          <p:nvPr/>
        </p:nvGrpSpPr>
        <p:grpSpPr>
          <a:xfrm>
            <a:off x="722184" y="4381642"/>
            <a:ext cx="522238" cy="522238"/>
            <a:chOff x="7039782" y="1468393"/>
            <a:chExt cx="751672" cy="751672"/>
          </a:xfrm>
        </p:grpSpPr>
        <p:sp>
          <p:nvSpPr>
            <p:cNvPr id="163" name="Oval 162">
              <a:extLst>
                <a:ext uri="{FF2B5EF4-FFF2-40B4-BE49-F238E27FC236}">
                  <a16:creationId xmlns:a16="http://schemas.microsoft.com/office/drawing/2014/main" id="{4D5FA340-1EA0-4179-8EAA-75FF6BAD6C74}"/>
                </a:ext>
                <a:ext uri="{C183D7F6-B498-43B3-948B-1728B52AA6E4}">
                  <adec:decorative xmlns:adec="http://schemas.microsoft.com/office/drawing/2017/decorative" val="1"/>
                </a:ext>
              </a:extLst>
            </p:cNvPr>
            <p:cNvSpPr>
              <a:spLocks/>
            </p:cNvSpPr>
            <p:nvPr/>
          </p:nvSpPr>
          <p:spPr bwMode="auto">
            <a:xfrm>
              <a:off x="7039782"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64" name="list_4">
              <a:extLst>
                <a:ext uri="{FF2B5EF4-FFF2-40B4-BE49-F238E27FC236}">
                  <a16:creationId xmlns:a16="http://schemas.microsoft.com/office/drawing/2014/main" id="{C19752A4-15DC-4458-8668-A785B5483389}"/>
                </a:ext>
                <a:ext uri="{C183D7F6-B498-43B3-948B-1728B52AA6E4}">
                  <adec:decorative xmlns:adec="http://schemas.microsoft.com/office/drawing/2017/decorative" val="1"/>
                </a:ext>
              </a:extLst>
            </p:cNvPr>
            <p:cNvSpPr>
              <a:spLocks noChangeAspect="1" noEditPoints="1"/>
            </p:cNvSpPr>
            <p:nvPr/>
          </p:nvSpPr>
          <p:spPr bwMode="auto">
            <a:xfrm>
              <a:off x="7196380" y="1708702"/>
              <a:ext cx="438475" cy="271054"/>
            </a:xfrm>
            <a:custGeom>
              <a:avLst/>
              <a:gdLst>
                <a:gd name="T0" fmla="*/ 90 w 253"/>
                <a:gd name="T1" fmla="*/ 24 h 171"/>
                <a:gd name="T2" fmla="*/ 253 w 253"/>
                <a:gd name="T3" fmla="*/ 24 h 171"/>
                <a:gd name="T4" fmla="*/ 90 w 253"/>
                <a:gd name="T5" fmla="*/ 73 h 171"/>
                <a:gd name="T6" fmla="*/ 253 w 253"/>
                <a:gd name="T7" fmla="*/ 73 h 171"/>
                <a:gd name="T8" fmla="*/ 90 w 253"/>
                <a:gd name="T9" fmla="*/ 121 h 171"/>
                <a:gd name="T10" fmla="*/ 253 w 253"/>
                <a:gd name="T11" fmla="*/ 121 h 171"/>
                <a:gd name="T12" fmla="*/ 90 w 253"/>
                <a:gd name="T13" fmla="*/ 171 h 171"/>
                <a:gd name="T14" fmla="*/ 253 w 253"/>
                <a:gd name="T15" fmla="*/ 171 h 171"/>
                <a:gd name="T16" fmla="*/ 0 w 253"/>
                <a:gd name="T17" fmla="*/ 23 h 171"/>
                <a:gd name="T18" fmla="*/ 17 w 253"/>
                <a:gd name="T19" fmla="*/ 40 h 171"/>
                <a:gd name="T20" fmla="*/ 58 w 253"/>
                <a:gd name="T21" fmla="*/ 0 h 171"/>
                <a:gd name="T22" fmla="*/ 0 w 253"/>
                <a:gd name="T23" fmla="*/ 121 h 171"/>
                <a:gd name="T24" fmla="*/ 17 w 253"/>
                <a:gd name="T25" fmla="*/ 138 h 171"/>
                <a:gd name="T26" fmla="*/ 58 w 253"/>
                <a:gd name="T27" fmla="*/ 9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3" h="171">
                  <a:moveTo>
                    <a:pt x="90" y="24"/>
                  </a:moveTo>
                  <a:lnTo>
                    <a:pt x="253" y="24"/>
                  </a:lnTo>
                  <a:moveTo>
                    <a:pt x="90" y="73"/>
                  </a:moveTo>
                  <a:lnTo>
                    <a:pt x="253" y="73"/>
                  </a:lnTo>
                  <a:moveTo>
                    <a:pt x="90" y="121"/>
                  </a:moveTo>
                  <a:lnTo>
                    <a:pt x="253" y="121"/>
                  </a:lnTo>
                  <a:moveTo>
                    <a:pt x="90" y="171"/>
                  </a:moveTo>
                  <a:lnTo>
                    <a:pt x="253" y="171"/>
                  </a:lnTo>
                  <a:moveTo>
                    <a:pt x="0" y="23"/>
                  </a:moveTo>
                  <a:lnTo>
                    <a:pt x="17" y="40"/>
                  </a:lnTo>
                  <a:lnTo>
                    <a:pt x="58" y="0"/>
                  </a:lnTo>
                  <a:moveTo>
                    <a:pt x="0" y="121"/>
                  </a:moveTo>
                  <a:lnTo>
                    <a:pt x="17" y="138"/>
                  </a:lnTo>
                  <a:lnTo>
                    <a:pt x="58" y="98"/>
                  </a:lnTo>
                </a:path>
              </a:pathLst>
            </a:custGeom>
            <a:noFill/>
            <a:ln w="12700" cap="flat">
              <a:solidFill>
                <a:schemeClr val="tx2"/>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172" name="Straight Connector 171">
            <a:extLst>
              <a:ext uri="{FF2B5EF4-FFF2-40B4-BE49-F238E27FC236}">
                <a16:creationId xmlns:a16="http://schemas.microsoft.com/office/drawing/2014/main" id="{1486705D-0AB2-4E11-B0C4-43077B6D6E6C}"/>
              </a:ext>
              <a:ext uri="{C183D7F6-B498-43B3-948B-1728B52AA6E4}">
                <adec:decorative xmlns:adec="http://schemas.microsoft.com/office/drawing/2017/decorative" val="1"/>
              </a:ext>
            </a:extLst>
          </p:cNvPr>
          <p:cNvCxnSpPr>
            <a:cxnSpLocks/>
          </p:cNvCxnSpPr>
          <p:nvPr/>
        </p:nvCxnSpPr>
        <p:spPr>
          <a:xfrm>
            <a:off x="5771254" y="5149615"/>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79" name="Group 178">
            <a:extLst>
              <a:ext uri="{FF2B5EF4-FFF2-40B4-BE49-F238E27FC236}">
                <a16:creationId xmlns:a16="http://schemas.microsoft.com/office/drawing/2014/main" id="{5DD77671-6B58-4A7A-B1A8-50608DBE5A97}"/>
              </a:ext>
              <a:ext uri="{C183D7F6-B498-43B3-948B-1728B52AA6E4}">
                <adec:decorative xmlns:adec="http://schemas.microsoft.com/office/drawing/2017/decorative" val="1"/>
              </a:ext>
            </a:extLst>
          </p:cNvPr>
          <p:cNvGrpSpPr>
            <a:grpSpLocks/>
          </p:cNvGrpSpPr>
          <p:nvPr/>
        </p:nvGrpSpPr>
        <p:grpSpPr>
          <a:xfrm>
            <a:off x="722184" y="5494200"/>
            <a:ext cx="522238" cy="522238"/>
            <a:chOff x="724354" y="3721051"/>
            <a:chExt cx="438218" cy="438218"/>
          </a:xfrm>
        </p:grpSpPr>
        <p:sp>
          <p:nvSpPr>
            <p:cNvPr id="180" name="Oval 179">
              <a:extLst>
                <a:ext uri="{FF2B5EF4-FFF2-40B4-BE49-F238E27FC236}">
                  <a16:creationId xmlns:a16="http://schemas.microsoft.com/office/drawing/2014/main" id="{66E40807-C98E-4B2E-82E3-AB324CC7CA7F}"/>
                </a:ext>
                <a:ext uri="{C183D7F6-B498-43B3-948B-1728B52AA6E4}">
                  <adec:decorative xmlns:adec="http://schemas.microsoft.com/office/drawing/2017/decorative" val="1"/>
                </a:ext>
              </a:extLst>
            </p:cNvPr>
            <p:cNvSpPr>
              <a:spLocks/>
            </p:cNvSpPr>
            <p:nvPr/>
          </p:nvSpPr>
          <p:spPr bwMode="auto">
            <a:xfrm>
              <a:off x="724354" y="3721051"/>
              <a:ext cx="438218" cy="438218"/>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81" name="Business applications">
              <a:extLst>
                <a:ext uri="{FF2B5EF4-FFF2-40B4-BE49-F238E27FC236}">
                  <a16:creationId xmlns:a16="http://schemas.microsoft.com/office/drawing/2014/main" id="{88C207EF-5D75-4985-A833-4DDA0EFDF44A}"/>
                </a:ext>
                <a:ext uri="{C183D7F6-B498-43B3-948B-1728B52AA6E4}">
                  <adec:decorative xmlns:adec="http://schemas.microsoft.com/office/drawing/2017/decorative" val="1"/>
                </a:ext>
              </a:extLst>
            </p:cNvPr>
            <p:cNvSpPr>
              <a:spLocks noChangeAspect="1" noEditPoints="1"/>
            </p:cNvSpPr>
            <p:nvPr/>
          </p:nvSpPr>
          <p:spPr bwMode="auto">
            <a:xfrm>
              <a:off x="826310" y="3843880"/>
              <a:ext cx="234306" cy="192560"/>
            </a:xfrm>
            <a:custGeom>
              <a:avLst/>
              <a:gdLst>
                <a:gd name="T0" fmla="*/ 196 w 449"/>
                <a:gd name="T1" fmla="*/ 369 h 369"/>
                <a:gd name="T2" fmla="*/ 0 w 449"/>
                <a:gd name="T3" fmla="*/ 369 h 369"/>
                <a:gd name="T4" fmla="*/ 99 w 449"/>
                <a:gd name="T5" fmla="*/ 240 h 369"/>
                <a:gd name="T6" fmla="*/ 196 w 449"/>
                <a:gd name="T7" fmla="*/ 369 h 369"/>
                <a:gd name="T8" fmla="*/ 442 w 449"/>
                <a:gd name="T9" fmla="*/ 67 h 369"/>
                <a:gd name="T10" fmla="*/ 229 w 449"/>
                <a:gd name="T11" fmla="*/ 369 h 369"/>
                <a:gd name="T12" fmla="*/ 449 w 449"/>
                <a:gd name="T13" fmla="*/ 369 h 369"/>
                <a:gd name="T14" fmla="*/ 442 w 449"/>
                <a:gd name="T15" fmla="*/ 67 h 369"/>
                <a:gd name="T16" fmla="*/ 240 w 449"/>
                <a:gd name="T17" fmla="*/ 168 h 369"/>
                <a:gd name="T18" fmla="*/ 101 w 449"/>
                <a:gd name="T19" fmla="*/ 369 h 369"/>
                <a:gd name="T20" fmla="*/ 379 w 449"/>
                <a:gd name="T21" fmla="*/ 369 h 369"/>
                <a:gd name="T22" fmla="*/ 240 w 449"/>
                <a:gd name="T23" fmla="*/ 168 h 369"/>
                <a:gd name="T24" fmla="*/ 398 w 449"/>
                <a:gd name="T25" fmla="*/ 48 h 369"/>
                <a:gd name="T26" fmla="*/ 398 w 449"/>
                <a:gd name="T27" fmla="*/ 48 h 369"/>
                <a:gd name="T28" fmla="*/ 371 w 449"/>
                <a:gd name="T29" fmla="*/ 77 h 369"/>
                <a:gd name="T30" fmla="*/ 382 w 449"/>
                <a:gd name="T31" fmla="*/ 65 h 369"/>
                <a:gd name="T32" fmla="*/ 349 w 449"/>
                <a:gd name="T33" fmla="*/ 102 h 369"/>
                <a:gd name="T34" fmla="*/ 360 w 449"/>
                <a:gd name="T35" fmla="*/ 90 h 369"/>
                <a:gd name="T36" fmla="*/ 328 w 449"/>
                <a:gd name="T37" fmla="*/ 126 h 369"/>
                <a:gd name="T38" fmla="*/ 338 w 449"/>
                <a:gd name="T39" fmla="*/ 114 h 369"/>
                <a:gd name="T40" fmla="*/ 305 w 449"/>
                <a:gd name="T41" fmla="*/ 150 h 369"/>
                <a:gd name="T42" fmla="*/ 316 w 449"/>
                <a:gd name="T43" fmla="*/ 138 h 369"/>
                <a:gd name="T44" fmla="*/ 283 w 449"/>
                <a:gd name="T45" fmla="*/ 175 h 369"/>
                <a:gd name="T46" fmla="*/ 294 w 449"/>
                <a:gd name="T47" fmla="*/ 163 h 369"/>
                <a:gd name="T48" fmla="*/ 261 w 449"/>
                <a:gd name="T49" fmla="*/ 199 h 369"/>
                <a:gd name="T50" fmla="*/ 273 w 449"/>
                <a:gd name="T51" fmla="*/ 187 h 369"/>
                <a:gd name="T52" fmla="*/ 239 w 449"/>
                <a:gd name="T53" fmla="*/ 223 h 369"/>
                <a:gd name="T54" fmla="*/ 250 w 449"/>
                <a:gd name="T55" fmla="*/ 211 h 369"/>
                <a:gd name="T56" fmla="*/ 217 w 449"/>
                <a:gd name="T57" fmla="*/ 248 h 369"/>
                <a:gd name="T58" fmla="*/ 229 w 449"/>
                <a:gd name="T59" fmla="*/ 236 h 369"/>
                <a:gd name="T60" fmla="*/ 195 w 449"/>
                <a:gd name="T61" fmla="*/ 273 h 369"/>
                <a:gd name="T62" fmla="*/ 206 w 449"/>
                <a:gd name="T63" fmla="*/ 260 h 369"/>
                <a:gd name="T64" fmla="*/ 174 w 449"/>
                <a:gd name="T65" fmla="*/ 296 h 369"/>
                <a:gd name="T66" fmla="*/ 185 w 449"/>
                <a:gd name="T67" fmla="*/ 284 h 369"/>
                <a:gd name="T68" fmla="*/ 151 w 449"/>
                <a:gd name="T69" fmla="*/ 321 h 369"/>
                <a:gd name="T70" fmla="*/ 162 w 449"/>
                <a:gd name="T71" fmla="*/ 309 h 369"/>
                <a:gd name="T72" fmla="*/ 130 w 449"/>
                <a:gd name="T73" fmla="*/ 346 h 369"/>
                <a:gd name="T74" fmla="*/ 141 w 449"/>
                <a:gd name="T75" fmla="*/ 333 h 369"/>
                <a:gd name="T76" fmla="*/ 107 w 449"/>
                <a:gd name="T77" fmla="*/ 369 h 369"/>
                <a:gd name="T78" fmla="*/ 119 w 449"/>
                <a:gd name="T79" fmla="*/ 358 h 369"/>
                <a:gd name="T80" fmla="*/ 438 w 449"/>
                <a:gd name="T81" fmla="*/ 28 h 369"/>
                <a:gd name="T82" fmla="*/ 438 w 449"/>
                <a:gd name="T83" fmla="*/ 28 h 369"/>
                <a:gd name="T84" fmla="*/ 444 w 449"/>
                <a:gd name="T85" fmla="*/ 25 h 369"/>
                <a:gd name="T86" fmla="*/ 444 w 449"/>
                <a:gd name="T87" fmla="*/ 0 h 369"/>
                <a:gd name="T88" fmla="*/ 419 w 449"/>
                <a:gd name="T89" fmla="*/ 0 h 369"/>
                <a:gd name="T90" fmla="*/ 444 w 449"/>
                <a:gd name="T91" fmla="*/ 0 h 369"/>
                <a:gd name="T92" fmla="*/ 395 w 449"/>
                <a:gd name="T93" fmla="*/ 50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49" h="369">
                  <a:moveTo>
                    <a:pt x="196" y="369"/>
                  </a:moveTo>
                  <a:lnTo>
                    <a:pt x="0" y="369"/>
                  </a:lnTo>
                  <a:lnTo>
                    <a:pt x="99" y="240"/>
                  </a:lnTo>
                  <a:lnTo>
                    <a:pt x="196" y="369"/>
                  </a:lnTo>
                  <a:moveTo>
                    <a:pt x="442" y="67"/>
                  </a:moveTo>
                  <a:lnTo>
                    <a:pt x="229" y="369"/>
                  </a:lnTo>
                  <a:lnTo>
                    <a:pt x="449" y="369"/>
                  </a:lnTo>
                  <a:lnTo>
                    <a:pt x="442" y="67"/>
                  </a:lnTo>
                  <a:moveTo>
                    <a:pt x="240" y="168"/>
                  </a:moveTo>
                  <a:lnTo>
                    <a:pt x="101" y="369"/>
                  </a:lnTo>
                  <a:lnTo>
                    <a:pt x="379" y="369"/>
                  </a:lnTo>
                  <a:lnTo>
                    <a:pt x="240" y="168"/>
                  </a:lnTo>
                  <a:moveTo>
                    <a:pt x="398" y="48"/>
                  </a:moveTo>
                  <a:lnTo>
                    <a:pt x="398" y="48"/>
                  </a:lnTo>
                  <a:moveTo>
                    <a:pt x="371" y="77"/>
                  </a:moveTo>
                  <a:lnTo>
                    <a:pt x="382" y="65"/>
                  </a:lnTo>
                  <a:moveTo>
                    <a:pt x="349" y="102"/>
                  </a:moveTo>
                  <a:lnTo>
                    <a:pt x="360" y="90"/>
                  </a:lnTo>
                  <a:moveTo>
                    <a:pt x="328" y="126"/>
                  </a:moveTo>
                  <a:lnTo>
                    <a:pt x="338" y="114"/>
                  </a:lnTo>
                  <a:moveTo>
                    <a:pt x="305" y="150"/>
                  </a:moveTo>
                  <a:lnTo>
                    <a:pt x="316" y="138"/>
                  </a:lnTo>
                  <a:moveTo>
                    <a:pt x="283" y="175"/>
                  </a:moveTo>
                  <a:lnTo>
                    <a:pt x="294" y="163"/>
                  </a:lnTo>
                  <a:moveTo>
                    <a:pt x="261" y="199"/>
                  </a:moveTo>
                  <a:lnTo>
                    <a:pt x="273" y="187"/>
                  </a:lnTo>
                  <a:moveTo>
                    <a:pt x="239" y="223"/>
                  </a:moveTo>
                  <a:lnTo>
                    <a:pt x="250" y="211"/>
                  </a:lnTo>
                  <a:moveTo>
                    <a:pt x="217" y="248"/>
                  </a:moveTo>
                  <a:lnTo>
                    <a:pt x="229" y="236"/>
                  </a:lnTo>
                  <a:moveTo>
                    <a:pt x="195" y="273"/>
                  </a:moveTo>
                  <a:lnTo>
                    <a:pt x="206" y="260"/>
                  </a:lnTo>
                  <a:moveTo>
                    <a:pt x="174" y="296"/>
                  </a:moveTo>
                  <a:lnTo>
                    <a:pt x="185" y="284"/>
                  </a:lnTo>
                  <a:moveTo>
                    <a:pt x="151" y="321"/>
                  </a:moveTo>
                  <a:lnTo>
                    <a:pt x="162" y="309"/>
                  </a:lnTo>
                  <a:moveTo>
                    <a:pt x="130" y="346"/>
                  </a:moveTo>
                  <a:lnTo>
                    <a:pt x="141" y="333"/>
                  </a:lnTo>
                  <a:moveTo>
                    <a:pt x="107" y="369"/>
                  </a:moveTo>
                  <a:lnTo>
                    <a:pt x="119" y="358"/>
                  </a:lnTo>
                  <a:moveTo>
                    <a:pt x="438" y="28"/>
                  </a:moveTo>
                  <a:lnTo>
                    <a:pt x="438" y="28"/>
                  </a:lnTo>
                  <a:moveTo>
                    <a:pt x="444" y="25"/>
                  </a:moveTo>
                  <a:lnTo>
                    <a:pt x="444" y="0"/>
                  </a:lnTo>
                  <a:lnTo>
                    <a:pt x="419" y="0"/>
                  </a:lnTo>
                  <a:moveTo>
                    <a:pt x="444" y="0"/>
                  </a:moveTo>
                  <a:lnTo>
                    <a:pt x="395" y="50"/>
                  </a:lnTo>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pic>
        <p:nvPicPr>
          <p:cNvPr id="191" name="Picture 190" descr="Two young employees sitting in a coffee table working on a laptop">
            <a:extLst>
              <a:ext uri="{FF2B5EF4-FFF2-40B4-BE49-F238E27FC236}">
                <a16:creationId xmlns:a16="http://schemas.microsoft.com/office/drawing/2014/main" id="{18EAC8C2-BE84-4584-AF9B-4C62BD7EF1DD}"/>
              </a:ext>
            </a:extLst>
          </p:cNvPr>
          <p:cNvPicPr>
            <a:picLocks noChangeAspect="1"/>
          </p:cNvPicPr>
          <p:nvPr/>
        </p:nvPicPr>
        <p:blipFill rotWithShape="1">
          <a:blip r:embed="rId4">
            <a:extLst>
              <a:ext uri="{28A0092B-C50C-407E-A947-70E740481C1C}">
                <a14:useLocalDpi xmlns:a14="http://schemas.microsoft.com/office/drawing/2010/main" val="0"/>
              </a:ext>
            </a:extLst>
          </a:blip>
          <a:srcRect l="10446" t="3964" r="38914" b="906"/>
          <a:stretch/>
        </p:blipFill>
        <p:spPr>
          <a:xfrm>
            <a:off x="6715115" y="0"/>
            <a:ext cx="5476886" cy="6858000"/>
          </a:xfrm>
          <a:custGeom>
            <a:avLst/>
            <a:gdLst>
              <a:gd name="connsiteX0" fmla="*/ 0 w 2743198"/>
              <a:gd name="connsiteY0" fmla="*/ 0 h 4663440"/>
              <a:gd name="connsiteX1" fmla="*/ 2743198 w 2743198"/>
              <a:gd name="connsiteY1" fmla="*/ 0 h 4663440"/>
              <a:gd name="connsiteX2" fmla="*/ 2743198 w 2743198"/>
              <a:gd name="connsiteY2" fmla="*/ 4663440 h 4663440"/>
              <a:gd name="connsiteX3" fmla="*/ 0 w 2743198"/>
              <a:gd name="connsiteY3" fmla="*/ 4663440 h 4663440"/>
            </a:gdLst>
            <a:ahLst/>
            <a:cxnLst>
              <a:cxn ang="0">
                <a:pos x="connsiteX0" y="connsiteY0"/>
              </a:cxn>
              <a:cxn ang="0">
                <a:pos x="connsiteX1" y="connsiteY1"/>
              </a:cxn>
              <a:cxn ang="0">
                <a:pos x="connsiteX2" y="connsiteY2"/>
              </a:cxn>
              <a:cxn ang="0">
                <a:pos x="connsiteX3" y="connsiteY3"/>
              </a:cxn>
            </a:cxnLst>
            <a:rect l="l" t="t" r="r" b="b"/>
            <a:pathLst>
              <a:path w="2743198" h="4663440">
                <a:moveTo>
                  <a:pt x="0" y="0"/>
                </a:moveTo>
                <a:lnTo>
                  <a:pt x="2743198" y="0"/>
                </a:lnTo>
                <a:lnTo>
                  <a:pt x="2743198" y="4663440"/>
                </a:lnTo>
                <a:lnTo>
                  <a:pt x="0" y="4663440"/>
                </a:lnTo>
                <a:close/>
              </a:path>
            </a:pathLst>
          </a:custGeom>
        </p:spPr>
      </p:pic>
    </p:spTree>
    <p:custDataLst>
      <p:tags r:id="rId1"/>
    </p:custDataLst>
    <p:extLst>
      <p:ext uri="{BB962C8B-B14F-4D97-AF65-F5344CB8AC3E}">
        <p14:creationId xmlns:p14="http://schemas.microsoft.com/office/powerpoint/2010/main" val="3382956385"/>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TextBox 1"/>
          <p:cNvSpPr txBox="1"/>
          <p:nvPr/>
        </p:nvSpPr>
        <p:spPr>
          <a:xfrm>
            <a:off x="731520" y="3657600"/>
            <a:ext cx="9144000" cy="9144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3300" b="1">
                <a:solidFill>
                  <a:srgbClr val="FFFFFF"/>
                </a:solidFill>
                <a:latin typeface="Segoe UI Semibold"/>
              </a:defRPr>
            </a:pPr>
            <a:r>
              <a:rPr kumimoji="0" sz="3300" b="1" i="0" u="none" strike="noStrike" kern="1200" cap="none" spc="0" normalizeH="0" baseline="0" noProof="0">
                <a:ln>
                  <a:noFill/>
                </a:ln>
                <a:solidFill>
                  <a:srgbClr val="FFFFFF"/>
                </a:solidFill>
                <a:effectLst/>
                <a:uLnTx/>
                <a:uFillTx/>
                <a:latin typeface="Segoe UI Semibold"/>
                <a:ea typeface="+mn-ea"/>
                <a:cs typeface="+mn-cs"/>
              </a:rPr>
              <a:t>Learning 1</a:t>
            </a:r>
          </a:p>
        </p:txBody>
      </p:sp>
      <p:sp>
        <p:nvSpPr>
          <p:cNvPr id="3" name="TextBox 2"/>
          <p:cNvSpPr txBox="1"/>
          <p:nvPr/>
        </p:nvSpPr>
        <p:spPr>
          <a:xfrm>
            <a:off x="731520" y="4480560"/>
            <a:ext cx="9144000" cy="640080"/>
          </a:xfrm>
          <a:prstGeom prst="rect">
            <a:avLst/>
          </a:prstGeom>
          <a:noFill/>
        </p:spPr>
        <p:txBody>
          <a:bodyPr wrap="square" anchor="t"/>
          <a:lstStyle/>
          <a:p>
            <a:pPr defTabSz="457200">
              <a:defRPr sz="1800" b="0">
                <a:solidFill>
                  <a:srgbClr val="FFFFFF"/>
                </a:solidFill>
                <a:latin typeface="Segoe UI"/>
              </a:defRPr>
            </a:pPr>
            <a:r>
              <a:rPr lang="en-GB" dirty="0">
                <a:cs typeface="Segoe UI" panose="020B0502040204020203" pitchFamily="34" charset="0"/>
              </a:rPr>
              <a:t>AI Application Lifecycle</a:t>
            </a:r>
            <a:endParaRPr lang="da-DK" dirty="0">
              <a:cs typeface="Segoe UI" panose="020B0502040204020203" pitchFamily="34" charset="0"/>
            </a:endParaRPr>
          </a:p>
        </p:txBody>
      </p:sp>
      <p:sp>
        <p:nvSpPr>
          <p:cNvPr id="4" name="Rectangle 3"/>
          <p:cNvSpPr/>
          <p:nvPr/>
        </p:nvSpPr>
        <p:spPr>
          <a:xfrm>
            <a:off x="731520" y="5943600"/>
            <a:ext cx="10698480" cy="1828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FFFFFF"/>
                </a:solidFill>
                <a:latin typeface="Segoe UI"/>
              </a:defRPr>
            </a:pPr>
            <a:r>
              <a:rPr kumimoji="0"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BEA52-91F8-094B-5DA2-722AE805971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13A1788-52BC-25DB-192F-FED1F3FC51A7}"/>
              </a:ext>
            </a:extLst>
          </p:cNvPr>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696F08A2-7B1F-B4B9-5740-9899C9422F83}"/>
              </a:ext>
            </a:extLst>
          </p:cNvPr>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lang="en-GB" sz="2400" b="1" i="0" u="none" strike="noStrike" kern="1200" cap="none" spc="0" normalizeH="0" baseline="0" noProof="0" dirty="0">
                <a:ln>
                  <a:noFill/>
                </a:ln>
                <a:solidFill>
                  <a:srgbClr val="FFFFFF"/>
                </a:solidFill>
                <a:effectLst/>
                <a:uLnTx/>
                <a:uFillTx/>
                <a:latin typeface="Segoe UI Semibold"/>
                <a:ea typeface="+mn-ea"/>
                <a:cs typeface="+mn-cs"/>
              </a:rPr>
              <a:t>AI Governance Flow To Work Towards</a:t>
            </a:r>
            <a:endParaRPr kumimoji="0" sz="2400" b="1"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4" name="Rectangle 3">
            <a:extLst>
              <a:ext uri="{FF2B5EF4-FFF2-40B4-BE49-F238E27FC236}">
                <a16:creationId xmlns:a16="http://schemas.microsoft.com/office/drawing/2014/main" id="{6CD02A90-47CC-DD5D-B61B-BFAF581B7187}"/>
              </a:ext>
            </a:extLst>
          </p:cNvPr>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D39BEFA9-95D8-02C8-F9C1-52570852FD40}"/>
              </a:ext>
            </a:extLst>
          </p:cNvPr>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5" name="Rectangle: Rounded Corners 4">
            <a:extLst>
              <a:ext uri="{FF2B5EF4-FFF2-40B4-BE49-F238E27FC236}">
                <a16:creationId xmlns:a16="http://schemas.microsoft.com/office/drawing/2014/main" id="{07A6A57F-7D65-C499-8734-52FE1039BC3E}"/>
              </a:ext>
              <a:ext uri="{C183D7F6-B498-43B3-948B-1728B52AA6E4}">
                <adec:decorative xmlns:adec="http://schemas.microsoft.com/office/drawing/2017/decorative" val="1"/>
              </a:ext>
            </a:extLst>
          </p:cNvPr>
          <p:cNvSpPr>
            <a:spLocks/>
          </p:cNvSpPr>
          <p:nvPr/>
        </p:nvSpPr>
        <p:spPr bwMode="auto">
          <a:xfrm>
            <a:off x="293688" y="1288509"/>
            <a:ext cx="11604625" cy="3102491"/>
          </a:xfrm>
          <a:prstGeom prst="roundRect">
            <a:avLst>
              <a:gd name="adj" fmla="val 3797"/>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chemeClr val="bg1"/>
              </a:solidFill>
              <a:latin typeface="Segoe UI"/>
              <a:cs typeface="Segoe UI" pitchFamily="34" charset="0"/>
            </a:endParaRPr>
          </a:p>
        </p:txBody>
      </p:sp>
      <p:pic>
        <p:nvPicPr>
          <p:cNvPr id="37" name="Picture 36">
            <a:extLst>
              <a:ext uri="{FF2B5EF4-FFF2-40B4-BE49-F238E27FC236}">
                <a16:creationId xmlns:a16="http://schemas.microsoft.com/office/drawing/2014/main" id="{7244FCC3-BD7A-8208-8BF9-445D6263EC79}"/>
              </a:ext>
              <a:ext uri="{C183D7F6-B498-43B3-948B-1728B52AA6E4}">
                <adec:decorative xmlns:adec="http://schemas.microsoft.com/office/drawing/2017/decorative" val="1"/>
              </a:ext>
            </a:extLst>
          </p:cNvPr>
          <p:cNvPicPr>
            <a:picLocks noChangeAspect="1"/>
          </p:cNvPicPr>
          <p:nvPr/>
        </p:nvPicPr>
        <p:blipFill>
          <a:blip r:embed="rId3"/>
          <a:srcRect t="656" b="657"/>
          <a:stretch>
            <a:fillRect/>
          </a:stretch>
        </p:blipFill>
        <p:spPr>
          <a:xfrm>
            <a:off x="0" y="0"/>
            <a:ext cx="12192000" cy="6767945"/>
          </a:xfrm>
          <a:prstGeom prst="rect">
            <a:avLst/>
          </a:prstGeom>
          <a:ln>
            <a:noFill/>
          </a:ln>
          <a:effectLst>
            <a:softEdge rad="112500"/>
          </a:effectLst>
        </p:spPr>
      </p:pic>
    </p:spTree>
    <p:extLst>
      <p:ext uri="{BB962C8B-B14F-4D97-AF65-F5344CB8AC3E}">
        <p14:creationId xmlns:p14="http://schemas.microsoft.com/office/powerpoint/2010/main" val="6325095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Rectangle 253">
            <a:extLst>
              <a:ext uri="{FF2B5EF4-FFF2-40B4-BE49-F238E27FC236}">
                <a16:creationId xmlns:a16="http://schemas.microsoft.com/office/drawing/2014/main" id="{2169CEF6-4EFA-86C6-0B98-B6F0875A730A}"/>
              </a:ext>
              <a:ext uri="{C183D7F6-B498-43B3-948B-1728B52AA6E4}">
                <adec:decorative xmlns:adec="http://schemas.microsoft.com/office/drawing/2017/decorative" val="1"/>
              </a:ext>
            </a:extLst>
          </p:cNvPr>
          <p:cNvSpPr/>
          <p:nvPr/>
        </p:nvSpPr>
        <p:spPr bwMode="auto">
          <a:xfrm>
            <a:off x="0" y="1262743"/>
            <a:ext cx="12192000" cy="2423885"/>
          </a:xfrm>
          <a:prstGeom prst="rect">
            <a:avLst/>
          </a:prstGeom>
          <a:solidFill>
            <a:schemeClr val="accent2">
              <a:lumMod val="20000"/>
              <a:lumOff val="80000"/>
              <a:alpha val="51000"/>
            </a:schemeClr>
          </a:solidFill>
          <a:ln w="6350"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spcBef>
                <a:spcPct val="0"/>
              </a:spcBef>
              <a:spcAft>
                <a:spcPct val="0"/>
              </a:spcAft>
              <a:buClrTx/>
              <a:buSzTx/>
              <a:buFontTx/>
              <a:buNone/>
              <a:tabLst/>
              <a:defRPr/>
            </a:pPr>
            <a:endParaRPr kumimoji="0" lang="en-CA" sz="2400" b="0" i="0" u="none" strike="noStrike" kern="0" cap="none" normalizeH="0" baseline="0" noProof="0" dirty="0">
              <a:ln>
                <a:noFill/>
              </a:ln>
              <a:solidFill>
                <a:srgbClr val="001919"/>
              </a:solidFill>
              <a:effectLst/>
              <a:uLnTx/>
              <a:uFillTx/>
              <a:latin typeface="Segoe Sans Text" pitchFamily="2" charset="0"/>
              <a:ea typeface="Segoe UI" pitchFamily="34" charset="0"/>
              <a:cs typeface="Segoe Sans Text" pitchFamily="2" charset="0"/>
            </a:endParaRPr>
          </a:p>
        </p:txBody>
      </p:sp>
      <p:sp>
        <p:nvSpPr>
          <p:cNvPr id="222" name="Rectangle: Rounded Corners 221">
            <a:extLst>
              <a:ext uri="{FF2B5EF4-FFF2-40B4-BE49-F238E27FC236}">
                <a16:creationId xmlns:a16="http://schemas.microsoft.com/office/drawing/2014/main" id="{E7DFF48D-3AE8-6CF0-5139-A70C73B398F8}"/>
              </a:ext>
              <a:ext uri="{C183D7F6-B498-43B3-948B-1728B52AA6E4}">
                <adec:decorative xmlns:adec="http://schemas.microsoft.com/office/drawing/2017/decorative" val="1"/>
              </a:ext>
            </a:extLst>
          </p:cNvPr>
          <p:cNvSpPr/>
          <p:nvPr/>
        </p:nvSpPr>
        <p:spPr bwMode="auto">
          <a:xfrm>
            <a:off x="7285391" y="2873466"/>
            <a:ext cx="2076859" cy="2485934"/>
          </a:xfrm>
          <a:prstGeom prst="roundRect">
            <a:avLst>
              <a:gd name="adj" fmla="val 10422"/>
            </a:avLst>
          </a:prstGeom>
          <a:solidFill>
            <a:srgbClr val="FFFFFF"/>
          </a:solidFill>
          <a:ln w="15875" cap="flat" cmpd="sng" algn="ctr">
            <a:noFill/>
            <a:prstDash val="solid"/>
            <a:headEnd type="none" w="med" len="med"/>
            <a:tailEnd type="none" w="med" len="med"/>
          </a:ln>
          <a:effectLst>
            <a:outerShdw blurRad="279400" algn="ctr" rotWithShape="0">
              <a:prstClr val="black">
                <a:alpha val="9000"/>
              </a:prstClr>
            </a:outerShdw>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spcAft>
                <a:spcPts val="400"/>
              </a:spcAft>
            </a:pPr>
            <a:endParaRPr lang="en-US" err="1">
              <a:solidFill>
                <a:srgbClr val="091F2C"/>
              </a:solidFill>
              <a:latin typeface="Segoe Sans Display"/>
            </a:endParaRPr>
          </a:p>
        </p:txBody>
      </p:sp>
      <p:sp>
        <p:nvSpPr>
          <p:cNvPr id="223" name="Rectangle: Rounded Corners 222">
            <a:extLst>
              <a:ext uri="{FF2B5EF4-FFF2-40B4-BE49-F238E27FC236}">
                <a16:creationId xmlns:a16="http://schemas.microsoft.com/office/drawing/2014/main" id="{733FF63A-2B2D-C64B-09F2-0186D08046E2}"/>
              </a:ext>
              <a:ext uri="{C183D7F6-B498-43B3-948B-1728B52AA6E4}">
                <adec:decorative xmlns:adec="http://schemas.microsoft.com/office/drawing/2017/decorative" val="1"/>
              </a:ext>
            </a:extLst>
          </p:cNvPr>
          <p:cNvSpPr/>
          <p:nvPr/>
        </p:nvSpPr>
        <p:spPr bwMode="auto">
          <a:xfrm>
            <a:off x="601932" y="2873466"/>
            <a:ext cx="2076859" cy="2485934"/>
          </a:xfrm>
          <a:prstGeom prst="roundRect">
            <a:avLst>
              <a:gd name="adj" fmla="val 10422"/>
            </a:avLst>
          </a:prstGeom>
          <a:solidFill>
            <a:srgbClr val="FFFFFF"/>
          </a:solidFill>
          <a:ln w="15875" cap="flat" cmpd="sng" algn="ctr">
            <a:noFill/>
            <a:prstDash val="solid"/>
            <a:headEnd type="none" w="med" len="med"/>
            <a:tailEnd type="none" w="med" len="med"/>
          </a:ln>
          <a:effectLst>
            <a:outerShdw blurRad="279400" algn="ctr" rotWithShape="0">
              <a:prstClr val="black">
                <a:alpha val="9000"/>
              </a:prstClr>
            </a:outerShdw>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spcAft>
                <a:spcPts val="400"/>
              </a:spcAft>
            </a:pPr>
            <a:endParaRPr lang="en-US" err="1">
              <a:solidFill>
                <a:srgbClr val="091F2C"/>
              </a:solidFill>
              <a:latin typeface="Segoe Sans Display"/>
            </a:endParaRPr>
          </a:p>
        </p:txBody>
      </p:sp>
      <p:sp>
        <p:nvSpPr>
          <p:cNvPr id="224" name="Rectangle: Rounded Corners 223">
            <a:extLst>
              <a:ext uri="{FF2B5EF4-FFF2-40B4-BE49-F238E27FC236}">
                <a16:creationId xmlns:a16="http://schemas.microsoft.com/office/drawing/2014/main" id="{B947C516-0195-D6DA-FC69-364570D8FFEE}"/>
              </a:ext>
              <a:ext uri="{C183D7F6-B498-43B3-948B-1728B52AA6E4}">
                <adec:decorative xmlns:adec="http://schemas.microsoft.com/office/drawing/2017/decorative" val="1"/>
              </a:ext>
            </a:extLst>
          </p:cNvPr>
          <p:cNvSpPr/>
          <p:nvPr/>
        </p:nvSpPr>
        <p:spPr bwMode="auto">
          <a:xfrm>
            <a:off x="2829752" y="2873466"/>
            <a:ext cx="2076859" cy="2485934"/>
          </a:xfrm>
          <a:prstGeom prst="roundRect">
            <a:avLst>
              <a:gd name="adj" fmla="val 10422"/>
            </a:avLst>
          </a:prstGeom>
          <a:solidFill>
            <a:srgbClr val="FFFFFF"/>
          </a:solidFill>
          <a:ln w="15875" cap="flat" cmpd="sng" algn="ctr">
            <a:noFill/>
            <a:prstDash val="solid"/>
            <a:headEnd type="none" w="med" len="med"/>
            <a:tailEnd type="none" w="med" len="med"/>
          </a:ln>
          <a:effectLst>
            <a:outerShdw blurRad="279400" algn="ctr" rotWithShape="0">
              <a:prstClr val="black">
                <a:alpha val="9000"/>
              </a:prstClr>
            </a:outerShdw>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spcAft>
                <a:spcPts val="400"/>
              </a:spcAft>
            </a:pPr>
            <a:endParaRPr lang="en-US" err="1">
              <a:solidFill>
                <a:srgbClr val="091F2C"/>
              </a:solidFill>
              <a:latin typeface="Segoe Sans Display"/>
            </a:endParaRPr>
          </a:p>
        </p:txBody>
      </p:sp>
      <p:sp>
        <p:nvSpPr>
          <p:cNvPr id="225" name="Rectangle: Rounded Corners 224">
            <a:extLst>
              <a:ext uri="{FF2B5EF4-FFF2-40B4-BE49-F238E27FC236}">
                <a16:creationId xmlns:a16="http://schemas.microsoft.com/office/drawing/2014/main" id="{C9D0875F-7605-54F1-3A22-260C97697D13}"/>
              </a:ext>
              <a:ext uri="{C183D7F6-B498-43B3-948B-1728B52AA6E4}">
                <adec:decorative xmlns:adec="http://schemas.microsoft.com/office/drawing/2017/decorative" val="1"/>
              </a:ext>
            </a:extLst>
          </p:cNvPr>
          <p:cNvSpPr/>
          <p:nvPr/>
        </p:nvSpPr>
        <p:spPr bwMode="auto">
          <a:xfrm>
            <a:off x="5057572" y="2873466"/>
            <a:ext cx="2076859" cy="2485934"/>
          </a:xfrm>
          <a:prstGeom prst="roundRect">
            <a:avLst>
              <a:gd name="adj" fmla="val 10422"/>
            </a:avLst>
          </a:prstGeom>
          <a:solidFill>
            <a:srgbClr val="FFFFFF"/>
          </a:solidFill>
          <a:ln w="15875" cap="flat" cmpd="sng" algn="ctr">
            <a:noFill/>
            <a:prstDash val="solid"/>
            <a:headEnd type="none" w="med" len="med"/>
            <a:tailEnd type="none" w="med" len="med"/>
          </a:ln>
          <a:effectLst>
            <a:outerShdw blurRad="279400" algn="ctr" rotWithShape="0">
              <a:prstClr val="black">
                <a:alpha val="9000"/>
              </a:prstClr>
            </a:outerShdw>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spcAft>
                <a:spcPts val="400"/>
              </a:spcAft>
            </a:pPr>
            <a:endParaRPr lang="en-US" err="1">
              <a:solidFill>
                <a:srgbClr val="091F2C"/>
              </a:solidFill>
              <a:latin typeface="Segoe Sans Display"/>
            </a:endParaRPr>
          </a:p>
        </p:txBody>
      </p:sp>
      <p:sp>
        <p:nvSpPr>
          <p:cNvPr id="226" name="Rectangle: Rounded Corners 225">
            <a:extLst>
              <a:ext uri="{FF2B5EF4-FFF2-40B4-BE49-F238E27FC236}">
                <a16:creationId xmlns:a16="http://schemas.microsoft.com/office/drawing/2014/main" id="{6EBEEFDB-3613-EBFB-1E28-D7BE80B66EE6}"/>
              </a:ext>
              <a:ext uri="{C183D7F6-B498-43B3-948B-1728B52AA6E4}">
                <adec:decorative xmlns:adec="http://schemas.microsoft.com/office/drawing/2017/decorative" val="1"/>
              </a:ext>
            </a:extLst>
          </p:cNvPr>
          <p:cNvSpPr/>
          <p:nvPr/>
        </p:nvSpPr>
        <p:spPr bwMode="auto">
          <a:xfrm>
            <a:off x="9513209" y="2873466"/>
            <a:ext cx="2076859" cy="2485934"/>
          </a:xfrm>
          <a:prstGeom prst="roundRect">
            <a:avLst>
              <a:gd name="adj" fmla="val 10422"/>
            </a:avLst>
          </a:prstGeom>
          <a:solidFill>
            <a:srgbClr val="FFFFFF"/>
          </a:solidFill>
          <a:ln w="15875" cap="flat" cmpd="sng" algn="ctr">
            <a:noFill/>
            <a:prstDash val="solid"/>
            <a:headEnd type="none" w="med" len="med"/>
            <a:tailEnd type="none" w="med" len="med"/>
          </a:ln>
          <a:effectLst>
            <a:outerShdw blurRad="279400" algn="ctr" rotWithShape="0">
              <a:prstClr val="black">
                <a:alpha val="9000"/>
              </a:prstClr>
            </a:outerShdw>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spcAft>
                <a:spcPts val="400"/>
              </a:spcAft>
            </a:pPr>
            <a:endParaRPr lang="en-US" err="1">
              <a:solidFill>
                <a:srgbClr val="091F2C"/>
              </a:solidFill>
              <a:latin typeface="Segoe Sans Display"/>
            </a:endParaRPr>
          </a:p>
        </p:txBody>
      </p:sp>
      <p:sp>
        <p:nvSpPr>
          <p:cNvPr id="255" name="Freeform: Shape 254">
            <a:extLst>
              <a:ext uri="{FF2B5EF4-FFF2-40B4-BE49-F238E27FC236}">
                <a16:creationId xmlns:a16="http://schemas.microsoft.com/office/drawing/2014/main" id="{FEB54E91-C8B4-C427-66EC-DBC32775D1E1}"/>
              </a:ext>
              <a:ext uri="{C183D7F6-B498-43B3-948B-1728B52AA6E4}">
                <adec:decorative xmlns:adec="http://schemas.microsoft.com/office/drawing/2017/decorative" val="1"/>
              </a:ext>
            </a:extLst>
          </p:cNvPr>
          <p:cNvSpPr>
            <a:spLocks/>
          </p:cNvSpPr>
          <p:nvPr/>
        </p:nvSpPr>
        <p:spPr>
          <a:xfrm rot="10800000">
            <a:off x="0" y="5992405"/>
            <a:ext cx="12074372" cy="865595"/>
          </a:xfrm>
          <a:custGeom>
            <a:avLst/>
            <a:gdLst>
              <a:gd name="connsiteX0" fmla="*/ 10999522 w 12074372"/>
              <a:gd name="connsiteY0" fmla="*/ 864348 h 865595"/>
              <a:gd name="connsiteX1" fmla="*/ 8368232 w 12074372"/>
              <a:gd name="connsiteY1" fmla="*/ 465130 h 865595"/>
              <a:gd name="connsiteX2" fmla="*/ 3598626 w 12074372"/>
              <a:gd name="connsiteY2" fmla="*/ 73743 h 865595"/>
              <a:gd name="connsiteX3" fmla="*/ 3530282 w 12074372"/>
              <a:gd name="connsiteY3" fmla="*/ 81601 h 865595"/>
              <a:gd name="connsiteX4" fmla="*/ 3530282 w 12074372"/>
              <a:gd name="connsiteY4" fmla="*/ 82058 h 865595"/>
              <a:gd name="connsiteX5" fmla="*/ 3502266 w 12074372"/>
              <a:gd name="connsiteY5" fmla="*/ 84461 h 865595"/>
              <a:gd name="connsiteX6" fmla="*/ 460680 w 12074372"/>
              <a:gd name="connsiteY6" fmla="*/ 56839 h 865595"/>
              <a:gd name="connsiteX7" fmla="*/ 0 w 12074372"/>
              <a:gd name="connsiteY7" fmla="*/ 0 h 865595"/>
              <a:gd name="connsiteX8" fmla="*/ 12074372 w 12074372"/>
              <a:gd name="connsiteY8" fmla="*/ 0 h 865595"/>
              <a:gd name="connsiteX9" fmla="*/ 12074372 w 12074372"/>
              <a:gd name="connsiteY9" fmla="*/ 837651 h 865595"/>
              <a:gd name="connsiteX10" fmla="*/ 11906743 w 12074372"/>
              <a:gd name="connsiteY10" fmla="*/ 847026 h 865595"/>
              <a:gd name="connsiteX11" fmla="*/ 10999522 w 12074372"/>
              <a:gd name="connsiteY11" fmla="*/ 864348 h 865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74372" h="865595">
                <a:moveTo>
                  <a:pt x="10999522" y="864348"/>
                </a:moveTo>
                <a:cubicBezTo>
                  <a:pt x="10118950" y="851715"/>
                  <a:pt x="9299205" y="741571"/>
                  <a:pt x="8368232" y="465130"/>
                </a:cubicBezTo>
                <a:cubicBezTo>
                  <a:pt x="6675555" y="-37489"/>
                  <a:pt x="4886115" y="-60344"/>
                  <a:pt x="3598626" y="73743"/>
                </a:cubicBezTo>
                <a:lnTo>
                  <a:pt x="3530282" y="81601"/>
                </a:lnTo>
                <a:lnTo>
                  <a:pt x="3530282" y="82058"/>
                </a:lnTo>
                <a:lnTo>
                  <a:pt x="3502266" y="84461"/>
                </a:lnTo>
                <a:cubicBezTo>
                  <a:pt x="1829020" y="370526"/>
                  <a:pt x="1578872" y="192724"/>
                  <a:pt x="460680" y="56839"/>
                </a:cubicBezTo>
                <a:lnTo>
                  <a:pt x="0" y="0"/>
                </a:lnTo>
                <a:lnTo>
                  <a:pt x="12074372" y="0"/>
                </a:lnTo>
                <a:lnTo>
                  <a:pt x="12074372" y="837651"/>
                </a:lnTo>
                <a:lnTo>
                  <a:pt x="11906743" y="847026"/>
                </a:lnTo>
                <a:cubicBezTo>
                  <a:pt x="11593329" y="861936"/>
                  <a:pt x="11293046" y="868560"/>
                  <a:pt x="10999522" y="864348"/>
                </a:cubicBezTo>
                <a:close/>
              </a:path>
            </a:pathLst>
          </a:cu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grpSp>
        <p:nvGrpSpPr>
          <p:cNvPr id="310" name="Group 309">
            <a:extLst>
              <a:ext uri="{FF2B5EF4-FFF2-40B4-BE49-F238E27FC236}">
                <a16:creationId xmlns:a16="http://schemas.microsoft.com/office/drawing/2014/main" id="{9576862F-269C-F994-A9A6-B7C833D7DFCD}"/>
              </a:ext>
              <a:ext uri="{C183D7F6-B498-43B3-948B-1728B52AA6E4}">
                <adec:decorative xmlns:adec="http://schemas.microsoft.com/office/drawing/2017/decorative" val="1"/>
              </a:ext>
            </a:extLst>
          </p:cNvPr>
          <p:cNvGrpSpPr/>
          <p:nvPr/>
        </p:nvGrpSpPr>
        <p:grpSpPr>
          <a:xfrm>
            <a:off x="732813" y="3466387"/>
            <a:ext cx="1815098" cy="89914"/>
            <a:chOff x="732813" y="3466387"/>
            <a:chExt cx="1815098" cy="89914"/>
          </a:xfrm>
        </p:grpSpPr>
        <p:cxnSp>
          <p:nvCxnSpPr>
            <p:cNvPr id="284" name="Straight Connector 283">
              <a:extLst>
                <a:ext uri="{FF2B5EF4-FFF2-40B4-BE49-F238E27FC236}">
                  <a16:creationId xmlns:a16="http://schemas.microsoft.com/office/drawing/2014/main" id="{B6923F53-1A69-DEEC-55DF-B01F600E1672}"/>
                </a:ext>
              </a:extLst>
            </p:cNvPr>
            <p:cNvCxnSpPr/>
            <p:nvPr userDrawn="1"/>
          </p:nvCxnSpPr>
          <p:spPr>
            <a:xfrm flipH="1">
              <a:off x="732813" y="3511344"/>
              <a:ext cx="829623" cy="0"/>
            </a:xfrm>
            <a:prstGeom prst="line">
              <a:avLst/>
            </a:prstGeom>
            <a:ln w="63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B284E67E-342D-5383-A779-D84C59B036A1}"/>
                </a:ext>
              </a:extLst>
            </p:cNvPr>
            <p:cNvCxnSpPr/>
            <p:nvPr userDrawn="1"/>
          </p:nvCxnSpPr>
          <p:spPr>
            <a:xfrm flipH="1">
              <a:off x="1718288" y="3511344"/>
              <a:ext cx="829623" cy="0"/>
            </a:xfrm>
            <a:prstGeom prst="line">
              <a:avLst/>
            </a:prstGeom>
            <a:ln w="63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02" name="Freeform: Shape 301">
              <a:extLst>
                <a:ext uri="{FF2B5EF4-FFF2-40B4-BE49-F238E27FC236}">
                  <a16:creationId xmlns:a16="http://schemas.microsoft.com/office/drawing/2014/main" id="{BCE2FAF2-2CAA-C3C7-7E19-8489674EEA20}"/>
                </a:ext>
              </a:extLst>
            </p:cNvPr>
            <p:cNvSpPr/>
            <p:nvPr/>
          </p:nvSpPr>
          <p:spPr>
            <a:xfrm rot="5465786">
              <a:off x="1595404" y="3443190"/>
              <a:ext cx="89914" cy="136308"/>
            </a:xfrm>
            <a:custGeom>
              <a:avLst/>
              <a:gdLst>
                <a:gd name="connsiteX0" fmla="*/ 2254030 w 2424966"/>
                <a:gd name="connsiteY0" fmla="*/ 2251912 h 3676216"/>
                <a:gd name="connsiteX1" fmla="*/ 1001092 w 2424966"/>
                <a:gd name="connsiteY1" fmla="*/ 3504859 h 3676216"/>
                <a:gd name="connsiteX2" fmla="*/ 172217 w 2424966"/>
                <a:gd name="connsiteY2" fmla="*/ 3504859 h 3676216"/>
                <a:gd name="connsiteX3" fmla="*/ 172217 w 2424966"/>
                <a:gd name="connsiteY3" fmla="*/ 2674850 h 3676216"/>
                <a:gd name="connsiteX4" fmla="*/ 1010151 w 2424966"/>
                <a:gd name="connsiteY4" fmla="*/ 1838041 h 3676216"/>
                <a:gd name="connsiteX5" fmla="*/ 172217 w 2424966"/>
                <a:gd name="connsiteY5" fmla="*/ 1000098 h 3676216"/>
                <a:gd name="connsiteX6" fmla="*/ 172217 w 2424966"/>
                <a:gd name="connsiteY6" fmla="*/ 171223 h 3676216"/>
                <a:gd name="connsiteX7" fmla="*/ 1001092 w 2424966"/>
                <a:gd name="connsiteY7" fmla="*/ 172357 h 3676216"/>
                <a:gd name="connsiteX8" fmla="*/ 2254039 w 2424966"/>
                <a:gd name="connsiteY8" fmla="*/ 1423037 h 3676216"/>
                <a:gd name="connsiteX9" fmla="*/ 2254030 w 2424966"/>
                <a:gd name="connsiteY9" fmla="*/ 2251912 h 3676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4966" h="3676216">
                  <a:moveTo>
                    <a:pt x="2254030" y="2251912"/>
                  </a:moveTo>
                  <a:lnTo>
                    <a:pt x="1001092" y="3504859"/>
                  </a:lnTo>
                  <a:cubicBezTo>
                    <a:pt x="773178" y="3732773"/>
                    <a:pt x="401265" y="3733897"/>
                    <a:pt x="172217" y="3504859"/>
                  </a:cubicBezTo>
                  <a:cubicBezTo>
                    <a:pt x="-60231" y="3273544"/>
                    <a:pt x="-54563" y="2902765"/>
                    <a:pt x="172217" y="2674850"/>
                  </a:cubicBezTo>
                  <a:lnTo>
                    <a:pt x="1010151" y="1838041"/>
                  </a:lnTo>
                  <a:lnTo>
                    <a:pt x="172217" y="1000098"/>
                  </a:lnTo>
                  <a:cubicBezTo>
                    <a:pt x="-55697" y="772184"/>
                    <a:pt x="-57964" y="401404"/>
                    <a:pt x="172217" y="171223"/>
                  </a:cubicBezTo>
                  <a:cubicBezTo>
                    <a:pt x="395588" y="-54424"/>
                    <a:pt x="769768" y="-60091"/>
                    <a:pt x="1001092" y="172357"/>
                  </a:cubicBezTo>
                  <a:lnTo>
                    <a:pt x="2254039" y="1423037"/>
                  </a:lnTo>
                  <a:cubicBezTo>
                    <a:pt x="2481944" y="1650951"/>
                    <a:pt x="2481944" y="2022864"/>
                    <a:pt x="2254030" y="2251912"/>
                  </a:cubicBezTo>
                  <a:close/>
                </a:path>
              </a:pathLst>
            </a:custGeom>
            <a:solidFill>
              <a:schemeClr val="bg1">
                <a:lumMod val="75000"/>
              </a:schemeClr>
            </a:soli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IN" sz="2000">
                <a:solidFill>
                  <a:srgbClr val="FFFFFF"/>
                </a:solidFill>
                <a:cs typeface="Segoe UI" pitchFamily="34" charset="0"/>
              </a:endParaRPr>
            </a:p>
          </p:txBody>
        </p:sp>
      </p:grpSp>
      <p:grpSp>
        <p:nvGrpSpPr>
          <p:cNvPr id="311" name="Group 310">
            <a:extLst>
              <a:ext uri="{FF2B5EF4-FFF2-40B4-BE49-F238E27FC236}">
                <a16:creationId xmlns:a16="http://schemas.microsoft.com/office/drawing/2014/main" id="{04D6D337-A6BD-1DE0-5EF9-141081E62DE5}"/>
              </a:ext>
              <a:ext uri="{C183D7F6-B498-43B3-948B-1728B52AA6E4}">
                <adec:decorative xmlns:adec="http://schemas.microsoft.com/office/drawing/2017/decorative" val="1"/>
              </a:ext>
            </a:extLst>
          </p:cNvPr>
          <p:cNvGrpSpPr/>
          <p:nvPr/>
        </p:nvGrpSpPr>
        <p:grpSpPr>
          <a:xfrm>
            <a:off x="2960632" y="3466387"/>
            <a:ext cx="1815098" cy="89914"/>
            <a:chOff x="2960632" y="3466387"/>
            <a:chExt cx="1815098" cy="89914"/>
          </a:xfrm>
        </p:grpSpPr>
        <p:cxnSp>
          <p:nvCxnSpPr>
            <p:cNvPr id="288" name="Straight Connector 287">
              <a:extLst>
                <a:ext uri="{FF2B5EF4-FFF2-40B4-BE49-F238E27FC236}">
                  <a16:creationId xmlns:a16="http://schemas.microsoft.com/office/drawing/2014/main" id="{9AB5A502-DFAD-5983-EB61-1916A8CFB325}"/>
                </a:ext>
              </a:extLst>
            </p:cNvPr>
            <p:cNvCxnSpPr/>
            <p:nvPr userDrawn="1"/>
          </p:nvCxnSpPr>
          <p:spPr>
            <a:xfrm flipH="1">
              <a:off x="2960632" y="3511344"/>
              <a:ext cx="829623" cy="0"/>
            </a:xfrm>
            <a:prstGeom prst="line">
              <a:avLst/>
            </a:prstGeom>
            <a:ln w="63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BEB76CC1-D393-020C-2CC5-99EB24D6BB87}"/>
                </a:ext>
              </a:extLst>
            </p:cNvPr>
            <p:cNvCxnSpPr/>
            <p:nvPr userDrawn="1"/>
          </p:nvCxnSpPr>
          <p:spPr>
            <a:xfrm flipH="1">
              <a:off x="3946107" y="3511344"/>
              <a:ext cx="829623" cy="0"/>
            </a:xfrm>
            <a:prstGeom prst="line">
              <a:avLst/>
            </a:prstGeom>
            <a:ln w="63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03" name="Freeform: Shape 302">
              <a:extLst>
                <a:ext uri="{FF2B5EF4-FFF2-40B4-BE49-F238E27FC236}">
                  <a16:creationId xmlns:a16="http://schemas.microsoft.com/office/drawing/2014/main" id="{7E190E31-85E4-4BF4-F023-0805799E07AE}"/>
                </a:ext>
              </a:extLst>
            </p:cNvPr>
            <p:cNvSpPr/>
            <p:nvPr/>
          </p:nvSpPr>
          <p:spPr>
            <a:xfrm rot="5465786">
              <a:off x="3823223" y="3443190"/>
              <a:ext cx="89914" cy="136308"/>
            </a:xfrm>
            <a:custGeom>
              <a:avLst/>
              <a:gdLst>
                <a:gd name="connsiteX0" fmla="*/ 2254030 w 2424966"/>
                <a:gd name="connsiteY0" fmla="*/ 2251912 h 3676216"/>
                <a:gd name="connsiteX1" fmla="*/ 1001092 w 2424966"/>
                <a:gd name="connsiteY1" fmla="*/ 3504859 h 3676216"/>
                <a:gd name="connsiteX2" fmla="*/ 172217 w 2424966"/>
                <a:gd name="connsiteY2" fmla="*/ 3504859 h 3676216"/>
                <a:gd name="connsiteX3" fmla="*/ 172217 w 2424966"/>
                <a:gd name="connsiteY3" fmla="*/ 2674850 h 3676216"/>
                <a:gd name="connsiteX4" fmla="*/ 1010151 w 2424966"/>
                <a:gd name="connsiteY4" fmla="*/ 1838041 h 3676216"/>
                <a:gd name="connsiteX5" fmla="*/ 172217 w 2424966"/>
                <a:gd name="connsiteY5" fmla="*/ 1000098 h 3676216"/>
                <a:gd name="connsiteX6" fmla="*/ 172217 w 2424966"/>
                <a:gd name="connsiteY6" fmla="*/ 171223 h 3676216"/>
                <a:gd name="connsiteX7" fmla="*/ 1001092 w 2424966"/>
                <a:gd name="connsiteY7" fmla="*/ 172357 h 3676216"/>
                <a:gd name="connsiteX8" fmla="*/ 2254039 w 2424966"/>
                <a:gd name="connsiteY8" fmla="*/ 1423037 h 3676216"/>
                <a:gd name="connsiteX9" fmla="*/ 2254030 w 2424966"/>
                <a:gd name="connsiteY9" fmla="*/ 2251912 h 3676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4966" h="3676216">
                  <a:moveTo>
                    <a:pt x="2254030" y="2251912"/>
                  </a:moveTo>
                  <a:lnTo>
                    <a:pt x="1001092" y="3504859"/>
                  </a:lnTo>
                  <a:cubicBezTo>
                    <a:pt x="773178" y="3732773"/>
                    <a:pt x="401265" y="3733897"/>
                    <a:pt x="172217" y="3504859"/>
                  </a:cubicBezTo>
                  <a:cubicBezTo>
                    <a:pt x="-60231" y="3273544"/>
                    <a:pt x="-54563" y="2902765"/>
                    <a:pt x="172217" y="2674850"/>
                  </a:cubicBezTo>
                  <a:lnTo>
                    <a:pt x="1010151" y="1838041"/>
                  </a:lnTo>
                  <a:lnTo>
                    <a:pt x="172217" y="1000098"/>
                  </a:lnTo>
                  <a:cubicBezTo>
                    <a:pt x="-55697" y="772184"/>
                    <a:pt x="-57964" y="401404"/>
                    <a:pt x="172217" y="171223"/>
                  </a:cubicBezTo>
                  <a:cubicBezTo>
                    <a:pt x="395588" y="-54424"/>
                    <a:pt x="769768" y="-60091"/>
                    <a:pt x="1001092" y="172357"/>
                  </a:cubicBezTo>
                  <a:lnTo>
                    <a:pt x="2254039" y="1423037"/>
                  </a:lnTo>
                  <a:cubicBezTo>
                    <a:pt x="2481944" y="1650951"/>
                    <a:pt x="2481944" y="2022864"/>
                    <a:pt x="2254030" y="2251912"/>
                  </a:cubicBezTo>
                  <a:close/>
                </a:path>
              </a:pathLst>
            </a:custGeom>
            <a:solidFill>
              <a:schemeClr val="bg1">
                <a:lumMod val="75000"/>
              </a:schemeClr>
            </a:soli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IN" sz="2000">
                <a:solidFill>
                  <a:srgbClr val="FFFFFF"/>
                </a:solidFill>
                <a:cs typeface="Segoe UI" pitchFamily="34" charset="0"/>
              </a:endParaRPr>
            </a:p>
          </p:txBody>
        </p:sp>
      </p:grpSp>
      <p:grpSp>
        <p:nvGrpSpPr>
          <p:cNvPr id="309" name="Group 308">
            <a:extLst>
              <a:ext uri="{FF2B5EF4-FFF2-40B4-BE49-F238E27FC236}">
                <a16:creationId xmlns:a16="http://schemas.microsoft.com/office/drawing/2014/main" id="{2EC78426-0A6B-EE6F-EBD0-91E278D904C8}"/>
              </a:ext>
              <a:ext uri="{C183D7F6-B498-43B3-948B-1728B52AA6E4}">
                <adec:decorative xmlns:adec="http://schemas.microsoft.com/office/drawing/2017/decorative" val="1"/>
              </a:ext>
            </a:extLst>
          </p:cNvPr>
          <p:cNvGrpSpPr/>
          <p:nvPr/>
        </p:nvGrpSpPr>
        <p:grpSpPr>
          <a:xfrm>
            <a:off x="5188451" y="3466387"/>
            <a:ext cx="1815098" cy="89914"/>
            <a:chOff x="5188451" y="3466387"/>
            <a:chExt cx="1815098" cy="89914"/>
          </a:xfrm>
        </p:grpSpPr>
        <p:cxnSp>
          <p:nvCxnSpPr>
            <p:cNvPr id="292" name="Straight Connector 291">
              <a:extLst>
                <a:ext uri="{FF2B5EF4-FFF2-40B4-BE49-F238E27FC236}">
                  <a16:creationId xmlns:a16="http://schemas.microsoft.com/office/drawing/2014/main" id="{204939E3-3F32-6BE2-6860-665ACB3883B1}"/>
                </a:ext>
              </a:extLst>
            </p:cNvPr>
            <p:cNvCxnSpPr/>
            <p:nvPr userDrawn="1"/>
          </p:nvCxnSpPr>
          <p:spPr>
            <a:xfrm flipH="1">
              <a:off x="5188451" y="3511344"/>
              <a:ext cx="829623" cy="0"/>
            </a:xfrm>
            <a:prstGeom prst="line">
              <a:avLst/>
            </a:prstGeom>
            <a:ln w="63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048F3B1C-D663-174C-8F86-A98AA6847E8A}"/>
                </a:ext>
              </a:extLst>
            </p:cNvPr>
            <p:cNvCxnSpPr/>
            <p:nvPr userDrawn="1"/>
          </p:nvCxnSpPr>
          <p:spPr>
            <a:xfrm flipH="1">
              <a:off x="6173926" y="3511344"/>
              <a:ext cx="829623" cy="0"/>
            </a:xfrm>
            <a:prstGeom prst="line">
              <a:avLst/>
            </a:prstGeom>
            <a:ln w="63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04" name="Freeform: Shape 303">
              <a:extLst>
                <a:ext uri="{FF2B5EF4-FFF2-40B4-BE49-F238E27FC236}">
                  <a16:creationId xmlns:a16="http://schemas.microsoft.com/office/drawing/2014/main" id="{211E3BDF-03EF-5802-2F69-FE25DF874598}"/>
                </a:ext>
              </a:extLst>
            </p:cNvPr>
            <p:cNvSpPr/>
            <p:nvPr/>
          </p:nvSpPr>
          <p:spPr>
            <a:xfrm rot="5465786">
              <a:off x="6051042" y="3443190"/>
              <a:ext cx="89914" cy="136308"/>
            </a:xfrm>
            <a:custGeom>
              <a:avLst/>
              <a:gdLst>
                <a:gd name="connsiteX0" fmla="*/ 2254030 w 2424966"/>
                <a:gd name="connsiteY0" fmla="*/ 2251912 h 3676216"/>
                <a:gd name="connsiteX1" fmla="*/ 1001092 w 2424966"/>
                <a:gd name="connsiteY1" fmla="*/ 3504859 h 3676216"/>
                <a:gd name="connsiteX2" fmla="*/ 172217 w 2424966"/>
                <a:gd name="connsiteY2" fmla="*/ 3504859 h 3676216"/>
                <a:gd name="connsiteX3" fmla="*/ 172217 w 2424966"/>
                <a:gd name="connsiteY3" fmla="*/ 2674850 h 3676216"/>
                <a:gd name="connsiteX4" fmla="*/ 1010151 w 2424966"/>
                <a:gd name="connsiteY4" fmla="*/ 1838041 h 3676216"/>
                <a:gd name="connsiteX5" fmla="*/ 172217 w 2424966"/>
                <a:gd name="connsiteY5" fmla="*/ 1000098 h 3676216"/>
                <a:gd name="connsiteX6" fmla="*/ 172217 w 2424966"/>
                <a:gd name="connsiteY6" fmla="*/ 171223 h 3676216"/>
                <a:gd name="connsiteX7" fmla="*/ 1001092 w 2424966"/>
                <a:gd name="connsiteY7" fmla="*/ 172357 h 3676216"/>
                <a:gd name="connsiteX8" fmla="*/ 2254039 w 2424966"/>
                <a:gd name="connsiteY8" fmla="*/ 1423037 h 3676216"/>
                <a:gd name="connsiteX9" fmla="*/ 2254030 w 2424966"/>
                <a:gd name="connsiteY9" fmla="*/ 2251912 h 3676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4966" h="3676216">
                  <a:moveTo>
                    <a:pt x="2254030" y="2251912"/>
                  </a:moveTo>
                  <a:lnTo>
                    <a:pt x="1001092" y="3504859"/>
                  </a:lnTo>
                  <a:cubicBezTo>
                    <a:pt x="773178" y="3732773"/>
                    <a:pt x="401265" y="3733897"/>
                    <a:pt x="172217" y="3504859"/>
                  </a:cubicBezTo>
                  <a:cubicBezTo>
                    <a:pt x="-60231" y="3273544"/>
                    <a:pt x="-54563" y="2902765"/>
                    <a:pt x="172217" y="2674850"/>
                  </a:cubicBezTo>
                  <a:lnTo>
                    <a:pt x="1010151" y="1838041"/>
                  </a:lnTo>
                  <a:lnTo>
                    <a:pt x="172217" y="1000098"/>
                  </a:lnTo>
                  <a:cubicBezTo>
                    <a:pt x="-55697" y="772184"/>
                    <a:pt x="-57964" y="401404"/>
                    <a:pt x="172217" y="171223"/>
                  </a:cubicBezTo>
                  <a:cubicBezTo>
                    <a:pt x="395588" y="-54424"/>
                    <a:pt x="769768" y="-60091"/>
                    <a:pt x="1001092" y="172357"/>
                  </a:cubicBezTo>
                  <a:lnTo>
                    <a:pt x="2254039" y="1423037"/>
                  </a:lnTo>
                  <a:cubicBezTo>
                    <a:pt x="2481944" y="1650951"/>
                    <a:pt x="2481944" y="2022864"/>
                    <a:pt x="2254030" y="2251912"/>
                  </a:cubicBezTo>
                  <a:close/>
                </a:path>
              </a:pathLst>
            </a:custGeom>
            <a:solidFill>
              <a:schemeClr val="bg1">
                <a:lumMod val="75000"/>
              </a:schemeClr>
            </a:soli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IN" sz="2000">
                <a:solidFill>
                  <a:srgbClr val="FFFFFF"/>
                </a:solidFill>
                <a:cs typeface="Segoe UI" pitchFamily="34" charset="0"/>
              </a:endParaRPr>
            </a:p>
          </p:txBody>
        </p:sp>
      </p:grpSp>
      <p:grpSp>
        <p:nvGrpSpPr>
          <p:cNvPr id="308" name="Group 307">
            <a:extLst>
              <a:ext uri="{FF2B5EF4-FFF2-40B4-BE49-F238E27FC236}">
                <a16:creationId xmlns:a16="http://schemas.microsoft.com/office/drawing/2014/main" id="{35DBD4FF-16AB-7726-1A90-B3C80D837663}"/>
              </a:ext>
              <a:ext uri="{C183D7F6-B498-43B3-948B-1728B52AA6E4}">
                <adec:decorative xmlns:adec="http://schemas.microsoft.com/office/drawing/2017/decorative" val="1"/>
              </a:ext>
            </a:extLst>
          </p:cNvPr>
          <p:cNvGrpSpPr/>
          <p:nvPr/>
        </p:nvGrpSpPr>
        <p:grpSpPr>
          <a:xfrm>
            <a:off x="7416270" y="3466387"/>
            <a:ext cx="1815098" cy="89914"/>
            <a:chOff x="7416270" y="3466387"/>
            <a:chExt cx="1815098" cy="89914"/>
          </a:xfrm>
        </p:grpSpPr>
        <p:cxnSp>
          <p:nvCxnSpPr>
            <p:cNvPr id="296" name="Straight Connector 295">
              <a:extLst>
                <a:ext uri="{FF2B5EF4-FFF2-40B4-BE49-F238E27FC236}">
                  <a16:creationId xmlns:a16="http://schemas.microsoft.com/office/drawing/2014/main" id="{61471BBA-D9B7-DEE8-0C85-A54A76C8059B}"/>
                </a:ext>
              </a:extLst>
            </p:cNvPr>
            <p:cNvCxnSpPr/>
            <p:nvPr userDrawn="1"/>
          </p:nvCxnSpPr>
          <p:spPr>
            <a:xfrm flipH="1">
              <a:off x="7416270" y="3511344"/>
              <a:ext cx="829623" cy="0"/>
            </a:xfrm>
            <a:prstGeom prst="line">
              <a:avLst/>
            </a:prstGeom>
            <a:ln w="63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C9BE2D77-02CE-9A6C-A9D2-FAFCD7575C4C}"/>
                </a:ext>
              </a:extLst>
            </p:cNvPr>
            <p:cNvCxnSpPr/>
            <p:nvPr userDrawn="1"/>
          </p:nvCxnSpPr>
          <p:spPr>
            <a:xfrm flipH="1">
              <a:off x="8401745" y="3511344"/>
              <a:ext cx="829623" cy="0"/>
            </a:xfrm>
            <a:prstGeom prst="line">
              <a:avLst/>
            </a:prstGeom>
            <a:ln w="63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05" name="Freeform: Shape 304">
              <a:extLst>
                <a:ext uri="{FF2B5EF4-FFF2-40B4-BE49-F238E27FC236}">
                  <a16:creationId xmlns:a16="http://schemas.microsoft.com/office/drawing/2014/main" id="{2B9FAE5A-4BD5-8B2C-3423-3AA7913D5192}"/>
                </a:ext>
              </a:extLst>
            </p:cNvPr>
            <p:cNvSpPr/>
            <p:nvPr/>
          </p:nvSpPr>
          <p:spPr>
            <a:xfrm rot="5465786">
              <a:off x="8278861" y="3443190"/>
              <a:ext cx="89914" cy="136308"/>
            </a:xfrm>
            <a:custGeom>
              <a:avLst/>
              <a:gdLst>
                <a:gd name="connsiteX0" fmla="*/ 2254030 w 2424966"/>
                <a:gd name="connsiteY0" fmla="*/ 2251912 h 3676216"/>
                <a:gd name="connsiteX1" fmla="*/ 1001092 w 2424966"/>
                <a:gd name="connsiteY1" fmla="*/ 3504859 h 3676216"/>
                <a:gd name="connsiteX2" fmla="*/ 172217 w 2424966"/>
                <a:gd name="connsiteY2" fmla="*/ 3504859 h 3676216"/>
                <a:gd name="connsiteX3" fmla="*/ 172217 w 2424966"/>
                <a:gd name="connsiteY3" fmla="*/ 2674850 h 3676216"/>
                <a:gd name="connsiteX4" fmla="*/ 1010151 w 2424966"/>
                <a:gd name="connsiteY4" fmla="*/ 1838041 h 3676216"/>
                <a:gd name="connsiteX5" fmla="*/ 172217 w 2424966"/>
                <a:gd name="connsiteY5" fmla="*/ 1000098 h 3676216"/>
                <a:gd name="connsiteX6" fmla="*/ 172217 w 2424966"/>
                <a:gd name="connsiteY6" fmla="*/ 171223 h 3676216"/>
                <a:gd name="connsiteX7" fmla="*/ 1001092 w 2424966"/>
                <a:gd name="connsiteY7" fmla="*/ 172357 h 3676216"/>
                <a:gd name="connsiteX8" fmla="*/ 2254039 w 2424966"/>
                <a:gd name="connsiteY8" fmla="*/ 1423037 h 3676216"/>
                <a:gd name="connsiteX9" fmla="*/ 2254030 w 2424966"/>
                <a:gd name="connsiteY9" fmla="*/ 2251912 h 3676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4966" h="3676216">
                  <a:moveTo>
                    <a:pt x="2254030" y="2251912"/>
                  </a:moveTo>
                  <a:lnTo>
                    <a:pt x="1001092" y="3504859"/>
                  </a:lnTo>
                  <a:cubicBezTo>
                    <a:pt x="773178" y="3732773"/>
                    <a:pt x="401265" y="3733897"/>
                    <a:pt x="172217" y="3504859"/>
                  </a:cubicBezTo>
                  <a:cubicBezTo>
                    <a:pt x="-60231" y="3273544"/>
                    <a:pt x="-54563" y="2902765"/>
                    <a:pt x="172217" y="2674850"/>
                  </a:cubicBezTo>
                  <a:lnTo>
                    <a:pt x="1010151" y="1838041"/>
                  </a:lnTo>
                  <a:lnTo>
                    <a:pt x="172217" y="1000098"/>
                  </a:lnTo>
                  <a:cubicBezTo>
                    <a:pt x="-55697" y="772184"/>
                    <a:pt x="-57964" y="401404"/>
                    <a:pt x="172217" y="171223"/>
                  </a:cubicBezTo>
                  <a:cubicBezTo>
                    <a:pt x="395588" y="-54424"/>
                    <a:pt x="769768" y="-60091"/>
                    <a:pt x="1001092" y="172357"/>
                  </a:cubicBezTo>
                  <a:lnTo>
                    <a:pt x="2254039" y="1423037"/>
                  </a:lnTo>
                  <a:cubicBezTo>
                    <a:pt x="2481944" y="1650951"/>
                    <a:pt x="2481944" y="2022864"/>
                    <a:pt x="2254030" y="2251912"/>
                  </a:cubicBezTo>
                  <a:close/>
                </a:path>
              </a:pathLst>
            </a:custGeom>
            <a:solidFill>
              <a:schemeClr val="bg1">
                <a:lumMod val="75000"/>
              </a:schemeClr>
            </a:soli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IN" sz="2000">
                <a:solidFill>
                  <a:srgbClr val="FFFFFF"/>
                </a:solidFill>
                <a:cs typeface="Segoe UI" pitchFamily="34" charset="0"/>
              </a:endParaRPr>
            </a:p>
          </p:txBody>
        </p:sp>
      </p:grpSp>
      <p:grpSp>
        <p:nvGrpSpPr>
          <p:cNvPr id="307" name="Group 306">
            <a:extLst>
              <a:ext uri="{FF2B5EF4-FFF2-40B4-BE49-F238E27FC236}">
                <a16:creationId xmlns:a16="http://schemas.microsoft.com/office/drawing/2014/main" id="{84982D10-DE00-A0BE-83A3-74DD74247D97}"/>
              </a:ext>
              <a:ext uri="{C183D7F6-B498-43B3-948B-1728B52AA6E4}">
                <adec:decorative xmlns:adec="http://schemas.microsoft.com/office/drawing/2017/decorative" val="1"/>
              </a:ext>
            </a:extLst>
          </p:cNvPr>
          <p:cNvGrpSpPr/>
          <p:nvPr/>
        </p:nvGrpSpPr>
        <p:grpSpPr>
          <a:xfrm>
            <a:off x="9644090" y="3466387"/>
            <a:ext cx="1815098" cy="89914"/>
            <a:chOff x="9644090" y="3466387"/>
            <a:chExt cx="1815098" cy="89914"/>
          </a:xfrm>
        </p:grpSpPr>
        <p:cxnSp>
          <p:nvCxnSpPr>
            <p:cNvPr id="300" name="Straight Connector 299">
              <a:extLst>
                <a:ext uri="{FF2B5EF4-FFF2-40B4-BE49-F238E27FC236}">
                  <a16:creationId xmlns:a16="http://schemas.microsoft.com/office/drawing/2014/main" id="{A634A829-5198-A6A3-EFE8-77953F8092D1}"/>
                </a:ext>
              </a:extLst>
            </p:cNvPr>
            <p:cNvCxnSpPr/>
            <p:nvPr userDrawn="1"/>
          </p:nvCxnSpPr>
          <p:spPr>
            <a:xfrm flipH="1">
              <a:off x="9644090" y="3511344"/>
              <a:ext cx="829623" cy="0"/>
            </a:xfrm>
            <a:prstGeom prst="line">
              <a:avLst/>
            </a:prstGeom>
            <a:ln w="63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1309D17D-DC32-11FE-6982-BAFB90161C9A}"/>
                </a:ext>
              </a:extLst>
            </p:cNvPr>
            <p:cNvCxnSpPr/>
            <p:nvPr userDrawn="1"/>
          </p:nvCxnSpPr>
          <p:spPr>
            <a:xfrm flipH="1">
              <a:off x="10629565" y="3511344"/>
              <a:ext cx="829623" cy="0"/>
            </a:xfrm>
            <a:prstGeom prst="line">
              <a:avLst/>
            </a:prstGeom>
            <a:ln w="63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06" name="Freeform: Shape 305">
              <a:extLst>
                <a:ext uri="{FF2B5EF4-FFF2-40B4-BE49-F238E27FC236}">
                  <a16:creationId xmlns:a16="http://schemas.microsoft.com/office/drawing/2014/main" id="{DEACAB78-A812-2EA2-8156-5FE3BD2B5213}"/>
                </a:ext>
              </a:extLst>
            </p:cNvPr>
            <p:cNvSpPr/>
            <p:nvPr/>
          </p:nvSpPr>
          <p:spPr>
            <a:xfrm rot="5465786">
              <a:off x="10506681" y="3443190"/>
              <a:ext cx="89914" cy="136308"/>
            </a:xfrm>
            <a:custGeom>
              <a:avLst/>
              <a:gdLst>
                <a:gd name="connsiteX0" fmla="*/ 2254030 w 2424966"/>
                <a:gd name="connsiteY0" fmla="*/ 2251912 h 3676216"/>
                <a:gd name="connsiteX1" fmla="*/ 1001092 w 2424966"/>
                <a:gd name="connsiteY1" fmla="*/ 3504859 h 3676216"/>
                <a:gd name="connsiteX2" fmla="*/ 172217 w 2424966"/>
                <a:gd name="connsiteY2" fmla="*/ 3504859 h 3676216"/>
                <a:gd name="connsiteX3" fmla="*/ 172217 w 2424966"/>
                <a:gd name="connsiteY3" fmla="*/ 2674850 h 3676216"/>
                <a:gd name="connsiteX4" fmla="*/ 1010151 w 2424966"/>
                <a:gd name="connsiteY4" fmla="*/ 1838041 h 3676216"/>
                <a:gd name="connsiteX5" fmla="*/ 172217 w 2424966"/>
                <a:gd name="connsiteY5" fmla="*/ 1000098 h 3676216"/>
                <a:gd name="connsiteX6" fmla="*/ 172217 w 2424966"/>
                <a:gd name="connsiteY6" fmla="*/ 171223 h 3676216"/>
                <a:gd name="connsiteX7" fmla="*/ 1001092 w 2424966"/>
                <a:gd name="connsiteY7" fmla="*/ 172357 h 3676216"/>
                <a:gd name="connsiteX8" fmla="*/ 2254039 w 2424966"/>
                <a:gd name="connsiteY8" fmla="*/ 1423037 h 3676216"/>
                <a:gd name="connsiteX9" fmla="*/ 2254030 w 2424966"/>
                <a:gd name="connsiteY9" fmla="*/ 2251912 h 3676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4966" h="3676216">
                  <a:moveTo>
                    <a:pt x="2254030" y="2251912"/>
                  </a:moveTo>
                  <a:lnTo>
                    <a:pt x="1001092" y="3504859"/>
                  </a:lnTo>
                  <a:cubicBezTo>
                    <a:pt x="773178" y="3732773"/>
                    <a:pt x="401265" y="3733897"/>
                    <a:pt x="172217" y="3504859"/>
                  </a:cubicBezTo>
                  <a:cubicBezTo>
                    <a:pt x="-60231" y="3273544"/>
                    <a:pt x="-54563" y="2902765"/>
                    <a:pt x="172217" y="2674850"/>
                  </a:cubicBezTo>
                  <a:lnTo>
                    <a:pt x="1010151" y="1838041"/>
                  </a:lnTo>
                  <a:lnTo>
                    <a:pt x="172217" y="1000098"/>
                  </a:lnTo>
                  <a:cubicBezTo>
                    <a:pt x="-55697" y="772184"/>
                    <a:pt x="-57964" y="401404"/>
                    <a:pt x="172217" y="171223"/>
                  </a:cubicBezTo>
                  <a:cubicBezTo>
                    <a:pt x="395588" y="-54424"/>
                    <a:pt x="769768" y="-60091"/>
                    <a:pt x="1001092" y="172357"/>
                  </a:cubicBezTo>
                  <a:lnTo>
                    <a:pt x="2254039" y="1423037"/>
                  </a:lnTo>
                  <a:cubicBezTo>
                    <a:pt x="2481944" y="1650951"/>
                    <a:pt x="2481944" y="2022864"/>
                    <a:pt x="2254030" y="2251912"/>
                  </a:cubicBezTo>
                  <a:close/>
                </a:path>
              </a:pathLst>
            </a:custGeom>
            <a:solidFill>
              <a:schemeClr val="bg1">
                <a:lumMod val="75000"/>
              </a:schemeClr>
            </a:soli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IN" sz="2000">
                <a:solidFill>
                  <a:srgbClr val="FFFFFF"/>
                </a:solidFill>
                <a:cs typeface="Segoe UI" pitchFamily="34" charset="0"/>
              </a:endParaRPr>
            </a:p>
          </p:txBody>
        </p:sp>
      </p:grpSp>
      <p:sp>
        <p:nvSpPr>
          <p:cNvPr id="15" name="Title 14">
            <a:extLst>
              <a:ext uri="{FF2B5EF4-FFF2-40B4-BE49-F238E27FC236}">
                <a16:creationId xmlns:a16="http://schemas.microsoft.com/office/drawing/2014/main" id="{7C5FA508-7D8C-5F32-A937-71884C0F8ABD}"/>
              </a:ext>
            </a:extLst>
          </p:cNvPr>
          <p:cNvSpPr>
            <a:spLocks noGrp="1"/>
          </p:cNvSpPr>
          <p:nvPr>
            <p:ph type="title" idx="4294967295"/>
          </p:nvPr>
        </p:nvSpPr>
        <p:spPr bwMode="auto">
          <a:xfrm>
            <a:off x="921294" y="1606028"/>
            <a:ext cx="10330906" cy="430887"/>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r>
              <a:rPr kumimoji="0" lang="en-GB" sz="2800" b="1" i="0" u="none" strike="noStrike" kern="0" cap="none" spc="0" normalizeH="0" baseline="0" noProof="0" dirty="0">
                <a:ln w="3175">
                  <a:noFill/>
                </a:ln>
                <a:solidFill>
                  <a:schemeClr val="tx1"/>
                </a:solidFill>
                <a:effectLst/>
                <a:uLnTx/>
                <a:uFillTx/>
                <a:latin typeface="+mj-lt"/>
                <a:ea typeface="+mn-ea"/>
                <a:cs typeface="Segoe UI" pitchFamily="34" charset="0"/>
              </a:rPr>
              <a:t>Responsible AI is about People, Processes and Technology</a:t>
            </a:r>
            <a:endParaRPr kumimoji="0" lang="en-US" sz="2800" b="1" i="0" u="none" strike="noStrike" kern="0" cap="none" spc="0" normalizeH="0" baseline="0" noProof="0" dirty="0">
              <a:ln w="3175">
                <a:noFill/>
              </a:ln>
              <a:solidFill>
                <a:schemeClr val="tx1"/>
              </a:solidFill>
              <a:effectLst/>
              <a:uLnTx/>
              <a:uFillTx/>
              <a:latin typeface="+mj-lt"/>
              <a:ea typeface="+mn-ea"/>
              <a:cs typeface="Segoe UI" pitchFamily="34" charset="0"/>
            </a:endParaRPr>
          </a:p>
        </p:txBody>
      </p:sp>
      <p:sp>
        <p:nvSpPr>
          <p:cNvPr id="228" name="Oval 227">
            <a:extLst>
              <a:ext uri="{FF2B5EF4-FFF2-40B4-BE49-F238E27FC236}">
                <a16:creationId xmlns:a16="http://schemas.microsoft.com/office/drawing/2014/main" id="{B139F40C-A430-B219-1A05-7C09D9FE3239}"/>
              </a:ext>
              <a:ext uri="{C183D7F6-B498-43B3-948B-1728B52AA6E4}">
                <adec:decorative xmlns:adec="http://schemas.microsoft.com/office/drawing/2017/decorative" val="1"/>
              </a:ext>
            </a:extLst>
          </p:cNvPr>
          <p:cNvSpPr/>
          <p:nvPr/>
        </p:nvSpPr>
        <p:spPr bwMode="auto">
          <a:xfrm>
            <a:off x="1257518" y="2477084"/>
            <a:ext cx="765687" cy="765686"/>
          </a:xfrm>
          <a:prstGeom prst="ellipse">
            <a:avLst/>
          </a:prstGeom>
          <a:solidFill>
            <a:schemeClr val="tx2"/>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r>
              <a:rPr lang="en-US" sz="2800" b="1">
                <a:ln w="3175">
                  <a:noFill/>
                </a:ln>
                <a:gradFill flip="none" rotWithShape="1">
                  <a:gsLst>
                    <a:gs pos="20183">
                      <a:srgbClr val="FFFFFF"/>
                    </a:gs>
                    <a:gs pos="42000">
                      <a:srgbClr val="FFFFFF"/>
                    </a:gs>
                  </a:gsLst>
                  <a:lin ang="2700000" scaled="0"/>
                  <a:tileRect/>
                </a:gradFill>
                <a:latin typeface="+mj-lt"/>
                <a:cs typeface="Segoe Sans Display Semibold" pitchFamily="2" charset="0"/>
              </a:rPr>
              <a:t>1</a:t>
            </a:r>
          </a:p>
        </p:txBody>
      </p:sp>
      <p:sp>
        <p:nvSpPr>
          <p:cNvPr id="13" name="TextBox 12">
            <a:extLst>
              <a:ext uri="{FF2B5EF4-FFF2-40B4-BE49-F238E27FC236}">
                <a16:creationId xmlns:a16="http://schemas.microsoft.com/office/drawing/2014/main" id="{E524995D-05A6-869D-248D-5F1D7F67F39A}"/>
              </a:ext>
            </a:extLst>
          </p:cNvPr>
          <p:cNvSpPr txBox="1"/>
          <p:nvPr/>
        </p:nvSpPr>
        <p:spPr>
          <a:xfrm>
            <a:off x="754381" y="3746650"/>
            <a:ext cx="1771962" cy="861774"/>
          </a:xfrm>
          <a:prstGeom prst="rect">
            <a:avLst/>
          </a:prstGeom>
          <a:noFill/>
        </p:spPr>
        <p:txBody>
          <a:bodyPr wrap="square" lIns="0" tIns="0" rIns="0" bIns="0" anchor="t" anchorCtr="0">
            <a:spAutoFit/>
          </a:bodyPr>
          <a:lstStyle>
            <a:defPPr>
              <a:defRPr lang="en-BE"/>
            </a:defPPr>
            <a:lvl1pPr marR="0" lvl="0" indent="0" algn="ctr" defTabSz="914016" fontAlgn="base">
              <a:spcBef>
                <a:spcPts val="0"/>
              </a:spcBef>
              <a:spcAft>
                <a:spcPts val="1000"/>
              </a:spcAft>
              <a:buClrTx/>
              <a:buSzTx/>
              <a:buFontTx/>
              <a:buNone/>
              <a:tabLst/>
              <a:defRPr kumimoji="0" sz="1600" i="0" u="none" strike="noStrike" cap="none" normalizeH="0" baseline="0">
                <a:ln>
                  <a:noFill/>
                </a:ln>
                <a:effectLst/>
                <a:uLnTx/>
                <a:uFillTx/>
                <a:latin typeface="+mj-lt"/>
                <a:ea typeface="+mj-ea"/>
                <a:cs typeface="+mj-cs"/>
              </a:defRPr>
            </a:lvl1pPr>
          </a:lstStyle>
          <a:p>
            <a:r>
              <a:rPr lang="en-GB" sz="1400" dirty="0">
                <a:latin typeface="+mn-lt"/>
              </a:rPr>
              <a:t>Establish your own principles and embed Responsible AI into your AI COE</a:t>
            </a:r>
          </a:p>
        </p:txBody>
      </p:sp>
      <p:sp>
        <p:nvSpPr>
          <p:cNvPr id="231" name="Oval 230">
            <a:extLst>
              <a:ext uri="{FF2B5EF4-FFF2-40B4-BE49-F238E27FC236}">
                <a16:creationId xmlns:a16="http://schemas.microsoft.com/office/drawing/2014/main" id="{3BD588AF-D5EB-F153-0681-A1FE4D1C4EBB}"/>
              </a:ext>
              <a:ext uri="{C183D7F6-B498-43B3-948B-1728B52AA6E4}">
                <adec:decorative xmlns:adec="http://schemas.microsoft.com/office/drawing/2017/decorative" val="1"/>
              </a:ext>
            </a:extLst>
          </p:cNvPr>
          <p:cNvSpPr/>
          <p:nvPr/>
        </p:nvSpPr>
        <p:spPr bwMode="auto">
          <a:xfrm>
            <a:off x="3485338" y="2477084"/>
            <a:ext cx="765687" cy="765686"/>
          </a:xfrm>
          <a:prstGeom prst="ellipse">
            <a:avLst/>
          </a:prstGeom>
          <a:solidFill>
            <a:schemeClr val="tx2"/>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r>
              <a:rPr lang="en-US" sz="2800" b="1">
                <a:ln w="3175">
                  <a:noFill/>
                </a:ln>
                <a:gradFill flip="none" rotWithShape="1">
                  <a:gsLst>
                    <a:gs pos="20183">
                      <a:srgbClr val="FFFFFF"/>
                    </a:gs>
                    <a:gs pos="42000">
                      <a:srgbClr val="FFFFFF"/>
                    </a:gs>
                  </a:gsLst>
                  <a:lin ang="2700000" scaled="0"/>
                  <a:tileRect/>
                </a:gradFill>
                <a:latin typeface="+mj-lt"/>
                <a:cs typeface="Segoe Sans Display Semibold" pitchFamily="2" charset="0"/>
              </a:rPr>
              <a:t>2</a:t>
            </a:r>
          </a:p>
        </p:txBody>
      </p:sp>
      <p:sp>
        <p:nvSpPr>
          <p:cNvPr id="217" name="TextBox 216">
            <a:extLst>
              <a:ext uri="{FF2B5EF4-FFF2-40B4-BE49-F238E27FC236}">
                <a16:creationId xmlns:a16="http://schemas.microsoft.com/office/drawing/2014/main" id="{89F380EB-5A3B-F7F4-6A26-947854C3B5E7}"/>
              </a:ext>
            </a:extLst>
          </p:cNvPr>
          <p:cNvSpPr txBox="1"/>
          <p:nvPr/>
        </p:nvSpPr>
        <p:spPr>
          <a:xfrm>
            <a:off x="2982200" y="3746650"/>
            <a:ext cx="1771962" cy="1292662"/>
          </a:xfrm>
          <a:prstGeom prst="rect">
            <a:avLst/>
          </a:prstGeom>
          <a:noFill/>
        </p:spPr>
        <p:txBody>
          <a:bodyPr wrap="square" lIns="0" tIns="0" rIns="0" bIns="0" anchor="t" anchorCtr="0">
            <a:spAutoFit/>
          </a:bodyPr>
          <a:lstStyle>
            <a:defPPr>
              <a:defRPr lang="en-BE"/>
            </a:defPPr>
            <a:lvl1pPr marR="0" lvl="0" indent="0" algn="ctr" defTabSz="914016" fontAlgn="base">
              <a:spcBef>
                <a:spcPts val="0"/>
              </a:spcBef>
              <a:spcAft>
                <a:spcPts val="1000"/>
              </a:spcAft>
              <a:buClrTx/>
              <a:buSzTx/>
              <a:buFontTx/>
              <a:buNone/>
              <a:tabLst/>
              <a:defRPr kumimoji="0" sz="1600" i="0" u="none" strike="noStrike" cap="none" normalizeH="0" baseline="0">
                <a:ln>
                  <a:noFill/>
                </a:ln>
                <a:effectLst/>
                <a:uLnTx/>
                <a:uFillTx/>
                <a:latin typeface="+mj-lt"/>
                <a:ea typeface="+mj-ea"/>
                <a:cs typeface="+mj-cs"/>
              </a:defRPr>
            </a:lvl1pPr>
          </a:lstStyle>
          <a:p>
            <a:r>
              <a:rPr lang="en-GB" sz="1400">
                <a:latin typeface="+mn-lt"/>
              </a:rPr>
              <a:t>Put principles into practice with your AI Governance; build your Responsible AI Standard and Impact Assessment</a:t>
            </a:r>
          </a:p>
        </p:txBody>
      </p:sp>
      <p:sp>
        <p:nvSpPr>
          <p:cNvPr id="235" name="Oval 234">
            <a:extLst>
              <a:ext uri="{FF2B5EF4-FFF2-40B4-BE49-F238E27FC236}">
                <a16:creationId xmlns:a16="http://schemas.microsoft.com/office/drawing/2014/main" id="{73B12958-3C2F-1D48-F301-42ED48B6EBC6}"/>
              </a:ext>
              <a:ext uri="{C183D7F6-B498-43B3-948B-1728B52AA6E4}">
                <adec:decorative xmlns:adec="http://schemas.microsoft.com/office/drawing/2017/decorative" val="1"/>
              </a:ext>
            </a:extLst>
          </p:cNvPr>
          <p:cNvSpPr/>
          <p:nvPr/>
        </p:nvSpPr>
        <p:spPr bwMode="auto">
          <a:xfrm>
            <a:off x="5713158" y="2477084"/>
            <a:ext cx="765687" cy="765686"/>
          </a:xfrm>
          <a:prstGeom prst="ellipse">
            <a:avLst/>
          </a:prstGeom>
          <a:solidFill>
            <a:schemeClr val="tx2"/>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r>
              <a:rPr lang="en-US" sz="2800" b="1">
                <a:ln w="3175">
                  <a:noFill/>
                </a:ln>
                <a:gradFill flip="none" rotWithShape="1">
                  <a:gsLst>
                    <a:gs pos="20183">
                      <a:srgbClr val="FFFFFF"/>
                    </a:gs>
                    <a:gs pos="42000">
                      <a:srgbClr val="FFFFFF"/>
                    </a:gs>
                  </a:gsLst>
                  <a:lin ang="2700000" scaled="0"/>
                  <a:tileRect/>
                </a:gradFill>
                <a:latin typeface="+mj-lt"/>
                <a:cs typeface="Segoe Sans Display Semibold" pitchFamily="2" charset="0"/>
              </a:rPr>
              <a:t>3</a:t>
            </a:r>
          </a:p>
        </p:txBody>
      </p:sp>
      <p:sp>
        <p:nvSpPr>
          <p:cNvPr id="218" name="TextBox 217">
            <a:extLst>
              <a:ext uri="{FF2B5EF4-FFF2-40B4-BE49-F238E27FC236}">
                <a16:creationId xmlns:a16="http://schemas.microsoft.com/office/drawing/2014/main" id="{53082D27-3B66-D101-C112-8C55708F848F}"/>
              </a:ext>
            </a:extLst>
          </p:cNvPr>
          <p:cNvSpPr txBox="1"/>
          <p:nvPr/>
        </p:nvSpPr>
        <p:spPr>
          <a:xfrm>
            <a:off x="5210019" y="3746650"/>
            <a:ext cx="1771962" cy="646331"/>
          </a:xfrm>
          <a:prstGeom prst="rect">
            <a:avLst/>
          </a:prstGeom>
          <a:noFill/>
        </p:spPr>
        <p:txBody>
          <a:bodyPr wrap="square" lIns="0" tIns="0" rIns="0" bIns="0" anchor="t" anchorCtr="0">
            <a:spAutoFit/>
          </a:bodyPr>
          <a:lstStyle>
            <a:defPPr>
              <a:defRPr lang="en-BE"/>
            </a:defPPr>
            <a:lvl1pPr marR="0" lvl="0" indent="0" algn="ctr" defTabSz="914016" fontAlgn="base">
              <a:spcBef>
                <a:spcPts val="0"/>
              </a:spcBef>
              <a:spcAft>
                <a:spcPts val="1000"/>
              </a:spcAft>
              <a:buClrTx/>
              <a:buSzTx/>
              <a:buFontTx/>
              <a:buNone/>
              <a:tabLst/>
              <a:defRPr kumimoji="0" sz="1600" i="0" u="none" strike="noStrike" cap="none" normalizeH="0" baseline="0">
                <a:ln>
                  <a:noFill/>
                </a:ln>
                <a:effectLst/>
                <a:uLnTx/>
                <a:uFillTx/>
                <a:latin typeface="+mj-lt"/>
                <a:ea typeface="+mj-ea"/>
                <a:cs typeface="+mj-cs"/>
              </a:defRPr>
            </a:lvl1pPr>
          </a:lstStyle>
          <a:p>
            <a:r>
              <a:rPr lang="en-GB" sz="1400">
                <a:latin typeface="+mn-lt"/>
              </a:rPr>
              <a:t>Establish a Red Team</a:t>
            </a:r>
            <a:br>
              <a:rPr lang="en-GB" sz="1400">
                <a:latin typeface="+mn-lt"/>
              </a:rPr>
            </a:br>
            <a:r>
              <a:rPr lang="en-GB" sz="1400">
                <a:latin typeface="+mn-lt"/>
              </a:rPr>
              <a:t>to continuously uncover relevant risks </a:t>
            </a:r>
          </a:p>
        </p:txBody>
      </p:sp>
      <p:sp>
        <p:nvSpPr>
          <p:cNvPr id="238" name="Oval 237">
            <a:extLst>
              <a:ext uri="{FF2B5EF4-FFF2-40B4-BE49-F238E27FC236}">
                <a16:creationId xmlns:a16="http://schemas.microsoft.com/office/drawing/2014/main" id="{61A82E38-8FD7-7A2A-15CB-5CEC6C1138D2}"/>
              </a:ext>
              <a:ext uri="{C183D7F6-B498-43B3-948B-1728B52AA6E4}">
                <adec:decorative xmlns:adec="http://schemas.microsoft.com/office/drawing/2017/decorative" val="1"/>
              </a:ext>
            </a:extLst>
          </p:cNvPr>
          <p:cNvSpPr/>
          <p:nvPr/>
        </p:nvSpPr>
        <p:spPr bwMode="auto">
          <a:xfrm>
            <a:off x="7940978" y="2477084"/>
            <a:ext cx="765687" cy="765686"/>
          </a:xfrm>
          <a:prstGeom prst="ellipse">
            <a:avLst/>
          </a:prstGeom>
          <a:solidFill>
            <a:schemeClr val="tx2"/>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r>
              <a:rPr lang="en-US" sz="2800" b="1">
                <a:ln w="3175">
                  <a:noFill/>
                </a:ln>
                <a:gradFill flip="none" rotWithShape="1">
                  <a:gsLst>
                    <a:gs pos="20183">
                      <a:srgbClr val="FFFFFF"/>
                    </a:gs>
                    <a:gs pos="42000">
                      <a:srgbClr val="FFFFFF"/>
                    </a:gs>
                  </a:gsLst>
                  <a:lin ang="2700000" scaled="0"/>
                  <a:tileRect/>
                </a:gradFill>
                <a:latin typeface="+mj-lt"/>
                <a:cs typeface="Segoe Sans Display Semibold" pitchFamily="2" charset="0"/>
              </a:rPr>
              <a:t>4</a:t>
            </a:r>
          </a:p>
        </p:txBody>
      </p:sp>
      <p:sp>
        <p:nvSpPr>
          <p:cNvPr id="219" name="TextBox 218">
            <a:extLst>
              <a:ext uri="{FF2B5EF4-FFF2-40B4-BE49-F238E27FC236}">
                <a16:creationId xmlns:a16="http://schemas.microsoft.com/office/drawing/2014/main" id="{0AF89C02-7098-42C9-0EDD-8287A6232BB7}"/>
              </a:ext>
            </a:extLst>
          </p:cNvPr>
          <p:cNvSpPr txBox="1"/>
          <p:nvPr/>
        </p:nvSpPr>
        <p:spPr>
          <a:xfrm>
            <a:off x="7437838" y="3746650"/>
            <a:ext cx="1771962" cy="1077218"/>
          </a:xfrm>
          <a:prstGeom prst="rect">
            <a:avLst/>
          </a:prstGeom>
          <a:noFill/>
        </p:spPr>
        <p:txBody>
          <a:bodyPr wrap="square" lIns="0" tIns="0" rIns="0" bIns="0" anchor="t" anchorCtr="0">
            <a:spAutoFit/>
          </a:bodyPr>
          <a:lstStyle>
            <a:defPPr>
              <a:defRPr lang="en-BE"/>
            </a:defPPr>
            <a:lvl1pPr marR="0" lvl="0" indent="0" algn="ctr" defTabSz="914016" fontAlgn="base">
              <a:spcBef>
                <a:spcPts val="0"/>
              </a:spcBef>
              <a:spcAft>
                <a:spcPts val="1000"/>
              </a:spcAft>
              <a:buClrTx/>
              <a:buSzTx/>
              <a:buFontTx/>
              <a:buNone/>
              <a:tabLst/>
              <a:defRPr kumimoji="0" sz="1600" i="0" u="none" strike="noStrike" cap="none" normalizeH="0" baseline="0">
                <a:ln>
                  <a:noFill/>
                </a:ln>
                <a:effectLst/>
                <a:uLnTx/>
                <a:uFillTx/>
                <a:latin typeface="+mj-lt"/>
                <a:ea typeface="+mj-ea"/>
                <a:cs typeface="+mj-cs"/>
              </a:defRPr>
            </a:lvl1pPr>
          </a:lstStyle>
          <a:p>
            <a:r>
              <a:rPr lang="en-GB" sz="1400">
                <a:latin typeface="+mn-lt"/>
              </a:rPr>
              <a:t>Cycle through ‘Measure and Mitigate’ steps using multiple tools and technologies</a:t>
            </a:r>
          </a:p>
        </p:txBody>
      </p:sp>
      <p:sp>
        <p:nvSpPr>
          <p:cNvPr id="245" name="Oval 244">
            <a:extLst>
              <a:ext uri="{FF2B5EF4-FFF2-40B4-BE49-F238E27FC236}">
                <a16:creationId xmlns:a16="http://schemas.microsoft.com/office/drawing/2014/main" id="{A7E83E89-FC95-0469-9F9F-AC43227C0EAC}"/>
              </a:ext>
              <a:ext uri="{C183D7F6-B498-43B3-948B-1728B52AA6E4}">
                <adec:decorative xmlns:adec="http://schemas.microsoft.com/office/drawing/2017/decorative" val="1"/>
              </a:ext>
            </a:extLst>
          </p:cNvPr>
          <p:cNvSpPr/>
          <p:nvPr/>
        </p:nvSpPr>
        <p:spPr bwMode="auto">
          <a:xfrm>
            <a:off x="10168796" y="2477084"/>
            <a:ext cx="765687" cy="765686"/>
          </a:xfrm>
          <a:prstGeom prst="ellipse">
            <a:avLst/>
          </a:prstGeom>
          <a:solidFill>
            <a:schemeClr val="tx2"/>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r>
              <a:rPr lang="en-US" sz="2800" b="1">
                <a:ln w="3175">
                  <a:noFill/>
                </a:ln>
                <a:gradFill flip="none" rotWithShape="1">
                  <a:gsLst>
                    <a:gs pos="20183">
                      <a:srgbClr val="FFFFFF"/>
                    </a:gs>
                    <a:gs pos="42000">
                      <a:srgbClr val="FFFFFF"/>
                    </a:gs>
                  </a:gsLst>
                  <a:lin ang="2700000" scaled="0"/>
                  <a:tileRect/>
                </a:gradFill>
                <a:latin typeface="+mj-lt"/>
                <a:cs typeface="Segoe Sans Display Semibold" pitchFamily="2" charset="0"/>
              </a:rPr>
              <a:t>5</a:t>
            </a:r>
          </a:p>
        </p:txBody>
      </p:sp>
      <p:sp>
        <p:nvSpPr>
          <p:cNvPr id="220" name="TextBox 219">
            <a:extLst>
              <a:ext uri="{FF2B5EF4-FFF2-40B4-BE49-F238E27FC236}">
                <a16:creationId xmlns:a16="http://schemas.microsoft.com/office/drawing/2014/main" id="{0643FD54-5855-2737-C50D-236BC5B2F790}"/>
              </a:ext>
            </a:extLst>
          </p:cNvPr>
          <p:cNvSpPr txBox="1"/>
          <p:nvPr/>
        </p:nvSpPr>
        <p:spPr>
          <a:xfrm>
            <a:off x="9665658" y="3746650"/>
            <a:ext cx="1771962" cy="861774"/>
          </a:xfrm>
          <a:prstGeom prst="rect">
            <a:avLst/>
          </a:prstGeom>
          <a:noFill/>
        </p:spPr>
        <p:txBody>
          <a:bodyPr wrap="square" lIns="0" tIns="0" rIns="0" bIns="0" anchor="t" anchorCtr="0">
            <a:spAutoFit/>
          </a:bodyPr>
          <a:lstStyle>
            <a:defPPr>
              <a:defRPr lang="en-BE"/>
            </a:defPPr>
            <a:lvl1pPr marR="0" lvl="0" indent="0" algn="ctr" defTabSz="914016" fontAlgn="base">
              <a:spcBef>
                <a:spcPts val="0"/>
              </a:spcBef>
              <a:spcAft>
                <a:spcPts val="1000"/>
              </a:spcAft>
              <a:buClrTx/>
              <a:buSzTx/>
              <a:buFontTx/>
              <a:buNone/>
              <a:tabLst/>
              <a:defRPr kumimoji="0" sz="1600" i="0" u="none" strike="noStrike" cap="none" normalizeH="0" baseline="0">
                <a:ln>
                  <a:noFill/>
                </a:ln>
                <a:effectLst/>
                <a:uLnTx/>
                <a:uFillTx/>
                <a:latin typeface="+mj-lt"/>
                <a:ea typeface="+mj-ea"/>
                <a:cs typeface="+mj-cs"/>
              </a:defRPr>
            </a:lvl1pPr>
          </a:lstStyle>
          <a:p>
            <a:r>
              <a:rPr lang="en-GB" sz="1400">
                <a:latin typeface="+mn-lt"/>
              </a:rPr>
              <a:t>24/7 Monitor your GenAI risks and quality while</a:t>
            </a:r>
            <a:br>
              <a:rPr lang="en-GB" sz="1400">
                <a:latin typeface="+mn-lt"/>
              </a:rPr>
            </a:br>
            <a:r>
              <a:rPr lang="en-GB" sz="1400">
                <a:latin typeface="+mn-lt"/>
              </a:rPr>
              <a:t>in production</a:t>
            </a:r>
          </a:p>
        </p:txBody>
      </p:sp>
    </p:spTree>
    <p:extLst>
      <p:ext uri="{BB962C8B-B14F-4D97-AF65-F5344CB8AC3E}">
        <p14:creationId xmlns:p14="http://schemas.microsoft.com/office/powerpoint/2010/main" val="22351578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250"/>
                                  </p:stCondLst>
                                  <p:childTnLst>
                                    <p:set>
                                      <p:cBhvr>
                                        <p:cTn id="6" dur="1" fill="hold">
                                          <p:stCondLst>
                                            <p:cond delay="0"/>
                                          </p:stCondLst>
                                        </p:cTn>
                                        <p:tgtEl>
                                          <p:spTgt spid="228"/>
                                        </p:tgtEl>
                                        <p:attrNameLst>
                                          <p:attrName>style.visibility</p:attrName>
                                        </p:attrNameLst>
                                      </p:cBhvr>
                                      <p:to>
                                        <p:strVal val="visible"/>
                                      </p:to>
                                    </p:set>
                                    <p:anim calcmode="lin" valueType="num">
                                      <p:cBhvr>
                                        <p:cTn id="7" dur="250" fill="hold"/>
                                        <p:tgtEl>
                                          <p:spTgt spid="228"/>
                                        </p:tgtEl>
                                        <p:attrNameLst>
                                          <p:attrName>ppt_w</p:attrName>
                                        </p:attrNameLst>
                                      </p:cBhvr>
                                      <p:tavLst>
                                        <p:tav tm="0">
                                          <p:val>
                                            <p:fltVal val="0"/>
                                          </p:val>
                                        </p:tav>
                                        <p:tav tm="100000">
                                          <p:val>
                                            <p:strVal val="#ppt_w"/>
                                          </p:val>
                                        </p:tav>
                                      </p:tavLst>
                                    </p:anim>
                                    <p:anim calcmode="lin" valueType="num">
                                      <p:cBhvr>
                                        <p:cTn id="8" dur="250" fill="hold"/>
                                        <p:tgtEl>
                                          <p:spTgt spid="228"/>
                                        </p:tgtEl>
                                        <p:attrNameLst>
                                          <p:attrName>ppt_h</p:attrName>
                                        </p:attrNameLst>
                                      </p:cBhvr>
                                      <p:tavLst>
                                        <p:tav tm="0">
                                          <p:val>
                                            <p:fltVal val="0"/>
                                          </p:val>
                                        </p:tav>
                                        <p:tav tm="100000">
                                          <p:val>
                                            <p:strVal val="#ppt_h"/>
                                          </p:val>
                                        </p:tav>
                                      </p:tavLst>
                                    </p:anim>
                                  </p:childTnLst>
                                </p:cTn>
                              </p:par>
                              <p:par>
                                <p:cTn id="9" presetID="10" presetClass="entr" presetSubtype="0" fill="hold" grpId="1" nodeType="withEffect">
                                  <p:stCondLst>
                                    <p:cond delay="250"/>
                                  </p:stCondLst>
                                  <p:childTnLst>
                                    <p:set>
                                      <p:cBhvr>
                                        <p:cTn id="10" dur="1" fill="hold">
                                          <p:stCondLst>
                                            <p:cond delay="0"/>
                                          </p:stCondLst>
                                        </p:cTn>
                                        <p:tgtEl>
                                          <p:spTgt spid="228"/>
                                        </p:tgtEl>
                                        <p:attrNameLst>
                                          <p:attrName>style.visibility</p:attrName>
                                        </p:attrNameLst>
                                      </p:cBhvr>
                                      <p:to>
                                        <p:strVal val="visible"/>
                                      </p:to>
                                    </p:set>
                                    <p:animEffect transition="in" filter="fade">
                                      <p:cBhvr>
                                        <p:cTn id="11" dur="500"/>
                                        <p:tgtEl>
                                          <p:spTgt spid="228"/>
                                        </p:tgtEl>
                                      </p:cBhvr>
                                    </p:animEffect>
                                  </p:childTnLst>
                                </p:cTn>
                              </p:par>
                              <p:par>
                                <p:cTn id="12" presetID="6" presetClass="emph" presetSubtype="0" fill="hold" grpId="2" nodeType="withEffect">
                                  <p:stCondLst>
                                    <p:cond delay="250"/>
                                  </p:stCondLst>
                                  <p:childTnLst>
                                    <p:animScale>
                                      <p:cBhvr>
                                        <p:cTn id="13" dur="10" fill="hold"/>
                                        <p:tgtEl>
                                          <p:spTgt spid="228"/>
                                        </p:tgtEl>
                                      </p:cBhvr>
                                      <p:by x="80000" y="80000"/>
                                    </p:animScale>
                                  </p:childTnLst>
                                </p:cTn>
                              </p:par>
                              <p:par>
                                <p:cTn id="14" presetID="6" presetClass="emph" presetSubtype="0" decel="100000" fill="hold" grpId="3" nodeType="withEffect">
                                  <p:stCondLst>
                                    <p:cond delay="250"/>
                                  </p:stCondLst>
                                  <p:childTnLst>
                                    <p:animScale>
                                      <p:cBhvr>
                                        <p:cTn id="15" dur="1000" fill="hold"/>
                                        <p:tgtEl>
                                          <p:spTgt spid="228"/>
                                        </p:tgtEl>
                                      </p:cBhvr>
                                      <p:by x="125000" y="125000"/>
                                    </p:animScale>
                                  </p:childTnLst>
                                </p:cTn>
                              </p:par>
                              <p:par>
                                <p:cTn id="16" presetID="23" presetClass="entr" presetSubtype="16" fill="hold" grpId="0" nodeType="withEffect">
                                  <p:stCondLst>
                                    <p:cond delay="250"/>
                                  </p:stCondLst>
                                  <p:childTnLst>
                                    <p:set>
                                      <p:cBhvr>
                                        <p:cTn id="17" dur="1" fill="hold">
                                          <p:stCondLst>
                                            <p:cond delay="0"/>
                                          </p:stCondLst>
                                        </p:cTn>
                                        <p:tgtEl>
                                          <p:spTgt spid="231"/>
                                        </p:tgtEl>
                                        <p:attrNameLst>
                                          <p:attrName>style.visibility</p:attrName>
                                        </p:attrNameLst>
                                      </p:cBhvr>
                                      <p:to>
                                        <p:strVal val="visible"/>
                                      </p:to>
                                    </p:set>
                                    <p:anim calcmode="lin" valueType="num">
                                      <p:cBhvr>
                                        <p:cTn id="18" dur="250" fill="hold"/>
                                        <p:tgtEl>
                                          <p:spTgt spid="231"/>
                                        </p:tgtEl>
                                        <p:attrNameLst>
                                          <p:attrName>ppt_w</p:attrName>
                                        </p:attrNameLst>
                                      </p:cBhvr>
                                      <p:tavLst>
                                        <p:tav tm="0">
                                          <p:val>
                                            <p:fltVal val="0"/>
                                          </p:val>
                                        </p:tav>
                                        <p:tav tm="100000">
                                          <p:val>
                                            <p:strVal val="#ppt_w"/>
                                          </p:val>
                                        </p:tav>
                                      </p:tavLst>
                                    </p:anim>
                                    <p:anim calcmode="lin" valueType="num">
                                      <p:cBhvr>
                                        <p:cTn id="19" dur="250" fill="hold"/>
                                        <p:tgtEl>
                                          <p:spTgt spid="231"/>
                                        </p:tgtEl>
                                        <p:attrNameLst>
                                          <p:attrName>ppt_h</p:attrName>
                                        </p:attrNameLst>
                                      </p:cBhvr>
                                      <p:tavLst>
                                        <p:tav tm="0">
                                          <p:val>
                                            <p:fltVal val="0"/>
                                          </p:val>
                                        </p:tav>
                                        <p:tav tm="100000">
                                          <p:val>
                                            <p:strVal val="#ppt_h"/>
                                          </p:val>
                                        </p:tav>
                                      </p:tavLst>
                                    </p:anim>
                                  </p:childTnLst>
                                </p:cTn>
                              </p:par>
                              <p:par>
                                <p:cTn id="20" presetID="10" presetClass="entr" presetSubtype="0" fill="hold" grpId="1" nodeType="withEffect">
                                  <p:stCondLst>
                                    <p:cond delay="250"/>
                                  </p:stCondLst>
                                  <p:childTnLst>
                                    <p:set>
                                      <p:cBhvr>
                                        <p:cTn id="21" dur="1" fill="hold">
                                          <p:stCondLst>
                                            <p:cond delay="0"/>
                                          </p:stCondLst>
                                        </p:cTn>
                                        <p:tgtEl>
                                          <p:spTgt spid="231"/>
                                        </p:tgtEl>
                                        <p:attrNameLst>
                                          <p:attrName>style.visibility</p:attrName>
                                        </p:attrNameLst>
                                      </p:cBhvr>
                                      <p:to>
                                        <p:strVal val="visible"/>
                                      </p:to>
                                    </p:set>
                                    <p:animEffect transition="in" filter="fade">
                                      <p:cBhvr>
                                        <p:cTn id="22" dur="500"/>
                                        <p:tgtEl>
                                          <p:spTgt spid="231"/>
                                        </p:tgtEl>
                                      </p:cBhvr>
                                    </p:animEffect>
                                  </p:childTnLst>
                                </p:cTn>
                              </p:par>
                              <p:par>
                                <p:cTn id="23" presetID="6" presetClass="emph" presetSubtype="0" fill="hold" grpId="2" nodeType="withEffect">
                                  <p:stCondLst>
                                    <p:cond delay="250"/>
                                  </p:stCondLst>
                                  <p:childTnLst>
                                    <p:animScale>
                                      <p:cBhvr>
                                        <p:cTn id="24" dur="10" fill="hold"/>
                                        <p:tgtEl>
                                          <p:spTgt spid="231"/>
                                        </p:tgtEl>
                                      </p:cBhvr>
                                      <p:by x="80000" y="80000"/>
                                    </p:animScale>
                                  </p:childTnLst>
                                </p:cTn>
                              </p:par>
                              <p:par>
                                <p:cTn id="25" presetID="6" presetClass="emph" presetSubtype="0" decel="100000" fill="hold" grpId="3" nodeType="withEffect">
                                  <p:stCondLst>
                                    <p:cond delay="250"/>
                                  </p:stCondLst>
                                  <p:childTnLst>
                                    <p:animScale>
                                      <p:cBhvr>
                                        <p:cTn id="26" dur="1000" fill="hold"/>
                                        <p:tgtEl>
                                          <p:spTgt spid="231"/>
                                        </p:tgtEl>
                                      </p:cBhvr>
                                      <p:by x="125000" y="125000"/>
                                    </p:animScale>
                                  </p:childTnLst>
                                </p:cTn>
                              </p:par>
                              <p:par>
                                <p:cTn id="27" presetID="23" presetClass="entr" presetSubtype="16" fill="hold" grpId="0" nodeType="withEffect">
                                  <p:stCondLst>
                                    <p:cond delay="250"/>
                                  </p:stCondLst>
                                  <p:childTnLst>
                                    <p:set>
                                      <p:cBhvr>
                                        <p:cTn id="28" dur="1" fill="hold">
                                          <p:stCondLst>
                                            <p:cond delay="0"/>
                                          </p:stCondLst>
                                        </p:cTn>
                                        <p:tgtEl>
                                          <p:spTgt spid="235"/>
                                        </p:tgtEl>
                                        <p:attrNameLst>
                                          <p:attrName>style.visibility</p:attrName>
                                        </p:attrNameLst>
                                      </p:cBhvr>
                                      <p:to>
                                        <p:strVal val="visible"/>
                                      </p:to>
                                    </p:set>
                                    <p:anim calcmode="lin" valueType="num">
                                      <p:cBhvr>
                                        <p:cTn id="29" dur="250" fill="hold"/>
                                        <p:tgtEl>
                                          <p:spTgt spid="235"/>
                                        </p:tgtEl>
                                        <p:attrNameLst>
                                          <p:attrName>ppt_w</p:attrName>
                                        </p:attrNameLst>
                                      </p:cBhvr>
                                      <p:tavLst>
                                        <p:tav tm="0">
                                          <p:val>
                                            <p:fltVal val="0"/>
                                          </p:val>
                                        </p:tav>
                                        <p:tav tm="100000">
                                          <p:val>
                                            <p:strVal val="#ppt_w"/>
                                          </p:val>
                                        </p:tav>
                                      </p:tavLst>
                                    </p:anim>
                                    <p:anim calcmode="lin" valueType="num">
                                      <p:cBhvr>
                                        <p:cTn id="30" dur="250" fill="hold"/>
                                        <p:tgtEl>
                                          <p:spTgt spid="235"/>
                                        </p:tgtEl>
                                        <p:attrNameLst>
                                          <p:attrName>ppt_h</p:attrName>
                                        </p:attrNameLst>
                                      </p:cBhvr>
                                      <p:tavLst>
                                        <p:tav tm="0">
                                          <p:val>
                                            <p:fltVal val="0"/>
                                          </p:val>
                                        </p:tav>
                                        <p:tav tm="100000">
                                          <p:val>
                                            <p:strVal val="#ppt_h"/>
                                          </p:val>
                                        </p:tav>
                                      </p:tavLst>
                                    </p:anim>
                                  </p:childTnLst>
                                </p:cTn>
                              </p:par>
                              <p:par>
                                <p:cTn id="31" presetID="10" presetClass="entr" presetSubtype="0" fill="hold" grpId="1" nodeType="withEffect">
                                  <p:stCondLst>
                                    <p:cond delay="250"/>
                                  </p:stCondLst>
                                  <p:childTnLst>
                                    <p:set>
                                      <p:cBhvr>
                                        <p:cTn id="32" dur="1" fill="hold">
                                          <p:stCondLst>
                                            <p:cond delay="0"/>
                                          </p:stCondLst>
                                        </p:cTn>
                                        <p:tgtEl>
                                          <p:spTgt spid="235"/>
                                        </p:tgtEl>
                                        <p:attrNameLst>
                                          <p:attrName>style.visibility</p:attrName>
                                        </p:attrNameLst>
                                      </p:cBhvr>
                                      <p:to>
                                        <p:strVal val="visible"/>
                                      </p:to>
                                    </p:set>
                                    <p:animEffect transition="in" filter="fade">
                                      <p:cBhvr>
                                        <p:cTn id="33" dur="500"/>
                                        <p:tgtEl>
                                          <p:spTgt spid="235"/>
                                        </p:tgtEl>
                                      </p:cBhvr>
                                    </p:animEffect>
                                  </p:childTnLst>
                                </p:cTn>
                              </p:par>
                              <p:par>
                                <p:cTn id="34" presetID="6" presetClass="emph" presetSubtype="0" fill="hold" grpId="2" nodeType="withEffect">
                                  <p:stCondLst>
                                    <p:cond delay="250"/>
                                  </p:stCondLst>
                                  <p:childTnLst>
                                    <p:animScale>
                                      <p:cBhvr>
                                        <p:cTn id="35" dur="10" fill="hold"/>
                                        <p:tgtEl>
                                          <p:spTgt spid="235"/>
                                        </p:tgtEl>
                                      </p:cBhvr>
                                      <p:by x="80000" y="80000"/>
                                    </p:animScale>
                                  </p:childTnLst>
                                </p:cTn>
                              </p:par>
                              <p:par>
                                <p:cTn id="36" presetID="6" presetClass="emph" presetSubtype="0" decel="100000" fill="hold" grpId="3" nodeType="withEffect">
                                  <p:stCondLst>
                                    <p:cond delay="250"/>
                                  </p:stCondLst>
                                  <p:childTnLst>
                                    <p:animScale>
                                      <p:cBhvr>
                                        <p:cTn id="37" dur="1000" fill="hold"/>
                                        <p:tgtEl>
                                          <p:spTgt spid="235"/>
                                        </p:tgtEl>
                                      </p:cBhvr>
                                      <p:by x="125000" y="125000"/>
                                    </p:animScale>
                                  </p:childTnLst>
                                </p:cTn>
                              </p:par>
                              <p:par>
                                <p:cTn id="38" presetID="23" presetClass="entr" presetSubtype="16" fill="hold" grpId="0" nodeType="withEffect">
                                  <p:stCondLst>
                                    <p:cond delay="250"/>
                                  </p:stCondLst>
                                  <p:childTnLst>
                                    <p:set>
                                      <p:cBhvr>
                                        <p:cTn id="39" dur="1" fill="hold">
                                          <p:stCondLst>
                                            <p:cond delay="0"/>
                                          </p:stCondLst>
                                        </p:cTn>
                                        <p:tgtEl>
                                          <p:spTgt spid="238"/>
                                        </p:tgtEl>
                                        <p:attrNameLst>
                                          <p:attrName>style.visibility</p:attrName>
                                        </p:attrNameLst>
                                      </p:cBhvr>
                                      <p:to>
                                        <p:strVal val="visible"/>
                                      </p:to>
                                    </p:set>
                                    <p:anim calcmode="lin" valueType="num">
                                      <p:cBhvr>
                                        <p:cTn id="40" dur="250" fill="hold"/>
                                        <p:tgtEl>
                                          <p:spTgt spid="238"/>
                                        </p:tgtEl>
                                        <p:attrNameLst>
                                          <p:attrName>ppt_w</p:attrName>
                                        </p:attrNameLst>
                                      </p:cBhvr>
                                      <p:tavLst>
                                        <p:tav tm="0">
                                          <p:val>
                                            <p:fltVal val="0"/>
                                          </p:val>
                                        </p:tav>
                                        <p:tav tm="100000">
                                          <p:val>
                                            <p:strVal val="#ppt_w"/>
                                          </p:val>
                                        </p:tav>
                                      </p:tavLst>
                                    </p:anim>
                                    <p:anim calcmode="lin" valueType="num">
                                      <p:cBhvr>
                                        <p:cTn id="41" dur="250" fill="hold"/>
                                        <p:tgtEl>
                                          <p:spTgt spid="238"/>
                                        </p:tgtEl>
                                        <p:attrNameLst>
                                          <p:attrName>ppt_h</p:attrName>
                                        </p:attrNameLst>
                                      </p:cBhvr>
                                      <p:tavLst>
                                        <p:tav tm="0">
                                          <p:val>
                                            <p:fltVal val="0"/>
                                          </p:val>
                                        </p:tav>
                                        <p:tav tm="100000">
                                          <p:val>
                                            <p:strVal val="#ppt_h"/>
                                          </p:val>
                                        </p:tav>
                                      </p:tavLst>
                                    </p:anim>
                                  </p:childTnLst>
                                </p:cTn>
                              </p:par>
                              <p:par>
                                <p:cTn id="42" presetID="10" presetClass="entr" presetSubtype="0" fill="hold" grpId="1" nodeType="withEffect">
                                  <p:stCondLst>
                                    <p:cond delay="250"/>
                                  </p:stCondLst>
                                  <p:childTnLst>
                                    <p:set>
                                      <p:cBhvr>
                                        <p:cTn id="43" dur="1" fill="hold">
                                          <p:stCondLst>
                                            <p:cond delay="0"/>
                                          </p:stCondLst>
                                        </p:cTn>
                                        <p:tgtEl>
                                          <p:spTgt spid="238"/>
                                        </p:tgtEl>
                                        <p:attrNameLst>
                                          <p:attrName>style.visibility</p:attrName>
                                        </p:attrNameLst>
                                      </p:cBhvr>
                                      <p:to>
                                        <p:strVal val="visible"/>
                                      </p:to>
                                    </p:set>
                                    <p:animEffect transition="in" filter="fade">
                                      <p:cBhvr>
                                        <p:cTn id="44" dur="500"/>
                                        <p:tgtEl>
                                          <p:spTgt spid="238"/>
                                        </p:tgtEl>
                                      </p:cBhvr>
                                    </p:animEffect>
                                  </p:childTnLst>
                                </p:cTn>
                              </p:par>
                              <p:par>
                                <p:cTn id="45" presetID="6" presetClass="emph" presetSubtype="0" fill="hold" grpId="2" nodeType="withEffect">
                                  <p:stCondLst>
                                    <p:cond delay="250"/>
                                  </p:stCondLst>
                                  <p:childTnLst>
                                    <p:animScale>
                                      <p:cBhvr>
                                        <p:cTn id="46" dur="10" fill="hold"/>
                                        <p:tgtEl>
                                          <p:spTgt spid="238"/>
                                        </p:tgtEl>
                                      </p:cBhvr>
                                      <p:by x="80000" y="80000"/>
                                    </p:animScale>
                                  </p:childTnLst>
                                </p:cTn>
                              </p:par>
                              <p:par>
                                <p:cTn id="47" presetID="6" presetClass="emph" presetSubtype="0" decel="100000" fill="hold" grpId="3" nodeType="withEffect">
                                  <p:stCondLst>
                                    <p:cond delay="250"/>
                                  </p:stCondLst>
                                  <p:childTnLst>
                                    <p:animScale>
                                      <p:cBhvr>
                                        <p:cTn id="48" dur="1000" fill="hold"/>
                                        <p:tgtEl>
                                          <p:spTgt spid="238"/>
                                        </p:tgtEl>
                                      </p:cBhvr>
                                      <p:by x="125000" y="125000"/>
                                    </p:animScale>
                                  </p:childTnLst>
                                </p:cTn>
                              </p:par>
                              <p:par>
                                <p:cTn id="49" presetID="23" presetClass="entr" presetSubtype="16" fill="hold" grpId="0" nodeType="withEffect">
                                  <p:stCondLst>
                                    <p:cond delay="250"/>
                                  </p:stCondLst>
                                  <p:childTnLst>
                                    <p:set>
                                      <p:cBhvr>
                                        <p:cTn id="50" dur="1" fill="hold">
                                          <p:stCondLst>
                                            <p:cond delay="0"/>
                                          </p:stCondLst>
                                        </p:cTn>
                                        <p:tgtEl>
                                          <p:spTgt spid="245"/>
                                        </p:tgtEl>
                                        <p:attrNameLst>
                                          <p:attrName>style.visibility</p:attrName>
                                        </p:attrNameLst>
                                      </p:cBhvr>
                                      <p:to>
                                        <p:strVal val="visible"/>
                                      </p:to>
                                    </p:set>
                                    <p:anim calcmode="lin" valueType="num">
                                      <p:cBhvr>
                                        <p:cTn id="51" dur="250" fill="hold"/>
                                        <p:tgtEl>
                                          <p:spTgt spid="245"/>
                                        </p:tgtEl>
                                        <p:attrNameLst>
                                          <p:attrName>ppt_w</p:attrName>
                                        </p:attrNameLst>
                                      </p:cBhvr>
                                      <p:tavLst>
                                        <p:tav tm="0">
                                          <p:val>
                                            <p:fltVal val="0"/>
                                          </p:val>
                                        </p:tav>
                                        <p:tav tm="100000">
                                          <p:val>
                                            <p:strVal val="#ppt_w"/>
                                          </p:val>
                                        </p:tav>
                                      </p:tavLst>
                                    </p:anim>
                                    <p:anim calcmode="lin" valueType="num">
                                      <p:cBhvr>
                                        <p:cTn id="52" dur="250" fill="hold"/>
                                        <p:tgtEl>
                                          <p:spTgt spid="245"/>
                                        </p:tgtEl>
                                        <p:attrNameLst>
                                          <p:attrName>ppt_h</p:attrName>
                                        </p:attrNameLst>
                                      </p:cBhvr>
                                      <p:tavLst>
                                        <p:tav tm="0">
                                          <p:val>
                                            <p:fltVal val="0"/>
                                          </p:val>
                                        </p:tav>
                                        <p:tav tm="100000">
                                          <p:val>
                                            <p:strVal val="#ppt_h"/>
                                          </p:val>
                                        </p:tav>
                                      </p:tavLst>
                                    </p:anim>
                                  </p:childTnLst>
                                </p:cTn>
                              </p:par>
                              <p:par>
                                <p:cTn id="53" presetID="10" presetClass="entr" presetSubtype="0" fill="hold" grpId="1" nodeType="withEffect">
                                  <p:stCondLst>
                                    <p:cond delay="250"/>
                                  </p:stCondLst>
                                  <p:childTnLst>
                                    <p:set>
                                      <p:cBhvr>
                                        <p:cTn id="54" dur="1" fill="hold">
                                          <p:stCondLst>
                                            <p:cond delay="0"/>
                                          </p:stCondLst>
                                        </p:cTn>
                                        <p:tgtEl>
                                          <p:spTgt spid="245"/>
                                        </p:tgtEl>
                                        <p:attrNameLst>
                                          <p:attrName>style.visibility</p:attrName>
                                        </p:attrNameLst>
                                      </p:cBhvr>
                                      <p:to>
                                        <p:strVal val="visible"/>
                                      </p:to>
                                    </p:set>
                                    <p:animEffect transition="in" filter="fade">
                                      <p:cBhvr>
                                        <p:cTn id="55" dur="500"/>
                                        <p:tgtEl>
                                          <p:spTgt spid="245"/>
                                        </p:tgtEl>
                                      </p:cBhvr>
                                    </p:animEffect>
                                  </p:childTnLst>
                                </p:cTn>
                              </p:par>
                              <p:par>
                                <p:cTn id="56" presetID="6" presetClass="emph" presetSubtype="0" fill="hold" grpId="2" nodeType="withEffect">
                                  <p:stCondLst>
                                    <p:cond delay="250"/>
                                  </p:stCondLst>
                                  <p:childTnLst>
                                    <p:animScale>
                                      <p:cBhvr>
                                        <p:cTn id="57" dur="10" fill="hold"/>
                                        <p:tgtEl>
                                          <p:spTgt spid="245"/>
                                        </p:tgtEl>
                                      </p:cBhvr>
                                      <p:by x="80000" y="80000"/>
                                    </p:animScale>
                                  </p:childTnLst>
                                </p:cTn>
                              </p:par>
                              <p:par>
                                <p:cTn id="58" presetID="6" presetClass="emph" presetSubtype="0" decel="100000" fill="hold" grpId="3" nodeType="withEffect">
                                  <p:stCondLst>
                                    <p:cond delay="250"/>
                                  </p:stCondLst>
                                  <p:childTnLst>
                                    <p:animScale>
                                      <p:cBhvr>
                                        <p:cTn id="59" dur="1000" fill="hold"/>
                                        <p:tgtEl>
                                          <p:spTgt spid="245"/>
                                        </p:tgtEl>
                                      </p:cBhvr>
                                      <p:by x="125000" y="125000"/>
                                    </p:animScale>
                                  </p:childTnLst>
                                </p:cTn>
                              </p:par>
                              <p:par>
                                <p:cTn id="60" presetID="16" presetClass="entr" presetSubtype="21" fill="hold" nodeType="withEffect">
                                  <p:stCondLst>
                                    <p:cond delay="500"/>
                                  </p:stCondLst>
                                  <p:childTnLst>
                                    <p:set>
                                      <p:cBhvr>
                                        <p:cTn id="61" dur="1" fill="hold">
                                          <p:stCondLst>
                                            <p:cond delay="0"/>
                                          </p:stCondLst>
                                        </p:cTn>
                                        <p:tgtEl>
                                          <p:spTgt spid="310"/>
                                        </p:tgtEl>
                                        <p:attrNameLst>
                                          <p:attrName>style.visibility</p:attrName>
                                        </p:attrNameLst>
                                      </p:cBhvr>
                                      <p:to>
                                        <p:strVal val="visible"/>
                                      </p:to>
                                    </p:set>
                                    <p:animEffect transition="in" filter="barn(inVertical)">
                                      <p:cBhvr>
                                        <p:cTn id="62" dur="750"/>
                                        <p:tgtEl>
                                          <p:spTgt spid="310"/>
                                        </p:tgtEl>
                                      </p:cBhvr>
                                    </p:animEffect>
                                  </p:childTnLst>
                                </p:cTn>
                              </p:par>
                              <p:par>
                                <p:cTn id="63" presetID="16" presetClass="entr" presetSubtype="21" fill="hold" nodeType="withEffect">
                                  <p:stCondLst>
                                    <p:cond delay="500"/>
                                  </p:stCondLst>
                                  <p:childTnLst>
                                    <p:set>
                                      <p:cBhvr>
                                        <p:cTn id="64" dur="1" fill="hold">
                                          <p:stCondLst>
                                            <p:cond delay="0"/>
                                          </p:stCondLst>
                                        </p:cTn>
                                        <p:tgtEl>
                                          <p:spTgt spid="311"/>
                                        </p:tgtEl>
                                        <p:attrNameLst>
                                          <p:attrName>style.visibility</p:attrName>
                                        </p:attrNameLst>
                                      </p:cBhvr>
                                      <p:to>
                                        <p:strVal val="visible"/>
                                      </p:to>
                                    </p:set>
                                    <p:animEffect transition="in" filter="barn(inVertical)">
                                      <p:cBhvr>
                                        <p:cTn id="65" dur="750"/>
                                        <p:tgtEl>
                                          <p:spTgt spid="311"/>
                                        </p:tgtEl>
                                      </p:cBhvr>
                                    </p:animEffect>
                                  </p:childTnLst>
                                </p:cTn>
                              </p:par>
                              <p:par>
                                <p:cTn id="66" presetID="16" presetClass="entr" presetSubtype="21" fill="hold" nodeType="withEffect">
                                  <p:stCondLst>
                                    <p:cond delay="500"/>
                                  </p:stCondLst>
                                  <p:childTnLst>
                                    <p:set>
                                      <p:cBhvr>
                                        <p:cTn id="67" dur="1" fill="hold">
                                          <p:stCondLst>
                                            <p:cond delay="0"/>
                                          </p:stCondLst>
                                        </p:cTn>
                                        <p:tgtEl>
                                          <p:spTgt spid="309"/>
                                        </p:tgtEl>
                                        <p:attrNameLst>
                                          <p:attrName>style.visibility</p:attrName>
                                        </p:attrNameLst>
                                      </p:cBhvr>
                                      <p:to>
                                        <p:strVal val="visible"/>
                                      </p:to>
                                    </p:set>
                                    <p:animEffect transition="in" filter="barn(inVertical)">
                                      <p:cBhvr>
                                        <p:cTn id="68" dur="750"/>
                                        <p:tgtEl>
                                          <p:spTgt spid="309"/>
                                        </p:tgtEl>
                                      </p:cBhvr>
                                    </p:animEffect>
                                  </p:childTnLst>
                                </p:cTn>
                              </p:par>
                              <p:par>
                                <p:cTn id="69" presetID="16" presetClass="entr" presetSubtype="21" fill="hold" nodeType="withEffect">
                                  <p:stCondLst>
                                    <p:cond delay="500"/>
                                  </p:stCondLst>
                                  <p:childTnLst>
                                    <p:set>
                                      <p:cBhvr>
                                        <p:cTn id="70" dur="1" fill="hold">
                                          <p:stCondLst>
                                            <p:cond delay="0"/>
                                          </p:stCondLst>
                                        </p:cTn>
                                        <p:tgtEl>
                                          <p:spTgt spid="308"/>
                                        </p:tgtEl>
                                        <p:attrNameLst>
                                          <p:attrName>style.visibility</p:attrName>
                                        </p:attrNameLst>
                                      </p:cBhvr>
                                      <p:to>
                                        <p:strVal val="visible"/>
                                      </p:to>
                                    </p:set>
                                    <p:animEffect transition="in" filter="barn(inVertical)">
                                      <p:cBhvr>
                                        <p:cTn id="71" dur="750"/>
                                        <p:tgtEl>
                                          <p:spTgt spid="308"/>
                                        </p:tgtEl>
                                      </p:cBhvr>
                                    </p:animEffect>
                                  </p:childTnLst>
                                </p:cTn>
                              </p:par>
                              <p:par>
                                <p:cTn id="72" presetID="16" presetClass="entr" presetSubtype="21" fill="hold" nodeType="withEffect">
                                  <p:stCondLst>
                                    <p:cond delay="500"/>
                                  </p:stCondLst>
                                  <p:childTnLst>
                                    <p:set>
                                      <p:cBhvr>
                                        <p:cTn id="73" dur="1" fill="hold">
                                          <p:stCondLst>
                                            <p:cond delay="0"/>
                                          </p:stCondLst>
                                        </p:cTn>
                                        <p:tgtEl>
                                          <p:spTgt spid="307"/>
                                        </p:tgtEl>
                                        <p:attrNameLst>
                                          <p:attrName>style.visibility</p:attrName>
                                        </p:attrNameLst>
                                      </p:cBhvr>
                                      <p:to>
                                        <p:strVal val="visible"/>
                                      </p:to>
                                    </p:set>
                                    <p:animEffect transition="in" filter="barn(inVertical)">
                                      <p:cBhvr>
                                        <p:cTn id="74" dur="750"/>
                                        <p:tgtEl>
                                          <p:spTgt spid="307"/>
                                        </p:tgtEl>
                                      </p:cBhvr>
                                    </p:animEffect>
                                  </p:childTnLst>
                                </p:cTn>
                              </p:par>
                              <p:par>
                                <p:cTn id="75" presetID="10" presetClass="entr" presetSubtype="0" fill="hold" grpId="0" nodeType="withEffect">
                                  <p:stCondLst>
                                    <p:cond delay="500"/>
                                  </p:stCondLst>
                                  <p:childTnLst>
                                    <p:set>
                                      <p:cBhvr>
                                        <p:cTn id="76" dur="1" fill="hold">
                                          <p:stCondLst>
                                            <p:cond delay="0"/>
                                          </p:stCondLst>
                                        </p:cTn>
                                        <p:tgtEl>
                                          <p:spTgt spid="13"/>
                                        </p:tgtEl>
                                        <p:attrNameLst>
                                          <p:attrName>style.visibility</p:attrName>
                                        </p:attrNameLst>
                                      </p:cBhvr>
                                      <p:to>
                                        <p:strVal val="visible"/>
                                      </p:to>
                                    </p:set>
                                    <p:animEffect transition="in" filter="fade">
                                      <p:cBhvr>
                                        <p:cTn id="77" dur="750"/>
                                        <p:tgtEl>
                                          <p:spTgt spid="13"/>
                                        </p:tgtEl>
                                      </p:cBhvr>
                                    </p:animEffect>
                                  </p:childTnLst>
                                </p:cTn>
                              </p:par>
                              <p:par>
                                <p:cTn id="78" presetID="42" presetClass="path" presetSubtype="0" decel="100000" fill="hold" grpId="1" nodeType="withEffect">
                                  <p:stCondLst>
                                    <p:cond delay="500"/>
                                  </p:stCondLst>
                                  <p:childTnLst>
                                    <p:animMotion origin="layout" path="M -4.79167E-6 0.03889 L -4.79167E-6 2.22222E-6 " pathEditMode="relative" rAng="0" ptsTypes="AA">
                                      <p:cBhvr>
                                        <p:cTn id="79" dur="750" fill="hold"/>
                                        <p:tgtEl>
                                          <p:spTgt spid="13"/>
                                        </p:tgtEl>
                                        <p:attrNameLst>
                                          <p:attrName>ppt_x</p:attrName>
                                          <p:attrName>ppt_y</p:attrName>
                                        </p:attrNameLst>
                                      </p:cBhvr>
                                      <p:rCtr x="0" y="-1944"/>
                                    </p:animMotion>
                                  </p:childTnLst>
                                </p:cTn>
                              </p:par>
                              <p:par>
                                <p:cTn id="80" presetID="10" presetClass="entr" presetSubtype="0" fill="hold" grpId="0" nodeType="withEffect">
                                  <p:stCondLst>
                                    <p:cond delay="500"/>
                                  </p:stCondLst>
                                  <p:childTnLst>
                                    <p:set>
                                      <p:cBhvr>
                                        <p:cTn id="81" dur="1" fill="hold">
                                          <p:stCondLst>
                                            <p:cond delay="0"/>
                                          </p:stCondLst>
                                        </p:cTn>
                                        <p:tgtEl>
                                          <p:spTgt spid="223"/>
                                        </p:tgtEl>
                                        <p:attrNameLst>
                                          <p:attrName>style.visibility</p:attrName>
                                        </p:attrNameLst>
                                      </p:cBhvr>
                                      <p:to>
                                        <p:strVal val="visible"/>
                                      </p:to>
                                    </p:set>
                                    <p:animEffect transition="in" filter="fade">
                                      <p:cBhvr>
                                        <p:cTn id="82" dur="750"/>
                                        <p:tgtEl>
                                          <p:spTgt spid="223"/>
                                        </p:tgtEl>
                                      </p:cBhvr>
                                    </p:animEffect>
                                  </p:childTnLst>
                                </p:cTn>
                              </p:par>
                              <p:par>
                                <p:cTn id="83" presetID="42" presetClass="path" presetSubtype="0" decel="100000" fill="hold" grpId="1" nodeType="withEffect">
                                  <p:stCondLst>
                                    <p:cond delay="500"/>
                                  </p:stCondLst>
                                  <p:childTnLst>
                                    <p:animMotion origin="layout" path="M -4.79167E-6 0.03889 L -4.79167E-6 2.22222E-6 " pathEditMode="relative" rAng="0" ptsTypes="AA">
                                      <p:cBhvr>
                                        <p:cTn id="84" dur="750" fill="hold"/>
                                        <p:tgtEl>
                                          <p:spTgt spid="223"/>
                                        </p:tgtEl>
                                        <p:attrNameLst>
                                          <p:attrName>ppt_x</p:attrName>
                                          <p:attrName>ppt_y</p:attrName>
                                        </p:attrNameLst>
                                      </p:cBhvr>
                                      <p:rCtr x="0" y="-1944"/>
                                    </p:animMotion>
                                  </p:childTnLst>
                                </p:cTn>
                              </p:par>
                              <p:par>
                                <p:cTn id="85" presetID="10" presetClass="entr" presetSubtype="0" fill="hold" grpId="0" nodeType="withEffect">
                                  <p:stCondLst>
                                    <p:cond delay="500"/>
                                  </p:stCondLst>
                                  <p:childTnLst>
                                    <p:set>
                                      <p:cBhvr>
                                        <p:cTn id="86" dur="1" fill="hold">
                                          <p:stCondLst>
                                            <p:cond delay="0"/>
                                          </p:stCondLst>
                                        </p:cTn>
                                        <p:tgtEl>
                                          <p:spTgt spid="217"/>
                                        </p:tgtEl>
                                        <p:attrNameLst>
                                          <p:attrName>style.visibility</p:attrName>
                                        </p:attrNameLst>
                                      </p:cBhvr>
                                      <p:to>
                                        <p:strVal val="visible"/>
                                      </p:to>
                                    </p:set>
                                    <p:animEffect transition="in" filter="fade">
                                      <p:cBhvr>
                                        <p:cTn id="87" dur="750"/>
                                        <p:tgtEl>
                                          <p:spTgt spid="217"/>
                                        </p:tgtEl>
                                      </p:cBhvr>
                                    </p:animEffect>
                                  </p:childTnLst>
                                </p:cTn>
                              </p:par>
                              <p:par>
                                <p:cTn id="88" presetID="42" presetClass="path" presetSubtype="0" decel="100000" fill="hold" grpId="1" nodeType="withEffect">
                                  <p:stCondLst>
                                    <p:cond delay="500"/>
                                  </p:stCondLst>
                                  <p:childTnLst>
                                    <p:animMotion origin="layout" path="M -4.79167E-6 0.03889 L -4.79167E-6 2.22222E-6 " pathEditMode="relative" rAng="0" ptsTypes="AA">
                                      <p:cBhvr>
                                        <p:cTn id="89" dur="750" fill="hold"/>
                                        <p:tgtEl>
                                          <p:spTgt spid="217"/>
                                        </p:tgtEl>
                                        <p:attrNameLst>
                                          <p:attrName>ppt_x</p:attrName>
                                          <p:attrName>ppt_y</p:attrName>
                                        </p:attrNameLst>
                                      </p:cBhvr>
                                      <p:rCtr x="0" y="-1944"/>
                                    </p:animMotion>
                                  </p:childTnLst>
                                </p:cTn>
                              </p:par>
                              <p:par>
                                <p:cTn id="90" presetID="10" presetClass="entr" presetSubtype="0" fill="hold" grpId="0" nodeType="withEffect">
                                  <p:stCondLst>
                                    <p:cond delay="500"/>
                                  </p:stCondLst>
                                  <p:childTnLst>
                                    <p:set>
                                      <p:cBhvr>
                                        <p:cTn id="91" dur="1" fill="hold">
                                          <p:stCondLst>
                                            <p:cond delay="0"/>
                                          </p:stCondLst>
                                        </p:cTn>
                                        <p:tgtEl>
                                          <p:spTgt spid="224"/>
                                        </p:tgtEl>
                                        <p:attrNameLst>
                                          <p:attrName>style.visibility</p:attrName>
                                        </p:attrNameLst>
                                      </p:cBhvr>
                                      <p:to>
                                        <p:strVal val="visible"/>
                                      </p:to>
                                    </p:set>
                                    <p:animEffect transition="in" filter="fade">
                                      <p:cBhvr>
                                        <p:cTn id="92" dur="750"/>
                                        <p:tgtEl>
                                          <p:spTgt spid="224"/>
                                        </p:tgtEl>
                                      </p:cBhvr>
                                    </p:animEffect>
                                  </p:childTnLst>
                                </p:cTn>
                              </p:par>
                              <p:par>
                                <p:cTn id="93" presetID="42" presetClass="path" presetSubtype="0" decel="100000" fill="hold" grpId="1" nodeType="withEffect">
                                  <p:stCondLst>
                                    <p:cond delay="500"/>
                                  </p:stCondLst>
                                  <p:childTnLst>
                                    <p:animMotion origin="layout" path="M -4.79167E-6 0.03889 L -4.79167E-6 2.22222E-6 " pathEditMode="relative" rAng="0" ptsTypes="AA">
                                      <p:cBhvr>
                                        <p:cTn id="94" dur="750" fill="hold"/>
                                        <p:tgtEl>
                                          <p:spTgt spid="224"/>
                                        </p:tgtEl>
                                        <p:attrNameLst>
                                          <p:attrName>ppt_x</p:attrName>
                                          <p:attrName>ppt_y</p:attrName>
                                        </p:attrNameLst>
                                      </p:cBhvr>
                                      <p:rCtr x="0" y="-1944"/>
                                    </p:animMotion>
                                  </p:childTnLst>
                                </p:cTn>
                              </p:par>
                              <p:par>
                                <p:cTn id="95" presetID="10" presetClass="entr" presetSubtype="0" fill="hold" grpId="0" nodeType="withEffect">
                                  <p:stCondLst>
                                    <p:cond delay="500"/>
                                  </p:stCondLst>
                                  <p:childTnLst>
                                    <p:set>
                                      <p:cBhvr>
                                        <p:cTn id="96" dur="1" fill="hold">
                                          <p:stCondLst>
                                            <p:cond delay="0"/>
                                          </p:stCondLst>
                                        </p:cTn>
                                        <p:tgtEl>
                                          <p:spTgt spid="218"/>
                                        </p:tgtEl>
                                        <p:attrNameLst>
                                          <p:attrName>style.visibility</p:attrName>
                                        </p:attrNameLst>
                                      </p:cBhvr>
                                      <p:to>
                                        <p:strVal val="visible"/>
                                      </p:to>
                                    </p:set>
                                    <p:animEffect transition="in" filter="fade">
                                      <p:cBhvr>
                                        <p:cTn id="97" dur="750"/>
                                        <p:tgtEl>
                                          <p:spTgt spid="218"/>
                                        </p:tgtEl>
                                      </p:cBhvr>
                                    </p:animEffect>
                                  </p:childTnLst>
                                </p:cTn>
                              </p:par>
                              <p:par>
                                <p:cTn id="98" presetID="42" presetClass="path" presetSubtype="0" decel="100000" fill="hold" grpId="1" nodeType="withEffect">
                                  <p:stCondLst>
                                    <p:cond delay="500"/>
                                  </p:stCondLst>
                                  <p:childTnLst>
                                    <p:animMotion origin="layout" path="M -4.79167E-6 0.03889 L -4.79167E-6 2.22222E-6 " pathEditMode="relative" rAng="0" ptsTypes="AA">
                                      <p:cBhvr>
                                        <p:cTn id="99" dur="750" fill="hold"/>
                                        <p:tgtEl>
                                          <p:spTgt spid="218"/>
                                        </p:tgtEl>
                                        <p:attrNameLst>
                                          <p:attrName>ppt_x</p:attrName>
                                          <p:attrName>ppt_y</p:attrName>
                                        </p:attrNameLst>
                                      </p:cBhvr>
                                      <p:rCtr x="0" y="-1944"/>
                                    </p:animMotion>
                                  </p:childTnLst>
                                </p:cTn>
                              </p:par>
                              <p:par>
                                <p:cTn id="100" presetID="10" presetClass="entr" presetSubtype="0" fill="hold" grpId="0" nodeType="withEffect">
                                  <p:stCondLst>
                                    <p:cond delay="500"/>
                                  </p:stCondLst>
                                  <p:childTnLst>
                                    <p:set>
                                      <p:cBhvr>
                                        <p:cTn id="101" dur="1" fill="hold">
                                          <p:stCondLst>
                                            <p:cond delay="0"/>
                                          </p:stCondLst>
                                        </p:cTn>
                                        <p:tgtEl>
                                          <p:spTgt spid="225"/>
                                        </p:tgtEl>
                                        <p:attrNameLst>
                                          <p:attrName>style.visibility</p:attrName>
                                        </p:attrNameLst>
                                      </p:cBhvr>
                                      <p:to>
                                        <p:strVal val="visible"/>
                                      </p:to>
                                    </p:set>
                                    <p:animEffect transition="in" filter="fade">
                                      <p:cBhvr>
                                        <p:cTn id="102" dur="750"/>
                                        <p:tgtEl>
                                          <p:spTgt spid="225"/>
                                        </p:tgtEl>
                                      </p:cBhvr>
                                    </p:animEffect>
                                  </p:childTnLst>
                                </p:cTn>
                              </p:par>
                              <p:par>
                                <p:cTn id="103" presetID="42" presetClass="path" presetSubtype="0" decel="100000" fill="hold" grpId="1" nodeType="withEffect">
                                  <p:stCondLst>
                                    <p:cond delay="500"/>
                                  </p:stCondLst>
                                  <p:childTnLst>
                                    <p:animMotion origin="layout" path="M -4.79167E-6 0.03889 L -4.79167E-6 2.22222E-6 " pathEditMode="relative" rAng="0" ptsTypes="AA">
                                      <p:cBhvr>
                                        <p:cTn id="104" dur="750" fill="hold"/>
                                        <p:tgtEl>
                                          <p:spTgt spid="225"/>
                                        </p:tgtEl>
                                        <p:attrNameLst>
                                          <p:attrName>ppt_x</p:attrName>
                                          <p:attrName>ppt_y</p:attrName>
                                        </p:attrNameLst>
                                      </p:cBhvr>
                                      <p:rCtr x="0" y="-1944"/>
                                    </p:animMotion>
                                  </p:childTnLst>
                                </p:cTn>
                              </p:par>
                              <p:par>
                                <p:cTn id="105" presetID="10" presetClass="entr" presetSubtype="0" fill="hold" grpId="0" nodeType="withEffect">
                                  <p:stCondLst>
                                    <p:cond delay="500"/>
                                  </p:stCondLst>
                                  <p:childTnLst>
                                    <p:set>
                                      <p:cBhvr>
                                        <p:cTn id="106" dur="1" fill="hold">
                                          <p:stCondLst>
                                            <p:cond delay="0"/>
                                          </p:stCondLst>
                                        </p:cTn>
                                        <p:tgtEl>
                                          <p:spTgt spid="219"/>
                                        </p:tgtEl>
                                        <p:attrNameLst>
                                          <p:attrName>style.visibility</p:attrName>
                                        </p:attrNameLst>
                                      </p:cBhvr>
                                      <p:to>
                                        <p:strVal val="visible"/>
                                      </p:to>
                                    </p:set>
                                    <p:animEffect transition="in" filter="fade">
                                      <p:cBhvr>
                                        <p:cTn id="107" dur="750"/>
                                        <p:tgtEl>
                                          <p:spTgt spid="219"/>
                                        </p:tgtEl>
                                      </p:cBhvr>
                                    </p:animEffect>
                                  </p:childTnLst>
                                </p:cTn>
                              </p:par>
                              <p:par>
                                <p:cTn id="108" presetID="42" presetClass="path" presetSubtype="0" decel="100000" fill="hold" grpId="1" nodeType="withEffect">
                                  <p:stCondLst>
                                    <p:cond delay="500"/>
                                  </p:stCondLst>
                                  <p:childTnLst>
                                    <p:animMotion origin="layout" path="M -4.79167E-6 0.03889 L -4.79167E-6 2.22222E-6 " pathEditMode="relative" rAng="0" ptsTypes="AA">
                                      <p:cBhvr>
                                        <p:cTn id="109" dur="750" fill="hold"/>
                                        <p:tgtEl>
                                          <p:spTgt spid="219"/>
                                        </p:tgtEl>
                                        <p:attrNameLst>
                                          <p:attrName>ppt_x</p:attrName>
                                          <p:attrName>ppt_y</p:attrName>
                                        </p:attrNameLst>
                                      </p:cBhvr>
                                      <p:rCtr x="0" y="-1944"/>
                                    </p:animMotion>
                                  </p:childTnLst>
                                </p:cTn>
                              </p:par>
                              <p:par>
                                <p:cTn id="110" presetID="10" presetClass="entr" presetSubtype="0" fill="hold" grpId="0" nodeType="withEffect">
                                  <p:stCondLst>
                                    <p:cond delay="500"/>
                                  </p:stCondLst>
                                  <p:childTnLst>
                                    <p:set>
                                      <p:cBhvr>
                                        <p:cTn id="111" dur="1" fill="hold">
                                          <p:stCondLst>
                                            <p:cond delay="0"/>
                                          </p:stCondLst>
                                        </p:cTn>
                                        <p:tgtEl>
                                          <p:spTgt spid="222"/>
                                        </p:tgtEl>
                                        <p:attrNameLst>
                                          <p:attrName>style.visibility</p:attrName>
                                        </p:attrNameLst>
                                      </p:cBhvr>
                                      <p:to>
                                        <p:strVal val="visible"/>
                                      </p:to>
                                    </p:set>
                                    <p:animEffect transition="in" filter="fade">
                                      <p:cBhvr>
                                        <p:cTn id="112" dur="750"/>
                                        <p:tgtEl>
                                          <p:spTgt spid="222"/>
                                        </p:tgtEl>
                                      </p:cBhvr>
                                    </p:animEffect>
                                  </p:childTnLst>
                                </p:cTn>
                              </p:par>
                              <p:par>
                                <p:cTn id="113" presetID="42" presetClass="path" presetSubtype="0" decel="100000" fill="hold" grpId="1" nodeType="withEffect">
                                  <p:stCondLst>
                                    <p:cond delay="500"/>
                                  </p:stCondLst>
                                  <p:childTnLst>
                                    <p:animMotion origin="layout" path="M -4.79167E-6 0.03889 L -4.79167E-6 2.22222E-6 " pathEditMode="relative" rAng="0" ptsTypes="AA">
                                      <p:cBhvr>
                                        <p:cTn id="114" dur="750" fill="hold"/>
                                        <p:tgtEl>
                                          <p:spTgt spid="222"/>
                                        </p:tgtEl>
                                        <p:attrNameLst>
                                          <p:attrName>ppt_x</p:attrName>
                                          <p:attrName>ppt_y</p:attrName>
                                        </p:attrNameLst>
                                      </p:cBhvr>
                                      <p:rCtr x="0" y="-1944"/>
                                    </p:animMotion>
                                  </p:childTnLst>
                                </p:cTn>
                              </p:par>
                              <p:par>
                                <p:cTn id="115" presetID="10" presetClass="entr" presetSubtype="0" fill="hold" grpId="0" nodeType="withEffect">
                                  <p:stCondLst>
                                    <p:cond delay="500"/>
                                  </p:stCondLst>
                                  <p:childTnLst>
                                    <p:set>
                                      <p:cBhvr>
                                        <p:cTn id="116" dur="1" fill="hold">
                                          <p:stCondLst>
                                            <p:cond delay="0"/>
                                          </p:stCondLst>
                                        </p:cTn>
                                        <p:tgtEl>
                                          <p:spTgt spid="220"/>
                                        </p:tgtEl>
                                        <p:attrNameLst>
                                          <p:attrName>style.visibility</p:attrName>
                                        </p:attrNameLst>
                                      </p:cBhvr>
                                      <p:to>
                                        <p:strVal val="visible"/>
                                      </p:to>
                                    </p:set>
                                    <p:animEffect transition="in" filter="fade">
                                      <p:cBhvr>
                                        <p:cTn id="117" dur="750"/>
                                        <p:tgtEl>
                                          <p:spTgt spid="220"/>
                                        </p:tgtEl>
                                      </p:cBhvr>
                                    </p:animEffect>
                                  </p:childTnLst>
                                </p:cTn>
                              </p:par>
                              <p:par>
                                <p:cTn id="118" presetID="42" presetClass="path" presetSubtype="0" decel="100000" fill="hold" grpId="1" nodeType="withEffect">
                                  <p:stCondLst>
                                    <p:cond delay="500"/>
                                  </p:stCondLst>
                                  <p:childTnLst>
                                    <p:animMotion origin="layout" path="M -4.79167E-6 0.03889 L -4.79167E-6 2.22222E-6 " pathEditMode="relative" rAng="0" ptsTypes="AA">
                                      <p:cBhvr>
                                        <p:cTn id="119" dur="750" fill="hold"/>
                                        <p:tgtEl>
                                          <p:spTgt spid="220"/>
                                        </p:tgtEl>
                                        <p:attrNameLst>
                                          <p:attrName>ppt_x</p:attrName>
                                          <p:attrName>ppt_y</p:attrName>
                                        </p:attrNameLst>
                                      </p:cBhvr>
                                      <p:rCtr x="0" y="-1944"/>
                                    </p:animMotion>
                                  </p:childTnLst>
                                </p:cTn>
                              </p:par>
                              <p:par>
                                <p:cTn id="120" presetID="10" presetClass="entr" presetSubtype="0" fill="hold" grpId="0" nodeType="withEffect">
                                  <p:stCondLst>
                                    <p:cond delay="500"/>
                                  </p:stCondLst>
                                  <p:childTnLst>
                                    <p:set>
                                      <p:cBhvr>
                                        <p:cTn id="121" dur="1" fill="hold">
                                          <p:stCondLst>
                                            <p:cond delay="0"/>
                                          </p:stCondLst>
                                        </p:cTn>
                                        <p:tgtEl>
                                          <p:spTgt spid="226"/>
                                        </p:tgtEl>
                                        <p:attrNameLst>
                                          <p:attrName>style.visibility</p:attrName>
                                        </p:attrNameLst>
                                      </p:cBhvr>
                                      <p:to>
                                        <p:strVal val="visible"/>
                                      </p:to>
                                    </p:set>
                                    <p:animEffect transition="in" filter="fade">
                                      <p:cBhvr>
                                        <p:cTn id="122" dur="750"/>
                                        <p:tgtEl>
                                          <p:spTgt spid="226"/>
                                        </p:tgtEl>
                                      </p:cBhvr>
                                    </p:animEffect>
                                  </p:childTnLst>
                                </p:cTn>
                              </p:par>
                              <p:par>
                                <p:cTn id="123" presetID="42" presetClass="path" presetSubtype="0" decel="100000" fill="hold" grpId="1" nodeType="withEffect">
                                  <p:stCondLst>
                                    <p:cond delay="500"/>
                                  </p:stCondLst>
                                  <p:childTnLst>
                                    <p:animMotion origin="layout" path="M -4.79167E-6 0.03889 L -4.79167E-6 2.22222E-6 " pathEditMode="relative" rAng="0" ptsTypes="AA">
                                      <p:cBhvr>
                                        <p:cTn id="124" dur="750" fill="hold"/>
                                        <p:tgtEl>
                                          <p:spTgt spid="226"/>
                                        </p:tgtEl>
                                        <p:attrNameLst>
                                          <p:attrName>ppt_x</p:attrName>
                                          <p:attrName>ppt_y</p:attrName>
                                        </p:attrNameLst>
                                      </p:cBhvr>
                                      <p:rCtr x="0" y="-1944"/>
                                    </p:animMotion>
                                  </p:childTnLst>
                                </p:cTn>
                              </p:par>
                              <p:par>
                                <p:cTn id="125" presetID="10" presetClass="entr" presetSubtype="0" fill="hold" grpId="0" nodeType="withEffect">
                                  <p:stCondLst>
                                    <p:cond delay="0"/>
                                  </p:stCondLst>
                                  <p:childTnLst>
                                    <p:set>
                                      <p:cBhvr>
                                        <p:cTn id="126" dur="1" fill="hold">
                                          <p:stCondLst>
                                            <p:cond delay="0"/>
                                          </p:stCondLst>
                                        </p:cTn>
                                        <p:tgtEl>
                                          <p:spTgt spid="15"/>
                                        </p:tgtEl>
                                        <p:attrNameLst>
                                          <p:attrName>style.visibility</p:attrName>
                                        </p:attrNameLst>
                                      </p:cBhvr>
                                      <p:to>
                                        <p:strVal val="visible"/>
                                      </p:to>
                                    </p:set>
                                    <p:animEffect transition="in" filter="fade">
                                      <p:cBhvr>
                                        <p:cTn id="127" dur="250"/>
                                        <p:tgtEl>
                                          <p:spTgt spid="15"/>
                                        </p:tgtEl>
                                      </p:cBhvr>
                                    </p:animEffect>
                                  </p:childTnLst>
                                </p:cTn>
                              </p:par>
                              <p:par>
                                <p:cTn id="128" presetID="42" presetClass="path" presetSubtype="0" decel="100000" fill="hold" grpId="1" nodeType="withEffect">
                                  <p:stCondLst>
                                    <p:cond delay="0"/>
                                  </p:stCondLst>
                                  <p:childTnLst>
                                    <p:animMotion origin="layout" path="M -3.75E-6 -0.03472 L -3.75E-6 1.85185E-6 " pathEditMode="relative" rAng="0" ptsTypes="AA">
                                      <p:cBhvr>
                                        <p:cTn id="129" dur="500" fill="hold"/>
                                        <p:tgtEl>
                                          <p:spTgt spid="15"/>
                                        </p:tgtEl>
                                        <p:attrNameLst>
                                          <p:attrName>ppt_x</p:attrName>
                                          <p:attrName>ppt_y</p:attrName>
                                        </p:attrNameLst>
                                      </p:cBhvr>
                                      <p:rCtr x="0" y="17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 grpId="0" animBg="1"/>
      <p:bldP spid="222" grpId="1" animBg="1"/>
      <p:bldP spid="223" grpId="0" animBg="1"/>
      <p:bldP spid="223" grpId="1" animBg="1"/>
      <p:bldP spid="224" grpId="0" animBg="1"/>
      <p:bldP spid="224" grpId="1" animBg="1"/>
      <p:bldP spid="225" grpId="0" animBg="1"/>
      <p:bldP spid="225" grpId="1" animBg="1"/>
      <p:bldP spid="226" grpId="0" animBg="1"/>
      <p:bldP spid="226" grpId="1" animBg="1"/>
      <p:bldP spid="15" grpId="0"/>
      <p:bldP spid="15" grpId="1"/>
      <p:bldP spid="228" grpId="0" animBg="1"/>
      <p:bldP spid="228" grpId="1" animBg="1"/>
      <p:bldP spid="228" grpId="2" animBg="1"/>
      <p:bldP spid="228" grpId="3" animBg="1"/>
      <p:bldP spid="13" grpId="0"/>
      <p:bldP spid="13" grpId="1"/>
      <p:bldP spid="231" grpId="0" animBg="1"/>
      <p:bldP spid="231" grpId="1" animBg="1"/>
      <p:bldP spid="231" grpId="2" animBg="1"/>
      <p:bldP spid="231" grpId="3" animBg="1"/>
      <p:bldP spid="217" grpId="0"/>
      <p:bldP spid="217" grpId="1"/>
      <p:bldP spid="235" grpId="0" animBg="1"/>
      <p:bldP spid="235" grpId="1" animBg="1"/>
      <p:bldP spid="235" grpId="2" animBg="1"/>
      <p:bldP spid="235" grpId="3" animBg="1"/>
      <p:bldP spid="218" grpId="0"/>
      <p:bldP spid="218" grpId="1"/>
      <p:bldP spid="238" grpId="0" animBg="1"/>
      <p:bldP spid="238" grpId="1" animBg="1"/>
      <p:bldP spid="238" grpId="2" animBg="1"/>
      <p:bldP spid="238" grpId="3" animBg="1"/>
      <p:bldP spid="219" grpId="0"/>
      <p:bldP spid="219" grpId="1"/>
      <p:bldP spid="245" grpId="0" animBg="1"/>
      <p:bldP spid="245" grpId="1" animBg="1"/>
      <p:bldP spid="245" grpId="2" animBg="1"/>
      <p:bldP spid="245" grpId="3" animBg="1"/>
      <p:bldP spid="220" grpId="0"/>
      <p:bldP spid="220"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211B4-2D0B-DC41-A5B8-7BE626FCFD1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6F05396-8AE9-FEAC-A377-EEEB12AD8EF3}"/>
              </a:ext>
            </a:extLst>
          </p:cNvPr>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EB475BEE-D451-D1D3-4328-01BE5E5CDF64}"/>
              </a:ext>
            </a:extLst>
          </p:cNvPr>
          <p:cNvSpPr txBox="1"/>
          <p:nvPr/>
        </p:nvSpPr>
        <p:spPr>
          <a:xfrm>
            <a:off x="640080" y="274320"/>
            <a:ext cx="10515600" cy="731520"/>
          </a:xfrm>
          <a:prstGeom prst="rect">
            <a:avLst/>
          </a:prstGeom>
          <a:noFill/>
        </p:spPr>
        <p:txBody>
          <a:bodyPr wrap="square" anchor="t"/>
          <a:lstStyle/>
          <a:p>
            <a:pPr lvl="0" defTabSz="457200">
              <a:defRPr sz="2400" b="1">
                <a:solidFill>
                  <a:srgbClr val="FFFFFF"/>
                </a:solidFill>
                <a:latin typeface="Segoe UI Semibold"/>
              </a:defRPr>
            </a:pPr>
            <a:r>
              <a:rPr lang="en-US" dirty="0" err="1"/>
              <a:t>CoE</a:t>
            </a:r>
            <a:r>
              <a:rPr lang="en-US" err="1"/>
              <a:t> Execution Playbook</a:t>
            </a:r>
            <a:endParaRPr kumimoji="0" sz="2400" b="1"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4" name="Rectangle 3">
            <a:extLst>
              <a:ext uri="{FF2B5EF4-FFF2-40B4-BE49-F238E27FC236}">
                <a16:creationId xmlns:a16="http://schemas.microsoft.com/office/drawing/2014/main" id="{A7EB1F64-117B-D683-056D-711FFDE87276}"/>
              </a:ext>
            </a:extLst>
          </p:cNvPr>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4BD0A117-D7B5-0A63-9094-D1E6976F3676}"/>
              </a:ext>
            </a:extLst>
          </p:cNvPr>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127" name="Rectangle: Rounded Corners 4">
            <a:extLst>
              <a:ext uri="{FF2B5EF4-FFF2-40B4-BE49-F238E27FC236}">
                <a16:creationId xmlns:a16="http://schemas.microsoft.com/office/drawing/2014/main" id="{8E18BD7B-57E7-F6D2-C3A2-B35F14DBEF4B}"/>
              </a:ext>
              <a:ext uri="{C183D7F6-B498-43B3-948B-1728B52AA6E4}">
                <adec:decorative xmlns:adec="http://schemas.microsoft.com/office/drawing/2017/decorative" val="1"/>
              </a:ext>
            </a:extLst>
          </p:cNvPr>
          <p:cNvSpPr>
            <a:spLocks/>
          </p:cNvSpPr>
          <p:nvPr/>
        </p:nvSpPr>
        <p:spPr bwMode="auto">
          <a:xfrm>
            <a:off x="433641" y="3023820"/>
            <a:ext cx="11314512" cy="1823494"/>
          </a:xfrm>
          <a:prstGeom prst="roundRect">
            <a:avLst>
              <a:gd name="adj" fmla="val 9282"/>
            </a:avLst>
          </a:prstGeom>
          <a:solidFill>
            <a:schemeClr val="bg1"/>
          </a:solidFill>
          <a:ln w="63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noProof="0">
              <a:solidFill>
                <a:schemeClr val="bg1"/>
              </a:solidFill>
              <a:latin typeface="Segoe UI"/>
              <a:cs typeface="Segoe UI" pitchFamily="34" charset="0"/>
            </a:endParaRPr>
          </a:p>
        </p:txBody>
      </p:sp>
      <p:sp>
        <p:nvSpPr>
          <p:cNvPr id="129" name="Rectangle: Rounded Corners 4">
            <a:extLst>
              <a:ext uri="{FF2B5EF4-FFF2-40B4-BE49-F238E27FC236}">
                <a16:creationId xmlns:a16="http://schemas.microsoft.com/office/drawing/2014/main" id="{4D9A93B7-6E2E-BFFF-C7FC-710C94C66CC6}"/>
              </a:ext>
              <a:ext uri="{C183D7F6-B498-43B3-948B-1728B52AA6E4}">
                <adec:decorative xmlns:adec="http://schemas.microsoft.com/office/drawing/2017/decorative" val="1"/>
              </a:ext>
            </a:extLst>
          </p:cNvPr>
          <p:cNvSpPr>
            <a:spLocks/>
          </p:cNvSpPr>
          <p:nvPr/>
        </p:nvSpPr>
        <p:spPr bwMode="auto">
          <a:xfrm>
            <a:off x="581637" y="3333577"/>
            <a:ext cx="2029967" cy="1368451"/>
          </a:xfrm>
          <a:prstGeom prst="roundRect">
            <a:avLst>
              <a:gd name="adj" fmla="val 8706"/>
            </a:avLst>
          </a:prstGeom>
          <a:solidFill>
            <a:schemeClr val="bg1">
              <a:lumMod val="95000"/>
              <a:alpha val="50000"/>
            </a:schemeClr>
          </a:soli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31" name="Rectangle: Rounded Corners 4">
            <a:extLst>
              <a:ext uri="{FF2B5EF4-FFF2-40B4-BE49-F238E27FC236}">
                <a16:creationId xmlns:a16="http://schemas.microsoft.com/office/drawing/2014/main" id="{DF31E6A3-4295-7D83-5FE0-D5EA5C57D64F}"/>
              </a:ext>
              <a:ext uri="{C183D7F6-B498-43B3-948B-1728B52AA6E4}">
                <adec:decorative xmlns:adec="http://schemas.microsoft.com/office/drawing/2017/decorative" val="1"/>
              </a:ext>
            </a:extLst>
          </p:cNvPr>
          <p:cNvSpPr>
            <a:spLocks/>
          </p:cNvSpPr>
          <p:nvPr/>
        </p:nvSpPr>
        <p:spPr bwMode="auto">
          <a:xfrm>
            <a:off x="2828775" y="3333577"/>
            <a:ext cx="2029967" cy="1368451"/>
          </a:xfrm>
          <a:prstGeom prst="roundRect">
            <a:avLst>
              <a:gd name="adj" fmla="val 8706"/>
            </a:avLst>
          </a:prstGeom>
          <a:solidFill>
            <a:schemeClr val="bg1">
              <a:lumMod val="95000"/>
              <a:alpha val="50000"/>
            </a:schemeClr>
          </a:soli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33" name="Rectangle: Rounded Corners 4">
            <a:extLst>
              <a:ext uri="{FF2B5EF4-FFF2-40B4-BE49-F238E27FC236}">
                <a16:creationId xmlns:a16="http://schemas.microsoft.com/office/drawing/2014/main" id="{4B225BDE-3714-5670-B0FA-353679DFCB1D}"/>
              </a:ext>
              <a:ext uri="{C183D7F6-B498-43B3-948B-1728B52AA6E4}">
                <adec:decorative xmlns:adec="http://schemas.microsoft.com/office/drawing/2017/decorative" val="1"/>
              </a:ext>
            </a:extLst>
          </p:cNvPr>
          <p:cNvSpPr>
            <a:spLocks/>
          </p:cNvSpPr>
          <p:nvPr/>
        </p:nvSpPr>
        <p:spPr bwMode="auto">
          <a:xfrm>
            <a:off x="5075913" y="3333577"/>
            <a:ext cx="2029967" cy="1368451"/>
          </a:xfrm>
          <a:prstGeom prst="roundRect">
            <a:avLst>
              <a:gd name="adj" fmla="val 8706"/>
            </a:avLst>
          </a:prstGeom>
          <a:solidFill>
            <a:schemeClr val="bg1">
              <a:lumMod val="95000"/>
              <a:alpha val="50000"/>
            </a:schemeClr>
          </a:soli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35" name="Rectangle: Rounded Corners 4">
            <a:extLst>
              <a:ext uri="{FF2B5EF4-FFF2-40B4-BE49-F238E27FC236}">
                <a16:creationId xmlns:a16="http://schemas.microsoft.com/office/drawing/2014/main" id="{D6E977CD-77B0-0EFD-5738-877374AAC493}"/>
              </a:ext>
              <a:ext uri="{C183D7F6-B498-43B3-948B-1728B52AA6E4}">
                <adec:decorative xmlns:adec="http://schemas.microsoft.com/office/drawing/2017/decorative" val="1"/>
              </a:ext>
            </a:extLst>
          </p:cNvPr>
          <p:cNvSpPr>
            <a:spLocks/>
          </p:cNvSpPr>
          <p:nvPr/>
        </p:nvSpPr>
        <p:spPr bwMode="auto">
          <a:xfrm>
            <a:off x="7323051" y="3333577"/>
            <a:ext cx="2029967" cy="1368451"/>
          </a:xfrm>
          <a:prstGeom prst="roundRect">
            <a:avLst>
              <a:gd name="adj" fmla="val 8706"/>
            </a:avLst>
          </a:prstGeom>
          <a:solidFill>
            <a:schemeClr val="bg1">
              <a:lumMod val="95000"/>
              <a:alpha val="50000"/>
            </a:schemeClr>
          </a:soli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37" name="Rectangle: Rounded Corners 4">
            <a:extLst>
              <a:ext uri="{FF2B5EF4-FFF2-40B4-BE49-F238E27FC236}">
                <a16:creationId xmlns:a16="http://schemas.microsoft.com/office/drawing/2014/main" id="{A61821B7-FF45-C582-BD36-BA683C73DE77}"/>
              </a:ext>
              <a:ext uri="{C183D7F6-B498-43B3-948B-1728B52AA6E4}">
                <adec:decorative xmlns:adec="http://schemas.microsoft.com/office/drawing/2017/decorative" val="1"/>
              </a:ext>
            </a:extLst>
          </p:cNvPr>
          <p:cNvSpPr>
            <a:spLocks/>
          </p:cNvSpPr>
          <p:nvPr/>
        </p:nvSpPr>
        <p:spPr bwMode="auto">
          <a:xfrm>
            <a:off x="9570190" y="3333577"/>
            <a:ext cx="2029967" cy="1368451"/>
          </a:xfrm>
          <a:prstGeom prst="roundRect">
            <a:avLst>
              <a:gd name="adj" fmla="val 8706"/>
            </a:avLst>
          </a:prstGeom>
          <a:solidFill>
            <a:schemeClr val="bg1">
              <a:lumMod val="95000"/>
              <a:alpha val="50000"/>
            </a:schemeClr>
          </a:soli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39" name="TextBox 6">
            <a:extLst>
              <a:ext uri="{FF2B5EF4-FFF2-40B4-BE49-F238E27FC236}">
                <a16:creationId xmlns:a16="http://schemas.microsoft.com/office/drawing/2014/main" id="{99D67A6D-71EB-C809-AE44-78EBC6825C63}"/>
              </a:ext>
            </a:extLst>
          </p:cNvPr>
          <p:cNvSpPr txBox="1">
            <a:spLocks/>
          </p:cNvSpPr>
          <p:nvPr/>
        </p:nvSpPr>
        <p:spPr>
          <a:xfrm>
            <a:off x="693399" y="3427897"/>
            <a:ext cx="1806444" cy="1025922"/>
          </a:xfrm>
          <a:prstGeom prst="rect">
            <a:avLst/>
          </a:prstGeom>
          <a:noFill/>
          <a:effectLst/>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52400" indent="-152400">
              <a:spcBef>
                <a:spcPts val="400"/>
              </a:spcBef>
              <a:buFont typeface="Arial" panose="020B0604020202020204" pitchFamily="34" charset="0"/>
              <a:buChar char="•"/>
              <a:defRPr/>
            </a:pPr>
            <a:r>
              <a:rPr lang="en-US" sz="1000" noProof="0"/>
              <a:t>Strategic Alignment to business objectives</a:t>
            </a:r>
          </a:p>
          <a:p>
            <a:pPr marL="152400" indent="-152400">
              <a:spcBef>
                <a:spcPts val="400"/>
              </a:spcBef>
              <a:buFont typeface="Arial" panose="020B0604020202020204" pitchFamily="34" charset="0"/>
              <a:buChar char="•"/>
              <a:defRPr/>
            </a:pPr>
            <a:r>
              <a:rPr lang="en-US" sz="1000" noProof="0"/>
              <a:t>Clear ROI through prioritized use cases</a:t>
            </a:r>
          </a:p>
          <a:p>
            <a:pPr marL="152400" indent="-152400">
              <a:spcBef>
                <a:spcPts val="400"/>
              </a:spcBef>
              <a:buFont typeface="Arial" panose="020B0604020202020204" pitchFamily="34" charset="0"/>
              <a:buChar char="•"/>
              <a:defRPr/>
            </a:pPr>
            <a:r>
              <a:rPr lang="en-US" sz="1000" noProof="0"/>
              <a:t>Scalable Operating Model for AI adoption</a:t>
            </a:r>
          </a:p>
        </p:txBody>
      </p:sp>
      <p:sp>
        <p:nvSpPr>
          <p:cNvPr id="141" name="Title 18">
            <a:extLst>
              <a:ext uri="{FF2B5EF4-FFF2-40B4-BE49-F238E27FC236}">
                <a16:creationId xmlns:a16="http://schemas.microsoft.com/office/drawing/2014/main" id="{F4832291-0147-FDA7-18CE-952BD72CBB82}"/>
              </a:ext>
            </a:extLst>
          </p:cNvPr>
          <p:cNvSpPr txBox="1">
            <a:spLocks/>
          </p:cNvSpPr>
          <p:nvPr/>
        </p:nvSpPr>
        <p:spPr>
          <a:xfrm>
            <a:off x="4897224" y="2889684"/>
            <a:ext cx="2387346" cy="311428"/>
          </a:xfrm>
          <a:prstGeom prst="roundRect">
            <a:avLst>
              <a:gd name="adj" fmla="val 50000"/>
            </a:avLst>
          </a:prstGeom>
          <a:solidFill>
            <a:schemeClr val="accent1"/>
          </a:soli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R="0" lvl="0" indent="0" algn="ctr" defTabSz="491021" fontAlgn="base">
              <a:lnSpc>
                <a:spcPct val="100000"/>
              </a:lnSpc>
              <a:spcBef>
                <a:spcPct val="0"/>
              </a:spcBef>
              <a:spcAft>
                <a:spcPts val="300"/>
              </a:spcAft>
              <a:buClrTx/>
              <a:buSzTx/>
              <a:buFontTx/>
              <a:buNone/>
              <a:tabLst/>
              <a:defRPr kumimoji="0" sz="1200" b="0" i="0" u="none" strike="noStrike" cap="none" spc="0" normalizeH="0" baseline="0">
                <a:ln>
                  <a:noFill/>
                </a:ln>
                <a:solidFill>
                  <a:srgbClr val="FFFFFF"/>
                </a:solidFill>
                <a:effectLst/>
                <a:uLnTx/>
                <a:uFillTx/>
                <a:latin typeface="Segoe Sans Display Semibold"/>
                <a:ea typeface="Open Sans" panose="020B0606030504020204" pitchFamily="34" charset="0"/>
                <a:cs typeface="Open Sans" panose="020B0606030504020204" pitchFamily="34" charset="0"/>
              </a:defRPr>
            </a:lvl1pPr>
          </a:lstStyle>
          <a:p>
            <a:r>
              <a:rPr lang="en-US" sz="1400" noProof="0">
                <a:solidFill>
                  <a:schemeClr val="bg1"/>
                </a:solidFill>
                <a:latin typeface="+mj-lt"/>
              </a:rPr>
              <a:t>Key Customer Outcomes</a:t>
            </a:r>
          </a:p>
        </p:txBody>
      </p:sp>
      <p:sp>
        <p:nvSpPr>
          <p:cNvPr id="143" name="TextBox 6">
            <a:extLst>
              <a:ext uri="{FF2B5EF4-FFF2-40B4-BE49-F238E27FC236}">
                <a16:creationId xmlns:a16="http://schemas.microsoft.com/office/drawing/2014/main" id="{988475FF-50F1-BF25-7B38-3F785D492EF8}"/>
              </a:ext>
            </a:extLst>
          </p:cNvPr>
          <p:cNvSpPr txBox="1">
            <a:spLocks/>
          </p:cNvSpPr>
          <p:nvPr/>
        </p:nvSpPr>
        <p:spPr>
          <a:xfrm>
            <a:off x="2940536" y="3427897"/>
            <a:ext cx="1806444" cy="1025922"/>
          </a:xfrm>
          <a:prstGeom prst="rect">
            <a:avLst/>
          </a:prstGeom>
          <a:noFill/>
          <a:effectLst/>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52400" indent="-152400">
              <a:spcBef>
                <a:spcPts val="400"/>
              </a:spcBef>
              <a:buFont typeface="Arial" panose="020B0604020202020204" pitchFamily="34" charset="0"/>
              <a:buChar char="•"/>
              <a:defRPr/>
            </a:pPr>
            <a:r>
              <a:rPr lang="en-US" sz="1000" noProof="0"/>
              <a:t>Enterprise-Grade Agentic AI Foundation Architecture</a:t>
            </a:r>
          </a:p>
          <a:p>
            <a:pPr marL="152400" indent="-152400">
              <a:spcBef>
                <a:spcPts val="400"/>
              </a:spcBef>
              <a:buFont typeface="Arial" panose="020B0604020202020204" pitchFamily="34" charset="0"/>
              <a:buChar char="•"/>
              <a:defRPr/>
            </a:pPr>
            <a:r>
              <a:rPr lang="en-US" sz="1000" noProof="0"/>
              <a:t>Modernized Data Ecosystem for AI Readiness</a:t>
            </a:r>
          </a:p>
          <a:p>
            <a:pPr marL="152400" indent="-152400">
              <a:spcBef>
                <a:spcPts val="400"/>
              </a:spcBef>
              <a:buFont typeface="Arial" panose="020B0604020202020204" pitchFamily="34" charset="0"/>
              <a:buChar char="•"/>
              <a:defRPr/>
            </a:pPr>
            <a:r>
              <a:rPr lang="en-US" sz="1000" noProof="0"/>
              <a:t>Efficient infrastructure for sustainable AI growth</a:t>
            </a:r>
          </a:p>
        </p:txBody>
      </p:sp>
      <p:sp>
        <p:nvSpPr>
          <p:cNvPr id="145" name="TextBox 6">
            <a:extLst>
              <a:ext uri="{FF2B5EF4-FFF2-40B4-BE49-F238E27FC236}">
                <a16:creationId xmlns:a16="http://schemas.microsoft.com/office/drawing/2014/main" id="{5E05925E-5D85-3087-1BE1-16F7BFF8E626}"/>
              </a:ext>
            </a:extLst>
          </p:cNvPr>
          <p:cNvSpPr txBox="1">
            <a:spLocks/>
          </p:cNvSpPr>
          <p:nvPr/>
        </p:nvSpPr>
        <p:spPr>
          <a:xfrm>
            <a:off x="5187675" y="3427897"/>
            <a:ext cx="1806444" cy="1179810"/>
          </a:xfrm>
          <a:prstGeom prst="rect">
            <a:avLst/>
          </a:prstGeom>
          <a:noFill/>
          <a:effectLst/>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52400" lvl="0" indent="-152400">
              <a:spcBef>
                <a:spcPts val="400"/>
              </a:spcBef>
              <a:buFont typeface="Arial" panose="020B0604020202020204" pitchFamily="34" charset="0"/>
              <a:buChar char="•"/>
              <a:defRPr/>
            </a:pPr>
            <a:r>
              <a:rPr lang="en-US" sz="1000" noProof="0"/>
              <a:t>Accelerated AI delivery with reduced risk via Repeatable Patterns</a:t>
            </a:r>
          </a:p>
          <a:p>
            <a:pPr marL="152400" lvl="0" indent="-152400">
              <a:spcBef>
                <a:spcPts val="400"/>
              </a:spcBef>
              <a:buFont typeface="Arial" panose="020B0604020202020204" pitchFamily="34" charset="0"/>
              <a:buChar char="•"/>
              <a:defRPr/>
            </a:pPr>
            <a:r>
              <a:rPr lang="en-US" sz="1000" noProof="0"/>
              <a:t>Operationalized Agentic AI Development Lifecycle</a:t>
            </a:r>
          </a:p>
          <a:p>
            <a:pPr marL="152400" lvl="0" indent="-152400">
              <a:spcBef>
                <a:spcPts val="400"/>
              </a:spcBef>
              <a:buFont typeface="Arial" panose="020B0604020202020204" pitchFamily="34" charset="0"/>
              <a:buChar char="•"/>
              <a:defRPr/>
            </a:pPr>
            <a:r>
              <a:rPr lang="en-US" sz="1000" noProof="0"/>
              <a:t>Experience in building and realizing AI value</a:t>
            </a:r>
          </a:p>
        </p:txBody>
      </p:sp>
      <p:sp>
        <p:nvSpPr>
          <p:cNvPr id="147" name="TextBox 6">
            <a:extLst>
              <a:ext uri="{FF2B5EF4-FFF2-40B4-BE49-F238E27FC236}">
                <a16:creationId xmlns:a16="http://schemas.microsoft.com/office/drawing/2014/main" id="{DF810157-27E6-CD49-D50C-2A4E0B238DE5}"/>
              </a:ext>
            </a:extLst>
          </p:cNvPr>
          <p:cNvSpPr txBox="1">
            <a:spLocks/>
          </p:cNvSpPr>
          <p:nvPr/>
        </p:nvSpPr>
        <p:spPr>
          <a:xfrm>
            <a:off x="7434813" y="3427897"/>
            <a:ext cx="1806444" cy="1179810"/>
          </a:xfrm>
          <a:prstGeom prst="rect">
            <a:avLst/>
          </a:prstGeom>
          <a:noFill/>
          <a:effectLst/>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52400" indent="-152400">
              <a:spcBef>
                <a:spcPts val="400"/>
              </a:spcBef>
              <a:buFont typeface="Arial" panose="020B0604020202020204" pitchFamily="34" charset="0"/>
              <a:buChar char="•"/>
              <a:defRPr/>
            </a:pPr>
            <a:r>
              <a:rPr lang="en-US" sz="1000" noProof="0"/>
              <a:t>Change Mgmt. to drive cultural adoption and reduce resistance</a:t>
            </a:r>
          </a:p>
          <a:p>
            <a:pPr marL="152400" indent="-152400">
              <a:spcBef>
                <a:spcPts val="400"/>
              </a:spcBef>
              <a:buFont typeface="Arial" panose="020B0604020202020204" pitchFamily="34" charset="0"/>
              <a:buChar char="•"/>
              <a:defRPr/>
            </a:pPr>
            <a:r>
              <a:rPr lang="en-US" sz="1000" noProof="0"/>
              <a:t>Upskilled Workforce with AI Literacy</a:t>
            </a:r>
          </a:p>
          <a:p>
            <a:pPr marL="152400" indent="-152400">
              <a:spcBef>
                <a:spcPts val="400"/>
              </a:spcBef>
              <a:buFont typeface="Arial" panose="020B0604020202020204" pitchFamily="34" charset="0"/>
              <a:buChar char="•"/>
              <a:defRPr/>
            </a:pPr>
            <a:r>
              <a:rPr lang="en-US" sz="1000" noProof="0"/>
              <a:t>Champion Network to scale innovation</a:t>
            </a:r>
          </a:p>
        </p:txBody>
      </p:sp>
      <p:sp>
        <p:nvSpPr>
          <p:cNvPr id="149" name="TextBox 6">
            <a:extLst>
              <a:ext uri="{FF2B5EF4-FFF2-40B4-BE49-F238E27FC236}">
                <a16:creationId xmlns:a16="http://schemas.microsoft.com/office/drawing/2014/main" id="{49B9FA2E-74EC-BA6C-0AC3-F86C24E8AD57}"/>
              </a:ext>
            </a:extLst>
          </p:cNvPr>
          <p:cNvSpPr txBox="1">
            <a:spLocks/>
          </p:cNvSpPr>
          <p:nvPr/>
        </p:nvSpPr>
        <p:spPr>
          <a:xfrm>
            <a:off x="9681952" y="3427897"/>
            <a:ext cx="1806444" cy="1025922"/>
          </a:xfrm>
          <a:prstGeom prst="rect">
            <a:avLst/>
          </a:prstGeom>
          <a:noFill/>
          <a:effectLst/>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52400" indent="-152400">
              <a:spcBef>
                <a:spcPts val="400"/>
              </a:spcBef>
              <a:buFont typeface="Arial" panose="020B0604020202020204" pitchFamily="34" charset="0"/>
              <a:buChar char="•"/>
              <a:defRPr/>
            </a:pPr>
            <a:r>
              <a:rPr lang="en-US" sz="1000" noProof="0"/>
              <a:t>Responsible AI Policies and Guardrails</a:t>
            </a:r>
          </a:p>
          <a:p>
            <a:pPr marL="152400" indent="-152400">
              <a:spcBef>
                <a:spcPts val="400"/>
              </a:spcBef>
              <a:buFont typeface="Arial" panose="020B0604020202020204" pitchFamily="34" charset="0"/>
              <a:buChar char="•"/>
              <a:defRPr/>
            </a:pPr>
            <a:r>
              <a:rPr lang="en-US" sz="1000" noProof="0"/>
              <a:t>Integrated Security and Compliance</a:t>
            </a:r>
          </a:p>
          <a:p>
            <a:pPr marL="152400" indent="-152400">
              <a:spcBef>
                <a:spcPts val="400"/>
              </a:spcBef>
              <a:buFont typeface="Arial" panose="020B0604020202020204" pitchFamily="34" charset="0"/>
              <a:buChar char="•"/>
              <a:defRPr/>
            </a:pPr>
            <a:r>
              <a:rPr lang="en-US" sz="1000" noProof="0"/>
              <a:t>Continuous Observability and Risk Management</a:t>
            </a:r>
          </a:p>
        </p:txBody>
      </p:sp>
      <p:sp>
        <p:nvSpPr>
          <p:cNvPr id="151" name="Freeform: Shape 150">
            <a:extLst>
              <a:ext uri="{FF2B5EF4-FFF2-40B4-BE49-F238E27FC236}">
                <a16:creationId xmlns:a16="http://schemas.microsoft.com/office/drawing/2014/main" id="{1558EFCF-1A8F-895D-1DEF-A58BFF6354D3}"/>
              </a:ext>
              <a:ext uri="{C183D7F6-B498-43B3-948B-1728B52AA6E4}">
                <adec:decorative xmlns:adec="http://schemas.microsoft.com/office/drawing/2017/decorative" val="1"/>
              </a:ext>
            </a:extLst>
          </p:cNvPr>
          <p:cNvSpPr>
            <a:spLocks/>
          </p:cNvSpPr>
          <p:nvPr/>
        </p:nvSpPr>
        <p:spPr bwMode="auto">
          <a:xfrm>
            <a:off x="581637" y="1694902"/>
            <a:ext cx="2029967" cy="1030639"/>
          </a:xfrm>
          <a:custGeom>
            <a:avLst/>
            <a:gdLst>
              <a:gd name="connsiteX0" fmla="*/ 114741 w 2029967"/>
              <a:gd name="connsiteY0" fmla="*/ 0 h 1030639"/>
              <a:gd name="connsiteX1" fmla="*/ 673733 w 2029967"/>
              <a:gd name="connsiteY1" fmla="*/ 0 h 1030639"/>
              <a:gd name="connsiteX2" fmla="*/ 680542 w 2029967"/>
              <a:gd name="connsiteY2" fmla="*/ 67540 h 1030639"/>
              <a:gd name="connsiteX3" fmla="*/ 1014984 w 2029967"/>
              <a:gd name="connsiteY3" fmla="*/ 340118 h 1030639"/>
              <a:gd name="connsiteX4" fmla="*/ 1349426 w 2029967"/>
              <a:gd name="connsiteY4" fmla="*/ 67540 h 1030639"/>
              <a:gd name="connsiteX5" fmla="*/ 1356235 w 2029967"/>
              <a:gd name="connsiteY5" fmla="*/ 0 h 1030639"/>
              <a:gd name="connsiteX6" fmla="*/ 1915226 w 2029967"/>
              <a:gd name="connsiteY6" fmla="*/ 0 h 1030639"/>
              <a:gd name="connsiteX7" fmla="*/ 2029967 w 2029967"/>
              <a:gd name="connsiteY7" fmla="*/ 114741 h 1030639"/>
              <a:gd name="connsiteX8" fmla="*/ 2029967 w 2029967"/>
              <a:gd name="connsiteY8" fmla="*/ 915898 h 1030639"/>
              <a:gd name="connsiteX9" fmla="*/ 1915226 w 2029967"/>
              <a:gd name="connsiteY9" fmla="*/ 1030639 h 1030639"/>
              <a:gd name="connsiteX10" fmla="*/ 114741 w 2029967"/>
              <a:gd name="connsiteY10" fmla="*/ 1030639 h 1030639"/>
              <a:gd name="connsiteX11" fmla="*/ 0 w 2029967"/>
              <a:gd name="connsiteY11" fmla="*/ 915898 h 1030639"/>
              <a:gd name="connsiteX12" fmla="*/ 0 w 2029967"/>
              <a:gd name="connsiteY12" fmla="*/ 114741 h 1030639"/>
              <a:gd name="connsiteX13" fmla="*/ 114741 w 2029967"/>
              <a:gd name="connsiteY13" fmla="*/ 0 h 103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29967" h="1030639">
                <a:moveTo>
                  <a:pt x="114741" y="0"/>
                </a:moveTo>
                <a:lnTo>
                  <a:pt x="673733" y="0"/>
                </a:lnTo>
                <a:lnTo>
                  <a:pt x="680542" y="67540"/>
                </a:lnTo>
                <a:cubicBezTo>
                  <a:pt x="712374" y="223100"/>
                  <a:pt x="850013" y="340118"/>
                  <a:pt x="1014984" y="340118"/>
                </a:cubicBezTo>
                <a:cubicBezTo>
                  <a:pt x="1179955" y="340118"/>
                  <a:pt x="1317594" y="223100"/>
                  <a:pt x="1349426" y="67540"/>
                </a:cubicBezTo>
                <a:lnTo>
                  <a:pt x="1356235" y="0"/>
                </a:lnTo>
                <a:lnTo>
                  <a:pt x="1915226" y="0"/>
                </a:lnTo>
                <a:cubicBezTo>
                  <a:pt x="1978596" y="0"/>
                  <a:pt x="2029967" y="51371"/>
                  <a:pt x="2029967" y="114741"/>
                </a:cubicBezTo>
                <a:lnTo>
                  <a:pt x="2029967" y="915898"/>
                </a:lnTo>
                <a:cubicBezTo>
                  <a:pt x="2029967" y="979268"/>
                  <a:pt x="1978596" y="1030639"/>
                  <a:pt x="1915226" y="1030639"/>
                </a:cubicBezTo>
                <a:lnTo>
                  <a:pt x="114741" y="1030639"/>
                </a:lnTo>
                <a:cubicBezTo>
                  <a:pt x="51371" y="1030639"/>
                  <a:pt x="0" y="979268"/>
                  <a:pt x="0" y="915898"/>
                </a:cubicBezTo>
                <a:lnTo>
                  <a:pt x="0" y="114741"/>
                </a:lnTo>
                <a:cubicBezTo>
                  <a:pt x="0" y="51371"/>
                  <a:pt x="51371" y="0"/>
                  <a:pt x="114741" y="0"/>
                </a:cubicBezTo>
                <a:close/>
              </a:path>
            </a:pathLst>
          </a:cu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53" name="Rectangle 152">
            <a:extLst>
              <a:ext uri="{FF2B5EF4-FFF2-40B4-BE49-F238E27FC236}">
                <a16:creationId xmlns:a16="http://schemas.microsoft.com/office/drawing/2014/main" id="{5C360845-635D-2E1E-4FA5-9B99F2C11487}"/>
              </a:ext>
            </a:extLst>
          </p:cNvPr>
          <p:cNvSpPr>
            <a:spLocks/>
          </p:cNvSpPr>
          <p:nvPr/>
        </p:nvSpPr>
        <p:spPr bwMode="auto">
          <a:xfrm>
            <a:off x="681457" y="2131913"/>
            <a:ext cx="1830326" cy="43088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932472" fontAlgn="base">
              <a:spcBef>
                <a:spcPct val="0"/>
              </a:spcBef>
              <a:spcAft>
                <a:spcPts val="200"/>
              </a:spcAft>
            </a:pPr>
            <a:r>
              <a:rPr lang="en-US" sz="1400" noProof="0">
                <a:solidFill>
                  <a:schemeClr val="accent2"/>
                </a:solidFill>
                <a:latin typeface="+mj-lt"/>
                <a:cs typeface="Segoe UI" pitchFamily="34" charset="0"/>
              </a:rPr>
              <a:t>Business </a:t>
            </a:r>
            <a:br>
              <a:rPr lang="en-US" sz="1400" noProof="0">
                <a:solidFill>
                  <a:schemeClr val="accent2"/>
                </a:solidFill>
                <a:latin typeface="+mj-lt"/>
                <a:cs typeface="Segoe UI" pitchFamily="34" charset="0"/>
              </a:rPr>
            </a:br>
            <a:r>
              <a:rPr lang="en-US" sz="1400" noProof="0">
                <a:solidFill>
                  <a:schemeClr val="accent2"/>
                </a:solidFill>
                <a:latin typeface="+mj-lt"/>
                <a:cs typeface="Segoe UI" pitchFamily="34" charset="0"/>
              </a:rPr>
              <a:t>Strategy</a:t>
            </a:r>
          </a:p>
        </p:txBody>
      </p:sp>
      <p:sp>
        <p:nvSpPr>
          <p:cNvPr id="155" name="Freeform: Shape 154">
            <a:extLst>
              <a:ext uri="{FF2B5EF4-FFF2-40B4-BE49-F238E27FC236}">
                <a16:creationId xmlns:a16="http://schemas.microsoft.com/office/drawing/2014/main" id="{86BA5747-8663-EF01-06F7-137F76972512}"/>
              </a:ext>
              <a:ext uri="{C183D7F6-B498-43B3-948B-1728B52AA6E4}">
                <adec:decorative xmlns:adec="http://schemas.microsoft.com/office/drawing/2017/decorative" val="1"/>
              </a:ext>
            </a:extLst>
          </p:cNvPr>
          <p:cNvSpPr>
            <a:spLocks/>
          </p:cNvSpPr>
          <p:nvPr/>
        </p:nvSpPr>
        <p:spPr bwMode="auto">
          <a:xfrm>
            <a:off x="2828775" y="1694902"/>
            <a:ext cx="2029967" cy="1030639"/>
          </a:xfrm>
          <a:custGeom>
            <a:avLst/>
            <a:gdLst>
              <a:gd name="connsiteX0" fmla="*/ 114741 w 2029967"/>
              <a:gd name="connsiteY0" fmla="*/ 0 h 1030639"/>
              <a:gd name="connsiteX1" fmla="*/ 673732 w 2029967"/>
              <a:gd name="connsiteY1" fmla="*/ 0 h 1030639"/>
              <a:gd name="connsiteX2" fmla="*/ 680541 w 2029967"/>
              <a:gd name="connsiteY2" fmla="*/ 67540 h 1030639"/>
              <a:gd name="connsiteX3" fmla="*/ 1014983 w 2029967"/>
              <a:gd name="connsiteY3" fmla="*/ 340118 h 1030639"/>
              <a:gd name="connsiteX4" fmla="*/ 1349426 w 2029967"/>
              <a:gd name="connsiteY4" fmla="*/ 67540 h 1030639"/>
              <a:gd name="connsiteX5" fmla="*/ 1356234 w 2029967"/>
              <a:gd name="connsiteY5" fmla="*/ 0 h 1030639"/>
              <a:gd name="connsiteX6" fmla="*/ 1915226 w 2029967"/>
              <a:gd name="connsiteY6" fmla="*/ 0 h 1030639"/>
              <a:gd name="connsiteX7" fmla="*/ 2029967 w 2029967"/>
              <a:gd name="connsiteY7" fmla="*/ 114741 h 1030639"/>
              <a:gd name="connsiteX8" fmla="*/ 2029967 w 2029967"/>
              <a:gd name="connsiteY8" fmla="*/ 915898 h 1030639"/>
              <a:gd name="connsiteX9" fmla="*/ 1915226 w 2029967"/>
              <a:gd name="connsiteY9" fmla="*/ 1030639 h 1030639"/>
              <a:gd name="connsiteX10" fmla="*/ 114741 w 2029967"/>
              <a:gd name="connsiteY10" fmla="*/ 1030639 h 1030639"/>
              <a:gd name="connsiteX11" fmla="*/ 0 w 2029967"/>
              <a:gd name="connsiteY11" fmla="*/ 915898 h 1030639"/>
              <a:gd name="connsiteX12" fmla="*/ 0 w 2029967"/>
              <a:gd name="connsiteY12" fmla="*/ 114741 h 1030639"/>
              <a:gd name="connsiteX13" fmla="*/ 114741 w 2029967"/>
              <a:gd name="connsiteY13" fmla="*/ 0 h 103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29967" h="1030639">
                <a:moveTo>
                  <a:pt x="114741" y="0"/>
                </a:moveTo>
                <a:lnTo>
                  <a:pt x="673732" y="0"/>
                </a:lnTo>
                <a:lnTo>
                  <a:pt x="680541" y="67540"/>
                </a:lnTo>
                <a:cubicBezTo>
                  <a:pt x="712373" y="223100"/>
                  <a:pt x="850012" y="340118"/>
                  <a:pt x="1014983" y="340118"/>
                </a:cubicBezTo>
                <a:cubicBezTo>
                  <a:pt x="1179954" y="340118"/>
                  <a:pt x="1317593" y="223100"/>
                  <a:pt x="1349426" y="67540"/>
                </a:cubicBezTo>
                <a:lnTo>
                  <a:pt x="1356234" y="0"/>
                </a:lnTo>
                <a:lnTo>
                  <a:pt x="1915226" y="0"/>
                </a:lnTo>
                <a:cubicBezTo>
                  <a:pt x="1978596" y="0"/>
                  <a:pt x="2029967" y="51371"/>
                  <a:pt x="2029967" y="114741"/>
                </a:cubicBezTo>
                <a:lnTo>
                  <a:pt x="2029967" y="915898"/>
                </a:lnTo>
                <a:cubicBezTo>
                  <a:pt x="2029967" y="979268"/>
                  <a:pt x="1978596" y="1030639"/>
                  <a:pt x="1915226" y="1030639"/>
                </a:cubicBezTo>
                <a:lnTo>
                  <a:pt x="114741" y="1030639"/>
                </a:lnTo>
                <a:cubicBezTo>
                  <a:pt x="51371" y="1030639"/>
                  <a:pt x="0" y="979268"/>
                  <a:pt x="0" y="915898"/>
                </a:cubicBezTo>
                <a:lnTo>
                  <a:pt x="0" y="114741"/>
                </a:lnTo>
                <a:cubicBezTo>
                  <a:pt x="0" y="51371"/>
                  <a:pt x="51371" y="0"/>
                  <a:pt x="114741" y="0"/>
                </a:cubicBezTo>
                <a:close/>
              </a:path>
            </a:pathLst>
          </a:cu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57" name="Rectangle 156">
            <a:extLst>
              <a:ext uri="{FF2B5EF4-FFF2-40B4-BE49-F238E27FC236}">
                <a16:creationId xmlns:a16="http://schemas.microsoft.com/office/drawing/2014/main" id="{E465AF71-3ED1-7137-8CBA-F17EBA45ABA6}"/>
              </a:ext>
            </a:extLst>
          </p:cNvPr>
          <p:cNvSpPr>
            <a:spLocks/>
          </p:cNvSpPr>
          <p:nvPr/>
        </p:nvSpPr>
        <p:spPr bwMode="auto">
          <a:xfrm>
            <a:off x="2928595" y="2131913"/>
            <a:ext cx="1830326" cy="43088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932472" fontAlgn="base">
              <a:spcBef>
                <a:spcPct val="0"/>
              </a:spcBef>
              <a:spcAft>
                <a:spcPts val="200"/>
              </a:spcAft>
            </a:pPr>
            <a:r>
              <a:rPr lang="en-US" sz="1400" noProof="0">
                <a:solidFill>
                  <a:schemeClr val="accent2"/>
                </a:solidFill>
                <a:latin typeface="+mj-lt"/>
                <a:cs typeface="Segoe UI" pitchFamily="34" charset="0"/>
              </a:rPr>
              <a:t>Technology &amp; </a:t>
            </a:r>
            <a:br>
              <a:rPr lang="en-US" sz="1400" noProof="0">
                <a:solidFill>
                  <a:schemeClr val="accent2"/>
                </a:solidFill>
                <a:latin typeface="+mj-lt"/>
                <a:cs typeface="Segoe UI" pitchFamily="34" charset="0"/>
              </a:rPr>
            </a:br>
            <a:r>
              <a:rPr lang="en-US" sz="1400" noProof="0">
                <a:solidFill>
                  <a:schemeClr val="accent2"/>
                </a:solidFill>
                <a:latin typeface="+mj-lt"/>
                <a:cs typeface="Segoe UI" pitchFamily="34" charset="0"/>
              </a:rPr>
              <a:t>Data Strategy</a:t>
            </a:r>
          </a:p>
        </p:txBody>
      </p:sp>
      <p:sp>
        <p:nvSpPr>
          <p:cNvPr id="159" name="Freeform: Shape 158">
            <a:extLst>
              <a:ext uri="{FF2B5EF4-FFF2-40B4-BE49-F238E27FC236}">
                <a16:creationId xmlns:a16="http://schemas.microsoft.com/office/drawing/2014/main" id="{8FF549CD-DDC5-4D47-40A7-898FF34BA59B}"/>
              </a:ext>
              <a:ext uri="{C183D7F6-B498-43B3-948B-1728B52AA6E4}">
                <adec:decorative xmlns:adec="http://schemas.microsoft.com/office/drawing/2017/decorative" val="1"/>
              </a:ext>
            </a:extLst>
          </p:cNvPr>
          <p:cNvSpPr>
            <a:spLocks/>
          </p:cNvSpPr>
          <p:nvPr/>
        </p:nvSpPr>
        <p:spPr bwMode="auto">
          <a:xfrm>
            <a:off x="5075913" y="1694902"/>
            <a:ext cx="2029967" cy="1030639"/>
          </a:xfrm>
          <a:custGeom>
            <a:avLst/>
            <a:gdLst>
              <a:gd name="connsiteX0" fmla="*/ 114741 w 2029967"/>
              <a:gd name="connsiteY0" fmla="*/ 0 h 1030639"/>
              <a:gd name="connsiteX1" fmla="*/ 673732 w 2029967"/>
              <a:gd name="connsiteY1" fmla="*/ 0 h 1030639"/>
              <a:gd name="connsiteX2" fmla="*/ 680541 w 2029967"/>
              <a:gd name="connsiteY2" fmla="*/ 67540 h 1030639"/>
              <a:gd name="connsiteX3" fmla="*/ 1014983 w 2029967"/>
              <a:gd name="connsiteY3" fmla="*/ 340118 h 1030639"/>
              <a:gd name="connsiteX4" fmla="*/ 1349426 w 2029967"/>
              <a:gd name="connsiteY4" fmla="*/ 67540 h 1030639"/>
              <a:gd name="connsiteX5" fmla="*/ 1356234 w 2029967"/>
              <a:gd name="connsiteY5" fmla="*/ 0 h 1030639"/>
              <a:gd name="connsiteX6" fmla="*/ 1915226 w 2029967"/>
              <a:gd name="connsiteY6" fmla="*/ 0 h 1030639"/>
              <a:gd name="connsiteX7" fmla="*/ 2029967 w 2029967"/>
              <a:gd name="connsiteY7" fmla="*/ 114741 h 1030639"/>
              <a:gd name="connsiteX8" fmla="*/ 2029967 w 2029967"/>
              <a:gd name="connsiteY8" fmla="*/ 915898 h 1030639"/>
              <a:gd name="connsiteX9" fmla="*/ 1915226 w 2029967"/>
              <a:gd name="connsiteY9" fmla="*/ 1030639 h 1030639"/>
              <a:gd name="connsiteX10" fmla="*/ 114741 w 2029967"/>
              <a:gd name="connsiteY10" fmla="*/ 1030639 h 1030639"/>
              <a:gd name="connsiteX11" fmla="*/ 0 w 2029967"/>
              <a:gd name="connsiteY11" fmla="*/ 915898 h 1030639"/>
              <a:gd name="connsiteX12" fmla="*/ 0 w 2029967"/>
              <a:gd name="connsiteY12" fmla="*/ 114741 h 1030639"/>
              <a:gd name="connsiteX13" fmla="*/ 114741 w 2029967"/>
              <a:gd name="connsiteY13" fmla="*/ 0 h 103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29967" h="1030639">
                <a:moveTo>
                  <a:pt x="114741" y="0"/>
                </a:moveTo>
                <a:lnTo>
                  <a:pt x="673732" y="0"/>
                </a:lnTo>
                <a:lnTo>
                  <a:pt x="680541" y="67540"/>
                </a:lnTo>
                <a:cubicBezTo>
                  <a:pt x="712373" y="223100"/>
                  <a:pt x="850013" y="340118"/>
                  <a:pt x="1014983" y="340118"/>
                </a:cubicBezTo>
                <a:cubicBezTo>
                  <a:pt x="1179954" y="340118"/>
                  <a:pt x="1317593" y="223100"/>
                  <a:pt x="1349426" y="67540"/>
                </a:cubicBezTo>
                <a:lnTo>
                  <a:pt x="1356234" y="0"/>
                </a:lnTo>
                <a:lnTo>
                  <a:pt x="1915226" y="0"/>
                </a:lnTo>
                <a:cubicBezTo>
                  <a:pt x="1978596" y="0"/>
                  <a:pt x="2029967" y="51371"/>
                  <a:pt x="2029967" y="114741"/>
                </a:cubicBezTo>
                <a:lnTo>
                  <a:pt x="2029967" y="915898"/>
                </a:lnTo>
                <a:cubicBezTo>
                  <a:pt x="2029967" y="979268"/>
                  <a:pt x="1978596" y="1030639"/>
                  <a:pt x="1915226" y="1030639"/>
                </a:cubicBezTo>
                <a:lnTo>
                  <a:pt x="114741" y="1030639"/>
                </a:lnTo>
                <a:cubicBezTo>
                  <a:pt x="51371" y="1030639"/>
                  <a:pt x="0" y="979268"/>
                  <a:pt x="0" y="915898"/>
                </a:cubicBezTo>
                <a:lnTo>
                  <a:pt x="0" y="114741"/>
                </a:lnTo>
                <a:cubicBezTo>
                  <a:pt x="0" y="51371"/>
                  <a:pt x="51371" y="0"/>
                  <a:pt x="114741" y="0"/>
                </a:cubicBezTo>
                <a:close/>
              </a:path>
            </a:pathLst>
          </a:cu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61" name="Rectangle 160">
            <a:extLst>
              <a:ext uri="{FF2B5EF4-FFF2-40B4-BE49-F238E27FC236}">
                <a16:creationId xmlns:a16="http://schemas.microsoft.com/office/drawing/2014/main" id="{BF0C36C7-6F8E-97A2-3C89-924930BCA9A0}"/>
              </a:ext>
            </a:extLst>
          </p:cNvPr>
          <p:cNvSpPr>
            <a:spLocks/>
          </p:cNvSpPr>
          <p:nvPr/>
        </p:nvSpPr>
        <p:spPr bwMode="auto">
          <a:xfrm>
            <a:off x="5175733" y="2131913"/>
            <a:ext cx="1830326" cy="43088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932472" fontAlgn="base">
              <a:spcBef>
                <a:spcPct val="0"/>
              </a:spcBef>
              <a:spcAft>
                <a:spcPts val="200"/>
              </a:spcAft>
            </a:pPr>
            <a:r>
              <a:rPr lang="en-US" sz="1400" noProof="0">
                <a:solidFill>
                  <a:schemeClr val="accent2"/>
                </a:solidFill>
                <a:latin typeface="+mj-lt"/>
                <a:cs typeface="Segoe UI" pitchFamily="34" charset="0"/>
              </a:rPr>
              <a:t>AI Strategy &amp; Experience</a:t>
            </a:r>
          </a:p>
        </p:txBody>
      </p:sp>
      <p:sp>
        <p:nvSpPr>
          <p:cNvPr id="163" name="Freeform: Shape 162">
            <a:extLst>
              <a:ext uri="{FF2B5EF4-FFF2-40B4-BE49-F238E27FC236}">
                <a16:creationId xmlns:a16="http://schemas.microsoft.com/office/drawing/2014/main" id="{7B3BDE1A-261D-C997-660A-3EDBB334662A}"/>
              </a:ext>
              <a:ext uri="{C183D7F6-B498-43B3-948B-1728B52AA6E4}">
                <adec:decorative xmlns:adec="http://schemas.microsoft.com/office/drawing/2017/decorative" val="1"/>
              </a:ext>
            </a:extLst>
          </p:cNvPr>
          <p:cNvSpPr>
            <a:spLocks/>
          </p:cNvSpPr>
          <p:nvPr/>
        </p:nvSpPr>
        <p:spPr bwMode="auto">
          <a:xfrm>
            <a:off x="7323051" y="1694902"/>
            <a:ext cx="2029967" cy="1030639"/>
          </a:xfrm>
          <a:custGeom>
            <a:avLst/>
            <a:gdLst>
              <a:gd name="connsiteX0" fmla="*/ 114741 w 2029967"/>
              <a:gd name="connsiteY0" fmla="*/ 0 h 1030639"/>
              <a:gd name="connsiteX1" fmla="*/ 673733 w 2029967"/>
              <a:gd name="connsiteY1" fmla="*/ 0 h 1030639"/>
              <a:gd name="connsiteX2" fmla="*/ 680542 w 2029967"/>
              <a:gd name="connsiteY2" fmla="*/ 67540 h 1030639"/>
              <a:gd name="connsiteX3" fmla="*/ 1014984 w 2029967"/>
              <a:gd name="connsiteY3" fmla="*/ 340118 h 1030639"/>
              <a:gd name="connsiteX4" fmla="*/ 1349426 w 2029967"/>
              <a:gd name="connsiteY4" fmla="*/ 67540 h 1030639"/>
              <a:gd name="connsiteX5" fmla="*/ 1356235 w 2029967"/>
              <a:gd name="connsiteY5" fmla="*/ 0 h 1030639"/>
              <a:gd name="connsiteX6" fmla="*/ 1915226 w 2029967"/>
              <a:gd name="connsiteY6" fmla="*/ 0 h 1030639"/>
              <a:gd name="connsiteX7" fmla="*/ 2029967 w 2029967"/>
              <a:gd name="connsiteY7" fmla="*/ 114741 h 1030639"/>
              <a:gd name="connsiteX8" fmla="*/ 2029967 w 2029967"/>
              <a:gd name="connsiteY8" fmla="*/ 915898 h 1030639"/>
              <a:gd name="connsiteX9" fmla="*/ 1915226 w 2029967"/>
              <a:gd name="connsiteY9" fmla="*/ 1030639 h 1030639"/>
              <a:gd name="connsiteX10" fmla="*/ 114741 w 2029967"/>
              <a:gd name="connsiteY10" fmla="*/ 1030639 h 1030639"/>
              <a:gd name="connsiteX11" fmla="*/ 0 w 2029967"/>
              <a:gd name="connsiteY11" fmla="*/ 915898 h 1030639"/>
              <a:gd name="connsiteX12" fmla="*/ 0 w 2029967"/>
              <a:gd name="connsiteY12" fmla="*/ 114741 h 1030639"/>
              <a:gd name="connsiteX13" fmla="*/ 114741 w 2029967"/>
              <a:gd name="connsiteY13" fmla="*/ 0 h 103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29967" h="1030639">
                <a:moveTo>
                  <a:pt x="114741" y="0"/>
                </a:moveTo>
                <a:lnTo>
                  <a:pt x="673733" y="0"/>
                </a:lnTo>
                <a:lnTo>
                  <a:pt x="680542" y="67540"/>
                </a:lnTo>
                <a:cubicBezTo>
                  <a:pt x="712374" y="223100"/>
                  <a:pt x="850014" y="340118"/>
                  <a:pt x="1014984" y="340118"/>
                </a:cubicBezTo>
                <a:cubicBezTo>
                  <a:pt x="1179955" y="340118"/>
                  <a:pt x="1317594" y="223100"/>
                  <a:pt x="1349426" y="67540"/>
                </a:cubicBezTo>
                <a:lnTo>
                  <a:pt x="1356235" y="0"/>
                </a:lnTo>
                <a:lnTo>
                  <a:pt x="1915226" y="0"/>
                </a:lnTo>
                <a:cubicBezTo>
                  <a:pt x="1978596" y="0"/>
                  <a:pt x="2029967" y="51371"/>
                  <a:pt x="2029967" y="114741"/>
                </a:cubicBezTo>
                <a:lnTo>
                  <a:pt x="2029967" y="915898"/>
                </a:lnTo>
                <a:cubicBezTo>
                  <a:pt x="2029967" y="979268"/>
                  <a:pt x="1978596" y="1030639"/>
                  <a:pt x="1915226" y="1030639"/>
                </a:cubicBezTo>
                <a:lnTo>
                  <a:pt x="114741" y="1030639"/>
                </a:lnTo>
                <a:cubicBezTo>
                  <a:pt x="51371" y="1030639"/>
                  <a:pt x="0" y="979268"/>
                  <a:pt x="0" y="915898"/>
                </a:cubicBezTo>
                <a:lnTo>
                  <a:pt x="0" y="114741"/>
                </a:lnTo>
                <a:cubicBezTo>
                  <a:pt x="0" y="51371"/>
                  <a:pt x="51371" y="0"/>
                  <a:pt x="114741" y="0"/>
                </a:cubicBezTo>
                <a:close/>
              </a:path>
            </a:pathLst>
          </a:cu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65" name="Rectangle 164">
            <a:extLst>
              <a:ext uri="{FF2B5EF4-FFF2-40B4-BE49-F238E27FC236}">
                <a16:creationId xmlns:a16="http://schemas.microsoft.com/office/drawing/2014/main" id="{2D59B332-C1A8-0C0F-D841-F90EBA6B11F8}"/>
              </a:ext>
            </a:extLst>
          </p:cNvPr>
          <p:cNvSpPr>
            <a:spLocks/>
          </p:cNvSpPr>
          <p:nvPr/>
        </p:nvSpPr>
        <p:spPr bwMode="auto">
          <a:xfrm>
            <a:off x="7422872" y="2131913"/>
            <a:ext cx="1830326" cy="43088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932472" fontAlgn="base">
              <a:spcBef>
                <a:spcPct val="0"/>
              </a:spcBef>
              <a:spcAft>
                <a:spcPts val="200"/>
              </a:spcAft>
            </a:pPr>
            <a:r>
              <a:rPr lang="en-US" sz="1400" noProof="0">
                <a:solidFill>
                  <a:schemeClr val="accent2"/>
                </a:solidFill>
                <a:latin typeface="+mj-lt"/>
                <a:cs typeface="Segoe UI" pitchFamily="34" charset="0"/>
              </a:rPr>
              <a:t>Organization </a:t>
            </a:r>
            <a:br>
              <a:rPr lang="en-US" sz="1400" noProof="0">
                <a:solidFill>
                  <a:schemeClr val="accent2"/>
                </a:solidFill>
                <a:latin typeface="+mj-lt"/>
                <a:cs typeface="Segoe UI" pitchFamily="34" charset="0"/>
              </a:rPr>
            </a:br>
            <a:r>
              <a:rPr lang="en-US" sz="1400" noProof="0">
                <a:solidFill>
                  <a:schemeClr val="accent2"/>
                </a:solidFill>
                <a:latin typeface="+mj-lt"/>
                <a:cs typeface="Segoe UI" pitchFamily="34" charset="0"/>
              </a:rPr>
              <a:t>&amp; Culture</a:t>
            </a:r>
          </a:p>
        </p:txBody>
      </p:sp>
      <p:sp>
        <p:nvSpPr>
          <p:cNvPr id="167" name="Freeform: Shape 166">
            <a:extLst>
              <a:ext uri="{FF2B5EF4-FFF2-40B4-BE49-F238E27FC236}">
                <a16:creationId xmlns:a16="http://schemas.microsoft.com/office/drawing/2014/main" id="{E5AB8FC9-B806-BF68-0DAB-7CD09735542E}"/>
              </a:ext>
              <a:ext uri="{C183D7F6-B498-43B3-948B-1728B52AA6E4}">
                <adec:decorative xmlns:adec="http://schemas.microsoft.com/office/drawing/2017/decorative" val="1"/>
              </a:ext>
            </a:extLst>
          </p:cNvPr>
          <p:cNvSpPr>
            <a:spLocks/>
          </p:cNvSpPr>
          <p:nvPr/>
        </p:nvSpPr>
        <p:spPr bwMode="auto">
          <a:xfrm>
            <a:off x="9570190" y="1694902"/>
            <a:ext cx="2029967" cy="1030639"/>
          </a:xfrm>
          <a:custGeom>
            <a:avLst/>
            <a:gdLst>
              <a:gd name="connsiteX0" fmla="*/ 114741 w 2029967"/>
              <a:gd name="connsiteY0" fmla="*/ 0 h 1030639"/>
              <a:gd name="connsiteX1" fmla="*/ 673733 w 2029967"/>
              <a:gd name="connsiteY1" fmla="*/ 0 h 1030639"/>
              <a:gd name="connsiteX2" fmla="*/ 680542 w 2029967"/>
              <a:gd name="connsiteY2" fmla="*/ 67540 h 1030639"/>
              <a:gd name="connsiteX3" fmla="*/ 1014984 w 2029967"/>
              <a:gd name="connsiteY3" fmla="*/ 340118 h 1030639"/>
              <a:gd name="connsiteX4" fmla="*/ 1349426 w 2029967"/>
              <a:gd name="connsiteY4" fmla="*/ 67540 h 1030639"/>
              <a:gd name="connsiteX5" fmla="*/ 1356235 w 2029967"/>
              <a:gd name="connsiteY5" fmla="*/ 0 h 1030639"/>
              <a:gd name="connsiteX6" fmla="*/ 1915226 w 2029967"/>
              <a:gd name="connsiteY6" fmla="*/ 0 h 1030639"/>
              <a:gd name="connsiteX7" fmla="*/ 2029967 w 2029967"/>
              <a:gd name="connsiteY7" fmla="*/ 114741 h 1030639"/>
              <a:gd name="connsiteX8" fmla="*/ 2029967 w 2029967"/>
              <a:gd name="connsiteY8" fmla="*/ 915898 h 1030639"/>
              <a:gd name="connsiteX9" fmla="*/ 1915226 w 2029967"/>
              <a:gd name="connsiteY9" fmla="*/ 1030639 h 1030639"/>
              <a:gd name="connsiteX10" fmla="*/ 114741 w 2029967"/>
              <a:gd name="connsiteY10" fmla="*/ 1030639 h 1030639"/>
              <a:gd name="connsiteX11" fmla="*/ 0 w 2029967"/>
              <a:gd name="connsiteY11" fmla="*/ 915898 h 1030639"/>
              <a:gd name="connsiteX12" fmla="*/ 0 w 2029967"/>
              <a:gd name="connsiteY12" fmla="*/ 114741 h 1030639"/>
              <a:gd name="connsiteX13" fmla="*/ 114741 w 2029967"/>
              <a:gd name="connsiteY13" fmla="*/ 0 h 103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29967" h="1030639">
                <a:moveTo>
                  <a:pt x="114741" y="0"/>
                </a:moveTo>
                <a:lnTo>
                  <a:pt x="673733" y="0"/>
                </a:lnTo>
                <a:lnTo>
                  <a:pt x="680542" y="67540"/>
                </a:lnTo>
                <a:cubicBezTo>
                  <a:pt x="712374" y="223100"/>
                  <a:pt x="850013" y="340118"/>
                  <a:pt x="1014984" y="340118"/>
                </a:cubicBezTo>
                <a:cubicBezTo>
                  <a:pt x="1179955" y="340118"/>
                  <a:pt x="1317594" y="223100"/>
                  <a:pt x="1349426" y="67540"/>
                </a:cubicBezTo>
                <a:lnTo>
                  <a:pt x="1356235" y="0"/>
                </a:lnTo>
                <a:lnTo>
                  <a:pt x="1915226" y="0"/>
                </a:lnTo>
                <a:cubicBezTo>
                  <a:pt x="1978596" y="0"/>
                  <a:pt x="2029967" y="51371"/>
                  <a:pt x="2029967" y="114741"/>
                </a:cubicBezTo>
                <a:lnTo>
                  <a:pt x="2029967" y="915898"/>
                </a:lnTo>
                <a:cubicBezTo>
                  <a:pt x="2029967" y="979268"/>
                  <a:pt x="1978596" y="1030639"/>
                  <a:pt x="1915226" y="1030639"/>
                </a:cubicBezTo>
                <a:lnTo>
                  <a:pt x="114741" y="1030639"/>
                </a:lnTo>
                <a:cubicBezTo>
                  <a:pt x="51371" y="1030639"/>
                  <a:pt x="0" y="979268"/>
                  <a:pt x="0" y="915898"/>
                </a:cubicBezTo>
                <a:lnTo>
                  <a:pt x="0" y="114741"/>
                </a:lnTo>
                <a:cubicBezTo>
                  <a:pt x="0" y="51371"/>
                  <a:pt x="51371" y="0"/>
                  <a:pt x="114741" y="0"/>
                </a:cubicBezTo>
                <a:close/>
              </a:path>
            </a:pathLst>
          </a:cu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69" name="Rectangle 168">
            <a:extLst>
              <a:ext uri="{FF2B5EF4-FFF2-40B4-BE49-F238E27FC236}">
                <a16:creationId xmlns:a16="http://schemas.microsoft.com/office/drawing/2014/main" id="{69020AFE-D038-D20D-84D5-6D956FEBB3BA}"/>
              </a:ext>
            </a:extLst>
          </p:cNvPr>
          <p:cNvSpPr>
            <a:spLocks/>
          </p:cNvSpPr>
          <p:nvPr/>
        </p:nvSpPr>
        <p:spPr bwMode="auto">
          <a:xfrm>
            <a:off x="9670011" y="2131913"/>
            <a:ext cx="1830326" cy="43088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932472" fontAlgn="base">
              <a:spcBef>
                <a:spcPct val="0"/>
              </a:spcBef>
              <a:spcAft>
                <a:spcPts val="200"/>
              </a:spcAft>
            </a:pPr>
            <a:r>
              <a:rPr lang="en-US" sz="1400" noProof="0">
                <a:solidFill>
                  <a:schemeClr val="accent2"/>
                </a:solidFill>
                <a:latin typeface="+mj-lt"/>
                <a:cs typeface="Segoe UI" pitchFamily="34" charset="0"/>
              </a:rPr>
              <a:t>AI Governance </a:t>
            </a:r>
            <a:br>
              <a:rPr lang="en-US" sz="1400" noProof="0">
                <a:solidFill>
                  <a:schemeClr val="accent2"/>
                </a:solidFill>
                <a:latin typeface="+mj-lt"/>
                <a:cs typeface="Segoe UI" pitchFamily="34" charset="0"/>
              </a:rPr>
            </a:br>
            <a:r>
              <a:rPr lang="en-US" sz="1400" noProof="0">
                <a:solidFill>
                  <a:schemeClr val="accent2"/>
                </a:solidFill>
                <a:latin typeface="+mj-lt"/>
                <a:cs typeface="Segoe UI" pitchFamily="34" charset="0"/>
              </a:rPr>
              <a:t>&amp; Security</a:t>
            </a:r>
          </a:p>
        </p:txBody>
      </p:sp>
      <p:sp>
        <p:nvSpPr>
          <p:cNvPr id="171" name="Rectangle: Rounded Corners 4">
            <a:extLst>
              <a:ext uri="{FF2B5EF4-FFF2-40B4-BE49-F238E27FC236}">
                <a16:creationId xmlns:a16="http://schemas.microsoft.com/office/drawing/2014/main" id="{B848EC6B-9679-F286-09F2-9DECB688B091}"/>
              </a:ext>
              <a:ext uri="{C183D7F6-B498-43B3-948B-1728B52AA6E4}">
                <adec:decorative xmlns:adec="http://schemas.microsoft.com/office/drawing/2017/decorative" val="1"/>
              </a:ext>
            </a:extLst>
          </p:cNvPr>
          <p:cNvSpPr>
            <a:spLocks/>
          </p:cNvSpPr>
          <p:nvPr/>
        </p:nvSpPr>
        <p:spPr bwMode="auto">
          <a:xfrm>
            <a:off x="581637" y="5455351"/>
            <a:ext cx="2029967" cy="1176108"/>
          </a:xfrm>
          <a:prstGeom prst="roundRect">
            <a:avLst>
              <a:gd name="adj" fmla="val 10130"/>
            </a:avLst>
          </a:prstGeom>
          <a:solidFill>
            <a:schemeClr val="bg1">
              <a:lumMod val="95000"/>
              <a:alpha val="50000"/>
            </a:schemeClr>
          </a:soli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73" name="Rectangle: Rounded Corners 4">
            <a:extLst>
              <a:ext uri="{FF2B5EF4-FFF2-40B4-BE49-F238E27FC236}">
                <a16:creationId xmlns:a16="http://schemas.microsoft.com/office/drawing/2014/main" id="{D8BE7B99-907D-19FA-06D6-204C54E2C084}"/>
              </a:ext>
              <a:ext uri="{C183D7F6-B498-43B3-948B-1728B52AA6E4}">
                <adec:decorative xmlns:adec="http://schemas.microsoft.com/office/drawing/2017/decorative" val="1"/>
              </a:ext>
            </a:extLst>
          </p:cNvPr>
          <p:cNvSpPr>
            <a:spLocks/>
          </p:cNvSpPr>
          <p:nvPr/>
        </p:nvSpPr>
        <p:spPr bwMode="auto">
          <a:xfrm>
            <a:off x="2828775" y="5455351"/>
            <a:ext cx="2029967" cy="1176108"/>
          </a:xfrm>
          <a:prstGeom prst="roundRect">
            <a:avLst>
              <a:gd name="adj" fmla="val 10130"/>
            </a:avLst>
          </a:prstGeom>
          <a:solidFill>
            <a:schemeClr val="bg1">
              <a:lumMod val="95000"/>
              <a:alpha val="50000"/>
            </a:schemeClr>
          </a:soli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75" name="Rectangle: Rounded Corners 4">
            <a:extLst>
              <a:ext uri="{FF2B5EF4-FFF2-40B4-BE49-F238E27FC236}">
                <a16:creationId xmlns:a16="http://schemas.microsoft.com/office/drawing/2014/main" id="{E7C35D6C-6DB4-2B99-B685-2CEA1C1216AA}"/>
              </a:ext>
              <a:ext uri="{C183D7F6-B498-43B3-948B-1728B52AA6E4}">
                <adec:decorative xmlns:adec="http://schemas.microsoft.com/office/drawing/2017/decorative" val="1"/>
              </a:ext>
            </a:extLst>
          </p:cNvPr>
          <p:cNvSpPr>
            <a:spLocks/>
          </p:cNvSpPr>
          <p:nvPr/>
        </p:nvSpPr>
        <p:spPr bwMode="auto">
          <a:xfrm>
            <a:off x="5075913" y="5455352"/>
            <a:ext cx="2029967" cy="1176108"/>
          </a:xfrm>
          <a:prstGeom prst="roundRect">
            <a:avLst>
              <a:gd name="adj" fmla="val 10130"/>
            </a:avLst>
          </a:prstGeom>
          <a:solidFill>
            <a:schemeClr val="bg1">
              <a:lumMod val="95000"/>
              <a:alpha val="50000"/>
            </a:schemeClr>
          </a:soli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77" name="Rectangle: Rounded Corners 4">
            <a:extLst>
              <a:ext uri="{FF2B5EF4-FFF2-40B4-BE49-F238E27FC236}">
                <a16:creationId xmlns:a16="http://schemas.microsoft.com/office/drawing/2014/main" id="{3793BFAC-98C9-17F5-CBB1-F6DDB64DEC90}"/>
              </a:ext>
              <a:ext uri="{C183D7F6-B498-43B3-948B-1728B52AA6E4}">
                <adec:decorative xmlns:adec="http://schemas.microsoft.com/office/drawing/2017/decorative" val="1"/>
              </a:ext>
            </a:extLst>
          </p:cNvPr>
          <p:cNvSpPr>
            <a:spLocks/>
          </p:cNvSpPr>
          <p:nvPr/>
        </p:nvSpPr>
        <p:spPr bwMode="auto">
          <a:xfrm>
            <a:off x="7323051" y="5455351"/>
            <a:ext cx="2029967" cy="1176108"/>
          </a:xfrm>
          <a:prstGeom prst="roundRect">
            <a:avLst>
              <a:gd name="adj" fmla="val 10130"/>
            </a:avLst>
          </a:prstGeom>
          <a:solidFill>
            <a:schemeClr val="bg1">
              <a:lumMod val="95000"/>
              <a:alpha val="50000"/>
            </a:schemeClr>
          </a:soli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79" name="Rectangle: Rounded Corners 4">
            <a:extLst>
              <a:ext uri="{FF2B5EF4-FFF2-40B4-BE49-F238E27FC236}">
                <a16:creationId xmlns:a16="http://schemas.microsoft.com/office/drawing/2014/main" id="{3888EA5B-4B8C-D678-38B8-A491E5DCAB80}"/>
              </a:ext>
              <a:ext uri="{C183D7F6-B498-43B3-948B-1728B52AA6E4}">
                <adec:decorative xmlns:adec="http://schemas.microsoft.com/office/drawing/2017/decorative" val="1"/>
              </a:ext>
            </a:extLst>
          </p:cNvPr>
          <p:cNvSpPr>
            <a:spLocks/>
          </p:cNvSpPr>
          <p:nvPr/>
        </p:nvSpPr>
        <p:spPr bwMode="auto">
          <a:xfrm>
            <a:off x="9570190" y="5455351"/>
            <a:ext cx="2029967" cy="1176108"/>
          </a:xfrm>
          <a:prstGeom prst="roundRect">
            <a:avLst>
              <a:gd name="adj" fmla="val 10130"/>
            </a:avLst>
          </a:prstGeom>
          <a:solidFill>
            <a:schemeClr val="bg1">
              <a:lumMod val="95000"/>
              <a:alpha val="50000"/>
            </a:schemeClr>
          </a:soli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81" name="TextBox 6">
            <a:extLst>
              <a:ext uri="{FF2B5EF4-FFF2-40B4-BE49-F238E27FC236}">
                <a16:creationId xmlns:a16="http://schemas.microsoft.com/office/drawing/2014/main" id="{FBD14AC0-4F5A-DA85-2D00-951B84FC4ADB}"/>
              </a:ext>
            </a:extLst>
          </p:cNvPr>
          <p:cNvSpPr txBox="1">
            <a:spLocks/>
          </p:cNvSpPr>
          <p:nvPr/>
        </p:nvSpPr>
        <p:spPr>
          <a:xfrm>
            <a:off x="693399" y="5556092"/>
            <a:ext cx="1806444" cy="974626"/>
          </a:xfrm>
          <a:prstGeom prst="rect">
            <a:avLst/>
          </a:prstGeom>
          <a:noFill/>
          <a:effectLst/>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52400" indent="-152400">
              <a:spcBef>
                <a:spcPts val="400"/>
              </a:spcBef>
              <a:buFont typeface="Arial" panose="020B0604020202020204" pitchFamily="34" charset="0"/>
              <a:buChar char="•"/>
              <a:defRPr/>
            </a:pPr>
            <a:r>
              <a:rPr lang="en-US" sz="1000" noProof="0"/>
              <a:t>CoE Templates and maturity assessment tools/</a:t>
            </a:r>
            <a:br>
              <a:rPr lang="en-US" sz="1000" noProof="0"/>
            </a:br>
            <a:r>
              <a:rPr lang="en-US" sz="1000" noProof="0"/>
              <a:t>benchmarks</a:t>
            </a:r>
          </a:p>
          <a:p>
            <a:pPr marL="152400" indent="-152400">
              <a:spcBef>
                <a:spcPts val="400"/>
              </a:spcBef>
              <a:buFont typeface="Arial" panose="020B0604020202020204" pitchFamily="34" charset="0"/>
              <a:buChar char="•"/>
              <a:defRPr/>
            </a:pPr>
            <a:r>
              <a:rPr lang="en-US" sz="1000" noProof="0"/>
              <a:t>AI Use case intake, prioritization and evaluation guidance</a:t>
            </a:r>
          </a:p>
        </p:txBody>
      </p:sp>
      <p:sp>
        <p:nvSpPr>
          <p:cNvPr id="183" name="Title 18">
            <a:extLst>
              <a:ext uri="{FF2B5EF4-FFF2-40B4-BE49-F238E27FC236}">
                <a16:creationId xmlns:a16="http://schemas.microsoft.com/office/drawing/2014/main" id="{F9B38EB8-8EC5-708D-2B68-B3C4517918DF}"/>
              </a:ext>
            </a:extLst>
          </p:cNvPr>
          <p:cNvSpPr txBox="1">
            <a:spLocks/>
          </p:cNvSpPr>
          <p:nvPr/>
        </p:nvSpPr>
        <p:spPr>
          <a:xfrm>
            <a:off x="4897224" y="5011456"/>
            <a:ext cx="2387346" cy="311428"/>
          </a:xfrm>
          <a:prstGeom prst="roundRect">
            <a:avLst>
              <a:gd name="adj" fmla="val 50000"/>
            </a:avLst>
          </a:prstGeom>
          <a:solidFill>
            <a:schemeClr val="accent1"/>
          </a:soli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R="0" lvl="0" indent="0" algn="ctr" defTabSz="491021" fontAlgn="base">
              <a:lnSpc>
                <a:spcPct val="100000"/>
              </a:lnSpc>
              <a:spcBef>
                <a:spcPct val="0"/>
              </a:spcBef>
              <a:spcAft>
                <a:spcPts val="300"/>
              </a:spcAft>
              <a:buClrTx/>
              <a:buSzTx/>
              <a:buFontTx/>
              <a:buNone/>
              <a:tabLst/>
              <a:defRPr kumimoji="0" sz="1200" b="0" i="0" u="none" strike="noStrike" cap="none" spc="0" normalizeH="0" baseline="0">
                <a:ln>
                  <a:noFill/>
                </a:ln>
                <a:solidFill>
                  <a:srgbClr val="FFFFFF"/>
                </a:solidFill>
                <a:effectLst/>
                <a:uLnTx/>
                <a:uFillTx/>
                <a:latin typeface="Segoe Sans Display Semibold"/>
                <a:ea typeface="Open Sans" panose="020B0606030504020204" pitchFamily="34" charset="0"/>
                <a:cs typeface="Open Sans" panose="020B0606030504020204" pitchFamily="34" charset="0"/>
              </a:defRPr>
            </a:lvl1pPr>
          </a:lstStyle>
          <a:p>
            <a:r>
              <a:rPr lang="en-US" sz="1400" noProof="0" dirty="0">
                <a:solidFill>
                  <a:schemeClr val="bg1"/>
                </a:solidFill>
                <a:latin typeface="+mj-lt"/>
              </a:rPr>
              <a:t>Microsoft Offering</a:t>
            </a:r>
          </a:p>
        </p:txBody>
      </p:sp>
      <p:sp>
        <p:nvSpPr>
          <p:cNvPr id="185" name="TextBox 6">
            <a:extLst>
              <a:ext uri="{FF2B5EF4-FFF2-40B4-BE49-F238E27FC236}">
                <a16:creationId xmlns:a16="http://schemas.microsoft.com/office/drawing/2014/main" id="{4F06B30E-2329-371E-4D24-2DFA9CE96DEE}"/>
              </a:ext>
            </a:extLst>
          </p:cNvPr>
          <p:cNvSpPr txBox="1">
            <a:spLocks/>
          </p:cNvSpPr>
          <p:nvPr/>
        </p:nvSpPr>
        <p:spPr>
          <a:xfrm>
            <a:off x="2940536" y="5556092"/>
            <a:ext cx="1806444" cy="666849"/>
          </a:xfrm>
          <a:prstGeom prst="rect">
            <a:avLst/>
          </a:prstGeom>
          <a:noFill/>
          <a:effectLst/>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52400" indent="-152400">
              <a:spcBef>
                <a:spcPts val="400"/>
              </a:spcBef>
              <a:buFont typeface="Arial" panose="020B0604020202020204" pitchFamily="34" charset="0"/>
              <a:buChar char="•"/>
              <a:defRPr/>
            </a:pPr>
            <a:r>
              <a:rPr lang="en-US" sz="1000" noProof="0"/>
              <a:t>Reference architectures, accelerators and deployment guidance</a:t>
            </a:r>
          </a:p>
          <a:p>
            <a:pPr marL="152400" indent="-152400">
              <a:spcBef>
                <a:spcPts val="400"/>
              </a:spcBef>
              <a:buFont typeface="Arial" panose="020B0604020202020204" pitchFamily="34" charset="0"/>
              <a:buChar char="•"/>
              <a:defRPr/>
            </a:pPr>
            <a:r>
              <a:rPr lang="en-US" sz="1000" noProof="0"/>
              <a:t>Enable secure data platforms</a:t>
            </a:r>
          </a:p>
        </p:txBody>
      </p:sp>
      <p:sp>
        <p:nvSpPr>
          <p:cNvPr id="187" name="TextBox 6">
            <a:extLst>
              <a:ext uri="{FF2B5EF4-FFF2-40B4-BE49-F238E27FC236}">
                <a16:creationId xmlns:a16="http://schemas.microsoft.com/office/drawing/2014/main" id="{AC758CAE-ACB8-32BD-D22F-C261BCE97FB0}"/>
              </a:ext>
            </a:extLst>
          </p:cNvPr>
          <p:cNvSpPr txBox="1">
            <a:spLocks/>
          </p:cNvSpPr>
          <p:nvPr/>
        </p:nvSpPr>
        <p:spPr>
          <a:xfrm>
            <a:off x="5187674" y="5556092"/>
            <a:ext cx="1806444" cy="666849"/>
          </a:xfrm>
          <a:prstGeom prst="rect">
            <a:avLst/>
          </a:prstGeom>
          <a:noFill/>
          <a:effectLst/>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52400" indent="-152400">
              <a:spcBef>
                <a:spcPts val="400"/>
              </a:spcBef>
              <a:buFont typeface="Arial" panose="020B0604020202020204" pitchFamily="34" charset="0"/>
              <a:buChar char="•"/>
              <a:defRPr/>
            </a:pPr>
            <a:r>
              <a:rPr lang="en-US" sz="1000" noProof="0"/>
              <a:t>Support from Microsoft and Partners on Agentic AI</a:t>
            </a:r>
          </a:p>
          <a:p>
            <a:pPr marL="152400" indent="-152400">
              <a:spcBef>
                <a:spcPts val="400"/>
              </a:spcBef>
              <a:buFont typeface="Arial" panose="020B0604020202020204" pitchFamily="34" charset="0"/>
              <a:buChar char="•"/>
              <a:defRPr/>
            </a:pPr>
            <a:r>
              <a:rPr lang="en-US" sz="1000" noProof="0"/>
              <a:t>Solution Accelerators to launch AI projects faster</a:t>
            </a:r>
          </a:p>
        </p:txBody>
      </p:sp>
      <p:sp>
        <p:nvSpPr>
          <p:cNvPr id="189" name="TextBox 6">
            <a:extLst>
              <a:ext uri="{FF2B5EF4-FFF2-40B4-BE49-F238E27FC236}">
                <a16:creationId xmlns:a16="http://schemas.microsoft.com/office/drawing/2014/main" id="{DE4F710A-C8FB-CEA9-7A23-85B24E615BDC}"/>
              </a:ext>
            </a:extLst>
          </p:cNvPr>
          <p:cNvSpPr txBox="1">
            <a:spLocks/>
          </p:cNvSpPr>
          <p:nvPr/>
        </p:nvSpPr>
        <p:spPr>
          <a:xfrm>
            <a:off x="7434813" y="5556092"/>
            <a:ext cx="1806444" cy="872034"/>
          </a:xfrm>
          <a:prstGeom prst="rect">
            <a:avLst/>
          </a:prstGeom>
          <a:noFill/>
          <a:effectLst/>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52400" indent="-152400">
              <a:spcBef>
                <a:spcPts val="400"/>
              </a:spcBef>
              <a:buFont typeface="Arial" panose="020B0604020202020204" pitchFamily="34" charset="0"/>
              <a:buChar char="•"/>
              <a:defRPr/>
            </a:pPr>
            <a:r>
              <a:rPr lang="en-US" sz="1000" noProof="0"/>
              <a:t>Help deliver AI Skilling programs and certification</a:t>
            </a:r>
          </a:p>
          <a:p>
            <a:pPr marL="152400" indent="-152400">
              <a:spcBef>
                <a:spcPts val="400"/>
              </a:spcBef>
              <a:buFont typeface="Arial" panose="020B0604020202020204" pitchFamily="34" charset="0"/>
              <a:buChar char="•"/>
              <a:defRPr/>
            </a:pPr>
            <a:r>
              <a:rPr lang="en-US" sz="1000" noProof="0"/>
              <a:t>Knowledge accelerators, templates, catalogs</a:t>
            </a:r>
          </a:p>
          <a:p>
            <a:pPr marL="152400" indent="-152400">
              <a:spcBef>
                <a:spcPts val="400"/>
              </a:spcBef>
              <a:buFont typeface="Arial" panose="020B0604020202020204" pitchFamily="34" charset="0"/>
              <a:buChar char="•"/>
              <a:defRPr/>
            </a:pPr>
            <a:r>
              <a:rPr lang="en-US" sz="1000" noProof="0"/>
              <a:t>Adoption guidance</a:t>
            </a:r>
          </a:p>
        </p:txBody>
      </p:sp>
      <p:sp>
        <p:nvSpPr>
          <p:cNvPr id="191" name="TextBox 6">
            <a:extLst>
              <a:ext uri="{FF2B5EF4-FFF2-40B4-BE49-F238E27FC236}">
                <a16:creationId xmlns:a16="http://schemas.microsoft.com/office/drawing/2014/main" id="{171636EF-58DA-520A-BEB7-817C221978D9}"/>
              </a:ext>
            </a:extLst>
          </p:cNvPr>
          <p:cNvSpPr txBox="1">
            <a:spLocks/>
          </p:cNvSpPr>
          <p:nvPr/>
        </p:nvSpPr>
        <p:spPr>
          <a:xfrm>
            <a:off x="9681952" y="5556092"/>
            <a:ext cx="1806444" cy="666849"/>
          </a:xfrm>
          <a:prstGeom prst="rect">
            <a:avLst/>
          </a:prstGeom>
          <a:noFill/>
          <a:effectLst/>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52400" indent="-152400">
              <a:spcBef>
                <a:spcPts val="400"/>
              </a:spcBef>
              <a:buFont typeface="Arial" panose="020B0604020202020204" pitchFamily="34" charset="0"/>
              <a:buChar char="•"/>
              <a:defRPr/>
            </a:pPr>
            <a:r>
              <a:rPr lang="en-US" sz="1000" noProof="0"/>
              <a:t>Governance and Responsible AI frameworks</a:t>
            </a:r>
          </a:p>
          <a:p>
            <a:pPr marL="152400" indent="-152400">
              <a:spcBef>
                <a:spcPts val="400"/>
              </a:spcBef>
              <a:buFont typeface="Arial" panose="020B0604020202020204" pitchFamily="34" charset="0"/>
              <a:buChar char="•"/>
              <a:defRPr/>
            </a:pPr>
            <a:r>
              <a:rPr lang="en-US" sz="1000" noProof="0"/>
              <a:t>Observability, compliance and security tools</a:t>
            </a:r>
          </a:p>
        </p:txBody>
      </p:sp>
      <p:sp>
        <p:nvSpPr>
          <p:cNvPr id="193" name="Oval 192">
            <a:extLst>
              <a:ext uri="{FF2B5EF4-FFF2-40B4-BE49-F238E27FC236}">
                <a16:creationId xmlns:a16="http://schemas.microsoft.com/office/drawing/2014/main" id="{3D06AC87-CB57-68C6-20D1-1D9A9DD720AD}"/>
              </a:ext>
            </a:extLst>
          </p:cNvPr>
          <p:cNvSpPr>
            <a:spLocks/>
          </p:cNvSpPr>
          <p:nvPr/>
        </p:nvSpPr>
        <p:spPr bwMode="auto">
          <a:xfrm rot="10800000">
            <a:off x="1338587" y="1435608"/>
            <a:ext cx="516068" cy="516068"/>
          </a:xfrm>
          <a:prstGeom prst="ellipse">
            <a:avLst/>
          </a:prstGeom>
          <a:solidFill>
            <a:schemeClr val="accent1"/>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noProof="0">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195" name="Oval 194">
            <a:extLst>
              <a:ext uri="{FF2B5EF4-FFF2-40B4-BE49-F238E27FC236}">
                <a16:creationId xmlns:a16="http://schemas.microsoft.com/office/drawing/2014/main" id="{52FA4214-791E-0850-51F1-B572943E9B24}"/>
              </a:ext>
            </a:extLst>
          </p:cNvPr>
          <p:cNvSpPr>
            <a:spLocks/>
          </p:cNvSpPr>
          <p:nvPr/>
        </p:nvSpPr>
        <p:spPr bwMode="auto">
          <a:xfrm rot="10800000">
            <a:off x="3585724" y="1435608"/>
            <a:ext cx="516068" cy="516068"/>
          </a:xfrm>
          <a:prstGeom prst="ellipse">
            <a:avLst/>
          </a:prstGeom>
          <a:solidFill>
            <a:schemeClr val="accent1"/>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noProof="0">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197" name="Oval 196">
            <a:extLst>
              <a:ext uri="{FF2B5EF4-FFF2-40B4-BE49-F238E27FC236}">
                <a16:creationId xmlns:a16="http://schemas.microsoft.com/office/drawing/2014/main" id="{EDA5A4D2-D54C-F018-9DBB-F5912DF395EC}"/>
              </a:ext>
            </a:extLst>
          </p:cNvPr>
          <p:cNvSpPr>
            <a:spLocks/>
          </p:cNvSpPr>
          <p:nvPr/>
        </p:nvSpPr>
        <p:spPr bwMode="auto">
          <a:xfrm rot="10800000">
            <a:off x="5832862" y="1435608"/>
            <a:ext cx="516068" cy="516068"/>
          </a:xfrm>
          <a:prstGeom prst="ellipse">
            <a:avLst/>
          </a:prstGeom>
          <a:solidFill>
            <a:schemeClr val="accent1"/>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noProof="0">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199" name="Oval 198">
            <a:extLst>
              <a:ext uri="{FF2B5EF4-FFF2-40B4-BE49-F238E27FC236}">
                <a16:creationId xmlns:a16="http://schemas.microsoft.com/office/drawing/2014/main" id="{DF6E00DB-D216-99B0-3DCF-C2E0BCAE444B}"/>
              </a:ext>
            </a:extLst>
          </p:cNvPr>
          <p:cNvSpPr>
            <a:spLocks/>
          </p:cNvSpPr>
          <p:nvPr/>
        </p:nvSpPr>
        <p:spPr bwMode="auto">
          <a:xfrm rot="10800000">
            <a:off x="8080001" y="1435608"/>
            <a:ext cx="516068" cy="516068"/>
          </a:xfrm>
          <a:prstGeom prst="ellipse">
            <a:avLst/>
          </a:prstGeom>
          <a:solidFill>
            <a:schemeClr val="accent1"/>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noProof="0">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201" name="Oval 200">
            <a:extLst>
              <a:ext uri="{FF2B5EF4-FFF2-40B4-BE49-F238E27FC236}">
                <a16:creationId xmlns:a16="http://schemas.microsoft.com/office/drawing/2014/main" id="{B14188CA-403D-5F4C-7DB0-E23AC61403AA}"/>
              </a:ext>
            </a:extLst>
          </p:cNvPr>
          <p:cNvSpPr>
            <a:spLocks/>
          </p:cNvSpPr>
          <p:nvPr/>
        </p:nvSpPr>
        <p:spPr bwMode="auto">
          <a:xfrm rot="10800000">
            <a:off x="10310854" y="1419322"/>
            <a:ext cx="548640" cy="548640"/>
          </a:xfrm>
          <a:prstGeom prst="ellipse">
            <a:avLst/>
          </a:pr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noProof="0">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203" name="Oval 202">
            <a:extLst>
              <a:ext uri="{FF2B5EF4-FFF2-40B4-BE49-F238E27FC236}">
                <a16:creationId xmlns:a16="http://schemas.microsoft.com/office/drawing/2014/main" id="{98D99856-E625-EC88-8022-2AB55DEBC193}"/>
              </a:ext>
            </a:extLst>
          </p:cNvPr>
          <p:cNvSpPr>
            <a:spLocks/>
          </p:cNvSpPr>
          <p:nvPr/>
        </p:nvSpPr>
        <p:spPr bwMode="auto">
          <a:xfrm rot="10800000">
            <a:off x="10327140" y="1435608"/>
            <a:ext cx="516068" cy="516068"/>
          </a:xfrm>
          <a:prstGeom prst="ellipse">
            <a:avLst/>
          </a:prstGeom>
          <a:solidFill>
            <a:schemeClr val="accent1"/>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noProof="0">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205" name="Freeform: Shape 204" descr="Icon of binary code of ones and zeros">
            <a:extLst>
              <a:ext uri="{FF2B5EF4-FFF2-40B4-BE49-F238E27FC236}">
                <a16:creationId xmlns:a16="http://schemas.microsoft.com/office/drawing/2014/main" id="{CAB7D68D-8E51-D6FE-BB61-A603183D9753}"/>
              </a:ext>
            </a:extLst>
          </p:cNvPr>
          <p:cNvSpPr>
            <a:spLocks noChangeAspect="1"/>
          </p:cNvSpPr>
          <p:nvPr/>
        </p:nvSpPr>
        <p:spPr>
          <a:xfrm>
            <a:off x="3710658" y="1585334"/>
            <a:ext cx="266200" cy="216616"/>
          </a:xfrm>
          <a:custGeom>
            <a:avLst/>
            <a:gdLst>
              <a:gd name="connsiteX0" fmla="*/ 421552 w 457200"/>
              <a:gd name="connsiteY0" fmla="*/ 298928 h 399723"/>
              <a:gd name="connsiteX1" fmla="*/ 403809 w 457200"/>
              <a:gd name="connsiteY1" fmla="*/ 316671 h 399723"/>
              <a:gd name="connsiteX2" fmla="*/ 403809 w 457200"/>
              <a:gd name="connsiteY2" fmla="*/ 364237 h 399723"/>
              <a:gd name="connsiteX3" fmla="*/ 421552 w 457200"/>
              <a:gd name="connsiteY3" fmla="*/ 381926 h 399723"/>
              <a:gd name="connsiteX4" fmla="*/ 421660 w 457200"/>
              <a:gd name="connsiteY4" fmla="*/ 381926 h 399723"/>
              <a:gd name="connsiteX5" fmla="*/ 439403 w 457200"/>
              <a:gd name="connsiteY5" fmla="*/ 364237 h 399723"/>
              <a:gd name="connsiteX6" fmla="*/ 439403 w 457200"/>
              <a:gd name="connsiteY6" fmla="*/ 316671 h 399723"/>
              <a:gd name="connsiteX7" fmla="*/ 421660 w 457200"/>
              <a:gd name="connsiteY7" fmla="*/ 298928 h 399723"/>
              <a:gd name="connsiteX8" fmla="*/ 262405 w 457200"/>
              <a:gd name="connsiteY8" fmla="*/ 298928 h 399723"/>
              <a:gd name="connsiteX9" fmla="*/ 244662 w 457200"/>
              <a:gd name="connsiteY9" fmla="*/ 316671 h 399723"/>
              <a:gd name="connsiteX10" fmla="*/ 244662 w 457200"/>
              <a:gd name="connsiteY10" fmla="*/ 364237 h 399723"/>
              <a:gd name="connsiteX11" fmla="*/ 262405 w 457200"/>
              <a:gd name="connsiteY11" fmla="*/ 381926 h 399723"/>
              <a:gd name="connsiteX12" fmla="*/ 262513 w 457200"/>
              <a:gd name="connsiteY12" fmla="*/ 381926 h 399723"/>
              <a:gd name="connsiteX13" fmla="*/ 280256 w 457200"/>
              <a:gd name="connsiteY13" fmla="*/ 364237 h 399723"/>
              <a:gd name="connsiteX14" fmla="*/ 280256 w 457200"/>
              <a:gd name="connsiteY14" fmla="*/ 316671 h 399723"/>
              <a:gd name="connsiteX15" fmla="*/ 262513 w 457200"/>
              <a:gd name="connsiteY15" fmla="*/ 298928 h 399723"/>
              <a:gd name="connsiteX16" fmla="*/ 103259 w 457200"/>
              <a:gd name="connsiteY16" fmla="*/ 298928 h 399723"/>
              <a:gd name="connsiteX17" fmla="*/ 85516 w 457200"/>
              <a:gd name="connsiteY17" fmla="*/ 316671 h 399723"/>
              <a:gd name="connsiteX18" fmla="*/ 85516 w 457200"/>
              <a:gd name="connsiteY18" fmla="*/ 364237 h 399723"/>
              <a:gd name="connsiteX19" fmla="*/ 103259 w 457200"/>
              <a:gd name="connsiteY19" fmla="*/ 381926 h 399723"/>
              <a:gd name="connsiteX20" fmla="*/ 103367 w 457200"/>
              <a:gd name="connsiteY20" fmla="*/ 381926 h 399723"/>
              <a:gd name="connsiteX21" fmla="*/ 121110 w 457200"/>
              <a:gd name="connsiteY21" fmla="*/ 364237 h 399723"/>
              <a:gd name="connsiteX22" fmla="*/ 121110 w 457200"/>
              <a:gd name="connsiteY22" fmla="*/ 316671 h 399723"/>
              <a:gd name="connsiteX23" fmla="*/ 103367 w 457200"/>
              <a:gd name="connsiteY23" fmla="*/ 298928 h 399723"/>
              <a:gd name="connsiteX24" fmla="*/ 421552 w 457200"/>
              <a:gd name="connsiteY24" fmla="*/ 281131 h 399723"/>
              <a:gd name="connsiteX25" fmla="*/ 421660 w 457200"/>
              <a:gd name="connsiteY25" fmla="*/ 281131 h 399723"/>
              <a:gd name="connsiteX26" fmla="*/ 457200 w 457200"/>
              <a:gd name="connsiteY26" fmla="*/ 316671 h 399723"/>
              <a:gd name="connsiteX27" fmla="*/ 457200 w 457200"/>
              <a:gd name="connsiteY27" fmla="*/ 364237 h 399723"/>
              <a:gd name="connsiteX28" fmla="*/ 421660 w 457200"/>
              <a:gd name="connsiteY28" fmla="*/ 399723 h 399723"/>
              <a:gd name="connsiteX29" fmla="*/ 421552 w 457200"/>
              <a:gd name="connsiteY29" fmla="*/ 399723 h 399723"/>
              <a:gd name="connsiteX30" fmla="*/ 386012 w 457200"/>
              <a:gd name="connsiteY30" fmla="*/ 364237 h 399723"/>
              <a:gd name="connsiteX31" fmla="*/ 386012 w 457200"/>
              <a:gd name="connsiteY31" fmla="*/ 316671 h 399723"/>
              <a:gd name="connsiteX32" fmla="*/ 421552 w 457200"/>
              <a:gd name="connsiteY32" fmla="*/ 281131 h 399723"/>
              <a:gd name="connsiteX33" fmla="*/ 262405 w 457200"/>
              <a:gd name="connsiteY33" fmla="*/ 281131 h 399723"/>
              <a:gd name="connsiteX34" fmla="*/ 262513 w 457200"/>
              <a:gd name="connsiteY34" fmla="*/ 281131 h 399723"/>
              <a:gd name="connsiteX35" fmla="*/ 298053 w 457200"/>
              <a:gd name="connsiteY35" fmla="*/ 316671 h 399723"/>
              <a:gd name="connsiteX36" fmla="*/ 298053 w 457200"/>
              <a:gd name="connsiteY36" fmla="*/ 364237 h 399723"/>
              <a:gd name="connsiteX37" fmla="*/ 262513 w 457200"/>
              <a:gd name="connsiteY37" fmla="*/ 399723 h 399723"/>
              <a:gd name="connsiteX38" fmla="*/ 262405 w 457200"/>
              <a:gd name="connsiteY38" fmla="*/ 399723 h 399723"/>
              <a:gd name="connsiteX39" fmla="*/ 226865 w 457200"/>
              <a:gd name="connsiteY39" fmla="*/ 364237 h 399723"/>
              <a:gd name="connsiteX40" fmla="*/ 226865 w 457200"/>
              <a:gd name="connsiteY40" fmla="*/ 316671 h 399723"/>
              <a:gd name="connsiteX41" fmla="*/ 262405 w 457200"/>
              <a:gd name="connsiteY41" fmla="*/ 281131 h 399723"/>
              <a:gd name="connsiteX42" fmla="*/ 103259 w 457200"/>
              <a:gd name="connsiteY42" fmla="*/ 281131 h 399723"/>
              <a:gd name="connsiteX43" fmla="*/ 103367 w 457200"/>
              <a:gd name="connsiteY43" fmla="*/ 281131 h 399723"/>
              <a:gd name="connsiteX44" fmla="*/ 138907 w 457200"/>
              <a:gd name="connsiteY44" fmla="*/ 316671 h 399723"/>
              <a:gd name="connsiteX45" fmla="*/ 138907 w 457200"/>
              <a:gd name="connsiteY45" fmla="*/ 364237 h 399723"/>
              <a:gd name="connsiteX46" fmla="*/ 103367 w 457200"/>
              <a:gd name="connsiteY46" fmla="*/ 399723 h 399723"/>
              <a:gd name="connsiteX47" fmla="*/ 103259 w 457200"/>
              <a:gd name="connsiteY47" fmla="*/ 399723 h 399723"/>
              <a:gd name="connsiteX48" fmla="*/ 67719 w 457200"/>
              <a:gd name="connsiteY48" fmla="*/ 364237 h 399723"/>
              <a:gd name="connsiteX49" fmla="*/ 67719 w 457200"/>
              <a:gd name="connsiteY49" fmla="*/ 316671 h 399723"/>
              <a:gd name="connsiteX50" fmla="*/ 103259 w 457200"/>
              <a:gd name="connsiteY50" fmla="*/ 281131 h 399723"/>
              <a:gd name="connsiteX51" fmla="*/ 356782 w 457200"/>
              <a:gd name="connsiteY51" fmla="*/ 281077 h 399723"/>
              <a:gd name="connsiteX52" fmla="*/ 365680 w 457200"/>
              <a:gd name="connsiteY52" fmla="*/ 289976 h 399723"/>
              <a:gd name="connsiteX53" fmla="*/ 365680 w 457200"/>
              <a:gd name="connsiteY53" fmla="*/ 390770 h 399723"/>
              <a:gd name="connsiteX54" fmla="*/ 356782 w 457200"/>
              <a:gd name="connsiteY54" fmla="*/ 399669 h 399723"/>
              <a:gd name="connsiteX55" fmla="*/ 347883 w 457200"/>
              <a:gd name="connsiteY55" fmla="*/ 390770 h 399723"/>
              <a:gd name="connsiteX56" fmla="*/ 347883 w 457200"/>
              <a:gd name="connsiteY56" fmla="*/ 314082 h 399723"/>
              <a:gd name="connsiteX57" fmla="*/ 331758 w 457200"/>
              <a:gd name="connsiteY57" fmla="*/ 327187 h 399723"/>
              <a:gd name="connsiteX58" fmla="*/ 319678 w 457200"/>
              <a:gd name="connsiteY58" fmla="*/ 324167 h 399723"/>
              <a:gd name="connsiteX59" fmla="*/ 322590 w 457200"/>
              <a:gd name="connsiteY59" fmla="*/ 311925 h 399723"/>
              <a:gd name="connsiteX60" fmla="*/ 340872 w 457200"/>
              <a:gd name="connsiteY60" fmla="*/ 295530 h 399723"/>
              <a:gd name="connsiteX61" fmla="*/ 347236 w 457200"/>
              <a:gd name="connsiteY61" fmla="*/ 287873 h 399723"/>
              <a:gd name="connsiteX62" fmla="*/ 349447 w 457200"/>
              <a:gd name="connsiteY62" fmla="*/ 284960 h 399723"/>
              <a:gd name="connsiteX63" fmla="*/ 349555 w 457200"/>
              <a:gd name="connsiteY63" fmla="*/ 284798 h 399723"/>
              <a:gd name="connsiteX64" fmla="*/ 356782 w 457200"/>
              <a:gd name="connsiteY64" fmla="*/ 281077 h 399723"/>
              <a:gd name="connsiteX65" fmla="*/ 197636 w 457200"/>
              <a:gd name="connsiteY65" fmla="*/ 281077 h 399723"/>
              <a:gd name="connsiteX66" fmla="*/ 206534 w 457200"/>
              <a:gd name="connsiteY66" fmla="*/ 289976 h 399723"/>
              <a:gd name="connsiteX67" fmla="*/ 206534 w 457200"/>
              <a:gd name="connsiteY67" fmla="*/ 390770 h 399723"/>
              <a:gd name="connsiteX68" fmla="*/ 197636 w 457200"/>
              <a:gd name="connsiteY68" fmla="*/ 399669 h 399723"/>
              <a:gd name="connsiteX69" fmla="*/ 188737 w 457200"/>
              <a:gd name="connsiteY69" fmla="*/ 390770 h 399723"/>
              <a:gd name="connsiteX70" fmla="*/ 188737 w 457200"/>
              <a:gd name="connsiteY70" fmla="*/ 314082 h 399723"/>
              <a:gd name="connsiteX71" fmla="*/ 172612 w 457200"/>
              <a:gd name="connsiteY71" fmla="*/ 327187 h 399723"/>
              <a:gd name="connsiteX72" fmla="*/ 160532 w 457200"/>
              <a:gd name="connsiteY72" fmla="*/ 324167 h 399723"/>
              <a:gd name="connsiteX73" fmla="*/ 163444 w 457200"/>
              <a:gd name="connsiteY73" fmla="*/ 311925 h 399723"/>
              <a:gd name="connsiteX74" fmla="*/ 181726 w 457200"/>
              <a:gd name="connsiteY74" fmla="*/ 295530 h 399723"/>
              <a:gd name="connsiteX75" fmla="*/ 188090 w 457200"/>
              <a:gd name="connsiteY75" fmla="*/ 287873 h 399723"/>
              <a:gd name="connsiteX76" fmla="*/ 190301 w 457200"/>
              <a:gd name="connsiteY76" fmla="*/ 284960 h 399723"/>
              <a:gd name="connsiteX77" fmla="*/ 190409 w 457200"/>
              <a:gd name="connsiteY77" fmla="*/ 284798 h 399723"/>
              <a:gd name="connsiteX78" fmla="*/ 197636 w 457200"/>
              <a:gd name="connsiteY78" fmla="*/ 281077 h 399723"/>
              <a:gd name="connsiteX79" fmla="*/ 38436 w 457200"/>
              <a:gd name="connsiteY79" fmla="*/ 281077 h 399723"/>
              <a:gd name="connsiteX80" fmla="*/ 47334 w 457200"/>
              <a:gd name="connsiteY80" fmla="*/ 289976 h 399723"/>
              <a:gd name="connsiteX81" fmla="*/ 47334 w 457200"/>
              <a:gd name="connsiteY81" fmla="*/ 390770 h 399723"/>
              <a:gd name="connsiteX82" fmla="*/ 38436 w 457200"/>
              <a:gd name="connsiteY82" fmla="*/ 399669 h 399723"/>
              <a:gd name="connsiteX83" fmla="*/ 29537 w 457200"/>
              <a:gd name="connsiteY83" fmla="*/ 390770 h 399723"/>
              <a:gd name="connsiteX84" fmla="*/ 29537 w 457200"/>
              <a:gd name="connsiteY84" fmla="*/ 314082 h 399723"/>
              <a:gd name="connsiteX85" fmla="*/ 13412 w 457200"/>
              <a:gd name="connsiteY85" fmla="*/ 327187 h 399723"/>
              <a:gd name="connsiteX86" fmla="*/ 1332 w 457200"/>
              <a:gd name="connsiteY86" fmla="*/ 324167 h 399723"/>
              <a:gd name="connsiteX87" fmla="*/ 4244 w 457200"/>
              <a:gd name="connsiteY87" fmla="*/ 311925 h 399723"/>
              <a:gd name="connsiteX88" fmla="*/ 22526 w 457200"/>
              <a:gd name="connsiteY88" fmla="*/ 295530 h 399723"/>
              <a:gd name="connsiteX89" fmla="*/ 28890 w 457200"/>
              <a:gd name="connsiteY89" fmla="*/ 287873 h 399723"/>
              <a:gd name="connsiteX90" fmla="*/ 31101 w 457200"/>
              <a:gd name="connsiteY90" fmla="*/ 284960 h 399723"/>
              <a:gd name="connsiteX91" fmla="*/ 31209 w 457200"/>
              <a:gd name="connsiteY91" fmla="*/ 284798 h 399723"/>
              <a:gd name="connsiteX92" fmla="*/ 38436 w 457200"/>
              <a:gd name="connsiteY92" fmla="*/ 281077 h 399723"/>
              <a:gd name="connsiteX93" fmla="*/ 353923 w 457200"/>
              <a:gd name="connsiteY93" fmla="*/ 158388 h 399723"/>
              <a:gd name="connsiteX94" fmla="*/ 336180 w 457200"/>
              <a:gd name="connsiteY94" fmla="*/ 176131 h 399723"/>
              <a:gd name="connsiteX95" fmla="*/ 336180 w 457200"/>
              <a:gd name="connsiteY95" fmla="*/ 223697 h 399723"/>
              <a:gd name="connsiteX96" fmla="*/ 353923 w 457200"/>
              <a:gd name="connsiteY96" fmla="*/ 241386 h 399723"/>
              <a:gd name="connsiteX97" fmla="*/ 354030 w 457200"/>
              <a:gd name="connsiteY97" fmla="*/ 241386 h 399723"/>
              <a:gd name="connsiteX98" fmla="*/ 371774 w 457200"/>
              <a:gd name="connsiteY98" fmla="*/ 223697 h 399723"/>
              <a:gd name="connsiteX99" fmla="*/ 371774 w 457200"/>
              <a:gd name="connsiteY99" fmla="*/ 176131 h 399723"/>
              <a:gd name="connsiteX100" fmla="*/ 354030 w 457200"/>
              <a:gd name="connsiteY100" fmla="*/ 158388 h 399723"/>
              <a:gd name="connsiteX101" fmla="*/ 194722 w 457200"/>
              <a:gd name="connsiteY101" fmla="*/ 158388 h 399723"/>
              <a:gd name="connsiteX102" fmla="*/ 176979 w 457200"/>
              <a:gd name="connsiteY102" fmla="*/ 176131 h 399723"/>
              <a:gd name="connsiteX103" fmla="*/ 176979 w 457200"/>
              <a:gd name="connsiteY103" fmla="*/ 223697 h 399723"/>
              <a:gd name="connsiteX104" fmla="*/ 194722 w 457200"/>
              <a:gd name="connsiteY104" fmla="*/ 241386 h 399723"/>
              <a:gd name="connsiteX105" fmla="*/ 194830 w 457200"/>
              <a:gd name="connsiteY105" fmla="*/ 241386 h 399723"/>
              <a:gd name="connsiteX106" fmla="*/ 212573 w 457200"/>
              <a:gd name="connsiteY106" fmla="*/ 223697 h 399723"/>
              <a:gd name="connsiteX107" fmla="*/ 212573 w 457200"/>
              <a:gd name="connsiteY107" fmla="*/ 176131 h 399723"/>
              <a:gd name="connsiteX108" fmla="*/ 194830 w 457200"/>
              <a:gd name="connsiteY108" fmla="*/ 158388 h 399723"/>
              <a:gd name="connsiteX109" fmla="*/ 35577 w 457200"/>
              <a:gd name="connsiteY109" fmla="*/ 158388 h 399723"/>
              <a:gd name="connsiteX110" fmla="*/ 17834 w 457200"/>
              <a:gd name="connsiteY110" fmla="*/ 176131 h 399723"/>
              <a:gd name="connsiteX111" fmla="*/ 17834 w 457200"/>
              <a:gd name="connsiteY111" fmla="*/ 223697 h 399723"/>
              <a:gd name="connsiteX112" fmla="*/ 35577 w 457200"/>
              <a:gd name="connsiteY112" fmla="*/ 241386 h 399723"/>
              <a:gd name="connsiteX113" fmla="*/ 35685 w 457200"/>
              <a:gd name="connsiteY113" fmla="*/ 241386 h 399723"/>
              <a:gd name="connsiteX114" fmla="*/ 53428 w 457200"/>
              <a:gd name="connsiteY114" fmla="*/ 223697 h 399723"/>
              <a:gd name="connsiteX115" fmla="*/ 53428 w 457200"/>
              <a:gd name="connsiteY115" fmla="*/ 176131 h 399723"/>
              <a:gd name="connsiteX116" fmla="*/ 35685 w 457200"/>
              <a:gd name="connsiteY116" fmla="*/ 158388 h 399723"/>
              <a:gd name="connsiteX117" fmla="*/ 448300 w 457200"/>
              <a:gd name="connsiteY117" fmla="*/ 140591 h 399723"/>
              <a:gd name="connsiteX118" fmla="*/ 457198 w 457200"/>
              <a:gd name="connsiteY118" fmla="*/ 149489 h 399723"/>
              <a:gd name="connsiteX119" fmla="*/ 457198 w 457200"/>
              <a:gd name="connsiteY119" fmla="*/ 250285 h 399723"/>
              <a:gd name="connsiteX120" fmla="*/ 448300 w 457200"/>
              <a:gd name="connsiteY120" fmla="*/ 259183 h 399723"/>
              <a:gd name="connsiteX121" fmla="*/ 439401 w 457200"/>
              <a:gd name="connsiteY121" fmla="*/ 250285 h 399723"/>
              <a:gd name="connsiteX122" fmla="*/ 439401 w 457200"/>
              <a:gd name="connsiteY122" fmla="*/ 173596 h 399723"/>
              <a:gd name="connsiteX123" fmla="*/ 423276 w 457200"/>
              <a:gd name="connsiteY123" fmla="*/ 186701 h 399723"/>
              <a:gd name="connsiteX124" fmla="*/ 411196 w 457200"/>
              <a:gd name="connsiteY124" fmla="*/ 183681 h 399723"/>
              <a:gd name="connsiteX125" fmla="*/ 414108 w 457200"/>
              <a:gd name="connsiteY125" fmla="*/ 171439 h 399723"/>
              <a:gd name="connsiteX126" fmla="*/ 432390 w 457200"/>
              <a:gd name="connsiteY126" fmla="*/ 155044 h 399723"/>
              <a:gd name="connsiteX127" fmla="*/ 438754 w 457200"/>
              <a:gd name="connsiteY127" fmla="*/ 147387 h 399723"/>
              <a:gd name="connsiteX128" fmla="*/ 440965 w 457200"/>
              <a:gd name="connsiteY128" fmla="*/ 144474 h 399723"/>
              <a:gd name="connsiteX129" fmla="*/ 441073 w 457200"/>
              <a:gd name="connsiteY129" fmla="*/ 144312 h 399723"/>
              <a:gd name="connsiteX130" fmla="*/ 448300 w 457200"/>
              <a:gd name="connsiteY130" fmla="*/ 140591 h 399723"/>
              <a:gd name="connsiteX131" fmla="*/ 353923 w 457200"/>
              <a:gd name="connsiteY131" fmla="*/ 140591 h 399723"/>
              <a:gd name="connsiteX132" fmla="*/ 354030 w 457200"/>
              <a:gd name="connsiteY132" fmla="*/ 140591 h 399723"/>
              <a:gd name="connsiteX133" fmla="*/ 389570 w 457200"/>
              <a:gd name="connsiteY133" fmla="*/ 176131 h 399723"/>
              <a:gd name="connsiteX134" fmla="*/ 389570 w 457200"/>
              <a:gd name="connsiteY134" fmla="*/ 223697 h 399723"/>
              <a:gd name="connsiteX135" fmla="*/ 354030 w 457200"/>
              <a:gd name="connsiteY135" fmla="*/ 259183 h 399723"/>
              <a:gd name="connsiteX136" fmla="*/ 353923 w 457200"/>
              <a:gd name="connsiteY136" fmla="*/ 259183 h 399723"/>
              <a:gd name="connsiteX137" fmla="*/ 318383 w 457200"/>
              <a:gd name="connsiteY137" fmla="*/ 223697 h 399723"/>
              <a:gd name="connsiteX138" fmla="*/ 318383 w 457200"/>
              <a:gd name="connsiteY138" fmla="*/ 176131 h 399723"/>
              <a:gd name="connsiteX139" fmla="*/ 353923 w 457200"/>
              <a:gd name="connsiteY139" fmla="*/ 140591 h 399723"/>
              <a:gd name="connsiteX140" fmla="*/ 194722 w 457200"/>
              <a:gd name="connsiteY140" fmla="*/ 140591 h 399723"/>
              <a:gd name="connsiteX141" fmla="*/ 194830 w 457200"/>
              <a:gd name="connsiteY141" fmla="*/ 140591 h 399723"/>
              <a:gd name="connsiteX142" fmla="*/ 230370 w 457200"/>
              <a:gd name="connsiteY142" fmla="*/ 176131 h 399723"/>
              <a:gd name="connsiteX143" fmla="*/ 230370 w 457200"/>
              <a:gd name="connsiteY143" fmla="*/ 223697 h 399723"/>
              <a:gd name="connsiteX144" fmla="*/ 194830 w 457200"/>
              <a:gd name="connsiteY144" fmla="*/ 259183 h 399723"/>
              <a:gd name="connsiteX145" fmla="*/ 194722 w 457200"/>
              <a:gd name="connsiteY145" fmla="*/ 259183 h 399723"/>
              <a:gd name="connsiteX146" fmla="*/ 159182 w 457200"/>
              <a:gd name="connsiteY146" fmla="*/ 223697 h 399723"/>
              <a:gd name="connsiteX147" fmla="*/ 159182 w 457200"/>
              <a:gd name="connsiteY147" fmla="*/ 176131 h 399723"/>
              <a:gd name="connsiteX148" fmla="*/ 194722 w 457200"/>
              <a:gd name="connsiteY148" fmla="*/ 140591 h 399723"/>
              <a:gd name="connsiteX149" fmla="*/ 35577 w 457200"/>
              <a:gd name="connsiteY149" fmla="*/ 140591 h 399723"/>
              <a:gd name="connsiteX150" fmla="*/ 35685 w 457200"/>
              <a:gd name="connsiteY150" fmla="*/ 140591 h 399723"/>
              <a:gd name="connsiteX151" fmla="*/ 71225 w 457200"/>
              <a:gd name="connsiteY151" fmla="*/ 176131 h 399723"/>
              <a:gd name="connsiteX152" fmla="*/ 71225 w 457200"/>
              <a:gd name="connsiteY152" fmla="*/ 223697 h 399723"/>
              <a:gd name="connsiteX153" fmla="*/ 35685 w 457200"/>
              <a:gd name="connsiteY153" fmla="*/ 259183 h 399723"/>
              <a:gd name="connsiteX154" fmla="*/ 35577 w 457200"/>
              <a:gd name="connsiteY154" fmla="*/ 259183 h 399723"/>
              <a:gd name="connsiteX155" fmla="*/ 37 w 457200"/>
              <a:gd name="connsiteY155" fmla="*/ 223697 h 399723"/>
              <a:gd name="connsiteX156" fmla="*/ 37 w 457200"/>
              <a:gd name="connsiteY156" fmla="*/ 176131 h 399723"/>
              <a:gd name="connsiteX157" fmla="*/ 35577 w 457200"/>
              <a:gd name="connsiteY157" fmla="*/ 140591 h 399723"/>
              <a:gd name="connsiteX158" fmla="*/ 289154 w 457200"/>
              <a:gd name="connsiteY158" fmla="*/ 140537 h 399723"/>
              <a:gd name="connsiteX159" fmla="*/ 298052 w 457200"/>
              <a:gd name="connsiteY159" fmla="*/ 149435 h 399723"/>
              <a:gd name="connsiteX160" fmla="*/ 298052 w 457200"/>
              <a:gd name="connsiteY160" fmla="*/ 250230 h 399723"/>
              <a:gd name="connsiteX161" fmla="*/ 289154 w 457200"/>
              <a:gd name="connsiteY161" fmla="*/ 259129 h 399723"/>
              <a:gd name="connsiteX162" fmla="*/ 280255 w 457200"/>
              <a:gd name="connsiteY162" fmla="*/ 250230 h 399723"/>
              <a:gd name="connsiteX163" fmla="*/ 280255 w 457200"/>
              <a:gd name="connsiteY163" fmla="*/ 173542 h 399723"/>
              <a:gd name="connsiteX164" fmla="*/ 264130 w 457200"/>
              <a:gd name="connsiteY164" fmla="*/ 186647 h 399723"/>
              <a:gd name="connsiteX165" fmla="*/ 252050 w 457200"/>
              <a:gd name="connsiteY165" fmla="*/ 183627 h 399723"/>
              <a:gd name="connsiteX166" fmla="*/ 254962 w 457200"/>
              <a:gd name="connsiteY166" fmla="*/ 171385 h 399723"/>
              <a:gd name="connsiteX167" fmla="*/ 273244 w 457200"/>
              <a:gd name="connsiteY167" fmla="*/ 154990 h 399723"/>
              <a:gd name="connsiteX168" fmla="*/ 279608 w 457200"/>
              <a:gd name="connsiteY168" fmla="*/ 147332 h 399723"/>
              <a:gd name="connsiteX169" fmla="*/ 281819 w 457200"/>
              <a:gd name="connsiteY169" fmla="*/ 144420 h 399723"/>
              <a:gd name="connsiteX170" fmla="*/ 281927 w 457200"/>
              <a:gd name="connsiteY170" fmla="*/ 144258 h 399723"/>
              <a:gd name="connsiteX171" fmla="*/ 289154 w 457200"/>
              <a:gd name="connsiteY171" fmla="*/ 140537 h 399723"/>
              <a:gd name="connsiteX172" fmla="*/ 129953 w 457200"/>
              <a:gd name="connsiteY172" fmla="*/ 140537 h 399723"/>
              <a:gd name="connsiteX173" fmla="*/ 138851 w 457200"/>
              <a:gd name="connsiteY173" fmla="*/ 149435 h 399723"/>
              <a:gd name="connsiteX174" fmla="*/ 138851 w 457200"/>
              <a:gd name="connsiteY174" fmla="*/ 250230 h 399723"/>
              <a:gd name="connsiteX175" fmla="*/ 129953 w 457200"/>
              <a:gd name="connsiteY175" fmla="*/ 259129 h 399723"/>
              <a:gd name="connsiteX176" fmla="*/ 121054 w 457200"/>
              <a:gd name="connsiteY176" fmla="*/ 250230 h 399723"/>
              <a:gd name="connsiteX177" fmla="*/ 121054 w 457200"/>
              <a:gd name="connsiteY177" fmla="*/ 173542 h 399723"/>
              <a:gd name="connsiteX178" fmla="*/ 104929 w 457200"/>
              <a:gd name="connsiteY178" fmla="*/ 186647 h 399723"/>
              <a:gd name="connsiteX179" fmla="*/ 92849 w 457200"/>
              <a:gd name="connsiteY179" fmla="*/ 183627 h 399723"/>
              <a:gd name="connsiteX180" fmla="*/ 95761 w 457200"/>
              <a:gd name="connsiteY180" fmla="*/ 171385 h 399723"/>
              <a:gd name="connsiteX181" fmla="*/ 114043 w 457200"/>
              <a:gd name="connsiteY181" fmla="*/ 154990 h 399723"/>
              <a:gd name="connsiteX182" fmla="*/ 120407 w 457200"/>
              <a:gd name="connsiteY182" fmla="*/ 147332 h 399723"/>
              <a:gd name="connsiteX183" fmla="*/ 122618 w 457200"/>
              <a:gd name="connsiteY183" fmla="*/ 144420 h 399723"/>
              <a:gd name="connsiteX184" fmla="*/ 122726 w 457200"/>
              <a:gd name="connsiteY184" fmla="*/ 144258 h 399723"/>
              <a:gd name="connsiteX185" fmla="*/ 129953 w 457200"/>
              <a:gd name="connsiteY185" fmla="*/ 140537 h 399723"/>
              <a:gd name="connsiteX186" fmla="*/ 103262 w 457200"/>
              <a:gd name="connsiteY186" fmla="*/ 17851 h 399723"/>
              <a:gd name="connsiteX187" fmla="*/ 85519 w 457200"/>
              <a:gd name="connsiteY187" fmla="*/ 35594 h 399723"/>
              <a:gd name="connsiteX188" fmla="*/ 85519 w 457200"/>
              <a:gd name="connsiteY188" fmla="*/ 83160 h 399723"/>
              <a:gd name="connsiteX189" fmla="*/ 103262 w 457200"/>
              <a:gd name="connsiteY189" fmla="*/ 100849 h 399723"/>
              <a:gd name="connsiteX190" fmla="*/ 103370 w 457200"/>
              <a:gd name="connsiteY190" fmla="*/ 100849 h 399723"/>
              <a:gd name="connsiteX191" fmla="*/ 121113 w 457200"/>
              <a:gd name="connsiteY191" fmla="*/ 83160 h 399723"/>
              <a:gd name="connsiteX192" fmla="*/ 121113 w 457200"/>
              <a:gd name="connsiteY192" fmla="*/ 35594 h 399723"/>
              <a:gd name="connsiteX193" fmla="*/ 103370 w 457200"/>
              <a:gd name="connsiteY193" fmla="*/ 17851 h 399723"/>
              <a:gd name="connsiteX194" fmla="*/ 262406 w 457200"/>
              <a:gd name="connsiteY194" fmla="*/ 17849 h 399723"/>
              <a:gd name="connsiteX195" fmla="*/ 244663 w 457200"/>
              <a:gd name="connsiteY195" fmla="*/ 35592 h 399723"/>
              <a:gd name="connsiteX196" fmla="*/ 244663 w 457200"/>
              <a:gd name="connsiteY196" fmla="*/ 83158 h 399723"/>
              <a:gd name="connsiteX197" fmla="*/ 262406 w 457200"/>
              <a:gd name="connsiteY197" fmla="*/ 100847 h 399723"/>
              <a:gd name="connsiteX198" fmla="*/ 262514 w 457200"/>
              <a:gd name="connsiteY198" fmla="*/ 100847 h 399723"/>
              <a:gd name="connsiteX199" fmla="*/ 280257 w 457200"/>
              <a:gd name="connsiteY199" fmla="*/ 83158 h 399723"/>
              <a:gd name="connsiteX200" fmla="*/ 280257 w 457200"/>
              <a:gd name="connsiteY200" fmla="*/ 35592 h 399723"/>
              <a:gd name="connsiteX201" fmla="*/ 262514 w 457200"/>
              <a:gd name="connsiteY201" fmla="*/ 17849 h 399723"/>
              <a:gd name="connsiteX202" fmla="*/ 421552 w 457200"/>
              <a:gd name="connsiteY202" fmla="*/ 17848 h 399723"/>
              <a:gd name="connsiteX203" fmla="*/ 403809 w 457200"/>
              <a:gd name="connsiteY203" fmla="*/ 35591 h 399723"/>
              <a:gd name="connsiteX204" fmla="*/ 403809 w 457200"/>
              <a:gd name="connsiteY204" fmla="*/ 83157 h 399723"/>
              <a:gd name="connsiteX205" fmla="*/ 421552 w 457200"/>
              <a:gd name="connsiteY205" fmla="*/ 100846 h 399723"/>
              <a:gd name="connsiteX206" fmla="*/ 421660 w 457200"/>
              <a:gd name="connsiteY206" fmla="*/ 100846 h 399723"/>
              <a:gd name="connsiteX207" fmla="*/ 439403 w 457200"/>
              <a:gd name="connsiteY207" fmla="*/ 83157 h 399723"/>
              <a:gd name="connsiteX208" fmla="*/ 439403 w 457200"/>
              <a:gd name="connsiteY208" fmla="*/ 35591 h 399723"/>
              <a:gd name="connsiteX209" fmla="*/ 421660 w 457200"/>
              <a:gd name="connsiteY209" fmla="*/ 17848 h 399723"/>
              <a:gd name="connsiteX210" fmla="*/ 197639 w 457200"/>
              <a:gd name="connsiteY210" fmla="*/ 54 h 399723"/>
              <a:gd name="connsiteX211" fmla="*/ 206537 w 457200"/>
              <a:gd name="connsiteY211" fmla="*/ 8952 h 399723"/>
              <a:gd name="connsiteX212" fmla="*/ 206537 w 457200"/>
              <a:gd name="connsiteY212" fmla="*/ 109747 h 399723"/>
              <a:gd name="connsiteX213" fmla="*/ 197639 w 457200"/>
              <a:gd name="connsiteY213" fmla="*/ 118646 h 399723"/>
              <a:gd name="connsiteX214" fmla="*/ 188740 w 457200"/>
              <a:gd name="connsiteY214" fmla="*/ 109747 h 399723"/>
              <a:gd name="connsiteX215" fmla="*/ 188740 w 457200"/>
              <a:gd name="connsiteY215" fmla="*/ 33059 h 399723"/>
              <a:gd name="connsiteX216" fmla="*/ 172615 w 457200"/>
              <a:gd name="connsiteY216" fmla="*/ 46164 h 399723"/>
              <a:gd name="connsiteX217" fmla="*/ 160535 w 457200"/>
              <a:gd name="connsiteY217" fmla="*/ 43144 h 399723"/>
              <a:gd name="connsiteX218" fmla="*/ 163447 w 457200"/>
              <a:gd name="connsiteY218" fmla="*/ 30902 h 399723"/>
              <a:gd name="connsiteX219" fmla="*/ 181729 w 457200"/>
              <a:gd name="connsiteY219" fmla="*/ 14507 h 399723"/>
              <a:gd name="connsiteX220" fmla="*/ 188093 w 457200"/>
              <a:gd name="connsiteY220" fmla="*/ 6850 h 399723"/>
              <a:gd name="connsiteX221" fmla="*/ 190304 w 457200"/>
              <a:gd name="connsiteY221" fmla="*/ 3937 h 399723"/>
              <a:gd name="connsiteX222" fmla="*/ 190412 w 457200"/>
              <a:gd name="connsiteY222" fmla="*/ 3775 h 399723"/>
              <a:gd name="connsiteX223" fmla="*/ 197639 w 457200"/>
              <a:gd name="connsiteY223" fmla="*/ 54 h 399723"/>
              <a:gd name="connsiteX224" fmla="*/ 103262 w 457200"/>
              <a:gd name="connsiteY224" fmla="*/ 54 h 399723"/>
              <a:gd name="connsiteX225" fmla="*/ 103370 w 457200"/>
              <a:gd name="connsiteY225" fmla="*/ 54 h 399723"/>
              <a:gd name="connsiteX226" fmla="*/ 138910 w 457200"/>
              <a:gd name="connsiteY226" fmla="*/ 35594 h 399723"/>
              <a:gd name="connsiteX227" fmla="*/ 138910 w 457200"/>
              <a:gd name="connsiteY227" fmla="*/ 83160 h 399723"/>
              <a:gd name="connsiteX228" fmla="*/ 103370 w 457200"/>
              <a:gd name="connsiteY228" fmla="*/ 118646 h 399723"/>
              <a:gd name="connsiteX229" fmla="*/ 103262 w 457200"/>
              <a:gd name="connsiteY229" fmla="*/ 118646 h 399723"/>
              <a:gd name="connsiteX230" fmla="*/ 67722 w 457200"/>
              <a:gd name="connsiteY230" fmla="*/ 83160 h 399723"/>
              <a:gd name="connsiteX231" fmla="*/ 67722 w 457200"/>
              <a:gd name="connsiteY231" fmla="*/ 35594 h 399723"/>
              <a:gd name="connsiteX232" fmla="*/ 103262 w 457200"/>
              <a:gd name="connsiteY232" fmla="*/ 54 h 399723"/>
              <a:gd name="connsiteX233" fmla="*/ 356784 w 457200"/>
              <a:gd name="connsiteY233" fmla="*/ 53 h 399723"/>
              <a:gd name="connsiteX234" fmla="*/ 365682 w 457200"/>
              <a:gd name="connsiteY234" fmla="*/ 8951 h 399723"/>
              <a:gd name="connsiteX235" fmla="*/ 365682 w 457200"/>
              <a:gd name="connsiteY235" fmla="*/ 109746 h 399723"/>
              <a:gd name="connsiteX236" fmla="*/ 356784 w 457200"/>
              <a:gd name="connsiteY236" fmla="*/ 118645 h 399723"/>
              <a:gd name="connsiteX237" fmla="*/ 347885 w 457200"/>
              <a:gd name="connsiteY237" fmla="*/ 109746 h 399723"/>
              <a:gd name="connsiteX238" fmla="*/ 347885 w 457200"/>
              <a:gd name="connsiteY238" fmla="*/ 33058 h 399723"/>
              <a:gd name="connsiteX239" fmla="*/ 331760 w 457200"/>
              <a:gd name="connsiteY239" fmla="*/ 46163 h 399723"/>
              <a:gd name="connsiteX240" fmla="*/ 319680 w 457200"/>
              <a:gd name="connsiteY240" fmla="*/ 43143 h 399723"/>
              <a:gd name="connsiteX241" fmla="*/ 322592 w 457200"/>
              <a:gd name="connsiteY241" fmla="*/ 30901 h 399723"/>
              <a:gd name="connsiteX242" fmla="*/ 340874 w 457200"/>
              <a:gd name="connsiteY242" fmla="*/ 14506 h 399723"/>
              <a:gd name="connsiteX243" fmla="*/ 347238 w 457200"/>
              <a:gd name="connsiteY243" fmla="*/ 6849 h 399723"/>
              <a:gd name="connsiteX244" fmla="*/ 349449 w 457200"/>
              <a:gd name="connsiteY244" fmla="*/ 3936 h 399723"/>
              <a:gd name="connsiteX245" fmla="*/ 349557 w 457200"/>
              <a:gd name="connsiteY245" fmla="*/ 3774 h 399723"/>
              <a:gd name="connsiteX246" fmla="*/ 356784 w 457200"/>
              <a:gd name="connsiteY246" fmla="*/ 53 h 399723"/>
              <a:gd name="connsiteX247" fmla="*/ 262406 w 457200"/>
              <a:gd name="connsiteY247" fmla="*/ 52 h 399723"/>
              <a:gd name="connsiteX248" fmla="*/ 262514 w 457200"/>
              <a:gd name="connsiteY248" fmla="*/ 52 h 399723"/>
              <a:gd name="connsiteX249" fmla="*/ 298054 w 457200"/>
              <a:gd name="connsiteY249" fmla="*/ 35592 h 399723"/>
              <a:gd name="connsiteX250" fmla="*/ 298054 w 457200"/>
              <a:gd name="connsiteY250" fmla="*/ 83158 h 399723"/>
              <a:gd name="connsiteX251" fmla="*/ 262514 w 457200"/>
              <a:gd name="connsiteY251" fmla="*/ 118644 h 399723"/>
              <a:gd name="connsiteX252" fmla="*/ 262406 w 457200"/>
              <a:gd name="connsiteY252" fmla="*/ 118644 h 399723"/>
              <a:gd name="connsiteX253" fmla="*/ 226866 w 457200"/>
              <a:gd name="connsiteY253" fmla="*/ 83158 h 399723"/>
              <a:gd name="connsiteX254" fmla="*/ 226866 w 457200"/>
              <a:gd name="connsiteY254" fmla="*/ 35592 h 399723"/>
              <a:gd name="connsiteX255" fmla="*/ 262406 w 457200"/>
              <a:gd name="connsiteY255" fmla="*/ 52 h 399723"/>
              <a:gd name="connsiteX256" fmla="*/ 421552 w 457200"/>
              <a:gd name="connsiteY256" fmla="*/ 51 h 399723"/>
              <a:gd name="connsiteX257" fmla="*/ 421660 w 457200"/>
              <a:gd name="connsiteY257" fmla="*/ 51 h 399723"/>
              <a:gd name="connsiteX258" fmla="*/ 457200 w 457200"/>
              <a:gd name="connsiteY258" fmla="*/ 35591 h 399723"/>
              <a:gd name="connsiteX259" fmla="*/ 457200 w 457200"/>
              <a:gd name="connsiteY259" fmla="*/ 83157 h 399723"/>
              <a:gd name="connsiteX260" fmla="*/ 421660 w 457200"/>
              <a:gd name="connsiteY260" fmla="*/ 118643 h 399723"/>
              <a:gd name="connsiteX261" fmla="*/ 421552 w 457200"/>
              <a:gd name="connsiteY261" fmla="*/ 118643 h 399723"/>
              <a:gd name="connsiteX262" fmla="*/ 386012 w 457200"/>
              <a:gd name="connsiteY262" fmla="*/ 83157 h 399723"/>
              <a:gd name="connsiteX263" fmla="*/ 386012 w 457200"/>
              <a:gd name="connsiteY263" fmla="*/ 35591 h 399723"/>
              <a:gd name="connsiteX264" fmla="*/ 421552 w 457200"/>
              <a:gd name="connsiteY264" fmla="*/ 51 h 399723"/>
              <a:gd name="connsiteX265" fmla="*/ 38439 w 457200"/>
              <a:gd name="connsiteY265" fmla="*/ 0 h 399723"/>
              <a:gd name="connsiteX266" fmla="*/ 47337 w 457200"/>
              <a:gd name="connsiteY266" fmla="*/ 8898 h 399723"/>
              <a:gd name="connsiteX267" fmla="*/ 47337 w 457200"/>
              <a:gd name="connsiteY267" fmla="*/ 109693 h 399723"/>
              <a:gd name="connsiteX268" fmla="*/ 38439 w 457200"/>
              <a:gd name="connsiteY268" fmla="*/ 118592 h 399723"/>
              <a:gd name="connsiteX269" fmla="*/ 29540 w 457200"/>
              <a:gd name="connsiteY269" fmla="*/ 109693 h 399723"/>
              <a:gd name="connsiteX270" fmla="*/ 29540 w 457200"/>
              <a:gd name="connsiteY270" fmla="*/ 33005 h 399723"/>
              <a:gd name="connsiteX271" fmla="*/ 13415 w 457200"/>
              <a:gd name="connsiteY271" fmla="*/ 46110 h 399723"/>
              <a:gd name="connsiteX272" fmla="*/ 1335 w 457200"/>
              <a:gd name="connsiteY272" fmla="*/ 43090 h 399723"/>
              <a:gd name="connsiteX273" fmla="*/ 4247 w 457200"/>
              <a:gd name="connsiteY273" fmla="*/ 30848 h 399723"/>
              <a:gd name="connsiteX274" fmla="*/ 22529 w 457200"/>
              <a:gd name="connsiteY274" fmla="*/ 14453 h 399723"/>
              <a:gd name="connsiteX275" fmla="*/ 28893 w 457200"/>
              <a:gd name="connsiteY275" fmla="*/ 6795 h 399723"/>
              <a:gd name="connsiteX276" fmla="*/ 31104 w 457200"/>
              <a:gd name="connsiteY276" fmla="*/ 3883 h 399723"/>
              <a:gd name="connsiteX277" fmla="*/ 31212 w 457200"/>
              <a:gd name="connsiteY277" fmla="*/ 3721 h 399723"/>
              <a:gd name="connsiteX278" fmla="*/ 38439 w 457200"/>
              <a:gd name="connsiteY278" fmla="*/ 0 h 399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Lst>
            <a:rect l="l" t="t" r="r" b="b"/>
            <a:pathLst>
              <a:path w="457200" h="399723">
                <a:moveTo>
                  <a:pt x="421552" y="298928"/>
                </a:moveTo>
                <a:cubicBezTo>
                  <a:pt x="411737" y="298928"/>
                  <a:pt x="403809" y="306909"/>
                  <a:pt x="403809" y="316671"/>
                </a:cubicBezTo>
                <a:lnTo>
                  <a:pt x="403809" y="364237"/>
                </a:lnTo>
                <a:cubicBezTo>
                  <a:pt x="403809" y="373998"/>
                  <a:pt x="411737" y="381926"/>
                  <a:pt x="421552" y="381926"/>
                </a:cubicBezTo>
                <a:lnTo>
                  <a:pt x="421660" y="381926"/>
                </a:lnTo>
                <a:cubicBezTo>
                  <a:pt x="431421" y="381926"/>
                  <a:pt x="439403" y="373998"/>
                  <a:pt x="439403" y="364237"/>
                </a:cubicBezTo>
                <a:lnTo>
                  <a:pt x="439403" y="316671"/>
                </a:lnTo>
                <a:cubicBezTo>
                  <a:pt x="439403" y="306909"/>
                  <a:pt x="431421" y="298928"/>
                  <a:pt x="421660" y="298928"/>
                </a:cubicBezTo>
                <a:close/>
                <a:moveTo>
                  <a:pt x="262405" y="298928"/>
                </a:moveTo>
                <a:cubicBezTo>
                  <a:pt x="252590" y="298928"/>
                  <a:pt x="244662" y="306909"/>
                  <a:pt x="244662" y="316671"/>
                </a:cubicBezTo>
                <a:lnTo>
                  <a:pt x="244662" y="364237"/>
                </a:lnTo>
                <a:cubicBezTo>
                  <a:pt x="244662" y="373998"/>
                  <a:pt x="252590" y="381926"/>
                  <a:pt x="262405" y="381926"/>
                </a:cubicBezTo>
                <a:lnTo>
                  <a:pt x="262513" y="381926"/>
                </a:lnTo>
                <a:cubicBezTo>
                  <a:pt x="272274" y="381926"/>
                  <a:pt x="280256" y="373998"/>
                  <a:pt x="280256" y="364237"/>
                </a:cubicBezTo>
                <a:lnTo>
                  <a:pt x="280256" y="316671"/>
                </a:lnTo>
                <a:cubicBezTo>
                  <a:pt x="280256" y="306909"/>
                  <a:pt x="272274" y="298928"/>
                  <a:pt x="262513" y="298928"/>
                </a:cubicBezTo>
                <a:close/>
                <a:moveTo>
                  <a:pt x="103259" y="298928"/>
                </a:moveTo>
                <a:cubicBezTo>
                  <a:pt x="93444" y="298928"/>
                  <a:pt x="85516" y="306909"/>
                  <a:pt x="85516" y="316671"/>
                </a:cubicBezTo>
                <a:lnTo>
                  <a:pt x="85516" y="364237"/>
                </a:lnTo>
                <a:cubicBezTo>
                  <a:pt x="85516" y="373998"/>
                  <a:pt x="93444" y="381926"/>
                  <a:pt x="103259" y="381926"/>
                </a:cubicBezTo>
                <a:lnTo>
                  <a:pt x="103367" y="381926"/>
                </a:lnTo>
                <a:cubicBezTo>
                  <a:pt x="113128" y="381926"/>
                  <a:pt x="121110" y="373998"/>
                  <a:pt x="121110" y="364237"/>
                </a:cubicBezTo>
                <a:lnTo>
                  <a:pt x="121110" y="316671"/>
                </a:lnTo>
                <a:cubicBezTo>
                  <a:pt x="121110" y="306909"/>
                  <a:pt x="113128" y="298928"/>
                  <a:pt x="103367" y="298928"/>
                </a:cubicBezTo>
                <a:close/>
                <a:moveTo>
                  <a:pt x="421552" y="281131"/>
                </a:moveTo>
                <a:lnTo>
                  <a:pt x="421660" y="281131"/>
                </a:lnTo>
                <a:cubicBezTo>
                  <a:pt x="441290" y="281131"/>
                  <a:pt x="457200" y="297041"/>
                  <a:pt x="457200" y="316671"/>
                </a:cubicBezTo>
                <a:lnTo>
                  <a:pt x="457200" y="364237"/>
                </a:lnTo>
                <a:cubicBezTo>
                  <a:pt x="457200" y="383813"/>
                  <a:pt x="441290" y="399723"/>
                  <a:pt x="421660" y="399723"/>
                </a:cubicBezTo>
                <a:lnTo>
                  <a:pt x="421552" y="399723"/>
                </a:lnTo>
                <a:cubicBezTo>
                  <a:pt x="401922" y="399723"/>
                  <a:pt x="386012" y="383813"/>
                  <a:pt x="386012" y="364237"/>
                </a:cubicBezTo>
                <a:lnTo>
                  <a:pt x="386012" y="316671"/>
                </a:lnTo>
                <a:cubicBezTo>
                  <a:pt x="386012" y="297041"/>
                  <a:pt x="401922" y="281131"/>
                  <a:pt x="421552" y="281131"/>
                </a:cubicBezTo>
                <a:close/>
                <a:moveTo>
                  <a:pt x="262405" y="281131"/>
                </a:moveTo>
                <a:lnTo>
                  <a:pt x="262513" y="281131"/>
                </a:lnTo>
                <a:cubicBezTo>
                  <a:pt x="282143" y="281131"/>
                  <a:pt x="298053" y="297041"/>
                  <a:pt x="298053" y="316671"/>
                </a:cubicBezTo>
                <a:lnTo>
                  <a:pt x="298053" y="364237"/>
                </a:lnTo>
                <a:cubicBezTo>
                  <a:pt x="298053" y="383813"/>
                  <a:pt x="282143" y="399723"/>
                  <a:pt x="262513" y="399723"/>
                </a:cubicBezTo>
                <a:lnTo>
                  <a:pt x="262405" y="399723"/>
                </a:lnTo>
                <a:cubicBezTo>
                  <a:pt x="242775" y="399723"/>
                  <a:pt x="226865" y="383813"/>
                  <a:pt x="226865" y="364237"/>
                </a:cubicBezTo>
                <a:lnTo>
                  <a:pt x="226865" y="316671"/>
                </a:lnTo>
                <a:cubicBezTo>
                  <a:pt x="226865" y="297041"/>
                  <a:pt x="242775" y="281131"/>
                  <a:pt x="262405" y="281131"/>
                </a:cubicBezTo>
                <a:close/>
                <a:moveTo>
                  <a:pt x="103259" y="281131"/>
                </a:moveTo>
                <a:lnTo>
                  <a:pt x="103367" y="281131"/>
                </a:lnTo>
                <a:cubicBezTo>
                  <a:pt x="122997" y="281131"/>
                  <a:pt x="138907" y="297041"/>
                  <a:pt x="138907" y="316671"/>
                </a:cubicBezTo>
                <a:lnTo>
                  <a:pt x="138907" y="364237"/>
                </a:lnTo>
                <a:cubicBezTo>
                  <a:pt x="138907" y="383813"/>
                  <a:pt x="122997" y="399723"/>
                  <a:pt x="103367" y="399723"/>
                </a:cubicBezTo>
                <a:lnTo>
                  <a:pt x="103259" y="399723"/>
                </a:lnTo>
                <a:cubicBezTo>
                  <a:pt x="83629" y="399723"/>
                  <a:pt x="67719" y="383813"/>
                  <a:pt x="67719" y="364237"/>
                </a:cubicBezTo>
                <a:lnTo>
                  <a:pt x="67719" y="316671"/>
                </a:lnTo>
                <a:cubicBezTo>
                  <a:pt x="67719" y="297041"/>
                  <a:pt x="83629" y="281131"/>
                  <a:pt x="103259" y="281131"/>
                </a:cubicBezTo>
                <a:close/>
                <a:moveTo>
                  <a:pt x="356782" y="281077"/>
                </a:moveTo>
                <a:cubicBezTo>
                  <a:pt x="361690" y="281077"/>
                  <a:pt x="365680" y="285068"/>
                  <a:pt x="365680" y="289976"/>
                </a:cubicBezTo>
                <a:lnTo>
                  <a:pt x="365680" y="390770"/>
                </a:lnTo>
                <a:cubicBezTo>
                  <a:pt x="365680" y="395678"/>
                  <a:pt x="361690" y="399669"/>
                  <a:pt x="356782" y="399669"/>
                </a:cubicBezTo>
                <a:cubicBezTo>
                  <a:pt x="351874" y="399669"/>
                  <a:pt x="347883" y="395678"/>
                  <a:pt x="347883" y="390770"/>
                </a:cubicBezTo>
                <a:lnTo>
                  <a:pt x="347883" y="314082"/>
                </a:lnTo>
                <a:cubicBezTo>
                  <a:pt x="343138" y="318828"/>
                  <a:pt x="337583" y="323736"/>
                  <a:pt x="331758" y="327187"/>
                </a:cubicBezTo>
                <a:cubicBezTo>
                  <a:pt x="327606" y="329614"/>
                  <a:pt x="322213" y="328320"/>
                  <a:pt x="319678" y="324167"/>
                </a:cubicBezTo>
                <a:cubicBezTo>
                  <a:pt x="317089" y="319960"/>
                  <a:pt x="318384" y="314514"/>
                  <a:pt x="322590" y="311925"/>
                </a:cubicBezTo>
                <a:cubicBezTo>
                  <a:pt x="328792" y="308204"/>
                  <a:pt x="335479" y="301679"/>
                  <a:pt x="340872" y="295530"/>
                </a:cubicBezTo>
                <a:cubicBezTo>
                  <a:pt x="343515" y="292564"/>
                  <a:pt x="345726" y="289868"/>
                  <a:pt x="347236" y="287873"/>
                </a:cubicBezTo>
                <a:cubicBezTo>
                  <a:pt x="347991" y="286955"/>
                  <a:pt x="348746" y="285931"/>
                  <a:pt x="349447" y="284960"/>
                </a:cubicBezTo>
                <a:cubicBezTo>
                  <a:pt x="349447" y="284960"/>
                  <a:pt x="349555" y="284798"/>
                  <a:pt x="349555" y="284798"/>
                </a:cubicBezTo>
                <a:cubicBezTo>
                  <a:pt x="351227" y="282480"/>
                  <a:pt x="353924" y="281077"/>
                  <a:pt x="356782" y="281077"/>
                </a:cubicBezTo>
                <a:close/>
                <a:moveTo>
                  <a:pt x="197636" y="281077"/>
                </a:moveTo>
                <a:cubicBezTo>
                  <a:pt x="202544" y="281077"/>
                  <a:pt x="206534" y="285068"/>
                  <a:pt x="206534" y="289976"/>
                </a:cubicBezTo>
                <a:lnTo>
                  <a:pt x="206534" y="390770"/>
                </a:lnTo>
                <a:cubicBezTo>
                  <a:pt x="206534" y="395678"/>
                  <a:pt x="202544" y="399669"/>
                  <a:pt x="197636" y="399669"/>
                </a:cubicBezTo>
                <a:cubicBezTo>
                  <a:pt x="192728" y="399669"/>
                  <a:pt x="188737" y="395678"/>
                  <a:pt x="188737" y="390770"/>
                </a:cubicBezTo>
                <a:lnTo>
                  <a:pt x="188737" y="314082"/>
                </a:lnTo>
                <a:cubicBezTo>
                  <a:pt x="183992" y="318828"/>
                  <a:pt x="178437" y="323736"/>
                  <a:pt x="172612" y="327187"/>
                </a:cubicBezTo>
                <a:cubicBezTo>
                  <a:pt x="168460" y="329614"/>
                  <a:pt x="163067" y="328320"/>
                  <a:pt x="160532" y="324167"/>
                </a:cubicBezTo>
                <a:cubicBezTo>
                  <a:pt x="157943" y="319960"/>
                  <a:pt x="159238" y="314514"/>
                  <a:pt x="163444" y="311925"/>
                </a:cubicBezTo>
                <a:cubicBezTo>
                  <a:pt x="169646" y="308204"/>
                  <a:pt x="176333" y="301679"/>
                  <a:pt x="181726" y="295530"/>
                </a:cubicBezTo>
                <a:cubicBezTo>
                  <a:pt x="184369" y="292564"/>
                  <a:pt x="186580" y="289868"/>
                  <a:pt x="188090" y="287873"/>
                </a:cubicBezTo>
                <a:cubicBezTo>
                  <a:pt x="188845" y="286955"/>
                  <a:pt x="189600" y="285931"/>
                  <a:pt x="190301" y="284960"/>
                </a:cubicBezTo>
                <a:cubicBezTo>
                  <a:pt x="190301" y="284960"/>
                  <a:pt x="190409" y="284798"/>
                  <a:pt x="190409" y="284798"/>
                </a:cubicBezTo>
                <a:cubicBezTo>
                  <a:pt x="192081" y="282480"/>
                  <a:pt x="194778" y="281077"/>
                  <a:pt x="197636" y="281077"/>
                </a:cubicBezTo>
                <a:close/>
                <a:moveTo>
                  <a:pt x="38436" y="281077"/>
                </a:moveTo>
                <a:cubicBezTo>
                  <a:pt x="43344" y="281077"/>
                  <a:pt x="47334" y="285068"/>
                  <a:pt x="47334" y="289976"/>
                </a:cubicBezTo>
                <a:lnTo>
                  <a:pt x="47334" y="390770"/>
                </a:lnTo>
                <a:cubicBezTo>
                  <a:pt x="47334" y="395678"/>
                  <a:pt x="43344" y="399669"/>
                  <a:pt x="38436" y="399669"/>
                </a:cubicBezTo>
                <a:cubicBezTo>
                  <a:pt x="33528" y="399669"/>
                  <a:pt x="29537" y="395678"/>
                  <a:pt x="29537" y="390770"/>
                </a:cubicBezTo>
                <a:lnTo>
                  <a:pt x="29537" y="314082"/>
                </a:lnTo>
                <a:cubicBezTo>
                  <a:pt x="24792" y="318828"/>
                  <a:pt x="19237" y="323736"/>
                  <a:pt x="13412" y="327187"/>
                </a:cubicBezTo>
                <a:cubicBezTo>
                  <a:pt x="9260" y="329614"/>
                  <a:pt x="3867" y="328320"/>
                  <a:pt x="1332" y="324167"/>
                </a:cubicBezTo>
                <a:cubicBezTo>
                  <a:pt x="-1257" y="319960"/>
                  <a:pt x="38" y="314514"/>
                  <a:pt x="4244" y="311925"/>
                </a:cubicBezTo>
                <a:cubicBezTo>
                  <a:pt x="10446" y="308204"/>
                  <a:pt x="17133" y="301679"/>
                  <a:pt x="22526" y="295530"/>
                </a:cubicBezTo>
                <a:cubicBezTo>
                  <a:pt x="25169" y="292564"/>
                  <a:pt x="27380" y="289868"/>
                  <a:pt x="28890" y="287873"/>
                </a:cubicBezTo>
                <a:cubicBezTo>
                  <a:pt x="29645" y="286955"/>
                  <a:pt x="30400" y="285931"/>
                  <a:pt x="31101" y="284960"/>
                </a:cubicBezTo>
                <a:cubicBezTo>
                  <a:pt x="31101" y="284960"/>
                  <a:pt x="31209" y="284798"/>
                  <a:pt x="31209" y="284798"/>
                </a:cubicBezTo>
                <a:cubicBezTo>
                  <a:pt x="32881" y="282480"/>
                  <a:pt x="35578" y="281077"/>
                  <a:pt x="38436" y="281077"/>
                </a:cubicBezTo>
                <a:close/>
                <a:moveTo>
                  <a:pt x="353923" y="158388"/>
                </a:moveTo>
                <a:cubicBezTo>
                  <a:pt x="344162" y="158388"/>
                  <a:pt x="336180" y="166369"/>
                  <a:pt x="336180" y="176131"/>
                </a:cubicBezTo>
                <a:lnTo>
                  <a:pt x="336180" y="223697"/>
                </a:lnTo>
                <a:cubicBezTo>
                  <a:pt x="336180" y="233458"/>
                  <a:pt x="344162" y="241386"/>
                  <a:pt x="353923" y="241386"/>
                </a:cubicBezTo>
                <a:lnTo>
                  <a:pt x="354030" y="241386"/>
                </a:lnTo>
                <a:cubicBezTo>
                  <a:pt x="363846" y="241386"/>
                  <a:pt x="371774" y="233458"/>
                  <a:pt x="371774" y="223697"/>
                </a:cubicBezTo>
                <a:lnTo>
                  <a:pt x="371774" y="176131"/>
                </a:lnTo>
                <a:cubicBezTo>
                  <a:pt x="371774" y="166369"/>
                  <a:pt x="363846" y="158388"/>
                  <a:pt x="354030" y="158388"/>
                </a:cubicBezTo>
                <a:close/>
                <a:moveTo>
                  <a:pt x="194722" y="158388"/>
                </a:moveTo>
                <a:cubicBezTo>
                  <a:pt x="184961" y="158388"/>
                  <a:pt x="176979" y="166369"/>
                  <a:pt x="176979" y="176131"/>
                </a:cubicBezTo>
                <a:lnTo>
                  <a:pt x="176979" y="223697"/>
                </a:lnTo>
                <a:cubicBezTo>
                  <a:pt x="176979" y="233458"/>
                  <a:pt x="184961" y="241386"/>
                  <a:pt x="194722" y="241386"/>
                </a:cubicBezTo>
                <a:lnTo>
                  <a:pt x="194830" y="241386"/>
                </a:lnTo>
                <a:cubicBezTo>
                  <a:pt x="204645" y="241386"/>
                  <a:pt x="212573" y="233458"/>
                  <a:pt x="212573" y="223697"/>
                </a:cubicBezTo>
                <a:lnTo>
                  <a:pt x="212573" y="176131"/>
                </a:lnTo>
                <a:cubicBezTo>
                  <a:pt x="212573" y="166369"/>
                  <a:pt x="204645" y="158388"/>
                  <a:pt x="194830" y="158388"/>
                </a:cubicBezTo>
                <a:close/>
                <a:moveTo>
                  <a:pt x="35577" y="158388"/>
                </a:moveTo>
                <a:cubicBezTo>
                  <a:pt x="25816" y="158388"/>
                  <a:pt x="17834" y="166369"/>
                  <a:pt x="17834" y="176131"/>
                </a:cubicBezTo>
                <a:lnTo>
                  <a:pt x="17834" y="223697"/>
                </a:lnTo>
                <a:cubicBezTo>
                  <a:pt x="17834" y="233458"/>
                  <a:pt x="25816" y="241386"/>
                  <a:pt x="35577" y="241386"/>
                </a:cubicBezTo>
                <a:lnTo>
                  <a:pt x="35685" y="241386"/>
                </a:lnTo>
                <a:cubicBezTo>
                  <a:pt x="45500" y="241386"/>
                  <a:pt x="53428" y="233458"/>
                  <a:pt x="53428" y="223697"/>
                </a:cubicBezTo>
                <a:lnTo>
                  <a:pt x="53428" y="176131"/>
                </a:lnTo>
                <a:cubicBezTo>
                  <a:pt x="53428" y="166369"/>
                  <a:pt x="45500" y="158388"/>
                  <a:pt x="35685" y="158388"/>
                </a:cubicBezTo>
                <a:close/>
                <a:moveTo>
                  <a:pt x="448300" y="140591"/>
                </a:moveTo>
                <a:cubicBezTo>
                  <a:pt x="453208" y="140591"/>
                  <a:pt x="457198" y="144582"/>
                  <a:pt x="457198" y="149489"/>
                </a:cubicBezTo>
                <a:lnTo>
                  <a:pt x="457198" y="250285"/>
                </a:lnTo>
                <a:cubicBezTo>
                  <a:pt x="457198" y="255192"/>
                  <a:pt x="453208" y="259183"/>
                  <a:pt x="448300" y="259183"/>
                </a:cubicBezTo>
                <a:cubicBezTo>
                  <a:pt x="443392" y="259183"/>
                  <a:pt x="439401" y="255192"/>
                  <a:pt x="439401" y="250285"/>
                </a:cubicBezTo>
                <a:lnTo>
                  <a:pt x="439401" y="173596"/>
                </a:lnTo>
                <a:cubicBezTo>
                  <a:pt x="434656" y="178342"/>
                  <a:pt x="429101" y="183250"/>
                  <a:pt x="423276" y="186701"/>
                </a:cubicBezTo>
                <a:cubicBezTo>
                  <a:pt x="419124" y="189128"/>
                  <a:pt x="413731" y="187834"/>
                  <a:pt x="411196" y="183681"/>
                </a:cubicBezTo>
                <a:cubicBezTo>
                  <a:pt x="408607" y="179474"/>
                  <a:pt x="409902" y="174028"/>
                  <a:pt x="414108" y="171439"/>
                </a:cubicBezTo>
                <a:cubicBezTo>
                  <a:pt x="420310" y="167718"/>
                  <a:pt x="426997" y="161193"/>
                  <a:pt x="432390" y="155044"/>
                </a:cubicBezTo>
                <a:cubicBezTo>
                  <a:pt x="435033" y="152078"/>
                  <a:pt x="437244" y="149382"/>
                  <a:pt x="438754" y="147387"/>
                </a:cubicBezTo>
                <a:cubicBezTo>
                  <a:pt x="439509" y="146469"/>
                  <a:pt x="440264" y="145445"/>
                  <a:pt x="440965" y="144474"/>
                </a:cubicBezTo>
                <a:cubicBezTo>
                  <a:pt x="440965" y="144474"/>
                  <a:pt x="441073" y="144312"/>
                  <a:pt x="441073" y="144312"/>
                </a:cubicBezTo>
                <a:cubicBezTo>
                  <a:pt x="442745" y="141994"/>
                  <a:pt x="445442" y="140591"/>
                  <a:pt x="448300" y="140591"/>
                </a:cubicBezTo>
                <a:close/>
                <a:moveTo>
                  <a:pt x="353923" y="140591"/>
                </a:moveTo>
                <a:lnTo>
                  <a:pt x="354030" y="140591"/>
                </a:lnTo>
                <a:cubicBezTo>
                  <a:pt x="373661" y="140591"/>
                  <a:pt x="389570" y="156501"/>
                  <a:pt x="389570" y="176131"/>
                </a:cubicBezTo>
                <a:lnTo>
                  <a:pt x="389570" y="223697"/>
                </a:lnTo>
                <a:cubicBezTo>
                  <a:pt x="389570" y="243273"/>
                  <a:pt x="373661" y="259183"/>
                  <a:pt x="354030" y="259183"/>
                </a:cubicBezTo>
                <a:lnTo>
                  <a:pt x="353923" y="259183"/>
                </a:lnTo>
                <a:cubicBezTo>
                  <a:pt x="334292" y="259183"/>
                  <a:pt x="318383" y="243273"/>
                  <a:pt x="318383" y="223697"/>
                </a:cubicBezTo>
                <a:lnTo>
                  <a:pt x="318383" y="176131"/>
                </a:lnTo>
                <a:cubicBezTo>
                  <a:pt x="318383" y="156501"/>
                  <a:pt x="334292" y="140591"/>
                  <a:pt x="353923" y="140591"/>
                </a:cubicBezTo>
                <a:close/>
                <a:moveTo>
                  <a:pt x="194722" y="140591"/>
                </a:moveTo>
                <a:lnTo>
                  <a:pt x="194830" y="140591"/>
                </a:lnTo>
                <a:cubicBezTo>
                  <a:pt x="214460" y="140591"/>
                  <a:pt x="230370" y="156501"/>
                  <a:pt x="230370" y="176131"/>
                </a:cubicBezTo>
                <a:lnTo>
                  <a:pt x="230370" y="223697"/>
                </a:lnTo>
                <a:cubicBezTo>
                  <a:pt x="230370" y="243273"/>
                  <a:pt x="214460" y="259183"/>
                  <a:pt x="194830" y="259183"/>
                </a:cubicBezTo>
                <a:lnTo>
                  <a:pt x="194722" y="259183"/>
                </a:lnTo>
                <a:cubicBezTo>
                  <a:pt x="175092" y="259183"/>
                  <a:pt x="159182" y="243273"/>
                  <a:pt x="159182" y="223697"/>
                </a:cubicBezTo>
                <a:lnTo>
                  <a:pt x="159182" y="176131"/>
                </a:lnTo>
                <a:cubicBezTo>
                  <a:pt x="159182" y="156501"/>
                  <a:pt x="175092" y="140591"/>
                  <a:pt x="194722" y="140591"/>
                </a:cubicBezTo>
                <a:close/>
                <a:moveTo>
                  <a:pt x="35577" y="140591"/>
                </a:moveTo>
                <a:lnTo>
                  <a:pt x="35685" y="140591"/>
                </a:lnTo>
                <a:cubicBezTo>
                  <a:pt x="55315" y="140591"/>
                  <a:pt x="71225" y="156501"/>
                  <a:pt x="71225" y="176131"/>
                </a:cubicBezTo>
                <a:lnTo>
                  <a:pt x="71225" y="223697"/>
                </a:lnTo>
                <a:cubicBezTo>
                  <a:pt x="71225" y="243273"/>
                  <a:pt x="55315" y="259183"/>
                  <a:pt x="35685" y="259183"/>
                </a:cubicBezTo>
                <a:lnTo>
                  <a:pt x="35577" y="259183"/>
                </a:lnTo>
                <a:cubicBezTo>
                  <a:pt x="15947" y="259183"/>
                  <a:pt x="37" y="243273"/>
                  <a:pt x="37" y="223697"/>
                </a:cubicBezTo>
                <a:lnTo>
                  <a:pt x="37" y="176131"/>
                </a:lnTo>
                <a:cubicBezTo>
                  <a:pt x="37" y="156501"/>
                  <a:pt x="15947" y="140591"/>
                  <a:pt x="35577" y="140591"/>
                </a:cubicBezTo>
                <a:close/>
                <a:moveTo>
                  <a:pt x="289154" y="140537"/>
                </a:moveTo>
                <a:cubicBezTo>
                  <a:pt x="294062" y="140537"/>
                  <a:pt x="298052" y="144528"/>
                  <a:pt x="298052" y="149435"/>
                </a:cubicBezTo>
                <a:lnTo>
                  <a:pt x="298052" y="250230"/>
                </a:lnTo>
                <a:cubicBezTo>
                  <a:pt x="298052" y="255138"/>
                  <a:pt x="294062" y="259129"/>
                  <a:pt x="289154" y="259129"/>
                </a:cubicBezTo>
                <a:cubicBezTo>
                  <a:pt x="284246" y="259129"/>
                  <a:pt x="280255" y="255138"/>
                  <a:pt x="280255" y="250230"/>
                </a:cubicBezTo>
                <a:lnTo>
                  <a:pt x="280255" y="173542"/>
                </a:lnTo>
                <a:cubicBezTo>
                  <a:pt x="275510" y="178288"/>
                  <a:pt x="269955" y="183196"/>
                  <a:pt x="264130" y="186647"/>
                </a:cubicBezTo>
                <a:cubicBezTo>
                  <a:pt x="259978" y="189074"/>
                  <a:pt x="254585" y="187780"/>
                  <a:pt x="252050" y="183627"/>
                </a:cubicBezTo>
                <a:cubicBezTo>
                  <a:pt x="249461" y="179420"/>
                  <a:pt x="250756" y="173974"/>
                  <a:pt x="254962" y="171385"/>
                </a:cubicBezTo>
                <a:cubicBezTo>
                  <a:pt x="261164" y="167664"/>
                  <a:pt x="267851" y="161139"/>
                  <a:pt x="273244" y="154990"/>
                </a:cubicBezTo>
                <a:cubicBezTo>
                  <a:pt x="275887" y="152024"/>
                  <a:pt x="278098" y="149328"/>
                  <a:pt x="279608" y="147332"/>
                </a:cubicBezTo>
                <a:cubicBezTo>
                  <a:pt x="280363" y="146415"/>
                  <a:pt x="281118" y="145391"/>
                  <a:pt x="281819" y="144420"/>
                </a:cubicBezTo>
                <a:cubicBezTo>
                  <a:pt x="281819" y="144420"/>
                  <a:pt x="281927" y="144258"/>
                  <a:pt x="281927" y="144258"/>
                </a:cubicBezTo>
                <a:cubicBezTo>
                  <a:pt x="283599" y="141939"/>
                  <a:pt x="286296" y="140537"/>
                  <a:pt x="289154" y="140537"/>
                </a:cubicBezTo>
                <a:close/>
                <a:moveTo>
                  <a:pt x="129953" y="140537"/>
                </a:moveTo>
                <a:cubicBezTo>
                  <a:pt x="134861" y="140537"/>
                  <a:pt x="138851" y="144528"/>
                  <a:pt x="138851" y="149435"/>
                </a:cubicBezTo>
                <a:lnTo>
                  <a:pt x="138851" y="250230"/>
                </a:lnTo>
                <a:cubicBezTo>
                  <a:pt x="138851" y="255138"/>
                  <a:pt x="134861" y="259129"/>
                  <a:pt x="129953" y="259129"/>
                </a:cubicBezTo>
                <a:cubicBezTo>
                  <a:pt x="125045" y="259129"/>
                  <a:pt x="121054" y="255138"/>
                  <a:pt x="121054" y="250230"/>
                </a:cubicBezTo>
                <a:lnTo>
                  <a:pt x="121054" y="173542"/>
                </a:lnTo>
                <a:cubicBezTo>
                  <a:pt x="116309" y="178288"/>
                  <a:pt x="110754" y="183196"/>
                  <a:pt x="104929" y="186647"/>
                </a:cubicBezTo>
                <a:cubicBezTo>
                  <a:pt x="100777" y="189074"/>
                  <a:pt x="95384" y="187780"/>
                  <a:pt x="92849" y="183627"/>
                </a:cubicBezTo>
                <a:cubicBezTo>
                  <a:pt x="90260" y="179420"/>
                  <a:pt x="91555" y="173974"/>
                  <a:pt x="95761" y="171385"/>
                </a:cubicBezTo>
                <a:cubicBezTo>
                  <a:pt x="101963" y="167664"/>
                  <a:pt x="108650" y="161139"/>
                  <a:pt x="114043" y="154990"/>
                </a:cubicBezTo>
                <a:cubicBezTo>
                  <a:pt x="116686" y="152024"/>
                  <a:pt x="118897" y="149328"/>
                  <a:pt x="120407" y="147332"/>
                </a:cubicBezTo>
                <a:cubicBezTo>
                  <a:pt x="121162" y="146415"/>
                  <a:pt x="121917" y="145391"/>
                  <a:pt x="122618" y="144420"/>
                </a:cubicBezTo>
                <a:cubicBezTo>
                  <a:pt x="122618" y="144420"/>
                  <a:pt x="122726" y="144258"/>
                  <a:pt x="122726" y="144258"/>
                </a:cubicBezTo>
                <a:cubicBezTo>
                  <a:pt x="124398" y="141939"/>
                  <a:pt x="127095" y="140537"/>
                  <a:pt x="129953" y="140537"/>
                </a:cubicBezTo>
                <a:close/>
                <a:moveTo>
                  <a:pt x="103262" y="17851"/>
                </a:moveTo>
                <a:cubicBezTo>
                  <a:pt x="93447" y="17851"/>
                  <a:pt x="85519" y="25832"/>
                  <a:pt x="85519" y="35594"/>
                </a:cubicBezTo>
                <a:lnTo>
                  <a:pt x="85519" y="83160"/>
                </a:lnTo>
                <a:cubicBezTo>
                  <a:pt x="85519" y="92921"/>
                  <a:pt x="93447" y="100849"/>
                  <a:pt x="103262" y="100849"/>
                </a:cubicBezTo>
                <a:lnTo>
                  <a:pt x="103370" y="100849"/>
                </a:lnTo>
                <a:cubicBezTo>
                  <a:pt x="113131" y="100849"/>
                  <a:pt x="121113" y="92921"/>
                  <a:pt x="121113" y="83160"/>
                </a:cubicBezTo>
                <a:lnTo>
                  <a:pt x="121113" y="35594"/>
                </a:lnTo>
                <a:cubicBezTo>
                  <a:pt x="121113" y="25832"/>
                  <a:pt x="113131" y="17851"/>
                  <a:pt x="103370" y="17851"/>
                </a:cubicBezTo>
                <a:close/>
                <a:moveTo>
                  <a:pt x="262406" y="17849"/>
                </a:moveTo>
                <a:cubicBezTo>
                  <a:pt x="252591" y="17849"/>
                  <a:pt x="244663" y="25830"/>
                  <a:pt x="244663" y="35592"/>
                </a:cubicBezTo>
                <a:lnTo>
                  <a:pt x="244663" y="83158"/>
                </a:lnTo>
                <a:cubicBezTo>
                  <a:pt x="244663" y="92919"/>
                  <a:pt x="252591" y="100847"/>
                  <a:pt x="262406" y="100847"/>
                </a:cubicBezTo>
                <a:lnTo>
                  <a:pt x="262514" y="100847"/>
                </a:lnTo>
                <a:cubicBezTo>
                  <a:pt x="272275" y="100847"/>
                  <a:pt x="280257" y="92919"/>
                  <a:pt x="280257" y="83158"/>
                </a:cubicBezTo>
                <a:lnTo>
                  <a:pt x="280257" y="35592"/>
                </a:lnTo>
                <a:cubicBezTo>
                  <a:pt x="280257" y="25830"/>
                  <a:pt x="272275" y="17849"/>
                  <a:pt x="262514" y="17849"/>
                </a:cubicBezTo>
                <a:close/>
                <a:moveTo>
                  <a:pt x="421552" y="17848"/>
                </a:moveTo>
                <a:cubicBezTo>
                  <a:pt x="411737" y="17848"/>
                  <a:pt x="403809" y="25829"/>
                  <a:pt x="403809" y="35591"/>
                </a:cubicBezTo>
                <a:lnTo>
                  <a:pt x="403809" y="83157"/>
                </a:lnTo>
                <a:cubicBezTo>
                  <a:pt x="403809" y="92918"/>
                  <a:pt x="411737" y="100846"/>
                  <a:pt x="421552" y="100846"/>
                </a:cubicBezTo>
                <a:lnTo>
                  <a:pt x="421660" y="100846"/>
                </a:lnTo>
                <a:cubicBezTo>
                  <a:pt x="431421" y="100846"/>
                  <a:pt x="439403" y="92918"/>
                  <a:pt x="439403" y="83157"/>
                </a:cubicBezTo>
                <a:lnTo>
                  <a:pt x="439403" y="35591"/>
                </a:lnTo>
                <a:cubicBezTo>
                  <a:pt x="439403" y="25829"/>
                  <a:pt x="431421" y="17848"/>
                  <a:pt x="421660" y="17848"/>
                </a:cubicBezTo>
                <a:close/>
                <a:moveTo>
                  <a:pt x="197639" y="54"/>
                </a:moveTo>
                <a:cubicBezTo>
                  <a:pt x="202547" y="54"/>
                  <a:pt x="206537" y="4045"/>
                  <a:pt x="206537" y="8952"/>
                </a:cubicBezTo>
                <a:lnTo>
                  <a:pt x="206537" y="109747"/>
                </a:lnTo>
                <a:cubicBezTo>
                  <a:pt x="206537" y="114655"/>
                  <a:pt x="202547" y="118646"/>
                  <a:pt x="197639" y="118646"/>
                </a:cubicBezTo>
                <a:cubicBezTo>
                  <a:pt x="192731" y="118646"/>
                  <a:pt x="188740" y="114655"/>
                  <a:pt x="188740" y="109747"/>
                </a:cubicBezTo>
                <a:lnTo>
                  <a:pt x="188740" y="33059"/>
                </a:lnTo>
                <a:cubicBezTo>
                  <a:pt x="183995" y="37805"/>
                  <a:pt x="178440" y="42713"/>
                  <a:pt x="172615" y="46164"/>
                </a:cubicBezTo>
                <a:cubicBezTo>
                  <a:pt x="168463" y="48591"/>
                  <a:pt x="163070" y="47297"/>
                  <a:pt x="160535" y="43144"/>
                </a:cubicBezTo>
                <a:cubicBezTo>
                  <a:pt x="157946" y="38937"/>
                  <a:pt x="159241" y="33491"/>
                  <a:pt x="163447" y="30902"/>
                </a:cubicBezTo>
                <a:cubicBezTo>
                  <a:pt x="169649" y="27181"/>
                  <a:pt x="176336" y="20656"/>
                  <a:pt x="181729" y="14507"/>
                </a:cubicBezTo>
                <a:cubicBezTo>
                  <a:pt x="184372" y="11541"/>
                  <a:pt x="186583" y="8845"/>
                  <a:pt x="188093" y="6850"/>
                </a:cubicBezTo>
                <a:cubicBezTo>
                  <a:pt x="188848" y="5932"/>
                  <a:pt x="189603" y="4908"/>
                  <a:pt x="190304" y="3937"/>
                </a:cubicBezTo>
                <a:cubicBezTo>
                  <a:pt x="190304" y="3937"/>
                  <a:pt x="190412" y="3775"/>
                  <a:pt x="190412" y="3775"/>
                </a:cubicBezTo>
                <a:cubicBezTo>
                  <a:pt x="192084" y="1457"/>
                  <a:pt x="194781" y="54"/>
                  <a:pt x="197639" y="54"/>
                </a:cubicBezTo>
                <a:close/>
                <a:moveTo>
                  <a:pt x="103262" y="54"/>
                </a:moveTo>
                <a:lnTo>
                  <a:pt x="103370" y="54"/>
                </a:lnTo>
                <a:cubicBezTo>
                  <a:pt x="123000" y="54"/>
                  <a:pt x="138910" y="15964"/>
                  <a:pt x="138910" y="35594"/>
                </a:cubicBezTo>
                <a:lnTo>
                  <a:pt x="138910" y="83160"/>
                </a:lnTo>
                <a:cubicBezTo>
                  <a:pt x="138910" y="102736"/>
                  <a:pt x="123000" y="118646"/>
                  <a:pt x="103370" y="118646"/>
                </a:cubicBezTo>
                <a:lnTo>
                  <a:pt x="103262" y="118646"/>
                </a:lnTo>
                <a:cubicBezTo>
                  <a:pt x="83632" y="118646"/>
                  <a:pt x="67722" y="102736"/>
                  <a:pt x="67722" y="83160"/>
                </a:cubicBezTo>
                <a:lnTo>
                  <a:pt x="67722" y="35594"/>
                </a:lnTo>
                <a:cubicBezTo>
                  <a:pt x="67722" y="15964"/>
                  <a:pt x="83632" y="54"/>
                  <a:pt x="103262" y="54"/>
                </a:cubicBezTo>
                <a:close/>
                <a:moveTo>
                  <a:pt x="356784" y="53"/>
                </a:moveTo>
                <a:cubicBezTo>
                  <a:pt x="361692" y="53"/>
                  <a:pt x="365682" y="4044"/>
                  <a:pt x="365682" y="8951"/>
                </a:cubicBezTo>
                <a:lnTo>
                  <a:pt x="365682" y="109746"/>
                </a:lnTo>
                <a:cubicBezTo>
                  <a:pt x="365682" y="114654"/>
                  <a:pt x="361692" y="118645"/>
                  <a:pt x="356784" y="118645"/>
                </a:cubicBezTo>
                <a:cubicBezTo>
                  <a:pt x="351876" y="118645"/>
                  <a:pt x="347885" y="114654"/>
                  <a:pt x="347885" y="109746"/>
                </a:cubicBezTo>
                <a:lnTo>
                  <a:pt x="347885" y="33058"/>
                </a:lnTo>
                <a:cubicBezTo>
                  <a:pt x="343140" y="37804"/>
                  <a:pt x="337585" y="42712"/>
                  <a:pt x="331760" y="46163"/>
                </a:cubicBezTo>
                <a:cubicBezTo>
                  <a:pt x="327608" y="48590"/>
                  <a:pt x="322215" y="47296"/>
                  <a:pt x="319680" y="43143"/>
                </a:cubicBezTo>
                <a:cubicBezTo>
                  <a:pt x="317091" y="38936"/>
                  <a:pt x="318386" y="33490"/>
                  <a:pt x="322592" y="30901"/>
                </a:cubicBezTo>
                <a:cubicBezTo>
                  <a:pt x="328794" y="27180"/>
                  <a:pt x="335481" y="20655"/>
                  <a:pt x="340874" y="14506"/>
                </a:cubicBezTo>
                <a:cubicBezTo>
                  <a:pt x="343517" y="11540"/>
                  <a:pt x="345728" y="8844"/>
                  <a:pt x="347238" y="6849"/>
                </a:cubicBezTo>
                <a:cubicBezTo>
                  <a:pt x="347993" y="5931"/>
                  <a:pt x="348748" y="4907"/>
                  <a:pt x="349449" y="3936"/>
                </a:cubicBezTo>
                <a:cubicBezTo>
                  <a:pt x="349449" y="3936"/>
                  <a:pt x="349557" y="3774"/>
                  <a:pt x="349557" y="3774"/>
                </a:cubicBezTo>
                <a:cubicBezTo>
                  <a:pt x="351229" y="1456"/>
                  <a:pt x="353926" y="53"/>
                  <a:pt x="356784" y="53"/>
                </a:cubicBezTo>
                <a:close/>
                <a:moveTo>
                  <a:pt x="262406" y="52"/>
                </a:moveTo>
                <a:lnTo>
                  <a:pt x="262514" y="52"/>
                </a:lnTo>
                <a:cubicBezTo>
                  <a:pt x="282144" y="52"/>
                  <a:pt x="298054" y="15962"/>
                  <a:pt x="298054" y="35592"/>
                </a:cubicBezTo>
                <a:lnTo>
                  <a:pt x="298054" y="83158"/>
                </a:lnTo>
                <a:cubicBezTo>
                  <a:pt x="298054" y="102734"/>
                  <a:pt x="282144" y="118644"/>
                  <a:pt x="262514" y="118644"/>
                </a:cubicBezTo>
                <a:lnTo>
                  <a:pt x="262406" y="118644"/>
                </a:lnTo>
                <a:cubicBezTo>
                  <a:pt x="242776" y="118644"/>
                  <a:pt x="226866" y="102734"/>
                  <a:pt x="226866" y="83158"/>
                </a:cubicBezTo>
                <a:lnTo>
                  <a:pt x="226866" y="35592"/>
                </a:lnTo>
                <a:cubicBezTo>
                  <a:pt x="226866" y="15962"/>
                  <a:pt x="242776" y="52"/>
                  <a:pt x="262406" y="52"/>
                </a:cubicBezTo>
                <a:close/>
                <a:moveTo>
                  <a:pt x="421552" y="51"/>
                </a:moveTo>
                <a:lnTo>
                  <a:pt x="421660" y="51"/>
                </a:lnTo>
                <a:cubicBezTo>
                  <a:pt x="441290" y="51"/>
                  <a:pt x="457200" y="15961"/>
                  <a:pt x="457200" y="35591"/>
                </a:cubicBezTo>
                <a:lnTo>
                  <a:pt x="457200" y="83157"/>
                </a:lnTo>
                <a:cubicBezTo>
                  <a:pt x="457200" y="102733"/>
                  <a:pt x="441290" y="118643"/>
                  <a:pt x="421660" y="118643"/>
                </a:cubicBezTo>
                <a:lnTo>
                  <a:pt x="421552" y="118643"/>
                </a:lnTo>
                <a:cubicBezTo>
                  <a:pt x="401922" y="118643"/>
                  <a:pt x="386012" y="102733"/>
                  <a:pt x="386012" y="83157"/>
                </a:cubicBezTo>
                <a:lnTo>
                  <a:pt x="386012" y="35591"/>
                </a:lnTo>
                <a:cubicBezTo>
                  <a:pt x="386012" y="15961"/>
                  <a:pt x="401922" y="51"/>
                  <a:pt x="421552" y="51"/>
                </a:cubicBezTo>
                <a:close/>
                <a:moveTo>
                  <a:pt x="38439" y="0"/>
                </a:moveTo>
                <a:cubicBezTo>
                  <a:pt x="43346" y="0"/>
                  <a:pt x="47337" y="3991"/>
                  <a:pt x="47337" y="8898"/>
                </a:cubicBezTo>
                <a:lnTo>
                  <a:pt x="47337" y="109693"/>
                </a:lnTo>
                <a:cubicBezTo>
                  <a:pt x="47337" y="114601"/>
                  <a:pt x="43346" y="118592"/>
                  <a:pt x="38439" y="118592"/>
                </a:cubicBezTo>
                <a:cubicBezTo>
                  <a:pt x="33531" y="118592"/>
                  <a:pt x="29540" y="114601"/>
                  <a:pt x="29540" y="109693"/>
                </a:cubicBezTo>
                <a:lnTo>
                  <a:pt x="29540" y="33005"/>
                </a:lnTo>
                <a:cubicBezTo>
                  <a:pt x="24794" y="37751"/>
                  <a:pt x="19239" y="42659"/>
                  <a:pt x="13415" y="46110"/>
                </a:cubicBezTo>
                <a:cubicBezTo>
                  <a:pt x="9263" y="48537"/>
                  <a:pt x="3870" y="47243"/>
                  <a:pt x="1335" y="43090"/>
                </a:cubicBezTo>
                <a:cubicBezTo>
                  <a:pt x="-1254" y="38883"/>
                  <a:pt x="40" y="33437"/>
                  <a:pt x="4247" y="30848"/>
                </a:cubicBezTo>
                <a:cubicBezTo>
                  <a:pt x="10449" y="27127"/>
                  <a:pt x="17136" y="20601"/>
                  <a:pt x="22529" y="14453"/>
                </a:cubicBezTo>
                <a:cubicBezTo>
                  <a:pt x="25171" y="11487"/>
                  <a:pt x="27383" y="8791"/>
                  <a:pt x="28893" y="6795"/>
                </a:cubicBezTo>
                <a:cubicBezTo>
                  <a:pt x="29648" y="5878"/>
                  <a:pt x="30403" y="4854"/>
                  <a:pt x="31104" y="3883"/>
                </a:cubicBezTo>
                <a:cubicBezTo>
                  <a:pt x="31104" y="3883"/>
                  <a:pt x="31212" y="3721"/>
                  <a:pt x="31212" y="3721"/>
                </a:cubicBezTo>
                <a:cubicBezTo>
                  <a:pt x="32884" y="1402"/>
                  <a:pt x="35580" y="0"/>
                  <a:pt x="38439" y="0"/>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noProof="0">
              <a:solidFill>
                <a:srgbClr val="000000"/>
              </a:solidFill>
              <a:latin typeface="+mj-lt"/>
            </a:endParaRPr>
          </a:p>
        </p:txBody>
      </p:sp>
      <p:sp>
        <p:nvSpPr>
          <p:cNvPr id="207" name="Freeform: Shape 206" descr="Icon of an arrow moving from point circle on the bottom left to top right with two cross marks">
            <a:extLst>
              <a:ext uri="{FF2B5EF4-FFF2-40B4-BE49-F238E27FC236}">
                <a16:creationId xmlns:a16="http://schemas.microsoft.com/office/drawing/2014/main" id="{027AD8E0-3B31-F288-2383-343C9281B473}"/>
              </a:ext>
            </a:extLst>
          </p:cNvPr>
          <p:cNvSpPr>
            <a:spLocks noChangeAspect="1"/>
          </p:cNvSpPr>
          <p:nvPr/>
        </p:nvSpPr>
        <p:spPr>
          <a:xfrm>
            <a:off x="1482987" y="1580020"/>
            <a:ext cx="227268" cy="227244"/>
          </a:xfrm>
          <a:custGeom>
            <a:avLst/>
            <a:gdLst>
              <a:gd name="connsiteX0" fmla="*/ 125635 w 765566"/>
              <a:gd name="connsiteY0" fmla="*/ 561137 h 765489"/>
              <a:gd name="connsiteX1" fmla="*/ 47149 w 765566"/>
              <a:gd name="connsiteY1" fmla="*/ 639718 h 765489"/>
              <a:gd name="connsiteX2" fmla="*/ 125635 w 765566"/>
              <a:gd name="connsiteY2" fmla="*/ 718299 h 765489"/>
              <a:gd name="connsiteX3" fmla="*/ 204216 w 765566"/>
              <a:gd name="connsiteY3" fmla="*/ 639718 h 765489"/>
              <a:gd name="connsiteX4" fmla="*/ 125635 w 765566"/>
              <a:gd name="connsiteY4" fmla="*/ 561137 h 765489"/>
              <a:gd name="connsiteX5" fmla="*/ 482977 w 765566"/>
              <a:gd name="connsiteY5" fmla="*/ 451741 h 765489"/>
              <a:gd name="connsiteX6" fmla="*/ 505491 w 765566"/>
              <a:gd name="connsiteY6" fmla="*/ 458266 h 765489"/>
              <a:gd name="connsiteX7" fmla="*/ 509302 w 765566"/>
              <a:gd name="connsiteY7" fmla="*/ 461504 h 765489"/>
              <a:gd name="connsiteX8" fmla="*/ 608838 w 765566"/>
              <a:gd name="connsiteY8" fmla="*/ 561041 h 765489"/>
              <a:gd name="connsiteX9" fmla="*/ 708374 w 765566"/>
              <a:gd name="connsiteY9" fmla="*/ 461599 h 765489"/>
              <a:gd name="connsiteX10" fmla="*/ 752094 w 765566"/>
              <a:gd name="connsiteY10" fmla="*/ 458361 h 765489"/>
              <a:gd name="connsiteX11" fmla="*/ 751903 w 765566"/>
              <a:gd name="connsiteY11" fmla="*/ 458171 h 765489"/>
              <a:gd name="connsiteX12" fmla="*/ 755713 w 765566"/>
              <a:gd name="connsiteY12" fmla="*/ 461409 h 765489"/>
              <a:gd name="connsiteX13" fmla="*/ 758952 w 765566"/>
              <a:gd name="connsiteY13" fmla="*/ 505224 h 765489"/>
              <a:gd name="connsiteX14" fmla="*/ 755713 w 765566"/>
              <a:gd name="connsiteY14" fmla="*/ 509034 h 765489"/>
              <a:gd name="connsiteX15" fmla="*/ 656177 w 765566"/>
              <a:gd name="connsiteY15" fmla="*/ 608570 h 765489"/>
              <a:gd name="connsiteX16" fmla="*/ 755713 w 765566"/>
              <a:gd name="connsiteY16" fmla="*/ 708107 h 765489"/>
              <a:gd name="connsiteX17" fmla="*/ 758952 w 765566"/>
              <a:gd name="connsiteY17" fmla="*/ 751826 h 765489"/>
              <a:gd name="connsiteX18" fmla="*/ 755713 w 765566"/>
              <a:gd name="connsiteY18" fmla="*/ 755636 h 765489"/>
              <a:gd name="connsiteX19" fmla="*/ 711898 w 765566"/>
              <a:gd name="connsiteY19" fmla="*/ 758875 h 765489"/>
              <a:gd name="connsiteX20" fmla="*/ 708088 w 765566"/>
              <a:gd name="connsiteY20" fmla="*/ 755636 h 765489"/>
              <a:gd name="connsiteX21" fmla="*/ 608552 w 765566"/>
              <a:gd name="connsiteY21" fmla="*/ 656100 h 765489"/>
              <a:gd name="connsiteX22" fmla="*/ 509111 w 765566"/>
              <a:gd name="connsiteY22" fmla="*/ 755636 h 765489"/>
              <a:gd name="connsiteX23" fmla="*/ 465391 w 765566"/>
              <a:gd name="connsiteY23" fmla="*/ 758875 h 765489"/>
              <a:gd name="connsiteX24" fmla="*/ 461581 w 765566"/>
              <a:gd name="connsiteY24" fmla="*/ 755636 h 765489"/>
              <a:gd name="connsiteX25" fmla="*/ 458343 w 765566"/>
              <a:gd name="connsiteY25" fmla="*/ 711821 h 765489"/>
              <a:gd name="connsiteX26" fmla="*/ 461581 w 765566"/>
              <a:gd name="connsiteY26" fmla="*/ 708011 h 765489"/>
              <a:gd name="connsiteX27" fmla="*/ 561118 w 765566"/>
              <a:gd name="connsiteY27" fmla="*/ 608475 h 765489"/>
              <a:gd name="connsiteX28" fmla="*/ 461677 w 765566"/>
              <a:gd name="connsiteY28" fmla="*/ 509034 h 765489"/>
              <a:gd name="connsiteX29" fmla="*/ 458438 w 765566"/>
              <a:gd name="connsiteY29" fmla="*/ 465314 h 765489"/>
              <a:gd name="connsiteX30" fmla="*/ 461677 w 765566"/>
              <a:gd name="connsiteY30" fmla="*/ 461504 h 765489"/>
              <a:gd name="connsiteX31" fmla="*/ 482977 w 765566"/>
              <a:gd name="connsiteY31" fmla="*/ 451741 h 765489"/>
              <a:gd name="connsiteX32" fmla="*/ 31301 w 765566"/>
              <a:gd name="connsiteY32" fmla="*/ 161 h 765489"/>
              <a:gd name="connsiteX33" fmla="*/ 53816 w 765566"/>
              <a:gd name="connsiteY33" fmla="*/ 6686 h 765489"/>
              <a:gd name="connsiteX34" fmla="*/ 57625 w 765566"/>
              <a:gd name="connsiteY34" fmla="*/ 9924 h 765489"/>
              <a:gd name="connsiteX35" fmla="*/ 157162 w 765566"/>
              <a:gd name="connsiteY35" fmla="*/ 109461 h 765489"/>
              <a:gd name="connsiteX36" fmla="*/ 256698 w 765566"/>
              <a:gd name="connsiteY36" fmla="*/ 10019 h 765489"/>
              <a:gd name="connsiteX37" fmla="*/ 300418 w 765566"/>
              <a:gd name="connsiteY37" fmla="*/ 6781 h 765489"/>
              <a:gd name="connsiteX38" fmla="*/ 300227 w 765566"/>
              <a:gd name="connsiteY38" fmla="*/ 6591 h 765489"/>
              <a:gd name="connsiteX39" fmla="*/ 304037 w 765566"/>
              <a:gd name="connsiteY39" fmla="*/ 9829 h 765489"/>
              <a:gd name="connsiteX40" fmla="*/ 307276 w 765566"/>
              <a:gd name="connsiteY40" fmla="*/ 53644 h 765489"/>
              <a:gd name="connsiteX41" fmla="*/ 304037 w 765566"/>
              <a:gd name="connsiteY41" fmla="*/ 57454 h 765489"/>
              <a:gd name="connsiteX42" fmla="*/ 204501 w 765566"/>
              <a:gd name="connsiteY42" fmla="*/ 156990 h 765489"/>
              <a:gd name="connsiteX43" fmla="*/ 304037 w 765566"/>
              <a:gd name="connsiteY43" fmla="*/ 256526 h 765489"/>
              <a:gd name="connsiteX44" fmla="*/ 307276 w 765566"/>
              <a:gd name="connsiteY44" fmla="*/ 300246 h 765489"/>
              <a:gd name="connsiteX45" fmla="*/ 304037 w 765566"/>
              <a:gd name="connsiteY45" fmla="*/ 304056 h 765489"/>
              <a:gd name="connsiteX46" fmla="*/ 260222 w 765566"/>
              <a:gd name="connsiteY46" fmla="*/ 307295 h 765489"/>
              <a:gd name="connsiteX47" fmla="*/ 256412 w 765566"/>
              <a:gd name="connsiteY47" fmla="*/ 304056 h 765489"/>
              <a:gd name="connsiteX48" fmla="*/ 156876 w 765566"/>
              <a:gd name="connsiteY48" fmla="*/ 204520 h 765489"/>
              <a:gd name="connsiteX49" fmla="*/ 57435 w 765566"/>
              <a:gd name="connsiteY49" fmla="*/ 304056 h 765489"/>
              <a:gd name="connsiteX50" fmla="*/ 13715 w 765566"/>
              <a:gd name="connsiteY50" fmla="*/ 307295 h 765489"/>
              <a:gd name="connsiteX51" fmla="*/ 9905 w 765566"/>
              <a:gd name="connsiteY51" fmla="*/ 304056 h 765489"/>
              <a:gd name="connsiteX52" fmla="*/ 6667 w 765566"/>
              <a:gd name="connsiteY52" fmla="*/ 260241 h 765489"/>
              <a:gd name="connsiteX53" fmla="*/ 9905 w 765566"/>
              <a:gd name="connsiteY53" fmla="*/ 256431 h 765489"/>
              <a:gd name="connsiteX54" fmla="*/ 109442 w 765566"/>
              <a:gd name="connsiteY54" fmla="*/ 156895 h 765489"/>
              <a:gd name="connsiteX55" fmla="*/ 10000 w 765566"/>
              <a:gd name="connsiteY55" fmla="*/ 57454 h 765489"/>
              <a:gd name="connsiteX56" fmla="*/ 6762 w 765566"/>
              <a:gd name="connsiteY56" fmla="*/ 13734 h 765489"/>
              <a:gd name="connsiteX57" fmla="*/ 10000 w 765566"/>
              <a:gd name="connsiteY57" fmla="*/ 9924 h 765489"/>
              <a:gd name="connsiteX58" fmla="*/ 31301 w 765566"/>
              <a:gd name="connsiteY58" fmla="*/ 161 h 765489"/>
              <a:gd name="connsiteX59" fmla="*/ 620935 w 765566"/>
              <a:gd name="connsiteY59" fmla="*/ 18 h 765489"/>
              <a:gd name="connsiteX60" fmla="*/ 735140 w 765566"/>
              <a:gd name="connsiteY60" fmla="*/ 18 h 765489"/>
              <a:gd name="connsiteX61" fmla="*/ 765429 w 765566"/>
              <a:gd name="connsiteY61" fmla="*/ 30308 h 765489"/>
              <a:gd name="connsiteX62" fmla="*/ 765429 w 765566"/>
              <a:gd name="connsiteY62" fmla="*/ 144512 h 765489"/>
              <a:gd name="connsiteX63" fmla="*/ 765429 w 765566"/>
              <a:gd name="connsiteY63" fmla="*/ 146608 h 765489"/>
              <a:gd name="connsiteX64" fmla="*/ 734092 w 765566"/>
              <a:gd name="connsiteY64" fmla="*/ 175754 h 765489"/>
              <a:gd name="connsiteX65" fmla="*/ 704945 w 765566"/>
              <a:gd name="connsiteY65" fmla="*/ 144417 h 765489"/>
              <a:gd name="connsiteX66" fmla="*/ 704945 w 765566"/>
              <a:gd name="connsiteY66" fmla="*/ 103269 h 765489"/>
              <a:gd name="connsiteX67" fmla="*/ 231802 w 765566"/>
              <a:gd name="connsiteY67" fmla="*/ 576413 h 765489"/>
              <a:gd name="connsiteX68" fmla="*/ 241498 w 765566"/>
              <a:gd name="connsiteY68" fmla="*/ 590794 h 765489"/>
              <a:gd name="connsiteX69" fmla="*/ 251365 w 765566"/>
              <a:gd name="connsiteY69" fmla="*/ 639718 h 765489"/>
              <a:gd name="connsiteX70" fmla="*/ 125635 w 765566"/>
              <a:gd name="connsiteY70" fmla="*/ 765448 h 765489"/>
              <a:gd name="connsiteX71" fmla="*/ 0 w 765566"/>
              <a:gd name="connsiteY71" fmla="*/ 639718 h 765489"/>
              <a:gd name="connsiteX72" fmla="*/ 125635 w 765566"/>
              <a:gd name="connsiteY72" fmla="*/ 514083 h 765489"/>
              <a:gd name="connsiteX73" fmla="*/ 174614 w 765566"/>
              <a:gd name="connsiteY73" fmla="*/ 523949 h 765489"/>
              <a:gd name="connsiteX74" fmla="*/ 188912 w 765566"/>
              <a:gd name="connsiteY74" fmla="*/ 533578 h 765489"/>
              <a:gd name="connsiteX75" fmla="*/ 661988 w 765566"/>
              <a:gd name="connsiteY75" fmla="*/ 60502 h 765489"/>
              <a:gd name="connsiteX76" fmla="*/ 620840 w 765566"/>
              <a:gd name="connsiteY76" fmla="*/ 60502 h 765489"/>
              <a:gd name="connsiteX77" fmla="*/ 618744 w 765566"/>
              <a:gd name="connsiteY77" fmla="*/ 60502 h 765489"/>
              <a:gd name="connsiteX78" fmla="*/ 589598 w 765566"/>
              <a:gd name="connsiteY78" fmla="*/ 29165 h 765489"/>
              <a:gd name="connsiteX79" fmla="*/ 620935 w 765566"/>
              <a:gd name="connsiteY79" fmla="*/ 18 h 76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765566" h="765489">
                <a:moveTo>
                  <a:pt x="125635" y="561137"/>
                </a:moveTo>
                <a:cubicBezTo>
                  <a:pt x="82296" y="561137"/>
                  <a:pt x="47149" y="596284"/>
                  <a:pt x="47149" y="639718"/>
                </a:cubicBezTo>
                <a:cubicBezTo>
                  <a:pt x="47149" y="683152"/>
                  <a:pt x="82391" y="718299"/>
                  <a:pt x="125635" y="718299"/>
                </a:cubicBezTo>
                <a:cubicBezTo>
                  <a:pt x="169069" y="718299"/>
                  <a:pt x="204216" y="683152"/>
                  <a:pt x="204216" y="639718"/>
                </a:cubicBezTo>
                <a:cubicBezTo>
                  <a:pt x="204216" y="596284"/>
                  <a:pt x="168974" y="561137"/>
                  <a:pt x="125635" y="561137"/>
                </a:cubicBezTo>
                <a:close/>
                <a:moveTo>
                  <a:pt x="482977" y="451741"/>
                </a:moveTo>
                <a:cubicBezTo>
                  <a:pt x="490775" y="451169"/>
                  <a:pt x="498776" y="453313"/>
                  <a:pt x="505491" y="458266"/>
                </a:cubicBezTo>
                <a:lnTo>
                  <a:pt x="509302" y="461504"/>
                </a:lnTo>
                <a:lnTo>
                  <a:pt x="608838" y="561041"/>
                </a:lnTo>
                <a:lnTo>
                  <a:pt x="708374" y="461599"/>
                </a:lnTo>
                <a:cubicBezTo>
                  <a:pt x="720185" y="449789"/>
                  <a:pt x="738759" y="448455"/>
                  <a:pt x="752094" y="458361"/>
                </a:cubicBezTo>
                <a:lnTo>
                  <a:pt x="751903" y="458171"/>
                </a:lnTo>
                <a:lnTo>
                  <a:pt x="755713" y="461409"/>
                </a:lnTo>
                <a:cubicBezTo>
                  <a:pt x="767524" y="473220"/>
                  <a:pt x="768858" y="491794"/>
                  <a:pt x="758952" y="505224"/>
                </a:cubicBezTo>
                <a:lnTo>
                  <a:pt x="755713" y="509034"/>
                </a:lnTo>
                <a:lnTo>
                  <a:pt x="656177" y="608570"/>
                </a:lnTo>
                <a:lnTo>
                  <a:pt x="755713" y="708107"/>
                </a:lnTo>
                <a:cubicBezTo>
                  <a:pt x="767429" y="719918"/>
                  <a:pt x="768858" y="738491"/>
                  <a:pt x="758952" y="751826"/>
                </a:cubicBezTo>
                <a:lnTo>
                  <a:pt x="755713" y="755636"/>
                </a:lnTo>
                <a:cubicBezTo>
                  <a:pt x="743902" y="767447"/>
                  <a:pt x="725329" y="768781"/>
                  <a:pt x="711898" y="758875"/>
                </a:cubicBezTo>
                <a:lnTo>
                  <a:pt x="708088" y="755636"/>
                </a:lnTo>
                <a:lnTo>
                  <a:pt x="608552" y="656100"/>
                </a:lnTo>
                <a:lnTo>
                  <a:pt x="509111" y="755636"/>
                </a:lnTo>
                <a:cubicBezTo>
                  <a:pt x="497300" y="767352"/>
                  <a:pt x="478726" y="768781"/>
                  <a:pt x="465391" y="758875"/>
                </a:cubicBezTo>
                <a:lnTo>
                  <a:pt x="461581" y="755636"/>
                </a:lnTo>
                <a:cubicBezTo>
                  <a:pt x="449770" y="743825"/>
                  <a:pt x="448437" y="725252"/>
                  <a:pt x="458343" y="711821"/>
                </a:cubicBezTo>
                <a:lnTo>
                  <a:pt x="461581" y="708011"/>
                </a:lnTo>
                <a:lnTo>
                  <a:pt x="561118" y="608475"/>
                </a:lnTo>
                <a:lnTo>
                  <a:pt x="461677" y="509034"/>
                </a:lnTo>
                <a:cubicBezTo>
                  <a:pt x="449865" y="497223"/>
                  <a:pt x="448532" y="478649"/>
                  <a:pt x="458438" y="465314"/>
                </a:cubicBezTo>
                <a:lnTo>
                  <a:pt x="461677" y="461504"/>
                </a:lnTo>
                <a:cubicBezTo>
                  <a:pt x="467582" y="455599"/>
                  <a:pt x="475178" y="452313"/>
                  <a:pt x="482977" y="451741"/>
                </a:cubicBezTo>
                <a:close/>
                <a:moveTo>
                  <a:pt x="31301" y="161"/>
                </a:moveTo>
                <a:cubicBezTo>
                  <a:pt x="39099" y="-410"/>
                  <a:pt x="47100" y="1733"/>
                  <a:pt x="53816" y="6686"/>
                </a:cubicBezTo>
                <a:lnTo>
                  <a:pt x="57625" y="9924"/>
                </a:lnTo>
                <a:lnTo>
                  <a:pt x="157162" y="109461"/>
                </a:lnTo>
                <a:lnTo>
                  <a:pt x="256698" y="10019"/>
                </a:lnTo>
                <a:cubicBezTo>
                  <a:pt x="268509" y="-1791"/>
                  <a:pt x="287083" y="-3125"/>
                  <a:pt x="300418" y="6781"/>
                </a:cubicBezTo>
                <a:lnTo>
                  <a:pt x="300227" y="6591"/>
                </a:lnTo>
                <a:lnTo>
                  <a:pt x="304037" y="9829"/>
                </a:lnTo>
                <a:cubicBezTo>
                  <a:pt x="315848" y="21640"/>
                  <a:pt x="317182" y="40214"/>
                  <a:pt x="307276" y="53644"/>
                </a:cubicBezTo>
                <a:lnTo>
                  <a:pt x="304037" y="57454"/>
                </a:lnTo>
                <a:lnTo>
                  <a:pt x="204501" y="156990"/>
                </a:lnTo>
                <a:lnTo>
                  <a:pt x="304037" y="256526"/>
                </a:lnTo>
                <a:cubicBezTo>
                  <a:pt x="315753" y="268338"/>
                  <a:pt x="317182" y="286911"/>
                  <a:pt x="307276" y="300246"/>
                </a:cubicBezTo>
                <a:lnTo>
                  <a:pt x="304037" y="304056"/>
                </a:lnTo>
                <a:cubicBezTo>
                  <a:pt x="292226" y="315867"/>
                  <a:pt x="273652" y="317201"/>
                  <a:pt x="260222" y="307295"/>
                </a:cubicBezTo>
                <a:lnTo>
                  <a:pt x="256412" y="304056"/>
                </a:lnTo>
                <a:lnTo>
                  <a:pt x="156876" y="204520"/>
                </a:lnTo>
                <a:lnTo>
                  <a:pt x="57435" y="304056"/>
                </a:lnTo>
                <a:cubicBezTo>
                  <a:pt x="45624" y="315772"/>
                  <a:pt x="27050" y="317201"/>
                  <a:pt x="13715" y="307295"/>
                </a:cubicBezTo>
                <a:lnTo>
                  <a:pt x="9905" y="304056"/>
                </a:lnTo>
                <a:cubicBezTo>
                  <a:pt x="-1906" y="292245"/>
                  <a:pt x="-3239" y="273672"/>
                  <a:pt x="6667" y="260241"/>
                </a:cubicBezTo>
                <a:lnTo>
                  <a:pt x="9905" y="256431"/>
                </a:lnTo>
                <a:lnTo>
                  <a:pt x="109442" y="156895"/>
                </a:lnTo>
                <a:lnTo>
                  <a:pt x="10000" y="57454"/>
                </a:lnTo>
                <a:cubicBezTo>
                  <a:pt x="-1810" y="45643"/>
                  <a:pt x="-3144" y="27069"/>
                  <a:pt x="6762" y="13734"/>
                </a:cubicBezTo>
                <a:lnTo>
                  <a:pt x="10000" y="9924"/>
                </a:lnTo>
                <a:cubicBezTo>
                  <a:pt x="15906" y="4018"/>
                  <a:pt x="23502" y="732"/>
                  <a:pt x="31301" y="161"/>
                </a:cubicBezTo>
                <a:close/>
                <a:moveTo>
                  <a:pt x="620935" y="18"/>
                </a:moveTo>
                <a:lnTo>
                  <a:pt x="735140" y="18"/>
                </a:lnTo>
                <a:cubicBezTo>
                  <a:pt x="751904" y="18"/>
                  <a:pt x="765429" y="13639"/>
                  <a:pt x="765429" y="30308"/>
                </a:cubicBezTo>
                <a:lnTo>
                  <a:pt x="765429" y="144512"/>
                </a:lnTo>
                <a:cubicBezTo>
                  <a:pt x="765429" y="145179"/>
                  <a:pt x="765429" y="145941"/>
                  <a:pt x="765429" y="146608"/>
                </a:cubicBezTo>
                <a:cubicBezTo>
                  <a:pt x="764858" y="163277"/>
                  <a:pt x="750761" y="176326"/>
                  <a:pt x="734092" y="175754"/>
                </a:cubicBezTo>
                <a:cubicBezTo>
                  <a:pt x="717423" y="175183"/>
                  <a:pt x="704374" y="161086"/>
                  <a:pt x="704945" y="144417"/>
                </a:cubicBezTo>
                <a:lnTo>
                  <a:pt x="704945" y="103269"/>
                </a:lnTo>
                <a:lnTo>
                  <a:pt x="231802" y="576413"/>
                </a:lnTo>
                <a:lnTo>
                  <a:pt x="241498" y="590794"/>
                </a:lnTo>
                <a:cubicBezTo>
                  <a:pt x="247853" y="605827"/>
                  <a:pt x="251365" y="622359"/>
                  <a:pt x="251365" y="639718"/>
                </a:cubicBezTo>
                <a:cubicBezTo>
                  <a:pt x="251365" y="709155"/>
                  <a:pt x="195072" y="765448"/>
                  <a:pt x="125635" y="765448"/>
                </a:cubicBezTo>
                <a:cubicBezTo>
                  <a:pt x="56198" y="765448"/>
                  <a:pt x="0" y="709155"/>
                  <a:pt x="0" y="639718"/>
                </a:cubicBezTo>
                <a:cubicBezTo>
                  <a:pt x="0" y="570280"/>
                  <a:pt x="56293" y="514083"/>
                  <a:pt x="125635" y="514083"/>
                </a:cubicBezTo>
                <a:cubicBezTo>
                  <a:pt x="143018" y="514083"/>
                  <a:pt x="159567" y="517596"/>
                  <a:pt x="174614" y="523949"/>
                </a:cubicBezTo>
                <a:lnTo>
                  <a:pt x="188912" y="533578"/>
                </a:lnTo>
                <a:lnTo>
                  <a:pt x="661988" y="60502"/>
                </a:lnTo>
                <a:lnTo>
                  <a:pt x="620840" y="60502"/>
                </a:lnTo>
                <a:cubicBezTo>
                  <a:pt x="620173" y="60502"/>
                  <a:pt x="619411" y="60502"/>
                  <a:pt x="618744" y="60502"/>
                </a:cubicBezTo>
                <a:cubicBezTo>
                  <a:pt x="602076" y="59930"/>
                  <a:pt x="589026" y="45833"/>
                  <a:pt x="589598" y="29165"/>
                </a:cubicBezTo>
                <a:cubicBezTo>
                  <a:pt x="590169" y="12496"/>
                  <a:pt x="604266" y="-553"/>
                  <a:pt x="620935" y="18"/>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noProof="0">
              <a:solidFill>
                <a:srgbClr val="000000"/>
              </a:solidFill>
              <a:latin typeface="+mj-lt"/>
            </a:endParaRPr>
          </a:p>
        </p:txBody>
      </p:sp>
      <p:sp>
        <p:nvSpPr>
          <p:cNvPr id="209" name="Graphic 31" descr="Icon of a group of three people">
            <a:extLst>
              <a:ext uri="{FF2B5EF4-FFF2-40B4-BE49-F238E27FC236}">
                <a16:creationId xmlns:a16="http://schemas.microsoft.com/office/drawing/2014/main" id="{93563B9E-0CF5-BC11-4EA5-F7CCDF41B0ED}"/>
              </a:ext>
            </a:extLst>
          </p:cNvPr>
          <p:cNvSpPr>
            <a:spLocks/>
          </p:cNvSpPr>
          <p:nvPr/>
        </p:nvSpPr>
        <p:spPr>
          <a:xfrm>
            <a:off x="8197729" y="1567335"/>
            <a:ext cx="280610" cy="252614"/>
          </a:xfrm>
          <a:custGeom>
            <a:avLst/>
            <a:gdLst>
              <a:gd name="connsiteX0" fmla="*/ 198244 w 311045"/>
              <a:gd name="connsiteY0" fmla="*/ 186583 h 280014"/>
              <a:gd name="connsiteX1" fmla="*/ 225454 w 311045"/>
              <a:gd name="connsiteY1" fmla="*/ 213793 h 280014"/>
              <a:gd name="connsiteX2" fmla="*/ 225437 w 311045"/>
              <a:gd name="connsiteY2" fmla="*/ 228752 h 280014"/>
              <a:gd name="connsiteX3" fmla="*/ 156524 w 311045"/>
              <a:gd name="connsiteY3" fmla="*/ 280014 h 280014"/>
              <a:gd name="connsiteX4" fmla="*/ 85517 w 311045"/>
              <a:gd name="connsiteY4" fmla="*/ 229342 h 280014"/>
              <a:gd name="connsiteX5" fmla="*/ 85517 w 311045"/>
              <a:gd name="connsiteY5" fmla="*/ 213793 h 280014"/>
              <a:gd name="connsiteX6" fmla="*/ 112727 w 311045"/>
              <a:gd name="connsiteY6" fmla="*/ 186583 h 280014"/>
              <a:gd name="connsiteX7" fmla="*/ 198244 w 311045"/>
              <a:gd name="connsiteY7" fmla="*/ 186583 h 280014"/>
              <a:gd name="connsiteX8" fmla="*/ 198244 w 311045"/>
              <a:gd name="connsiteY8" fmla="*/ 209906 h 280014"/>
              <a:gd name="connsiteX9" fmla="*/ 112727 w 311045"/>
              <a:gd name="connsiteY9" fmla="*/ 209906 h 280014"/>
              <a:gd name="connsiteX10" fmla="*/ 108840 w 311045"/>
              <a:gd name="connsiteY10" fmla="*/ 213793 h 280014"/>
              <a:gd name="connsiteX11" fmla="*/ 108840 w 311045"/>
              <a:gd name="connsiteY11" fmla="*/ 229342 h 280014"/>
              <a:gd name="connsiteX12" fmla="*/ 156524 w 311045"/>
              <a:gd name="connsiteY12" fmla="*/ 256692 h 280014"/>
              <a:gd name="connsiteX13" fmla="*/ 202132 w 311045"/>
              <a:gd name="connsiteY13" fmla="*/ 229373 h 280014"/>
              <a:gd name="connsiteX14" fmla="*/ 202132 w 311045"/>
              <a:gd name="connsiteY14" fmla="*/ 213793 h 280014"/>
              <a:gd name="connsiteX15" fmla="*/ 198244 w 311045"/>
              <a:gd name="connsiteY15" fmla="*/ 209906 h 280014"/>
              <a:gd name="connsiteX16" fmla="*/ 27210 w 311045"/>
              <a:gd name="connsiteY16" fmla="*/ 108840 h 280014"/>
              <a:gd name="connsiteX17" fmla="*/ 95251 w 311045"/>
              <a:gd name="connsiteY17" fmla="*/ 108842 h 280014"/>
              <a:gd name="connsiteX18" fmla="*/ 93292 w 311045"/>
              <a:gd name="connsiteY18" fmla="*/ 124389 h 280014"/>
              <a:gd name="connsiteX19" fmla="*/ 93771 w 311045"/>
              <a:gd name="connsiteY19" fmla="*/ 132152 h 280014"/>
              <a:gd name="connsiteX20" fmla="*/ 27210 w 311045"/>
              <a:gd name="connsiteY20" fmla="*/ 132163 h 280014"/>
              <a:gd name="connsiteX21" fmla="*/ 23323 w 311045"/>
              <a:gd name="connsiteY21" fmla="*/ 136050 h 280014"/>
              <a:gd name="connsiteX22" fmla="*/ 23323 w 311045"/>
              <a:gd name="connsiteY22" fmla="*/ 151599 h 280014"/>
              <a:gd name="connsiteX23" fmla="*/ 71007 w 311045"/>
              <a:gd name="connsiteY23" fmla="*/ 178949 h 280014"/>
              <a:gd name="connsiteX24" fmla="*/ 89783 w 311045"/>
              <a:gd name="connsiteY24" fmla="*/ 177747 h 280014"/>
              <a:gd name="connsiteX25" fmla="*/ 71542 w 311045"/>
              <a:gd name="connsiteY25" fmla="*/ 202259 h 280014"/>
              <a:gd name="connsiteX26" fmla="*/ 71007 w 311045"/>
              <a:gd name="connsiteY26" fmla="*/ 202272 h 280014"/>
              <a:gd name="connsiteX27" fmla="*/ 0 w 311045"/>
              <a:gd name="connsiteY27" fmla="*/ 151599 h 280014"/>
              <a:gd name="connsiteX28" fmla="*/ 0 w 311045"/>
              <a:gd name="connsiteY28" fmla="*/ 136050 h 280014"/>
              <a:gd name="connsiteX29" fmla="*/ 27210 w 311045"/>
              <a:gd name="connsiteY29" fmla="*/ 108840 h 280014"/>
              <a:gd name="connsiteX30" fmla="*/ 283762 w 311045"/>
              <a:gd name="connsiteY30" fmla="*/ 108840 h 280014"/>
              <a:gd name="connsiteX31" fmla="*/ 310972 w 311045"/>
              <a:gd name="connsiteY31" fmla="*/ 136050 h 280014"/>
              <a:gd name="connsiteX32" fmla="*/ 310955 w 311045"/>
              <a:gd name="connsiteY32" fmla="*/ 151009 h 280014"/>
              <a:gd name="connsiteX33" fmla="*/ 242042 w 311045"/>
              <a:gd name="connsiteY33" fmla="*/ 202272 h 280014"/>
              <a:gd name="connsiteX34" fmla="*/ 239425 w 311045"/>
              <a:gd name="connsiteY34" fmla="*/ 202245 h 280014"/>
              <a:gd name="connsiteX35" fmla="*/ 220484 w 311045"/>
              <a:gd name="connsiteY35" fmla="*/ 177266 h 280014"/>
              <a:gd name="connsiteX36" fmla="*/ 242042 w 311045"/>
              <a:gd name="connsiteY36" fmla="*/ 178949 h 280014"/>
              <a:gd name="connsiteX37" fmla="*/ 287649 w 311045"/>
              <a:gd name="connsiteY37" fmla="*/ 151630 h 280014"/>
              <a:gd name="connsiteX38" fmla="*/ 287649 w 311045"/>
              <a:gd name="connsiteY38" fmla="*/ 136050 h 280014"/>
              <a:gd name="connsiteX39" fmla="*/ 283762 w 311045"/>
              <a:gd name="connsiteY39" fmla="*/ 132163 h 280014"/>
              <a:gd name="connsiteX40" fmla="*/ 217201 w 311045"/>
              <a:gd name="connsiteY40" fmla="*/ 132151 h 280014"/>
              <a:gd name="connsiteX41" fmla="*/ 217680 w 311045"/>
              <a:gd name="connsiteY41" fmla="*/ 124389 h 280014"/>
              <a:gd name="connsiteX42" fmla="*/ 215721 w 311045"/>
              <a:gd name="connsiteY42" fmla="*/ 108842 h 280014"/>
              <a:gd name="connsiteX43" fmla="*/ 283762 w 311045"/>
              <a:gd name="connsiteY43" fmla="*/ 108840 h 280014"/>
              <a:gd name="connsiteX44" fmla="*/ 155486 w 311045"/>
              <a:gd name="connsiteY44" fmla="*/ 77743 h 280014"/>
              <a:gd name="connsiteX45" fmla="*/ 202132 w 311045"/>
              <a:gd name="connsiteY45" fmla="*/ 124389 h 280014"/>
              <a:gd name="connsiteX46" fmla="*/ 155486 w 311045"/>
              <a:gd name="connsiteY46" fmla="*/ 171034 h 280014"/>
              <a:gd name="connsiteX47" fmla="*/ 108840 w 311045"/>
              <a:gd name="connsiteY47" fmla="*/ 124389 h 280014"/>
              <a:gd name="connsiteX48" fmla="*/ 155486 w 311045"/>
              <a:gd name="connsiteY48" fmla="*/ 77743 h 280014"/>
              <a:gd name="connsiteX49" fmla="*/ 155486 w 311045"/>
              <a:gd name="connsiteY49" fmla="*/ 101066 h 280014"/>
              <a:gd name="connsiteX50" fmla="*/ 132163 w 311045"/>
              <a:gd name="connsiteY50" fmla="*/ 124389 h 280014"/>
              <a:gd name="connsiteX51" fmla="*/ 155486 w 311045"/>
              <a:gd name="connsiteY51" fmla="*/ 147712 h 280014"/>
              <a:gd name="connsiteX52" fmla="*/ 178809 w 311045"/>
              <a:gd name="connsiteY52" fmla="*/ 124389 h 280014"/>
              <a:gd name="connsiteX53" fmla="*/ 155486 w 311045"/>
              <a:gd name="connsiteY53" fmla="*/ 101066 h 280014"/>
              <a:gd name="connsiteX54" fmla="*/ 69969 w 311045"/>
              <a:gd name="connsiteY54" fmla="*/ 0 h 280014"/>
              <a:gd name="connsiteX55" fmla="*/ 116614 w 311045"/>
              <a:gd name="connsiteY55" fmla="*/ 46646 h 280014"/>
              <a:gd name="connsiteX56" fmla="*/ 69969 w 311045"/>
              <a:gd name="connsiteY56" fmla="*/ 93292 h 280014"/>
              <a:gd name="connsiteX57" fmla="*/ 23323 w 311045"/>
              <a:gd name="connsiteY57" fmla="*/ 46646 h 280014"/>
              <a:gd name="connsiteX58" fmla="*/ 69969 w 311045"/>
              <a:gd name="connsiteY58" fmla="*/ 0 h 280014"/>
              <a:gd name="connsiteX59" fmla="*/ 241003 w 311045"/>
              <a:gd name="connsiteY59" fmla="*/ 0 h 280014"/>
              <a:gd name="connsiteX60" fmla="*/ 287649 w 311045"/>
              <a:gd name="connsiteY60" fmla="*/ 46646 h 280014"/>
              <a:gd name="connsiteX61" fmla="*/ 241003 w 311045"/>
              <a:gd name="connsiteY61" fmla="*/ 93292 h 280014"/>
              <a:gd name="connsiteX62" fmla="*/ 194357 w 311045"/>
              <a:gd name="connsiteY62" fmla="*/ 46646 h 280014"/>
              <a:gd name="connsiteX63" fmla="*/ 241003 w 311045"/>
              <a:gd name="connsiteY63" fmla="*/ 0 h 280014"/>
              <a:gd name="connsiteX64" fmla="*/ 69969 w 311045"/>
              <a:gd name="connsiteY64" fmla="*/ 23323 h 280014"/>
              <a:gd name="connsiteX65" fmla="*/ 46646 w 311045"/>
              <a:gd name="connsiteY65" fmla="*/ 46646 h 280014"/>
              <a:gd name="connsiteX66" fmla="*/ 69969 w 311045"/>
              <a:gd name="connsiteY66" fmla="*/ 69969 h 280014"/>
              <a:gd name="connsiteX67" fmla="*/ 93292 w 311045"/>
              <a:gd name="connsiteY67" fmla="*/ 46646 h 280014"/>
              <a:gd name="connsiteX68" fmla="*/ 69969 w 311045"/>
              <a:gd name="connsiteY68" fmla="*/ 23323 h 280014"/>
              <a:gd name="connsiteX69" fmla="*/ 241003 w 311045"/>
              <a:gd name="connsiteY69" fmla="*/ 23323 h 280014"/>
              <a:gd name="connsiteX70" fmla="*/ 217680 w 311045"/>
              <a:gd name="connsiteY70" fmla="*/ 46646 h 280014"/>
              <a:gd name="connsiteX71" fmla="*/ 241003 w 311045"/>
              <a:gd name="connsiteY71" fmla="*/ 69969 h 280014"/>
              <a:gd name="connsiteX72" fmla="*/ 264326 w 311045"/>
              <a:gd name="connsiteY72" fmla="*/ 46646 h 280014"/>
              <a:gd name="connsiteX73" fmla="*/ 241003 w 311045"/>
              <a:gd name="connsiteY73" fmla="*/ 23323 h 280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11045" h="280014">
                <a:moveTo>
                  <a:pt x="198244" y="186583"/>
                </a:moveTo>
                <a:cubicBezTo>
                  <a:pt x="213272" y="186583"/>
                  <a:pt x="225454" y="198765"/>
                  <a:pt x="225454" y="213793"/>
                </a:cubicBezTo>
                <a:lnTo>
                  <a:pt x="225437" y="228752"/>
                </a:lnTo>
                <a:cubicBezTo>
                  <a:pt x="227252" y="262790"/>
                  <a:pt x="201943" y="280014"/>
                  <a:pt x="156524" y="280014"/>
                </a:cubicBezTo>
                <a:cubicBezTo>
                  <a:pt x="111295" y="280014"/>
                  <a:pt x="85517" y="263070"/>
                  <a:pt x="85517" y="229342"/>
                </a:cubicBezTo>
                <a:lnTo>
                  <a:pt x="85517" y="213793"/>
                </a:lnTo>
                <a:cubicBezTo>
                  <a:pt x="85517" y="198765"/>
                  <a:pt x="97700" y="186583"/>
                  <a:pt x="112727" y="186583"/>
                </a:cubicBezTo>
                <a:lnTo>
                  <a:pt x="198244" y="186583"/>
                </a:lnTo>
                <a:close/>
                <a:moveTo>
                  <a:pt x="198244" y="209906"/>
                </a:moveTo>
                <a:lnTo>
                  <a:pt x="112727" y="209906"/>
                </a:lnTo>
                <a:cubicBezTo>
                  <a:pt x="110580" y="209906"/>
                  <a:pt x="108840" y="211646"/>
                  <a:pt x="108840" y="213793"/>
                </a:cubicBezTo>
                <a:lnTo>
                  <a:pt x="108840" y="229342"/>
                </a:lnTo>
                <a:cubicBezTo>
                  <a:pt x="108840" y="247630"/>
                  <a:pt x="122627" y="256692"/>
                  <a:pt x="156524" y="256692"/>
                </a:cubicBezTo>
                <a:cubicBezTo>
                  <a:pt x="190232" y="256692"/>
                  <a:pt x="203103" y="247930"/>
                  <a:pt x="202132" y="229373"/>
                </a:cubicBezTo>
                <a:lnTo>
                  <a:pt x="202132" y="213793"/>
                </a:lnTo>
                <a:cubicBezTo>
                  <a:pt x="202132" y="211646"/>
                  <a:pt x="200392" y="209906"/>
                  <a:pt x="198244" y="209906"/>
                </a:cubicBezTo>
                <a:close/>
                <a:moveTo>
                  <a:pt x="27210" y="108840"/>
                </a:moveTo>
                <a:lnTo>
                  <a:pt x="95251" y="108842"/>
                </a:lnTo>
                <a:cubicBezTo>
                  <a:pt x="93972" y="113811"/>
                  <a:pt x="93292" y="119020"/>
                  <a:pt x="93292" y="124389"/>
                </a:cubicBezTo>
                <a:cubicBezTo>
                  <a:pt x="93292" y="127018"/>
                  <a:pt x="93455" y="129610"/>
                  <a:pt x="93771" y="132152"/>
                </a:cubicBezTo>
                <a:lnTo>
                  <a:pt x="27210" y="132163"/>
                </a:lnTo>
                <a:cubicBezTo>
                  <a:pt x="25063" y="132163"/>
                  <a:pt x="23323" y="133903"/>
                  <a:pt x="23323" y="136050"/>
                </a:cubicBezTo>
                <a:lnTo>
                  <a:pt x="23323" y="151599"/>
                </a:lnTo>
                <a:cubicBezTo>
                  <a:pt x="23323" y="169887"/>
                  <a:pt x="37109" y="178949"/>
                  <a:pt x="71007" y="178949"/>
                </a:cubicBezTo>
                <a:cubicBezTo>
                  <a:pt x="78189" y="178949"/>
                  <a:pt x="84425" y="178552"/>
                  <a:pt x="89783" y="177747"/>
                </a:cubicBezTo>
                <a:cubicBezTo>
                  <a:pt x="80995" y="183313"/>
                  <a:pt x="74407" y="192009"/>
                  <a:pt x="71542" y="202259"/>
                </a:cubicBezTo>
                <a:lnTo>
                  <a:pt x="71007" y="202272"/>
                </a:lnTo>
                <a:cubicBezTo>
                  <a:pt x="25777" y="202272"/>
                  <a:pt x="0" y="185327"/>
                  <a:pt x="0" y="151599"/>
                </a:cubicBezTo>
                <a:lnTo>
                  <a:pt x="0" y="136050"/>
                </a:lnTo>
                <a:cubicBezTo>
                  <a:pt x="0" y="121022"/>
                  <a:pt x="12182" y="108840"/>
                  <a:pt x="27210" y="108840"/>
                </a:cubicBezTo>
                <a:close/>
                <a:moveTo>
                  <a:pt x="283762" y="108840"/>
                </a:moveTo>
                <a:cubicBezTo>
                  <a:pt x="298789" y="108840"/>
                  <a:pt x="310972" y="121022"/>
                  <a:pt x="310972" y="136050"/>
                </a:cubicBezTo>
                <a:lnTo>
                  <a:pt x="310955" y="151009"/>
                </a:lnTo>
                <a:cubicBezTo>
                  <a:pt x="312769" y="185047"/>
                  <a:pt x="287461" y="202272"/>
                  <a:pt x="242042" y="202272"/>
                </a:cubicBezTo>
                <a:lnTo>
                  <a:pt x="239425" y="202245"/>
                </a:lnTo>
                <a:cubicBezTo>
                  <a:pt x="236480" y="191717"/>
                  <a:pt x="229606" y="182831"/>
                  <a:pt x="220484" y="177266"/>
                </a:cubicBezTo>
                <a:cubicBezTo>
                  <a:pt x="226496" y="178394"/>
                  <a:pt x="233653" y="178949"/>
                  <a:pt x="242042" y="178949"/>
                </a:cubicBezTo>
                <a:cubicBezTo>
                  <a:pt x="275749" y="178949"/>
                  <a:pt x="288621" y="170187"/>
                  <a:pt x="287649" y="151630"/>
                </a:cubicBezTo>
                <a:lnTo>
                  <a:pt x="287649" y="136050"/>
                </a:lnTo>
                <a:cubicBezTo>
                  <a:pt x="287649" y="133903"/>
                  <a:pt x="285909" y="132163"/>
                  <a:pt x="283762" y="132163"/>
                </a:cubicBezTo>
                <a:lnTo>
                  <a:pt x="217201" y="132151"/>
                </a:lnTo>
                <a:cubicBezTo>
                  <a:pt x="217517" y="129608"/>
                  <a:pt x="217680" y="127018"/>
                  <a:pt x="217680" y="124389"/>
                </a:cubicBezTo>
                <a:cubicBezTo>
                  <a:pt x="217680" y="119020"/>
                  <a:pt x="217001" y="113811"/>
                  <a:pt x="215721" y="108842"/>
                </a:cubicBezTo>
                <a:lnTo>
                  <a:pt x="283762" y="108840"/>
                </a:lnTo>
                <a:close/>
                <a:moveTo>
                  <a:pt x="155486" y="77743"/>
                </a:moveTo>
                <a:cubicBezTo>
                  <a:pt x="181248" y="77743"/>
                  <a:pt x="202132" y="98627"/>
                  <a:pt x="202132" y="124389"/>
                </a:cubicBezTo>
                <a:cubicBezTo>
                  <a:pt x="202132" y="150151"/>
                  <a:pt x="181248" y="171034"/>
                  <a:pt x="155486" y="171034"/>
                </a:cubicBezTo>
                <a:cubicBezTo>
                  <a:pt x="129723" y="171034"/>
                  <a:pt x="108840" y="150151"/>
                  <a:pt x="108840" y="124389"/>
                </a:cubicBezTo>
                <a:cubicBezTo>
                  <a:pt x="108840" y="98627"/>
                  <a:pt x="129723" y="77743"/>
                  <a:pt x="155486" y="77743"/>
                </a:cubicBezTo>
                <a:close/>
                <a:moveTo>
                  <a:pt x="155486" y="101066"/>
                </a:moveTo>
                <a:cubicBezTo>
                  <a:pt x="142605" y="101066"/>
                  <a:pt x="132163" y="111508"/>
                  <a:pt x="132163" y="124389"/>
                </a:cubicBezTo>
                <a:cubicBezTo>
                  <a:pt x="132163" y="137269"/>
                  <a:pt x="142605" y="147712"/>
                  <a:pt x="155486" y="147712"/>
                </a:cubicBezTo>
                <a:cubicBezTo>
                  <a:pt x="168366" y="147712"/>
                  <a:pt x="178809" y="137269"/>
                  <a:pt x="178809" y="124389"/>
                </a:cubicBezTo>
                <a:cubicBezTo>
                  <a:pt x="178809" y="111508"/>
                  <a:pt x="168366" y="101066"/>
                  <a:pt x="155486" y="101066"/>
                </a:cubicBezTo>
                <a:close/>
                <a:moveTo>
                  <a:pt x="69969" y="0"/>
                </a:moveTo>
                <a:cubicBezTo>
                  <a:pt x="95730" y="0"/>
                  <a:pt x="116614" y="20884"/>
                  <a:pt x="116614" y="46646"/>
                </a:cubicBezTo>
                <a:cubicBezTo>
                  <a:pt x="116614" y="72407"/>
                  <a:pt x="95730" y="93292"/>
                  <a:pt x="69969" y="93292"/>
                </a:cubicBezTo>
                <a:cubicBezTo>
                  <a:pt x="44207" y="93292"/>
                  <a:pt x="23323" y="72407"/>
                  <a:pt x="23323" y="46646"/>
                </a:cubicBezTo>
                <a:cubicBezTo>
                  <a:pt x="23323" y="20884"/>
                  <a:pt x="44207" y="0"/>
                  <a:pt x="69969" y="0"/>
                </a:cubicBezTo>
                <a:close/>
                <a:moveTo>
                  <a:pt x="241003" y="0"/>
                </a:moveTo>
                <a:cubicBezTo>
                  <a:pt x="266766" y="0"/>
                  <a:pt x="287649" y="20884"/>
                  <a:pt x="287649" y="46646"/>
                </a:cubicBezTo>
                <a:cubicBezTo>
                  <a:pt x="287649" y="72407"/>
                  <a:pt x="266766" y="93292"/>
                  <a:pt x="241003" y="93292"/>
                </a:cubicBezTo>
                <a:cubicBezTo>
                  <a:pt x="215241" y="93292"/>
                  <a:pt x="194357" y="72407"/>
                  <a:pt x="194357" y="46646"/>
                </a:cubicBezTo>
                <a:cubicBezTo>
                  <a:pt x="194357" y="20884"/>
                  <a:pt x="215241" y="0"/>
                  <a:pt x="241003" y="0"/>
                </a:cubicBezTo>
                <a:close/>
                <a:moveTo>
                  <a:pt x="69969" y="23323"/>
                </a:moveTo>
                <a:cubicBezTo>
                  <a:pt x="57088" y="23323"/>
                  <a:pt x="46646" y="33765"/>
                  <a:pt x="46646" y="46646"/>
                </a:cubicBezTo>
                <a:cubicBezTo>
                  <a:pt x="46646" y="59527"/>
                  <a:pt x="57088" y="69969"/>
                  <a:pt x="69969" y="69969"/>
                </a:cubicBezTo>
                <a:cubicBezTo>
                  <a:pt x="82850" y="69969"/>
                  <a:pt x="93292" y="59527"/>
                  <a:pt x="93292" y="46646"/>
                </a:cubicBezTo>
                <a:cubicBezTo>
                  <a:pt x="93292" y="33765"/>
                  <a:pt x="82850" y="23323"/>
                  <a:pt x="69969" y="23323"/>
                </a:cubicBezTo>
                <a:close/>
                <a:moveTo>
                  <a:pt x="241003" y="23323"/>
                </a:moveTo>
                <a:cubicBezTo>
                  <a:pt x="228123" y="23323"/>
                  <a:pt x="217680" y="33765"/>
                  <a:pt x="217680" y="46646"/>
                </a:cubicBezTo>
                <a:cubicBezTo>
                  <a:pt x="217680" y="59527"/>
                  <a:pt x="228123" y="69969"/>
                  <a:pt x="241003" y="69969"/>
                </a:cubicBezTo>
                <a:cubicBezTo>
                  <a:pt x="253883" y="69969"/>
                  <a:pt x="264326" y="59527"/>
                  <a:pt x="264326" y="46646"/>
                </a:cubicBezTo>
                <a:cubicBezTo>
                  <a:pt x="264326" y="33765"/>
                  <a:pt x="253883" y="23323"/>
                  <a:pt x="241003" y="23323"/>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noProof="0">
              <a:solidFill>
                <a:srgbClr val="000000"/>
              </a:solidFill>
              <a:latin typeface="+mj-lt"/>
            </a:endParaRPr>
          </a:p>
        </p:txBody>
      </p:sp>
      <p:sp>
        <p:nvSpPr>
          <p:cNvPr id="211" name="Graphic 5" descr="Icon of a circuit brain">
            <a:extLst>
              <a:ext uri="{FF2B5EF4-FFF2-40B4-BE49-F238E27FC236}">
                <a16:creationId xmlns:a16="http://schemas.microsoft.com/office/drawing/2014/main" id="{B3A55C91-DFB8-D882-889B-15FD7C7F7BDE}"/>
              </a:ext>
            </a:extLst>
          </p:cNvPr>
          <p:cNvSpPr>
            <a:spLocks noChangeAspect="1"/>
          </p:cNvSpPr>
          <p:nvPr/>
        </p:nvSpPr>
        <p:spPr>
          <a:xfrm>
            <a:off x="5951924" y="1554645"/>
            <a:ext cx="277944" cy="277992"/>
          </a:xfrm>
          <a:custGeom>
            <a:avLst/>
            <a:gdLst>
              <a:gd name="connsiteX0" fmla="*/ 102548 w 398857"/>
              <a:gd name="connsiteY0" fmla="*/ 20069 h 398925"/>
              <a:gd name="connsiteX1" fmla="*/ 162432 w 398857"/>
              <a:gd name="connsiteY1" fmla="*/ 0 h 398925"/>
              <a:gd name="connsiteX2" fmla="*/ 193696 w 398857"/>
              <a:gd name="connsiteY2" fmla="*/ 11472 h 398925"/>
              <a:gd name="connsiteX3" fmla="*/ 199429 w 398857"/>
              <a:gd name="connsiteY3" fmla="*/ 17549 h 398925"/>
              <a:gd name="connsiteX4" fmla="*/ 205162 w 398857"/>
              <a:gd name="connsiteY4" fmla="*/ 11472 h 398925"/>
              <a:gd name="connsiteX5" fmla="*/ 236423 w 398857"/>
              <a:gd name="connsiteY5" fmla="*/ 0 h 398925"/>
              <a:gd name="connsiteX6" fmla="*/ 296309 w 398857"/>
              <a:gd name="connsiteY6" fmla="*/ 20069 h 398925"/>
              <a:gd name="connsiteX7" fmla="*/ 323308 w 398857"/>
              <a:gd name="connsiteY7" fmla="*/ 60736 h 398925"/>
              <a:gd name="connsiteX8" fmla="*/ 345168 w 398857"/>
              <a:gd name="connsiteY8" fmla="*/ 72050 h 398925"/>
              <a:gd name="connsiteX9" fmla="*/ 365882 w 398857"/>
              <a:gd name="connsiteY9" fmla="*/ 107447 h 398925"/>
              <a:gd name="connsiteX10" fmla="*/ 371769 w 398857"/>
              <a:gd name="connsiteY10" fmla="*/ 150975 h 398925"/>
              <a:gd name="connsiteX11" fmla="*/ 368227 w 398857"/>
              <a:gd name="connsiteY11" fmla="*/ 173458 h 398925"/>
              <a:gd name="connsiteX12" fmla="*/ 369538 w 398857"/>
              <a:gd name="connsiteY12" fmla="*/ 174049 h 398925"/>
              <a:gd name="connsiteX13" fmla="*/ 387388 w 398857"/>
              <a:gd name="connsiteY13" fmla="*/ 190225 h 398925"/>
              <a:gd name="connsiteX14" fmla="*/ 398857 w 398857"/>
              <a:gd name="connsiteY14" fmla="*/ 248661 h 398925"/>
              <a:gd name="connsiteX15" fmla="*/ 373667 w 398857"/>
              <a:gd name="connsiteY15" fmla="*/ 309219 h 398925"/>
              <a:gd name="connsiteX16" fmla="*/ 348331 w 398857"/>
              <a:gd name="connsiteY16" fmla="*/ 322981 h 398925"/>
              <a:gd name="connsiteX17" fmla="*/ 327993 w 398857"/>
              <a:gd name="connsiteY17" fmla="*/ 365629 h 398925"/>
              <a:gd name="connsiteX18" fmla="*/ 261001 w 398857"/>
              <a:gd name="connsiteY18" fmla="*/ 398925 h 398925"/>
              <a:gd name="connsiteX19" fmla="*/ 205623 w 398857"/>
              <a:gd name="connsiteY19" fmla="*/ 372763 h 398925"/>
              <a:gd name="connsiteX20" fmla="*/ 199429 w 398857"/>
              <a:gd name="connsiteY20" fmla="*/ 365663 h 398925"/>
              <a:gd name="connsiteX21" fmla="*/ 193233 w 398857"/>
              <a:gd name="connsiteY21" fmla="*/ 372763 h 398925"/>
              <a:gd name="connsiteX22" fmla="*/ 137855 w 398857"/>
              <a:gd name="connsiteY22" fmla="*/ 398925 h 398925"/>
              <a:gd name="connsiteX23" fmla="*/ 70864 w 398857"/>
              <a:gd name="connsiteY23" fmla="*/ 365629 h 398925"/>
              <a:gd name="connsiteX24" fmla="*/ 50527 w 398857"/>
              <a:gd name="connsiteY24" fmla="*/ 322981 h 398925"/>
              <a:gd name="connsiteX25" fmla="*/ 25191 w 398857"/>
              <a:gd name="connsiteY25" fmla="*/ 309219 h 398925"/>
              <a:gd name="connsiteX26" fmla="*/ 0 w 398857"/>
              <a:gd name="connsiteY26" fmla="*/ 248661 h 398925"/>
              <a:gd name="connsiteX27" fmla="*/ 11468 w 398857"/>
              <a:gd name="connsiteY27" fmla="*/ 190225 h 398925"/>
              <a:gd name="connsiteX28" fmla="*/ 29319 w 398857"/>
              <a:gd name="connsiteY28" fmla="*/ 174049 h 398925"/>
              <a:gd name="connsiteX29" fmla="*/ 30630 w 398857"/>
              <a:gd name="connsiteY29" fmla="*/ 173458 h 398925"/>
              <a:gd name="connsiteX30" fmla="*/ 27089 w 398857"/>
              <a:gd name="connsiteY30" fmla="*/ 150975 h 398925"/>
              <a:gd name="connsiteX31" fmla="*/ 32974 w 398857"/>
              <a:gd name="connsiteY31" fmla="*/ 107447 h 398925"/>
              <a:gd name="connsiteX32" fmla="*/ 53689 w 398857"/>
              <a:gd name="connsiteY32" fmla="*/ 72050 h 398925"/>
              <a:gd name="connsiteX33" fmla="*/ 75549 w 398857"/>
              <a:gd name="connsiteY33" fmla="*/ 60736 h 398925"/>
              <a:gd name="connsiteX34" fmla="*/ 102548 w 398857"/>
              <a:gd name="connsiteY34" fmla="*/ 20069 h 398925"/>
              <a:gd name="connsiteX35" fmla="*/ 120935 w 398857"/>
              <a:gd name="connsiteY35" fmla="*/ 43689 h 398925"/>
              <a:gd name="connsiteX36" fmla="*/ 103667 w 398857"/>
              <a:gd name="connsiteY36" fmla="*/ 76465 h 398925"/>
              <a:gd name="connsiteX37" fmla="*/ 97450 w 398857"/>
              <a:gd name="connsiteY37" fmla="*/ 88608 h 398925"/>
              <a:gd name="connsiteX38" fmla="*/ 83963 w 398857"/>
              <a:gd name="connsiteY38" fmla="*/ 90663 h 398925"/>
              <a:gd name="connsiteX39" fmla="*/ 74172 w 398857"/>
              <a:gd name="connsiteY39" fmla="*/ 93878 h 398925"/>
              <a:gd name="connsiteX40" fmla="*/ 61476 w 398857"/>
              <a:gd name="connsiteY40" fmla="*/ 116596 h 398925"/>
              <a:gd name="connsiteX41" fmla="*/ 56993 w 398857"/>
              <a:gd name="connsiteY41" fmla="*/ 149631 h 398925"/>
              <a:gd name="connsiteX42" fmla="*/ 64290 w 398857"/>
              <a:gd name="connsiteY42" fmla="*/ 176178 h 398925"/>
              <a:gd name="connsiteX43" fmla="*/ 65945 w 398857"/>
              <a:gd name="connsiteY43" fmla="*/ 179487 h 398925"/>
              <a:gd name="connsiteX44" fmla="*/ 87539 w 398857"/>
              <a:gd name="connsiteY44" fmla="*/ 179487 h 398925"/>
              <a:gd name="connsiteX45" fmla="*/ 144265 w 398857"/>
              <a:gd name="connsiteY45" fmla="*/ 232217 h 398925"/>
              <a:gd name="connsiteX46" fmla="*/ 169363 w 398857"/>
              <a:gd name="connsiteY46" fmla="*/ 269289 h 398925"/>
              <a:gd name="connsiteX47" fmla="*/ 129451 w 398857"/>
              <a:gd name="connsiteY47" fmla="*/ 309201 h 398925"/>
              <a:gd name="connsiteX48" fmla="*/ 89539 w 398857"/>
              <a:gd name="connsiteY48" fmla="*/ 269289 h 398925"/>
              <a:gd name="connsiteX49" fmla="*/ 114190 w 398857"/>
              <a:gd name="connsiteY49" fmla="*/ 232398 h 398925"/>
              <a:gd name="connsiteX50" fmla="*/ 87539 w 398857"/>
              <a:gd name="connsiteY50" fmla="*/ 209421 h 398925"/>
              <a:gd name="connsiteX51" fmla="*/ 35654 w 398857"/>
              <a:gd name="connsiteY51" fmla="*/ 209421 h 398925"/>
              <a:gd name="connsiteX52" fmla="*/ 35152 w 398857"/>
              <a:gd name="connsiteY52" fmla="*/ 209413 h 398925"/>
              <a:gd name="connsiteX53" fmla="*/ 29934 w 398857"/>
              <a:gd name="connsiteY53" fmla="*/ 248661 h 398925"/>
              <a:gd name="connsiteX54" fmla="*/ 44682 w 398857"/>
              <a:gd name="connsiteY54" fmla="*/ 286501 h 398925"/>
              <a:gd name="connsiteX55" fmla="*/ 64122 w 398857"/>
              <a:gd name="connsiteY55" fmla="*/ 295192 h 398925"/>
              <a:gd name="connsiteX56" fmla="*/ 79089 w 398857"/>
              <a:gd name="connsiteY56" fmla="*/ 310159 h 398925"/>
              <a:gd name="connsiteX57" fmla="*/ 94247 w 398857"/>
              <a:gd name="connsiteY57" fmla="*/ 346940 h 398925"/>
              <a:gd name="connsiteX58" fmla="*/ 137855 w 398857"/>
              <a:gd name="connsiteY58" fmla="*/ 368991 h 398925"/>
              <a:gd name="connsiteX59" fmla="*/ 171570 w 398857"/>
              <a:gd name="connsiteY59" fmla="*/ 352104 h 398925"/>
              <a:gd name="connsiteX60" fmla="*/ 181916 w 398857"/>
              <a:gd name="connsiteY60" fmla="*/ 338431 h 398925"/>
              <a:gd name="connsiteX61" fmla="*/ 184228 w 398857"/>
              <a:gd name="connsiteY61" fmla="*/ 333785 h 398925"/>
              <a:gd name="connsiteX62" fmla="*/ 184332 w 398857"/>
              <a:gd name="connsiteY62" fmla="*/ 333513 h 398925"/>
              <a:gd name="connsiteX63" fmla="*/ 184332 w 398857"/>
              <a:gd name="connsiteY63" fmla="*/ 284513 h 398925"/>
              <a:gd name="connsiteX64" fmla="*/ 184330 w 398857"/>
              <a:gd name="connsiteY64" fmla="*/ 284256 h 398925"/>
              <a:gd name="connsiteX65" fmla="*/ 184332 w 398857"/>
              <a:gd name="connsiteY65" fmla="*/ 283999 h 398925"/>
              <a:gd name="connsiteX66" fmla="*/ 184332 w 398857"/>
              <a:gd name="connsiteY66" fmla="*/ 144564 h 398925"/>
              <a:gd name="connsiteX67" fmla="*/ 166462 w 398857"/>
              <a:gd name="connsiteY67" fmla="*/ 144564 h 398925"/>
              <a:gd name="connsiteX68" fmla="*/ 129451 w 398857"/>
              <a:gd name="connsiteY68" fmla="*/ 169509 h 398925"/>
              <a:gd name="connsiteX69" fmla="*/ 89539 w 398857"/>
              <a:gd name="connsiteY69" fmla="*/ 129597 h 398925"/>
              <a:gd name="connsiteX70" fmla="*/ 129451 w 398857"/>
              <a:gd name="connsiteY70" fmla="*/ 89685 h 398925"/>
              <a:gd name="connsiteX71" fmla="*/ 166462 w 398857"/>
              <a:gd name="connsiteY71" fmla="*/ 114630 h 398925"/>
              <a:gd name="connsiteX72" fmla="*/ 184332 w 398857"/>
              <a:gd name="connsiteY72" fmla="*/ 114630 h 398925"/>
              <a:gd name="connsiteX73" fmla="*/ 184332 w 398857"/>
              <a:gd name="connsiteY73" fmla="*/ 64213 h 398925"/>
              <a:gd name="connsiteX74" fmla="*/ 184328 w 398857"/>
              <a:gd name="connsiteY74" fmla="*/ 63987 h 398925"/>
              <a:gd name="connsiteX75" fmla="*/ 184282 w 398857"/>
              <a:gd name="connsiteY75" fmla="*/ 62852 h 398925"/>
              <a:gd name="connsiteX76" fmla="*/ 183871 w 398857"/>
              <a:gd name="connsiteY76" fmla="*/ 58333 h 398925"/>
              <a:gd name="connsiteX77" fmla="*/ 180676 w 398857"/>
              <a:gd name="connsiteY77" fmla="*/ 44818 h 398925"/>
              <a:gd name="connsiteX78" fmla="*/ 173797 w 398857"/>
              <a:gd name="connsiteY78" fmla="*/ 33836 h 398925"/>
              <a:gd name="connsiteX79" fmla="*/ 162432 w 398857"/>
              <a:gd name="connsiteY79" fmla="*/ 29934 h 398925"/>
              <a:gd name="connsiteX80" fmla="*/ 120935 w 398857"/>
              <a:gd name="connsiteY80" fmla="*/ 43689 h 398925"/>
              <a:gd name="connsiteX81" fmla="*/ 214526 w 398857"/>
              <a:gd name="connsiteY81" fmla="*/ 299223 h 398925"/>
              <a:gd name="connsiteX82" fmla="*/ 214526 w 398857"/>
              <a:gd name="connsiteY82" fmla="*/ 333513 h 398925"/>
              <a:gd name="connsiteX83" fmla="*/ 214627 w 398857"/>
              <a:gd name="connsiteY83" fmla="*/ 333785 h 398925"/>
              <a:gd name="connsiteX84" fmla="*/ 216940 w 398857"/>
              <a:gd name="connsiteY84" fmla="*/ 338431 h 398925"/>
              <a:gd name="connsiteX85" fmla="*/ 227285 w 398857"/>
              <a:gd name="connsiteY85" fmla="*/ 352104 h 398925"/>
              <a:gd name="connsiteX86" fmla="*/ 261001 w 398857"/>
              <a:gd name="connsiteY86" fmla="*/ 368991 h 398925"/>
              <a:gd name="connsiteX87" fmla="*/ 304611 w 398857"/>
              <a:gd name="connsiteY87" fmla="*/ 346940 h 398925"/>
              <a:gd name="connsiteX88" fmla="*/ 319768 w 398857"/>
              <a:gd name="connsiteY88" fmla="*/ 310159 h 398925"/>
              <a:gd name="connsiteX89" fmla="*/ 334735 w 398857"/>
              <a:gd name="connsiteY89" fmla="*/ 295192 h 398925"/>
              <a:gd name="connsiteX90" fmla="*/ 354176 w 398857"/>
              <a:gd name="connsiteY90" fmla="*/ 286501 h 398925"/>
              <a:gd name="connsiteX91" fmla="*/ 368923 w 398857"/>
              <a:gd name="connsiteY91" fmla="*/ 248661 h 398925"/>
              <a:gd name="connsiteX92" fmla="*/ 361959 w 398857"/>
              <a:gd name="connsiteY92" fmla="*/ 206015 h 398925"/>
              <a:gd name="connsiteX93" fmla="*/ 356768 w 398857"/>
              <a:gd name="connsiteY93" fmla="*/ 201123 h 398925"/>
              <a:gd name="connsiteX94" fmla="*/ 347023 w 398857"/>
              <a:gd name="connsiteY94" fmla="*/ 199443 h 398925"/>
              <a:gd name="connsiteX95" fmla="*/ 333829 w 398857"/>
              <a:gd name="connsiteY95" fmla="*/ 191540 h 398925"/>
              <a:gd name="connsiteX96" fmla="*/ 334567 w 398857"/>
              <a:gd name="connsiteY96" fmla="*/ 176178 h 398925"/>
              <a:gd name="connsiteX97" fmla="*/ 341865 w 398857"/>
              <a:gd name="connsiteY97" fmla="*/ 149631 h 398925"/>
              <a:gd name="connsiteX98" fmla="*/ 337381 w 398857"/>
              <a:gd name="connsiteY98" fmla="*/ 116596 h 398925"/>
              <a:gd name="connsiteX99" fmla="*/ 324685 w 398857"/>
              <a:gd name="connsiteY99" fmla="*/ 93878 h 398925"/>
              <a:gd name="connsiteX100" fmla="*/ 314894 w 398857"/>
              <a:gd name="connsiteY100" fmla="*/ 90663 h 398925"/>
              <a:gd name="connsiteX101" fmla="*/ 301408 w 398857"/>
              <a:gd name="connsiteY101" fmla="*/ 88608 h 398925"/>
              <a:gd name="connsiteX102" fmla="*/ 295190 w 398857"/>
              <a:gd name="connsiteY102" fmla="*/ 76465 h 398925"/>
              <a:gd name="connsiteX103" fmla="*/ 277922 w 398857"/>
              <a:gd name="connsiteY103" fmla="*/ 43689 h 398925"/>
              <a:gd name="connsiteX104" fmla="*/ 236423 w 398857"/>
              <a:gd name="connsiteY104" fmla="*/ 29934 h 398925"/>
              <a:gd name="connsiteX105" fmla="*/ 225058 w 398857"/>
              <a:gd name="connsiteY105" fmla="*/ 33836 h 398925"/>
              <a:gd name="connsiteX106" fmla="*/ 218182 w 398857"/>
              <a:gd name="connsiteY106" fmla="*/ 44818 h 398925"/>
              <a:gd name="connsiteX107" fmla="*/ 214985 w 398857"/>
              <a:gd name="connsiteY107" fmla="*/ 58333 h 398925"/>
              <a:gd name="connsiteX108" fmla="*/ 214576 w 398857"/>
              <a:gd name="connsiteY108" fmla="*/ 62852 h 398925"/>
              <a:gd name="connsiteX109" fmla="*/ 214530 w 398857"/>
              <a:gd name="connsiteY109" fmla="*/ 63987 h 398925"/>
              <a:gd name="connsiteX110" fmla="*/ 214526 w 398857"/>
              <a:gd name="connsiteY110" fmla="*/ 64213 h 398925"/>
              <a:gd name="connsiteX111" fmla="*/ 214526 w 398857"/>
              <a:gd name="connsiteY111" fmla="*/ 269289 h 398925"/>
              <a:gd name="connsiteX112" fmla="*/ 227236 w 398857"/>
              <a:gd name="connsiteY112" fmla="*/ 269289 h 398925"/>
              <a:gd name="connsiteX113" fmla="*/ 254176 w 398857"/>
              <a:gd name="connsiteY113" fmla="*/ 242348 h 398925"/>
              <a:gd name="connsiteX114" fmla="*/ 254176 w 398857"/>
              <a:gd name="connsiteY114" fmla="*/ 206519 h 398925"/>
              <a:gd name="connsiteX115" fmla="*/ 229231 w 398857"/>
              <a:gd name="connsiteY115" fmla="*/ 169509 h 398925"/>
              <a:gd name="connsiteX116" fmla="*/ 269143 w 398857"/>
              <a:gd name="connsiteY116" fmla="*/ 129597 h 398925"/>
              <a:gd name="connsiteX117" fmla="*/ 309055 w 398857"/>
              <a:gd name="connsiteY117" fmla="*/ 169509 h 398925"/>
              <a:gd name="connsiteX118" fmla="*/ 284110 w 398857"/>
              <a:gd name="connsiteY118" fmla="*/ 206519 h 398925"/>
              <a:gd name="connsiteX119" fmla="*/ 284110 w 398857"/>
              <a:gd name="connsiteY119" fmla="*/ 242348 h 398925"/>
              <a:gd name="connsiteX120" fmla="*/ 227236 w 398857"/>
              <a:gd name="connsiteY120" fmla="*/ 299223 h 398925"/>
              <a:gd name="connsiteX121" fmla="*/ 214526 w 398857"/>
              <a:gd name="connsiteY121" fmla="*/ 299223 h 398925"/>
              <a:gd name="connsiteX122" fmla="*/ 129451 w 398857"/>
              <a:gd name="connsiteY122" fmla="*/ 119619 h 398925"/>
              <a:gd name="connsiteX123" fmla="*/ 119473 w 398857"/>
              <a:gd name="connsiteY123" fmla="*/ 129597 h 398925"/>
              <a:gd name="connsiteX124" fmla="*/ 129451 w 398857"/>
              <a:gd name="connsiteY124" fmla="*/ 139575 h 398925"/>
              <a:gd name="connsiteX125" fmla="*/ 139429 w 398857"/>
              <a:gd name="connsiteY125" fmla="*/ 129597 h 398925"/>
              <a:gd name="connsiteX126" fmla="*/ 129451 w 398857"/>
              <a:gd name="connsiteY126" fmla="*/ 119619 h 398925"/>
              <a:gd name="connsiteX127" fmla="*/ 119473 w 398857"/>
              <a:gd name="connsiteY127" fmla="*/ 269289 h 398925"/>
              <a:gd name="connsiteX128" fmla="*/ 129451 w 398857"/>
              <a:gd name="connsiteY128" fmla="*/ 279267 h 398925"/>
              <a:gd name="connsiteX129" fmla="*/ 139429 w 398857"/>
              <a:gd name="connsiteY129" fmla="*/ 269289 h 398925"/>
              <a:gd name="connsiteX130" fmla="*/ 129451 w 398857"/>
              <a:gd name="connsiteY130" fmla="*/ 259311 h 398925"/>
              <a:gd name="connsiteX131" fmla="*/ 119473 w 398857"/>
              <a:gd name="connsiteY131" fmla="*/ 269289 h 398925"/>
              <a:gd name="connsiteX132" fmla="*/ 259165 w 398857"/>
              <a:gd name="connsiteY132" fmla="*/ 169509 h 398925"/>
              <a:gd name="connsiteX133" fmla="*/ 269143 w 398857"/>
              <a:gd name="connsiteY133" fmla="*/ 179487 h 398925"/>
              <a:gd name="connsiteX134" fmla="*/ 279121 w 398857"/>
              <a:gd name="connsiteY134" fmla="*/ 169509 h 398925"/>
              <a:gd name="connsiteX135" fmla="*/ 269143 w 398857"/>
              <a:gd name="connsiteY135" fmla="*/ 159531 h 398925"/>
              <a:gd name="connsiteX136" fmla="*/ 259165 w 398857"/>
              <a:gd name="connsiteY136" fmla="*/ 169509 h 398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398857" h="398925">
                <a:moveTo>
                  <a:pt x="102548" y="20069"/>
                </a:moveTo>
                <a:cubicBezTo>
                  <a:pt x="119144" y="7149"/>
                  <a:pt x="140855" y="0"/>
                  <a:pt x="162432" y="0"/>
                </a:cubicBezTo>
                <a:cubicBezTo>
                  <a:pt x="175332" y="0"/>
                  <a:pt x="185781" y="4432"/>
                  <a:pt x="193696" y="11472"/>
                </a:cubicBezTo>
                <a:cubicBezTo>
                  <a:pt x="195835" y="13377"/>
                  <a:pt x="197739" y="15424"/>
                  <a:pt x="199429" y="17549"/>
                </a:cubicBezTo>
                <a:cubicBezTo>
                  <a:pt x="201119" y="15424"/>
                  <a:pt x="203021" y="13377"/>
                  <a:pt x="205162" y="11472"/>
                </a:cubicBezTo>
                <a:cubicBezTo>
                  <a:pt x="213075" y="4432"/>
                  <a:pt x="223524" y="0"/>
                  <a:pt x="236423" y="0"/>
                </a:cubicBezTo>
                <a:cubicBezTo>
                  <a:pt x="258002" y="0"/>
                  <a:pt x="279714" y="7149"/>
                  <a:pt x="296309" y="20069"/>
                </a:cubicBezTo>
                <a:cubicBezTo>
                  <a:pt x="309221" y="30120"/>
                  <a:pt x="319343" y="43976"/>
                  <a:pt x="323308" y="60736"/>
                </a:cubicBezTo>
                <a:cubicBezTo>
                  <a:pt x="331693" y="62123"/>
                  <a:pt x="339143" y="66397"/>
                  <a:pt x="345168" y="72050"/>
                </a:cubicBezTo>
                <a:cubicBezTo>
                  <a:pt x="354762" y="81053"/>
                  <a:pt x="361585" y="94060"/>
                  <a:pt x="365882" y="107447"/>
                </a:cubicBezTo>
                <a:cubicBezTo>
                  <a:pt x="370244" y="121036"/>
                  <a:pt x="372427" y="136312"/>
                  <a:pt x="371769" y="150975"/>
                </a:cubicBezTo>
                <a:cubicBezTo>
                  <a:pt x="371432" y="158482"/>
                  <a:pt x="370332" y="166133"/>
                  <a:pt x="368227" y="173458"/>
                </a:cubicBezTo>
                <a:cubicBezTo>
                  <a:pt x="368666" y="173648"/>
                  <a:pt x="369103" y="173846"/>
                  <a:pt x="369538" y="174049"/>
                </a:cubicBezTo>
                <a:cubicBezTo>
                  <a:pt x="376926" y="177533"/>
                  <a:pt x="382896" y="182987"/>
                  <a:pt x="387388" y="190225"/>
                </a:cubicBezTo>
                <a:cubicBezTo>
                  <a:pt x="395872" y="203889"/>
                  <a:pt x="398857" y="223578"/>
                  <a:pt x="398857" y="248661"/>
                </a:cubicBezTo>
                <a:cubicBezTo>
                  <a:pt x="398857" y="277487"/>
                  <a:pt x="387839" y="297062"/>
                  <a:pt x="373667" y="309219"/>
                </a:cubicBezTo>
                <a:cubicBezTo>
                  <a:pt x="365443" y="316273"/>
                  <a:pt x="356367" y="320646"/>
                  <a:pt x="348331" y="322981"/>
                </a:cubicBezTo>
                <a:cubicBezTo>
                  <a:pt x="345547" y="336802"/>
                  <a:pt x="338584" y="352378"/>
                  <a:pt x="327993" y="365629"/>
                </a:cubicBezTo>
                <a:cubicBezTo>
                  <a:pt x="313569" y="383675"/>
                  <a:pt x="291149" y="398925"/>
                  <a:pt x="261001" y="398925"/>
                </a:cubicBezTo>
                <a:cubicBezTo>
                  <a:pt x="236848" y="398925"/>
                  <a:pt x="217836" y="385569"/>
                  <a:pt x="205623" y="372763"/>
                </a:cubicBezTo>
                <a:cubicBezTo>
                  <a:pt x="203390" y="370420"/>
                  <a:pt x="201321" y="368035"/>
                  <a:pt x="199429" y="365663"/>
                </a:cubicBezTo>
                <a:cubicBezTo>
                  <a:pt x="197535" y="368035"/>
                  <a:pt x="195468" y="370420"/>
                  <a:pt x="193233" y="372763"/>
                </a:cubicBezTo>
                <a:cubicBezTo>
                  <a:pt x="181019" y="385569"/>
                  <a:pt x="162007" y="398925"/>
                  <a:pt x="137855" y="398925"/>
                </a:cubicBezTo>
                <a:cubicBezTo>
                  <a:pt x="107708" y="398925"/>
                  <a:pt x="85288" y="383675"/>
                  <a:pt x="70864" y="365629"/>
                </a:cubicBezTo>
                <a:cubicBezTo>
                  <a:pt x="60273" y="352378"/>
                  <a:pt x="53310" y="336802"/>
                  <a:pt x="50527" y="322981"/>
                </a:cubicBezTo>
                <a:cubicBezTo>
                  <a:pt x="42490" y="320646"/>
                  <a:pt x="33414" y="316273"/>
                  <a:pt x="25191" y="309219"/>
                </a:cubicBezTo>
                <a:cubicBezTo>
                  <a:pt x="11019" y="297062"/>
                  <a:pt x="0" y="277487"/>
                  <a:pt x="0" y="248661"/>
                </a:cubicBezTo>
                <a:cubicBezTo>
                  <a:pt x="0" y="223578"/>
                  <a:pt x="2985" y="203889"/>
                  <a:pt x="11468" y="190225"/>
                </a:cubicBezTo>
                <a:cubicBezTo>
                  <a:pt x="15961" y="182987"/>
                  <a:pt x="21932" y="177533"/>
                  <a:pt x="29319" y="174049"/>
                </a:cubicBezTo>
                <a:cubicBezTo>
                  <a:pt x="29754" y="173846"/>
                  <a:pt x="30191" y="173648"/>
                  <a:pt x="30630" y="173458"/>
                </a:cubicBezTo>
                <a:cubicBezTo>
                  <a:pt x="28525" y="166133"/>
                  <a:pt x="27426" y="158482"/>
                  <a:pt x="27089" y="150975"/>
                </a:cubicBezTo>
                <a:cubicBezTo>
                  <a:pt x="26430" y="136312"/>
                  <a:pt x="28613" y="121036"/>
                  <a:pt x="32974" y="107447"/>
                </a:cubicBezTo>
                <a:cubicBezTo>
                  <a:pt x="37271" y="94060"/>
                  <a:pt x="44094" y="81053"/>
                  <a:pt x="53689" y="72050"/>
                </a:cubicBezTo>
                <a:cubicBezTo>
                  <a:pt x="59713" y="66397"/>
                  <a:pt x="67165" y="62123"/>
                  <a:pt x="75549" y="60736"/>
                </a:cubicBezTo>
                <a:cubicBezTo>
                  <a:pt x="79515" y="43976"/>
                  <a:pt x="89635" y="30120"/>
                  <a:pt x="102548" y="20069"/>
                </a:cubicBezTo>
                <a:close/>
                <a:moveTo>
                  <a:pt x="120935" y="43689"/>
                </a:moveTo>
                <a:cubicBezTo>
                  <a:pt x="110044" y="52168"/>
                  <a:pt x="103667" y="63462"/>
                  <a:pt x="103667" y="76465"/>
                </a:cubicBezTo>
                <a:cubicBezTo>
                  <a:pt x="103667" y="81277"/>
                  <a:pt x="101354" y="85796"/>
                  <a:pt x="97450" y="88608"/>
                </a:cubicBezTo>
                <a:cubicBezTo>
                  <a:pt x="93546" y="91421"/>
                  <a:pt x="88528" y="92186"/>
                  <a:pt x="83963" y="90663"/>
                </a:cubicBezTo>
                <a:cubicBezTo>
                  <a:pt x="81221" y="89748"/>
                  <a:pt x="78335" y="89971"/>
                  <a:pt x="74172" y="93878"/>
                </a:cubicBezTo>
                <a:cubicBezTo>
                  <a:pt x="69557" y="98209"/>
                  <a:pt x="64859" y="106055"/>
                  <a:pt x="61476" y="116596"/>
                </a:cubicBezTo>
                <a:cubicBezTo>
                  <a:pt x="58157" y="126935"/>
                  <a:pt x="56500" y="138661"/>
                  <a:pt x="56993" y="149631"/>
                </a:cubicBezTo>
                <a:cubicBezTo>
                  <a:pt x="57492" y="160738"/>
                  <a:pt x="60133" y="169938"/>
                  <a:pt x="64290" y="176178"/>
                </a:cubicBezTo>
                <a:cubicBezTo>
                  <a:pt x="64986" y="177224"/>
                  <a:pt x="65538" y="178336"/>
                  <a:pt x="65945" y="179487"/>
                </a:cubicBezTo>
                <a:lnTo>
                  <a:pt x="87539" y="179487"/>
                </a:lnTo>
                <a:cubicBezTo>
                  <a:pt x="117556" y="179487"/>
                  <a:pt x="142142" y="202742"/>
                  <a:pt x="144265" y="232217"/>
                </a:cubicBezTo>
                <a:cubicBezTo>
                  <a:pt x="158973" y="238100"/>
                  <a:pt x="169363" y="252480"/>
                  <a:pt x="169363" y="269289"/>
                </a:cubicBezTo>
                <a:cubicBezTo>
                  <a:pt x="169363" y="291332"/>
                  <a:pt x="151494" y="309201"/>
                  <a:pt x="129451" y="309201"/>
                </a:cubicBezTo>
                <a:cubicBezTo>
                  <a:pt x="107408" y="309201"/>
                  <a:pt x="89539" y="291332"/>
                  <a:pt x="89539" y="269289"/>
                </a:cubicBezTo>
                <a:cubicBezTo>
                  <a:pt x="89539" y="252652"/>
                  <a:pt x="99719" y="238391"/>
                  <a:pt x="114190" y="232398"/>
                </a:cubicBezTo>
                <a:cubicBezTo>
                  <a:pt x="112274" y="219399"/>
                  <a:pt x="101072" y="209421"/>
                  <a:pt x="87539" y="209421"/>
                </a:cubicBezTo>
                <a:lnTo>
                  <a:pt x="35654" y="209421"/>
                </a:lnTo>
                <a:cubicBezTo>
                  <a:pt x="35486" y="209421"/>
                  <a:pt x="35319" y="209419"/>
                  <a:pt x="35152" y="209413"/>
                </a:cubicBezTo>
                <a:cubicBezTo>
                  <a:pt x="32174" y="216358"/>
                  <a:pt x="29934" y="228359"/>
                  <a:pt x="29934" y="248661"/>
                </a:cubicBezTo>
                <a:cubicBezTo>
                  <a:pt x="29934" y="269034"/>
                  <a:pt x="37349" y="280209"/>
                  <a:pt x="44682" y="286501"/>
                </a:cubicBezTo>
                <a:cubicBezTo>
                  <a:pt x="52729" y="293404"/>
                  <a:pt x="61563" y="295192"/>
                  <a:pt x="64122" y="295192"/>
                </a:cubicBezTo>
                <a:cubicBezTo>
                  <a:pt x="72388" y="295192"/>
                  <a:pt x="79089" y="301893"/>
                  <a:pt x="79089" y="310159"/>
                </a:cubicBezTo>
                <a:cubicBezTo>
                  <a:pt x="79089" y="318523"/>
                  <a:pt x="83715" y="333763"/>
                  <a:pt x="94247" y="346940"/>
                </a:cubicBezTo>
                <a:cubicBezTo>
                  <a:pt x="104400" y="359642"/>
                  <a:pt x="118847" y="368991"/>
                  <a:pt x="137855" y="368991"/>
                </a:cubicBezTo>
                <a:cubicBezTo>
                  <a:pt x="150569" y="368991"/>
                  <a:pt x="162279" y="361847"/>
                  <a:pt x="171570" y="352104"/>
                </a:cubicBezTo>
                <a:cubicBezTo>
                  <a:pt x="176096" y="347359"/>
                  <a:pt x="179611" y="342430"/>
                  <a:pt x="181916" y="338431"/>
                </a:cubicBezTo>
                <a:cubicBezTo>
                  <a:pt x="183071" y="336427"/>
                  <a:pt x="183817" y="334839"/>
                  <a:pt x="184228" y="333785"/>
                </a:cubicBezTo>
                <a:lnTo>
                  <a:pt x="184332" y="333513"/>
                </a:lnTo>
                <a:lnTo>
                  <a:pt x="184332" y="284513"/>
                </a:lnTo>
                <a:cubicBezTo>
                  <a:pt x="184330" y="284428"/>
                  <a:pt x="184330" y="284342"/>
                  <a:pt x="184330" y="284256"/>
                </a:cubicBezTo>
                <a:cubicBezTo>
                  <a:pt x="184330" y="284170"/>
                  <a:pt x="184330" y="284084"/>
                  <a:pt x="184332" y="283999"/>
                </a:cubicBezTo>
                <a:lnTo>
                  <a:pt x="184332" y="144564"/>
                </a:lnTo>
                <a:lnTo>
                  <a:pt x="166462" y="144564"/>
                </a:lnTo>
                <a:cubicBezTo>
                  <a:pt x="160541" y="159191"/>
                  <a:pt x="146201" y="169509"/>
                  <a:pt x="129451" y="169509"/>
                </a:cubicBezTo>
                <a:cubicBezTo>
                  <a:pt x="107408" y="169509"/>
                  <a:pt x="89539" y="151640"/>
                  <a:pt x="89539" y="129597"/>
                </a:cubicBezTo>
                <a:cubicBezTo>
                  <a:pt x="89539" y="107554"/>
                  <a:pt x="107408" y="89685"/>
                  <a:pt x="129451" y="89685"/>
                </a:cubicBezTo>
                <a:cubicBezTo>
                  <a:pt x="146201" y="89685"/>
                  <a:pt x="160541" y="100003"/>
                  <a:pt x="166462" y="114630"/>
                </a:cubicBezTo>
                <a:lnTo>
                  <a:pt x="184332" y="114630"/>
                </a:lnTo>
                <a:lnTo>
                  <a:pt x="184332" y="64213"/>
                </a:lnTo>
                <a:lnTo>
                  <a:pt x="184328" y="63987"/>
                </a:lnTo>
                <a:cubicBezTo>
                  <a:pt x="184322" y="63759"/>
                  <a:pt x="184310" y="63373"/>
                  <a:pt x="184282" y="62852"/>
                </a:cubicBezTo>
                <a:cubicBezTo>
                  <a:pt x="184226" y="61805"/>
                  <a:pt x="184109" y="60239"/>
                  <a:pt x="183871" y="58333"/>
                </a:cubicBezTo>
                <a:cubicBezTo>
                  <a:pt x="183386" y="54444"/>
                  <a:pt x="182438" y="49524"/>
                  <a:pt x="180676" y="44818"/>
                </a:cubicBezTo>
                <a:cubicBezTo>
                  <a:pt x="178888" y="40049"/>
                  <a:pt x="176563" y="36297"/>
                  <a:pt x="173797" y="33836"/>
                </a:cubicBezTo>
                <a:cubicBezTo>
                  <a:pt x="171343" y="31652"/>
                  <a:pt x="167966" y="29934"/>
                  <a:pt x="162432" y="29934"/>
                </a:cubicBezTo>
                <a:cubicBezTo>
                  <a:pt x="147144" y="29934"/>
                  <a:pt x="131989" y="35085"/>
                  <a:pt x="120935" y="43689"/>
                </a:cubicBezTo>
                <a:close/>
                <a:moveTo>
                  <a:pt x="214526" y="299223"/>
                </a:moveTo>
                <a:lnTo>
                  <a:pt x="214526" y="333513"/>
                </a:lnTo>
                <a:lnTo>
                  <a:pt x="214627" y="333785"/>
                </a:lnTo>
                <a:cubicBezTo>
                  <a:pt x="215040" y="334839"/>
                  <a:pt x="215787" y="336427"/>
                  <a:pt x="216940" y="338431"/>
                </a:cubicBezTo>
                <a:cubicBezTo>
                  <a:pt x="219245" y="342430"/>
                  <a:pt x="222759" y="347359"/>
                  <a:pt x="227285" y="352104"/>
                </a:cubicBezTo>
                <a:cubicBezTo>
                  <a:pt x="236579" y="361847"/>
                  <a:pt x="248289" y="368991"/>
                  <a:pt x="261001" y="368991"/>
                </a:cubicBezTo>
                <a:cubicBezTo>
                  <a:pt x="280009" y="368991"/>
                  <a:pt x="294457" y="359642"/>
                  <a:pt x="304611" y="346940"/>
                </a:cubicBezTo>
                <a:cubicBezTo>
                  <a:pt x="315142" y="333763"/>
                  <a:pt x="319768" y="318523"/>
                  <a:pt x="319768" y="310159"/>
                </a:cubicBezTo>
                <a:cubicBezTo>
                  <a:pt x="319768" y="301893"/>
                  <a:pt x="326469" y="295192"/>
                  <a:pt x="334735" y="295192"/>
                </a:cubicBezTo>
                <a:cubicBezTo>
                  <a:pt x="337295" y="295192"/>
                  <a:pt x="346127" y="293404"/>
                  <a:pt x="354176" y="286501"/>
                </a:cubicBezTo>
                <a:cubicBezTo>
                  <a:pt x="361508" y="280209"/>
                  <a:pt x="368923" y="269034"/>
                  <a:pt x="368923" y="248661"/>
                </a:cubicBezTo>
                <a:cubicBezTo>
                  <a:pt x="368923" y="224546"/>
                  <a:pt x="365762" y="212143"/>
                  <a:pt x="361959" y="206015"/>
                </a:cubicBezTo>
                <a:cubicBezTo>
                  <a:pt x="360306" y="203354"/>
                  <a:pt x="358598" y="201985"/>
                  <a:pt x="356768" y="201123"/>
                </a:cubicBezTo>
                <a:cubicBezTo>
                  <a:pt x="354742" y="200167"/>
                  <a:pt x="351717" y="199443"/>
                  <a:pt x="347023" y="199443"/>
                </a:cubicBezTo>
                <a:cubicBezTo>
                  <a:pt x="341506" y="199443"/>
                  <a:pt x="336435" y="196406"/>
                  <a:pt x="333829" y="191540"/>
                </a:cubicBezTo>
                <a:cubicBezTo>
                  <a:pt x="331224" y="186675"/>
                  <a:pt x="331508" y="180772"/>
                  <a:pt x="334567" y="176178"/>
                </a:cubicBezTo>
                <a:cubicBezTo>
                  <a:pt x="338724" y="169938"/>
                  <a:pt x="341366" y="160738"/>
                  <a:pt x="341865" y="149631"/>
                </a:cubicBezTo>
                <a:cubicBezTo>
                  <a:pt x="342358" y="138661"/>
                  <a:pt x="340699" y="126935"/>
                  <a:pt x="337381" y="116596"/>
                </a:cubicBezTo>
                <a:cubicBezTo>
                  <a:pt x="333998" y="106055"/>
                  <a:pt x="329301" y="98209"/>
                  <a:pt x="324685" y="93878"/>
                </a:cubicBezTo>
                <a:cubicBezTo>
                  <a:pt x="320522" y="89971"/>
                  <a:pt x="317636" y="89748"/>
                  <a:pt x="314894" y="90663"/>
                </a:cubicBezTo>
                <a:cubicBezTo>
                  <a:pt x="310330" y="92186"/>
                  <a:pt x="305311" y="91421"/>
                  <a:pt x="301408" y="88608"/>
                </a:cubicBezTo>
                <a:cubicBezTo>
                  <a:pt x="297503" y="85796"/>
                  <a:pt x="295190" y="81277"/>
                  <a:pt x="295190" y="76465"/>
                </a:cubicBezTo>
                <a:cubicBezTo>
                  <a:pt x="295190" y="63462"/>
                  <a:pt x="288812" y="52168"/>
                  <a:pt x="277922" y="43689"/>
                </a:cubicBezTo>
                <a:cubicBezTo>
                  <a:pt x="266868" y="35085"/>
                  <a:pt x="251714" y="29934"/>
                  <a:pt x="236423" y="29934"/>
                </a:cubicBezTo>
                <a:cubicBezTo>
                  <a:pt x="230892" y="29934"/>
                  <a:pt x="227515" y="31652"/>
                  <a:pt x="225058" y="33836"/>
                </a:cubicBezTo>
                <a:cubicBezTo>
                  <a:pt x="222294" y="36297"/>
                  <a:pt x="219968" y="40049"/>
                  <a:pt x="218182" y="44818"/>
                </a:cubicBezTo>
                <a:cubicBezTo>
                  <a:pt x="216419" y="49524"/>
                  <a:pt x="215472" y="54444"/>
                  <a:pt x="214985" y="58333"/>
                </a:cubicBezTo>
                <a:cubicBezTo>
                  <a:pt x="214747" y="60239"/>
                  <a:pt x="214631" y="61805"/>
                  <a:pt x="214576" y="62852"/>
                </a:cubicBezTo>
                <a:cubicBezTo>
                  <a:pt x="214548" y="63373"/>
                  <a:pt x="214536" y="63759"/>
                  <a:pt x="214530" y="63987"/>
                </a:cubicBezTo>
                <a:lnTo>
                  <a:pt x="214526" y="64213"/>
                </a:lnTo>
                <a:lnTo>
                  <a:pt x="214526" y="269289"/>
                </a:lnTo>
                <a:lnTo>
                  <a:pt x="227236" y="269289"/>
                </a:lnTo>
                <a:cubicBezTo>
                  <a:pt x="242115" y="269289"/>
                  <a:pt x="254176" y="257228"/>
                  <a:pt x="254176" y="242348"/>
                </a:cubicBezTo>
                <a:lnTo>
                  <a:pt x="254176" y="206519"/>
                </a:lnTo>
                <a:cubicBezTo>
                  <a:pt x="239548" y="200599"/>
                  <a:pt x="229231" y="186258"/>
                  <a:pt x="229231" y="169509"/>
                </a:cubicBezTo>
                <a:cubicBezTo>
                  <a:pt x="229231" y="147466"/>
                  <a:pt x="247100" y="129597"/>
                  <a:pt x="269143" y="129597"/>
                </a:cubicBezTo>
                <a:cubicBezTo>
                  <a:pt x="291187" y="129597"/>
                  <a:pt x="309055" y="147466"/>
                  <a:pt x="309055" y="169509"/>
                </a:cubicBezTo>
                <a:cubicBezTo>
                  <a:pt x="309055" y="186258"/>
                  <a:pt x="298736" y="200599"/>
                  <a:pt x="284110" y="206519"/>
                </a:cubicBezTo>
                <a:lnTo>
                  <a:pt x="284110" y="242348"/>
                </a:lnTo>
                <a:cubicBezTo>
                  <a:pt x="284110" y="273759"/>
                  <a:pt x="258646" y="299223"/>
                  <a:pt x="227236" y="299223"/>
                </a:cubicBezTo>
                <a:lnTo>
                  <a:pt x="214526" y="299223"/>
                </a:lnTo>
                <a:close/>
                <a:moveTo>
                  <a:pt x="129451" y="119619"/>
                </a:moveTo>
                <a:cubicBezTo>
                  <a:pt x="123940" y="119619"/>
                  <a:pt x="119473" y="124086"/>
                  <a:pt x="119473" y="129597"/>
                </a:cubicBezTo>
                <a:cubicBezTo>
                  <a:pt x="119473" y="135108"/>
                  <a:pt x="123940" y="139575"/>
                  <a:pt x="129451" y="139575"/>
                </a:cubicBezTo>
                <a:cubicBezTo>
                  <a:pt x="134962" y="139575"/>
                  <a:pt x="139429" y="135108"/>
                  <a:pt x="139429" y="129597"/>
                </a:cubicBezTo>
                <a:cubicBezTo>
                  <a:pt x="139429" y="124086"/>
                  <a:pt x="134962" y="119619"/>
                  <a:pt x="129451" y="119619"/>
                </a:cubicBezTo>
                <a:close/>
                <a:moveTo>
                  <a:pt x="119473" y="269289"/>
                </a:moveTo>
                <a:cubicBezTo>
                  <a:pt x="119473" y="274799"/>
                  <a:pt x="123940" y="279267"/>
                  <a:pt x="129451" y="279267"/>
                </a:cubicBezTo>
                <a:cubicBezTo>
                  <a:pt x="134962" y="279267"/>
                  <a:pt x="139429" y="274799"/>
                  <a:pt x="139429" y="269289"/>
                </a:cubicBezTo>
                <a:cubicBezTo>
                  <a:pt x="139429" y="263779"/>
                  <a:pt x="134962" y="259311"/>
                  <a:pt x="129451" y="259311"/>
                </a:cubicBezTo>
                <a:cubicBezTo>
                  <a:pt x="123940" y="259311"/>
                  <a:pt x="119473" y="263779"/>
                  <a:pt x="119473" y="269289"/>
                </a:cubicBezTo>
                <a:close/>
                <a:moveTo>
                  <a:pt x="259165" y="169509"/>
                </a:moveTo>
                <a:cubicBezTo>
                  <a:pt x="259165" y="175019"/>
                  <a:pt x="263631" y="179487"/>
                  <a:pt x="269143" y="179487"/>
                </a:cubicBezTo>
                <a:cubicBezTo>
                  <a:pt x="274653" y="179487"/>
                  <a:pt x="279121" y="175019"/>
                  <a:pt x="279121" y="169509"/>
                </a:cubicBezTo>
                <a:cubicBezTo>
                  <a:pt x="279121" y="163999"/>
                  <a:pt x="274653" y="159531"/>
                  <a:pt x="269143" y="159531"/>
                </a:cubicBezTo>
                <a:cubicBezTo>
                  <a:pt x="263631" y="159531"/>
                  <a:pt x="259165" y="163999"/>
                  <a:pt x="259165" y="169509"/>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noProof="0">
              <a:solidFill>
                <a:srgbClr val="000000"/>
              </a:solidFill>
              <a:latin typeface="+mj-lt"/>
            </a:endParaRPr>
          </a:p>
        </p:txBody>
      </p:sp>
      <p:sp>
        <p:nvSpPr>
          <p:cNvPr id="213" name="Graphic 78" descr="Icon of a government building">
            <a:extLst>
              <a:ext uri="{FF2B5EF4-FFF2-40B4-BE49-F238E27FC236}">
                <a16:creationId xmlns:a16="http://schemas.microsoft.com/office/drawing/2014/main" id="{F894182D-7E48-446E-3FCF-3619784C9BA7}"/>
              </a:ext>
            </a:extLst>
          </p:cNvPr>
          <p:cNvSpPr>
            <a:spLocks/>
          </p:cNvSpPr>
          <p:nvPr/>
        </p:nvSpPr>
        <p:spPr>
          <a:xfrm>
            <a:off x="10445596" y="1554065"/>
            <a:ext cx="279154" cy="279154"/>
          </a:xfrm>
          <a:custGeom>
            <a:avLst/>
            <a:gdLst>
              <a:gd name="connsiteX0" fmla="*/ 208681 w 309156"/>
              <a:gd name="connsiteY0" fmla="*/ 150714 h 309156"/>
              <a:gd name="connsiteX1" fmla="*/ 197087 w 309156"/>
              <a:gd name="connsiteY1" fmla="*/ 139121 h 309156"/>
              <a:gd name="connsiteX2" fmla="*/ 185494 w 309156"/>
              <a:gd name="connsiteY2" fmla="*/ 150714 h 309156"/>
              <a:gd name="connsiteX3" fmla="*/ 185494 w 309156"/>
              <a:gd name="connsiteY3" fmla="*/ 181630 h 309156"/>
              <a:gd name="connsiteX4" fmla="*/ 197087 w 309156"/>
              <a:gd name="connsiteY4" fmla="*/ 193223 h 309156"/>
              <a:gd name="connsiteX5" fmla="*/ 208681 w 309156"/>
              <a:gd name="connsiteY5" fmla="*/ 181630 h 309156"/>
              <a:gd name="connsiteX6" fmla="*/ 208681 w 309156"/>
              <a:gd name="connsiteY6" fmla="*/ 150714 h 309156"/>
              <a:gd name="connsiteX7" fmla="*/ 150714 w 309156"/>
              <a:gd name="connsiteY7" fmla="*/ 139121 h 309156"/>
              <a:gd name="connsiteX8" fmla="*/ 162307 w 309156"/>
              <a:gd name="connsiteY8" fmla="*/ 150714 h 309156"/>
              <a:gd name="connsiteX9" fmla="*/ 162307 w 309156"/>
              <a:gd name="connsiteY9" fmla="*/ 181630 h 309156"/>
              <a:gd name="connsiteX10" fmla="*/ 150714 w 309156"/>
              <a:gd name="connsiteY10" fmla="*/ 193223 h 309156"/>
              <a:gd name="connsiteX11" fmla="*/ 139121 w 309156"/>
              <a:gd name="connsiteY11" fmla="*/ 181630 h 309156"/>
              <a:gd name="connsiteX12" fmla="*/ 139121 w 309156"/>
              <a:gd name="connsiteY12" fmla="*/ 150714 h 309156"/>
              <a:gd name="connsiteX13" fmla="*/ 150714 w 309156"/>
              <a:gd name="connsiteY13" fmla="*/ 139121 h 309156"/>
              <a:gd name="connsiteX14" fmla="*/ 115934 w 309156"/>
              <a:gd name="connsiteY14" fmla="*/ 150714 h 309156"/>
              <a:gd name="connsiteX15" fmla="*/ 104340 w 309156"/>
              <a:gd name="connsiteY15" fmla="*/ 139121 h 309156"/>
              <a:gd name="connsiteX16" fmla="*/ 92747 w 309156"/>
              <a:gd name="connsiteY16" fmla="*/ 150714 h 309156"/>
              <a:gd name="connsiteX17" fmla="*/ 92747 w 309156"/>
              <a:gd name="connsiteY17" fmla="*/ 181630 h 309156"/>
              <a:gd name="connsiteX18" fmla="*/ 104340 w 309156"/>
              <a:gd name="connsiteY18" fmla="*/ 193223 h 309156"/>
              <a:gd name="connsiteX19" fmla="*/ 115934 w 309156"/>
              <a:gd name="connsiteY19" fmla="*/ 181630 h 309156"/>
              <a:gd name="connsiteX20" fmla="*/ 115934 w 309156"/>
              <a:gd name="connsiteY20" fmla="*/ 150714 h 309156"/>
              <a:gd name="connsiteX21" fmla="*/ 57967 w 309156"/>
              <a:gd name="connsiteY21" fmla="*/ 208681 h 309156"/>
              <a:gd name="connsiteX22" fmla="*/ 69560 w 309156"/>
              <a:gd name="connsiteY22" fmla="*/ 220274 h 309156"/>
              <a:gd name="connsiteX23" fmla="*/ 69560 w 309156"/>
              <a:gd name="connsiteY23" fmla="*/ 258919 h 309156"/>
              <a:gd name="connsiteX24" fmla="*/ 57967 w 309156"/>
              <a:gd name="connsiteY24" fmla="*/ 270512 h 309156"/>
              <a:gd name="connsiteX25" fmla="*/ 46374 w 309156"/>
              <a:gd name="connsiteY25" fmla="*/ 258919 h 309156"/>
              <a:gd name="connsiteX26" fmla="*/ 46374 w 309156"/>
              <a:gd name="connsiteY26" fmla="*/ 220274 h 309156"/>
              <a:gd name="connsiteX27" fmla="*/ 57967 w 309156"/>
              <a:gd name="connsiteY27" fmla="*/ 208681 h 309156"/>
              <a:gd name="connsiteX28" fmla="*/ 262783 w 309156"/>
              <a:gd name="connsiteY28" fmla="*/ 220274 h 309156"/>
              <a:gd name="connsiteX29" fmla="*/ 251190 w 309156"/>
              <a:gd name="connsiteY29" fmla="*/ 208681 h 309156"/>
              <a:gd name="connsiteX30" fmla="*/ 239596 w 309156"/>
              <a:gd name="connsiteY30" fmla="*/ 220274 h 309156"/>
              <a:gd name="connsiteX31" fmla="*/ 239596 w 309156"/>
              <a:gd name="connsiteY31" fmla="*/ 258919 h 309156"/>
              <a:gd name="connsiteX32" fmla="*/ 251190 w 309156"/>
              <a:gd name="connsiteY32" fmla="*/ 270512 h 309156"/>
              <a:gd name="connsiteX33" fmla="*/ 262783 w 309156"/>
              <a:gd name="connsiteY33" fmla="*/ 258919 h 309156"/>
              <a:gd name="connsiteX34" fmla="*/ 262783 w 309156"/>
              <a:gd name="connsiteY34" fmla="*/ 220274 h 309156"/>
              <a:gd name="connsiteX35" fmla="*/ 150714 w 309156"/>
              <a:gd name="connsiteY35" fmla="*/ 0 h 309156"/>
              <a:gd name="connsiteX36" fmla="*/ 208681 w 309156"/>
              <a:gd name="connsiteY36" fmla="*/ 0 h 309156"/>
              <a:gd name="connsiteX37" fmla="*/ 216410 w 309156"/>
              <a:gd name="connsiteY37" fmla="*/ 7729 h 309156"/>
              <a:gd name="connsiteX38" fmla="*/ 216410 w 309156"/>
              <a:gd name="connsiteY38" fmla="*/ 38645 h 309156"/>
              <a:gd name="connsiteX39" fmla="*/ 208681 w 309156"/>
              <a:gd name="connsiteY39" fmla="*/ 46374 h 309156"/>
              <a:gd name="connsiteX40" fmla="*/ 162307 w 309156"/>
              <a:gd name="connsiteY40" fmla="*/ 46374 h 309156"/>
              <a:gd name="connsiteX41" fmla="*/ 162307 w 309156"/>
              <a:gd name="connsiteY41" fmla="*/ 62103 h 309156"/>
              <a:gd name="connsiteX42" fmla="*/ 262783 w 309156"/>
              <a:gd name="connsiteY42" fmla="*/ 170036 h 309156"/>
              <a:gd name="connsiteX43" fmla="*/ 274377 w 309156"/>
              <a:gd name="connsiteY43" fmla="*/ 170036 h 309156"/>
              <a:gd name="connsiteX44" fmla="*/ 309157 w 309156"/>
              <a:gd name="connsiteY44" fmla="*/ 204816 h 309156"/>
              <a:gd name="connsiteX45" fmla="*/ 309157 w 309156"/>
              <a:gd name="connsiteY45" fmla="*/ 297563 h 309156"/>
              <a:gd name="connsiteX46" fmla="*/ 297563 w 309156"/>
              <a:gd name="connsiteY46" fmla="*/ 309157 h 309156"/>
              <a:gd name="connsiteX47" fmla="*/ 11593 w 309156"/>
              <a:gd name="connsiteY47" fmla="*/ 309157 h 309156"/>
              <a:gd name="connsiteX48" fmla="*/ 0 w 309156"/>
              <a:gd name="connsiteY48" fmla="*/ 297563 h 309156"/>
              <a:gd name="connsiteX49" fmla="*/ 0 w 309156"/>
              <a:gd name="connsiteY49" fmla="*/ 204816 h 309156"/>
              <a:gd name="connsiteX50" fmla="*/ 34780 w 309156"/>
              <a:gd name="connsiteY50" fmla="*/ 170036 h 309156"/>
              <a:gd name="connsiteX51" fmla="*/ 46374 w 309156"/>
              <a:gd name="connsiteY51" fmla="*/ 170036 h 309156"/>
              <a:gd name="connsiteX52" fmla="*/ 139121 w 309156"/>
              <a:gd name="connsiteY52" fmla="*/ 62927 h 309156"/>
              <a:gd name="connsiteX53" fmla="*/ 139121 w 309156"/>
              <a:gd name="connsiteY53" fmla="*/ 11593 h 309156"/>
              <a:gd name="connsiteX54" fmla="*/ 150714 w 309156"/>
              <a:gd name="connsiteY54" fmla="*/ 0 h 309156"/>
              <a:gd name="connsiteX55" fmla="*/ 154578 w 309156"/>
              <a:gd name="connsiteY55" fmla="*/ 85018 h 309156"/>
              <a:gd name="connsiteX56" fmla="*/ 69560 w 309156"/>
              <a:gd name="connsiteY56" fmla="*/ 170036 h 309156"/>
              <a:gd name="connsiteX57" fmla="*/ 69560 w 309156"/>
              <a:gd name="connsiteY57" fmla="*/ 181630 h 309156"/>
              <a:gd name="connsiteX58" fmla="*/ 57967 w 309156"/>
              <a:gd name="connsiteY58" fmla="*/ 193223 h 309156"/>
              <a:gd name="connsiteX59" fmla="*/ 34780 w 309156"/>
              <a:gd name="connsiteY59" fmla="*/ 193223 h 309156"/>
              <a:gd name="connsiteX60" fmla="*/ 23187 w 309156"/>
              <a:gd name="connsiteY60" fmla="*/ 204816 h 309156"/>
              <a:gd name="connsiteX61" fmla="*/ 23187 w 309156"/>
              <a:gd name="connsiteY61" fmla="*/ 285970 h 309156"/>
              <a:gd name="connsiteX62" fmla="*/ 115934 w 309156"/>
              <a:gd name="connsiteY62" fmla="*/ 285970 h 309156"/>
              <a:gd name="connsiteX63" fmla="*/ 115934 w 309156"/>
              <a:gd name="connsiteY63" fmla="*/ 243461 h 309156"/>
              <a:gd name="connsiteX64" fmla="*/ 127527 w 309156"/>
              <a:gd name="connsiteY64" fmla="*/ 231868 h 309156"/>
              <a:gd name="connsiteX65" fmla="*/ 181630 w 309156"/>
              <a:gd name="connsiteY65" fmla="*/ 231868 h 309156"/>
              <a:gd name="connsiteX66" fmla="*/ 193223 w 309156"/>
              <a:gd name="connsiteY66" fmla="*/ 243461 h 309156"/>
              <a:gd name="connsiteX67" fmla="*/ 193223 w 309156"/>
              <a:gd name="connsiteY67" fmla="*/ 285970 h 309156"/>
              <a:gd name="connsiteX68" fmla="*/ 285970 w 309156"/>
              <a:gd name="connsiteY68" fmla="*/ 285970 h 309156"/>
              <a:gd name="connsiteX69" fmla="*/ 285970 w 309156"/>
              <a:gd name="connsiteY69" fmla="*/ 204816 h 309156"/>
              <a:gd name="connsiteX70" fmla="*/ 274377 w 309156"/>
              <a:gd name="connsiteY70" fmla="*/ 193223 h 309156"/>
              <a:gd name="connsiteX71" fmla="*/ 251190 w 309156"/>
              <a:gd name="connsiteY71" fmla="*/ 193223 h 309156"/>
              <a:gd name="connsiteX72" fmla="*/ 239596 w 309156"/>
              <a:gd name="connsiteY72" fmla="*/ 181630 h 309156"/>
              <a:gd name="connsiteX73" fmla="*/ 239596 w 309156"/>
              <a:gd name="connsiteY73" fmla="*/ 170036 h 309156"/>
              <a:gd name="connsiteX74" fmla="*/ 154578 w 309156"/>
              <a:gd name="connsiteY74" fmla="*/ 85018 h 309156"/>
              <a:gd name="connsiteX75" fmla="*/ 170036 w 309156"/>
              <a:gd name="connsiteY75" fmla="*/ 255054 h 309156"/>
              <a:gd name="connsiteX76" fmla="*/ 139121 w 309156"/>
              <a:gd name="connsiteY76" fmla="*/ 255054 h 309156"/>
              <a:gd name="connsiteX77" fmla="*/ 139121 w 309156"/>
              <a:gd name="connsiteY77" fmla="*/ 285970 h 309156"/>
              <a:gd name="connsiteX78" fmla="*/ 170036 w 309156"/>
              <a:gd name="connsiteY78" fmla="*/ 285970 h 309156"/>
              <a:gd name="connsiteX79" fmla="*/ 170036 w 309156"/>
              <a:gd name="connsiteY79" fmla="*/ 255054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309156" h="309156">
                <a:moveTo>
                  <a:pt x="208681" y="150714"/>
                </a:moveTo>
                <a:cubicBezTo>
                  <a:pt x="208681" y="144311"/>
                  <a:pt x="203490" y="139121"/>
                  <a:pt x="197087" y="139121"/>
                </a:cubicBezTo>
                <a:cubicBezTo>
                  <a:pt x="190685" y="139121"/>
                  <a:pt x="185494" y="144311"/>
                  <a:pt x="185494" y="150714"/>
                </a:cubicBezTo>
                <a:lnTo>
                  <a:pt x="185494" y="181630"/>
                </a:lnTo>
                <a:cubicBezTo>
                  <a:pt x="185494" y="188032"/>
                  <a:pt x="190685" y="193223"/>
                  <a:pt x="197087" y="193223"/>
                </a:cubicBezTo>
                <a:cubicBezTo>
                  <a:pt x="203490" y="193223"/>
                  <a:pt x="208681" y="188032"/>
                  <a:pt x="208681" y="181630"/>
                </a:cubicBezTo>
                <a:lnTo>
                  <a:pt x="208681" y="150714"/>
                </a:lnTo>
                <a:close/>
                <a:moveTo>
                  <a:pt x="150714" y="139121"/>
                </a:moveTo>
                <a:cubicBezTo>
                  <a:pt x="157117" y="139121"/>
                  <a:pt x="162307" y="144311"/>
                  <a:pt x="162307" y="150714"/>
                </a:cubicBezTo>
                <a:lnTo>
                  <a:pt x="162307" y="181630"/>
                </a:lnTo>
                <a:cubicBezTo>
                  <a:pt x="162307" y="188032"/>
                  <a:pt x="157117" y="193223"/>
                  <a:pt x="150714" y="193223"/>
                </a:cubicBezTo>
                <a:cubicBezTo>
                  <a:pt x="144311" y="193223"/>
                  <a:pt x="139121" y="188032"/>
                  <a:pt x="139121" y="181630"/>
                </a:cubicBezTo>
                <a:lnTo>
                  <a:pt x="139121" y="150714"/>
                </a:lnTo>
                <a:cubicBezTo>
                  <a:pt x="139121" y="144311"/>
                  <a:pt x="144311" y="139121"/>
                  <a:pt x="150714" y="139121"/>
                </a:cubicBezTo>
                <a:close/>
                <a:moveTo>
                  <a:pt x="115934" y="150714"/>
                </a:moveTo>
                <a:cubicBezTo>
                  <a:pt x="115934" y="144311"/>
                  <a:pt x="110743" y="139121"/>
                  <a:pt x="104340" y="139121"/>
                </a:cubicBezTo>
                <a:cubicBezTo>
                  <a:pt x="97938" y="139121"/>
                  <a:pt x="92747" y="144311"/>
                  <a:pt x="92747" y="150714"/>
                </a:cubicBezTo>
                <a:lnTo>
                  <a:pt x="92747" y="181630"/>
                </a:lnTo>
                <a:cubicBezTo>
                  <a:pt x="92747" y="188032"/>
                  <a:pt x="97938" y="193223"/>
                  <a:pt x="104340" y="193223"/>
                </a:cubicBezTo>
                <a:cubicBezTo>
                  <a:pt x="110743" y="193223"/>
                  <a:pt x="115934" y="188032"/>
                  <a:pt x="115934" y="181630"/>
                </a:cubicBezTo>
                <a:lnTo>
                  <a:pt x="115934" y="150714"/>
                </a:lnTo>
                <a:close/>
                <a:moveTo>
                  <a:pt x="57967" y="208681"/>
                </a:moveTo>
                <a:cubicBezTo>
                  <a:pt x="64370" y="208681"/>
                  <a:pt x="69560" y="213872"/>
                  <a:pt x="69560" y="220274"/>
                </a:cubicBezTo>
                <a:lnTo>
                  <a:pt x="69560" y="258919"/>
                </a:lnTo>
                <a:cubicBezTo>
                  <a:pt x="69560" y="265321"/>
                  <a:pt x="64370" y="270512"/>
                  <a:pt x="57967" y="270512"/>
                </a:cubicBezTo>
                <a:cubicBezTo>
                  <a:pt x="51564" y="270512"/>
                  <a:pt x="46374" y="265321"/>
                  <a:pt x="46374" y="258919"/>
                </a:cubicBezTo>
                <a:lnTo>
                  <a:pt x="46374" y="220274"/>
                </a:lnTo>
                <a:cubicBezTo>
                  <a:pt x="46374" y="213872"/>
                  <a:pt x="51564" y="208681"/>
                  <a:pt x="57967" y="208681"/>
                </a:cubicBezTo>
                <a:close/>
                <a:moveTo>
                  <a:pt x="262783" y="220274"/>
                </a:moveTo>
                <a:cubicBezTo>
                  <a:pt x="262783" y="213872"/>
                  <a:pt x="257592" y="208681"/>
                  <a:pt x="251190" y="208681"/>
                </a:cubicBezTo>
                <a:cubicBezTo>
                  <a:pt x="244787" y="208681"/>
                  <a:pt x="239596" y="213872"/>
                  <a:pt x="239596" y="220274"/>
                </a:cubicBezTo>
                <a:lnTo>
                  <a:pt x="239596" y="258919"/>
                </a:lnTo>
                <a:cubicBezTo>
                  <a:pt x="239596" y="265321"/>
                  <a:pt x="244787" y="270512"/>
                  <a:pt x="251190" y="270512"/>
                </a:cubicBezTo>
                <a:cubicBezTo>
                  <a:pt x="257592" y="270512"/>
                  <a:pt x="262783" y="265321"/>
                  <a:pt x="262783" y="258919"/>
                </a:cubicBezTo>
                <a:lnTo>
                  <a:pt x="262783" y="220274"/>
                </a:lnTo>
                <a:close/>
                <a:moveTo>
                  <a:pt x="150714" y="0"/>
                </a:moveTo>
                <a:lnTo>
                  <a:pt x="208681" y="0"/>
                </a:lnTo>
                <a:cubicBezTo>
                  <a:pt x="212949" y="0"/>
                  <a:pt x="216410" y="3460"/>
                  <a:pt x="216410" y="7729"/>
                </a:cubicBezTo>
                <a:lnTo>
                  <a:pt x="216410" y="38645"/>
                </a:lnTo>
                <a:cubicBezTo>
                  <a:pt x="216410" y="42913"/>
                  <a:pt x="212949" y="46374"/>
                  <a:pt x="208681" y="46374"/>
                </a:cubicBezTo>
                <a:lnTo>
                  <a:pt x="162307" y="46374"/>
                </a:lnTo>
                <a:lnTo>
                  <a:pt x="162307" y="62103"/>
                </a:lnTo>
                <a:cubicBezTo>
                  <a:pt x="218459" y="66066"/>
                  <a:pt x="262783" y="112875"/>
                  <a:pt x="262783" y="170036"/>
                </a:cubicBezTo>
                <a:lnTo>
                  <a:pt x="274377" y="170036"/>
                </a:lnTo>
                <a:cubicBezTo>
                  <a:pt x="293584" y="170036"/>
                  <a:pt x="309157" y="185608"/>
                  <a:pt x="309157" y="204816"/>
                </a:cubicBezTo>
                <a:lnTo>
                  <a:pt x="309157" y="297563"/>
                </a:lnTo>
                <a:cubicBezTo>
                  <a:pt x="309157" y="303966"/>
                  <a:pt x="303966" y="309157"/>
                  <a:pt x="297563" y="309157"/>
                </a:cubicBezTo>
                <a:lnTo>
                  <a:pt x="11593" y="309157"/>
                </a:lnTo>
                <a:cubicBezTo>
                  <a:pt x="5191" y="309157"/>
                  <a:pt x="0" y="303966"/>
                  <a:pt x="0" y="297563"/>
                </a:cubicBezTo>
                <a:lnTo>
                  <a:pt x="0" y="204816"/>
                </a:lnTo>
                <a:cubicBezTo>
                  <a:pt x="0" y="185608"/>
                  <a:pt x="15572" y="170036"/>
                  <a:pt x="34780" y="170036"/>
                </a:cubicBezTo>
                <a:lnTo>
                  <a:pt x="46374" y="170036"/>
                </a:lnTo>
                <a:cubicBezTo>
                  <a:pt x="46374" y="115525"/>
                  <a:pt x="86683" y="70428"/>
                  <a:pt x="139121" y="62927"/>
                </a:cubicBezTo>
                <a:lnTo>
                  <a:pt x="139121" y="11593"/>
                </a:lnTo>
                <a:cubicBezTo>
                  <a:pt x="139121" y="5191"/>
                  <a:pt x="144311" y="0"/>
                  <a:pt x="150714" y="0"/>
                </a:cubicBezTo>
                <a:close/>
                <a:moveTo>
                  <a:pt x="154578" y="85018"/>
                </a:moveTo>
                <a:cubicBezTo>
                  <a:pt x="107624" y="85018"/>
                  <a:pt x="69560" y="123082"/>
                  <a:pt x="69560" y="170036"/>
                </a:cubicBezTo>
                <a:lnTo>
                  <a:pt x="69560" y="181630"/>
                </a:lnTo>
                <a:cubicBezTo>
                  <a:pt x="69560" y="188032"/>
                  <a:pt x="64370" y="193223"/>
                  <a:pt x="57967" y="193223"/>
                </a:cubicBezTo>
                <a:lnTo>
                  <a:pt x="34780" y="193223"/>
                </a:lnTo>
                <a:cubicBezTo>
                  <a:pt x="28377" y="193223"/>
                  <a:pt x="23187" y="198414"/>
                  <a:pt x="23187" y="204816"/>
                </a:cubicBezTo>
                <a:lnTo>
                  <a:pt x="23187" y="285970"/>
                </a:lnTo>
                <a:lnTo>
                  <a:pt x="115934" y="285970"/>
                </a:lnTo>
                <a:lnTo>
                  <a:pt x="115934" y="243461"/>
                </a:lnTo>
                <a:cubicBezTo>
                  <a:pt x="115934" y="237058"/>
                  <a:pt x="121124" y="231868"/>
                  <a:pt x="127527" y="231868"/>
                </a:cubicBezTo>
                <a:lnTo>
                  <a:pt x="181630" y="231868"/>
                </a:lnTo>
                <a:cubicBezTo>
                  <a:pt x="188032" y="231868"/>
                  <a:pt x="193223" y="237058"/>
                  <a:pt x="193223" y="243461"/>
                </a:cubicBezTo>
                <a:lnTo>
                  <a:pt x="193223" y="285970"/>
                </a:lnTo>
                <a:lnTo>
                  <a:pt x="285970" y="285970"/>
                </a:lnTo>
                <a:lnTo>
                  <a:pt x="285970" y="204816"/>
                </a:lnTo>
                <a:cubicBezTo>
                  <a:pt x="285970" y="198414"/>
                  <a:pt x="280779" y="193223"/>
                  <a:pt x="274377" y="193223"/>
                </a:cubicBezTo>
                <a:lnTo>
                  <a:pt x="251190" y="193223"/>
                </a:lnTo>
                <a:cubicBezTo>
                  <a:pt x="244787" y="193223"/>
                  <a:pt x="239596" y="188032"/>
                  <a:pt x="239596" y="181630"/>
                </a:cubicBezTo>
                <a:lnTo>
                  <a:pt x="239596" y="170036"/>
                </a:lnTo>
                <a:cubicBezTo>
                  <a:pt x="239596" y="123082"/>
                  <a:pt x="201533" y="85018"/>
                  <a:pt x="154578" y="85018"/>
                </a:cubicBezTo>
                <a:close/>
                <a:moveTo>
                  <a:pt x="170036" y="255054"/>
                </a:moveTo>
                <a:lnTo>
                  <a:pt x="139121" y="255054"/>
                </a:lnTo>
                <a:lnTo>
                  <a:pt x="139121" y="285970"/>
                </a:lnTo>
                <a:lnTo>
                  <a:pt x="170036" y="285970"/>
                </a:lnTo>
                <a:lnTo>
                  <a:pt x="170036" y="255054"/>
                </a:ln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noProof="0">
              <a:solidFill>
                <a:srgbClr val="000000"/>
              </a:solidFill>
              <a:latin typeface="+mj-lt"/>
            </a:endParaRPr>
          </a:p>
        </p:txBody>
      </p:sp>
    </p:spTree>
    <p:extLst>
      <p:ext uri="{BB962C8B-B14F-4D97-AF65-F5344CB8AC3E}">
        <p14:creationId xmlns:p14="http://schemas.microsoft.com/office/powerpoint/2010/main" val="206760046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E2FCA-82A8-52A4-C0C1-41BECBBC63C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D800264-A320-8AD9-E8BC-53B9C4EABD51}"/>
              </a:ext>
            </a:extLst>
          </p:cNvPr>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7F3F4468-0455-F2E3-181D-8A9F60A5CDE0}"/>
              </a:ext>
            </a:extLst>
          </p:cNvPr>
          <p:cNvSpPr txBox="1"/>
          <p:nvPr/>
        </p:nvSpPr>
        <p:spPr>
          <a:xfrm>
            <a:off x="562458" y="274320"/>
            <a:ext cx="10593222" cy="731520"/>
          </a:xfrm>
          <a:prstGeom prst="rect">
            <a:avLst/>
          </a:prstGeom>
          <a:noFill/>
        </p:spPr>
        <p:txBody>
          <a:bodyPr wrap="square" anchor="t"/>
          <a:lstStyle/>
          <a:p>
            <a:pPr lvl="0" defTabSz="457200">
              <a:defRPr sz="2400" b="1">
                <a:solidFill>
                  <a:srgbClr val="FFFFFF"/>
                </a:solidFill>
                <a:latin typeface="Segoe UI Semibold"/>
              </a:defRPr>
            </a:pPr>
            <a:r>
              <a:rPr lang="en-US" dirty="0"/>
              <a:t>Preparing your organization for AI </a:t>
            </a:r>
            <a:r>
              <a:rPr lang="en-US" dirty="0" err="1"/>
              <a:t>CoE</a:t>
            </a:r>
            <a:endParaRPr kumimoji="0" sz="2400" b="1"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4" name="Rectangle 3">
            <a:extLst>
              <a:ext uri="{FF2B5EF4-FFF2-40B4-BE49-F238E27FC236}">
                <a16:creationId xmlns:a16="http://schemas.microsoft.com/office/drawing/2014/main" id="{704CC903-581D-2424-1D32-A3E21CE876A6}"/>
              </a:ext>
            </a:extLst>
          </p:cNvPr>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Freeform: Shape 6">
            <a:extLst>
              <a:ext uri="{FF2B5EF4-FFF2-40B4-BE49-F238E27FC236}">
                <a16:creationId xmlns:a16="http://schemas.microsoft.com/office/drawing/2014/main" id="{518A9D09-5CA4-5893-19B9-8253936EC0B5}"/>
              </a:ext>
            </a:extLst>
          </p:cNvPr>
          <p:cNvSpPr>
            <a:spLocks/>
          </p:cNvSpPr>
          <p:nvPr/>
        </p:nvSpPr>
        <p:spPr bwMode="auto">
          <a:xfrm>
            <a:off x="0" y="1252728"/>
            <a:ext cx="12192000" cy="1283447"/>
          </a:xfrm>
          <a:custGeom>
            <a:avLst/>
            <a:gdLst>
              <a:gd name="connsiteX0" fmla="*/ 0 w 12192000"/>
              <a:gd name="connsiteY0" fmla="*/ 0 h 1283447"/>
              <a:gd name="connsiteX1" fmla="*/ 329474 w 12192000"/>
              <a:gd name="connsiteY1" fmla="*/ 0 h 1283447"/>
              <a:gd name="connsiteX2" fmla="*/ 541020 w 12192000"/>
              <a:gd name="connsiteY2" fmla="*/ 0 h 1283447"/>
              <a:gd name="connsiteX3" fmla="*/ 11650978 w 12192000"/>
              <a:gd name="connsiteY3" fmla="*/ 0 h 1283447"/>
              <a:gd name="connsiteX4" fmla="*/ 12192000 w 12192000"/>
              <a:gd name="connsiteY4" fmla="*/ 0 h 1283447"/>
              <a:gd name="connsiteX5" fmla="*/ 12192000 w 12192000"/>
              <a:gd name="connsiteY5" fmla="*/ 88900 h 1283447"/>
              <a:gd name="connsiteX6" fmla="*/ 12192000 w 12192000"/>
              <a:gd name="connsiteY6" fmla="*/ 101600 h 1283447"/>
              <a:gd name="connsiteX7" fmla="*/ 12192000 w 12192000"/>
              <a:gd name="connsiteY7" fmla="*/ 114300 h 1283447"/>
              <a:gd name="connsiteX8" fmla="*/ 12192000 w 12192000"/>
              <a:gd name="connsiteY8" fmla="*/ 190500 h 1283447"/>
              <a:gd name="connsiteX9" fmla="*/ 12192000 w 12192000"/>
              <a:gd name="connsiteY9" fmla="*/ 203200 h 1283447"/>
              <a:gd name="connsiteX10" fmla="*/ 12192000 w 12192000"/>
              <a:gd name="connsiteY10" fmla="*/ 215900 h 1283447"/>
              <a:gd name="connsiteX11" fmla="*/ 12192000 w 12192000"/>
              <a:gd name="connsiteY11" fmla="*/ 304800 h 1283447"/>
              <a:gd name="connsiteX12" fmla="*/ 12192000 w 12192000"/>
              <a:gd name="connsiteY12" fmla="*/ 978647 h 1283447"/>
              <a:gd name="connsiteX13" fmla="*/ 12192000 w 12192000"/>
              <a:gd name="connsiteY13" fmla="*/ 1067547 h 1283447"/>
              <a:gd name="connsiteX14" fmla="*/ 12192000 w 12192000"/>
              <a:gd name="connsiteY14" fmla="*/ 1080247 h 1283447"/>
              <a:gd name="connsiteX15" fmla="*/ 12192000 w 12192000"/>
              <a:gd name="connsiteY15" fmla="*/ 1092947 h 1283447"/>
              <a:gd name="connsiteX16" fmla="*/ 12192000 w 12192000"/>
              <a:gd name="connsiteY16" fmla="*/ 1169147 h 1283447"/>
              <a:gd name="connsiteX17" fmla="*/ 12192000 w 12192000"/>
              <a:gd name="connsiteY17" fmla="*/ 1181847 h 1283447"/>
              <a:gd name="connsiteX18" fmla="*/ 12192000 w 12192000"/>
              <a:gd name="connsiteY18" fmla="*/ 1194547 h 1283447"/>
              <a:gd name="connsiteX19" fmla="*/ 12192000 w 12192000"/>
              <a:gd name="connsiteY19" fmla="*/ 1283447 h 1283447"/>
              <a:gd name="connsiteX20" fmla="*/ 12139983 w 12192000"/>
              <a:gd name="connsiteY20" fmla="*/ 1206296 h 1283447"/>
              <a:gd name="connsiteX21" fmla="*/ 11953083 w 12192000"/>
              <a:gd name="connsiteY21" fmla="*/ 1128879 h 1283447"/>
              <a:gd name="connsiteX22" fmla="*/ 11650978 w 12192000"/>
              <a:gd name="connsiteY22" fmla="*/ 1128879 h 1283447"/>
              <a:gd name="connsiteX23" fmla="*/ 11603736 w 12192000"/>
              <a:gd name="connsiteY23" fmla="*/ 1128879 h 1283447"/>
              <a:gd name="connsiteX24" fmla="*/ 588262 w 12192000"/>
              <a:gd name="connsiteY24" fmla="*/ 1128879 h 1283447"/>
              <a:gd name="connsiteX25" fmla="*/ 541020 w 12192000"/>
              <a:gd name="connsiteY25" fmla="*/ 1128879 h 1283447"/>
              <a:gd name="connsiteX26" fmla="*/ 329474 w 12192000"/>
              <a:gd name="connsiteY26" fmla="*/ 1128879 h 1283447"/>
              <a:gd name="connsiteX27" fmla="*/ 238915 w 12192000"/>
              <a:gd name="connsiteY27" fmla="*/ 1128879 h 1283447"/>
              <a:gd name="connsiteX28" fmla="*/ 52015 w 12192000"/>
              <a:gd name="connsiteY28" fmla="*/ 1206296 h 1283447"/>
              <a:gd name="connsiteX29" fmla="*/ 0 w 12192000"/>
              <a:gd name="connsiteY29" fmla="*/ 1283445 h 1283447"/>
              <a:gd name="connsiteX30" fmla="*/ 0 w 12192000"/>
              <a:gd name="connsiteY30" fmla="*/ 1194545 h 1283447"/>
              <a:gd name="connsiteX31" fmla="*/ 0 w 12192000"/>
              <a:gd name="connsiteY31" fmla="*/ 1181845 h 1283447"/>
              <a:gd name="connsiteX32" fmla="*/ 0 w 12192000"/>
              <a:gd name="connsiteY32" fmla="*/ 1169145 h 1283447"/>
              <a:gd name="connsiteX33" fmla="*/ 0 w 12192000"/>
              <a:gd name="connsiteY33" fmla="*/ 1092945 h 1283447"/>
              <a:gd name="connsiteX34" fmla="*/ 0 w 12192000"/>
              <a:gd name="connsiteY34" fmla="*/ 1080245 h 1283447"/>
              <a:gd name="connsiteX35" fmla="*/ 0 w 12192000"/>
              <a:gd name="connsiteY35" fmla="*/ 1067545 h 1283447"/>
              <a:gd name="connsiteX36" fmla="*/ 0 w 12192000"/>
              <a:gd name="connsiteY36" fmla="*/ 978645 h 1283447"/>
              <a:gd name="connsiteX37" fmla="*/ 0 w 12192000"/>
              <a:gd name="connsiteY37" fmla="*/ 304800 h 1283447"/>
              <a:gd name="connsiteX38" fmla="*/ 0 w 12192000"/>
              <a:gd name="connsiteY38" fmla="*/ 215900 h 1283447"/>
              <a:gd name="connsiteX39" fmla="*/ 0 w 12192000"/>
              <a:gd name="connsiteY39" fmla="*/ 203200 h 1283447"/>
              <a:gd name="connsiteX40" fmla="*/ 0 w 12192000"/>
              <a:gd name="connsiteY40" fmla="*/ 190500 h 1283447"/>
              <a:gd name="connsiteX41" fmla="*/ 0 w 12192000"/>
              <a:gd name="connsiteY41" fmla="*/ 114300 h 1283447"/>
              <a:gd name="connsiteX42" fmla="*/ 0 w 12192000"/>
              <a:gd name="connsiteY42" fmla="*/ 101600 h 1283447"/>
              <a:gd name="connsiteX43" fmla="*/ 0 w 12192000"/>
              <a:gd name="connsiteY43" fmla="*/ 88900 h 1283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192000" h="1283447">
                <a:moveTo>
                  <a:pt x="0" y="0"/>
                </a:moveTo>
                <a:lnTo>
                  <a:pt x="329474" y="0"/>
                </a:lnTo>
                <a:lnTo>
                  <a:pt x="541020" y="0"/>
                </a:lnTo>
                <a:lnTo>
                  <a:pt x="11650978" y="0"/>
                </a:lnTo>
                <a:lnTo>
                  <a:pt x="12192000" y="0"/>
                </a:lnTo>
                <a:lnTo>
                  <a:pt x="12192000" y="88900"/>
                </a:lnTo>
                <a:lnTo>
                  <a:pt x="12192000" y="101600"/>
                </a:lnTo>
                <a:lnTo>
                  <a:pt x="12192000" y="114300"/>
                </a:lnTo>
                <a:lnTo>
                  <a:pt x="12192000" y="190500"/>
                </a:lnTo>
                <a:lnTo>
                  <a:pt x="12192000" y="203200"/>
                </a:lnTo>
                <a:lnTo>
                  <a:pt x="12192000" y="215900"/>
                </a:lnTo>
                <a:lnTo>
                  <a:pt x="12192000" y="304800"/>
                </a:lnTo>
                <a:lnTo>
                  <a:pt x="12192000" y="978647"/>
                </a:lnTo>
                <a:lnTo>
                  <a:pt x="12192000" y="1067547"/>
                </a:lnTo>
                <a:lnTo>
                  <a:pt x="12192000" y="1080247"/>
                </a:lnTo>
                <a:lnTo>
                  <a:pt x="12192000" y="1092947"/>
                </a:lnTo>
                <a:lnTo>
                  <a:pt x="12192000" y="1169147"/>
                </a:lnTo>
                <a:lnTo>
                  <a:pt x="12192000" y="1181847"/>
                </a:lnTo>
                <a:lnTo>
                  <a:pt x="12192000" y="1194547"/>
                </a:lnTo>
                <a:lnTo>
                  <a:pt x="12192000" y="1283447"/>
                </a:lnTo>
                <a:lnTo>
                  <a:pt x="12139983" y="1206296"/>
                </a:lnTo>
                <a:cubicBezTo>
                  <a:pt x="12092151" y="1158464"/>
                  <a:pt x="12026072" y="1128879"/>
                  <a:pt x="11953083" y="1128879"/>
                </a:cubicBezTo>
                <a:lnTo>
                  <a:pt x="11650978" y="1128879"/>
                </a:lnTo>
                <a:lnTo>
                  <a:pt x="11603736" y="1128879"/>
                </a:lnTo>
                <a:lnTo>
                  <a:pt x="588262" y="1128879"/>
                </a:lnTo>
                <a:lnTo>
                  <a:pt x="541020" y="1128879"/>
                </a:lnTo>
                <a:lnTo>
                  <a:pt x="329474" y="1128879"/>
                </a:lnTo>
                <a:lnTo>
                  <a:pt x="238915" y="1128879"/>
                </a:lnTo>
                <a:cubicBezTo>
                  <a:pt x="165926" y="1128879"/>
                  <a:pt x="99847" y="1158464"/>
                  <a:pt x="52015" y="1206296"/>
                </a:cubicBezTo>
                <a:lnTo>
                  <a:pt x="0" y="1283445"/>
                </a:lnTo>
                <a:lnTo>
                  <a:pt x="0" y="1194545"/>
                </a:lnTo>
                <a:lnTo>
                  <a:pt x="0" y="1181845"/>
                </a:lnTo>
                <a:lnTo>
                  <a:pt x="0" y="1169145"/>
                </a:lnTo>
                <a:lnTo>
                  <a:pt x="0" y="1092945"/>
                </a:lnTo>
                <a:lnTo>
                  <a:pt x="0" y="1080245"/>
                </a:lnTo>
                <a:lnTo>
                  <a:pt x="0" y="1067545"/>
                </a:lnTo>
                <a:lnTo>
                  <a:pt x="0" y="978645"/>
                </a:lnTo>
                <a:lnTo>
                  <a:pt x="0" y="304800"/>
                </a:lnTo>
                <a:lnTo>
                  <a:pt x="0" y="215900"/>
                </a:lnTo>
                <a:lnTo>
                  <a:pt x="0" y="203200"/>
                </a:lnTo>
                <a:lnTo>
                  <a:pt x="0" y="190500"/>
                </a:lnTo>
                <a:lnTo>
                  <a:pt x="0" y="114300"/>
                </a:lnTo>
                <a:lnTo>
                  <a:pt x="0" y="101600"/>
                </a:lnTo>
                <a:lnTo>
                  <a:pt x="0" y="88900"/>
                </a:lnTo>
                <a:close/>
              </a:path>
            </a:pathLst>
          </a:custGeom>
          <a:solidFill>
            <a:schemeClr val="accent1"/>
          </a:solidFill>
          <a:ln>
            <a:noFill/>
          </a:ln>
          <a:effectLst>
            <a:outerShdw blurRad="749300" dist="25400" sx="105000" sy="105000" algn="ctr" rotWithShape="0">
              <a:schemeClr val="accent2">
                <a:alpha val="24000"/>
              </a:schemeClr>
            </a:outerShdw>
          </a:effectLst>
        </p:spPr>
        <p:txBody>
          <a:bodyPr wrap="square" lIns="0" tIns="0" rIns="0" bIns="0" anchor="ctr" anchorCtr="0">
            <a:noAutofit/>
          </a:bodyPr>
          <a:lstStyle/>
          <a:p>
            <a:pPr algn="ctr" defTabSz="914367" fontAlgn="base">
              <a:spcBef>
                <a:spcPct val="0"/>
              </a:spcBef>
              <a:spcAft>
                <a:spcPct val="0"/>
              </a:spcAft>
            </a:pPr>
            <a:endParaRPr lang="en-US" sz="2400" b="1" kern="0" noProof="0">
              <a:ln w="3175">
                <a:noFill/>
              </a:ln>
              <a:solidFill>
                <a:schemeClr val="bg1"/>
              </a:solidFill>
              <a:latin typeface="+mj-lt"/>
              <a:cs typeface="Segoe UI" pitchFamily="34" charset="0"/>
            </a:endParaRPr>
          </a:p>
        </p:txBody>
      </p:sp>
      <p:sp>
        <p:nvSpPr>
          <p:cNvPr id="8" name="Rectangle: Rounded Corners 4">
            <a:extLst>
              <a:ext uri="{FF2B5EF4-FFF2-40B4-BE49-F238E27FC236}">
                <a16:creationId xmlns:a16="http://schemas.microsoft.com/office/drawing/2014/main" id="{DB7D016A-0AA0-45C1-C3DB-4615B3D36A6E}"/>
              </a:ext>
              <a:ext uri="{C183D7F6-B498-43B3-948B-1728B52AA6E4}">
                <adec:decorative xmlns:adec="http://schemas.microsoft.com/office/drawing/2017/decorative" val="1"/>
              </a:ext>
            </a:extLst>
          </p:cNvPr>
          <p:cNvSpPr>
            <a:spLocks/>
          </p:cNvSpPr>
          <p:nvPr/>
        </p:nvSpPr>
        <p:spPr bwMode="auto">
          <a:xfrm>
            <a:off x="562458" y="2148840"/>
            <a:ext cx="5371465" cy="4434840"/>
          </a:xfrm>
          <a:prstGeom prst="roundRect">
            <a:avLst>
              <a:gd name="adj" fmla="val 349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noProof="0">
              <a:solidFill>
                <a:schemeClr val="bg1"/>
              </a:solidFill>
              <a:latin typeface="Segoe UI"/>
              <a:cs typeface="Segoe UI" pitchFamily="34" charset="0"/>
            </a:endParaRPr>
          </a:p>
        </p:txBody>
      </p:sp>
      <p:sp>
        <p:nvSpPr>
          <p:cNvPr id="9" name="Rectangle: Rounded Corners 4">
            <a:extLst>
              <a:ext uri="{FF2B5EF4-FFF2-40B4-BE49-F238E27FC236}">
                <a16:creationId xmlns:a16="http://schemas.microsoft.com/office/drawing/2014/main" id="{0F10EC89-1912-48BD-4521-3D63C6CA32C8}"/>
              </a:ext>
              <a:ext uri="{C183D7F6-B498-43B3-948B-1728B52AA6E4}">
                <adec:decorative xmlns:adec="http://schemas.microsoft.com/office/drawing/2017/decorative" val="1"/>
              </a:ext>
            </a:extLst>
          </p:cNvPr>
          <p:cNvSpPr>
            <a:spLocks/>
          </p:cNvSpPr>
          <p:nvPr/>
        </p:nvSpPr>
        <p:spPr bwMode="auto">
          <a:xfrm>
            <a:off x="6208242" y="2148840"/>
            <a:ext cx="5371465" cy="4434840"/>
          </a:xfrm>
          <a:prstGeom prst="roundRect">
            <a:avLst>
              <a:gd name="adj" fmla="val 349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noProof="0">
              <a:solidFill>
                <a:schemeClr val="bg1"/>
              </a:solidFill>
              <a:latin typeface="Segoe UI"/>
              <a:cs typeface="Segoe UI" pitchFamily="34" charset="0"/>
            </a:endParaRPr>
          </a:p>
        </p:txBody>
      </p:sp>
      <p:sp>
        <p:nvSpPr>
          <p:cNvPr id="10" name="Rectangle 9">
            <a:extLst>
              <a:ext uri="{FF2B5EF4-FFF2-40B4-BE49-F238E27FC236}">
                <a16:creationId xmlns:a16="http://schemas.microsoft.com/office/drawing/2014/main" id="{3D534F8A-7D7D-15E3-96FC-675B166A062D}"/>
              </a:ext>
            </a:extLst>
          </p:cNvPr>
          <p:cNvSpPr>
            <a:spLocks/>
          </p:cNvSpPr>
          <p:nvPr/>
        </p:nvSpPr>
        <p:spPr bwMode="auto">
          <a:xfrm>
            <a:off x="562458" y="2319416"/>
            <a:ext cx="5371465" cy="492363"/>
          </a:xfrm>
          <a:prstGeom prst="rect">
            <a:avLst/>
          </a:prstGeom>
          <a:gradFill flip="none" rotWithShape="1">
            <a:gsLst>
              <a:gs pos="50000">
                <a:schemeClr val="accent2">
                  <a:lumMod val="20000"/>
                  <a:lumOff val="80000"/>
                  <a:alpha val="25000"/>
                </a:schemeClr>
              </a:gs>
              <a:gs pos="100000">
                <a:schemeClr val="accent2">
                  <a:lumMod val="20000"/>
                  <a:lumOff val="80000"/>
                  <a:alpha val="0"/>
                </a:schemeClr>
              </a:gs>
              <a:gs pos="0">
                <a:schemeClr val="accent2">
                  <a:lumMod val="20000"/>
                  <a:lumOff val="80000"/>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a:solidFill>
                <a:srgbClr val="FFFFFF"/>
              </a:solidFill>
              <a:ea typeface="Segoe UI" pitchFamily="34" charset="0"/>
              <a:cs typeface="Segoe UI" pitchFamily="34" charset="0"/>
            </a:endParaRPr>
          </a:p>
        </p:txBody>
      </p:sp>
      <p:sp>
        <p:nvSpPr>
          <p:cNvPr id="11" name="TextBox 10">
            <a:extLst>
              <a:ext uri="{FF2B5EF4-FFF2-40B4-BE49-F238E27FC236}">
                <a16:creationId xmlns:a16="http://schemas.microsoft.com/office/drawing/2014/main" id="{81F80080-AF65-EBD8-5CC1-C6607340C092}"/>
              </a:ext>
            </a:extLst>
          </p:cNvPr>
          <p:cNvSpPr txBox="1">
            <a:spLocks/>
          </p:cNvSpPr>
          <p:nvPr/>
        </p:nvSpPr>
        <p:spPr>
          <a:xfrm>
            <a:off x="733590" y="2427098"/>
            <a:ext cx="5029200" cy="276999"/>
          </a:xfrm>
          <a:prstGeom prst="rect">
            <a:avLst/>
          </a:prstGeom>
          <a:noFill/>
        </p:spPr>
        <p:txBody>
          <a:bodyPr wrap="square" lIns="0" tIns="0" rIns="0" bIns="0">
            <a:spAutoFit/>
          </a:bodyPr>
          <a:lstStyle/>
          <a:p>
            <a:pPr algn="ctr" defTabSz="811670" fontAlgn="base">
              <a:spcBef>
                <a:spcPts val="174"/>
              </a:spcBef>
              <a:spcAft>
                <a:spcPts val="400"/>
              </a:spcAft>
              <a:defRPr/>
            </a:pPr>
            <a:r>
              <a:rPr lang="en-US" noProof="0">
                <a:ln w="3175">
                  <a:noFill/>
                </a:ln>
                <a:solidFill>
                  <a:schemeClr val="accent2"/>
                </a:solidFill>
                <a:latin typeface="+mj-lt"/>
                <a:cs typeface="Segoe Sans Display" pitchFamily="2" charset="0"/>
              </a:rPr>
              <a:t>The Strategic Rationale</a:t>
            </a:r>
          </a:p>
        </p:txBody>
      </p:sp>
      <p:sp>
        <p:nvSpPr>
          <p:cNvPr id="12" name="Oval 11">
            <a:extLst>
              <a:ext uri="{FF2B5EF4-FFF2-40B4-BE49-F238E27FC236}">
                <a16:creationId xmlns:a16="http://schemas.microsoft.com/office/drawing/2014/main" id="{E1BEA786-D0F9-7647-B000-9044EA2964A2}"/>
              </a:ext>
            </a:extLst>
          </p:cNvPr>
          <p:cNvSpPr>
            <a:spLocks/>
          </p:cNvSpPr>
          <p:nvPr/>
        </p:nvSpPr>
        <p:spPr bwMode="auto">
          <a:xfrm rot="10800000">
            <a:off x="733590" y="3025580"/>
            <a:ext cx="466725" cy="466725"/>
          </a:xfrm>
          <a:prstGeom prst="ellipse">
            <a:avLst/>
          </a:prstGeom>
          <a:solidFill>
            <a:schemeClr val="accent1"/>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noProof="0">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13" name="Oval 12">
            <a:extLst>
              <a:ext uri="{FF2B5EF4-FFF2-40B4-BE49-F238E27FC236}">
                <a16:creationId xmlns:a16="http://schemas.microsoft.com/office/drawing/2014/main" id="{FFBB6F6A-8757-912E-10A7-3275D35E223F}"/>
              </a:ext>
            </a:extLst>
          </p:cNvPr>
          <p:cNvSpPr>
            <a:spLocks/>
          </p:cNvSpPr>
          <p:nvPr/>
        </p:nvSpPr>
        <p:spPr bwMode="auto">
          <a:xfrm rot="10800000">
            <a:off x="733590" y="3921272"/>
            <a:ext cx="466725" cy="466725"/>
          </a:xfrm>
          <a:prstGeom prst="ellipse">
            <a:avLst/>
          </a:prstGeom>
          <a:solidFill>
            <a:schemeClr val="accent1"/>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noProof="0">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14" name="Oval 13">
            <a:extLst>
              <a:ext uri="{FF2B5EF4-FFF2-40B4-BE49-F238E27FC236}">
                <a16:creationId xmlns:a16="http://schemas.microsoft.com/office/drawing/2014/main" id="{423A3603-9ED2-261A-643D-B437ABDF3E77}"/>
              </a:ext>
            </a:extLst>
          </p:cNvPr>
          <p:cNvSpPr>
            <a:spLocks/>
          </p:cNvSpPr>
          <p:nvPr/>
        </p:nvSpPr>
        <p:spPr bwMode="auto">
          <a:xfrm rot="10800000">
            <a:off x="733590" y="4816963"/>
            <a:ext cx="466725" cy="466725"/>
          </a:xfrm>
          <a:prstGeom prst="ellipse">
            <a:avLst/>
          </a:prstGeom>
          <a:solidFill>
            <a:schemeClr val="accent1"/>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noProof="0">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15" name="Oval 14">
            <a:extLst>
              <a:ext uri="{FF2B5EF4-FFF2-40B4-BE49-F238E27FC236}">
                <a16:creationId xmlns:a16="http://schemas.microsoft.com/office/drawing/2014/main" id="{16E20580-1DDE-312B-0829-B74E752A0254}"/>
              </a:ext>
            </a:extLst>
          </p:cNvPr>
          <p:cNvSpPr>
            <a:spLocks/>
          </p:cNvSpPr>
          <p:nvPr/>
        </p:nvSpPr>
        <p:spPr bwMode="auto">
          <a:xfrm rot="10800000">
            <a:off x="733590" y="5807221"/>
            <a:ext cx="466725" cy="466725"/>
          </a:xfrm>
          <a:prstGeom prst="ellipse">
            <a:avLst/>
          </a:prstGeom>
          <a:solidFill>
            <a:schemeClr val="accent1"/>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noProof="0">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cxnSp>
        <p:nvCxnSpPr>
          <p:cNvPr id="16" name="Straight Connector 15">
            <a:extLst>
              <a:ext uri="{FF2B5EF4-FFF2-40B4-BE49-F238E27FC236}">
                <a16:creationId xmlns:a16="http://schemas.microsoft.com/office/drawing/2014/main" id="{565ECF0E-B048-EFBB-6A0E-A6DA6A509BED}"/>
              </a:ext>
            </a:extLst>
          </p:cNvPr>
          <p:cNvCxnSpPr>
            <a:cxnSpLocks/>
          </p:cNvCxnSpPr>
          <p:nvPr/>
        </p:nvCxnSpPr>
        <p:spPr>
          <a:xfrm>
            <a:off x="1371446" y="3706105"/>
            <a:ext cx="4391343" cy="1366"/>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AAE60C7B-784D-C5D9-A563-87AD8CF53546}"/>
              </a:ext>
            </a:extLst>
          </p:cNvPr>
          <p:cNvSpPr>
            <a:spLocks/>
          </p:cNvSpPr>
          <p:nvPr/>
        </p:nvSpPr>
        <p:spPr bwMode="auto">
          <a:xfrm>
            <a:off x="1371446" y="3030342"/>
            <a:ext cx="4391343" cy="457200"/>
          </a:xfrm>
          <a:prstGeom prst="rect">
            <a:avLst/>
          </a:prstGeom>
          <a:noFill/>
          <a:ln w="9525" cap="flat" cmpd="sng" algn="ctr">
            <a:noFill/>
            <a:prstDash val="solid"/>
            <a:headEnd type="none" w="med" len="med"/>
            <a:tailEnd type="none" w="med" len="med"/>
          </a:ln>
          <a:effectLst/>
        </p:spPr>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noProof="0">
                <a:latin typeface="+mj-lt"/>
              </a:rPr>
              <a:t>Centralized AI Hub</a:t>
            </a:r>
            <a:r>
              <a:rPr lang="en-US" sz="1400" noProof="0">
                <a:latin typeface="+mj-lt"/>
              </a:rPr>
              <a:t>: </a:t>
            </a:r>
            <a:r>
              <a:rPr lang="en-US" sz="1400" noProof="0"/>
              <a:t>Unifies AI business and technical expertise, tools, and best practices under one team.</a:t>
            </a:r>
          </a:p>
        </p:txBody>
      </p:sp>
      <p:sp>
        <p:nvSpPr>
          <p:cNvPr id="18" name="Rectangle 17">
            <a:extLst>
              <a:ext uri="{FF2B5EF4-FFF2-40B4-BE49-F238E27FC236}">
                <a16:creationId xmlns:a16="http://schemas.microsoft.com/office/drawing/2014/main" id="{9C9D9C4C-AD2F-286B-D4FC-18E242CCB316}"/>
              </a:ext>
            </a:extLst>
          </p:cNvPr>
          <p:cNvSpPr>
            <a:spLocks/>
          </p:cNvSpPr>
          <p:nvPr/>
        </p:nvSpPr>
        <p:spPr bwMode="auto">
          <a:xfrm>
            <a:off x="1371446" y="3926034"/>
            <a:ext cx="4391343" cy="457200"/>
          </a:xfrm>
          <a:prstGeom prst="rect">
            <a:avLst/>
          </a:prstGeom>
          <a:noFill/>
          <a:ln w="9525" cap="flat" cmpd="sng" algn="ctr">
            <a:noFill/>
            <a:prstDash val="solid"/>
            <a:headEnd type="none" w="med" len="med"/>
            <a:tailEnd type="none" w="med" len="med"/>
          </a:ln>
          <a:effectLst/>
        </p:spPr>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noProof="0">
                <a:latin typeface="+mj-lt"/>
              </a:rPr>
              <a:t>Strategic Alignment: </a:t>
            </a:r>
            <a:r>
              <a:rPr lang="en-US" sz="1400" noProof="0"/>
              <a:t>Ensures all AI efforts advance enterprise-wide business goals.</a:t>
            </a:r>
          </a:p>
        </p:txBody>
      </p:sp>
      <p:cxnSp>
        <p:nvCxnSpPr>
          <p:cNvPr id="19" name="Straight Connector 18">
            <a:extLst>
              <a:ext uri="{FF2B5EF4-FFF2-40B4-BE49-F238E27FC236}">
                <a16:creationId xmlns:a16="http://schemas.microsoft.com/office/drawing/2014/main" id="{8B9F3BD5-D154-C80B-B4CC-90CB274A0559}"/>
              </a:ext>
            </a:extLst>
          </p:cNvPr>
          <p:cNvCxnSpPr>
            <a:cxnSpLocks/>
          </p:cNvCxnSpPr>
          <p:nvPr/>
        </p:nvCxnSpPr>
        <p:spPr>
          <a:xfrm>
            <a:off x="1371446" y="4601797"/>
            <a:ext cx="4391343" cy="1366"/>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51EFA23-A8DD-781A-69B9-16339A900B89}"/>
              </a:ext>
            </a:extLst>
          </p:cNvPr>
          <p:cNvCxnSpPr>
            <a:cxnSpLocks/>
          </p:cNvCxnSpPr>
          <p:nvPr/>
        </p:nvCxnSpPr>
        <p:spPr>
          <a:xfrm>
            <a:off x="1371446" y="5497489"/>
            <a:ext cx="4391343" cy="1366"/>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1F78B8A1-7C5D-2860-8DFC-1AA7CAC7764B}"/>
              </a:ext>
            </a:extLst>
          </p:cNvPr>
          <p:cNvSpPr>
            <a:spLocks/>
          </p:cNvSpPr>
          <p:nvPr/>
        </p:nvSpPr>
        <p:spPr bwMode="auto">
          <a:xfrm>
            <a:off x="1371446" y="4821726"/>
            <a:ext cx="4391343" cy="457200"/>
          </a:xfrm>
          <a:prstGeom prst="rect">
            <a:avLst/>
          </a:prstGeom>
          <a:noFill/>
          <a:ln w="9525" cap="flat" cmpd="sng" algn="ctr">
            <a:noFill/>
            <a:prstDash val="solid"/>
            <a:headEnd type="none" w="med" len="med"/>
            <a:tailEnd type="none" w="med" len="med"/>
          </a:ln>
          <a:effectLst/>
        </p:spPr>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noProof="0">
                <a:latin typeface="+mj-lt"/>
              </a:rPr>
              <a:t>Leadership Sponsorship: </a:t>
            </a:r>
            <a:r>
              <a:rPr lang="en-US" sz="1400" noProof="0"/>
              <a:t>Executive champions drive accountability and prioritization.</a:t>
            </a:r>
          </a:p>
        </p:txBody>
      </p:sp>
      <p:sp>
        <p:nvSpPr>
          <p:cNvPr id="22" name="Rectangle 21">
            <a:extLst>
              <a:ext uri="{FF2B5EF4-FFF2-40B4-BE49-F238E27FC236}">
                <a16:creationId xmlns:a16="http://schemas.microsoft.com/office/drawing/2014/main" id="{27CCB61B-CFAD-AC06-01DB-174AE90F0440}"/>
              </a:ext>
            </a:extLst>
          </p:cNvPr>
          <p:cNvSpPr>
            <a:spLocks/>
          </p:cNvSpPr>
          <p:nvPr/>
        </p:nvSpPr>
        <p:spPr bwMode="auto">
          <a:xfrm>
            <a:off x="1371446" y="5811984"/>
            <a:ext cx="4391343" cy="457200"/>
          </a:xfrm>
          <a:prstGeom prst="rect">
            <a:avLst/>
          </a:prstGeom>
          <a:noFill/>
          <a:ln w="9525" cap="flat" cmpd="sng" algn="ctr">
            <a:noFill/>
            <a:prstDash val="solid"/>
            <a:headEnd type="none" w="med" len="med"/>
            <a:tailEnd type="none" w="med" len="med"/>
          </a:ln>
          <a:effectLst/>
        </p:spPr>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noProof="0">
                <a:latin typeface="+mj-lt"/>
              </a:rPr>
              <a:t>Scalable Innovation Engine: </a:t>
            </a:r>
            <a:r>
              <a:rPr lang="en-US" sz="1400" noProof="0"/>
              <a:t>Creates a repeatable model for AI-driven growth.</a:t>
            </a:r>
          </a:p>
        </p:txBody>
      </p:sp>
      <p:sp>
        <p:nvSpPr>
          <p:cNvPr id="23" name="Rectangle 22">
            <a:extLst>
              <a:ext uri="{FF2B5EF4-FFF2-40B4-BE49-F238E27FC236}">
                <a16:creationId xmlns:a16="http://schemas.microsoft.com/office/drawing/2014/main" id="{FEA26C08-69B7-6ED9-C906-64C09E67D5D9}"/>
              </a:ext>
            </a:extLst>
          </p:cNvPr>
          <p:cNvSpPr>
            <a:spLocks/>
          </p:cNvSpPr>
          <p:nvPr/>
        </p:nvSpPr>
        <p:spPr bwMode="auto">
          <a:xfrm>
            <a:off x="6208242" y="2319416"/>
            <a:ext cx="5371465" cy="492363"/>
          </a:xfrm>
          <a:prstGeom prst="rect">
            <a:avLst/>
          </a:prstGeom>
          <a:gradFill flip="none" rotWithShape="1">
            <a:gsLst>
              <a:gs pos="50000">
                <a:schemeClr val="accent2">
                  <a:lumMod val="20000"/>
                  <a:lumOff val="80000"/>
                  <a:alpha val="25000"/>
                </a:schemeClr>
              </a:gs>
              <a:gs pos="100000">
                <a:schemeClr val="accent2">
                  <a:lumMod val="20000"/>
                  <a:lumOff val="80000"/>
                  <a:alpha val="0"/>
                </a:schemeClr>
              </a:gs>
              <a:gs pos="0">
                <a:schemeClr val="accent2">
                  <a:lumMod val="20000"/>
                  <a:lumOff val="80000"/>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a:solidFill>
                <a:srgbClr val="FFFFFF"/>
              </a:solidFill>
              <a:ea typeface="Segoe UI" pitchFamily="34" charset="0"/>
              <a:cs typeface="Segoe UI" pitchFamily="34" charset="0"/>
            </a:endParaRPr>
          </a:p>
        </p:txBody>
      </p:sp>
      <p:sp>
        <p:nvSpPr>
          <p:cNvPr id="24" name="TextBox 23">
            <a:extLst>
              <a:ext uri="{FF2B5EF4-FFF2-40B4-BE49-F238E27FC236}">
                <a16:creationId xmlns:a16="http://schemas.microsoft.com/office/drawing/2014/main" id="{78FD4AB0-9548-A2BF-7527-E6791C17D3DD}"/>
              </a:ext>
            </a:extLst>
          </p:cNvPr>
          <p:cNvSpPr txBox="1">
            <a:spLocks/>
          </p:cNvSpPr>
          <p:nvPr/>
        </p:nvSpPr>
        <p:spPr>
          <a:xfrm>
            <a:off x="6379374" y="2427098"/>
            <a:ext cx="5029200" cy="276999"/>
          </a:xfrm>
          <a:prstGeom prst="rect">
            <a:avLst/>
          </a:prstGeom>
          <a:noFill/>
        </p:spPr>
        <p:txBody>
          <a:bodyPr wrap="square" lIns="0" tIns="0" rIns="0" bIns="0">
            <a:spAutoFit/>
          </a:bodyPr>
          <a:lstStyle/>
          <a:p>
            <a:pPr algn="ctr" defTabSz="811670" fontAlgn="base">
              <a:spcBef>
                <a:spcPts val="174"/>
              </a:spcBef>
              <a:spcAft>
                <a:spcPts val="400"/>
              </a:spcAft>
              <a:defRPr/>
            </a:pPr>
            <a:r>
              <a:rPr lang="en-US" noProof="0">
                <a:ln w="3175">
                  <a:noFill/>
                </a:ln>
                <a:solidFill>
                  <a:schemeClr val="accent2"/>
                </a:solidFill>
                <a:latin typeface="+mj-lt"/>
                <a:cs typeface="Segoe Sans Display" pitchFamily="2" charset="0"/>
              </a:rPr>
              <a:t>Core Responsibilities</a:t>
            </a:r>
          </a:p>
        </p:txBody>
      </p:sp>
      <p:sp>
        <p:nvSpPr>
          <p:cNvPr id="25" name="Oval 24">
            <a:extLst>
              <a:ext uri="{FF2B5EF4-FFF2-40B4-BE49-F238E27FC236}">
                <a16:creationId xmlns:a16="http://schemas.microsoft.com/office/drawing/2014/main" id="{52655506-5DE4-A56E-2373-BF39BBEF0820}"/>
              </a:ext>
            </a:extLst>
          </p:cNvPr>
          <p:cNvSpPr>
            <a:spLocks/>
          </p:cNvSpPr>
          <p:nvPr/>
        </p:nvSpPr>
        <p:spPr bwMode="auto">
          <a:xfrm rot="10800000">
            <a:off x="6379375" y="3049222"/>
            <a:ext cx="466725" cy="466725"/>
          </a:xfrm>
          <a:prstGeom prst="ellipse">
            <a:avLst/>
          </a:prstGeom>
          <a:solidFill>
            <a:schemeClr val="accent1"/>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noProof="0">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26" name="Oval 25">
            <a:extLst>
              <a:ext uri="{FF2B5EF4-FFF2-40B4-BE49-F238E27FC236}">
                <a16:creationId xmlns:a16="http://schemas.microsoft.com/office/drawing/2014/main" id="{328E48E0-FB95-1230-B79F-802C64A78782}"/>
              </a:ext>
            </a:extLst>
          </p:cNvPr>
          <p:cNvSpPr>
            <a:spLocks/>
          </p:cNvSpPr>
          <p:nvPr/>
        </p:nvSpPr>
        <p:spPr bwMode="auto">
          <a:xfrm rot="10800000">
            <a:off x="6379375" y="3992197"/>
            <a:ext cx="466725" cy="466725"/>
          </a:xfrm>
          <a:prstGeom prst="ellipse">
            <a:avLst/>
          </a:prstGeom>
          <a:solidFill>
            <a:schemeClr val="accent1"/>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noProof="0">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27" name="Oval 26">
            <a:extLst>
              <a:ext uri="{FF2B5EF4-FFF2-40B4-BE49-F238E27FC236}">
                <a16:creationId xmlns:a16="http://schemas.microsoft.com/office/drawing/2014/main" id="{BE386185-ABA7-403A-398D-7338D301D800}"/>
              </a:ext>
            </a:extLst>
          </p:cNvPr>
          <p:cNvSpPr>
            <a:spLocks/>
          </p:cNvSpPr>
          <p:nvPr/>
        </p:nvSpPr>
        <p:spPr bwMode="auto">
          <a:xfrm rot="10800000">
            <a:off x="6379375" y="4935174"/>
            <a:ext cx="466725" cy="466725"/>
          </a:xfrm>
          <a:prstGeom prst="ellipse">
            <a:avLst/>
          </a:prstGeom>
          <a:solidFill>
            <a:srgbClr val="0078D4"/>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noProof="0">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28" name="Oval 27">
            <a:extLst>
              <a:ext uri="{FF2B5EF4-FFF2-40B4-BE49-F238E27FC236}">
                <a16:creationId xmlns:a16="http://schemas.microsoft.com/office/drawing/2014/main" id="{51E966CD-4B68-0DC7-CD4A-C01E73811E34}"/>
              </a:ext>
            </a:extLst>
          </p:cNvPr>
          <p:cNvSpPr>
            <a:spLocks/>
          </p:cNvSpPr>
          <p:nvPr/>
        </p:nvSpPr>
        <p:spPr bwMode="auto">
          <a:xfrm rot="10800000">
            <a:off x="6379375" y="5878149"/>
            <a:ext cx="466725" cy="466725"/>
          </a:xfrm>
          <a:prstGeom prst="ellipse">
            <a:avLst/>
          </a:prstGeom>
          <a:solidFill>
            <a:schemeClr val="accent1"/>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noProof="0">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cxnSp>
        <p:nvCxnSpPr>
          <p:cNvPr id="29" name="Straight Connector 28">
            <a:extLst>
              <a:ext uri="{FF2B5EF4-FFF2-40B4-BE49-F238E27FC236}">
                <a16:creationId xmlns:a16="http://schemas.microsoft.com/office/drawing/2014/main" id="{CB1BAE50-C9B9-CD5C-4305-F0B9B1CC813B}"/>
              </a:ext>
            </a:extLst>
          </p:cNvPr>
          <p:cNvCxnSpPr>
            <a:cxnSpLocks/>
          </p:cNvCxnSpPr>
          <p:nvPr/>
        </p:nvCxnSpPr>
        <p:spPr>
          <a:xfrm>
            <a:off x="7017231" y="3706105"/>
            <a:ext cx="4391343" cy="1366"/>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E8280AE1-37BF-8582-1D3E-722667759471}"/>
              </a:ext>
            </a:extLst>
          </p:cNvPr>
          <p:cNvSpPr>
            <a:spLocks/>
          </p:cNvSpPr>
          <p:nvPr/>
        </p:nvSpPr>
        <p:spPr bwMode="auto">
          <a:xfrm>
            <a:off x="7017231" y="3030342"/>
            <a:ext cx="4391343" cy="457200"/>
          </a:xfrm>
          <a:prstGeom prst="rect">
            <a:avLst/>
          </a:prstGeom>
          <a:noFill/>
          <a:ln w="9525" cap="flat" cmpd="sng" algn="ctr">
            <a:noFill/>
            <a:prstDash val="solid"/>
            <a:headEnd type="none" w="med" len="med"/>
            <a:tailEnd type="none" w="med" len="med"/>
          </a:ln>
          <a:effectLst/>
        </p:spPr>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noProof="0">
                <a:latin typeface="+mj-lt"/>
              </a:rPr>
              <a:t>Use-Case Prioritization: </a:t>
            </a:r>
            <a:r>
              <a:rPr lang="en-US" sz="1400" noProof="0"/>
              <a:t>Targets high-value, ROI-aligned AI opportunities.</a:t>
            </a:r>
          </a:p>
        </p:txBody>
      </p:sp>
      <p:sp>
        <p:nvSpPr>
          <p:cNvPr id="31" name="Rectangle 30">
            <a:extLst>
              <a:ext uri="{FF2B5EF4-FFF2-40B4-BE49-F238E27FC236}">
                <a16:creationId xmlns:a16="http://schemas.microsoft.com/office/drawing/2014/main" id="{FD7E9122-D48E-96A6-6187-21C41A2F16E7}"/>
              </a:ext>
            </a:extLst>
          </p:cNvPr>
          <p:cNvSpPr>
            <a:spLocks/>
          </p:cNvSpPr>
          <p:nvPr/>
        </p:nvSpPr>
        <p:spPr bwMode="auto">
          <a:xfrm>
            <a:off x="7017231" y="3926034"/>
            <a:ext cx="4391343" cy="457200"/>
          </a:xfrm>
          <a:prstGeom prst="rect">
            <a:avLst/>
          </a:prstGeom>
          <a:noFill/>
          <a:ln w="9525" cap="flat" cmpd="sng" algn="ctr">
            <a:noFill/>
            <a:prstDash val="solid"/>
            <a:headEnd type="none" w="med" len="med"/>
            <a:tailEnd type="none" w="med" len="med"/>
          </a:ln>
          <a:effectLst/>
        </p:spPr>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noProof="0">
                <a:latin typeface="+mj-lt"/>
              </a:rPr>
              <a:t>Business Integration: </a:t>
            </a:r>
            <a:r>
              <a:rPr lang="en-US" sz="1400" noProof="0"/>
              <a:t>Embeds AI into core workflows and performance metrics.</a:t>
            </a:r>
          </a:p>
        </p:txBody>
      </p:sp>
      <p:cxnSp>
        <p:nvCxnSpPr>
          <p:cNvPr id="32" name="Straight Connector 31">
            <a:extLst>
              <a:ext uri="{FF2B5EF4-FFF2-40B4-BE49-F238E27FC236}">
                <a16:creationId xmlns:a16="http://schemas.microsoft.com/office/drawing/2014/main" id="{3FBC0137-B7F2-B8BB-0ECF-D46BA11EECEE}"/>
              </a:ext>
            </a:extLst>
          </p:cNvPr>
          <p:cNvCxnSpPr>
            <a:cxnSpLocks/>
          </p:cNvCxnSpPr>
          <p:nvPr/>
        </p:nvCxnSpPr>
        <p:spPr>
          <a:xfrm>
            <a:off x="7017231" y="4601797"/>
            <a:ext cx="4391343" cy="1366"/>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4FC7048-4D33-AE4D-0C2C-C9F46BE637B5}"/>
              </a:ext>
            </a:extLst>
          </p:cNvPr>
          <p:cNvCxnSpPr>
            <a:cxnSpLocks/>
          </p:cNvCxnSpPr>
          <p:nvPr/>
        </p:nvCxnSpPr>
        <p:spPr>
          <a:xfrm>
            <a:off x="7017231" y="5497489"/>
            <a:ext cx="4391343" cy="1366"/>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7EBA31E6-3E05-5417-0068-61195A9EC974}"/>
              </a:ext>
            </a:extLst>
          </p:cNvPr>
          <p:cNvSpPr>
            <a:spLocks/>
          </p:cNvSpPr>
          <p:nvPr/>
        </p:nvSpPr>
        <p:spPr bwMode="auto">
          <a:xfrm>
            <a:off x="7017231" y="4821726"/>
            <a:ext cx="4391343" cy="457200"/>
          </a:xfrm>
          <a:prstGeom prst="rect">
            <a:avLst/>
          </a:prstGeom>
          <a:noFill/>
          <a:ln w="9525" cap="flat" cmpd="sng" algn="ctr">
            <a:noFill/>
            <a:prstDash val="solid"/>
            <a:headEnd type="none" w="med" len="med"/>
            <a:tailEnd type="none" w="med" len="med"/>
          </a:ln>
          <a:effectLst/>
        </p:spPr>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noProof="0">
                <a:latin typeface="+mj-lt"/>
              </a:rPr>
              <a:t>Governance &amp; Standards: </a:t>
            </a:r>
            <a:r>
              <a:rPr lang="en-US" sz="1400" noProof="0"/>
              <a:t>Establishes ethical oversight, reusability, and compliance.</a:t>
            </a:r>
          </a:p>
        </p:txBody>
      </p:sp>
      <p:sp>
        <p:nvSpPr>
          <p:cNvPr id="35" name="Rectangle 34">
            <a:extLst>
              <a:ext uri="{FF2B5EF4-FFF2-40B4-BE49-F238E27FC236}">
                <a16:creationId xmlns:a16="http://schemas.microsoft.com/office/drawing/2014/main" id="{410F2B35-4963-6A06-E615-39C8FDC9AE71}"/>
              </a:ext>
            </a:extLst>
          </p:cNvPr>
          <p:cNvSpPr>
            <a:spLocks/>
          </p:cNvSpPr>
          <p:nvPr/>
        </p:nvSpPr>
        <p:spPr bwMode="auto">
          <a:xfrm>
            <a:off x="7017231" y="5717418"/>
            <a:ext cx="4391343" cy="646331"/>
          </a:xfrm>
          <a:prstGeom prst="rect">
            <a:avLst/>
          </a:prstGeom>
          <a:noFill/>
          <a:ln w="9525" cap="flat" cmpd="sng" algn="ctr">
            <a:noFill/>
            <a:prstDash val="solid"/>
            <a:headEnd type="none" w="med" len="med"/>
            <a:tailEnd type="none" w="med" len="med"/>
          </a:ln>
          <a:effectLst/>
        </p:spPr>
        <p:txBody>
          <a:bodyPr rot="0" spcFirstLastPara="0" vert="horz" wrap="square" lIns="0" tIns="0" rIns="0" bIns="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noProof="0">
                <a:latin typeface="+mj-lt"/>
              </a:rPr>
              <a:t>Capability Building: </a:t>
            </a:r>
            <a:r>
              <a:rPr lang="en-US" sz="1400" noProof="0"/>
              <a:t>Develops AI awareness, understanding, talent, culture, and experimentation pipeline to drive adoption.</a:t>
            </a:r>
          </a:p>
        </p:txBody>
      </p:sp>
      <p:pic>
        <p:nvPicPr>
          <p:cNvPr id="36" name="Graphic 35">
            <a:extLst>
              <a:ext uri="{FF2B5EF4-FFF2-40B4-BE49-F238E27FC236}">
                <a16:creationId xmlns:a16="http://schemas.microsoft.com/office/drawing/2014/main" id="{A5023365-A14A-03B1-E5C8-27EBED5D47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6934" y="3118924"/>
            <a:ext cx="280036" cy="280036"/>
          </a:xfrm>
          <a:prstGeom prst="rect">
            <a:avLst/>
          </a:prstGeom>
        </p:spPr>
      </p:pic>
      <p:pic>
        <p:nvPicPr>
          <p:cNvPr id="37" name="Graphic 36">
            <a:extLst>
              <a:ext uri="{FF2B5EF4-FFF2-40B4-BE49-F238E27FC236}">
                <a16:creationId xmlns:a16="http://schemas.microsoft.com/office/drawing/2014/main" id="{5D125693-2819-B624-1E40-36D663D16F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6934" y="4014616"/>
            <a:ext cx="280036" cy="280036"/>
          </a:xfrm>
          <a:prstGeom prst="rect">
            <a:avLst/>
          </a:prstGeom>
        </p:spPr>
      </p:pic>
      <p:pic>
        <p:nvPicPr>
          <p:cNvPr id="38" name="Graphic 37">
            <a:extLst>
              <a:ext uri="{FF2B5EF4-FFF2-40B4-BE49-F238E27FC236}">
                <a16:creationId xmlns:a16="http://schemas.microsoft.com/office/drawing/2014/main" id="{52ABA9B9-7E50-4D89-A807-074B90CDE0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6934" y="5900566"/>
            <a:ext cx="280036" cy="280036"/>
          </a:xfrm>
          <a:prstGeom prst="rect">
            <a:avLst/>
          </a:prstGeom>
        </p:spPr>
      </p:pic>
      <p:pic>
        <p:nvPicPr>
          <p:cNvPr id="39" name="Graphic 38">
            <a:extLst>
              <a:ext uri="{FF2B5EF4-FFF2-40B4-BE49-F238E27FC236}">
                <a16:creationId xmlns:a16="http://schemas.microsoft.com/office/drawing/2014/main" id="{835EDEFB-B7C8-80CA-4679-3757F035A0B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41221" y="4924595"/>
            <a:ext cx="251462" cy="251462"/>
          </a:xfrm>
          <a:prstGeom prst="rect">
            <a:avLst/>
          </a:prstGeom>
        </p:spPr>
      </p:pic>
      <p:pic>
        <p:nvPicPr>
          <p:cNvPr id="40" name="Graphic 39">
            <a:extLst>
              <a:ext uri="{FF2B5EF4-FFF2-40B4-BE49-F238E27FC236}">
                <a16:creationId xmlns:a16="http://schemas.microsoft.com/office/drawing/2014/main" id="{EF6328FF-0B6A-75A8-5C35-0E62F34AF01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72720" y="3142566"/>
            <a:ext cx="280036" cy="280036"/>
          </a:xfrm>
          <a:prstGeom prst="rect">
            <a:avLst/>
          </a:prstGeom>
        </p:spPr>
      </p:pic>
      <p:pic>
        <p:nvPicPr>
          <p:cNvPr id="41" name="Graphic 40">
            <a:extLst>
              <a:ext uri="{FF2B5EF4-FFF2-40B4-BE49-F238E27FC236}">
                <a16:creationId xmlns:a16="http://schemas.microsoft.com/office/drawing/2014/main" id="{CEE1FB30-D591-1D86-BCA9-328901EB0D7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472720" y="4085542"/>
            <a:ext cx="280036" cy="280036"/>
          </a:xfrm>
          <a:prstGeom prst="rect">
            <a:avLst/>
          </a:prstGeom>
        </p:spPr>
      </p:pic>
      <p:pic>
        <p:nvPicPr>
          <p:cNvPr id="42" name="Graphic 41">
            <a:extLst>
              <a:ext uri="{FF2B5EF4-FFF2-40B4-BE49-F238E27FC236}">
                <a16:creationId xmlns:a16="http://schemas.microsoft.com/office/drawing/2014/main" id="{5732A8E3-C5E1-BAA4-B278-CA151BB0B3A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472720" y="5028519"/>
            <a:ext cx="280036" cy="280036"/>
          </a:xfrm>
          <a:prstGeom prst="rect">
            <a:avLst/>
          </a:prstGeom>
        </p:spPr>
      </p:pic>
      <p:pic>
        <p:nvPicPr>
          <p:cNvPr id="43" name="Graphic 42">
            <a:extLst>
              <a:ext uri="{FF2B5EF4-FFF2-40B4-BE49-F238E27FC236}">
                <a16:creationId xmlns:a16="http://schemas.microsoft.com/office/drawing/2014/main" id="{846ACB43-F491-FDE7-DC5D-92A9EE66800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472720" y="5971494"/>
            <a:ext cx="280036" cy="280036"/>
          </a:xfrm>
          <a:prstGeom prst="rect">
            <a:avLst/>
          </a:prstGeom>
        </p:spPr>
      </p:pic>
      <p:sp>
        <p:nvSpPr>
          <p:cNvPr id="45" name="TextBox 44">
            <a:extLst>
              <a:ext uri="{FF2B5EF4-FFF2-40B4-BE49-F238E27FC236}">
                <a16:creationId xmlns:a16="http://schemas.microsoft.com/office/drawing/2014/main" id="{1B1B9945-8641-1265-7C12-EB1B9634A1B4}"/>
              </a:ext>
            </a:extLst>
          </p:cNvPr>
          <p:cNvSpPr txBox="1">
            <a:spLocks/>
          </p:cNvSpPr>
          <p:nvPr/>
        </p:nvSpPr>
        <p:spPr>
          <a:xfrm>
            <a:off x="640080" y="1376279"/>
            <a:ext cx="11017250" cy="553998"/>
          </a:xfrm>
          <a:prstGeom prst="rect">
            <a:avLst/>
          </a:prstGeom>
          <a:noFill/>
        </p:spPr>
        <p:txBody>
          <a:bodyPr wrap="square" lIns="0" tIns="0" rIns="0" bIns="0">
            <a:spAutoFit/>
          </a:bodyPr>
          <a:lstStyle/>
          <a:p>
            <a:pPr lvl="0">
              <a:spcBef>
                <a:spcPts val="600"/>
              </a:spcBef>
              <a:defRPr/>
            </a:pPr>
            <a:r>
              <a:rPr lang="en-US" noProof="0" dirty="0" err="1">
                <a:solidFill>
                  <a:schemeClr val="bg1"/>
                </a:solidFill>
              </a:rPr>
              <a:t>CoE</a:t>
            </a:r>
            <a:r>
              <a:rPr lang="en-US" noProof="0" dirty="0">
                <a:solidFill>
                  <a:schemeClr val="bg1"/>
                </a:solidFill>
              </a:rPr>
              <a:t> plays an active role in helping organizations harness business value from AI. It sets up the necessary support mechanisms for the AI journey and ensures the right people are involved at the right time.</a:t>
            </a:r>
            <a:endParaRPr kumimoji="0" lang="en-US" b="0" i="0" u="none" strike="noStrike" kern="1200" cap="none" normalizeH="0" baseline="0" noProof="0" dirty="0">
              <a:ln>
                <a:noFill/>
              </a:ln>
              <a:solidFill>
                <a:schemeClr val="bg1"/>
              </a:solidFill>
              <a:effectLst/>
              <a:uLnTx/>
              <a:uFillTx/>
              <a:latin typeface="Segoe Sans Display"/>
              <a:ea typeface="+mn-ea"/>
              <a:cs typeface="+mn-cs"/>
            </a:endParaRPr>
          </a:p>
        </p:txBody>
      </p:sp>
    </p:spTree>
    <p:extLst>
      <p:ext uri="{BB962C8B-B14F-4D97-AF65-F5344CB8AC3E}">
        <p14:creationId xmlns:p14="http://schemas.microsoft.com/office/powerpoint/2010/main" val="410426218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4541F-2944-B62B-6C9E-CFFE2833138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5A09D6D-6741-C849-C2B8-C670545156BF}"/>
              </a:ext>
            </a:extLst>
          </p:cNvPr>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43BFE18B-790F-DCF2-D0D6-A90E7D90E428}"/>
              </a:ext>
            </a:extLst>
          </p:cNvPr>
          <p:cNvSpPr txBox="1"/>
          <p:nvPr/>
        </p:nvSpPr>
        <p:spPr>
          <a:xfrm>
            <a:off x="562458" y="274320"/>
            <a:ext cx="10593222" cy="731520"/>
          </a:xfrm>
          <a:prstGeom prst="rect">
            <a:avLst/>
          </a:prstGeom>
          <a:noFill/>
        </p:spPr>
        <p:txBody>
          <a:bodyPr wrap="square" anchor="t"/>
          <a:lstStyle/>
          <a:p>
            <a:pPr lvl="0" defTabSz="457200">
              <a:defRPr sz="2400" b="1">
                <a:solidFill>
                  <a:srgbClr val="FFFFFF"/>
                </a:solidFill>
                <a:latin typeface="Segoe UI Semibold"/>
              </a:defRPr>
            </a:pPr>
            <a:r>
              <a:rPr lang="en-GB" sz="2400" b="1" kern="0" dirty="0">
                <a:solidFill>
                  <a:srgbClr val="FFFFFF"/>
                </a:solidFill>
              </a:rPr>
              <a:t>Create your production ready, end-to-end Responsible AI Framework</a:t>
            </a:r>
            <a:endParaRPr kumimoji="0" sz="2400" b="1"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4" name="Rectangle 3">
            <a:extLst>
              <a:ext uri="{FF2B5EF4-FFF2-40B4-BE49-F238E27FC236}">
                <a16:creationId xmlns:a16="http://schemas.microsoft.com/office/drawing/2014/main" id="{8C5BED1A-8890-41C9-F610-D3F8C03CFD81}"/>
              </a:ext>
            </a:extLst>
          </p:cNvPr>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Freeform: Shape 6">
            <a:extLst>
              <a:ext uri="{FF2B5EF4-FFF2-40B4-BE49-F238E27FC236}">
                <a16:creationId xmlns:a16="http://schemas.microsoft.com/office/drawing/2014/main" id="{DBF657FC-B79F-08F7-A7D0-02C91D7D5F72}"/>
              </a:ext>
            </a:extLst>
          </p:cNvPr>
          <p:cNvSpPr>
            <a:spLocks/>
          </p:cNvSpPr>
          <p:nvPr/>
        </p:nvSpPr>
        <p:spPr bwMode="auto">
          <a:xfrm>
            <a:off x="0" y="1252728"/>
            <a:ext cx="12192000" cy="1283447"/>
          </a:xfrm>
          <a:custGeom>
            <a:avLst/>
            <a:gdLst>
              <a:gd name="connsiteX0" fmla="*/ 0 w 12192000"/>
              <a:gd name="connsiteY0" fmla="*/ 0 h 1283447"/>
              <a:gd name="connsiteX1" fmla="*/ 329474 w 12192000"/>
              <a:gd name="connsiteY1" fmla="*/ 0 h 1283447"/>
              <a:gd name="connsiteX2" fmla="*/ 541020 w 12192000"/>
              <a:gd name="connsiteY2" fmla="*/ 0 h 1283447"/>
              <a:gd name="connsiteX3" fmla="*/ 11650978 w 12192000"/>
              <a:gd name="connsiteY3" fmla="*/ 0 h 1283447"/>
              <a:gd name="connsiteX4" fmla="*/ 12192000 w 12192000"/>
              <a:gd name="connsiteY4" fmla="*/ 0 h 1283447"/>
              <a:gd name="connsiteX5" fmla="*/ 12192000 w 12192000"/>
              <a:gd name="connsiteY5" fmla="*/ 88900 h 1283447"/>
              <a:gd name="connsiteX6" fmla="*/ 12192000 w 12192000"/>
              <a:gd name="connsiteY6" fmla="*/ 101600 h 1283447"/>
              <a:gd name="connsiteX7" fmla="*/ 12192000 w 12192000"/>
              <a:gd name="connsiteY7" fmla="*/ 114300 h 1283447"/>
              <a:gd name="connsiteX8" fmla="*/ 12192000 w 12192000"/>
              <a:gd name="connsiteY8" fmla="*/ 190500 h 1283447"/>
              <a:gd name="connsiteX9" fmla="*/ 12192000 w 12192000"/>
              <a:gd name="connsiteY9" fmla="*/ 203200 h 1283447"/>
              <a:gd name="connsiteX10" fmla="*/ 12192000 w 12192000"/>
              <a:gd name="connsiteY10" fmla="*/ 215900 h 1283447"/>
              <a:gd name="connsiteX11" fmla="*/ 12192000 w 12192000"/>
              <a:gd name="connsiteY11" fmla="*/ 304800 h 1283447"/>
              <a:gd name="connsiteX12" fmla="*/ 12192000 w 12192000"/>
              <a:gd name="connsiteY12" fmla="*/ 978647 h 1283447"/>
              <a:gd name="connsiteX13" fmla="*/ 12192000 w 12192000"/>
              <a:gd name="connsiteY13" fmla="*/ 1067547 h 1283447"/>
              <a:gd name="connsiteX14" fmla="*/ 12192000 w 12192000"/>
              <a:gd name="connsiteY14" fmla="*/ 1080247 h 1283447"/>
              <a:gd name="connsiteX15" fmla="*/ 12192000 w 12192000"/>
              <a:gd name="connsiteY15" fmla="*/ 1092947 h 1283447"/>
              <a:gd name="connsiteX16" fmla="*/ 12192000 w 12192000"/>
              <a:gd name="connsiteY16" fmla="*/ 1169147 h 1283447"/>
              <a:gd name="connsiteX17" fmla="*/ 12192000 w 12192000"/>
              <a:gd name="connsiteY17" fmla="*/ 1181847 h 1283447"/>
              <a:gd name="connsiteX18" fmla="*/ 12192000 w 12192000"/>
              <a:gd name="connsiteY18" fmla="*/ 1194547 h 1283447"/>
              <a:gd name="connsiteX19" fmla="*/ 12192000 w 12192000"/>
              <a:gd name="connsiteY19" fmla="*/ 1283447 h 1283447"/>
              <a:gd name="connsiteX20" fmla="*/ 12139983 w 12192000"/>
              <a:gd name="connsiteY20" fmla="*/ 1206296 h 1283447"/>
              <a:gd name="connsiteX21" fmla="*/ 11953083 w 12192000"/>
              <a:gd name="connsiteY21" fmla="*/ 1128879 h 1283447"/>
              <a:gd name="connsiteX22" fmla="*/ 11650978 w 12192000"/>
              <a:gd name="connsiteY22" fmla="*/ 1128879 h 1283447"/>
              <a:gd name="connsiteX23" fmla="*/ 11603736 w 12192000"/>
              <a:gd name="connsiteY23" fmla="*/ 1128879 h 1283447"/>
              <a:gd name="connsiteX24" fmla="*/ 588262 w 12192000"/>
              <a:gd name="connsiteY24" fmla="*/ 1128879 h 1283447"/>
              <a:gd name="connsiteX25" fmla="*/ 541020 w 12192000"/>
              <a:gd name="connsiteY25" fmla="*/ 1128879 h 1283447"/>
              <a:gd name="connsiteX26" fmla="*/ 329474 w 12192000"/>
              <a:gd name="connsiteY26" fmla="*/ 1128879 h 1283447"/>
              <a:gd name="connsiteX27" fmla="*/ 238915 w 12192000"/>
              <a:gd name="connsiteY27" fmla="*/ 1128879 h 1283447"/>
              <a:gd name="connsiteX28" fmla="*/ 52015 w 12192000"/>
              <a:gd name="connsiteY28" fmla="*/ 1206296 h 1283447"/>
              <a:gd name="connsiteX29" fmla="*/ 0 w 12192000"/>
              <a:gd name="connsiteY29" fmla="*/ 1283445 h 1283447"/>
              <a:gd name="connsiteX30" fmla="*/ 0 w 12192000"/>
              <a:gd name="connsiteY30" fmla="*/ 1194545 h 1283447"/>
              <a:gd name="connsiteX31" fmla="*/ 0 w 12192000"/>
              <a:gd name="connsiteY31" fmla="*/ 1181845 h 1283447"/>
              <a:gd name="connsiteX32" fmla="*/ 0 w 12192000"/>
              <a:gd name="connsiteY32" fmla="*/ 1169145 h 1283447"/>
              <a:gd name="connsiteX33" fmla="*/ 0 w 12192000"/>
              <a:gd name="connsiteY33" fmla="*/ 1092945 h 1283447"/>
              <a:gd name="connsiteX34" fmla="*/ 0 w 12192000"/>
              <a:gd name="connsiteY34" fmla="*/ 1080245 h 1283447"/>
              <a:gd name="connsiteX35" fmla="*/ 0 w 12192000"/>
              <a:gd name="connsiteY35" fmla="*/ 1067545 h 1283447"/>
              <a:gd name="connsiteX36" fmla="*/ 0 w 12192000"/>
              <a:gd name="connsiteY36" fmla="*/ 978645 h 1283447"/>
              <a:gd name="connsiteX37" fmla="*/ 0 w 12192000"/>
              <a:gd name="connsiteY37" fmla="*/ 304800 h 1283447"/>
              <a:gd name="connsiteX38" fmla="*/ 0 w 12192000"/>
              <a:gd name="connsiteY38" fmla="*/ 215900 h 1283447"/>
              <a:gd name="connsiteX39" fmla="*/ 0 w 12192000"/>
              <a:gd name="connsiteY39" fmla="*/ 203200 h 1283447"/>
              <a:gd name="connsiteX40" fmla="*/ 0 w 12192000"/>
              <a:gd name="connsiteY40" fmla="*/ 190500 h 1283447"/>
              <a:gd name="connsiteX41" fmla="*/ 0 w 12192000"/>
              <a:gd name="connsiteY41" fmla="*/ 114300 h 1283447"/>
              <a:gd name="connsiteX42" fmla="*/ 0 w 12192000"/>
              <a:gd name="connsiteY42" fmla="*/ 101600 h 1283447"/>
              <a:gd name="connsiteX43" fmla="*/ 0 w 12192000"/>
              <a:gd name="connsiteY43" fmla="*/ 88900 h 1283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192000" h="1283447">
                <a:moveTo>
                  <a:pt x="0" y="0"/>
                </a:moveTo>
                <a:lnTo>
                  <a:pt x="329474" y="0"/>
                </a:lnTo>
                <a:lnTo>
                  <a:pt x="541020" y="0"/>
                </a:lnTo>
                <a:lnTo>
                  <a:pt x="11650978" y="0"/>
                </a:lnTo>
                <a:lnTo>
                  <a:pt x="12192000" y="0"/>
                </a:lnTo>
                <a:lnTo>
                  <a:pt x="12192000" y="88900"/>
                </a:lnTo>
                <a:lnTo>
                  <a:pt x="12192000" y="101600"/>
                </a:lnTo>
                <a:lnTo>
                  <a:pt x="12192000" y="114300"/>
                </a:lnTo>
                <a:lnTo>
                  <a:pt x="12192000" y="190500"/>
                </a:lnTo>
                <a:lnTo>
                  <a:pt x="12192000" y="203200"/>
                </a:lnTo>
                <a:lnTo>
                  <a:pt x="12192000" y="215900"/>
                </a:lnTo>
                <a:lnTo>
                  <a:pt x="12192000" y="304800"/>
                </a:lnTo>
                <a:lnTo>
                  <a:pt x="12192000" y="978647"/>
                </a:lnTo>
                <a:lnTo>
                  <a:pt x="12192000" y="1067547"/>
                </a:lnTo>
                <a:lnTo>
                  <a:pt x="12192000" y="1080247"/>
                </a:lnTo>
                <a:lnTo>
                  <a:pt x="12192000" y="1092947"/>
                </a:lnTo>
                <a:lnTo>
                  <a:pt x="12192000" y="1169147"/>
                </a:lnTo>
                <a:lnTo>
                  <a:pt x="12192000" y="1181847"/>
                </a:lnTo>
                <a:lnTo>
                  <a:pt x="12192000" y="1194547"/>
                </a:lnTo>
                <a:lnTo>
                  <a:pt x="12192000" y="1283447"/>
                </a:lnTo>
                <a:lnTo>
                  <a:pt x="12139983" y="1206296"/>
                </a:lnTo>
                <a:cubicBezTo>
                  <a:pt x="12092151" y="1158464"/>
                  <a:pt x="12026072" y="1128879"/>
                  <a:pt x="11953083" y="1128879"/>
                </a:cubicBezTo>
                <a:lnTo>
                  <a:pt x="11650978" y="1128879"/>
                </a:lnTo>
                <a:lnTo>
                  <a:pt x="11603736" y="1128879"/>
                </a:lnTo>
                <a:lnTo>
                  <a:pt x="588262" y="1128879"/>
                </a:lnTo>
                <a:lnTo>
                  <a:pt x="541020" y="1128879"/>
                </a:lnTo>
                <a:lnTo>
                  <a:pt x="329474" y="1128879"/>
                </a:lnTo>
                <a:lnTo>
                  <a:pt x="238915" y="1128879"/>
                </a:lnTo>
                <a:cubicBezTo>
                  <a:pt x="165926" y="1128879"/>
                  <a:pt x="99847" y="1158464"/>
                  <a:pt x="52015" y="1206296"/>
                </a:cubicBezTo>
                <a:lnTo>
                  <a:pt x="0" y="1283445"/>
                </a:lnTo>
                <a:lnTo>
                  <a:pt x="0" y="1194545"/>
                </a:lnTo>
                <a:lnTo>
                  <a:pt x="0" y="1181845"/>
                </a:lnTo>
                <a:lnTo>
                  <a:pt x="0" y="1169145"/>
                </a:lnTo>
                <a:lnTo>
                  <a:pt x="0" y="1092945"/>
                </a:lnTo>
                <a:lnTo>
                  <a:pt x="0" y="1080245"/>
                </a:lnTo>
                <a:lnTo>
                  <a:pt x="0" y="1067545"/>
                </a:lnTo>
                <a:lnTo>
                  <a:pt x="0" y="978645"/>
                </a:lnTo>
                <a:lnTo>
                  <a:pt x="0" y="304800"/>
                </a:lnTo>
                <a:lnTo>
                  <a:pt x="0" y="215900"/>
                </a:lnTo>
                <a:lnTo>
                  <a:pt x="0" y="203200"/>
                </a:lnTo>
                <a:lnTo>
                  <a:pt x="0" y="190500"/>
                </a:lnTo>
                <a:lnTo>
                  <a:pt x="0" y="114300"/>
                </a:lnTo>
                <a:lnTo>
                  <a:pt x="0" y="101600"/>
                </a:lnTo>
                <a:lnTo>
                  <a:pt x="0" y="88900"/>
                </a:lnTo>
                <a:close/>
              </a:path>
            </a:pathLst>
          </a:custGeom>
          <a:solidFill>
            <a:schemeClr val="accent1"/>
          </a:solidFill>
          <a:ln>
            <a:noFill/>
          </a:ln>
          <a:effectLst>
            <a:outerShdw blurRad="749300" dist="25400" sx="105000" sy="105000" algn="ctr" rotWithShape="0">
              <a:schemeClr val="accent2">
                <a:alpha val="24000"/>
              </a:schemeClr>
            </a:outerShdw>
          </a:effectLst>
        </p:spPr>
        <p:txBody>
          <a:bodyPr wrap="square" lIns="0" tIns="0" rIns="0" bIns="0" anchor="ctr" anchorCtr="0">
            <a:noAutofit/>
          </a:bodyPr>
          <a:lstStyle/>
          <a:p>
            <a:pPr algn="ctr" defTabSz="914367" fontAlgn="base">
              <a:spcBef>
                <a:spcPct val="0"/>
              </a:spcBef>
              <a:spcAft>
                <a:spcPct val="0"/>
              </a:spcAft>
            </a:pPr>
            <a:endParaRPr lang="en-US" sz="2400" b="1" kern="0" noProof="0">
              <a:ln w="3175">
                <a:noFill/>
              </a:ln>
              <a:solidFill>
                <a:schemeClr val="bg1"/>
              </a:solidFill>
              <a:latin typeface="+mj-lt"/>
              <a:cs typeface="Segoe UI" pitchFamily="34" charset="0"/>
            </a:endParaRPr>
          </a:p>
        </p:txBody>
      </p:sp>
      <p:grpSp>
        <p:nvGrpSpPr>
          <p:cNvPr id="5" name="Group 4">
            <a:extLst>
              <a:ext uri="{FF2B5EF4-FFF2-40B4-BE49-F238E27FC236}">
                <a16:creationId xmlns:a16="http://schemas.microsoft.com/office/drawing/2014/main" id="{50B2BD03-22D6-DEBF-953E-DA64A5E4DC72}"/>
              </a:ext>
            </a:extLst>
          </p:cNvPr>
          <p:cNvGrpSpPr/>
          <p:nvPr/>
        </p:nvGrpSpPr>
        <p:grpSpPr>
          <a:xfrm>
            <a:off x="1872553" y="1734314"/>
            <a:ext cx="8427778" cy="4021458"/>
            <a:chOff x="569913" y="1533094"/>
            <a:chExt cx="8416841" cy="4021458"/>
          </a:xfrm>
        </p:grpSpPr>
        <p:sp useBgFill="1">
          <p:nvSpPr>
            <p:cNvPr id="6" name="Rectangle: Rounded Corners 5">
              <a:extLst>
                <a:ext uri="{FF2B5EF4-FFF2-40B4-BE49-F238E27FC236}">
                  <a16:creationId xmlns:a16="http://schemas.microsoft.com/office/drawing/2014/main" id="{FCEAC45A-5709-0050-63F4-447D8E57598B}"/>
                </a:ext>
              </a:extLst>
            </p:cNvPr>
            <p:cNvSpPr/>
            <p:nvPr/>
          </p:nvSpPr>
          <p:spPr bwMode="auto">
            <a:xfrm>
              <a:off x="569913" y="1533094"/>
              <a:ext cx="8416841" cy="4021458"/>
            </a:xfrm>
            <a:prstGeom prst="roundRect">
              <a:avLst>
                <a:gd name="adj" fmla="val 3811"/>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44" name="Rectangle: Rounded Corners 43">
              <a:extLst>
                <a:ext uri="{FF2B5EF4-FFF2-40B4-BE49-F238E27FC236}">
                  <a16:creationId xmlns:a16="http://schemas.microsoft.com/office/drawing/2014/main" id="{0C79C3AC-7F6D-5821-43A0-44158D4208DF}"/>
                </a:ext>
              </a:extLst>
            </p:cNvPr>
            <p:cNvSpPr/>
            <p:nvPr/>
          </p:nvSpPr>
          <p:spPr bwMode="auto">
            <a:xfrm>
              <a:off x="569913" y="1533094"/>
              <a:ext cx="8416841" cy="4021458"/>
            </a:xfrm>
            <a:prstGeom prst="roundRect">
              <a:avLst>
                <a:gd name="adj" fmla="val 3328"/>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useBgFill="1">
        <p:nvSpPr>
          <p:cNvPr id="46" name="Rectangle: Rounded Corners 45">
            <a:extLst>
              <a:ext uri="{FF2B5EF4-FFF2-40B4-BE49-F238E27FC236}">
                <a16:creationId xmlns:a16="http://schemas.microsoft.com/office/drawing/2014/main" id="{1DC20753-BB30-394B-A693-DA2C9D50288B}"/>
              </a:ext>
            </a:extLst>
          </p:cNvPr>
          <p:cNvSpPr/>
          <p:nvPr/>
        </p:nvSpPr>
        <p:spPr bwMode="auto">
          <a:xfrm>
            <a:off x="2052642" y="1914443"/>
            <a:ext cx="8067600" cy="3661200"/>
          </a:xfrm>
          <a:prstGeom prst="roundRect">
            <a:avLst>
              <a:gd name="adj" fmla="val 1868"/>
            </a:avLst>
          </a:prstGeom>
          <a:noFill/>
          <a:ln w="44450" cap="rnd">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err="1">
              <a:solidFill>
                <a:schemeClr val="tx1"/>
              </a:solidFill>
            </a:endParaRPr>
          </a:p>
        </p:txBody>
      </p:sp>
      <p:sp>
        <p:nvSpPr>
          <p:cNvPr id="47" name="Freeform: Shape 239">
            <a:extLst>
              <a:ext uri="{FF2B5EF4-FFF2-40B4-BE49-F238E27FC236}">
                <a16:creationId xmlns:a16="http://schemas.microsoft.com/office/drawing/2014/main" id="{A606D77F-6B57-870E-8EA5-DD80F003C3DC}"/>
              </a:ext>
            </a:extLst>
          </p:cNvPr>
          <p:cNvSpPr/>
          <p:nvPr/>
        </p:nvSpPr>
        <p:spPr>
          <a:xfrm rot="5400000">
            <a:off x="9306284" y="1823129"/>
            <a:ext cx="274474" cy="182631"/>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rgbClr val="FFFFFF"/>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8" name="Freeform: Shape 239">
            <a:extLst>
              <a:ext uri="{FF2B5EF4-FFF2-40B4-BE49-F238E27FC236}">
                <a16:creationId xmlns:a16="http://schemas.microsoft.com/office/drawing/2014/main" id="{1D34F607-7965-841C-A1A4-15C0C87AA4A5}"/>
              </a:ext>
            </a:extLst>
          </p:cNvPr>
          <p:cNvSpPr/>
          <p:nvPr/>
        </p:nvSpPr>
        <p:spPr>
          <a:xfrm rot="16200000" flipH="1">
            <a:off x="2592127" y="5484329"/>
            <a:ext cx="274474" cy="182631"/>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rgbClr val="FFFFFF"/>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9" name="Rectangle: Rounded Corners 48">
            <a:extLst>
              <a:ext uri="{FF2B5EF4-FFF2-40B4-BE49-F238E27FC236}">
                <a16:creationId xmlns:a16="http://schemas.microsoft.com/office/drawing/2014/main" id="{E9E98C76-EC46-9B01-E85B-253BC55CB1C4}"/>
              </a:ext>
            </a:extLst>
          </p:cNvPr>
          <p:cNvSpPr>
            <a:spLocks/>
          </p:cNvSpPr>
          <p:nvPr/>
        </p:nvSpPr>
        <p:spPr bwMode="auto">
          <a:xfrm>
            <a:off x="4279076" y="3364420"/>
            <a:ext cx="1726367" cy="1971820"/>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50" name="Rectangle: Rounded Corners 49">
            <a:extLst>
              <a:ext uri="{FF2B5EF4-FFF2-40B4-BE49-F238E27FC236}">
                <a16:creationId xmlns:a16="http://schemas.microsoft.com/office/drawing/2014/main" id="{FC1FBEC0-25B3-42D7-9CB5-99F80BFD4069}"/>
              </a:ext>
            </a:extLst>
          </p:cNvPr>
          <p:cNvSpPr>
            <a:spLocks/>
          </p:cNvSpPr>
          <p:nvPr/>
        </p:nvSpPr>
        <p:spPr bwMode="auto">
          <a:xfrm>
            <a:off x="6167443" y="3364420"/>
            <a:ext cx="1726367" cy="1971820"/>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51" name="Rectangle: Rounded Corners 50">
            <a:extLst>
              <a:ext uri="{FF2B5EF4-FFF2-40B4-BE49-F238E27FC236}">
                <a16:creationId xmlns:a16="http://schemas.microsoft.com/office/drawing/2014/main" id="{B6336976-957B-B85F-4472-5FFA8DB04DE0}"/>
              </a:ext>
            </a:extLst>
          </p:cNvPr>
          <p:cNvSpPr>
            <a:spLocks/>
          </p:cNvSpPr>
          <p:nvPr/>
        </p:nvSpPr>
        <p:spPr bwMode="auto">
          <a:xfrm>
            <a:off x="8055810" y="3364420"/>
            <a:ext cx="1726367" cy="1971820"/>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52" name="Rectangle: Rounded Corners 51">
            <a:extLst>
              <a:ext uri="{FF2B5EF4-FFF2-40B4-BE49-F238E27FC236}">
                <a16:creationId xmlns:a16="http://schemas.microsoft.com/office/drawing/2014/main" id="{3F133195-D5E0-851E-89A2-55C0A6FA2BD9}"/>
              </a:ext>
            </a:extLst>
          </p:cNvPr>
          <p:cNvSpPr>
            <a:spLocks/>
          </p:cNvSpPr>
          <p:nvPr/>
        </p:nvSpPr>
        <p:spPr bwMode="auto">
          <a:xfrm>
            <a:off x="2369152" y="2213894"/>
            <a:ext cx="7413025" cy="561092"/>
          </a:xfrm>
          <a:prstGeom prst="roundRect">
            <a:avLst>
              <a:gd name="adj" fmla="val 5552"/>
            </a:avLst>
          </a:prstGeom>
          <a:solidFill>
            <a:srgbClr val="FFFFFF"/>
          </a:soli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53" name="Rectangle: Rounded Corners 52">
            <a:extLst>
              <a:ext uri="{FF2B5EF4-FFF2-40B4-BE49-F238E27FC236}">
                <a16:creationId xmlns:a16="http://schemas.microsoft.com/office/drawing/2014/main" id="{FD5C1EC5-053F-99D1-F75D-95BFB728C2BB}"/>
              </a:ext>
            </a:extLst>
          </p:cNvPr>
          <p:cNvSpPr>
            <a:spLocks/>
          </p:cNvSpPr>
          <p:nvPr/>
        </p:nvSpPr>
        <p:spPr bwMode="auto">
          <a:xfrm>
            <a:off x="5127079" y="2350582"/>
            <a:ext cx="1897170" cy="287715"/>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ct val="0"/>
              </a:spcAft>
            </a:pPr>
            <a:r>
              <a:rPr lang="en-US" b="1">
                <a:solidFill>
                  <a:schemeClr val="tx2"/>
                </a:solidFill>
                <a:cs typeface="Segoe Sans Text ExtraBold" pitchFamily="2" charset="0"/>
              </a:rPr>
              <a:t>Govern</a:t>
            </a:r>
          </a:p>
        </p:txBody>
      </p:sp>
      <p:sp>
        <p:nvSpPr>
          <p:cNvPr id="54" name="Rectangle: Rounded Corners 53">
            <a:extLst>
              <a:ext uri="{FF2B5EF4-FFF2-40B4-BE49-F238E27FC236}">
                <a16:creationId xmlns:a16="http://schemas.microsoft.com/office/drawing/2014/main" id="{BD256C3F-3D36-5E40-C619-D0B2CCCE5462}"/>
              </a:ext>
            </a:extLst>
          </p:cNvPr>
          <p:cNvSpPr>
            <a:spLocks/>
          </p:cNvSpPr>
          <p:nvPr/>
        </p:nvSpPr>
        <p:spPr bwMode="auto">
          <a:xfrm>
            <a:off x="2390709" y="3364420"/>
            <a:ext cx="1726367" cy="1971820"/>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nvGrpSpPr>
          <p:cNvPr id="55" name="Group 54">
            <a:extLst>
              <a:ext uri="{FF2B5EF4-FFF2-40B4-BE49-F238E27FC236}">
                <a16:creationId xmlns:a16="http://schemas.microsoft.com/office/drawing/2014/main" id="{C1999905-B812-50B1-B633-FFFC5D19D036}"/>
              </a:ext>
            </a:extLst>
          </p:cNvPr>
          <p:cNvGrpSpPr/>
          <p:nvPr/>
        </p:nvGrpSpPr>
        <p:grpSpPr>
          <a:xfrm>
            <a:off x="2523610" y="4289587"/>
            <a:ext cx="1460565" cy="66330"/>
            <a:chOff x="704945" y="2877637"/>
            <a:chExt cx="3117755" cy="134578"/>
          </a:xfrm>
        </p:grpSpPr>
        <p:sp>
          <p:nvSpPr>
            <p:cNvPr id="56" name="Freeform: Shape 239">
              <a:extLst>
                <a:ext uri="{FF2B5EF4-FFF2-40B4-BE49-F238E27FC236}">
                  <a16:creationId xmlns:a16="http://schemas.microsoft.com/office/drawing/2014/main" id="{4A77BC3C-B5C1-0F50-836A-79E046ACE005}"/>
                </a:ext>
              </a:extLst>
            </p:cNvPr>
            <p:cNvSpPr/>
            <p:nvPr userDrawn="1"/>
          </p:nvSpPr>
          <p:spPr>
            <a:xfrm rot="10800000">
              <a:off x="2157425" y="2877637"/>
              <a:ext cx="212794" cy="134578"/>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rgbClr val="FFFFFF"/>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cxnSp>
          <p:nvCxnSpPr>
            <p:cNvPr id="57" name="Straight Connector 56">
              <a:extLst>
                <a:ext uri="{FF2B5EF4-FFF2-40B4-BE49-F238E27FC236}">
                  <a16:creationId xmlns:a16="http://schemas.microsoft.com/office/drawing/2014/main" id="{7F18EF92-BC23-538E-DDAA-B982134674CD}"/>
                </a:ext>
              </a:extLst>
            </p:cNvPr>
            <p:cNvCxnSpPr/>
            <p:nvPr userDrawn="1"/>
          </p:nvCxnSpPr>
          <p:spPr>
            <a:xfrm flipH="1">
              <a:off x="704945"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611488A-1154-728D-F4E8-404DCF0C9215}"/>
                </a:ext>
              </a:extLst>
            </p:cNvPr>
            <p:cNvCxnSpPr/>
            <p:nvPr userDrawn="1"/>
          </p:nvCxnSpPr>
          <p:spPr>
            <a:xfrm flipH="1">
              <a:off x="2397674"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864384F5-60F5-8C2C-33DB-E0BEB8DCD2AF}"/>
              </a:ext>
            </a:extLst>
          </p:cNvPr>
          <p:cNvGrpSpPr/>
          <p:nvPr/>
        </p:nvGrpSpPr>
        <p:grpSpPr>
          <a:xfrm>
            <a:off x="4411977" y="4289587"/>
            <a:ext cx="1460565" cy="66330"/>
            <a:chOff x="704945" y="2877637"/>
            <a:chExt cx="3117755" cy="134578"/>
          </a:xfrm>
        </p:grpSpPr>
        <p:sp>
          <p:nvSpPr>
            <p:cNvPr id="60" name="Freeform: Shape 239">
              <a:extLst>
                <a:ext uri="{FF2B5EF4-FFF2-40B4-BE49-F238E27FC236}">
                  <a16:creationId xmlns:a16="http://schemas.microsoft.com/office/drawing/2014/main" id="{6EA4C01C-1847-FC77-0389-2FFBA41D7750}"/>
                </a:ext>
              </a:extLst>
            </p:cNvPr>
            <p:cNvSpPr/>
            <p:nvPr userDrawn="1"/>
          </p:nvSpPr>
          <p:spPr>
            <a:xfrm rot="10800000">
              <a:off x="2157425" y="2877637"/>
              <a:ext cx="212794" cy="134578"/>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rgbClr val="FFFFFF"/>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cxnSp>
          <p:nvCxnSpPr>
            <p:cNvPr id="61" name="Straight Connector 60">
              <a:extLst>
                <a:ext uri="{FF2B5EF4-FFF2-40B4-BE49-F238E27FC236}">
                  <a16:creationId xmlns:a16="http://schemas.microsoft.com/office/drawing/2014/main" id="{6AA4A4AE-477C-C894-C2C3-C6A8DAF8018A}"/>
                </a:ext>
              </a:extLst>
            </p:cNvPr>
            <p:cNvCxnSpPr/>
            <p:nvPr userDrawn="1"/>
          </p:nvCxnSpPr>
          <p:spPr>
            <a:xfrm flipH="1">
              <a:off x="704945"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0080F0C-E3C1-1ECE-236A-EFD466D26876}"/>
                </a:ext>
              </a:extLst>
            </p:cNvPr>
            <p:cNvCxnSpPr/>
            <p:nvPr userDrawn="1"/>
          </p:nvCxnSpPr>
          <p:spPr>
            <a:xfrm flipH="1">
              <a:off x="2397674"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63" name="Group 62">
            <a:extLst>
              <a:ext uri="{FF2B5EF4-FFF2-40B4-BE49-F238E27FC236}">
                <a16:creationId xmlns:a16="http://schemas.microsoft.com/office/drawing/2014/main" id="{6FD83FD5-5AF8-E867-09DD-6C667EA15F21}"/>
              </a:ext>
            </a:extLst>
          </p:cNvPr>
          <p:cNvGrpSpPr/>
          <p:nvPr/>
        </p:nvGrpSpPr>
        <p:grpSpPr>
          <a:xfrm>
            <a:off x="6300344" y="4289587"/>
            <a:ext cx="1460565" cy="66330"/>
            <a:chOff x="704945" y="2877637"/>
            <a:chExt cx="3117755" cy="134578"/>
          </a:xfrm>
        </p:grpSpPr>
        <p:sp>
          <p:nvSpPr>
            <p:cNvPr id="64" name="Freeform: Shape 239">
              <a:extLst>
                <a:ext uri="{FF2B5EF4-FFF2-40B4-BE49-F238E27FC236}">
                  <a16:creationId xmlns:a16="http://schemas.microsoft.com/office/drawing/2014/main" id="{F5CA9754-62D9-6E62-2D0A-EE0BFFC78203}"/>
                </a:ext>
              </a:extLst>
            </p:cNvPr>
            <p:cNvSpPr/>
            <p:nvPr userDrawn="1"/>
          </p:nvSpPr>
          <p:spPr>
            <a:xfrm rot="10800000">
              <a:off x="2157425" y="2877637"/>
              <a:ext cx="212794" cy="134578"/>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rgbClr val="FFFFFF"/>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cxnSp>
          <p:nvCxnSpPr>
            <p:cNvPr id="65" name="Straight Connector 64">
              <a:extLst>
                <a:ext uri="{FF2B5EF4-FFF2-40B4-BE49-F238E27FC236}">
                  <a16:creationId xmlns:a16="http://schemas.microsoft.com/office/drawing/2014/main" id="{8FC1CDE9-97FD-1162-63FA-8974FFEEFCE6}"/>
                </a:ext>
              </a:extLst>
            </p:cNvPr>
            <p:cNvCxnSpPr/>
            <p:nvPr userDrawn="1"/>
          </p:nvCxnSpPr>
          <p:spPr>
            <a:xfrm flipH="1">
              <a:off x="704945"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7E1EB9A5-2096-7EFF-D351-9CAA82BBDB74}"/>
                </a:ext>
              </a:extLst>
            </p:cNvPr>
            <p:cNvCxnSpPr/>
            <p:nvPr userDrawn="1"/>
          </p:nvCxnSpPr>
          <p:spPr>
            <a:xfrm flipH="1">
              <a:off x="2397674"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CBB37ABB-0233-1E47-C7AF-E3346D973FD3}"/>
              </a:ext>
            </a:extLst>
          </p:cNvPr>
          <p:cNvGrpSpPr/>
          <p:nvPr/>
        </p:nvGrpSpPr>
        <p:grpSpPr>
          <a:xfrm>
            <a:off x="8188711" y="4289587"/>
            <a:ext cx="1460565" cy="66330"/>
            <a:chOff x="704945" y="2877637"/>
            <a:chExt cx="3117755" cy="134578"/>
          </a:xfrm>
        </p:grpSpPr>
        <p:sp>
          <p:nvSpPr>
            <p:cNvPr id="68" name="Freeform: Shape 239">
              <a:extLst>
                <a:ext uri="{FF2B5EF4-FFF2-40B4-BE49-F238E27FC236}">
                  <a16:creationId xmlns:a16="http://schemas.microsoft.com/office/drawing/2014/main" id="{F3AD37D8-FA8C-B200-F22E-8D5AB8AF9302}"/>
                </a:ext>
              </a:extLst>
            </p:cNvPr>
            <p:cNvSpPr/>
            <p:nvPr userDrawn="1"/>
          </p:nvSpPr>
          <p:spPr>
            <a:xfrm rot="10800000">
              <a:off x="2157425" y="2877637"/>
              <a:ext cx="212794" cy="134578"/>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rgbClr val="FFFFFF"/>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cxnSp>
          <p:nvCxnSpPr>
            <p:cNvPr id="69" name="Straight Connector 68">
              <a:extLst>
                <a:ext uri="{FF2B5EF4-FFF2-40B4-BE49-F238E27FC236}">
                  <a16:creationId xmlns:a16="http://schemas.microsoft.com/office/drawing/2014/main" id="{609DE9A2-9002-4C78-FB4F-2AC4EC04675B}"/>
                </a:ext>
              </a:extLst>
            </p:cNvPr>
            <p:cNvCxnSpPr/>
            <p:nvPr userDrawn="1"/>
          </p:nvCxnSpPr>
          <p:spPr>
            <a:xfrm flipH="1">
              <a:off x="704945"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0BCB4350-1B84-D856-E824-5A54E2C7C179}"/>
                </a:ext>
              </a:extLst>
            </p:cNvPr>
            <p:cNvCxnSpPr/>
            <p:nvPr userDrawn="1"/>
          </p:nvCxnSpPr>
          <p:spPr>
            <a:xfrm flipH="1">
              <a:off x="2397674"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71" name="Rectangle: Rounded Corners 70">
            <a:extLst>
              <a:ext uri="{FF2B5EF4-FFF2-40B4-BE49-F238E27FC236}">
                <a16:creationId xmlns:a16="http://schemas.microsoft.com/office/drawing/2014/main" id="{D8B36976-7400-18B8-6349-572564971F82}"/>
              </a:ext>
            </a:extLst>
          </p:cNvPr>
          <p:cNvSpPr>
            <a:spLocks/>
          </p:cNvSpPr>
          <p:nvPr/>
        </p:nvSpPr>
        <p:spPr bwMode="auto">
          <a:xfrm>
            <a:off x="2430513" y="3879921"/>
            <a:ext cx="1637956"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ct val="0"/>
              </a:spcAft>
            </a:pPr>
            <a:r>
              <a:rPr lang="en-US" sz="1600" b="1">
                <a:solidFill>
                  <a:schemeClr val="bg1"/>
                </a:solidFill>
                <a:cs typeface="Segoe Sans Text ExtraBold" pitchFamily="2" charset="0"/>
              </a:rPr>
              <a:t>Map</a:t>
            </a:r>
          </a:p>
        </p:txBody>
      </p:sp>
      <p:sp>
        <p:nvSpPr>
          <p:cNvPr id="72" name="Rectangle: Rounded Corners 71">
            <a:extLst>
              <a:ext uri="{FF2B5EF4-FFF2-40B4-BE49-F238E27FC236}">
                <a16:creationId xmlns:a16="http://schemas.microsoft.com/office/drawing/2014/main" id="{27B52D87-B4F7-5245-23AF-8BB4D9CADBCA}"/>
              </a:ext>
            </a:extLst>
          </p:cNvPr>
          <p:cNvSpPr>
            <a:spLocks/>
          </p:cNvSpPr>
          <p:nvPr/>
        </p:nvSpPr>
        <p:spPr bwMode="auto">
          <a:xfrm>
            <a:off x="4323281" y="3879921"/>
            <a:ext cx="1637956"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ct val="0"/>
              </a:spcAft>
            </a:pPr>
            <a:r>
              <a:rPr lang="en-US" sz="1600" b="1">
                <a:solidFill>
                  <a:schemeClr val="bg1"/>
                </a:solidFill>
                <a:cs typeface="Segoe Sans Text ExtraBold" pitchFamily="2" charset="0"/>
              </a:rPr>
              <a:t>Measure</a:t>
            </a:r>
          </a:p>
        </p:txBody>
      </p:sp>
      <p:sp>
        <p:nvSpPr>
          <p:cNvPr id="73" name="Rectangle: Rounded Corners 72">
            <a:extLst>
              <a:ext uri="{FF2B5EF4-FFF2-40B4-BE49-F238E27FC236}">
                <a16:creationId xmlns:a16="http://schemas.microsoft.com/office/drawing/2014/main" id="{B736A759-677A-6DE9-C28F-D57156468E68}"/>
              </a:ext>
            </a:extLst>
          </p:cNvPr>
          <p:cNvSpPr>
            <a:spLocks/>
          </p:cNvSpPr>
          <p:nvPr/>
        </p:nvSpPr>
        <p:spPr bwMode="auto">
          <a:xfrm>
            <a:off x="6216049" y="3879921"/>
            <a:ext cx="1637956"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ct val="0"/>
              </a:spcAft>
            </a:pPr>
            <a:r>
              <a:rPr lang="en-US" sz="1600" b="1">
                <a:solidFill>
                  <a:schemeClr val="bg1"/>
                </a:solidFill>
                <a:cs typeface="Segoe Sans Text ExtraBold" pitchFamily="2" charset="0"/>
              </a:rPr>
              <a:t>Mitigate</a:t>
            </a:r>
          </a:p>
        </p:txBody>
      </p:sp>
      <p:sp>
        <p:nvSpPr>
          <p:cNvPr id="74" name="Rectangle: Rounded Corners 73">
            <a:extLst>
              <a:ext uri="{FF2B5EF4-FFF2-40B4-BE49-F238E27FC236}">
                <a16:creationId xmlns:a16="http://schemas.microsoft.com/office/drawing/2014/main" id="{8F44CF95-44C4-C836-A285-5700F86B617B}"/>
              </a:ext>
            </a:extLst>
          </p:cNvPr>
          <p:cNvSpPr>
            <a:spLocks/>
          </p:cNvSpPr>
          <p:nvPr/>
        </p:nvSpPr>
        <p:spPr bwMode="auto">
          <a:xfrm>
            <a:off x="8108817" y="3879921"/>
            <a:ext cx="1637956"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ct val="0"/>
              </a:spcAft>
            </a:pPr>
            <a:r>
              <a:rPr lang="en-US" sz="1600" b="1">
                <a:solidFill>
                  <a:schemeClr val="bg1"/>
                </a:solidFill>
                <a:cs typeface="Segoe Sans Text ExtraBold" pitchFamily="2" charset="0"/>
              </a:rPr>
              <a:t>Operate</a:t>
            </a:r>
          </a:p>
        </p:txBody>
      </p:sp>
      <p:grpSp>
        <p:nvGrpSpPr>
          <p:cNvPr id="75" name="Group 74">
            <a:extLst>
              <a:ext uri="{FF2B5EF4-FFF2-40B4-BE49-F238E27FC236}">
                <a16:creationId xmlns:a16="http://schemas.microsoft.com/office/drawing/2014/main" id="{3DD91F78-5BDD-34DA-7761-6A9CCD41C1DF}"/>
              </a:ext>
            </a:extLst>
          </p:cNvPr>
          <p:cNvGrpSpPr/>
          <p:nvPr/>
        </p:nvGrpSpPr>
        <p:grpSpPr>
          <a:xfrm>
            <a:off x="2901250" y="3028032"/>
            <a:ext cx="705286" cy="705286"/>
            <a:chOff x="1261672" y="4833938"/>
            <a:chExt cx="954296" cy="954296"/>
          </a:xfrm>
        </p:grpSpPr>
        <p:sp>
          <p:nvSpPr>
            <p:cNvPr id="76" name="Rectangle: Rounded Corners 75">
              <a:extLst>
                <a:ext uri="{FF2B5EF4-FFF2-40B4-BE49-F238E27FC236}">
                  <a16:creationId xmlns:a16="http://schemas.microsoft.com/office/drawing/2014/main" id="{D5AE1576-003B-1A4C-1EFA-ACB19F3FA04A}"/>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mn-ea"/>
                <a:cs typeface="Segoe Sans Text" pitchFamily="2" charset="0"/>
              </a:endParaRPr>
            </a:p>
          </p:txBody>
        </p:sp>
        <p:sp>
          <p:nvSpPr>
            <p:cNvPr id="77" name="Rectangle: Rounded Corners 76">
              <a:extLst>
                <a:ext uri="{FF2B5EF4-FFF2-40B4-BE49-F238E27FC236}">
                  <a16:creationId xmlns:a16="http://schemas.microsoft.com/office/drawing/2014/main" id="{19DA1FAB-954D-3344-99F0-4C0D41C3B706}"/>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grpSp>
        <p:nvGrpSpPr>
          <p:cNvPr id="78" name="Group 77">
            <a:extLst>
              <a:ext uri="{FF2B5EF4-FFF2-40B4-BE49-F238E27FC236}">
                <a16:creationId xmlns:a16="http://schemas.microsoft.com/office/drawing/2014/main" id="{18F46504-6F9F-3FA3-CF69-9758E9A2DFD2}"/>
              </a:ext>
            </a:extLst>
          </p:cNvPr>
          <p:cNvGrpSpPr/>
          <p:nvPr/>
        </p:nvGrpSpPr>
        <p:grpSpPr>
          <a:xfrm>
            <a:off x="4789616" y="3028032"/>
            <a:ext cx="705286" cy="705286"/>
            <a:chOff x="1261672" y="4833938"/>
            <a:chExt cx="954296" cy="954296"/>
          </a:xfrm>
        </p:grpSpPr>
        <p:sp>
          <p:nvSpPr>
            <p:cNvPr id="79" name="Rectangle: Rounded Corners 78">
              <a:extLst>
                <a:ext uri="{FF2B5EF4-FFF2-40B4-BE49-F238E27FC236}">
                  <a16:creationId xmlns:a16="http://schemas.microsoft.com/office/drawing/2014/main" id="{AEFFD46D-C606-BB8A-40A2-78D5DFDAFB82}"/>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mn-ea"/>
                <a:cs typeface="Segoe Sans Text" pitchFamily="2" charset="0"/>
              </a:endParaRPr>
            </a:p>
          </p:txBody>
        </p:sp>
        <p:sp>
          <p:nvSpPr>
            <p:cNvPr id="80" name="Rectangle: Rounded Corners 79">
              <a:extLst>
                <a:ext uri="{FF2B5EF4-FFF2-40B4-BE49-F238E27FC236}">
                  <a16:creationId xmlns:a16="http://schemas.microsoft.com/office/drawing/2014/main" id="{5D272FAD-E933-E75C-E02F-AA39592754CD}"/>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grpSp>
        <p:nvGrpSpPr>
          <p:cNvPr id="81" name="Group 80">
            <a:extLst>
              <a:ext uri="{FF2B5EF4-FFF2-40B4-BE49-F238E27FC236}">
                <a16:creationId xmlns:a16="http://schemas.microsoft.com/office/drawing/2014/main" id="{AE6818BE-EF56-BE10-38AF-5F6FF64965B9}"/>
              </a:ext>
            </a:extLst>
          </p:cNvPr>
          <p:cNvGrpSpPr/>
          <p:nvPr/>
        </p:nvGrpSpPr>
        <p:grpSpPr>
          <a:xfrm>
            <a:off x="6677982" y="3028032"/>
            <a:ext cx="705286" cy="705286"/>
            <a:chOff x="1261672" y="4833938"/>
            <a:chExt cx="954296" cy="954296"/>
          </a:xfrm>
        </p:grpSpPr>
        <p:sp>
          <p:nvSpPr>
            <p:cNvPr id="82" name="Rectangle: Rounded Corners 81">
              <a:extLst>
                <a:ext uri="{FF2B5EF4-FFF2-40B4-BE49-F238E27FC236}">
                  <a16:creationId xmlns:a16="http://schemas.microsoft.com/office/drawing/2014/main" id="{1EF36D9E-8B7C-0D45-C4B0-A89AADF2D60B}"/>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mn-ea"/>
                <a:cs typeface="Segoe Sans Text" pitchFamily="2" charset="0"/>
              </a:endParaRPr>
            </a:p>
          </p:txBody>
        </p:sp>
        <p:sp>
          <p:nvSpPr>
            <p:cNvPr id="83" name="Rectangle: Rounded Corners 82">
              <a:extLst>
                <a:ext uri="{FF2B5EF4-FFF2-40B4-BE49-F238E27FC236}">
                  <a16:creationId xmlns:a16="http://schemas.microsoft.com/office/drawing/2014/main" id="{60B15690-0BE3-6DFC-35AE-9F46E6C5C67E}"/>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grpSp>
        <p:nvGrpSpPr>
          <p:cNvPr id="84" name="Group 83">
            <a:extLst>
              <a:ext uri="{FF2B5EF4-FFF2-40B4-BE49-F238E27FC236}">
                <a16:creationId xmlns:a16="http://schemas.microsoft.com/office/drawing/2014/main" id="{1F9440E1-5C5D-1585-B113-F8D606E7DD66}"/>
              </a:ext>
            </a:extLst>
          </p:cNvPr>
          <p:cNvGrpSpPr/>
          <p:nvPr/>
        </p:nvGrpSpPr>
        <p:grpSpPr>
          <a:xfrm>
            <a:off x="8566348" y="3028032"/>
            <a:ext cx="705286" cy="705286"/>
            <a:chOff x="1261672" y="4833938"/>
            <a:chExt cx="954296" cy="954296"/>
          </a:xfrm>
        </p:grpSpPr>
        <p:sp>
          <p:nvSpPr>
            <p:cNvPr id="85" name="Rectangle: Rounded Corners 84">
              <a:extLst>
                <a:ext uri="{FF2B5EF4-FFF2-40B4-BE49-F238E27FC236}">
                  <a16:creationId xmlns:a16="http://schemas.microsoft.com/office/drawing/2014/main" id="{2B1EBFAD-5945-ED3E-AF27-01F9A4C2D199}"/>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mn-ea"/>
                <a:cs typeface="Segoe Sans Text" pitchFamily="2" charset="0"/>
              </a:endParaRPr>
            </a:p>
          </p:txBody>
        </p:sp>
        <p:sp>
          <p:nvSpPr>
            <p:cNvPr id="86" name="Rectangle: Rounded Corners 85">
              <a:extLst>
                <a:ext uri="{FF2B5EF4-FFF2-40B4-BE49-F238E27FC236}">
                  <a16:creationId xmlns:a16="http://schemas.microsoft.com/office/drawing/2014/main" id="{33B4F105-BA5B-B346-8ED4-49C6466ECA20}"/>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87" name="Rectangle: Rounded Corners 86">
            <a:extLst>
              <a:ext uri="{FF2B5EF4-FFF2-40B4-BE49-F238E27FC236}">
                <a16:creationId xmlns:a16="http://schemas.microsoft.com/office/drawing/2014/main" id="{94AE32A4-E7B5-68DB-79EA-A75FFC19F03D}"/>
              </a:ext>
            </a:extLst>
          </p:cNvPr>
          <p:cNvSpPr>
            <a:spLocks/>
          </p:cNvSpPr>
          <p:nvPr/>
        </p:nvSpPr>
        <p:spPr bwMode="auto">
          <a:xfrm>
            <a:off x="2430513" y="4626385"/>
            <a:ext cx="1637956" cy="383619"/>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932472" fontAlgn="base">
              <a:spcBef>
                <a:spcPct val="0"/>
              </a:spcBef>
              <a:spcAft>
                <a:spcPct val="0"/>
              </a:spcAft>
            </a:pPr>
            <a:r>
              <a:rPr lang="en-US" sz="1200">
                <a:solidFill>
                  <a:schemeClr val="bg1"/>
                </a:solidFill>
                <a:cs typeface="Segoe Sans Text ExtraBold" pitchFamily="2" charset="0"/>
              </a:rPr>
              <a:t>Uncover </a:t>
            </a:r>
          </a:p>
          <a:p>
            <a:pPr algn="ctr" defTabSz="932472" fontAlgn="base">
              <a:spcBef>
                <a:spcPct val="0"/>
              </a:spcBef>
              <a:spcAft>
                <a:spcPct val="0"/>
              </a:spcAft>
            </a:pPr>
            <a:r>
              <a:rPr lang="en-US" sz="1200">
                <a:solidFill>
                  <a:schemeClr val="bg1"/>
                </a:solidFill>
                <a:cs typeface="Segoe Sans Text ExtraBold" pitchFamily="2" charset="0"/>
              </a:rPr>
              <a:t>relevant risks</a:t>
            </a:r>
          </a:p>
        </p:txBody>
      </p:sp>
      <p:sp>
        <p:nvSpPr>
          <p:cNvPr id="88" name="Rectangle: Rounded Corners 87">
            <a:extLst>
              <a:ext uri="{FF2B5EF4-FFF2-40B4-BE49-F238E27FC236}">
                <a16:creationId xmlns:a16="http://schemas.microsoft.com/office/drawing/2014/main" id="{FEF20FDD-32F3-3EF7-F175-2ACCF43B816B}"/>
              </a:ext>
            </a:extLst>
          </p:cNvPr>
          <p:cNvSpPr>
            <a:spLocks/>
          </p:cNvSpPr>
          <p:nvPr/>
        </p:nvSpPr>
        <p:spPr bwMode="auto">
          <a:xfrm>
            <a:off x="4323281" y="4626385"/>
            <a:ext cx="1637956" cy="383619"/>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932472" fontAlgn="base">
              <a:spcBef>
                <a:spcPct val="0"/>
              </a:spcBef>
              <a:spcAft>
                <a:spcPct val="0"/>
              </a:spcAft>
            </a:pPr>
            <a:r>
              <a:rPr lang="en-US" sz="1200">
                <a:solidFill>
                  <a:schemeClr val="bg1"/>
                </a:solidFill>
                <a:cs typeface="Segoe Sans Text ExtraBold" pitchFamily="2" charset="0"/>
              </a:rPr>
              <a:t>Evaluate risks </a:t>
            </a:r>
          </a:p>
          <a:p>
            <a:pPr algn="ctr" defTabSz="932472" fontAlgn="base">
              <a:spcBef>
                <a:spcPct val="0"/>
              </a:spcBef>
              <a:spcAft>
                <a:spcPct val="0"/>
              </a:spcAft>
            </a:pPr>
            <a:r>
              <a:rPr lang="en-US" sz="1200">
                <a:solidFill>
                  <a:schemeClr val="bg1"/>
                </a:solidFill>
                <a:cs typeface="Segoe Sans Text ExtraBold" pitchFamily="2" charset="0"/>
              </a:rPr>
              <a:t>at scale</a:t>
            </a:r>
          </a:p>
        </p:txBody>
      </p:sp>
      <p:sp>
        <p:nvSpPr>
          <p:cNvPr id="89" name="Rectangle: Rounded Corners 88">
            <a:extLst>
              <a:ext uri="{FF2B5EF4-FFF2-40B4-BE49-F238E27FC236}">
                <a16:creationId xmlns:a16="http://schemas.microsoft.com/office/drawing/2014/main" id="{26CE7986-30DE-C72B-DB77-EDCF783F5F3F}"/>
              </a:ext>
            </a:extLst>
          </p:cNvPr>
          <p:cNvSpPr>
            <a:spLocks/>
          </p:cNvSpPr>
          <p:nvPr/>
        </p:nvSpPr>
        <p:spPr bwMode="auto">
          <a:xfrm>
            <a:off x="6216049" y="4722289"/>
            <a:ext cx="1637956" cy="191810"/>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932472" fontAlgn="base">
              <a:spcBef>
                <a:spcPct val="0"/>
              </a:spcBef>
              <a:spcAft>
                <a:spcPct val="0"/>
              </a:spcAft>
            </a:pPr>
            <a:r>
              <a:rPr lang="en-US" sz="1200">
                <a:solidFill>
                  <a:schemeClr val="bg1"/>
                </a:solidFill>
                <a:cs typeface="Segoe Sans Text ExtraBold" pitchFamily="2" charset="0"/>
              </a:rPr>
              <a:t>Mitigate risks</a:t>
            </a:r>
          </a:p>
        </p:txBody>
      </p:sp>
      <p:sp>
        <p:nvSpPr>
          <p:cNvPr id="90" name="Rectangle: Rounded Corners 89">
            <a:extLst>
              <a:ext uri="{FF2B5EF4-FFF2-40B4-BE49-F238E27FC236}">
                <a16:creationId xmlns:a16="http://schemas.microsoft.com/office/drawing/2014/main" id="{446368B3-C846-0F2F-121F-F16D2A2F1B26}"/>
              </a:ext>
            </a:extLst>
          </p:cNvPr>
          <p:cNvSpPr>
            <a:spLocks/>
          </p:cNvSpPr>
          <p:nvPr/>
        </p:nvSpPr>
        <p:spPr bwMode="auto">
          <a:xfrm>
            <a:off x="8108817" y="4626385"/>
            <a:ext cx="1637956" cy="383619"/>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932472" fontAlgn="base">
              <a:spcBef>
                <a:spcPct val="0"/>
              </a:spcBef>
              <a:spcAft>
                <a:spcPct val="0"/>
              </a:spcAft>
            </a:pPr>
            <a:r>
              <a:rPr lang="en-US" sz="1200">
                <a:solidFill>
                  <a:schemeClr val="bg1"/>
                </a:solidFill>
                <a:cs typeface="Segoe Sans Text ExtraBold" pitchFamily="2" charset="0"/>
              </a:rPr>
              <a:t>Monitoring and</a:t>
            </a:r>
            <a:br>
              <a:rPr lang="en-US" sz="1200">
                <a:solidFill>
                  <a:schemeClr val="bg1"/>
                </a:solidFill>
                <a:cs typeface="Segoe Sans Text ExtraBold" pitchFamily="2" charset="0"/>
              </a:rPr>
            </a:br>
            <a:r>
              <a:rPr lang="en-US" sz="1200">
                <a:solidFill>
                  <a:schemeClr val="bg1"/>
                </a:solidFill>
                <a:cs typeface="Segoe Sans Text ExtraBold" pitchFamily="2" charset="0"/>
              </a:rPr>
              <a:t>incident response</a:t>
            </a:r>
          </a:p>
        </p:txBody>
      </p:sp>
      <p:grpSp>
        <p:nvGrpSpPr>
          <p:cNvPr id="91" name="Group 90">
            <a:extLst>
              <a:ext uri="{FF2B5EF4-FFF2-40B4-BE49-F238E27FC236}">
                <a16:creationId xmlns:a16="http://schemas.microsoft.com/office/drawing/2014/main" id="{69103F36-06AF-C46B-01F8-058165B80B46}"/>
              </a:ext>
            </a:extLst>
          </p:cNvPr>
          <p:cNvGrpSpPr/>
          <p:nvPr/>
        </p:nvGrpSpPr>
        <p:grpSpPr>
          <a:xfrm>
            <a:off x="3040141" y="3174358"/>
            <a:ext cx="427504" cy="412634"/>
            <a:chOff x="966788" y="1417638"/>
            <a:chExt cx="219075" cy="211455"/>
          </a:xfrm>
        </p:grpSpPr>
        <p:sp>
          <p:nvSpPr>
            <p:cNvPr id="92" name="Freeform: Shape 1087">
              <a:extLst>
                <a:ext uri="{FF2B5EF4-FFF2-40B4-BE49-F238E27FC236}">
                  <a16:creationId xmlns:a16="http://schemas.microsoft.com/office/drawing/2014/main" id="{C5B57CFE-50D6-84D6-38A0-4ED03FA73E6A}"/>
                </a:ext>
              </a:extLst>
            </p:cNvPr>
            <p:cNvSpPr/>
            <p:nvPr/>
          </p:nvSpPr>
          <p:spPr>
            <a:xfrm>
              <a:off x="966788" y="1600518"/>
              <a:ext cx="219075" cy="28575"/>
            </a:xfrm>
            <a:custGeom>
              <a:avLst/>
              <a:gdLst>
                <a:gd name="connsiteX0" fmla="*/ 157163 w 219075"/>
                <a:gd name="connsiteY0" fmla="*/ 0 h 28575"/>
                <a:gd name="connsiteX1" fmla="*/ 219075 w 219075"/>
                <a:gd name="connsiteY1" fmla="*/ 17145 h 28575"/>
                <a:gd name="connsiteX2" fmla="*/ 109538 w 219075"/>
                <a:gd name="connsiteY2" fmla="*/ 36195 h 28575"/>
                <a:gd name="connsiteX3" fmla="*/ 0 w 219075"/>
                <a:gd name="connsiteY3" fmla="*/ 17145 h 28575"/>
                <a:gd name="connsiteX4" fmla="*/ 61532 w 219075"/>
                <a:gd name="connsiteY4" fmla="*/ 0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075" h="28575">
                  <a:moveTo>
                    <a:pt x="157163" y="0"/>
                  </a:moveTo>
                  <a:cubicBezTo>
                    <a:pt x="193834" y="3143"/>
                    <a:pt x="219075" y="9620"/>
                    <a:pt x="219075" y="17145"/>
                  </a:cubicBezTo>
                  <a:cubicBezTo>
                    <a:pt x="219075" y="27622"/>
                    <a:pt x="170021" y="36195"/>
                    <a:pt x="109538" y="36195"/>
                  </a:cubicBezTo>
                  <a:cubicBezTo>
                    <a:pt x="49054" y="36195"/>
                    <a:pt x="0" y="27622"/>
                    <a:pt x="0" y="17145"/>
                  </a:cubicBezTo>
                  <a:cubicBezTo>
                    <a:pt x="0" y="9620"/>
                    <a:pt x="25051" y="3143"/>
                    <a:pt x="61532" y="0"/>
                  </a:cubicBezTo>
                </a:path>
              </a:pathLst>
            </a:custGeom>
            <a:noFill/>
            <a:ln w="15875" cap="rnd">
              <a:solidFill>
                <a:schemeClr val="bg1"/>
              </a:solidFill>
              <a:prstDash val="solid"/>
              <a:round/>
            </a:ln>
          </p:spPr>
          <p:txBody>
            <a:bodyPr rtlCol="0" anchor="ctr"/>
            <a:lstStyle/>
            <a:p>
              <a:endParaRPr lang="en-GB"/>
            </a:p>
          </p:txBody>
        </p:sp>
        <p:sp>
          <p:nvSpPr>
            <p:cNvPr id="93" name="Freeform: Shape 1088">
              <a:extLst>
                <a:ext uri="{FF2B5EF4-FFF2-40B4-BE49-F238E27FC236}">
                  <a16:creationId xmlns:a16="http://schemas.microsoft.com/office/drawing/2014/main" id="{1915CAF8-5CC4-61A2-60D7-E2387BB4C005}"/>
                </a:ext>
              </a:extLst>
            </p:cNvPr>
            <p:cNvSpPr/>
            <p:nvPr/>
          </p:nvSpPr>
          <p:spPr>
            <a:xfrm>
              <a:off x="1135856" y="1436688"/>
              <a:ext cx="38100" cy="38100"/>
            </a:xfrm>
            <a:custGeom>
              <a:avLst/>
              <a:gdLst>
                <a:gd name="connsiteX0" fmla="*/ 21431 w 38100"/>
                <a:gd name="connsiteY0" fmla="*/ 42863 h 38100"/>
                <a:gd name="connsiteX1" fmla="*/ 42863 w 38100"/>
                <a:gd name="connsiteY1" fmla="*/ 21431 h 38100"/>
                <a:gd name="connsiteX2" fmla="*/ 21431 w 38100"/>
                <a:gd name="connsiteY2" fmla="*/ 0 h 38100"/>
                <a:gd name="connsiteX3" fmla="*/ 0 w 38100"/>
                <a:gd name="connsiteY3" fmla="*/ 21431 h 38100"/>
                <a:gd name="connsiteX4" fmla="*/ 21431 w 38100"/>
                <a:gd name="connsiteY4" fmla="*/ 42863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1431" y="42863"/>
                  </a:moveTo>
                  <a:cubicBezTo>
                    <a:pt x="33242" y="42863"/>
                    <a:pt x="42863" y="33242"/>
                    <a:pt x="42863" y="21431"/>
                  </a:cubicBezTo>
                  <a:cubicBezTo>
                    <a:pt x="42863" y="9620"/>
                    <a:pt x="33242" y="0"/>
                    <a:pt x="21431" y="0"/>
                  </a:cubicBezTo>
                  <a:cubicBezTo>
                    <a:pt x="9620" y="0"/>
                    <a:pt x="0" y="9620"/>
                    <a:pt x="0" y="21431"/>
                  </a:cubicBezTo>
                  <a:cubicBezTo>
                    <a:pt x="0" y="33242"/>
                    <a:pt x="9620" y="42863"/>
                    <a:pt x="21431" y="42863"/>
                  </a:cubicBezTo>
                  <a:close/>
                </a:path>
              </a:pathLst>
            </a:custGeom>
            <a:noFill/>
            <a:ln w="15875" cap="rnd">
              <a:solidFill>
                <a:schemeClr val="bg1"/>
              </a:solidFill>
              <a:prstDash val="solid"/>
              <a:round/>
            </a:ln>
          </p:spPr>
          <p:txBody>
            <a:bodyPr rtlCol="0" anchor="ctr"/>
            <a:lstStyle/>
            <a:p>
              <a:endParaRPr lang="en-GB"/>
            </a:p>
          </p:txBody>
        </p:sp>
        <p:sp>
          <p:nvSpPr>
            <p:cNvPr id="94" name="Freeform: Shape 1089">
              <a:extLst>
                <a:ext uri="{FF2B5EF4-FFF2-40B4-BE49-F238E27FC236}">
                  <a16:creationId xmlns:a16="http://schemas.microsoft.com/office/drawing/2014/main" id="{FCC2D287-989C-DEDA-8682-E569762E1C2A}"/>
                </a:ext>
              </a:extLst>
            </p:cNvPr>
            <p:cNvSpPr/>
            <p:nvPr/>
          </p:nvSpPr>
          <p:spPr>
            <a:xfrm>
              <a:off x="1128713" y="1489075"/>
              <a:ext cx="57150" cy="95250"/>
            </a:xfrm>
            <a:custGeom>
              <a:avLst/>
              <a:gdLst>
                <a:gd name="connsiteX0" fmla="*/ 28575 w 57150"/>
                <a:gd name="connsiteY0" fmla="*/ 0 h 95250"/>
                <a:gd name="connsiteX1" fmla="*/ 0 w 57150"/>
                <a:gd name="connsiteY1" fmla="*/ 28575 h 95250"/>
                <a:gd name="connsiteX2" fmla="*/ 0 w 57150"/>
                <a:gd name="connsiteY2" fmla="*/ 52388 h 95250"/>
                <a:gd name="connsiteX3" fmla="*/ 14288 w 57150"/>
                <a:gd name="connsiteY3" fmla="*/ 52388 h 95250"/>
                <a:gd name="connsiteX4" fmla="*/ 19050 w 57150"/>
                <a:gd name="connsiteY4" fmla="*/ 95250 h 95250"/>
                <a:gd name="connsiteX5" fmla="*/ 38100 w 57150"/>
                <a:gd name="connsiteY5" fmla="*/ 95250 h 95250"/>
                <a:gd name="connsiteX6" fmla="*/ 42863 w 57150"/>
                <a:gd name="connsiteY6" fmla="*/ 52388 h 95250"/>
                <a:gd name="connsiteX7" fmla="*/ 57150 w 57150"/>
                <a:gd name="connsiteY7" fmla="*/ 52388 h 95250"/>
                <a:gd name="connsiteX8" fmla="*/ 57150 w 57150"/>
                <a:gd name="connsiteY8" fmla="*/ 28575 h 95250"/>
                <a:gd name="connsiteX9" fmla="*/ 28575 w 57150"/>
                <a:gd name="connsiteY9"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150" h="95250">
                  <a:moveTo>
                    <a:pt x="28575" y="0"/>
                  </a:moveTo>
                  <a:cubicBezTo>
                    <a:pt x="12764" y="0"/>
                    <a:pt x="0" y="12764"/>
                    <a:pt x="0" y="28575"/>
                  </a:cubicBezTo>
                  <a:lnTo>
                    <a:pt x="0" y="52388"/>
                  </a:lnTo>
                  <a:lnTo>
                    <a:pt x="14288" y="52388"/>
                  </a:lnTo>
                  <a:lnTo>
                    <a:pt x="19050" y="95250"/>
                  </a:lnTo>
                  <a:lnTo>
                    <a:pt x="38100" y="95250"/>
                  </a:lnTo>
                  <a:lnTo>
                    <a:pt x="42863" y="52388"/>
                  </a:lnTo>
                  <a:lnTo>
                    <a:pt x="57150" y="52388"/>
                  </a:lnTo>
                  <a:lnTo>
                    <a:pt x="57150" y="28575"/>
                  </a:lnTo>
                  <a:cubicBezTo>
                    <a:pt x="57150" y="12764"/>
                    <a:pt x="44387" y="0"/>
                    <a:pt x="28575" y="0"/>
                  </a:cubicBezTo>
                  <a:close/>
                </a:path>
              </a:pathLst>
            </a:custGeom>
            <a:noFill/>
            <a:ln w="15875" cap="rnd">
              <a:solidFill>
                <a:schemeClr val="bg1"/>
              </a:solidFill>
              <a:prstDash val="solid"/>
              <a:round/>
            </a:ln>
          </p:spPr>
          <p:txBody>
            <a:bodyPr rtlCol="0" anchor="ctr"/>
            <a:lstStyle/>
            <a:p>
              <a:endParaRPr lang="en-GB"/>
            </a:p>
          </p:txBody>
        </p:sp>
        <p:sp>
          <p:nvSpPr>
            <p:cNvPr id="95" name="Freeform: Shape 1090">
              <a:extLst>
                <a:ext uri="{FF2B5EF4-FFF2-40B4-BE49-F238E27FC236}">
                  <a16:creationId xmlns:a16="http://schemas.microsoft.com/office/drawing/2014/main" id="{AB7BE6BB-11BB-12E9-BAC0-4B32FBD5D492}"/>
                </a:ext>
              </a:extLst>
            </p:cNvPr>
            <p:cNvSpPr/>
            <p:nvPr/>
          </p:nvSpPr>
          <p:spPr>
            <a:xfrm>
              <a:off x="973931" y="1436688"/>
              <a:ext cx="38100" cy="38100"/>
            </a:xfrm>
            <a:custGeom>
              <a:avLst/>
              <a:gdLst>
                <a:gd name="connsiteX0" fmla="*/ 21431 w 38100"/>
                <a:gd name="connsiteY0" fmla="*/ 42863 h 38100"/>
                <a:gd name="connsiteX1" fmla="*/ 42863 w 38100"/>
                <a:gd name="connsiteY1" fmla="*/ 21431 h 38100"/>
                <a:gd name="connsiteX2" fmla="*/ 21431 w 38100"/>
                <a:gd name="connsiteY2" fmla="*/ 0 h 38100"/>
                <a:gd name="connsiteX3" fmla="*/ 0 w 38100"/>
                <a:gd name="connsiteY3" fmla="*/ 21431 h 38100"/>
                <a:gd name="connsiteX4" fmla="*/ 21431 w 38100"/>
                <a:gd name="connsiteY4" fmla="*/ 42863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1431" y="42863"/>
                  </a:moveTo>
                  <a:cubicBezTo>
                    <a:pt x="33242" y="42863"/>
                    <a:pt x="42863" y="33242"/>
                    <a:pt x="42863" y="21431"/>
                  </a:cubicBezTo>
                  <a:cubicBezTo>
                    <a:pt x="42863" y="9620"/>
                    <a:pt x="33242" y="0"/>
                    <a:pt x="21431" y="0"/>
                  </a:cubicBezTo>
                  <a:cubicBezTo>
                    <a:pt x="9620" y="0"/>
                    <a:pt x="0" y="9620"/>
                    <a:pt x="0" y="21431"/>
                  </a:cubicBezTo>
                  <a:cubicBezTo>
                    <a:pt x="0" y="33242"/>
                    <a:pt x="9620" y="42863"/>
                    <a:pt x="21431" y="42863"/>
                  </a:cubicBezTo>
                  <a:close/>
                </a:path>
              </a:pathLst>
            </a:custGeom>
            <a:noFill/>
            <a:ln w="15875" cap="rnd">
              <a:solidFill>
                <a:schemeClr val="bg1"/>
              </a:solidFill>
              <a:prstDash val="solid"/>
              <a:round/>
            </a:ln>
          </p:spPr>
          <p:txBody>
            <a:bodyPr rtlCol="0" anchor="ctr"/>
            <a:lstStyle/>
            <a:p>
              <a:endParaRPr lang="en-GB"/>
            </a:p>
          </p:txBody>
        </p:sp>
        <p:sp>
          <p:nvSpPr>
            <p:cNvPr id="96" name="Freeform: Shape 1091">
              <a:extLst>
                <a:ext uri="{FF2B5EF4-FFF2-40B4-BE49-F238E27FC236}">
                  <a16:creationId xmlns:a16="http://schemas.microsoft.com/office/drawing/2014/main" id="{F56A6B1D-132F-EF7E-0E64-7238D91AA5AF}"/>
                </a:ext>
              </a:extLst>
            </p:cNvPr>
            <p:cNvSpPr/>
            <p:nvPr/>
          </p:nvSpPr>
          <p:spPr>
            <a:xfrm>
              <a:off x="966788" y="1489075"/>
              <a:ext cx="57150" cy="95250"/>
            </a:xfrm>
            <a:custGeom>
              <a:avLst/>
              <a:gdLst>
                <a:gd name="connsiteX0" fmla="*/ 28575 w 57150"/>
                <a:gd name="connsiteY0" fmla="*/ 0 h 95250"/>
                <a:gd name="connsiteX1" fmla="*/ 0 w 57150"/>
                <a:gd name="connsiteY1" fmla="*/ 28575 h 95250"/>
                <a:gd name="connsiteX2" fmla="*/ 0 w 57150"/>
                <a:gd name="connsiteY2" fmla="*/ 52388 h 95250"/>
                <a:gd name="connsiteX3" fmla="*/ 14288 w 57150"/>
                <a:gd name="connsiteY3" fmla="*/ 52388 h 95250"/>
                <a:gd name="connsiteX4" fmla="*/ 19050 w 57150"/>
                <a:gd name="connsiteY4" fmla="*/ 95250 h 95250"/>
                <a:gd name="connsiteX5" fmla="*/ 38100 w 57150"/>
                <a:gd name="connsiteY5" fmla="*/ 95250 h 95250"/>
                <a:gd name="connsiteX6" fmla="*/ 42863 w 57150"/>
                <a:gd name="connsiteY6" fmla="*/ 52388 h 95250"/>
                <a:gd name="connsiteX7" fmla="*/ 57150 w 57150"/>
                <a:gd name="connsiteY7" fmla="*/ 52388 h 95250"/>
                <a:gd name="connsiteX8" fmla="*/ 57150 w 57150"/>
                <a:gd name="connsiteY8" fmla="*/ 28575 h 95250"/>
                <a:gd name="connsiteX9" fmla="*/ 28575 w 57150"/>
                <a:gd name="connsiteY9"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150" h="95250">
                  <a:moveTo>
                    <a:pt x="28575" y="0"/>
                  </a:moveTo>
                  <a:cubicBezTo>
                    <a:pt x="12764" y="0"/>
                    <a:pt x="0" y="12764"/>
                    <a:pt x="0" y="28575"/>
                  </a:cubicBezTo>
                  <a:lnTo>
                    <a:pt x="0" y="52388"/>
                  </a:lnTo>
                  <a:lnTo>
                    <a:pt x="14288" y="52388"/>
                  </a:lnTo>
                  <a:lnTo>
                    <a:pt x="19050" y="95250"/>
                  </a:lnTo>
                  <a:lnTo>
                    <a:pt x="38100" y="95250"/>
                  </a:lnTo>
                  <a:lnTo>
                    <a:pt x="42863" y="52388"/>
                  </a:lnTo>
                  <a:lnTo>
                    <a:pt x="57150" y="52388"/>
                  </a:lnTo>
                  <a:lnTo>
                    <a:pt x="57150" y="28575"/>
                  </a:lnTo>
                  <a:cubicBezTo>
                    <a:pt x="57150" y="12764"/>
                    <a:pt x="44387" y="0"/>
                    <a:pt x="28575" y="0"/>
                  </a:cubicBezTo>
                  <a:close/>
                </a:path>
              </a:pathLst>
            </a:custGeom>
            <a:noFill/>
            <a:ln w="15875" cap="rnd">
              <a:solidFill>
                <a:schemeClr val="bg1"/>
              </a:solidFill>
              <a:prstDash val="solid"/>
              <a:round/>
            </a:ln>
          </p:spPr>
          <p:txBody>
            <a:bodyPr rtlCol="0" anchor="ctr"/>
            <a:lstStyle/>
            <a:p>
              <a:endParaRPr lang="en-GB"/>
            </a:p>
          </p:txBody>
        </p:sp>
        <p:sp>
          <p:nvSpPr>
            <p:cNvPr id="97" name="Freeform: Shape 1092">
              <a:extLst>
                <a:ext uri="{FF2B5EF4-FFF2-40B4-BE49-F238E27FC236}">
                  <a16:creationId xmlns:a16="http://schemas.microsoft.com/office/drawing/2014/main" id="{273993BD-4545-64BD-28F8-AA969D2309CE}"/>
                </a:ext>
              </a:extLst>
            </p:cNvPr>
            <p:cNvSpPr/>
            <p:nvPr/>
          </p:nvSpPr>
          <p:spPr>
            <a:xfrm>
              <a:off x="1050131" y="1417638"/>
              <a:ext cx="47625" cy="47625"/>
            </a:xfrm>
            <a:custGeom>
              <a:avLst/>
              <a:gdLst>
                <a:gd name="connsiteX0" fmla="*/ 26194 w 47625"/>
                <a:gd name="connsiteY0" fmla="*/ 52388 h 47625"/>
                <a:gd name="connsiteX1" fmla="*/ 52388 w 47625"/>
                <a:gd name="connsiteY1" fmla="*/ 26194 h 47625"/>
                <a:gd name="connsiteX2" fmla="*/ 26194 w 47625"/>
                <a:gd name="connsiteY2" fmla="*/ 0 h 47625"/>
                <a:gd name="connsiteX3" fmla="*/ 0 w 47625"/>
                <a:gd name="connsiteY3" fmla="*/ 26194 h 47625"/>
                <a:gd name="connsiteX4" fmla="*/ 26194 w 47625"/>
                <a:gd name="connsiteY4" fmla="*/ 52388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26194" y="52388"/>
                  </a:moveTo>
                  <a:cubicBezTo>
                    <a:pt x="40672" y="52388"/>
                    <a:pt x="52388" y="40672"/>
                    <a:pt x="52388" y="26194"/>
                  </a:cubicBezTo>
                  <a:cubicBezTo>
                    <a:pt x="52388" y="11716"/>
                    <a:pt x="40672" y="0"/>
                    <a:pt x="26194" y="0"/>
                  </a:cubicBezTo>
                  <a:cubicBezTo>
                    <a:pt x="11716" y="0"/>
                    <a:pt x="0" y="11716"/>
                    <a:pt x="0" y="26194"/>
                  </a:cubicBezTo>
                  <a:cubicBezTo>
                    <a:pt x="0" y="40672"/>
                    <a:pt x="11716" y="52388"/>
                    <a:pt x="26194" y="52388"/>
                  </a:cubicBezTo>
                  <a:close/>
                </a:path>
              </a:pathLst>
            </a:custGeom>
            <a:noFill/>
            <a:ln w="15875" cap="rnd">
              <a:solidFill>
                <a:schemeClr val="bg1"/>
              </a:solidFill>
              <a:prstDash val="solid"/>
              <a:round/>
            </a:ln>
          </p:spPr>
          <p:txBody>
            <a:bodyPr rtlCol="0" anchor="ctr"/>
            <a:lstStyle/>
            <a:p>
              <a:endParaRPr lang="en-GB"/>
            </a:p>
          </p:txBody>
        </p:sp>
        <p:sp>
          <p:nvSpPr>
            <p:cNvPr id="98" name="Freeform: Shape 1093">
              <a:extLst>
                <a:ext uri="{FF2B5EF4-FFF2-40B4-BE49-F238E27FC236}">
                  <a16:creationId xmlns:a16="http://schemas.microsoft.com/office/drawing/2014/main" id="{DB27B31B-18B2-65A8-F935-7219293D27D7}"/>
                </a:ext>
              </a:extLst>
            </p:cNvPr>
            <p:cNvSpPr/>
            <p:nvPr/>
          </p:nvSpPr>
          <p:spPr>
            <a:xfrm>
              <a:off x="1042988" y="1479550"/>
              <a:ext cx="66675" cy="104775"/>
            </a:xfrm>
            <a:custGeom>
              <a:avLst/>
              <a:gdLst>
                <a:gd name="connsiteX0" fmla="*/ 66675 w 66675"/>
                <a:gd name="connsiteY0" fmla="*/ 33338 h 104775"/>
                <a:gd name="connsiteX1" fmla="*/ 33338 w 66675"/>
                <a:gd name="connsiteY1" fmla="*/ 0 h 104775"/>
                <a:gd name="connsiteX2" fmla="*/ 0 w 66675"/>
                <a:gd name="connsiteY2" fmla="*/ 33338 h 104775"/>
                <a:gd name="connsiteX3" fmla="*/ 0 w 66675"/>
                <a:gd name="connsiteY3" fmla="*/ 61913 h 104775"/>
                <a:gd name="connsiteX4" fmla="*/ 15049 w 66675"/>
                <a:gd name="connsiteY4" fmla="*/ 61913 h 104775"/>
                <a:gd name="connsiteX5" fmla="*/ 19050 w 66675"/>
                <a:gd name="connsiteY5" fmla="*/ 109538 h 104775"/>
                <a:gd name="connsiteX6" fmla="*/ 47625 w 66675"/>
                <a:gd name="connsiteY6" fmla="*/ 109538 h 104775"/>
                <a:gd name="connsiteX7" fmla="*/ 51626 w 66675"/>
                <a:gd name="connsiteY7" fmla="*/ 61913 h 104775"/>
                <a:gd name="connsiteX8" fmla="*/ 66675 w 66675"/>
                <a:gd name="connsiteY8" fmla="*/ 61913 h 104775"/>
                <a:gd name="connsiteX9" fmla="*/ 66675 w 66675"/>
                <a:gd name="connsiteY9" fmla="*/ 33338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675" h="104775">
                  <a:moveTo>
                    <a:pt x="66675" y="33338"/>
                  </a:moveTo>
                  <a:cubicBezTo>
                    <a:pt x="66675" y="14954"/>
                    <a:pt x="51721" y="0"/>
                    <a:pt x="33338" y="0"/>
                  </a:cubicBezTo>
                  <a:cubicBezTo>
                    <a:pt x="14954" y="0"/>
                    <a:pt x="0" y="14954"/>
                    <a:pt x="0" y="33338"/>
                  </a:cubicBezTo>
                  <a:lnTo>
                    <a:pt x="0" y="61913"/>
                  </a:lnTo>
                  <a:lnTo>
                    <a:pt x="15049" y="61913"/>
                  </a:lnTo>
                  <a:lnTo>
                    <a:pt x="19050" y="109538"/>
                  </a:lnTo>
                  <a:lnTo>
                    <a:pt x="47625" y="109538"/>
                  </a:lnTo>
                  <a:lnTo>
                    <a:pt x="51626" y="61913"/>
                  </a:lnTo>
                  <a:lnTo>
                    <a:pt x="66675" y="61913"/>
                  </a:lnTo>
                  <a:lnTo>
                    <a:pt x="66675" y="33338"/>
                  </a:lnTo>
                  <a:close/>
                </a:path>
              </a:pathLst>
            </a:custGeom>
            <a:noFill/>
            <a:ln w="15875" cap="rnd">
              <a:solidFill>
                <a:schemeClr val="bg1"/>
              </a:solidFill>
              <a:prstDash val="solid"/>
              <a:round/>
            </a:ln>
          </p:spPr>
          <p:txBody>
            <a:bodyPr rtlCol="0" anchor="ctr"/>
            <a:lstStyle/>
            <a:p>
              <a:endParaRPr lang="en-GB"/>
            </a:p>
          </p:txBody>
        </p:sp>
      </p:grpSp>
      <p:grpSp>
        <p:nvGrpSpPr>
          <p:cNvPr id="99" name="Group 98">
            <a:extLst>
              <a:ext uri="{FF2B5EF4-FFF2-40B4-BE49-F238E27FC236}">
                <a16:creationId xmlns:a16="http://schemas.microsoft.com/office/drawing/2014/main" id="{A42CB66A-2923-D17C-F607-6F27D346658A}"/>
              </a:ext>
            </a:extLst>
          </p:cNvPr>
          <p:cNvGrpSpPr/>
          <p:nvPr/>
        </p:nvGrpSpPr>
        <p:grpSpPr>
          <a:xfrm>
            <a:off x="4928508" y="3166923"/>
            <a:ext cx="427504" cy="427504"/>
            <a:chOff x="2473887" y="1451041"/>
            <a:chExt cx="219075" cy="219075"/>
          </a:xfrm>
        </p:grpSpPr>
        <p:sp>
          <p:nvSpPr>
            <p:cNvPr id="100" name="Freeform: Shape 25">
              <a:extLst>
                <a:ext uri="{FF2B5EF4-FFF2-40B4-BE49-F238E27FC236}">
                  <a16:creationId xmlns:a16="http://schemas.microsoft.com/office/drawing/2014/main" id="{415C3F4B-953A-A30D-3A8A-6DB54CAFE0A7}"/>
                </a:ext>
              </a:extLst>
            </p:cNvPr>
            <p:cNvSpPr/>
            <p:nvPr/>
          </p:nvSpPr>
          <p:spPr>
            <a:xfrm>
              <a:off x="2473887" y="1451041"/>
              <a:ext cx="219075" cy="219075"/>
            </a:xfrm>
            <a:custGeom>
              <a:avLst/>
              <a:gdLst>
                <a:gd name="connsiteX0" fmla="*/ 109538 w 219075"/>
                <a:gd name="connsiteY0" fmla="*/ 219075 h 219075"/>
                <a:gd name="connsiteX1" fmla="*/ 219075 w 219075"/>
                <a:gd name="connsiteY1" fmla="*/ 109538 h 219075"/>
                <a:gd name="connsiteX2" fmla="*/ 109538 w 219075"/>
                <a:gd name="connsiteY2" fmla="*/ 0 h 219075"/>
                <a:gd name="connsiteX3" fmla="*/ 0 w 219075"/>
                <a:gd name="connsiteY3" fmla="*/ 109538 h 219075"/>
                <a:gd name="connsiteX4" fmla="*/ 109538 w 219075"/>
                <a:gd name="connsiteY4" fmla="*/ 219075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075" h="219075">
                  <a:moveTo>
                    <a:pt x="109538" y="219075"/>
                  </a:moveTo>
                  <a:cubicBezTo>
                    <a:pt x="170021" y="219075"/>
                    <a:pt x="219075" y="170021"/>
                    <a:pt x="219075" y="109538"/>
                  </a:cubicBezTo>
                  <a:cubicBezTo>
                    <a:pt x="219075" y="49054"/>
                    <a:pt x="170021" y="0"/>
                    <a:pt x="109538" y="0"/>
                  </a:cubicBezTo>
                  <a:cubicBezTo>
                    <a:pt x="49054" y="0"/>
                    <a:pt x="0" y="49054"/>
                    <a:pt x="0" y="109538"/>
                  </a:cubicBezTo>
                  <a:cubicBezTo>
                    <a:pt x="0" y="170021"/>
                    <a:pt x="49054" y="219075"/>
                    <a:pt x="109538" y="219075"/>
                  </a:cubicBezTo>
                  <a:close/>
                </a:path>
              </a:pathLst>
            </a:custGeom>
            <a:noFill/>
            <a:ln w="15875" cap="rnd">
              <a:solidFill>
                <a:schemeClr val="bg1"/>
              </a:solidFill>
              <a:prstDash val="solid"/>
              <a:round/>
            </a:ln>
          </p:spPr>
          <p:txBody>
            <a:bodyPr rtlCol="0" anchor="ctr"/>
            <a:lstStyle/>
            <a:p>
              <a:endParaRPr lang="en-GB"/>
            </a:p>
          </p:txBody>
        </p:sp>
        <p:sp>
          <p:nvSpPr>
            <p:cNvPr id="101" name="Freeform: Shape 26">
              <a:extLst>
                <a:ext uri="{FF2B5EF4-FFF2-40B4-BE49-F238E27FC236}">
                  <a16:creationId xmlns:a16="http://schemas.microsoft.com/office/drawing/2014/main" id="{3BC546C7-30EC-347A-0AA0-DA1BFB66B9A4}"/>
                </a:ext>
              </a:extLst>
            </p:cNvPr>
            <p:cNvSpPr/>
            <p:nvPr/>
          </p:nvSpPr>
          <p:spPr>
            <a:xfrm>
              <a:off x="2564624" y="1496665"/>
              <a:ext cx="76200" cy="76200"/>
            </a:xfrm>
            <a:custGeom>
              <a:avLst/>
              <a:gdLst>
                <a:gd name="connsiteX0" fmla="*/ 32231 w 76200"/>
                <a:gd name="connsiteY0" fmla="*/ 77343 h 76200"/>
                <a:gd name="connsiteX1" fmla="*/ 5561 w 76200"/>
                <a:gd name="connsiteY1" fmla="*/ 77153 h 76200"/>
                <a:gd name="connsiteX2" fmla="*/ 5370 w 76200"/>
                <a:gd name="connsiteY2" fmla="*/ 50483 h 76200"/>
                <a:gd name="connsiteX3" fmla="*/ 82808 w 76200"/>
                <a:gd name="connsiteY3" fmla="*/ 0 h 76200"/>
                <a:gd name="connsiteX4" fmla="*/ 32231 w 76200"/>
                <a:gd name="connsiteY4" fmla="*/ 77343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32231" y="77343"/>
                  </a:moveTo>
                  <a:cubicBezTo>
                    <a:pt x="24801" y="84582"/>
                    <a:pt x="12895" y="84487"/>
                    <a:pt x="5561" y="77153"/>
                  </a:cubicBezTo>
                  <a:cubicBezTo>
                    <a:pt x="-1773" y="69818"/>
                    <a:pt x="-1869" y="57912"/>
                    <a:pt x="5370" y="50483"/>
                  </a:cubicBezTo>
                  <a:cubicBezTo>
                    <a:pt x="12800" y="43053"/>
                    <a:pt x="82808" y="0"/>
                    <a:pt x="82808" y="0"/>
                  </a:cubicBezTo>
                  <a:cubicBezTo>
                    <a:pt x="82808" y="0"/>
                    <a:pt x="39756" y="69914"/>
                    <a:pt x="32231" y="77343"/>
                  </a:cubicBezTo>
                  <a:close/>
                </a:path>
              </a:pathLst>
            </a:custGeom>
            <a:noFill/>
            <a:ln w="15875" cap="rnd">
              <a:solidFill>
                <a:schemeClr val="bg1"/>
              </a:solidFill>
              <a:prstDash val="solid"/>
              <a:round/>
            </a:ln>
          </p:spPr>
          <p:txBody>
            <a:bodyPr rtlCol="0" anchor="ctr"/>
            <a:lstStyle/>
            <a:p>
              <a:endParaRPr lang="en-GB"/>
            </a:p>
          </p:txBody>
        </p:sp>
        <p:sp>
          <p:nvSpPr>
            <p:cNvPr id="102" name="Freeform: Shape 27">
              <a:extLst>
                <a:ext uri="{FF2B5EF4-FFF2-40B4-BE49-F238E27FC236}">
                  <a16:creationId xmlns:a16="http://schemas.microsoft.com/office/drawing/2014/main" id="{A0ABE197-0313-0B26-048C-9BC63D875CF3}"/>
                </a:ext>
              </a:extLst>
            </p:cNvPr>
            <p:cNvSpPr/>
            <p:nvPr/>
          </p:nvSpPr>
          <p:spPr>
            <a:xfrm>
              <a:off x="2502462" y="1560578"/>
              <a:ext cx="9525" cy="9525"/>
            </a:xfrm>
            <a:custGeom>
              <a:avLst/>
              <a:gdLst>
                <a:gd name="connsiteX0" fmla="*/ 0 w 9525"/>
                <a:gd name="connsiteY0" fmla="*/ 0 h 0"/>
                <a:gd name="connsiteX1" fmla="*/ 14288 w 9525"/>
                <a:gd name="connsiteY1" fmla="*/ 0 h 0"/>
              </a:gdLst>
              <a:ahLst/>
              <a:cxnLst>
                <a:cxn ang="0">
                  <a:pos x="connsiteX0" y="connsiteY0"/>
                </a:cxn>
                <a:cxn ang="0">
                  <a:pos x="connsiteX1" y="connsiteY1"/>
                </a:cxn>
              </a:cxnLst>
              <a:rect l="l" t="t" r="r" b="b"/>
              <a:pathLst>
                <a:path w="9525">
                  <a:moveTo>
                    <a:pt x="0" y="0"/>
                  </a:moveTo>
                  <a:lnTo>
                    <a:pt x="14288" y="0"/>
                  </a:lnTo>
                </a:path>
              </a:pathLst>
            </a:custGeom>
            <a:noFill/>
            <a:ln w="15875" cap="rnd">
              <a:solidFill>
                <a:schemeClr val="bg1"/>
              </a:solidFill>
              <a:prstDash val="solid"/>
              <a:round/>
            </a:ln>
          </p:spPr>
          <p:txBody>
            <a:bodyPr rtlCol="0" anchor="ctr"/>
            <a:lstStyle/>
            <a:p>
              <a:endParaRPr lang="en-GB"/>
            </a:p>
          </p:txBody>
        </p:sp>
        <p:sp>
          <p:nvSpPr>
            <p:cNvPr id="103" name="Freeform: Shape 28">
              <a:extLst>
                <a:ext uri="{FF2B5EF4-FFF2-40B4-BE49-F238E27FC236}">
                  <a16:creationId xmlns:a16="http://schemas.microsoft.com/office/drawing/2014/main" id="{FE126866-5355-B29E-0EB0-922103675BCE}"/>
                </a:ext>
              </a:extLst>
            </p:cNvPr>
            <p:cNvSpPr/>
            <p:nvPr/>
          </p:nvSpPr>
          <p:spPr>
            <a:xfrm>
              <a:off x="2526179" y="1503333"/>
              <a:ext cx="9525" cy="9525"/>
            </a:xfrm>
            <a:custGeom>
              <a:avLst/>
              <a:gdLst>
                <a:gd name="connsiteX0" fmla="*/ 0 w 9525"/>
                <a:gd name="connsiteY0" fmla="*/ 0 h 9525"/>
                <a:gd name="connsiteX1" fmla="*/ 10096 w 9525"/>
                <a:gd name="connsiteY1" fmla="*/ 10097 h 9525"/>
              </a:gdLst>
              <a:ahLst/>
              <a:cxnLst>
                <a:cxn ang="0">
                  <a:pos x="connsiteX0" y="connsiteY0"/>
                </a:cxn>
                <a:cxn ang="0">
                  <a:pos x="connsiteX1" y="connsiteY1"/>
                </a:cxn>
              </a:cxnLst>
              <a:rect l="l" t="t" r="r" b="b"/>
              <a:pathLst>
                <a:path w="9525" h="9525">
                  <a:moveTo>
                    <a:pt x="0" y="0"/>
                  </a:moveTo>
                  <a:lnTo>
                    <a:pt x="10096" y="10097"/>
                  </a:lnTo>
                </a:path>
              </a:pathLst>
            </a:custGeom>
            <a:noFill/>
            <a:ln w="15875" cap="rnd">
              <a:solidFill>
                <a:schemeClr val="bg1"/>
              </a:solidFill>
              <a:prstDash val="solid"/>
              <a:round/>
            </a:ln>
          </p:spPr>
          <p:txBody>
            <a:bodyPr rtlCol="0" anchor="ctr"/>
            <a:lstStyle/>
            <a:p>
              <a:endParaRPr lang="en-GB"/>
            </a:p>
          </p:txBody>
        </p:sp>
        <p:sp>
          <p:nvSpPr>
            <p:cNvPr id="104" name="Freeform: Shape 29">
              <a:extLst>
                <a:ext uri="{FF2B5EF4-FFF2-40B4-BE49-F238E27FC236}">
                  <a16:creationId xmlns:a16="http://schemas.microsoft.com/office/drawing/2014/main" id="{EE63FD2D-73F1-E762-AC02-87EEFCEC4AB9}"/>
                </a:ext>
              </a:extLst>
            </p:cNvPr>
            <p:cNvSpPr/>
            <p:nvPr/>
          </p:nvSpPr>
          <p:spPr>
            <a:xfrm>
              <a:off x="2583425" y="1479616"/>
              <a:ext cx="9525" cy="9525"/>
            </a:xfrm>
            <a:custGeom>
              <a:avLst/>
              <a:gdLst>
                <a:gd name="connsiteX0" fmla="*/ 0 w 0"/>
                <a:gd name="connsiteY0" fmla="*/ 0 h 9525"/>
                <a:gd name="connsiteX1" fmla="*/ 0 w 0"/>
                <a:gd name="connsiteY1" fmla="*/ 14288 h 9525"/>
              </a:gdLst>
              <a:ahLst/>
              <a:cxnLst>
                <a:cxn ang="0">
                  <a:pos x="connsiteX0" y="connsiteY0"/>
                </a:cxn>
                <a:cxn ang="0">
                  <a:pos x="connsiteX1" y="connsiteY1"/>
                </a:cxn>
              </a:cxnLst>
              <a:rect l="l" t="t" r="r" b="b"/>
              <a:pathLst>
                <a:path h="9525">
                  <a:moveTo>
                    <a:pt x="0" y="0"/>
                  </a:moveTo>
                  <a:lnTo>
                    <a:pt x="0" y="14288"/>
                  </a:lnTo>
                </a:path>
              </a:pathLst>
            </a:custGeom>
            <a:noFill/>
            <a:ln w="15875" cap="rnd">
              <a:solidFill>
                <a:schemeClr val="bg1"/>
              </a:solidFill>
              <a:prstDash val="solid"/>
              <a:round/>
            </a:ln>
          </p:spPr>
          <p:txBody>
            <a:bodyPr rtlCol="0" anchor="ctr"/>
            <a:lstStyle/>
            <a:p>
              <a:endParaRPr lang="en-GB"/>
            </a:p>
          </p:txBody>
        </p:sp>
        <p:sp>
          <p:nvSpPr>
            <p:cNvPr id="105" name="Freeform: Shape 30">
              <a:extLst>
                <a:ext uri="{FF2B5EF4-FFF2-40B4-BE49-F238E27FC236}">
                  <a16:creationId xmlns:a16="http://schemas.microsoft.com/office/drawing/2014/main" id="{BE63AFF6-7CB4-B887-FFA5-1516239B9CE9}"/>
                </a:ext>
              </a:extLst>
            </p:cNvPr>
            <p:cNvSpPr/>
            <p:nvPr/>
          </p:nvSpPr>
          <p:spPr>
            <a:xfrm>
              <a:off x="2650100" y="1560578"/>
              <a:ext cx="9525" cy="9525"/>
            </a:xfrm>
            <a:custGeom>
              <a:avLst/>
              <a:gdLst>
                <a:gd name="connsiteX0" fmla="*/ 14288 w 9525"/>
                <a:gd name="connsiteY0" fmla="*/ 0 h 0"/>
                <a:gd name="connsiteX1" fmla="*/ 0 w 9525"/>
                <a:gd name="connsiteY1" fmla="*/ 0 h 0"/>
              </a:gdLst>
              <a:ahLst/>
              <a:cxnLst>
                <a:cxn ang="0">
                  <a:pos x="connsiteX0" y="connsiteY0"/>
                </a:cxn>
                <a:cxn ang="0">
                  <a:pos x="connsiteX1" y="connsiteY1"/>
                </a:cxn>
              </a:cxnLst>
              <a:rect l="l" t="t" r="r" b="b"/>
              <a:pathLst>
                <a:path w="9525">
                  <a:moveTo>
                    <a:pt x="14288" y="0"/>
                  </a:moveTo>
                  <a:lnTo>
                    <a:pt x="0" y="0"/>
                  </a:lnTo>
                </a:path>
              </a:pathLst>
            </a:custGeom>
            <a:noFill/>
            <a:ln w="15875" cap="rnd">
              <a:solidFill>
                <a:schemeClr val="bg1"/>
              </a:solidFill>
              <a:prstDash val="solid"/>
              <a:round/>
            </a:ln>
          </p:spPr>
          <p:txBody>
            <a:bodyPr rtlCol="0" anchor="ctr"/>
            <a:lstStyle/>
            <a:p>
              <a:endParaRPr lang="en-GB"/>
            </a:p>
          </p:txBody>
        </p:sp>
        <p:sp>
          <p:nvSpPr>
            <p:cNvPr id="106" name="Freeform: Shape 31">
              <a:extLst>
                <a:ext uri="{FF2B5EF4-FFF2-40B4-BE49-F238E27FC236}">
                  <a16:creationId xmlns:a16="http://schemas.microsoft.com/office/drawing/2014/main" id="{BFECE2DF-313E-6F46-28A3-BA2D9393C1A9}"/>
                </a:ext>
              </a:extLst>
            </p:cNvPr>
            <p:cNvSpPr/>
            <p:nvPr/>
          </p:nvSpPr>
          <p:spPr>
            <a:xfrm>
              <a:off x="2501224" y="1608176"/>
              <a:ext cx="161925" cy="19050"/>
            </a:xfrm>
            <a:custGeom>
              <a:avLst/>
              <a:gdLst>
                <a:gd name="connsiteX0" fmla="*/ 164401 w 161925"/>
                <a:gd name="connsiteY0" fmla="*/ 24792 h 19050"/>
                <a:gd name="connsiteX1" fmla="*/ 82201 w 161925"/>
                <a:gd name="connsiteY1" fmla="*/ 27 h 19050"/>
                <a:gd name="connsiteX2" fmla="*/ 0 w 161925"/>
                <a:gd name="connsiteY2" fmla="*/ 24792 h 19050"/>
              </a:gdLst>
              <a:ahLst/>
              <a:cxnLst>
                <a:cxn ang="0">
                  <a:pos x="connsiteX0" y="connsiteY0"/>
                </a:cxn>
                <a:cxn ang="0">
                  <a:pos x="connsiteX1" y="connsiteY1"/>
                </a:cxn>
                <a:cxn ang="0">
                  <a:pos x="connsiteX2" y="connsiteY2"/>
                </a:cxn>
              </a:cxnLst>
              <a:rect l="l" t="t" r="r" b="b"/>
              <a:pathLst>
                <a:path w="161925" h="19050">
                  <a:moveTo>
                    <a:pt x="164401" y="24792"/>
                  </a:moveTo>
                  <a:cubicBezTo>
                    <a:pt x="140303" y="8123"/>
                    <a:pt x="111538" y="-545"/>
                    <a:pt x="82201" y="27"/>
                  </a:cubicBezTo>
                  <a:cubicBezTo>
                    <a:pt x="52864" y="-545"/>
                    <a:pt x="24098" y="8123"/>
                    <a:pt x="0" y="24792"/>
                  </a:cubicBezTo>
                </a:path>
              </a:pathLst>
            </a:custGeom>
            <a:noFill/>
            <a:ln w="15875" cap="rnd">
              <a:solidFill>
                <a:schemeClr val="bg1"/>
              </a:solidFill>
              <a:prstDash val="solid"/>
              <a:round/>
            </a:ln>
          </p:spPr>
          <p:txBody>
            <a:bodyPr rtlCol="0" anchor="ctr"/>
            <a:lstStyle/>
            <a:p>
              <a:endParaRPr lang="en-GB"/>
            </a:p>
          </p:txBody>
        </p:sp>
      </p:grpSp>
      <p:grpSp>
        <p:nvGrpSpPr>
          <p:cNvPr id="107" name="Group 106">
            <a:extLst>
              <a:ext uri="{FF2B5EF4-FFF2-40B4-BE49-F238E27FC236}">
                <a16:creationId xmlns:a16="http://schemas.microsoft.com/office/drawing/2014/main" id="{6D9C9B1B-CD1C-624B-42DF-E89AFF7841CC}"/>
              </a:ext>
            </a:extLst>
          </p:cNvPr>
          <p:cNvGrpSpPr/>
          <p:nvPr/>
        </p:nvGrpSpPr>
        <p:grpSpPr>
          <a:xfrm>
            <a:off x="6854047" y="3166923"/>
            <a:ext cx="353156" cy="427504"/>
            <a:chOff x="4567238" y="1417638"/>
            <a:chExt cx="180975" cy="219075"/>
          </a:xfrm>
        </p:grpSpPr>
        <p:sp>
          <p:nvSpPr>
            <p:cNvPr id="108" name="Freeform: Shape 21">
              <a:extLst>
                <a:ext uri="{FF2B5EF4-FFF2-40B4-BE49-F238E27FC236}">
                  <a16:creationId xmlns:a16="http://schemas.microsoft.com/office/drawing/2014/main" id="{FF778AF5-4BBF-E9DD-CB15-5E252C3DDC5B}"/>
                </a:ext>
              </a:extLst>
            </p:cNvPr>
            <p:cNvSpPr/>
            <p:nvPr/>
          </p:nvSpPr>
          <p:spPr>
            <a:xfrm>
              <a:off x="4614863" y="1479550"/>
              <a:ext cx="95250" cy="66675"/>
            </a:xfrm>
            <a:custGeom>
              <a:avLst/>
              <a:gdLst>
                <a:gd name="connsiteX0" fmla="*/ 95250 w 95250"/>
                <a:gd name="connsiteY0" fmla="*/ 0 h 66675"/>
                <a:gd name="connsiteX1" fmla="*/ 23813 w 95250"/>
                <a:gd name="connsiteY1" fmla="*/ 66675 h 66675"/>
                <a:gd name="connsiteX2" fmla="*/ 0 w 95250"/>
                <a:gd name="connsiteY2" fmla="*/ 42863 h 66675"/>
              </a:gdLst>
              <a:ahLst/>
              <a:cxnLst>
                <a:cxn ang="0">
                  <a:pos x="connsiteX0" y="connsiteY0"/>
                </a:cxn>
                <a:cxn ang="0">
                  <a:pos x="connsiteX1" y="connsiteY1"/>
                </a:cxn>
                <a:cxn ang="0">
                  <a:pos x="connsiteX2" y="connsiteY2"/>
                </a:cxn>
              </a:cxnLst>
              <a:rect l="l" t="t" r="r" b="b"/>
              <a:pathLst>
                <a:path w="95250" h="66675">
                  <a:moveTo>
                    <a:pt x="95250" y="0"/>
                  </a:moveTo>
                  <a:lnTo>
                    <a:pt x="23813" y="66675"/>
                  </a:lnTo>
                  <a:lnTo>
                    <a:pt x="0" y="42863"/>
                  </a:lnTo>
                </a:path>
              </a:pathLst>
            </a:custGeom>
            <a:noFill/>
            <a:ln w="15875" cap="rnd">
              <a:solidFill>
                <a:schemeClr val="bg1"/>
              </a:solidFill>
              <a:prstDash val="solid"/>
              <a:round/>
            </a:ln>
          </p:spPr>
          <p:txBody>
            <a:bodyPr rtlCol="0" anchor="ctr"/>
            <a:lstStyle/>
            <a:p>
              <a:endParaRPr lang="en-GB"/>
            </a:p>
          </p:txBody>
        </p:sp>
        <p:sp>
          <p:nvSpPr>
            <p:cNvPr id="109" name="Freeform: Shape 22">
              <a:extLst>
                <a:ext uri="{FF2B5EF4-FFF2-40B4-BE49-F238E27FC236}">
                  <a16:creationId xmlns:a16="http://schemas.microsoft.com/office/drawing/2014/main" id="{68B2BE5D-EC84-1EAC-5A86-C9E6D9876D47}"/>
                </a:ext>
              </a:extLst>
            </p:cNvPr>
            <p:cNvSpPr/>
            <p:nvPr/>
          </p:nvSpPr>
          <p:spPr>
            <a:xfrm>
              <a:off x="4567238" y="1417638"/>
              <a:ext cx="180975" cy="219075"/>
            </a:xfrm>
            <a:custGeom>
              <a:avLst/>
              <a:gdLst>
                <a:gd name="connsiteX0" fmla="*/ 0 w 180975"/>
                <a:gd name="connsiteY0" fmla="*/ 9525 h 219075"/>
                <a:gd name="connsiteX1" fmla="*/ 9525 w 180975"/>
                <a:gd name="connsiteY1" fmla="*/ 0 h 219075"/>
                <a:gd name="connsiteX2" fmla="*/ 171450 w 180975"/>
                <a:gd name="connsiteY2" fmla="*/ 0 h 219075"/>
                <a:gd name="connsiteX3" fmla="*/ 180975 w 180975"/>
                <a:gd name="connsiteY3" fmla="*/ 9525 h 219075"/>
                <a:gd name="connsiteX4" fmla="*/ 180975 w 180975"/>
                <a:gd name="connsiteY4" fmla="*/ 69152 h 219075"/>
                <a:gd name="connsiteX5" fmla="*/ 90488 w 180975"/>
                <a:gd name="connsiteY5" fmla="*/ 219075 h 219075"/>
                <a:gd name="connsiteX6" fmla="*/ 0 w 180975"/>
                <a:gd name="connsiteY6" fmla="*/ 69152 h 219075"/>
                <a:gd name="connsiteX7" fmla="*/ 0 w 180975"/>
                <a:gd name="connsiteY7" fmla="*/ 9525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0975" h="219075">
                  <a:moveTo>
                    <a:pt x="0" y="9525"/>
                  </a:moveTo>
                  <a:cubicBezTo>
                    <a:pt x="0" y="4286"/>
                    <a:pt x="4286" y="0"/>
                    <a:pt x="9525" y="0"/>
                  </a:cubicBezTo>
                  <a:lnTo>
                    <a:pt x="171450" y="0"/>
                  </a:lnTo>
                  <a:cubicBezTo>
                    <a:pt x="176689" y="0"/>
                    <a:pt x="180975" y="4286"/>
                    <a:pt x="180975" y="9525"/>
                  </a:cubicBezTo>
                  <a:lnTo>
                    <a:pt x="180975" y="69152"/>
                  </a:lnTo>
                  <a:cubicBezTo>
                    <a:pt x="180975" y="132017"/>
                    <a:pt x="146113" y="189738"/>
                    <a:pt x="90488" y="219075"/>
                  </a:cubicBezTo>
                  <a:cubicBezTo>
                    <a:pt x="34862" y="189833"/>
                    <a:pt x="0" y="132112"/>
                    <a:pt x="0" y="69152"/>
                  </a:cubicBezTo>
                  <a:lnTo>
                    <a:pt x="0" y="9525"/>
                  </a:lnTo>
                  <a:close/>
                </a:path>
              </a:pathLst>
            </a:custGeom>
            <a:noFill/>
            <a:ln w="15875" cap="rnd">
              <a:solidFill>
                <a:schemeClr val="bg1"/>
              </a:solidFill>
              <a:prstDash val="solid"/>
              <a:round/>
            </a:ln>
          </p:spPr>
          <p:txBody>
            <a:bodyPr rtlCol="0" anchor="ctr"/>
            <a:lstStyle/>
            <a:p>
              <a:endParaRPr lang="en-GB"/>
            </a:p>
          </p:txBody>
        </p:sp>
      </p:grpSp>
      <p:grpSp>
        <p:nvGrpSpPr>
          <p:cNvPr id="110" name="Group 109">
            <a:extLst>
              <a:ext uri="{FF2B5EF4-FFF2-40B4-BE49-F238E27FC236}">
                <a16:creationId xmlns:a16="http://schemas.microsoft.com/office/drawing/2014/main" id="{5FD823AC-B70C-D426-21B3-9E82811EF43E}"/>
              </a:ext>
            </a:extLst>
          </p:cNvPr>
          <p:cNvGrpSpPr/>
          <p:nvPr/>
        </p:nvGrpSpPr>
        <p:grpSpPr>
          <a:xfrm>
            <a:off x="8714533" y="3166922"/>
            <a:ext cx="408916" cy="427506"/>
            <a:chOff x="2468932" y="2790063"/>
            <a:chExt cx="209550" cy="219075"/>
          </a:xfrm>
        </p:grpSpPr>
        <p:sp>
          <p:nvSpPr>
            <p:cNvPr id="111" name="Freeform: Shape 208">
              <a:extLst>
                <a:ext uri="{FF2B5EF4-FFF2-40B4-BE49-F238E27FC236}">
                  <a16:creationId xmlns:a16="http://schemas.microsoft.com/office/drawing/2014/main" id="{A49B065E-636E-C469-F681-CDD785AABA0F}"/>
                </a:ext>
              </a:extLst>
            </p:cNvPr>
            <p:cNvSpPr/>
            <p:nvPr/>
          </p:nvSpPr>
          <p:spPr>
            <a:xfrm>
              <a:off x="2468932" y="2790063"/>
              <a:ext cx="209550" cy="219075"/>
            </a:xfrm>
            <a:custGeom>
              <a:avLst/>
              <a:gdLst>
                <a:gd name="connsiteX0" fmla="*/ 214693 w 209550"/>
                <a:gd name="connsiteY0" fmla="*/ 124301 h 219075"/>
                <a:gd name="connsiteX1" fmla="*/ 218884 w 209550"/>
                <a:gd name="connsiteY1" fmla="*/ 119539 h 219075"/>
                <a:gd name="connsiteX2" fmla="*/ 218884 w 209550"/>
                <a:gd name="connsiteY2" fmla="*/ 99441 h 219075"/>
                <a:gd name="connsiteX3" fmla="*/ 214693 w 209550"/>
                <a:gd name="connsiteY3" fmla="*/ 94679 h 219075"/>
                <a:gd name="connsiteX4" fmla="*/ 193262 w 209550"/>
                <a:gd name="connsiteY4" fmla="*/ 92012 h 219075"/>
                <a:gd name="connsiteX5" fmla="*/ 180975 w 209550"/>
                <a:gd name="connsiteY5" fmla="*/ 62579 h 219075"/>
                <a:gd name="connsiteX6" fmla="*/ 194310 w 209550"/>
                <a:gd name="connsiteY6" fmla="*/ 45434 h 219075"/>
                <a:gd name="connsiteX7" fmla="*/ 193929 w 209550"/>
                <a:gd name="connsiteY7" fmla="*/ 39148 h 219075"/>
                <a:gd name="connsiteX8" fmla="*/ 179642 w 209550"/>
                <a:gd name="connsiteY8" fmla="*/ 24860 h 219075"/>
                <a:gd name="connsiteX9" fmla="*/ 173355 w 209550"/>
                <a:gd name="connsiteY9" fmla="*/ 24479 h 219075"/>
                <a:gd name="connsiteX10" fmla="*/ 156305 w 209550"/>
                <a:gd name="connsiteY10" fmla="*/ 37910 h 219075"/>
                <a:gd name="connsiteX11" fmla="*/ 126873 w 209550"/>
                <a:gd name="connsiteY11" fmla="*/ 25622 h 219075"/>
                <a:gd name="connsiteX12" fmla="*/ 124206 w 209550"/>
                <a:gd name="connsiteY12" fmla="*/ 4191 h 219075"/>
                <a:gd name="connsiteX13" fmla="*/ 119443 w 209550"/>
                <a:gd name="connsiteY13" fmla="*/ 0 h 219075"/>
                <a:gd name="connsiteX14" fmla="*/ 99346 w 209550"/>
                <a:gd name="connsiteY14" fmla="*/ 0 h 219075"/>
                <a:gd name="connsiteX15" fmla="*/ 94583 w 209550"/>
                <a:gd name="connsiteY15" fmla="*/ 4191 h 219075"/>
                <a:gd name="connsiteX16" fmla="*/ 91916 w 209550"/>
                <a:gd name="connsiteY16" fmla="*/ 25622 h 219075"/>
                <a:gd name="connsiteX17" fmla="*/ 62484 w 209550"/>
                <a:gd name="connsiteY17" fmla="*/ 37910 h 219075"/>
                <a:gd name="connsiteX18" fmla="*/ 45434 w 209550"/>
                <a:gd name="connsiteY18" fmla="*/ 24670 h 219075"/>
                <a:gd name="connsiteX19" fmla="*/ 39148 w 209550"/>
                <a:gd name="connsiteY19" fmla="*/ 25051 h 219075"/>
                <a:gd name="connsiteX20" fmla="*/ 24860 w 209550"/>
                <a:gd name="connsiteY20" fmla="*/ 39338 h 219075"/>
                <a:gd name="connsiteX21" fmla="*/ 24479 w 209550"/>
                <a:gd name="connsiteY21" fmla="*/ 45625 h 219075"/>
                <a:gd name="connsiteX22" fmla="*/ 37814 w 209550"/>
                <a:gd name="connsiteY22" fmla="*/ 62770 h 219075"/>
                <a:gd name="connsiteX23" fmla="*/ 25622 w 209550"/>
                <a:gd name="connsiteY23" fmla="*/ 92202 h 219075"/>
                <a:gd name="connsiteX24" fmla="*/ 4191 w 209550"/>
                <a:gd name="connsiteY24" fmla="*/ 94869 h 219075"/>
                <a:gd name="connsiteX25" fmla="*/ 0 w 209550"/>
                <a:gd name="connsiteY25" fmla="*/ 99631 h 219075"/>
                <a:gd name="connsiteX26" fmla="*/ 0 w 209550"/>
                <a:gd name="connsiteY26" fmla="*/ 119729 h 219075"/>
                <a:gd name="connsiteX27" fmla="*/ 4191 w 209550"/>
                <a:gd name="connsiteY27" fmla="*/ 124492 h 219075"/>
                <a:gd name="connsiteX28" fmla="*/ 25622 w 209550"/>
                <a:gd name="connsiteY28" fmla="*/ 127159 h 219075"/>
                <a:gd name="connsiteX29" fmla="*/ 37814 w 209550"/>
                <a:gd name="connsiteY29" fmla="*/ 156591 h 219075"/>
                <a:gd name="connsiteX30" fmla="*/ 24575 w 209550"/>
                <a:gd name="connsiteY30" fmla="*/ 173736 h 219075"/>
                <a:gd name="connsiteX31" fmla="*/ 24955 w 209550"/>
                <a:gd name="connsiteY31" fmla="*/ 180023 h 219075"/>
                <a:gd name="connsiteX32" fmla="*/ 39243 w 209550"/>
                <a:gd name="connsiteY32" fmla="*/ 194310 h 219075"/>
                <a:gd name="connsiteX33" fmla="*/ 45529 w 209550"/>
                <a:gd name="connsiteY33" fmla="*/ 194691 h 219075"/>
                <a:gd name="connsiteX34" fmla="*/ 62675 w 209550"/>
                <a:gd name="connsiteY34" fmla="*/ 181451 h 219075"/>
                <a:gd name="connsiteX35" fmla="*/ 92107 w 209550"/>
                <a:gd name="connsiteY35" fmla="*/ 193739 h 219075"/>
                <a:gd name="connsiteX36" fmla="*/ 94774 w 209550"/>
                <a:gd name="connsiteY36" fmla="*/ 215170 h 219075"/>
                <a:gd name="connsiteX37" fmla="*/ 99536 w 209550"/>
                <a:gd name="connsiteY37" fmla="*/ 219361 h 219075"/>
                <a:gd name="connsiteX38" fmla="*/ 119729 w 209550"/>
                <a:gd name="connsiteY38" fmla="*/ 219361 h 219075"/>
                <a:gd name="connsiteX39" fmla="*/ 124492 w 209550"/>
                <a:gd name="connsiteY39" fmla="*/ 215170 h 219075"/>
                <a:gd name="connsiteX40" fmla="*/ 127159 w 209550"/>
                <a:gd name="connsiteY40" fmla="*/ 193739 h 219075"/>
                <a:gd name="connsiteX41" fmla="*/ 156591 w 209550"/>
                <a:gd name="connsiteY41" fmla="*/ 181451 h 219075"/>
                <a:gd name="connsiteX42" fmla="*/ 173641 w 209550"/>
                <a:gd name="connsiteY42" fmla="*/ 194691 h 219075"/>
                <a:gd name="connsiteX43" fmla="*/ 179927 w 209550"/>
                <a:gd name="connsiteY43" fmla="*/ 194310 h 219075"/>
                <a:gd name="connsiteX44" fmla="*/ 194215 w 209550"/>
                <a:gd name="connsiteY44" fmla="*/ 180023 h 219075"/>
                <a:gd name="connsiteX45" fmla="*/ 194596 w 209550"/>
                <a:gd name="connsiteY45" fmla="*/ 173736 h 219075"/>
                <a:gd name="connsiteX46" fmla="*/ 181261 w 209550"/>
                <a:gd name="connsiteY46" fmla="*/ 156591 h 219075"/>
                <a:gd name="connsiteX47" fmla="*/ 193548 w 209550"/>
                <a:gd name="connsiteY47" fmla="*/ 127159 h 219075"/>
                <a:gd name="connsiteX48" fmla="*/ 214693 w 209550"/>
                <a:gd name="connsiteY48" fmla="*/ 124301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09550" h="219075">
                  <a:moveTo>
                    <a:pt x="214693" y="124301"/>
                  </a:moveTo>
                  <a:cubicBezTo>
                    <a:pt x="217075" y="124016"/>
                    <a:pt x="218884" y="121920"/>
                    <a:pt x="218884" y="119539"/>
                  </a:cubicBezTo>
                  <a:lnTo>
                    <a:pt x="218884" y="99441"/>
                  </a:lnTo>
                  <a:cubicBezTo>
                    <a:pt x="218884" y="97060"/>
                    <a:pt x="217075" y="94964"/>
                    <a:pt x="214693" y="94679"/>
                  </a:cubicBezTo>
                  <a:lnTo>
                    <a:pt x="193262" y="92012"/>
                  </a:lnTo>
                  <a:cubicBezTo>
                    <a:pt x="191071" y="81534"/>
                    <a:pt x="186880" y="71533"/>
                    <a:pt x="180975" y="62579"/>
                  </a:cubicBezTo>
                  <a:lnTo>
                    <a:pt x="194310" y="45434"/>
                  </a:lnTo>
                  <a:cubicBezTo>
                    <a:pt x="195739" y="43529"/>
                    <a:pt x="195643" y="40862"/>
                    <a:pt x="193929" y="39148"/>
                  </a:cubicBezTo>
                  <a:lnTo>
                    <a:pt x="179642" y="24860"/>
                  </a:lnTo>
                  <a:cubicBezTo>
                    <a:pt x="177927" y="23146"/>
                    <a:pt x="175260" y="22955"/>
                    <a:pt x="173355" y="24479"/>
                  </a:cubicBezTo>
                  <a:lnTo>
                    <a:pt x="156305" y="37910"/>
                  </a:lnTo>
                  <a:cubicBezTo>
                    <a:pt x="147352" y="32004"/>
                    <a:pt x="137350" y="27813"/>
                    <a:pt x="126873" y="25622"/>
                  </a:cubicBezTo>
                  <a:lnTo>
                    <a:pt x="124206" y="4191"/>
                  </a:lnTo>
                  <a:cubicBezTo>
                    <a:pt x="123920" y="1810"/>
                    <a:pt x="121825" y="0"/>
                    <a:pt x="119443" y="0"/>
                  </a:cubicBezTo>
                  <a:lnTo>
                    <a:pt x="99346" y="0"/>
                  </a:lnTo>
                  <a:cubicBezTo>
                    <a:pt x="96964" y="0"/>
                    <a:pt x="94869" y="1810"/>
                    <a:pt x="94583" y="4191"/>
                  </a:cubicBezTo>
                  <a:lnTo>
                    <a:pt x="91916" y="25622"/>
                  </a:lnTo>
                  <a:cubicBezTo>
                    <a:pt x="81439" y="27813"/>
                    <a:pt x="71438" y="32004"/>
                    <a:pt x="62484" y="37910"/>
                  </a:cubicBezTo>
                  <a:lnTo>
                    <a:pt x="45434" y="24670"/>
                  </a:lnTo>
                  <a:cubicBezTo>
                    <a:pt x="43529" y="23241"/>
                    <a:pt x="40862" y="23336"/>
                    <a:pt x="39148" y="25051"/>
                  </a:cubicBezTo>
                  <a:lnTo>
                    <a:pt x="24860" y="39338"/>
                  </a:lnTo>
                  <a:cubicBezTo>
                    <a:pt x="23146" y="41053"/>
                    <a:pt x="22955" y="43720"/>
                    <a:pt x="24479" y="45625"/>
                  </a:cubicBezTo>
                  <a:lnTo>
                    <a:pt x="37814" y="62770"/>
                  </a:lnTo>
                  <a:cubicBezTo>
                    <a:pt x="31909" y="71723"/>
                    <a:pt x="27718" y="81725"/>
                    <a:pt x="25622" y="92202"/>
                  </a:cubicBezTo>
                  <a:lnTo>
                    <a:pt x="4191" y="94869"/>
                  </a:lnTo>
                  <a:cubicBezTo>
                    <a:pt x="1810" y="95155"/>
                    <a:pt x="0" y="97250"/>
                    <a:pt x="0" y="99631"/>
                  </a:cubicBezTo>
                  <a:lnTo>
                    <a:pt x="0" y="119729"/>
                  </a:lnTo>
                  <a:cubicBezTo>
                    <a:pt x="0" y="122111"/>
                    <a:pt x="1810" y="124206"/>
                    <a:pt x="4191" y="124492"/>
                  </a:cubicBezTo>
                  <a:lnTo>
                    <a:pt x="25622" y="127159"/>
                  </a:lnTo>
                  <a:cubicBezTo>
                    <a:pt x="27813" y="137636"/>
                    <a:pt x="32004" y="147638"/>
                    <a:pt x="37814" y="156591"/>
                  </a:cubicBezTo>
                  <a:lnTo>
                    <a:pt x="24575" y="173736"/>
                  </a:lnTo>
                  <a:cubicBezTo>
                    <a:pt x="23146" y="175641"/>
                    <a:pt x="23241" y="178308"/>
                    <a:pt x="24955" y="180023"/>
                  </a:cubicBezTo>
                  <a:lnTo>
                    <a:pt x="39243" y="194310"/>
                  </a:lnTo>
                  <a:cubicBezTo>
                    <a:pt x="40958" y="196025"/>
                    <a:pt x="43625" y="196215"/>
                    <a:pt x="45529" y="194691"/>
                  </a:cubicBezTo>
                  <a:lnTo>
                    <a:pt x="62675" y="181451"/>
                  </a:lnTo>
                  <a:cubicBezTo>
                    <a:pt x="71628" y="187357"/>
                    <a:pt x="81629" y="191548"/>
                    <a:pt x="92107" y="193739"/>
                  </a:cubicBezTo>
                  <a:lnTo>
                    <a:pt x="94774" y="215170"/>
                  </a:lnTo>
                  <a:cubicBezTo>
                    <a:pt x="95059" y="217551"/>
                    <a:pt x="97155" y="219361"/>
                    <a:pt x="99536" y="219361"/>
                  </a:cubicBezTo>
                  <a:lnTo>
                    <a:pt x="119729" y="219361"/>
                  </a:lnTo>
                  <a:cubicBezTo>
                    <a:pt x="122110" y="219361"/>
                    <a:pt x="124206" y="217551"/>
                    <a:pt x="124492" y="215170"/>
                  </a:cubicBezTo>
                  <a:lnTo>
                    <a:pt x="127159" y="193739"/>
                  </a:lnTo>
                  <a:cubicBezTo>
                    <a:pt x="137636" y="191548"/>
                    <a:pt x="147638" y="187357"/>
                    <a:pt x="156591" y="181451"/>
                  </a:cubicBezTo>
                  <a:lnTo>
                    <a:pt x="173641" y="194691"/>
                  </a:lnTo>
                  <a:cubicBezTo>
                    <a:pt x="175546" y="196120"/>
                    <a:pt x="178213" y="196025"/>
                    <a:pt x="179927" y="194310"/>
                  </a:cubicBezTo>
                  <a:lnTo>
                    <a:pt x="194215" y="180023"/>
                  </a:lnTo>
                  <a:cubicBezTo>
                    <a:pt x="195929" y="178308"/>
                    <a:pt x="196120" y="175641"/>
                    <a:pt x="194596" y="173736"/>
                  </a:cubicBezTo>
                  <a:lnTo>
                    <a:pt x="181261" y="156591"/>
                  </a:lnTo>
                  <a:cubicBezTo>
                    <a:pt x="187166" y="147638"/>
                    <a:pt x="191357" y="137636"/>
                    <a:pt x="193548" y="127159"/>
                  </a:cubicBezTo>
                  <a:lnTo>
                    <a:pt x="214693" y="124301"/>
                  </a:lnTo>
                  <a:close/>
                </a:path>
              </a:pathLst>
            </a:custGeom>
            <a:noFill/>
            <a:ln w="15875" cap="rnd">
              <a:solidFill>
                <a:schemeClr val="bg1"/>
              </a:solidFill>
              <a:prstDash val="solid"/>
              <a:round/>
            </a:ln>
          </p:spPr>
          <p:txBody>
            <a:bodyPr rtlCol="0" anchor="ctr"/>
            <a:lstStyle/>
            <a:p>
              <a:endParaRPr lang="en-GB"/>
            </a:p>
          </p:txBody>
        </p:sp>
        <p:sp>
          <p:nvSpPr>
            <p:cNvPr id="112" name="Freeform: Shape 209">
              <a:extLst>
                <a:ext uri="{FF2B5EF4-FFF2-40B4-BE49-F238E27FC236}">
                  <a16:creationId xmlns:a16="http://schemas.microsoft.com/office/drawing/2014/main" id="{70F07177-F1A5-1A92-8123-32125EAFCB45}"/>
                </a:ext>
              </a:extLst>
            </p:cNvPr>
            <p:cNvSpPr/>
            <p:nvPr/>
          </p:nvSpPr>
          <p:spPr>
            <a:xfrm>
              <a:off x="2516366" y="2837688"/>
              <a:ext cx="123825" cy="123825"/>
            </a:xfrm>
            <a:custGeom>
              <a:avLst/>
              <a:gdLst>
                <a:gd name="connsiteX0" fmla="*/ 61913 w 123825"/>
                <a:gd name="connsiteY0" fmla="*/ 123825 h 123825"/>
                <a:gd name="connsiteX1" fmla="*/ 123825 w 123825"/>
                <a:gd name="connsiteY1" fmla="*/ 61913 h 123825"/>
                <a:gd name="connsiteX2" fmla="*/ 61913 w 123825"/>
                <a:gd name="connsiteY2" fmla="*/ 0 h 123825"/>
                <a:gd name="connsiteX3" fmla="*/ 0 w 123825"/>
                <a:gd name="connsiteY3" fmla="*/ 61913 h 123825"/>
                <a:gd name="connsiteX4" fmla="*/ 61913 w 123825"/>
                <a:gd name="connsiteY4" fmla="*/ 123825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61913" y="123825"/>
                  </a:moveTo>
                  <a:cubicBezTo>
                    <a:pt x="96107" y="123825"/>
                    <a:pt x="123825" y="96107"/>
                    <a:pt x="123825" y="61913"/>
                  </a:cubicBezTo>
                  <a:cubicBezTo>
                    <a:pt x="123825" y="27718"/>
                    <a:pt x="96107" y="0"/>
                    <a:pt x="61913" y="0"/>
                  </a:cubicBezTo>
                  <a:cubicBezTo>
                    <a:pt x="27718" y="0"/>
                    <a:pt x="0" y="27718"/>
                    <a:pt x="0" y="61913"/>
                  </a:cubicBezTo>
                  <a:cubicBezTo>
                    <a:pt x="0" y="96107"/>
                    <a:pt x="27718" y="123825"/>
                    <a:pt x="61913" y="123825"/>
                  </a:cubicBezTo>
                  <a:close/>
                </a:path>
              </a:pathLst>
            </a:custGeom>
            <a:noFill/>
            <a:ln w="15875" cap="rnd">
              <a:solidFill>
                <a:schemeClr val="bg1"/>
              </a:solidFill>
              <a:prstDash val="solid"/>
              <a:round/>
            </a:ln>
          </p:spPr>
          <p:txBody>
            <a:bodyPr rtlCol="0" anchor="ctr"/>
            <a:lstStyle/>
            <a:p>
              <a:endParaRPr lang="en-GB"/>
            </a:p>
          </p:txBody>
        </p:sp>
        <p:sp>
          <p:nvSpPr>
            <p:cNvPr id="113" name="Freeform: Shape 210">
              <a:extLst>
                <a:ext uri="{FF2B5EF4-FFF2-40B4-BE49-F238E27FC236}">
                  <a16:creationId xmlns:a16="http://schemas.microsoft.com/office/drawing/2014/main" id="{5CD86E75-9AD4-4EC1-2A2D-6E3128E5086E}"/>
                </a:ext>
              </a:extLst>
            </p:cNvPr>
            <p:cNvSpPr/>
            <p:nvPr/>
          </p:nvSpPr>
          <p:spPr>
            <a:xfrm>
              <a:off x="2578279" y="2837688"/>
              <a:ext cx="9525" cy="47625"/>
            </a:xfrm>
            <a:custGeom>
              <a:avLst/>
              <a:gdLst>
                <a:gd name="connsiteX0" fmla="*/ 0 w 0"/>
                <a:gd name="connsiteY0" fmla="*/ 0 h 47625"/>
                <a:gd name="connsiteX1" fmla="*/ 0 w 0"/>
                <a:gd name="connsiteY1" fmla="*/ 47625 h 47625"/>
              </a:gdLst>
              <a:ahLst/>
              <a:cxnLst>
                <a:cxn ang="0">
                  <a:pos x="connsiteX0" y="connsiteY0"/>
                </a:cxn>
                <a:cxn ang="0">
                  <a:pos x="connsiteX1" y="connsiteY1"/>
                </a:cxn>
              </a:cxnLst>
              <a:rect l="l" t="t" r="r" b="b"/>
              <a:pathLst>
                <a:path h="47625">
                  <a:moveTo>
                    <a:pt x="0" y="0"/>
                  </a:moveTo>
                  <a:lnTo>
                    <a:pt x="0" y="47625"/>
                  </a:lnTo>
                </a:path>
              </a:pathLst>
            </a:custGeom>
            <a:noFill/>
            <a:ln w="15875" cap="rnd">
              <a:solidFill>
                <a:schemeClr val="bg1"/>
              </a:solidFill>
              <a:prstDash val="solid"/>
              <a:round/>
            </a:ln>
          </p:spPr>
          <p:txBody>
            <a:bodyPr rtlCol="0" anchor="ctr"/>
            <a:lstStyle/>
            <a:p>
              <a:endParaRPr lang="en-GB"/>
            </a:p>
          </p:txBody>
        </p:sp>
        <p:sp>
          <p:nvSpPr>
            <p:cNvPr id="114" name="Freeform: Shape 211">
              <a:extLst>
                <a:ext uri="{FF2B5EF4-FFF2-40B4-BE49-F238E27FC236}">
                  <a16:creationId xmlns:a16="http://schemas.microsoft.com/office/drawing/2014/main" id="{590C7274-DD2F-7721-46F5-A05F2FFC992B}"/>
                </a:ext>
              </a:extLst>
            </p:cNvPr>
            <p:cNvSpPr/>
            <p:nvPr/>
          </p:nvSpPr>
          <p:spPr>
            <a:xfrm>
              <a:off x="2563991" y="2885313"/>
              <a:ext cx="28575" cy="28575"/>
            </a:xfrm>
            <a:custGeom>
              <a:avLst/>
              <a:gdLst>
                <a:gd name="connsiteX0" fmla="*/ 14288 w 28575"/>
                <a:gd name="connsiteY0" fmla="*/ 28575 h 28575"/>
                <a:gd name="connsiteX1" fmla="*/ 28575 w 28575"/>
                <a:gd name="connsiteY1" fmla="*/ 14288 h 28575"/>
                <a:gd name="connsiteX2" fmla="*/ 14288 w 28575"/>
                <a:gd name="connsiteY2" fmla="*/ 0 h 28575"/>
                <a:gd name="connsiteX3" fmla="*/ 0 w 28575"/>
                <a:gd name="connsiteY3" fmla="*/ 14288 h 28575"/>
                <a:gd name="connsiteX4" fmla="*/ 14288 w 28575"/>
                <a:gd name="connsiteY4" fmla="*/ 28575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288" y="28575"/>
                  </a:moveTo>
                  <a:cubicBezTo>
                    <a:pt x="22193" y="28575"/>
                    <a:pt x="28575" y="22193"/>
                    <a:pt x="28575" y="14288"/>
                  </a:cubicBezTo>
                  <a:cubicBezTo>
                    <a:pt x="28575" y="6382"/>
                    <a:pt x="22193" y="0"/>
                    <a:pt x="14288" y="0"/>
                  </a:cubicBezTo>
                  <a:cubicBezTo>
                    <a:pt x="6382" y="0"/>
                    <a:pt x="0" y="6382"/>
                    <a:pt x="0" y="14288"/>
                  </a:cubicBezTo>
                  <a:cubicBezTo>
                    <a:pt x="0" y="22193"/>
                    <a:pt x="6382" y="28575"/>
                    <a:pt x="14288" y="28575"/>
                  </a:cubicBezTo>
                  <a:close/>
                </a:path>
              </a:pathLst>
            </a:custGeom>
            <a:noFill/>
            <a:ln w="15875" cap="rnd">
              <a:solidFill>
                <a:schemeClr val="bg1"/>
              </a:solidFill>
              <a:prstDash val="solid"/>
              <a:round/>
            </a:ln>
          </p:spPr>
          <p:txBody>
            <a:bodyPr rtlCol="0" anchor="ctr"/>
            <a:lstStyle/>
            <a:p>
              <a:endParaRPr lang="en-GB"/>
            </a:p>
          </p:txBody>
        </p:sp>
        <p:sp>
          <p:nvSpPr>
            <p:cNvPr id="115" name="Freeform: Shape 212">
              <a:extLst>
                <a:ext uri="{FF2B5EF4-FFF2-40B4-BE49-F238E27FC236}">
                  <a16:creationId xmlns:a16="http://schemas.microsoft.com/office/drawing/2014/main" id="{741EDA35-C103-31B3-A866-7EEDE6997EC2}"/>
                </a:ext>
              </a:extLst>
            </p:cNvPr>
            <p:cNvSpPr/>
            <p:nvPr/>
          </p:nvSpPr>
          <p:spPr>
            <a:xfrm>
              <a:off x="2589519" y="2908459"/>
              <a:ext cx="28575" cy="28575"/>
            </a:xfrm>
            <a:custGeom>
              <a:avLst/>
              <a:gdLst>
                <a:gd name="connsiteX0" fmla="*/ 0 w 28575"/>
                <a:gd name="connsiteY0" fmla="*/ 0 h 28575"/>
                <a:gd name="connsiteX1" fmla="*/ 37433 w 28575"/>
                <a:gd name="connsiteY1" fmla="*/ 29432 h 28575"/>
              </a:gdLst>
              <a:ahLst/>
              <a:cxnLst>
                <a:cxn ang="0">
                  <a:pos x="connsiteX0" y="connsiteY0"/>
                </a:cxn>
                <a:cxn ang="0">
                  <a:pos x="connsiteX1" y="connsiteY1"/>
                </a:cxn>
              </a:cxnLst>
              <a:rect l="l" t="t" r="r" b="b"/>
              <a:pathLst>
                <a:path w="28575" h="28575">
                  <a:moveTo>
                    <a:pt x="0" y="0"/>
                  </a:moveTo>
                  <a:lnTo>
                    <a:pt x="37433" y="29432"/>
                  </a:lnTo>
                </a:path>
              </a:pathLst>
            </a:custGeom>
            <a:noFill/>
            <a:ln w="15875" cap="rnd">
              <a:solidFill>
                <a:schemeClr val="bg1"/>
              </a:solidFill>
              <a:prstDash val="solid"/>
              <a:round/>
            </a:ln>
          </p:spPr>
          <p:txBody>
            <a:bodyPr rtlCol="0" anchor="ctr"/>
            <a:lstStyle/>
            <a:p>
              <a:endParaRPr lang="en-GB"/>
            </a:p>
          </p:txBody>
        </p:sp>
        <p:sp>
          <p:nvSpPr>
            <p:cNvPr id="116" name="Freeform: Shape 213">
              <a:extLst>
                <a:ext uri="{FF2B5EF4-FFF2-40B4-BE49-F238E27FC236}">
                  <a16:creationId xmlns:a16="http://schemas.microsoft.com/office/drawing/2014/main" id="{F9AB6F0C-1B02-B87E-15BC-D946D0C16736}"/>
                </a:ext>
              </a:extLst>
            </p:cNvPr>
            <p:cNvSpPr/>
            <p:nvPr/>
          </p:nvSpPr>
          <p:spPr>
            <a:xfrm>
              <a:off x="2529606" y="2908459"/>
              <a:ext cx="28575" cy="28575"/>
            </a:xfrm>
            <a:custGeom>
              <a:avLst/>
              <a:gdLst>
                <a:gd name="connsiteX0" fmla="*/ 37433 w 28575"/>
                <a:gd name="connsiteY0" fmla="*/ 0 h 28575"/>
                <a:gd name="connsiteX1" fmla="*/ 0 w 28575"/>
                <a:gd name="connsiteY1" fmla="*/ 29432 h 28575"/>
              </a:gdLst>
              <a:ahLst/>
              <a:cxnLst>
                <a:cxn ang="0">
                  <a:pos x="connsiteX0" y="connsiteY0"/>
                </a:cxn>
                <a:cxn ang="0">
                  <a:pos x="connsiteX1" y="connsiteY1"/>
                </a:cxn>
              </a:cxnLst>
              <a:rect l="l" t="t" r="r" b="b"/>
              <a:pathLst>
                <a:path w="28575" h="28575">
                  <a:moveTo>
                    <a:pt x="37433" y="0"/>
                  </a:moveTo>
                  <a:lnTo>
                    <a:pt x="0" y="29432"/>
                  </a:lnTo>
                </a:path>
              </a:pathLst>
            </a:custGeom>
            <a:noFill/>
            <a:ln w="15875" cap="rnd">
              <a:solidFill>
                <a:schemeClr val="bg1"/>
              </a:solidFill>
              <a:prstDash val="solid"/>
              <a:round/>
            </a:ln>
          </p:spPr>
          <p:txBody>
            <a:bodyPr rtlCol="0" anchor="ctr"/>
            <a:lstStyle/>
            <a:p>
              <a:endParaRPr lang="en-GB"/>
            </a:p>
          </p:txBody>
        </p:sp>
      </p:grpSp>
      <p:grpSp>
        <p:nvGrpSpPr>
          <p:cNvPr id="117" name="Group 116">
            <a:extLst>
              <a:ext uri="{FF2B5EF4-FFF2-40B4-BE49-F238E27FC236}">
                <a16:creationId xmlns:a16="http://schemas.microsoft.com/office/drawing/2014/main" id="{35B5B524-25BC-FCD1-78B6-EDFD23E6268F}"/>
              </a:ext>
            </a:extLst>
          </p:cNvPr>
          <p:cNvGrpSpPr/>
          <p:nvPr/>
        </p:nvGrpSpPr>
        <p:grpSpPr>
          <a:xfrm>
            <a:off x="562458" y="3995401"/>
            <a:ext cx="1818424" cy="588372"/>
            <a:chOff x="569913" y="3931919"/>
            <a:chExt cx="1818424" cy="588372"/>
          </a:xfrm>
        </p:grpSpPr>
        <p:grpSp>
          <p:nvGrpSpPr>
            <p:cNvPr id="118" name="Group 117">
              <a:extLst>
                <a:ext uri="{FF2B5EF4-FFF2-40B4-BE49-F238E27FC236}">
                  <a16:creationId xmlns:a16="http://schemas.microsoft.com/office/drawing/2014/main" id="{FA83FDF3-0E7F-5B54-BF86-3FA64E683F0A}"/>
                </a:ext>
              </a:extLst>
            </p:cNvPr>
            <p:cNvGrpSpPr/>
            <p:nvPr/>
          </p:nvGrpSpPr>
          <p:grpSpPr>
            <a:xfrm>
              <a:off x="569913" y="3931919"/>
              <a:ext cx="1142263" cy="588372"/>
              <a:chOff x="569913" y="1533094"/>
              <a:chExt cx="8416841" cy="4021458"/>
            </a:xfrm>
          </p:grpSpPr>
          <p:sp useBgFill="1">
            <p:nvSpPr>
              <p:cNvPr id="121" name="Rectangle: Rounded Corners 120">
                <a:extLst>
                  <a:ext uri="{FF2B5EF4-FFF2-40B4-BE49-F238E27FC236}">
                    <a16:creationId xmlns:a16="http://schemas.microsoft.com/office/drawing/2014/main" id="{1F2B91AF-FCAC-77F5-BB5F-C5FF71641E48}"/>
                  </a:ext>
                </a:extLst>
              </p:cNvPr>
              <p:cNvSpPr/>
              <p:nvPr/>
            </p:nvSpPr>
            <p:spPr bwMode="auto">
              <a:xfrm>
                <a:off x="569913" y="1533094"/>
                <a:ext cx="8416841" cy="4021458"/>
              </a:xfrm>
              <a:prstGeom prst="roundRect">
                <a:avLst>
                  <a:gd name="adj" fmla="val 3811"/>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122" name="Rectangle: Rounded Corners 121">
                <a:extLst>
                  <a:ext uri="{FF2B5EF4-FFF2-40B4-BE49-F238E27FC236}">
                    <a16:creationId xmlns:a16="http://schemas.microsoft.com/office/drawing/2014/main" id="{1127801D-2DF9-A304-67E1-69595B4E7DC8}"/>
                  </a:ext>
                </a:extLst>
              </p:cNvPr>
              <p:cNvSpPr/>
              <p:nvPr/>
            </p:nvSpPr>
            <p:spPr bwMode="auto">
              <a:xfrm>
                <a:off x="569913" y="1533094"/>
                <a:ext cx="8416841" cy="4021458"/>
              </a:xfrm>
              <a:prstGeom prst="roundRect">
                <a:avLst>
                  <a:gd name="adj" fmla="val 3328"/>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119" name="Rectangle: Rounded Corners 118">
              <a:extLst>
                <a:ext uri="{FF2B5EF4-FFF2-40B4-BE49-F238E27FC236}">
                  <a16:creationId xmlns:a16="http://schemas.microsoft.com/office/drawing/2014/main" id="{38E57816-F8FC-E45D-9971-8BFC70C5B1C6}"/>
                </a:ext>
              </a:extLst>
            </p:cNvPr>
            <p:cNvSpPr>
              <a:spLocks/>
            </p:cNvSpPr>
            <p:nvPr/>
          </p:nvSpPr>
          <p:spPr bwMode="auto">
            <a:xfrm>
              <a:off x="587718" y="4034296"/>
              <a:ext cx="1106652" cy="383619"/>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932472" fontAlgn="base">
                <a:spcBef>
                  <a:spcPct val="0"/>
                </a:spcBef>
                <a:spcAft>
                  <a:spcPct val="0"/>
                </a:spcAft>
              </a:pPr>
              <a:r>
                <a:rPr lang="en-US" sz="1200">
                  <a:solidFill>
                    <a:schemeClr val="bg1"/>
                  </a:solidFill>
                  <a:cs typeface="Segoe Sans Text ExtraBold" pitchFamily="2" charset="0"/>
                </a:rPr>
                <a:t>Define your</a:t>
              </a:r>
              <a:br>
                <a:rPr lang="en-US" sz="1200">
                  <a:solidFill>
                    <a:schemeClr val="bg1"/>
                  </a:solidFill>
                  <a:cs typeface="Segoe Sans Text ExtraBold" pitchFamily="2" charset="0"/>
                </a:rPr>
              </a:br>
              <a:r>
                <a:rPr lang="en-US" sz="1200">
                  <a:solidFill>
                    <a:schemeClr val="bg1"/>
                  </a:solidFill>
                  <a:cs typeface="Segoe Sans Text ExtraBold" pitchFamily="2" charset="0"/>
                </a:rPr>
                <a:t>use case</a:t>
              </a:r>
            </a:p>
          </p:txBody>
        </p:sp>
        <p:cxnSp>
          <p:nvCxnSpPr>
            <p:cNvPr id="120" name="Straight Connector 119">
              <a:extLst>
                <a:ext uri="{FF2B5EF4-FFF2-40B4-BE49-F238E27FC236}">
                  <a16:creationId xmlns:a16="http://schemas.microsoft.com/office/drawing/2014/main" id="{EDAFC8CB-E3F9-1BFA-E94C-05A4195BEEFD}"/>
                </a:ext>
              </a:extLst>
            </p:cNvPr>
            <p:cNvCxnSpPr>
              <a:cxnSpLocks/>
              <a:endCxn id="122" idx="3"/>
            </p:cNvCxnSpPr>
            <p:nvPr/>
          </p:nvCxnSpPr>
          <p:spPr>
            <a:xfrm flipH="1">
              <a:off x="1712176" y="4226105"/>
              <a:ext cx="676161" cy="0"/>
            </a:xfrm>
            <a:prstGeom prst="line">
              <a:avLst/>
            </a:prstGeom>
            <a:ln w="6350">
              <a:solidFill>
                <a:schemeClr val="bg1"/>
              </a:solidFill>
              <a:headEnd type="arrow"/>
              <a:tailEnd type="none"/>
            </a:ln>
          </p:spPr>
          <p:style>
            <a:lnRef idx="1">
              <a:schemeClr val="accent1"/>
            </a:lnRef>
            <a:fillRef idx="0">
              <a:schemeClr val="accent1"/>
            </a:fillRef>
            <a:effectRef idx="0">
              <a:schemeClr val="accent1"/>
            </a:effectRef>
            <a:fontRef idx="minor">
              <a:schemeClr val="tx1"/>
            </a:fontRef>
          </p:style>
        </p:cxnSp>
      </p:grpSp>
      <p:sp useBgFill="1">
        <p:nvSpPr>
          <p:cNvPr id="123" name="Rectangle: Rounded Corners 122">
            <a:extLst>
              <a:ext uri="{FF2B5EF4-FFF2-40B4-BE49-F238E27FC236}">
                <a16:creationId xmlns:a16="http://schemas.microsoft.com/office/drawing/2014/main" id="{CAE33EE4-CFD6-6387-9D94-0F54FBBFDC39}"/>
              </a:ext>
            </a:extLst>
          </p:cNvPr>
          <p:cNvSpPr/>
          <p:nvPr/>
        </p:nvSpPr>
        <p:spPr bwMode="auto">
          <a:xfrm>
            <a:off x="4201370" y="2937198"/>
            <a:ext cx="3792386" cy="2489598"/>
          </a:xfrm>
          <a:prstGeom prst="roundRect">
            <a:avLst>
              <a:gd name="adj" fmla="val 1868"/>
            </a:avLst>
          </a:prstGeom>
          <a:noFill/>
          <a:ln w="44450" cap="rnd">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err="1">
              <a:solidFill>
                <a:schemeClr val="tx1"/>
              </a:solidFill>
            </a:endParaRPr>
          </a:p>
        </p:txBody>
      </p:sp>
      <p:sp>
        <p:nvSpPr>
          <p:cNvPr id="124" name="Freeform: Shape 239">
            <a:extLst>
              <a:ext uri="{FF2B5EF4-FFF2-40B4-BE49-F238E27FC236}">
                <a16:creationId xmlns:a16="http://schemas.microsoft.com/office/drawing/2014/main" id="{30ACB13E-E796-35A2-399F-2988AE8691E4}"/>
              </a:ext>
            </a:extLst>
          </p:cNvPr>
          <p:cNvSpPr/>
          <p:nvPr/>
        </p:nvSpPr>
        <p:spPr>
          <a:xfrm rot="5400000">
            <a:off x="5987496" y="2834445"/>
            <a:ext cx="274474" cy="182631"/>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rgbClr val="FFFFFF"/>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25" name="Freeform: Shape 239">
            <a:extLst>
              <a:ext uri="{FF2B5EF4-FFF2-40B4-BE49-F238E27FC236}">
                <a16:creationId xmlns:a16="http://schemas.microsoft.com/office/drawing/2014/main" id="{54737DF4-E261-738B-3231-0A50820E4BB5}"/>
              </a:ext>
            </a:extLst>
          </p:cNvPr>
          <p:cNvSpPr/>
          <p:nvPr/>
        </p:nvSpPr>
        <p:spPr>
          <a:xfrm rot="16200000" flipH="1">
            <a:off x="5938427" y="5321607"/>
            <a:ext cx="274474" cy="182631"/>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rgbClr val="FFFFFF"/>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26" name="Rectangle: Rounded Corners 125">
            <a:extLst>
              <a:ext uri="{FF2B5EF4-FFF2-40B4-BE49-F238E27FC236}">
                <a16:creationId xmlns:a16="http://schemas.microsoft.com/office/drawing/2014/main" id="{60CED838-389A-2BC3-FD82-F01B5F7CDF8C}"/>
              </a:ext>
            </a:extLst>
          </p:cNvPr>
          <p:cNvSpPr>
            <a:spLocks/>
          </p:cNvSpPr>
          <p:nvPr/>
        </p:nvSpPr>
        <p:spPr bwMode="auto">
          <a:xfrm>
            <a:off x="3980132" y="5848368"/>
            <a:ext cx="4191064"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ct val="0"/>
              </a:spcAft>
            </a:pPr>
            <a:r>
              <a:rPr lang="en-US" sz="1600" b="1" dirty="0">
                <a:solidFill>
                  <a:schemeClr val="tx2"/>
                </a:solidFill>
                <a:cs typeface="Segoe Sans Text ExtraBold" pitchFamily="2" charset="0"/>
              </a:rPr>
              <a:t>Generative AI development lifecycle</a:t>
            </a:r>
          </a:p>
        </p:txBody>
      </p:sp>
    </p:spTree>
    <p:extLst>
      <p:ext uri="{BB962C8B-B14F-4D97-AF65-F5344CB8AC3E}">
        <p14:creationId xmlns:p14="http://schemas.microsoft.com/office/powerpoint/2010/main" val="11096935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650"/>
                                  </p:stCondLst>
                                  <p:childTnLst>
                                    <p:set>
                                      <p:cBhvr>
                                        <p:cTn id="6" dur="1" fill="hold">
                                          <p:stCondLst>
                                            <p:cond delay="0"/>
                                          </p:stCondLst>
                                        </p:cTn>
                                        <p:tgtEl>
                                          <p:spTgt spid="55"/>
                                        </p:tgtEl>
                                        <p:attrNameLst>
                                          <p:attrName>style.visibility</p:attrName>
                                        </p:attrNameLst>
                                      </p:cBhvr>
                                      <p:to>
                                        <p:strVal val="visible"/>
                                      </p:to>
                                    </p:set>
                                    <p:animEffect transition="in" filter="barn(inVertical)">
                                      <p:cBhvr>
                                        <p:cTn id="7" dur="500"/>
                                        <p:tgtEl>
                                          <p:spTgt spid="55"/>
                                        </p:tgtEl>
                                      </p:cBhvr>
                                    </p:animEffect>
                                  </p:childTnLst>
                                </p:cTn>
                              </p:par>
                              <p:par>
                                <p:cTn id="8" presetID="16" presetClass="entr" presetSubtype="21" fill="hold" nodeType="withEffect">
                                  <p:stCondLst>
                                    <p:cond delay="650"/>
                                  </p:stCondLst>
                                  <p:childTnLst>
                                    <p:set>
                                      <p:cBhvr>
                                        <p:cTn id="9" dur="1" fill="hold">
                                          <p:stCondLst>
                                            <p:cond delay="0"/>
                                          </p:stCondLst>
                                        </p:cTn>
                                        <p:tgtEl>
                                          <p:spTgt spid="59"/>
                                        </p:tgtEl>
                                        <p:attrNameLst>
                                          <p:attrName>style.visibility</p:attrName>
                                        </p:attrNameLst>
                                      </p:cBhvr>
                                      <p:to>
                                        <p:strVal val="visible"/>
                                      </p:to>
                                    </p:set>
                                    <p:animEffect transition="in" filter="barn(inVertical)">
                                      <p:cBhvr>
                                        <p:cTn id="10" dur="500"/>
                                        <p:tgtEl>
                                          <p:spTgt spid="59"/>
                                        </p:tgtEl>
                                      </p:cBhvr>
                                    </p:animEffect>
                                  </p:childTnLst>
                                </p:cTn>
                              </p:par>
                              <p:par>
                                <p:cTn id="11" presetID="16" presetClass="entr" presetSubtype="21" fill="hold" nodeType="withEffect">
                                  <p:stCondLst>
                                    <p:cond delay="650"/>
                                  </p:stCondLst>
                                  <p:childTnLst>
                                    <p:set>
                                      <p:cBhvr>
                                        <p:cTn id="12" dur="1" fill="hold">
                                          <p:stCondLst>
                                            <p:cond delay="0"/>
                                          </p:stCondLst>
                                        </p:cTn>
                                        <p:tgtEl>
                                          <p:spTgt spid="63"/>
                                        </p:tgtEl>
                                        <p:attrNameLst>
                                          <p:attrName>style.visibility</p:attrName>
                                        </p:attrNameLst>
                                      </p:cBhvr>
                                      <p:to>
                                        <p:strVal val="visible"/>
                                      </p:to>
                                    </p:set>
                                    <p:animEffect transition="in" filter="barn(inVertical)">
                                      <p:cBhvr>
                                        <p:cTn id="13" dur="500"/>
                                        <p:tgtEl>
                                          <p:spTgt spid="63"/>
                                        </p:tgtEl>
                                      </p:cBhvr>
                                    </p:animEffect>
                                  </p:childTnLst>
                                </p:cTn>
                              </p:par>
                              <p:par>
                                <p:cTn id="14" presetID="16" presetClass="entr" presetSubtype="21" fill="hold" nodeType="withEffect">
                                  <p:stCondLst>
                                    <p:cond delay="650"/>
                                  </p:stCondLst>
                                  <p:childTnLst>
                                    <p:set>
                                      <p:cBhvr>
                                        <p:cTn id="15" dur="1" fill="hold">
                                          <p:stCondLst>
                                            <p:cond delay="0"/>
                                          </p:stCondLst>
                                        </p:cTn>
                                        <p:tgtEl>
                                          <p:spTgt spid="67"/>
                                        </p:tgtEl>
                                        <p:attrNameLst>
                                          <p:attrName>style.visibility</p:attrName>
                                        </p:attrNameLst>
                                      </p:cBhvr>
                                      <p:to>
                                        <p:strVal val="visible"/>
                                      </p:to>
                                    </p:set>
                                    <p:animEffect transition="in" filter="barn(inVertical)">
                                      <p:cBhvr>
                                        <p:cTn id="16" dur="500"/>
                                        <p:tgtEl>
                                          <p:spTgt spid="67"/>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6" presetClass="emph" presetSubtype="0" fill="hold" nodeType="withEffect">
                                  <p:stCondLst>
                                    <p:cond delay="0"/>
                                  </p:stCondLst>
                                  <p:childTnLst>
                                    <p:animScale>
                                      <p:cBhvr>
                                        <p:cTn id="21" dur="10" fill="hold"/>
                                        <p:tgtEl>
                                          <p:spTgt spid="5"/>
                                        </p:tgtEl>
                                      </p:cBhvr>
                                      <p:by x="125000" y="125000"/>
                                    </p:animScale>
                                  </p:childTnLst>
                                </p:cTn>
                              </p:par>
                              <p:par>
                                <p:cTn id="22" presetID="6" presetClass="emph" presetSubtype="0" decel="100000" fill="hold" nodeType="withEffect">
                                  <p:stCondLst>
                                    <p:cond delay="0"/>
                                  </p:stCondLst>
                                  <p:childTnLst>
                                    <p:animScale>
                                      <p:cBhvr>
                                        <p:cTn id="23" dur="750" fill="hold"/>
                                        <p:tgtEl>
                                          <p:spTgt spid="5"/>
                                        </p:tgtEl>
                                      </p:cBhvr>
                                      <p:by x="80000" y="80000"/>
                                    </p:animScale>
                                  </p:childTnLst>
                                </p:cTn>
                              </p:par>
                              <p:par>
                                <p:cTn id="24" presetID="23" presetClass="entr" presetSubtype="16" fill="hold" grpId="0" nodeType="withEffect">
                                  <p:stCondLst>
                                    <p:cond delay="0"/>
                                  </p:stCondLst>
                                  <p:childTnLst>
                                    <p:set>
                                      <p:cBhvr>
                                        <p:cTn id="25" dur="1" fill="hold">
                                          <p:stCondLst>
                                            <p:cond delay="0"/>
                                          </p:stCondLst>
                                        </p:cTn>
                                        <p:tgtEl>
                                          <p:spTgt spid="46"/>
                                        </p:tgtEl>
                                        <p:attrNameLst>
                                          <p:attrName>style.visibility</p:attrName>
                                        </p:attrNameLst>
                                      </p:cBhvr>
                                      <p:to>
                                        <p:strVal val="visible"/>
                                      </p:to>
                                    </p:set>
                                    <p:anim calcmode="lin" valueType="num">
                                      <p:cBhvr>
                                        <p:cTn id="26" dur="250" fill="hold"/>
                                        <p:tgtEl>
                                          <p:spTgt spid="46"/>
                                        </p:tgtEl>
                                        <p:attrNameLst>
                                          <p:attrName>ppt_w</p:attrName>
                                        </p:attrNameLst>
                                      </p:cBhvr>
                                      <p:tavLst>
                                        <p:tav tm="0">
                                          <p:val>
                                            <p:fltVal val="0"/>
                                          </p:val>
                                        </p:tav>
                                        <p:tav tm="100000">
                                          <p:val>
                                            <p:strVal val="#ppt_w"/>
                                          </p:val>
                                        </p:tav>
                                      </p:tavLst>
                                    </p:anim>
                                    <p:anim calcmode="lin" valueType="num">
                                      <p:cBhvr>
                                        <p:cTn id="27" dur="250" fill="hold"/>
                                        <p:tgtEl>
                                          <p:spTgt spid="46"/>
                                        </p:tgtEl>
                                        <p:attrNameLst>
                                          <p:attrName>ppt_h</p:attrName>
                                        </p:attrNameLst>
                                      </p:cBhvr>
                                      <p:tavLst>
                                        <p:tav tm="0">
                                          <p:val>
                                            <p:fltVal val="0"/>
                                          </p:val>
                                        </p:tav>
                                        <p:tav tm="100000">
                                          <p:val>
                                            <p:strVal val="#ppt_h"/>
                                          </p:val>
                                        </p:tav>
                                      </p:tavLst>
                                    </p:anim>
                                  </p:childTnLst>
                                </p:cTn>
                              </p:par>
                              <p:par>
                                <p:cTn id="28" presetID="10" presetClass="entr" presetSubtype="0" fill="hold" grpId="1" nodeType="withEffect">
                                  <p:stCondLst>
                                    <p:cond delay="0"/>
                                  </p:stCondLst>
                                  <p:childTnLst>
                                    <p:set>
                                      <p:cBhvr>
                                        <p:cTn id="29" dur="1" fill="hold">
                                          <p:stCondLst>
                                            <p:cond delay="0"/>
                                          </p:stCondLst>
                                        </p:cTn>
                                        <p:tgtEl>
                                          <p:spTgt spid="46"/>
                                        </p:tgtEl>
                                        <p:attrNameLst>
                                          <p:attrName>style.visibility</p:attrName>
                                        </p:attrNameLst>
                                      </p:cBhvr>
                                      <p:to>
                                        <p:strVal val="visible"/>
                                      </p:to>
                                    </p:set>
                                    <p:animEffect transition="in" filter="fade">
                                      <p:cBhvr>
                                        <p:cTn id="30" dur="500"/>
                                        <p:tgtEl>
                                          <p:spTgt spid="46"/>
                                        </p:tgtEl>
                                      </p:cBhvr>
                                    </p:animEffect>
                                  </p:childTnLst>
                                </p:cTn>
                              </p:par>
                              <p:par>
                                <p:cTn id="31" presetID="6" presetClass="emph" presetSubtype="0" fill="hold" grpId="2" nodeType="withEffect">
                                  <p:stCondLst>
                                    <p:cond delay="0"/>
                                  </p:stCondLst>
                                  <p:childTnLst>
                                    <p:animScale>
                                      <p:cBhvr>
                                        <p:cTn id="32" dur="10" fill="hold"/>
                                        <p:tgtEl>
                                          <p:spTgt spid="46"/>
                                        </p:tgtEl>
                                      </p:cBhvr>
                                      <p:by x="80000" y="80000"/>
                                    </p:animScale>
                                  </p:childTnLst>
                                </p:cTn>
                              </p:par>
                              <p:par>
                                <p:cTn id="33" presetID="6" presetClass="emph" presetSubtype="0" decel="100000" fill="hold" grpId="3" nodeType="withEffect">
                                  <p:stCondLst>
                                    <p:cond delay="0"/>
                                  </p:stCondLst>
                                  <p:childTnLst>
                                    <p:animScale>
                                      <p:cBhvr>
                                        <p:cTn id="34" dur="1000" fill="hold"/>
                                        <p:tgtEl>
                                          <p:spTgt spid="46"/>
                                        </p:tgtEl>
                                      </p:cBhvr>
                                      <p:by x="125000" y="125000"/>
                                    </p:animScale>
                                  </p:childTnLst>
                                </p:cTn>
                              </p:par>
                              <p:par>
                                <p:cTn id="35" presetID="10" presetClass="entr" presetSubtype="0" fill="hold" grpId="0" nodeType="withEffect">
                                  <p:stCondLst>
                                    <p:cond delay="500"/>
                                  </p:stCondLst>
                                  <p:childTnLst>
                                    <p:set>
                                      <p:cBhvr>
                                        <p:cTn id="36" dur="1" fill="hold">
                                          <p:stCondLst>
                                            <p:cond delay="0"/>
                                          </p:stCondLst>
                                        </p:cTn>
                                        <p:tgtEl>
                                          <p:spTgt spid="47"/>
                                        </p:tgtEl>
                                        <p:attrNameLst>
                                          <p:attrName>style.visibility</p:attrName>
                                        </p:attrNameLst>
                                      </p:cBhvr>
                                      <p:to>
                                        <p:strVal val="visible"/>
                                      </p:to>
                                    </p:set>
                                    <p:animEffect transition="in" filter="fade">
                                      <p:cBhvr>
                                        <p:cTn id="37" dur="250"/>
                                        <p:tgtEl>
                                          <p:spTgt spid="47"/>
                                        </p:tgtEl>
                                      </p:cBhvr>
                                    </p:animEffect>
                                  </p:childTnLst>
                                </p:cTn>
                              </p:par>
                              <p:par>
                                <p:cTn id="38" presetID="42" presetClass="path" presetSubtype="0" decel="100000" fill="hold" grpId="1" nodeType="withEffect">
                                  <p:stCondLst>
                                    <p:cond delay="500"/>
                                  </p:stCondLst>
                                  <p:childTnLst>
                                    <p:animMotion origin="layout" path="M -0.01719 -0.00023 L -1.25E-6 1.85185E-6 " pathEditMode="relative" rAng="0" ptsTypes="AA">
                                      <p:cBhvr>
                                        <p:cTn id="39" dur="500" fill="hold"/>
                                        <p:tgtEl>
                                          <p:spTgt spid="47"/>
                                        </p:tgtEl>
                                        <p:attrNameLst>
                                          <p:attrName>ppt_x</p:attrName>
                                          <p:attrName>ppt_y</p:attrName>
                                        </p:attrNameLst>
                                      </p:cBhvr>
                                      <p:rCtr x="859" y="0"/>
                                    </p:animMotion>
                                  </p:childTnLst>
                                </p:cTn>
                              </p:par>
                              <p:par>
                                <p:cTn id="40" presetID="10" presetClass="entr" presetSubtype="0" fill="hold" grpId="0" nodeType="withEffect">
                                  <p:stCondLst>
                                    <p:cond delay="500"/>
                                  </p:stCondLst>
                                  <p:childTnLst>
                                    <p:set>
                                      <p:cBhvr>
                                        <p:cTn id="41" dur="1" fill="hold">
                                          <p:stCondLst>
                                            <p:cond delay="0"/>
                                          </p:stCondLst>
                                        </p:cTn>
                                        <p:tgtEl>
                                          <p:spTgt spid="48"/>
                                        </p:tgtEl>
                                        <p:attrNameLst>
                                          <p:attrName>style.visibility</p:attrName>
                                        </p:attrNameLst>
                                      </p:cBhvr>
                                      <p:to>
                                        <p:strVal val="visible"/>
                                      </p:to>
                                    </p:set>
                                    <p:animEffect transition="in" filter="fade">
                                      <p:cBhvr>
                                        <p:cTn id="42" dur="250"/>
                                        <p:tgtEl>
                                          <p:spTgt spid="48"/>
                                        </p:tgtEl>
                                      </p:cBhvr>
                                    </p:animEffect>
                                  </p:childTnLst>
                                </p:cTn>
                              </p:par>
                              <p:par>
                                <p:cTn id="43" presetID="42" presetClass="path" presetSubtype="0" decel="100000" fill="hold" grpId="1" nodeType="withEffect">
                                  <p:stCondLst>
                                    <p:cond delay="500"/>
                                  </p:stCondLst>
                                  <p:childTnLst>
                                    <p:animMotion origin="layout" path="M 0.01666 -0.00046 L 3.75E-6 1.85185E-6 " pathEditMode="relative" rAng="0" ptsTypes="AA">
                                      <p:cBhvr>
                                        <p:cTn id="44" dur="500" fill="hold"/>
                                        <p:tgtEl>
                                          <p:spTgt spid="48"/>
                                        </p:tgtEl>
                                        <p:attrNameLst>
                                          <p:attrName>ppt_x</p:attrName>
                                          <p:attrName>ppt_y</p:attrName>
                                        </p:attrNameLst>
                                      </p:cBhvr>
                                      <p:rCtr x="-833" y="23"/>
                                    </p:animMotion>
                                  </p:childTnLst>
                                </p:cTn>
                              </p:par>
                              <p:par>
                                <p:cTn id="45" presetID="23" presetClass="entr" presetSubtype="16" fill="hold" grpId="0" nodeType="withEffect">
                                  <p:stCondLst>
                                    <p:cond delay="250"/>
                                  </p:stCondLst>
                                  <p:childTnLst>
                                    <p:set>
                                      <p:cBhvr>
                                        <p:cTn id="46" dur="1" fill="hold">
                                          <p:stCondLst>
                                            <p:cond delay="0"/>
                                          </p:stCondLst>
                                        </p:cTn>
                                        <p:tgtEl>
                                          <p:spTgt spid="53"/>
                                        </p:tgtEl>
                                        <p:attrNameLst>
                                          <p:attrName>style.visibility</p:attrName>
                                        </p:attrNameLst>
                                      </p:cBhvr>
                                      <p:to>
                                        <p:strVal val="visible"/>
                                      </p:to>
                                    </p:set>
                                    <p:anim calcmode="lin" valueType="num">
                                      <p:cBhvr>
                                        <p:cTn id="47" dur="250" fill="hold"/>
                                        <p:tgtEl>
                                          <p:spTgt spid="53"/>
                                        </p:tgtEl>
                                        <p:attrNameLst>
                                          <p:attrName>ppt_w</p:attrName>
                                        </p:attrNameLst>
                                      </p:cBhvr>
                                      <p:tavLst>
                                        <p:tav tm="0">
                                          <p:val>
                                            <p:fltVal val="0"/>
                                          </p:val>
                                        </p:tav>
                                        <p:tav tm="100000">
                                          <p:val>
                                            <p:strVal val="#ppt_w"/>
                                          </p:val>
                                        </p:tav>
                                      </p:tavLst>
                                    </p:anim>
                                    <p:anim calcmode="lin" valueType="num">
                                      <p:cBhvr>
                                        <p:cTn id="48" dur="250" fill="hold"/>
                                        <p:tgtEl>
                                          <p:spTgt spid="53"/>
                                        </p:tgtEl>
                                        <p:attrNameLst>
                                          <p:attrName>ppt_h</p:attrName>
                                        </p:attrNameLst>
                                      </p:cBhvr>
                                      <p:tavLst>
                                        <p:tav tm="0">
                                          <p:val>
                                            <p:fltVal val="0"/>
                                          </p:val>
                                        </p:tav>
                                        <p:tav tm="100000">
                                          <p:val>
                                            <p:strVal val="#ppt_h"/>
                                          </p:val>
                                        </p:tav>
                                      </p:tavLst>
                                    </p:anim>
                                  </p:childTnLst>
                                </p:cTn>
                              </p:par>
                              <p:par>
                                <p:cTn id="49" presetID="10" presetClass="entr" presetSubtype="0" fill="hold" grpId="1" nodeType="withEffect">
                                  <p:stCondLst>
                                    <p:cond delay="250"/>
                                  </p:stCondLst>
                                  <p:childTnLst>
                                    <p:set>
                                      <p:cBhvr>
                                        <p:cTn id="50" dur="1" fill="hold">
                                          <p:stCondLst>
                                            <p:cond delay="0"/>
                                          </p:stCondLst>
                                        </p:cTn>
                                        <p:tgtEl>
                                          <p:spTgt spid="53"/>
                                        </p:tgtEl>
                                        <p:attrNameLst>
                                          <p:attrName>style.visibility</p:attrName>
                                        </p:attrNameLst>
                                      </p:cBhvr>
                                      <p:to>
                                        <p:strVal val="visible"/>
                                      </p:to>
                                    </p:set>
                                    <p:animEffect transition="in" filter="fade">
                                      <p:cBhvr>
                                        <p:cTn id="51" dur="500"/>
                                        <p:tgtEl>
                                          <p:spTgt spid="53"/>
                                        </p:tgtEl>
                                      </p:cBhvr>
                                    </p:animEffect>
                                  </p:childTnLst>
                                </p:cTn>
                              </p:par>
                              <p:par>
                                <p:cTn id="52" presetID="6" presetClass="emph" presetSubtype="0" fill="hold" grpId="2" nodeType="withEffect">
                                  <p:stCondLst>
                                    <p:cond delay="250"/>
                                  </p:stCondLst>
                                  <p:childTnLst>
                                    <p:animScale>
                                      <p:cBhvr>
                                        <p:cTn id="53" dur="10" fill="hold"/>
                                        <p:tgtEl>
                                          <p:spTgt spid="53"/>
                                        </p:tgtEl>
                                      </p:cBhvr>
                                      <p:by x="80000" y="80000"/>
                                    </p:animScale>
                                  </p:childTnLst>
                                </p:cTn>
                              </p:par>
                              <p:par>
                                <p:cTn id="54" presetID="6" presetClass="emph" presetSubtype="0" decel="100000" fill="hold" grpId="3" nodeType="withEffect">
                                  <p:stCondLst>
                                    <p:cond delay="250"/>
                                  </p:stCondLst>
                                  <p:childTnLst>
                                    <p:animScale>
                                      <p:cBhvr>
                                        <p:cTn id="55" dur="1000" fill="hold"/>
                                        <p:tgtEl>
                                          <p:spTgt spid="53"/>
                                        </p:tgtEl>
                                      </p:cBhvr>
                                      <p:by x="125000" y="125000"/>
                                    </p:animScale>
                                  </p:childTnLst>
                                </p:cTn>
                              </p:par>
                              <p:par>
                                <p:cTn id="56" presetID="23" presetClass="entr" presetSubtype="16" fill="hold" grpId="0" nodeType="withEffect">
                                  <p:stCondLst>
                                    <p:cond delay="250"/>
                                  </p:stCondLst>
                                  <p:childTnLst>
                                    <p:set>
                                      <p:cBhvr>
                                        <p:cTn id="57" dur="1" fill="hold">
                                          <p:stCondLst>
                                            <p:cond delay="0"/>
                                          </p:stCondLst>
                                        </p:cTn>
                                        <p:tgtEl>
                                          <p:spTgt spid="52"/>
                                        </p:tgtEl>
                                        <p:attrNameLst>
                                          <p:attrName>style.visibility</p:attrName>
                                        </p:attrNameLst>
                                      </p:cBhvr>
                                      <p:to>
                                        <p:strVal val="visible"/>
                                      </p:to>
                                    </p:set>
                                    <p:anim calcmode="lin" valueType="num">
                                      <p:cBhvr>
                                        <p:cTn id="58" dur="250" fill="hold"/>
                                        <p:tgtEl>
                                          <p:spTgt spid="52"/>
                                        </p:tgtEl>
                                        <p:attrNameLst>
                                          <p:attrName>ppt_w</p:attrName>
                                        </p:attrNameLst>
                                      </p:cBhvr>
                                      <p:tavLst>
                                        <p:tav tm="0">
                                          <p:val>
                                            <p:fltVal val="0"/>
                                          </p:val>
                                        </p:tav>
                                        <p:tav tm="100000">
                                          <p:val>
                                            <p:strVal val="#ppt_w"/>
                                          </p:val>
                                        </p:tav>
                                      </p:tavLst>
                                    </p:anim>
                                    <p:anim calcmode="lin" valueType="num">
                                      <p:cBhvr>
                                        <p:cTn id="59" dur="250" fill="hold"/>
                                        <p:tgtEl>
                                          <p:spTgt spid="52"/>
                                        </p:tgtEl>
                                        <p:attrNameLst>
                                          <p:attrName>ppt_h</p:attrName>
                                        </p:attrNameLst>
                                      </p:cBhvr>
                                      <p:tavLst>
                                        <p:tav tm="0">
                                          <p:val>
                                            <p:fltVal val="0"/>
                                          </p:val>
                                        </p:tav>
                                        <p:tav tm="100000">
                                          <p:val>
                                            <p:strVal val="#ppt_h"/>
                                          </p:val>
                                        </p:tav>
                                      </p:tavLst>
                                    </p:anim>
                                  </p:childTnLst>
                                </p:cTn>
                              </p:par>
                              <p:par>
                                <p:cTn id="60" presetID="10" presetClass="entr" presetSubtype="0" fill="hold" grpId="1" nodeType="withEffect">
                                  <p:stCondLst>
                                    <p:cond delay="250"/>
                                  </p:stCondLst>
                                  <p:childTnLst>
                                    <p:set>
                                      <p:cBhvr>
                                        <p:cTn id="61" dur="1" fill="hold">
                                          <p:stCondLst>
                                            <p:cond delay="0"/>
                                          </p:stCondLst>
                                        </p:cTn>
                                        <p:tgtEl>
                                          <p:spTgt spid="52"/>
                                        </p:tgtEl>
                                        <p:attrNameLst>
                                          <p:attrName>style.visibility</p:attrName>
                                        </p:attrNameLst>
                                      </p:cBhvr>
                                      <p:to>
                                        <p:strVal val="visible"/>
                                      </p:to>
                                    </p:set>
                                    <p:animEffect transition="in" filter="fade">
                                      <p:cBhvr>
                                        <p:cTn id="62" dur="500"/>
                                        <p:tgtEl>
                                          <p:spTgt spid="52"/>
                                        </p:tgtEl>
                                      </p:cBhvr>
                                    </p:animEffect>
                                  </p:childTnLst>
                                </p:cTn>
                              </p:par>
                              <p:par>
                                <p:cTn id="63" presetID="6" presetClass="emph" presetSubtype="0" fill="hold" grpId="2" nodeType="withEffect">
                                  <p:stCondLst>
                                    <p:cond delay="250"/>
                                  </p:stCondLst>
                                  <p:childTnLst>
                                    <p:animScale>
                                      <p:cBhvr>
                                        <p:cTn id="64" dur="10" fill="hold"/>
                                        <p:tgtEl>
                                          <p:spTgt spid="52"/>
                                        </p:tgtEl>
                                      </p:cBhvr>
                                      <p:by x="80000" y="80000"/>
                                    </p:animScale>
                                  </p:childTnLst>
                                </p:cTn>
                              </p:par>
                              <p:par>
                                <p:cTn id="65" presetID="6" presetClass="emph" presetSubtype="0" decel="100000" fill="hold" grpId="3" nodeType="withEffect">
                                  <p:stCondLst>
                                    <p:cond delay="250"/>
                                  </p:stCondLst>
                                  <p:childTnLst>
                                    <p:animScale>
                                      <p:cBhvr>
                                        <p:cTn id="66" dur="1000" fill="hold"/>
                                        <p:tgtEl>
                                          <p:spTgt spid="52"/>
                                        </p:tgtEl>
                                      </p:cBhvr>
                                      <p:by x="125000" y="125000"/>
                                    </p:animScale>
                                  </p:childTnLst>
                                </p:cTn>
                              </p:par>
                              <p:par>
                                <p:cTn id="67" presetID="23" presetClass="entr" presetSubtype="16" fill="hold" nodeType="withEffect">
                                  <p:stCondLst>
                                    <p:cond delay="500"/>
                                  </p:stCondLst>
                                  <p:childTnLst>
                                    <p:set>
                                      <p:cBhvr>
                                        <p:cTn id="68" dur="1" fill="hold">
                                          <p:stCondLst>
                                            <p:cond delay="0"/>
                                          </p:stCondLst>
                                        </p:cTn>
                                        <p:tgtEl>
                                          <p:spTgt spid="75"/>
                                        </p:tgtEl>
                                        <p:attrNameLst>
                                          <p:attrName>style.visibility</p:attrName>
                                        </p:attrNameLst>
                                      </p:cBhvr>
                                      <p:to>
                                        <p:strVal val="visible"/>
                                      </p:to>
                                    </p:set>
                                    <p:anim calcmode="lin" valueType="num">
                                      <p:cBhvr>
                                        <p:cTn id="69" dur="250" fill="hold"/>
                                        <p:tgtEl>
                                          <p:spTgt spid="75"/>
                                        </p:tgtEl>
                                        <p:attrNameLst>
                                          <p:attrName>ppt_w</p:attrName>
                                        </p:attrNameLst>
                                      </p:cBhvr>
                                      <p:tavLst>
                                        <p:tav tm="0">
                                          <p:val>
                                            <p:fltVal val="0"/>
                                          </p:val>
                                        </p:tav>
                                        <p:tav tm="100000">
                                          <p:val>
                                            <p:strVal val="#ppt_w"/>
                                          </p:val>
                                        </p:tav>
                                      </p:tavLst>
                                    </p:anim>
                                    <p:anim calcmode="lin" valueType="num">
                                      <p:cBhvr>
                                        <p:cTn id="70" dur="250" fill="hold"/>
                                        <p:tgtEl>
                                          <p:spTgt spid="75"/>
                                        </p:tgtEl>
                                        <p:attrNameLst>
                                          <p:attrName>ppt_h</p:attrName>
                                        </p:attrNameLst>
                                      </p:cBhvr>
                                      <p:tavLst>
                                        <p:tav tm="0">
                                          <p:val>
                                            <p:fltVal val="0"/>
                                          </p:val>
                                        </p:tav>
                                        <p:tav tm="100000">
                                          <p:val>
                                            <p:strVal val="#ppt_h"/>
                                          </p:val>
                                        </p:tav>
                                      </p:tavLst>
                                    </p:anim>
                                  </p:childTnLst>
                                </p:cTn>
                              </p:par>
                              <p:par>
                                <p:cTn id="71" presetID="10" presetClass="entr" presetSubtype="0" fill="hold" nodeType="withEffect">
                                  <p:stCondLst>
                                    <p:cond delay="500"/>
                                  </p:stCondLst>
                                  <p:childTnLst>
                                    <p:set>
                                      <p:cBhvr>
                                        <p:cTn id="72" dur="1" fill="hold">
                                          <p:stCondLst>
                                            <p:cond delay="0"/>
                                          </p:stCondLst>
                                        </p:cTn>
                                        <p:tgtEl>
                                          <p:spTgt spid="75"/>
                                        </p:tgtEl>
                                        <p:attrNameLst>
                                          <p:attrName>style.visibility</p:attrName>
                                        </p:attrNameLst>
                                      </p:cBhvr>
                                      <p:to>
                                        <p:strVal val="visible"/>
                                      </p:to>
                                    </p:set>
                                    <p:animEffect transition="in" filter="fade">
                                      <p:cBhvr>
                                        <p:cTn id="73" dur="500"/>
                                        <p:tgtEl>
                                          <p:spTgt spid="75"/>
                                        </p:tgtEl>
                                      </p:cBhvr>
                                    </p:animEffect>
                                  </p:childTnLst>
                                </p:cTn>
                              </p:par>
                              <p:par>
                                <p:cTn id="74" presetID="6" presetClass="emph" presetSubtype="0" fill="hold" nodeType="withEffect">
                                  <p:stCondLst>
                                    <p:cond delay="500"/>
                                  </p:stCondLst>
                                  <p:childTnLst>
                                    <p:animScale>
                                      <p:cBhvr>
                                        <p:cTn id="75" dur="10" fill="hold"/>
                                        <p:tgtEl>
                                          <p:spTgt spid="75"/>
                                        </p:tgtEl>
                                      </p:cBhvr>
                                      <p:by x="80000" y="80000"/>
                                    </p:animScale>
                                  </p:childTnLst>
                                </p:cTn>
                              </p:par>
                              <p:par>
                                <p:cTn id="76" presetID="6" presetClass="emph" presetSubtype="0" decel="100000" fill="hold" nodeType="withEffect">
                                  <p:stCondLst>
                                    <p:cond delay="500"/>
                                  </p:stCondLst>
                                  <p:childTnLst>
                                    <p:animScale>
                                      <p:cBhvr>
                                        <p:cTn id="77" dur="1000" fill="hold"/>
                                        <p:tgtEl>
                                          <p:spTgt spid="75"/>
                                        </p:tgtEl>
                                      </p:cBhvr>
                                      <p:by x="125000" y="125000"/>
                                    </p:animScale>
                                  </p:childTnLst>
                                </p:cTn>
                              </p:par>
                              <p:par>
                                <p:cTn id="78" presetID="23" presetClass="entr" presetSubtype="16" fill="hold" nodeType="withEffect">
                                  <p:stCondLst>
                                    <p:cond delay="500"/>
                                  </p:stCondLst>
                                  <p:childTnLst>
                                    <p:set>
                                      <p:cBhvr>
                                        <p:cTn id="79" dur="1" fill="hold">
                                          <p:stCondLst>
                                            <p:cond delay="0"/>
                                          </p:stCondLst>
                                        </p:cTn>
                                        <p:tgtEl>
                                          <p:spTgt spid="78"/>
                                        </p:tgtEl>
                                        <p:attrNameLst>
                                          <p:attrName>style.visibility</p:attrName>
                                        </p:attrNameLst>
                                      </p:cBhvr>
                                      <p:to>
                                        <p:strVal val="visible"/>
                                      </p:to>
                                    </p:set>
                                    <p:anim calcmode="lin" valueType="num">
                                      <p:cBhvr>
                                        <p:cTn id="80" dur="250" fill="hold"/>
                                        <p:tgtEl>
                                          <p:spTgt spid="78"/>
                                        </p:tgtEl>
                                        <p:attrNameLst>
                                          <p:attrName>ppt_w</p:attrName>
                                        </p:attrNameLst>
                                      </p:cBhvr>
                                      <p:tavLst>
                                        <p:tav tm="0">
                                          <p:val>
                                            <p:fltVal val="0"/>
                                          </p:val>
                                        </p:tav>
                                        <p:tav tm="100000">
                                          <p:val>
                                            <p:strVal val="#ppt_w"/>
                                          </p:val>
                                        </p:tav>
                                      </p:tavLst>
                                    </p:anim>
                                    <p:anim calcmode="lin" valueType="num">
                                      <p:cBhvr>
                                        <p:cTn id="81" dur="250" fill="hold"/>
                                        <p:tgtEl>
                                          <p:spTgt spid="78"/>
                                        </p:tgtEl>
                                        <p:attrNameLst>
                                          <p:attrName>ppt_h</p:attrName>
                                        </p:attrNameLst>
                                      </p:cBhvr>
                                      <p:tavLst>
                                        <p:tav tm="0">
                                          <p:val>
                                            <p:fltVal val="0"/>
                                          </p:val>
                                        </p:tav>
                                        <p:tav tm="100000">
                                          <p:val>
                                            <p:strVal val="#ppt_h"/>
                                          </p:val>
                                        </p:tav>
                                      </p:tavLst>
                                    </p:anim>
                                  </p:childTnLst>
                                </p:cTn>
                              </p:par>
                              <p:par>
                                <p:cTn id="82" presetID="10" presetClass="entr" presetSubtype="0" fill="hold" nodeType="withEffect">
                                  <p:stCondLst>
                                    <p:cond delay="500"/>
                                  </p:stCondLst>
                                  <p:childTnLst>
                                    <p:set>
                                      <p:cBhvr>
                                        <p:cTn id="83" dur="1" fill="hold">
                                          <p:stCondLst>
                                            <p:cond delay="0"/>
                                          </p:stCondLst>
                                        </p:cTn>
                                        <p:tgtEl>
                                          <p:spTgt spid="78"/>
                                        </p:tgtEl>
                                        <p:attrNameLst>
                                          <p:attrName>style.visibility</p:attrName>
                                        </p:attrNameLst>
                                      </p:cBhvr>
                                      <p:to>
                                        <p:strVal val="visible"/>
                                      </p:to>
                                    </p:set>
                                    <p:animEffect transition="in" filter="fade">
                                      <p:cBhvr>
                                        <p:cTn id="84" dur="500"/>
                                        <p:tgtEl>
                                          <p:spTgt spid="78"/>
                                        </p:tgtEl>
                                      </p:cBhvr>
                                    </p:animEffect>
                                  </p:childTnLst>
                                </p:cTn>
                              </p:par>
                              <p:par>
                                <p:cTn id="85" presetID="6" presetClass="emph" presetSubtype="0" fill="hold" nodeType="withEffect">
                                  <p:stCondLst>
                                    <p:cond delay="500"/>
                                  </p:stCondLst>
                                  <p:childTnLst>
                                    <p:animScale>
                                      <p:cBhvr>
                                        <p:cTn id="86" dur="10" fill="hold"/>
                                        <p:tgtEl>
                                          <p:spTgt spid="78"/>
                                        </p:tgtEl>
                                      </p:cBhvr>
                                      <p:by x="80000" y="80000"/>
                                    </p:animScale>
                                  </p:childTnLst>
                                </p:cTn>
                              </p:par>
                              <p:par>
                                <p:cTn id="87" presetID="6" presetClass="emph" presetSubtype="0" decel="100000" fill="hold" nodeType="withEffect">
                                  <p:stCondLst>
                                    <p:cond delay="500"/>
                                  </p:stCondLst>
                                  <p:childTnLst>
                                    <p:animScale>
                                      <p:cBhvr>
                                        <p:cTn id="88" dur="1000" fill="hold"/>
                                        <p:tgtEl>
                                          <p:spTgt spid="78"/>
                                        </p:tgtEl>
                                      </p:cBhvr>
                                      <p:by x="125000" y="125000"/>
                                    </p:animScale>
                                  </p:childTnLst>
                                </p:cTn>
                              </p:par>
                              <p:par>
                                <p:cTn id="89" presetID="23" presetClass="entr" presetSubtype="16" fill="hold" nodeType="withEffect">
                                  <p:stCondLst>
                                    <p:cond delay="500"/>
                                  </p:stCondLst>
                                  <p:childTnLst>
                                    <p:set>
                                      <p:cBhvr>
                                        <p:cTn id="90" dur="1" fill="hold">
                                          <p:stCondLst>
                                            <p:cond delay="0"/>
                                          </p:stCondLst>
                                        </p:cTn>
                                        <p:tgtEl>
                                          <p:spTgt spid="81"/>
                                        </p:tgtEl>
                                        <p:attrNameLst>
                                          <p:attrName>style.visibility</p:attrName>
                                        </p:attrNameLst>
                                      </p:cBhvr>
                                      <p:to>
                                        <p:strVal val="visible"/>
                                      </p:to>
                                    </p:set>
                                    <p:anim calcmode="lin" valueType="num">
                                      <p:cBhvr>
                                        <p:cTn id="91" dur="250" fill="hold"/>
                                        <p:tgtEl>
                                          <p:spTgt spid="81"/>
                                        </p:tgtEl>
                                        <p:attrNameLst>
                                          <p:attrName>ppt_w</p:attrName>
                                        </p:attrNameLst>
                                      </p:cBhvr>
                                      <p:tavLst>
                                        <p:tav tm="0">
                                          <p:val>
                                            <p:fltVal val="0"/>
                                          </p:val>
                                        </p:tav>
                                        <p:tav tm="100000">
                                          <p:val>
                                            <p:strVal val="#ppt_w"/>
                                          </p:val>
                                        </p:tav>
                                      </p:tavLst>
                                    </p:anim>
                                    <p:anim calcmode="lin" valueType="num">
                                      <p:cBhvr>
                                        <p:cTn id="92" dur="250" fill="hold"/>
                                        <p:tgtEl>
                                          <p:spTgt spid="81"/>
                                        </p:tgtEl>
                                        <p:attrNameLst>
                                          <p:attrName>ppt_h</p:attrName>
                                        </p:attrNameLst>
                                      </p:cBhvr>
                                      <p:tavLst>
                                        <p:tav tm="0">
                                          <p:val>
                                            <p:fltVal val="0"/>
                                          </p:val>
                                        </p:tav>
                                        <p:tav tm="100000">
                                          <p:val>
                                            <p:strVal val="#ppt_h"/>
                                          </p:val>
                                        </p:tav>
                                      </p:tavLst>
                                    </p:anim>
                                  </p:childTnLst>
                                </p:cTn>
                              </p:par>
                              <p:par>
                                <p:cTn id="93" presetID="10" presetClass="entr" presetSubtype="0" fill="hold" nodeType="withEffect">
                                  <p:stCondLst>
                                    <p:cond delay="500"/>
                                  </p:stCondLst>
                                  <p:childTnLst>
                                    <p:set>
                                      <p:cBhvr>
                                        <p:cTn id="94" dur="1" fill="hold">
                                          <p:stCondLst>
                                            <p:cond delay="0"/>
                                          </p:stCondLst>
                                        </p:cTn>
                                        <p:tgtEl>
                                          <p:spTgt spid="81"/>
                                        </p:tgtEl>
                                        <p:attrNameLst>
                                          <p:attrName>style.visibility</p:attrName>
                                        </p:attrNameLst>
                                      </p:cBhvr>
                                      <p:to>
                                        <p:strVal val="visible"/>
                                      </p:to>
                                    </p:set>
                                    <p:animEffect transition="in" filter="fade">
                                      <p:cBhvr>
                                        <p:cTn id="95" dur="500"/>
                                        <p:tgtEl>
                                          <p:spTgt spid="81"/>
                                        </p:tgtEl>
                                      </p:cBhvr>
                                    </p:animEffect>
                                  </p:childTnLst>
                                </p:cTn>
                              </p:par>
                              <p:par>
                                <p:cTn id="96" presetID="6" presetClass="emph" presetSubtype="0" fill="hold" nodeType="withEffect">
                                  <p:stCondLst>
                                    <p:cond delay="500"/>
                                  </p:stCondLst>
                                  <p:childTnLst>
                                    <p:animScale>
                                      <p:cBhvr>
                                        <p:cTn id="97" dur="10" fill="hold"/>
                                        <p:tgtEl>
                                          <p:spTgt spid="81"/>
                                        </p:tgtEl>
                                      </p:cBhvr>
                                      <p:by x="80000" y="80000"/>
                                    </p:animScale>
                                  </p:childTnLst>
                                </p:cTn>
                              </p:par>
                              <p:par>
                                <p:cTn id="98" presetID="6" presetClass="emph" presetSubtype="0" decel="100000" fill="hold" nodeType="withEffect">
                                  <p:stCondLst>
                                    <p:cond delay="500"/>
                                  </p:stCondLst>
                                  <p:childTnLst>
                                    <p:animScale>
                                      <p:cBhvr>
                                        <p:cTn id="99" dur="1000" fill="hold"/>
                                        <p:tgtEl>
                                          <p:spTgt spid="81"/>
                                        </p:tgtEl>
                                      </p:cBhvr>
                                      <p:by x="125000" y="125000"/>
                                    </p:animScale>
                                  </p:childTnLst>
                                </p:cTn>
                              </p:par>
                              <p:par>
                                <p:cTn id="100" presetID="23" presetClass="entr" presetSubtype="16" fill="hold" nodeType="withEffect">
                                  <p:stCondLst>
                                    <p:cond delay="500"/>
                                  </p:stCondLst>
                                  <p:childTnLst>
                                    <p:set>
                                      <p:cBhvr>
                                        <p:cTn id="101" dur="1" fill="hold">
                                          <p:stCondLst>
                                            <p:cond delay="0"/>
                                          </p:stCondLst>
                                        </p:cTn>
                                        <p:tgtEl>
                                          <p:spTgt spid="84"/>
                                        </p:tgtEl>
                                        <p:attrNameLst>
                                          <p:attrName>style.visibility</p:attrName>
                                        </p:attrNameLst>
                                      </p:cBhvr>
                                      <p:to>
                                        <p:strVal val="visible"/>
                                      </p:to>
                                    </p:set>
                                    <p:anim calcmode="lin" valueType="num">
                                      <p:cBhvr>
                                        <p:cTn id="102" dur="250" fill="hold"/>
                                        <p:tgtEl>
                                          <p:spTgt spid="84"/>
                                        </p:tgtEl>
                                        <p:attrNameLst>
                                          <p:attrName>ppt_w</p:attrName>
                                        </p:attrNameLst>
                                      </p:cBhvr>
                                      <p:tavLst>
                                        <p:tav tm="0">
                                          <p:val>
                                            <p:fltVal val="0"/>
                                          </p:val>
                                        </p:tav>
                                        <p:tav tm="100000">
                                          <p:val>
                                            <p:strVal val="#ppt_w"/>
                                          </p:val>
                                        </p:tav>
                                      </p:tavLst>
                                    </p:anim>
                                    <p:anim calcmode="lin" valueType="num">
                                      <p:cBhvr>
                                        <p:cTn id="103" dur="250" fill="hold"/>
                                        <p:tgtEl>
                                          <p:spTgt spid="84"/>
                                        </p:tgtEl>
                                        <p:attrNameLst>
                                          <p:attrName>ppt_h</p:attrName>
                                        </p:attrNameLst>
                                      </p:cBhvr>
                                      <p:tavLst>
                                        <p:tav tm="0">
                                          <p:val>
                                            <p:fltVal val="0"/>
                                          </p:val>
                                        </p:tav>
                                        <p:tav tm="100000">
                                          <p:val>
                                            <p:strVal val="#ppt_h"/>
                                          </p:val>
                                        </p:tav>
                                      </p:tavLst>
                                    </p:anim>
                                  </p:childTnLst>
                                </p:cTn>
                              </p:par>
                              <p:par>
                                <p:cTn id="104" presetID="10" presetClass="entr" presetSubtype="0" fill="hold" nodeType="withEffect">
                                  <p:stCondLst>
                                    <p:cond delay="500"/>
                                  </p:stCondLst>
                                  <p:childTnLst>
                                    <p:set>
                                      <p:cBhvr>
                                        <p:cTn id="105" dur="1" fill="hold">
                                          <p:stCondLst>
                                            <p:cond delay="0"/>
                                          </p:stCondLst>
                                        </p:cTn>
                                        <p:tgtEl>
                                          <p:spTgt spid="84"/>
                                        </p:tgtEl>
                                        <p:attrNameLst>
                                          <p:attrName>style.visibility</p:attrName>
                                        </p:attrNameLst>
                                      </p:cBhvr>
                                      <p:to>
                                        <p:strVal val="visible"/>
                                      </p:to>
                                    </p:set>
                                    <p:animEffect transition="in" filter="fade">
                                      <p:cBhvr>
                                        <p:cTn id="106" dur="500"/>
                                        <p:tgtEl>
                                          <p:spTgt spid="84"/>
                                        </p:tgtEl>
                                      </p:cBhvr>
                                    </p:animEffect>
                                  </p:childTnLst>
                                </p:cTn>
                              </p:par>
                              <p:par>
                                <p:cTn id="107" presetID="6" presetClass="emph" presetSubtype="0" fill="hold" nodeType="withEffect">
                                  <p:stCondLst>
                                    <p:cond delay="500"/>
                                  </p:stCondLst>
                                  <p:childTnLst>
                                    <p:animScale>
                                      <p:cBhvr>
                                        <p:cTn id="108" dur="10" fill="hold"/>
                                        <p:tgtEl>
                                          <p:spTgt spid="84"/>
                                        </p:tgtEl>
                                      </p:cBhvr>
                                      <p:by x="80000" y="80000"/>
                                    </p:animScale>
                                  </p:childTnLst>
                                </p:cTn>
                              </p:par>
                              <p:par>
                                <p:cTn id="109" presetID="6" presetClass="emph" presetSubtype="0" decel="100000" fill="hold" nodeType="withEffect">
                                  <p:stCondLst>
                                    <p:cond delay="500"/>
                                  </p:stCondLst>
                                  <p:childTnLst>
                                    <p:animScale>
                                      <p:cBhvr>
                                        <p:cTn id="110" dur="1000" fill="hold"/>
                                        <p:tgtEl>
                                          <p:spTgt spid="84"/>
                                        </p:tgtEl>
                                      </p:cBhvr>
                                      <p:by x="125000" y="125000"/>
                                    </p:animScale>
                                  </p:childTnLst>
                                </p:cTn>
                              </p:par>
                              <p:par>
                                <p:cTn id="111" presetID="23" presetClass="entr" presetSubtype="16" fill="hold" nodeType="withEffect">
                                  <p:stCondLst>
                                    <p:cond delay="500"/>
                                  </p:stCondLst>
                                  <p:childTnLst>
                                    <p:set>
                                      <p:cBhvr>
                                        <p:cTn id="112" dur="1" fill="hold">
                                          <p:stCondLst>
                                            <p:cond delay="0"/>
                                          </p:stCondLst>
                                        </p:cTn>
                                        <p:tgtEl>
                                          <p:spTgt spid="91"/>
                                        </p:tgtEl>
                                        <p:attrNameLst>
                                          <p:attrName>style.visibility</p:attrName>
                                        </p:attrNameLst>
                                      </p:cBhvr>
                                      <p:to>
                                        <p:strVal val="visible"/>
                                      </p:to>
                                    </p:set>
                                    <p:anim calcmode="lin" valueType="num">
                                      <p:cBhvr>
                                        <p:cTn id="113" dur="250" fill="hold"/>
                                        <p:tgtEl>
                                          <p:spTgt spid="91"/>
                                        </p:tgtEl>
                                        <p:attrNameLst>
                                          <p:attrName>ppt_w</p:attrName>
                                        </p:attrNameLst>
                                      </p:cBhvr>
                                      <p:tavLst>
                                        <p:tav tm="0">
                                          <p:val>
                                            <p:fltVal val="0"/>
                                          </p:val>
                                        </p:tav>
                                        <p:tav tm="100000">
                                          <p:val>
                                            <p:strVal val="#ppt_w"/>
                                          </p:val>
                                        </p:tav>
                                      </p:tavLst>
                                    </p:anim>
                                    <p:anim calcmode="lin" valueType="num">
                                      <p:cBhvr>
                                        <p:cTn id="114" dur="250" fill="hold"/>
                                        <p:tgtEl>
                                          <p:spTgt spid="91"/>
                                        </p:tgtEl>
                                        <p:attrNameLst>
                                          <p:attrName>ppt_h</p:attrName>
                                        </p:attrNameLst>
                                      </p:cBhvr>
                                      <p:tavLst>
                                        <p:tav tm="0">
                                          <p:val>
                                            <p:fltVal val="0"/>
                                          </p:val>
                                        </p:tav>
                                        <p:tav tm="100000">
                                          <p:val>
                                            <p:strVal val="#ppt_h"/>
                                          </p:val>
                                        </p:tav>
                                      </p:tavLst>
                                    </p:anim>
                                  </p:childTnLst>
                                </p:cTn>
                              </p:par>
                              <p:par>
                                <p:cTn id="115" presetID="10" presetClass="entr" presetSubtype="0" fill="hold" nodeType="withEffect">
                                  <p:stCondLst>
                                    <p:cond delay="500"/>
                                  </p:stCondLst>
                                  <p:childTnLst>
                                    <p:set>
                                      <p:cBhvr>
                                        <p:cTn id="116" dur="1" fill="hold">
                                          <p:stCondLst>
                                            <p:cond delay="0"/>
                                          </p:stCondLst>
                                        </p:cTn>
                                        <p:tgtEl>
                                          <p:spTgt spid="91"/>
                                        </p:tgtEl>
                                        <p:attrNameLst>
                                          <p:attrName>style.visibility</p:attrName>
                                        </p:attrNameLst>
                                      </p:cBhvr>
                                      <p:to>
                                        <p:strVal val="visible"/>
                                      </p:to>
                                    </p:set>
                                    <p:animEffect transition="in" filter="fade">
                                      <p:cBhvr>
                                        <p:cTn id="117" dur="500"/>
                                        <p:tgtEl>
                                          <p:spTgt spid="91"/>
                                        </p:tgtEl>
                                      </p:cBhvr>
                                    </p:animEffect>
                                  </p:childTnLst>
                                </p:cTn>
                              </p:par>
                              <p:par>
                                <p:cTn id="118" presetID="6" presetClass="emph" presetSubtype="0" fill="hold" nodeType="withEffect">
                                  <p:stCondLst>
                                    <p:cond delay="500"/>
                                  </p:stCondLst>
                                  <p:childTnLst>
                                    <p:animScale>
                                      <p:cBhvr>
                                        <p:cTn id="119" dur="10" fill="hold"/>
                                        <p:tgtEl>
                                          <p:spTgt spid="91"/>
                                        </p:tgtEl>
                                      </p:cBhvr>
                                      <p:by x="80000" y="80000"/>
                                    </p:animScale>
                                  </p:childTnLst>
                                </p:cTn>
                              </p:par>
                              <p:par>
                                <p:cTn id="120" presetID="6" presetClass="emph" presetSubtype="0" decel="100000" fill="hold" nodeType="withEffect">
                                  <p:stCondLst>
                                    <p:cond delay="500"/>
                                  </p:stCondLst>
                                  <p:childTnLst>
                                    <p:animScale>
                                      <p:cBhvr>
                                        <p:cTn id="121" dur="1000" fill="hold"/>
                                        <p:tgtEl>
                                          <p:spTgt spid="91"/>
                                        </p:tgtEl>
                                      </p:cBhvr>
                                      <p:by x="125000" y="125000"/>
                                    </p:animScale>
                                  </p:childTnLst>
                                </p:cTn>
                              </p:par>
                              <p:par>
                                <p:cTn id="122" presetID="23" presetClass="entr" presetSubtype="16" fill="hold" nodeType="withEffect">
                                  <p:stCondLst>
                                    <p:cond delay="500"/>
                                  </p:stCondLst>
                                  <p:childTnLst>
                                    <p:set>
                                      <p:cBhvr>
                                        <p:cTn id="123" dur="1" fill="hold">
                                          <p:stCondLst>
                                            <p:cond delay="0"/>
                                          </p:stCondLst>
                                        </p:cTn>
                                        <p:tgtEl>
                                          <p:spTgt spid="99"/>
                                        </p:tgtEl>
                                        <p:attrNameLst>
                                          <p:attrName>style.visibility</p:attrName>
                                        </p:attrNameLst>
                                      </p:cBhvr>
                                      <p:to>
                                        <p:strVal val="visible"/>
                                      </p:to>
                                    </p:set>
                                    <p:anim calcmode="lin" valueType="num">
                                      <p:cBhvr>
                                        <p:cTn id="124" dur="250" fill="hold"/>
                                        <p:tgtEl>
                                          <p:spTgt spid="99"/>
                                        </p:tgtEl>
                                        <p:attrNameLst>
                                          <p:attrName>ppt_w</p:attrName>
                                        </p:attrNameLst>
                                      </p:cBhvr>
                                      <p:tavLst>
                                        <p:tav tm="0">
                                          <p:val>
                                            <p:fltVal val="0"/>
                                          </p:val>
                                        </p:tav>
                                        <p:tav tm="100000">
                                          <p:val>
                                            <p:strVal val="#ppt_w"/>
                                          </p:val>
                                        </p:tav>
                                      </p:tavLst>
                                    </p:anim>
                                    <p:anim calcmode="lin" valueType="num">
                                      <p:cBhvr>
                                        <p:cTn id="125" dur="250" fill="hold"/>
                                        <p:tgtEl>
                                          <p:spTgt spid="99"/>
                                        </p:tgtEl>
                                        <p:attrNameLst>
                                          <p:attrName>ppt_h</p:attrName>
                                        </p:attrNameLst>
                                      </p:cBhvr>
                                      <p:tavLst>
                                        <p:tav tm="0">
                                          <p:val>
                                            <p:fltVal val="0"/>
                                          </p:val>
                                        </p:tav>
                                        <p:tav tm="100000">
                                          <p:val>
                                            <p:strVal val="#ppt_h"/>
                                          </p:val>
                                        </p:tav>
                                      </p:tavLst>
                                    </p:anim>
                                  </p:childTnLst>
                                </p:cTn>
                              </p:par>
                              <p:par>
                                <p:cTn id="126" presetID="10" presetClass="entr" presetSubtype="0" fill="hold" nodeType="withEffect">
                                  <p:stCondLst>
                                    <p:cond delay="500"/>
                                  </p:stCondLst>
                                  <p:childTnLst>
                                    <p:set>
                                      <p:cBhvr>
                                        <p:cTn id="127" dur="1" fill="hold">
                                          <p:stCondLst>
                                            <p:cond delay="0"/>
                                          </p:stCondLst>
                                        </p:cTn>
                                        <p:tgtEl>
                                          <p:spTgt spid="99"/>
                                        </p:tgtEl>
                                        <p:attrNameLst>
                                          <p:attrName>style.visibility</p:attrName>
                                        </p:attrNameLst>
                                      </p:cBhvr>
                                      <p:to>
                                        <p:strVal val="visible"/>
                                      </p:to>
                                    </p:set>
                                    <p:animEffect transition="in" filter="fade">
                                      <p:cBhvr>
                                        <p:cTn id="128" dur="500"/>
                                        <p:tgtEl>
                                          <p:spTgt spid="99"/>
                                        </p:tgtEl>
                                      </p:cBhvr>
                                    </p:animEffect>
                                  </p:childTnLst>
                                </p:cTn>
                              </p:par>
                              <p:par>
                                <p:cTn id="129" presetID="6" presetClass="emph" presetSubtype="0" fill="hold" nodeType="withEffect">
                                  <p:stCondLst>
                                    <p:cond delay="500"/>
                                  </p:stCondLst>
                                  <p:childTnLst>
                                    <p:animScale>
                                      <p:cBhvr>
                                        <p:cTn id="130" dur="10" fill="hold"/>
                                        <p:tgtEl>
                                          <p:spTgt spid="99"/>
                                        </p:tgtEl>
                                      </p:cBhvr>
                                      <p:by x="80000" y="80000"/>
                                    </p:animScale>
                                  </p:childTnLst>
                                </p:cTn>
                              </p:par>
                              <p:par>
                                <p:cTn id="131" presetID="6" presetClass="emph" presetSubtype="0" decel="100000" fill="hold" nodeType="withEffect">
                                  <p:stCondLst>
                                    <p:cond delay="500"/>
                                  </p:stCondLst>
                                  <p:childTnLst>
                                    <p:animScale>
                                      <p:cBhvr>
                                        <p:cTn id="132" dur="1000" fill="hold"/>
                                        <p:tgtEl>
                                          <p:spTgt spid="99"/>
                                        </p:tgtEl>
                                      </p:cBhvr>
                                      <p:by x="125000" y="125000"/>
                                    </p:animScale>
                                  </p:childTnLst>
                                </p:cTn>
                              </p:par>
                              <p:par>
                                <p:cTn id="133" presetID="23" presetClass="entr" presetSubtype="16" fill="hold" nodeType="withEffect">
                                  <p:stCondLst>
                                    <p:cond delay="500"/>
                                  </p:stCondLst>
                                  <p:childTnLst>
                                    <p:set>
                                      <p:cBhvr>
                                        <p:cTn id="134" dur="1" fill="hold">
                                          <p:stCondLst>
                                            <p:cond delay="0"/>
                                          </p:stCondLst>
                                        </p:cTn>
                                        <p:tgtEl>
                                          <p:spTgt spid="107"/>
                                        </p:tgtEl>
                                        <p:attrNameLst>
                                          <p:attrName>style.visibility</p:attrName>
                                        </p:attrNameLst>
                                      </p:cBhvr>
                                      <p:to>
                                        <p:strVal val="visible"/>
                                      </p:to>
                                    </p:set>
                                    <p:anim calcmode="lin" valueType="num">
                                      <p:cBhvr>
                                        <p:cTn id="135" dur="250" fill="hold"/>
                                        <p:tgtEl>
                                          <p:spTgt spid="107"/>
                                        </p:tgtEl>
                                        <p:attrNameLst>
                                          <p:attrName>ppt_w</p:attrName>
                                        </p:attrNameLst>
                                      </p:cBhvr>
                                      <p:tavLst>
                                        <p:tav tm="0">
                                          <p:val>
                                            <p:fltVal val="0"/>
                                          </p:val>
                                        </p:tav>
                                        <p:tav tm="100000">
                                          <p:val>
                                            <p:strVal val="#ppt_w"/>
                                          </p:val>
                                        </p:tav>
                                      </p:tavLst>
                                    </p:anim>
                                    <p:anim calcmode="lin" valueType="num">
                                      <p:cBhvr>
                                        <p:cTn id="136" dur="250" fill="hold"/>
                                        <p:tgtEl>
                                          <p:spTgt spid="107"/>
                                        </p:tgtEl>
                                        <p:attrNameLst>
                                          <p:attrName>ppt_h</p:attrName>
                                        </p:attrNameLst>
                                      </p:cBhvr>
                                      <p:tavLst>
                                        <p:tav tm="0">
                                          <p:val>
                                            <p:fltVal val="0"/>
                                          </p:val>
                                        </p:tav>
                                        <p:tav tm="100000">
                                          <p:val>
                                            <p:strVal val="#ppt_h"/>
                                          </p:val>
                                        </p:tav>
                                      </p:tavLst>
                                    </p:anim>
                                  </p:childTnLst>
                                </p:cTn>
                              </p:par>
                              <p:par>
                                <p:cTn id="137" presetID="10" presetClass="entr" presetSubtype="0" fill="hold" nodeType="withEffect">
                                  <p:stCondLst>
                                    <p:cond delay="500"/>
                                  </p:stCondLst>
                                  <p:childTnLst>
                                    <p:set>
                                      <p:cBhvr>
                                        <p:cTn id="138" dur="1" fill="hold">
                                          <p:stCondLst>
                                            <p:cond delay="0"/>
                                          </p:stCondLst>
                                        </p:cTn>
                                        <p:tgtEl>
                                          <p:spTgt spid="107"/>
                                        </p:tgtEl>
                                        <p:attrNameLst>
                                          <p:attrName>style.visibility</p:attrName>
                                        </p:attrNameLst>
                                      </p:cBhvr>
                                      <p:to>
                                        <p:strVal val="visible"/>
                                      </p:to>
                                    </p:set>
                                    <p:animEffect transition="in" filter="fade">
                                      <p:cBhvr>
                                        <p:cTn id="139" dur="500"/>
                                        <p:tgtEl>
                                          <p:spTgt spid="107"/>
                                        </p:tgtEl>
                                      </p:cBhvr>
                                    </p:animEffect>
                                  </p:childTnLst>
                                </p:cTn>
                              </p:par>
                              <p:par>
                                <p:cTn id="140" presetID="6" presetClass="emph" presetSubtype="0" fill="hold" nodeType="withEffect">
                                  <p:stCondLst>
                                    <p:cond delay="500"/>
                                  </p:stCondLst>
                                  <p:childTnLst>
                                    <p:animScale>
                                      <p:cBhvr>
                                        <p:cTn id="141" dur="10" fill="hold"/>
                                        <p:tgtEl>
                                          <p:spTgt spid="107"/>
                                        </p:tgtEl>
                                      </p:cBhvr>
                                      <p:by x="80000" y="80000"/>
                                    </p:animScale>
                                  </p:childTnLst>
                                </p:cTn>
                              </p:par>
                              <p:par>
                                <p:cTn id="142" presetID="6" presetClass="emph" presetSubtype="0" decel="100000" fill="hold" nodeType="withEffect">
                                  <p:stCondLst>
                                    <p:cond delay="500"/>
                                  </p:stCondLst>
                                  <p:childTnLst>
                                    <p:animScale>
                                      <p:cBhvr>
                                        <p:cTn id="143" dur="1000" fill="hold"/>
                                        <p:tgtEl>
                                          <p:spTgt spid="107"/>
                                        </p:tgtEl>
                                      </p:cBhvr>
                                      <p:by x="125000" y="125000"/>
                                    </p:animScale>
                                  </p:childTnLst>
                                </p:cTn>
                              </p:par>
                              <p:par>
                                <p:cTn id="144" presetID="23" presetClass="entr" presetSubtype="16" fill="hold" nodeType="withEffect">
                                  <p:stCondLst>
                                    <p:cond delay="500"/>
                                  </p:stCondLst>
                                  <p:childTnLst>
                                    <p:set>
                                      <p:cBhvr>
                                        <p:cTn id="145" dur="1" fill="hold">
                                          <p:stCondLst>
                                            <p:cond delay="0"/>
                                          </p:stCondLst>
                                        </p:cTn>
                                        <p:tgtEl>
                                          <p:spTgt spid="110"/>
                                        </p:tgtEl>
                                        <p:attrNameLst>
                                          <p:attrName>style.visibility</p:attrName>
                                        </p:attrNameLst>
                                      </p:cBhvr>
                                      <p:to>
                                        <p:strVal val="visible"/>
                                      </p:to>
                                    </p:set>
                                    <p:anim calcmode="lin" valueType="num">
                                      <p:cBhvr>
                                        <p:cTn id="146" dur="250" fill="hold"/>
                                        <p:tgtEl>
                                          <p:spTgt spid="110"/>
                                        </p:tgtEl>
                                        <p:attrNameLst>
                                          <p:attrName>ppt_w</p:attrName>
                                        </p:attrNameLst>
                                      </p:cBhvr>
                                      <p:tavLst>
                                        <p:tav tm="0">
                                          <p:val>
                                            <p:fltVal val="0"/>
                                          </p:val>
                                        </p:tav>
                                        <p:tav tm="100000">
                                          <p:val>
                                            <p:strVal val="#ppt_w"/>
                                          </p:val>
                                        </p:tav>
                                      </p:tavLst>
                                    </p:anim>
                                    <p:anim calcmode="lin" valueType="num">
                                      <p:cBhvr>
                                        <p:cTn id="147" dur="250" fill="hold"/>
                                        <p:tgtEl>
                                          <p:spTgt spid="110"/>
                                        </p:tgtEl>
                                        <p:attrNameLst>
                                          <p:attrName>ppt_h</p:attrName>
                                        </p:attrNameLst>
                                      </p:cBhvr>
                                      <p:tavLst>
                                        <p:tav tm="0">
                                          <p:val>
                                            <p:fltVal val="0"/>
                                          </p:val>
                                        </p:tav>
                                        <p:tav tm="100000">
                                          <p:val>
                                            <p:strVal val="#ppt_h"/>
                                          </p:val>
                                        </p:tav>
                                      </p:tavLst>
                                    </p:anim>
                                  </p:childTnLst>
                                </p:cTn>
                              </p:par>
                              <p:par>
                                <p:cTn id="148" presetID="10" presetClass="entr" presetSubtype="0" fill="hold" nodeType="withEffect">
                                  <p:stCondLst>
                                    <p:cond delay="500"/>
                                  </p:stCondLst>
                                  <p:childTnLst>
                                    <p:set>
                                      <p:cBhvr>
                                        <p:cTn id="149" dur="1" fill="hold">
                                          <p:stCondLst>
                                            <p:cond delay="0"/>
                                          </p:stCondLst>
                                        </p:cTn>
                                        <p:tgtEl>
                                          <p:spTgt spid="110"/>
                                        </p:tgtEl>
                                        <p:attrNameLst>
                                          <p:attrName>style.visibility</p:attrName>
                                        </p:attrNameLst>
                                      </p:cBhvr>
                                      <p:to>
                                        <p:strVal val="visible"/>
                                      </p:to>
                                    </p:set>
                                    <p:animEffect transition="in" filter="fade">
                                      <p:cBhvr>
                                        <p:cTn id="150" dur="500"/>
                                        <p:tgtEl>
                                          <p:spTgt spid="110"/>
                                        </p:tgtEl>
                                      </p:cBhvr>
                                    </p:animEffect>
                                  </p:childTnLst>
                                </p:cTn>
                              </p:par>
                              <p:par>
                                <p:cTn id="151" presetID="6" presetClass="emph" presetSubtype="0" fill="hold" nodeType="withEffect">
                                  <p:stCondLst>
                                    <p:cond delay="500"/>
                                  </p:stCondLst>
                                  <p:childTnLst>
                                    <p:animScale>
                                      <p:cBhvr>
                                        <p:cTn id="152" dur="10" fill="hold"/>
                                        <p:tgtEl>
                                          <p:spTgt spid="110"/>
                                        </p:tgtEl>
                                      </p:cBhvr>
                                      <p:by x="80000" y="80000"/>
                                    </p:animScale>
                                  </p:childTnLst>
                                </p:cTn>
                              </p:par>
                              <p:par>
                                <p:cTn id="153" presetID="6" presetClass="emph" presetSubtype="0" decel="100000" fill="hold" nodeType="withEffect">
                                  <p:stCondLst>
                                    <p:cond delay="500"/>
                                  </p:stCondLst>
                                  <p:childTnLst>
                                    <p:animScale>
                                      <p:cBhvr>
                                        <p:cTn id="154" dur="1000" fill="hold"/>
                                        <p:tgtEl>
                                          <p:spTgt spid="110"/>
                                        </p:tgtEl>
                                      </p:cBhvr>
                                      <p:by x="125000" y="125000"/>
                                    </p:animScale>
                                  </p:childTnLst>
                                </p:cTn>
                              </p:par>
                              <p:par>
                                <p:cTn id="155" presetID="10" presetClass="entr" presetSubtype="0" fill="hold" grpId="0" nodeType="withEffect">
                                  <p:stCondLst>
                                    <p:cond delay="600"/>
                                  </p:stCondLst>
                                  <p:childTnLst>
                                    <p:set>
                                      <p:cBhvr>
                                        <p:cTn id="156" dur="1" fill="hold">
                                          <p:stCondLst>
                                            <p:cond delay="0"/>
                                          </p:stCondLst>
                                        </p:cTn>
                                        <p:tgtEl>
                                          <p:spTgt spid="71"/>
                                        </p:tgtEl>
                                        <p:attrNameLst>
                                          <p:attrName>style.visibility</p:attrName>
                                        </p:attrNameLst>
                                      </p:cBhvr>
                                      <p:to>
                                        <p:strVal val="visible"/>
                                      </p:to>
                                    </p:set>
                                    <p:animEffect transition="in" filter="fade">
                                      <p:cBhvr>
                                        <p:cTn id="157" dur="750"/>
                                        <p:tgtEl>
                                          <p:spTgt spid="71"/>
                                        </p:tgtEl>
                                      </p:cBhvr>
                                    </p:animEffect>
                                  </p:childTnLst>
                                </p:cTn>
                              </p:par>
                              <p:par>
                                <p:cTn id="158" presetID="42" presetClass="path" presetSubtype="0" decel="100000" fill="hold" grpId="1" nodeType="withEffect">
                                  <p:stCondLst>
                                    <p:cond delay="600"/>
                                  </p:stCondLst>
                                  <p:childTnLst>
                                    <p:animMotion origin="layout" path="M -3.75E-6 -0.03472 L -3.75E-6 1.85185E-6 " pathEditMode="relative" rAng="0" ptsTypes="AA">
                                      <p:cBhvr>
                                        <p:cTn id="159" dur="750" fill="hold"/>
                                        <p:tgtEl>
                                          <p:spTgt spid="71"/>
                                        </p:tgtEl>
                                        <p:attrNameLst>
                                          <p:attrName>ppt_x</p:attrName>
                                          <p:attrName>ppt_y</p:attrName>
                                        </p:attrNameLst>
                                      </p:cBhvr>
                                      <p:rCtr x="0" y="1736"/>
                                    </p:animMotion>
                                  </p:childTnLst>
                                </p:cTn>
                              </p:par>
                              <p:par>
                                <p:cTn id="160" presetID="10" presetClass="entr" presetSubtype="0" fill="hold" grpId="0" nodeType="withEffect">
                                  <p:stCondLst>
                                    <p:cond delay="600"/>
                                  </p:stCondLst>
                                  <p:childTnLst>
                                    <p:set>
                                      <p:cBhvr>
                                        <p:cTn id="161" dur="1" fill="hold">
                                          <p:stCondLst>
                                            <p:cond delay="0"/>
                                          </p:stCondLst>
                                        </p:cTn>
                                        <p:tgtEl>
                                          <p:spTgt spid="72"/>
                                        </p:tgtEl>
                                        <p:attrNameLst>
                                          <p:attrName>style.visibility</p:attrName>
                                        </p:attrNameLst>
                                      </p:cBhvr>
                                      <p:to>
                                        <p:strVal val="visible"/>
                                      </p:to>
                                    </p:set>
                                    <p:animEffect transition="in" filter="fade">
                                      <p:cBhvr>
                                        <p:cTn id="162" dur="750"/>
                                        <p:tgtEl>
                                          <p:spTgt spid="72"/>
                                        </p:tgtEl>
                                      </p:cBhvr>
                                    </p:animEffect>
                                  </p:childTnLst>
                                </p:cTn>
                              </p:par>
                              <p:par>
                                <p:cTn id="163" presetID="42" presetClass="path" presetSubtype="0" decel="100000" fill="hold" grpId="1" nodeType="withEffect">
                                  <p:stCondLst>
                                    <p:cond delay="600"/>
                                  </p:stCondLst>
                                  <p:childTnLst>
                                    <p:animMotion origin="layout" path="M -3.75E-6 -0.03472 L -3.75E-6 1.85185E-6 " pathEditMode="relative" rAng="0" ptsTypes="AA">
                                      <p:cBhvr>
                                        <p:cTn id="164" dur="750" fill="hold"/>
                                        <p:tgtEl>
                                          <p:spTgt spid="72"/>
                                        </p:tgtEl>
                                        <p:attrNameLst>
                                          <p:attrName>ppt_x</p:attrName>
                                          <p:attrName>ppt_y</p:attrName>
                                        </p:attrNameLst>
                                      </p:cBhvr>
                                      <p:rCtr x="0" y="1736"/>
                                    </p:animMotion>
                                  </p:childTnLst>
                                </p:cTn>
                              </p:par>
                              <p:par>
                                <p:cTn id="165" presetID="10" presetClass="entr" presetSubtype="0" fill="hold" grpId="0" nodeType="withEffect">
                                  <p:stCondLst>
                                    <p:cond delay="600"/>
                                  </p:stCondLst>
                                  <p:childTnLst>
                                    <p:set>
                                      <p:cBhvr>
                                        <p:cTn id="166" dur="1" fill="hold">
                                          <p:stCondLst>
                                            <p:cond delay="0"/>
                                          </p:stCondLst>
                                        </p:cTn>
                                        <p:tgtEl>
                                          <p:spTgt spid="73"/>
                                        </p:tgtEl>
                                        <p:attrNameLst>
                                          <p:attrName>style.visibility</p:attrName>
                                        </p:attrNameLst>
                                      </p:cBhvr>
                                      <p:to>
                                        <p:strVal val="visible"/>
                                      </p:to>
                                    </p:set>
                                    <p:animEffect transition="in" filter="fade">
                                      <p:cBhvr>
                                        <p:cTn id="167" dur="750"/>
                                        <p:tgtEl>
                                          <p:spTgt spid="73"/>
                                        </p:tgtEl>
                                      </p:cBhvr>
                                    </p:animEffect>
                                  </p:childTnLst>
                                </p:cTn>
                              </p:par>
                              <p:par>
                                <p:cTn id="168" presetID="42" presetClass="path" presetSubtype="0" decel="100000" fill="hold" grpId="1" nodeType="withEffect">
                                  <p:stCondLst>
                                    <p:cond delay="600"/>
                                  </p:stCondLst>
                                  <p:childTnLst>
                                    <p:animMotion origin="layout" path="M -3.75E-6 -0.03472 L -3.75E-6 1.85185E-6 " pathEditMode="relative" rAng="0" ptsTypes="AA">
                                      <p:cBhvr>
                                        <p:cTn id="169" dur="750" fill="hold"/>
                                        <p:tgtEl>
                                          <p:spTgt spid="73"/>
                                        </p:tgtEl>
                                        <p:attrNameLst>
                                          <p:attrName>ppt_x</p:attrName>
                                          <p:attrName>ppt_y</p:attrName>
                                        </p:attrNameLst>
                                      </p:cBhvr>
                                      <p:rCtr x="0" y="1736"/>
                                    </p:animMotion>
                                  </p:childTnLst>
                                </p:cTn>
                              </p:par>
                              <p:par>
                                <p:cTn id="170" presetID="10" presetClass="entr" presetSubtype="0" fill="hold" grpId="0" nodeType="withEffect">
                                  <p:stCondLst>
                                    <p:cond delay="600"/>
                                  </p:stCondLst>
                                  <p:childTnLst>
                                    <p:set>
                                      <p:cBhvr>
                                        <p:cTn id="171" dur="1" fill="hold">
                                          <p:stCondLst>
                                            <p:cond delay="0"/>
                                          </p:stCondLst>
                                        </p:cTn>
                                        <p:tgtEl>
                                          <p:spTgt spid="74"/>
                                        </p:tgtEl>
                                        <p:attrNameLst>
                                          <p:attrName>style.visibility</p:attrName>
                                        </p:attrNameLst>
                                      </p:cBhvr>
                                      <p:to>
                                        <p:strVal val="visible"/>
                                      </p:to>
                                    </p:set>
                                    <p:animEffect transition="in" filter="fade">
                                      <p:cBhvr>
                                        <p:cTn id="172" dur="750"/>
                                        <p:tgtEl>
                                          <p:spTgt spid="74"/>
                                        </p:tgtEl>
                                      </p:cBhvr>
                                    </p:animEffect>
                                  </p:childTnLst>
                                </p:cTn>
                              </p:par>
                              <p:par>
                                <p:cTn id="173" presetID="42" presetClass="path" presetSubtype="0" decel="100000" fill="hold" grpId="1" nodeType="withEffect">
                                  <p:stCondLst>
                                    <p:cond delay="600"/>
                                  </p:stCondLst>
                                  <p:childTnLst>
                                    <p:animMotion origin="layout" path="M -3.75E-6 -0.03472 L -3.75E-6 1.85185E-6 " pathEditMode="relative" rAng="0" ptsTypes="AA">
                                      <p:cBhvr>
                                        <p:cTn id="174" dur="750" fill="hold"/>
                                        <p:tgtEl>
                                          <p:spTgt spid="74"/>
                                        </p:tgtEl>
                                        <p:attrNameLst>
                                          <p:attrName>ppt_x</p:attrName>
                                          <p:attrName>ppt_y</p:attrName>
                                        </p:attrNameLst>
                                      </p:cBhvr>
                                      <p:rCtr x="0" y="1736"/>
                                    </p:animMotion>
                                  </p:childTnLst>
                                </p:cTn>
                              </p:par>
                              <p:par>
                                <p:cTn id="175" presetID="10" presetClass="entr" presetSubtype="0" fill="hold" grpId="0" nodeType="withEffect">
                                  <p:stCondLst>
                                    <p:cond delay="600"/>
                                  </p:stCondLst>
                                  <p:childTnLst>
                                    <p:set>
                                      <p:cBhvr>
                                        <p:cTn id="176" dur="1" fill="hold">
                                          <p:stCondLst>
                                            <p:cond delay="0"/>
                                          </p:stCondLst>
                                        </p:cTn>
                                        <p:tgtEl>
                                          <p:spTgt spid="51"/>
                                        </p:tgtEl>
                                        <p:attrNameLst>
                                          <p:attrName>style.visibility</p:attrName>
                                        </p:attrNameLst>
                                      </p:cBhvr>
                                      <p:to>
                                        <p:strVal val="visible"/>
                                      </p:to>
                                    </p:set>
                                    <p:animEffect transition="in" filter="fade">
                                      <p:cBhvr>
                                        <p:cTn id="177" dur="750"/>
                                        <p:tgtEl>
                                          <p:spTgt spid="51"/>
                                        </p:tgtEl>
                                      </p:cBhvr>
                                    </p:animEffect>
                                  </p:childTnLst>
                                </p:cTn>
                              </p:par>
                              <p:par>
                                <p:cTn id="178" presetID="42" presetClass="path" presetSubtype="0" decel="100000" fill="hold" grpId="1" nodeType="withEffect">
                                  <p:stCondLst>
                                    <p:cond delay="600"/>
                                  </p:stCondLst>
                                  <p:childTnLst>
                                    <p:animMotion origin="layout" path="M -3.75E-6 -0.03472 L -3.75E-6 1.85185E-6 " pathEditMode="relative" rAng="0" ptsTypes="AA">
                                      <p:cBhvr>
                                        <p:cTn id="179" dur="750" fill="hold"/>
                                        <p:tgtEl>
                                          <p:spTgt spid="51"/>
                                        </p:tgtEl>
                                        <p:attrNameLst>
                                          <p:attrName>ppt_x</p:attrName>
                                          <p:attrName>ppt_y</p:attrName>
                                        </p:attrNameLst>
                                      </p:cBhvr>
                                      <p:rCtr x="0" y="1736"/>
                                    </p:animMotion>
                                  </p:childTnLst>
                                </p:cTn>
                              </p:par>
                              <p:par>
                                <p:cTn id="180" presetID="10" presetClass="entr" presetSubtype="0" fill="hold" grpId="0" nodeType="withEffect">
                                  <p:stCondLst>
                                    <p:cond delay="600"/>
                                  </p:stCondLst>
                                  <p:childTnLst>
                                    <p:set>
                                      <p:cBhvr>
                                        <p:cTn id="181" dur="1" fill="hold">
                                          <p:stCondLst>
                                            <p:cond delay="0"/>
                                          </p:stCondLst>
                                        </p:cTn>
                                        <p:tgtEl>
                                          <p:spTgt spid="50"/>
                                        </p:tgtEl>
                                        <p:attrNameLst>
                                          <p:attrName>style.visibility</p:attrName>
                                        </p:attrNameLst>
                                      </p:cBhvr>
                                      <p:to>
                                        <p:strVal val="visible"/>
                                      </p:to>
                                    </p:set>
                                    <p:animEffect transition="in" filter="fade">
                                      <p:cBhvr>
                                        <p:cTn id="182" dur="750"/>
                                        <p:tgtEl>
                                          <p:spTgt spid="50"/>
                                        </p:tgtEl>
                                      </p:cBhvr>
                                    </p:animEffect>
                                  </p:childTnLst>
                                </p:cTn>
                              </p:par>
                              <p:par>
                                <p:cTn id="183" presetID="42" presetClass="path" presetSubtype="0" decel="100000" fill="hold" grpId="1" nodeType="withEffect">
                                  <p:stCondLst>
                                    <p:cond delay="600"/>
                                  </p:stCondLst>
                                  <p:childTnLst>
                                    <p:animMotion origin="layout" path="M -3.75E-6 -0.03472 L -3.75E-6 1.85185E-6 " pathEditMode="relative" rAng="0" ptsTypes="AA">
                                      <p:cBhvr>
                                        <p:cTn id="184" dur="750" fill="hold"/>
                                        <p:tgtEl>
                                          <p:spTgt spid="50"/>
                                        </p:tgtEl>
                                        <p:attrNameLst>
                                          <p:attrName>ppt_x</p:attrName>
                                          <p:attrName>ppt_y</p:attrName>
                                        </p:attrNameLst>
                                      </p:cBhvr>
                                      <p:rCtr x="0" y="1736"/>
                                    </p:animMotion>
                                  </p:childTnLst>
                                </p:cTn>
                              </p:par>
                              <p:par>
                                <p:cTn id="185" presetID="10" presetClass="entr" presetSubtype="0" fill="hold" grpId="0" nodeType="withEffect">
                                  <p:stCondLst>
                                    <p:cond delay="600"/>
                                  </p:stCondLst>
                                  <p:childTnLst>
                                    <p:set>
                                      <p:cBhvr>
                                        <p:cTn id="186" dur="1" fill="hold">
                                          <p:stCondLst>
                                            <p:cond delay="0"/>
                                          </p:stCondLst>
                                        </p:cTn>
                                        <p:tgtEl>
                                          <p:spTgt spid="49"/>
                                        </p:tgtEl>
                                        <p:attrNameLst>
                                          <p:attrName>style.visibility</p:attrName>
                                        </p:attrNameLst>
                                      </p:cBhvr>
                                      <p:to>
                                        <p:strVal val="visible"/>
                                      </p:to>
                                    </p:set>
                                    <p:animEffect transition="in" filter="fade">
                                      <p:cBhvr>
                                        <p:cTn id="187" dur="750"/>
                                        <p:tgtEl>
                                          <p:spTgt spid="49"/>
                                        </p:tgtEl>
                                      </p:cBhvr>
                                    </p:animEffect>
                                  </p:childTnLst>
                                </p:cTn>
                              </p:par>
                              <p:par>
                                <p:cTn id="188" presetID="42" presetClass="path" presetSubtype="0" decel="100000" fill="hold" grpId="1" nodeType="withEffect">
                                  <p:stCondLst>
                                    <p:cond delay="600"/>
                                  </p:stCondLst>
                                  <p:childTnLst>
                                    <p:animMotion origin="layout" path="M -3.75E-6 -0.03472 L -3.75E-6 1.85185E-6 " pathEditMode="relative" rAng="0" ptsTypes="AA">
                                      <p:cBhvr>
                                        <p:cTn id="189" dur="750" fill="hold"/>
                                        <p:tgtEl>
                                          <p:spTgt spid="49"/>
                                        </p:tgtEl>
                                        <p:attrNameLst>
                                          <p:attrName>ppt_x</p:attrName>
                                          <p:attrName>ppt_y</p:attrName>
                                        </p:attrNameLst>
                                      </p:cBhvr>
                                      <p:rCtr x="0" y="1736"/>
                                    </p:animMotion>
                                  </p:childTnLst>
                                </p:cTn>
                              </p:par>
                              <p:par>
                                <p:cTn id="190" presetID="10" presetClass="entr" presetSubtype="0" fill="hold" grpId="0" nodeType="withEffect">
                                  <p:stCondLst>
                                    <p:cond delay="600"/>
                                  </p:stCondLst>
                                  <p:childTnLst>
                                    <p:set>
                                      <p:cBhvr>
                                        <p:cTn id="191" dur="1" fill="hold">
                                          <p:stCondLst>
                                            <p:cond delay="0"/>
                                          </p:stCondLst>
                                        </p:cTn>
                                        <p:tgtEl>
                                          <p:spTgt spid="54"/>
                                        </p:tgtEl>
                                        <p:attrNameLst>
                                          <p:attrName>style.visibility</p:attrName>
                                        </p:attrNameLst>
                                      </p:cBhvr>
                                      <p:to>
                                        <p:strVal val="visible"/>
                                      </p:to>
                                    </p:set>
                                    <p:animEffect transition="in" filter="fade">
                                      <p:cBhvr>
                                        <p:cTn id="192" dur="750"/>
                                        <p:tgtEl>
                                          <p:spTgt spid="54"/>
                                        </p:tgtEl>
                                      </p:cBhvr>
                                    </p:animEffect>
                                  </p:childTnLst>
                                </p:cTn>
                              </p:par>
                              <p:par>
                                <p:cTn id="193" presetID="42" presetClass="path" presetSubtype="0" decel="100000" fill="hold" grpId="1" nodeType="withEffect">
                                  <p:stCondLst>
                                    <p:cond delay="600"/>
                                  </p:stCondLst>
                                  <p:childTnLst>
                                    <p:animMotion origin="layout" path="M -3.75E-6 -0.03472 L -3.75E-6 1.85185E-6 " pathEditMode="relative" rAng="0" ptsTypes="AA">
                                      <p:cBhvr>
                                        <p:cTn id="194" dur="750" fill="hold"/>
                                        <p:tgtEl>
                                          <p:spTgt spid="54"/>
                                        </p:tgtEl>
                                        <p:attrNameLst>
                                          <p:attrName>ppt_x</p:attrName>
                                          <p:attrName>ppt_y</p:attrName>
                                        </p:attrNameLst>
                                      </p:cBhvr>
                                      <p:rCtr x="0" y="1736"/>
                                    </p:animMotion>
                                  </p:childTnLst>
                                </p:cTn>
                              </p:par>
                              <p:par>
                                <p:cTn id="195" presetID="10" presetClass="entr" presetSubtype="0" fill="hold" grpId="0" nodeType="withEffect">
                                  <p:stCondLst>
                                    <p:cond delay="750"/>
                                  </p:stCondLst>
                                  <p:childTnLst>
                                    <p:set>
                                      <p:cBhvr>
                                        <p:cTn id="196" dur="1" fill="hold">
                                          <p:stCondLst>
                                            <p:cond delay="0"/>
                                          </p:stCondLst>
                                        </p:cTn>
                                        <p:tgtEl>
                                          <p:spTgt spid="87"/>
                                        </p:tgtEl>
                                        <p:attrNameLst>
                                          <p:attrName>style.visibility</p:attrName>
                                        </p:attrNameLst>
                                      </p:cBhvr>
                                      <p:to>
                                        <p:strVal val="visible"/>
                                      </p:to>
                                    </p:set>
                                    <p:animEffect transition="in" filter="fade">
                                      <p:cBhvr>
                                        <p:cTn id="197" dur="750"/>
                                        <p:tgtEl>
                                          <p:spTgt spid="87"/>
                                        </p:tgtEl>
                                      </p:cBhvr>
                                    </p:animEffect>
                                  </p:childTnLst>
                                </p:cTn>
                              </p:par>
                              <p:par>
                                <p:cTn id="198" presetID="42" presetClass="path" presetSubtype="0" decel="100000" fill="hold" grpId="1" nodeType="withEffect">
                                  <p:stCondLst>
                                    <p:cond delay="750"/>
                                  </p:stCondLst>
                                  <p:childTnLst>
                                    <p:animMotion origin="layout" path="M 1.25E-6 0.03889 L 1.25E-6 1.85185E-6 " pathEditMode="relative" rAng="0" ptsTypes="AA">
                                      <p:cBhvr>
                                        <p:cTn id="199" dur="750" fill="hold"/>
                                        <p:tgtEl>
                                          <p:spTgt spid="87"/>
                                        </p:tgtEl>
                                        <p:attrNameLst>
                                          <p:attrName>ppt_x</p:attrName>
                                          <p:attrName>ppt_y</p:attrName>
                                        </p:attrNameLst>
                                      </p:cBhvr>
                                      <p:rCtr x="0" y="-1944"/>
                                    </p:animMotion>
                                  </p:childTnLst>
                                </p:cTn>
                              </p:par>
                              <p:par>
                                <p:cTn id="200" presetID="10" presetClass="entr" presetSubtype="0" fill="hold" grpId="0" nodeType="withEffect">
                                  <p:stCondLst>
                                    <p:cond delay="750"/>
                                  </p:stCondLst>
                                  <p:childTnLst>
                                    <p:set>
                                      <p:cBhvr>
                                        <p:cTn id="201" dur="1" fill="hold">
                                          <p:stCondLst>
                                            <p:cond delay="0"/>
                                          </p:stCondLst>
                                        </p:cTn>
                                        <p:tgtEl>
                                          <p:spTgt spid="88"/>
                                        </p:tgtEl>
                                        <p:attrNameLst>
                                          <p:attrName>style.visibility</p:attrName>
                                        </p:attrNameLst>
                                      </p:cBhvr>
                                      <p:to>
                                        <p:strVal val="visible"/>
                                      </p:to>
                                    </p:set>
                                    <p:animEffect transition="in" filter="fade">
                                      <p:cBhvr>
                                        <p:cTn id="202" dur="750"/>
                                        <p:tgtEl>
                                          <p:spTgt spid="88"/>
                                        </p:tgtEl>
                                      </p:cBhvr>
                                    </p:animEffect>
                                  </p:childTnLst>
                                </p:cTn>
                              </p:par>
                              <p:par>
                                <p:cTn id="203" presetID="42" presetClass="path" presetSubtype="0" decel="100000" fill="hold" grpId="1" nodeType="withEffect">
                                  <p:stCondLst>
                                    <p:cond delay="750"/>
                                  </p:stCondLst>
                                  <p:childTnLst>
                                    <p:animMotion origin="layout" path="M 1.25E-6 0.03889 L 1.25E-6 1.85185E-6 " pathEditMode="relative" rAng="0" ptsTypes="AA">
                                      <p:cBhvr>
                                        <p:cTn id="204" dur="750" fill="hold"/>
                                        <p:tgtEl>
                                          <p:spTgt spid="88"/>
                                        </p:tgtEl>
                                        <p:attrNameLst>
                                          <p:attrName>ppt_x</p:attrName>
                                          <p:attrName>ppt_y</p:attrName>
                                        </p:attrNameLst>
                                      </p:cBhvr>
                                      <p:rCtr x="0" y="-1944"/>
                                    </p:animMotion>
                                  </p:childTnLst>
                                </p:cTn>
                              </p:par>
                              <p:par>
                                <p:cTn id="205" presetID="10" presetClass="entr" presetSubtype="0" fill="hold" grpId="0" nodeType="withEffect">
                                  <p:stCondLst>
                                    <p:cond delay="750"/>
                                  </p:stCondLst>
                                  <p:childTnLst>
                                    <p:set>
                                      <p:cBhvr>
                                        <p:cTn id="206" dur="1" fill="hold">
                                          <p:stCondLst>
                                            <p:cond delay="0"/>
                                          </p:stCondLst>
                                        </p:cTn>
                                        <p:tgtEl>
                                          <p:spTgt spid="89"/>
                                        </p:tgtEl>
                                        <p:attrNameLst>
                                          <p:attrName>style.visibility</p:attrName>
                                        </p:attrNameLst>
                                      </p:cBhvr>
                                      <p:to>
                                        <p:strVal val="visible"/>
                                      </p:to>
                                    </p:set>
                                    <p:animEffect transition="in" filter="fade">
                                      <p:cBhvr>
                                        <p:cTn id="207" dur="750"/>
                                        <p:tgtEl>
                                          <p:spTgt spid="89"/>
                                        </p:tgtEl>
                                      </p:cBhvr>
                                    </p:animEffect>
                                  </p:childTnLst>
                                </p:cTn>
                              </p:par>
                              <p:par>
                                <p:cTn id="208" presetID="42" presetClass="path" presetSubtype="0" decel="100000" fill="hold" grpId="1" nodeType="withEffect">
                                  <p:stCondLst>
                                    <p:cond delay="750"/>
                                  </p:stCondLst>
                                  <p:childTnLst>
                                    <p:animMotion origin="layout" path="M 1.25E-6 0.03889 L 1.25E-6 1.85185E-6 " pathEditMode="relative" rAng="0" ptsTypes="AA">
                                      <p:cBhvr>
                                        <p:cTn id="209" dur="750" fill="hold"/>
                                        <p:tgtEl>
                                          <p:spTgt spid="89"/>
                                        </p:tgtEl>
                                        <p:attrNameLst>
                                          <p:attrName>ppt_x</p:attrName>
                                          <p:attrName>ppt_y</p:attrName>
                                        </p:attrNameLst>
                                      </p:cBhvr>
                                      <p:rCtr x="0" y="-1944"/>
                                    </p:animMotion>
                                  </p:childTnLst>
                                </p:cTn>
                              </p:par>
                              <p:par>
                                <p:cTn id="210" presetID="10" presetClass="entr" presetSubtype="0" fill="hold" grpId="0" nodeType="withEffect">
                                  <p:stCondLst>
                                    <p:cond delay="750"/>
                                  </p:stCondLst>
                                  <p:childTnLst>
                                    <p:set>
                                      <p:cBhvr>
                                        <p:cTn id="211" dur="1" fill="hold">
                                          <p:stCondLst>
                                            <p:cond delay="0"/>
                                          </p:stCondLst>
                                        </p:cTn>
                                        <p:tgtEl>
                                          <p:spTgt spid="90"/>
                                        </p:tgtEl>
                                        <p:attrNameLst>
                                          <p:attrName>style.visibility</p:attrName>
                                        </p:attrNameLst>
                                      </p:cBhvr>
                                      <p:to>
                                        <p:strVal val="visible"/>
                                      </p:to>
                                    </p:set>
                                    <p:animEffect transition="in" filter="fade">
                                      <p:cBhvr>
                                        <p:cTn id="212" dur="750"/>
                                        <p:tgtEl>
                                          <p:spTgt spid="90"/>
                                        </p:tgtEl>
                                      </p:cBhvr>
                                    </p:animEffect>
                                  </p:childTnLst>
                                </p:cTn>
                              </p:par>
                              <p:par>
                                <p:cTn id="213" presetID="42" presetClass="path" presetSubtype="0" decel="100000" fill="hold" grpId="1" nodeType="withEffect">
                                  <p:stCondLst>
                                    <p:cond delay="750"/>
                                  </p:stCondLst>
                                  <p:childTnLst>
                                    <p:animMotion origin="layout" path="M 1.25E-6 0.03889 L 1.25E-6 1.85185E-6 " pathEditMode="relative" rAng="0" ptsTypes="AA">
                                      <p:cBhvr>
                                        <p:cTn id="214" dur="750" fill="hold"/>
                                        <p:tgtEl>
                                          <p:spTgt spid="90"/>
                                        </p:tgtEl>
                                        <p:attrNameLst>
                                          <p:attrName>ppt_x</p:attrName>
                                          <p:attrName>ppt_y</p:attrName>
                                        </p:attrNameLst>
                                      </p:cBhvr>
                                      <p:rCtr x="0" y="-1944"/>
                                    </p:animMotion>
                                  </p:childTnLst>
                                </p:cTn>
                              </p:par>
                              <p:par>
                                <p:cTn id="215" presetID="2" presetClass="entr" presetSubtype="8" decel="100000" fill="hold" nodeType="withEffect">
                                  <p:stCondLst>
                                    <p:cond delay="600"/>
                                  </p:stCondLst>
                                  <p:childTnLst>
                                    <p:set>
                                      <p:cBhvr>
                                        <p:cTn id="216" dur="1" fill="hold">
                                          <p:stCondLst>
                                            <p:cond delay="0"/>
                                          </p:stCondLst>
                                        </p:cTn>
                                        <p:tgtEl>
                                          <p:spTgt spid="117"/>
                                        </p:tgtEl>
                                        <p:attrNameLst>
                                          <p:attrName>style.visibility</p:attrName>
                                        </p:attrNameLst>
                                      </p:cBhvr>
                                      <p:to>
                                        <p:strVal val="visible"/>
                                      </p:to>
                                    </p:set>
                                    <p:anim calcmode="lin" valueType="num">
                                      <p:cBhvr additive="base">
                                        <p:cTn id="217" dur="750" fill="hold"/>
                                        <p:tgtEl>
                                          <p:spTgt spid="117"/>
                                        </p:tgtEl>
                                        <p:attrNameLst>
                                          <p:attrName>ppt_x</p:attrName>
                                        </p:attrNameLst>
                                      </p:cBhvr>
                                      <p:tavLst>
                                        <p:tav tm="0">
                                          <p:val>
                                            <p:strVal val="0-#ppt_w/2"/>
                                          </p:val>
                                        </p:tav>
                                        <p:tav tm="100000">
                                          <p:val>
                                            <p:strVal val="#ppt_x"/>
                                          </p:val>
                                        </p:tav>
                                      </p:tavLst>
                                    </p:anim>
                                    <p:anim calcmode="lin" valueType="num">
                                      <p:cBhvr additive="base">
                                        <p:cTn id="218" dur="750" fill="hold"/>
                                        <p:tgtEl>
                                          <p:spTgt spid="117"/>
                                        </p:tgtEl>
                                        <p:attrNameLst>
                                          <p:attrName>ppt_y</p:attrName>
                                        </p:attrNameLst>
                                      </p:cBhvr>
                                      <p:tavLst>
                                        <p:tav tm="0">
                                          <p:val>
                                            <p:strVal val="#ppt_y"/>
                                          </p:val>
                                        </p:tav>
                                        <p:tav tm="100000">
                                          <p:val>
                                            <p:strVal val="#ppt_y"/>
                                          </p:val>
                                        </p:tav>
                                      </p:tavLst>
                                    </p:anim>
                                  </p:childTnLst>
                                </p:cTn>
                              </p:par>
                              <p:par>
                                <p:cTn id="219" presetID="23" presetClass="entr" presetSubtype="16" fill="hold" grpId="0" nodeType="withEffect">
                                  <p:stCondLst>
                                    <p:cond delay="0"/>
                                  </p:stCondLst>
                                  <p:childTnLst>
                                    <p:set>
                                      <p:cBhvr>
                                        <p:cTn id="220" dur="1" fill="hold">
                                          <p:stCondLst>
                                            <p:cond delay="0"/>
                                          </p:stCondLst>
                                        </p:cTn>
                                        <p:tgtEl>
                                          <p:spTgt spid="123"/>
                                        </p:tgtEl>
                                        <p:attrNameLst>
                                          <p:attrName>style.visibility</p:attrName>
                                        </p:attrNameLst>
                                      </p:cBhvr>
                                      <p:to>
                                        <p:strVal val="visible"/>
                                      </p:to>
                                    </p:set>
                                    <p:anim calcmode="lin" valueType="num">
                                      <p:cBhvr>
                                        <p:cTn id="221" dur="250" fill="hold"/>
                                        <p:tgtEl>
                                          <p:spTgt spid="123"/>
                                        </p:tgtEl>
                                        <p:attrNameLst>
                                          <p:attrName>ppt_w</p:attrName>
                                        </p:attrNameLst>
                                      </p:cBhvr>
                                      <p:tavLst>
                                        <p:tav tm="0">
                                          <p:val>
                                            <p:fltVal val="0"/>
                                          </p:val>
                                        </p:tav>
                                        <p:tav tm="100000">
                                          <p:val>
                                            <p:strVal val="#ppt_w"/>
                                          </p:val>
                                        </p:tav>
                                      </p:tavLst>
                                    </p:anim>
                                    <p:anim calcmode="lin" valueType="num">
                                      <p:cBhvr>
                                        <p:cTn id="222" dur="250" fill="hold"/>
                                        <p:tgtEl>
                                          <p:spTgt spid="123"/>
                                        </p:tgtEl>
                                        <p:attrNameLst>
                                          <p:attrName>ppt_h</p:attrName>
                                        </p:attrNameLst>
                                      </p:cBhvr>
                                      <p:tavLst>
                                        <p:tav tm="0">
                                          <p:val>
                                            <p:fltVal val="0"/>
                                          </p:val>
                                        </p:tav>
                                        <p:tav tm="100000">
                                          <p:val>
                                            <p:strVal val="#ppt_h"/>
                                          </p:val>
                                        </p:tav>
                                      </p:tavLst>
                                    </p:anim>
                                  </p:childTnLst>
                                </p:cTn>
                              </p:par>
                              <p:par>
                                <p:cTn id="223" presetID="10" presetClass="entr" presetSubtype="0" fill="hold" grpId="1" nodeType="withEffect">
                                  <p:stCondLst>
                                    <p:cond delay="0"/>
                                  </p:stCondLst>
                                  <p:childTnLst>
                                    <p:set>
                                      <p:cBhvr>
                                        <p:cTn id="224" dur="1" fill="hold">
                                          <p:stCondLst>
                                            <p:cond delay="0"/>
                                          </p:stCondLst>
                                        </p:cTn>
                                        <p:tgtEl>
                                          <p:spTgt spid="123"/>
                                        </p:tgtEl>
                                        <p:attrNameLst>
                                          <p:attrName>style.visibility</p:attrName>
                                        </p:attrNameLst>
                                      </p:cBhvr>
                                      <p:to>
                                        <p:strVal val="visible"/>
                                      </p:to>
                                    </p:set>
                                    <p:animEffect transition="in" filter="fade">
                                      <p:cBhvr>
                                        <p:cTn id="225" dur="500"/>
                                        <p:tgtEl>
                                          <p:spTgt spid="123"/>
                                        </p:tgtEl>
                                      </p:cBhvr>
                                    </p:animEffect>
                                  </p:childTnLst>
                                </p:cTn>
                              </p:par>
                              <p:par>
                                <p:cTn id="226" presetID="6" presetClass="emph" presetSubtype="0" fill="hold" grpId="2" nodeType="withEffect">
                                  <p:stCondLst>
                                    <p:cond delay="0"/>
                                  </p:stCondLst>
                                  <p:childTnLst>
                                    <p:animScale>
                                      <p:cBhvr>
                                        <p:cTn id="227" dur="10" fill="hold"/>
                                        <p:tgtEl>
                                          <p:spTgt spid="123"/>
                                        </p:tgtEl>
                                      </p:cBhvr>
                                      <p:by x="80000" y="80000"/>
                                    </p:animScale>
                                  </p:childTnLst>
                                </p:cTn>
                              </p:par>
                              <p:par>
                                <p:cTn id="228" presetID="6" presetClass="emph" presetSubtype="0" decel="100000" fill="hold" grpId="3" nodeType="withEffect">
                                  <p:stCondLst>
                                    <p:cond delay="0"/>
                                  </p:stCondLst>
                                  <p:childTnLst>
                                    <p:animScale>
                                      <p:cBhvr>
                                        <p:cTn id="229" dur="1000" fill="hold"/>
                                        <p:tgtEl>
                                          <p:spTgt spid="123"/>
                                        </p:tgtEl>
                                      </p:cBhvr>
                                      <p:by x="125000" y="125000"/>
                                    </p:animScale>
                                  </p:childTnLst>
                                </p:cTn>
                              </p:par>
                              <p:par>
                                <p:cTn id="230" presetID="10" presetClass="entr" presetSubtype="0" fill="hold" grpId="0" nodeType="withEffect">
                                  <p:stCondLst>
                                    <p:cond delay="500"/>
                                  </p:stCondLst>
                                  <p:childTnLst>
                                    <p:set>
                                      <p:cBhvr>
                                        <p:cTn id="231" dur="1" fill="hold">
                                          <p:stCondLst>
                                            <p:cond delay="0"/>
                                          </p:stCondLst>
                                        </p:cTn>
                                        <p:tgtEl>
                                          <p:spTgt spid="124"/>
                                        </p:tgtEl>
                                        <p:attrNameLst>
                                          <p:attrName>style.visibility</p:attrName>
                                        </p:attrNameLst>
                                      </p:cBhvr>
                                      <p:to>
                                        <p:strVal val="visible"/>
                                      </p:to>
                                    </p:set>
                                    <p:animEffect transition="in" filter="fade">
                                      <p:cBhvr>
                                        <p:cTn id="232" dur="250"/>
                                        <p:tgtEl>
                                          <p:spTgt spid="124"/>
                                        </p:tgtEl>
                                      </p:cBhvr>
                                    </p:animEffect>
                                  </p:childTnLst>
                                </p:cTn>
                              </p:par>
                              <p:par>
                                <p:cTn id="233" presetID="42" presetClass="path" presetSubtype="0" decel="100000" fill="hold" grpId="1" nodeType="withEffect">
                                  <p:stCondLst>
                                    <p:cond delay="500"/>
                                  </p:stCondLst>
                                  <p:childTnLst>
                                    <p:animMotion origin="layout" path="M -0.01719 -0.00023 L -1.25E-6 1.85185E-6 " pathEditMode="relative" rAng="0" ptsTypes="AA">
                                      <p:cBhvr>
                                        <p:cTn id="234" dur="500" fill="hold"/>
                                        <p:tgtEl>
                                          <p:spTgt spid="124"/>
                                        </p:tgtEl>
                                        <p:attrNameLst>
                                          <p:attrName>ppt_x</p:attrName>
                                          <p:attrName>ppt_y</p:attrName>
                                        </p:attrNameLst>
                                      </p:cBhvr>
                                      <p:rCtr x="859" y="0"/>
                                    </p:animMotion>
                                  </p:childTnLst>
                                </p:cTn>
                              </p:par>
                              <p:par>
                                <p:cTn id="235" presetID="10" presetClass="entr" presetSubtype="0" fill="hold" grpId="0" nodeType="withEffect">
                                  <p:stCondLst>
                                    <p:cond delay="500"/>
                                  </p:stCondLst>
                                  <p:childTnLst>
                                    <p:set>
                                      <p:cBhvr>
                                        <p:cTn id="236" dur="1" fill="hold">
                                          <p:stCondLst>
                                            <p:cond delay="0"/>
                                          </p:stCondLst>
                                        </p:cTn>
                                        <p:tgtEl>
                                          <p:spTgt spid="125"/>
                                        </p:tgtEl>
                                        <p:attrNameLst>
                                          <p:attrName>style.visibility</p:attrName>
                                        </p:attrNameLst>
                                      </p:cBhvr>
                                      <p:to>
                                        <p:strVal val="visible"/>
                                      </p:to>
                                    </p:set>
                                    <p:animEffect transition="in" filter="fade">
                                      <p:cBhvr>
                                        <p:cTn id="237" dur="250"/>
                                        <p:tgtEl>
                                          <p:spTgt spid="125"/>
                                        </p:tgtEl>
                                      </p:cBhvr>
                                    </p:animEffect>
                                  </p:childTnLst>
                                </p:cTn>
                              </p:par>
                              <p:par>
                                <p:cTn id="238" presetID="42" presetClass="path" presetSubtype="0" decel="100000" fill="hold" grpId="1" nodeType="withEffect">
                                  <p:stCondLst>
                                    <p:cond delay="500"/>
                                  </p:stCondLst>
                                  <p:childTnLst>
                                    <p:animMotion origin="layout" path="M 0.01666 -0.00046 L 3.75E-6 1.85185E-6 " pathEditMode="relative" rAng="0" ptsTypes="AA">
                                      <p:cBhvr>
                                        <p:cTn id="239" dur="500" fill="hold"/>
                                        <p:tgtEl>
                                          <p:spTgt spid="125"/>
                                        </p:tgtEl>
                                        <p:attrNameLst>
                                          <p:attrName>ppt_x</p:attrName>
                                          <p:attrName>ppt_y</p:attrName>
                                        </p:attrNameLst>
                                      </p:cBhvr>
                                      <p:rCtr x="-833" y="23"/>
                                    </p:animMotion>
                                  </p:childTnLst>
                                </p:cTn>
                              </p:par>
                              <p:par>
                                <p:cTn id="240" presetID="10" presetClass="entr" presetSubtype="0" fill="hold" grpId="0" nodeType="withEffect">
                                  <p:stCondLst>
                                    <p:cond delay="750"/>
                                  </p:stCondLst>
                                  <p:childTnLst>
                                    <p:set>
                                      <p:cBhvr>
                                        <p:cTn id="241" dur="1" fill="hold">
                                          <p:stCondLst>
                                            <p:cond delay="0"/>
                                          </p:stCondLst>
                                        </p:cTn>
                                        <p:tgtEl>
                                          <p:spTgt spid="126"/>
                                        </p:tgtEl>
                                        <p:attrNameLst>
                                          <p:attrName>style.visibility</p:attrName>
                                        </p:attrNameLst>
                                      </p:cBhvr>
                                      <p:to>
                                        <p:strVal val="visible"/>
                                      </p:to>
                                    </p:set>
                                    <p:animEffect transition="in" filter="fade">
                                      <p:cBhvr>
                                        <p:cTn id="242" dur="500"/>
                                        <p:tgtEl>
                                          <p:spTgt spid="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6" grpId="1" animBg="1"/>
      <p:bldP spid="46" grpId="2" animBg="1"/>
      <p:bldP spid="46" grpId="3" animBg="1"/>
      <p:bldP spid="47" grpId="0" animBg="1"/>
      <p:bldP spid="47" grpId="1" animBg="1"/>
      <p:bldP spid="48" grpId="0" animBg="1"/>
      <p:bldP spid="48" grpId="1" animBg="1"/>
      <p:bldP spid="49" grpId="0" animBg="1"/>
      <p:bldP spid="49" grpId="1" animBg="1"/>
      <p:bldP spid="50" grpId="0" animBg="1"/>
      <p:bldP spid="50" grpId="1" animBg="1"/>
      <p:bldP spid="51" grpId="0" animBg="1"/>
      <p:bldP spid="51" grpId="1" animBg="1"/>
      <p:bldP spid="52" grpId="0" animBg="1"/>
      <p:bldP spid="52" grpId="1" animBg="1"/>
      <p:bldP spid="52" grpId="2" animBg="1"/>
      <p:bldP spid="52" grpId="3" animBg="1"/>
      <p:bldP spid="53" grpId="0"/>
      <p:bldP spid="53" grpId="1"/>
      <p:bldP spid="53" grpId="2"/>
      <p:bldP spid="53" grpId="3"/>
      <p:bldP spid="54" grpId="0" animBg="1"/>
      <p:bldP spid="54" grpId="1" animBg="1"/>
      <p:bldP spid="71" grpId="0"/>
      <p:bldP spid="71" grpId="1"/>
      <p:bldP spid="72" grpId="0"/>
      <p:bldP spid="72" grpId="1"/>
      <p:bldP spid="73" grpId="0"/>
      <p:bldP spid="73" grpId="1"/>
      <p:bldP spid="74" grpId="0"/>
      <p:bldP spid="74" grpId="1"/>
      <p:bldP spid="87" grpId="0"/>
      <p:bldP spid="87" grpId="1"/>
      <p:bldP spid="88" grpId="0"/>
      <p:bldP spid="88" grpId="1"/>
      <p:bldP spid="89" grpId="0"/>
      <p:bldP spid="89" grpId="1"/>
      <p:bldP spid="90" grpId="0"/>
      <p:bldP spid="90" grpId="1"/>
      <p:bldP spid="123" grpId="0" animBg="1"/>
      <p:bldP spid="123" grpId="1" animBg="1"/>
      <p:bldP spid="123" grpId="2" animBg="1"/>
      <p:bldP spid="123" grpId="3" animBg="1"/>
      <p:bldP spid="124" grpId="0" animBg="1"/>
      <p:bldP spid="124" grpId="1" animBg="1"/>
      <p:bldP spid="125" grpId="0" animBg="1"/>
      <p:bldP spid="125" grpId="1" animBg="1"/>
      <p:bldP spid="12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460C2-936F-FF07-908B-AC8F640097B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F5580BE-1A91-7025-BFE4-245870BBE3FB}"/>
              </a:ext>
            </a:extLst>
          </p:cNvPr>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D72FC0A5-CB52-B9F6-18F5-9FA82CDD3F77}"/>
              </a:ext>
            </a:extLst>
          </p:cNvPr>
          <p:cNvSpPr txBox="1"/>
          <p:nvPr/>
        </p:nvSpPr>
        <p:spPr>
          <a:xfrm>
            <a:off x="640080" y="274320"/>
            <a:ext cx="10515600" cy="731520"/>
          </a:xfrm>
          <a:prstGeom prst="rect">
            <a:avLst/>
          </a:prstGeom>
          <a:noFill/>
        </p:spPr>
        <p:txBody>
          <a:bodyPr wrap="square" anchor="t"/>
          <a:lstStyle/>
          <a:p>
            <a:pPr lvl="0" defTabSz="457200">
              <a:defRPr sz="2400" b="1">
                <a:solidFill>
                  <a:srgbClr val="FFFFFF"/>
                </a:solidFill>
                <a:latin typeface="Segoe UI Semibold"/>
              </a:defRPr>
            </a:pPr>
            <a:r>
              <a:rPr lang="en-GB" sz="2400" b="1" dirty="0">
                <a:solidFill>
                  <a:srgbClr val="FFFFFF"/>
                </a:solidFill>
                <a:latin typeface="Segoe UI Semibold"/>
              </a:rPr>
              <a:t>Responsible AI (RAI) </a:t>
            </a:r>
            <a:r>
              <a:rPr lang="en-GB" sz="2400" b="1">
                <a:solidFill>
                  <a:srgbClr val="FFFFFF"/>
                </a:solidFill>
                <a:latin typeface="Segoe UI Semibold"/>
              </a:rPr>
              <a:t>committee</a:t>
            </a:r>
            <a:r>
              <a:rPr lang="en-GB" sz="2400" b="1" dirty="0">
                <a:solidFill>
                  <a:srgbClr val="FFFFFF"/>
                </a:solidFill>
                <a:latin typeface="Segoe UI Semibold"/>
              </a:rPr>
              <a:t> Charter</a:t>
            </a:r>
            <a:endParaRPr sz="2400" b="1" dirty="0">
              <a:solidFill>
                <a:srgbClr val="FFFFFF"/>
              </a:solidFill>
              <a:latin typeface="Segoe UI Semibold"/>
            </a:endParaRPr>
          </a:p>
        </p:txBody>
      </p:sp>
      <p:sp>
        <p:nvSpPr>
          <p:cNvPr id="4" name="Rectangle 3">
            <a:extLst>
              <a:ext uri="{FF2B5EF4-FFF2-40B4-BE49-F238E27FC236}">
                <a16:creationId xmlns:a16="http://schemas.microsoft.com/office/drawing/2014/main" id="{570849DD-09B3-EE2A-3FB0-0F2E93678E2A}"/>
              </a:ext>
            </a:extLst>
          </p:cNvPr>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D9DD40A9-4365-DC33-15F3-15C8B69E64A3}"/>
              </a:ext>
            </a:extLst>
          </p:cNvPr>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127" name="Rectangle: Rounded Corners 4">
            <a:extLst>
              <a:ext uri="{FF2B5EF4-FFF2-40B4-BE49-F238E27FC236}">
                <a16:creationId xmlns:a16="http://schemas.microsoft.com/office/drawing/2014/main" id="{779289B0-0FD6-E755-6810-6391BC43BE3F}"/>
              </a:ext>
              <a:ext uri="{C183D7F6-B498-43B3-948B-1728B52AA6E4}">
                <adec:decorative xmlns:adec="http://schemas.microsoft.com/office/drawing/2017/decorative" val="1"/>
              </a:ext>
            </a:extLst>
          </p:cNvPr>
          <p:cNvSpPr>
            <a:spLocks/>
          </p:cNvSpPr>
          <p:nvPr/>
        </p:nvSpPr>
        <p:spPr bwMode="auto">
          <a:xfrm>
            <a:off x="433641" y="3023820"/>
            <a:ext cx="11314512" cy="1823494"/>
          </a:xfrm>
          <a:prstGeom prst="roundRect">
            <a:avLst>
              <a:gd name="adj" fmla="val 9282"/>
            </a:avLst>
          </a:prstGeom>
          <a:solidFill>
            <a:schemeClr val="bg1"/>
          </a:solidFill>
          <a:ln w="63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noProof="0">
              <a:solidFill>
                <a:schemeClr val="bg1"/>
              </a:solidFill>
              <a:latin typeface="Segoe UI"/>
              <a:cs typeface="Segoe UI" pitchFamily="34" charset="0"/>
            </a:endParaRPr>
          </a:p>
        </p:txBody>
      </p:sp>
      <p:sp>
        <p:nvSpPr>
          <p:cNvPr id="129" name="Rectangle: Rounded Corners 4">
            <a:extLst>
              <a:ext uri="{FF2B5EF4-FFF2-40B4-BE49-F238E27FC236}">
                <a16:creationId xmlns:a16="http://schemas.microsoft.com/office/drawing/2014/main" id="{C82527D4-9653-3275-C77C-DA2C78F318B1}"/>
              </a:ext>
              <a:ext uri="{C183D7F6-B498-43B3-948B-1728B52AA6E4}">
                <adec:decorative xmlns:adec="http://schemas.microsoft.com/office/drawing/2017/decorative" val="1"/>
              </a:ext>
            </a:extLst>
          </p:cNvPr>
          <p:cNvSpPr>
            <a:spLocks/>
          </p:cNvSpPr>
          <p:nvPr/>
        </p:nvSpPr>
        <p:spPr bwMode="auto">
          <a:xfrm>
            <a:off x="581637" y="3333577"/>
            <a:ext cx="2029967" cy="1368451"/>
          </a:xfrm>
          <a:prstGeom prst="roundRect">
            <a:avLst>
              <a:gd name="adj" fmla="val 8706"/>
            </a:avLst>
          </a:prstGeom>
          <a:solidFill>
            <a:schemeClr val="bg1">
              <a:lumMod val="95000"/>
              <a:alpha val="50000"/>
            </a:schemeClr>
          </a:soli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31" name="Rectangle: Rounded Corners 4">
            <a:extLst>
              <a:ext uri="{FF2B5EF4-FFF2-40B4-BE49-F238E27FC236}">
                <a16:creationId xmlns:a16="http://schemas.microsoft.com/office/drawing/2014/main" id="{C43243B5-15FF-A06B-8496-2D7925BEF79E}"/>
              </a:ext>
              <a:ext uri="{C183D7F6-B498-43B3-948B-1728B52AA6E4}">
                <adec:decorative xmlns:adec="http://schemas.microsoft.com/office/drawing/2017/decorative" val="1"/>
              </a:ext>
            </a:extLst>
          </p:cNvPr>
          <p:cNvSpPr>
            <a:spLocks/>
          </p:cNvSpPr>
          <p:nvPr/>
        </p:nvSpPr>
        <p:spPr bwMode="auto">
          <a:xfrm>
            <a:off x="2828775" y="3333577"/>
            <a:ext cx="2029967" cy="1368451"/>
          </a:xfrm>
          <a:prstGeom prst="roundRect">
            <a:avLst>
              <a:gd name="adj" fmla="val 8706"/>
            </a:avLst>
          </a:prstGeom>
          <a:solidFill>
            <a:schemeClr val="bg1">
              <a:lumMod val="95000"/>
              <a:alpha val="50000"/>
            </a:schemeClr>
          </a:soli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33" name="Rectangle: Rounded Corners 4">
            <a:extLst>
              <a:ext uri="{FF2B5EF4-FFF2-40B4-BE49-F238E27FC236}">
                <a16:creationId xmlns:a16="http://schemas.microsoft.com/office/drawing/2014/main" id="{9DD32D83-F60F-077C-AF8B-C9E57566BF49}"/>
              </a:ext>
              <a:ext uri="{C183D7F6-B498-43B3-948B-1728B52AA6E4}">
                <adec:decorative xmlns:adec="http://schemas.microsoft.com/office/drawing/2017/decorative" val="1"/>
              </a:ext>
            </a:extLst>
          </p:cNvPr>
          <p:cNvSpPr>
            <a:spLocks/>
          </p:cNvSpPr>
          <p:nvPr/>
        </p:nvSpPr>
        <p:spPr bwMode="auto">
          <a:xfrm>
            <a:off x="5075913" y="3333577"/>
            <a:ext cx="2029967" cy="1368451"/>
          </a:xfrm>
          <a:prstGeom prst="roundRect">
            <a:avLst>
              <a:gd name="adj" fmla="val 8706"/>
            </a:avLst>
          </a:prstGeom>
          <a:solidFill>
            <a:schemeClr val="bg1">
              <a:lumMod val="95000"/>
              <a:alpha val="50000"/>
            </a:schemeClr>
          </a:soli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35" name="Rectangle: Rounded Corners 4">
            <a:extLst>
              <a:ext uri="{FF2B5EF4-FFF2-40B4-BE49-F238E27FC236}">
                <a16:creationId xmlns:a16="http://schemas.microsoft.com/office/drawing/2014/main" id="{1BBF3A1E-B040-2B04-1876-27884978EC97}"/>
              </a:ext>
              <a:ext uri="{C183D7F6-B498-43B3-948B-1728B52AA6E4}">
                <adec:decorative xmlns:adec="http://schemas.microsoft.com/office/drawing/2017/decorative" val="1"/>
              </a:ext>
            </a:extLst>
          </p:cNvPr>
          <p:cNvSpPr>
            <a:spLocks/>
          </p:cNvSpPr>
          <p:nvPr/>
        </p:nvSpPr>
        <p:spPr bwMode="auto">
          <a:xfrm>
            <a:off x="7323051" y="3333577"/>
            <a:ext cx="2029967" cy="1368451"/>
          </a:xfrm>
          <a:prstGeom prst="roundRect">
            <a:avLst>
              <a:gd name="adj" fmla="val 8706"/>
            </a:avLst>
          </a:prstGeom>
          <a:solidFill>
            <a:schemeClr val="bg1">
              <a:lumMod val="95000"/>
              <a:alpha val="50000"/>
            </a:schemeClr>
          </a:soli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37" name="Rectangle: Rounded Corners 4">
            <a:extLst>
              <a:ext uri="{FF2B5EF4-FFF2-40B4-BE49-F238E27FC236}">
                <a16:creationId xmlns:a16="http://schemas.microsoft.com/office/drawing/2014/main" id="{22416B0C-163D-BB15-1E65-0206B4C5F591}"/>
              </a:ext>
              <a:ext uri="{C183D7F6-B498-43B3-948B-1728B52AA6E4}">
                <adec:decorative xmlns:adec="http://schemas.microsoft.com/office/drawing/2017/decorative" val="1"/>
              </a:ext>
            </a:extLst>
          </p:cNvPr>
          <p:cNvSpPr>
            <a:spLocks/>
          </p:cNvSpPr>
          <p:nvPr/>
        </p:nvSpPr>
        <p:spPr bwMode="auto">
          <a:xfrm>
            <a:off x="9570190" y="3333577"/>
            <a:ext cx="2029967" cy="1368451"/>
          </a:xfrm>
          <a:prstGeom prst="roundRect">
            <a:avLst>
              <a:gd name="adj" fmla="val 8706"/>
            </a:avLst>
          </a:prstGeom>
          <a:solidFill>
            <a:schemeClr val="bg1">
              <a:lumMod val="95000"/>
              <a:alpha val="50000"/>
            </a:schemeClr>
          </a:soli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39" name="TextBox 6">
            <a:extLst>
              <a:ext uri="{FF2B5EF4-FFF2-40B4-BE49-F238E27FC236}">
                <a16:creationId xmlns:a16="http://schemas.microsoft.com/office/drawing/2014/main" id="{D213B521-1A66-9543-62EB-EFF937161A9A}"/>
              </a:ext>
            </a:extLst>
          </p:cNvPr>
          <p:cNvSpPr txBox="1">
            <a:spLocks/>
          </p:cNvSpPr>
          <p:nvPr/>
        </p:nvSpPr>
        <p:spPr>
          <a:xfrm>
            <a:off x="693399" y="3427897"/>
            <a:ext cx="1806444" cy="1025922"/>
          </a:xfrm>
          <a:prstGeom prst="rect">
            <a:avLst/>
          </a:prstGeom>
          <a:noFill/>
          <a:effectLst/>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52400" indent="-152400">
              <a:spcBef>
                <a:spcPts val="400"/>
              </a:spcBef>
              <a:buFont typeface="Arial" panose="020B0604020202020204" pitchFamily="34" charset="0"/>
              <a:buChar char="•"/>
              <a:defRPr/>
            </a:pPr>
            <a:r>
              <a:rPr lang="en-US" sz="1000" noProof="0"/>
              <a:t>Define RAI principles aligned to org values</a:t>
            </a:r>
          </a:p>
          <a:p>
            <a:pPr marL="152400" indent="-152400">
              <a:spcBef>
                <a:spcPts val="400"/>
              </a:spcBef>
              <a:buFont typeface="Arial" panose="020B0604020202020204" pitchFamily="34" charset="0"/>
              <a:buChar char="•"/>
              <a:defRPr/>
            </a:pPr>
            <a:r>
              <a:rPr lang="en-US" sz="1000" noProof="0"/>
              <a:t>Establish scope of AI use cases requiring review</a:t>
            </a:r>
          </a:p>
          <a:p>
            <a:pPr marL="152400" indent="-152400">
              <a:spcBef>
                <a:spcPts val="400"/>
              </a:spcBef>
              <a:buFont typeface="Arial" panose="020B0604020202020204" pitchFamily="34" charset="0"/>
              <a:buChar char="•"/>
              <a:defRPr/>
            </a:pPr>
            <a:r>
              <a:rPr lang="en-US" sz="1000" noProof="0"/>
              <a:t>Set decision authority and escalation paths</a:t>
            </a:r>
          </a:p>
        </p:txBody>
      </p:sp>
      <p:sp>
        <p:nvSpPr>
          <p:cNvPr id="141" name="Title 18">
            <a:extLst>
              <a:ext uri="{FF2B5EF4-FFF2-40B4-BE49-F238E27FC236}">
                <a16:creationId xmlns:a16="http://schemas.microsoft.com/office/drawing/2014/main" id="{7F8B6926-62C2-D8BF-CE4F-ACE7842CACA6}"/>
              </a:ext>
            </a:extLst>
          </p:cNvPr>
          <p:cNvSpPr txBox="1">
            <a:spLocks/>
          </p:cNvSpPr>
          <p:nvPr/>
        </p:nvSpPr>
        <p:spPr>
          <a:xfrm>
            <a:off x="4897224" y="2889684"/>
            <a:ext cx="2387346" cy="311428"/>
          </a:xfrm>
          <a:prstGeom prst="roundRect">
            <a:avLst>
              <a:gd name="adj" fmla="val 50000"/>
            </a:avLst>
          </a:prstGeom>
          <a:solidFill>
            <a:schemeClr val="accent1"/>
          </a:soli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R="0" lvl="0" indent="0" algn="ctr" defTabSz="491021" fontAlgn="base">
              <a:lnSpc>
                <a:spcPct val="100000"/>
              </a:lnSpc>
              <a:spcBef>
                <a:spcPct val="0"/>
              </a:spcBef>
              <a:spcAft>
                <a:spcPts val="300"/>
              </a:spcAft>
              <a:buClrTx/>
              <a:buSzTx/>
              <a:buFontTx/>
              <a:buNone/>
              <a:tabLst/>
              <a:defRPr kumimoji="0" sz="1200" b="0" i="0" u="none" strike="noStrike" cap="none" spc="0" normalizeH="0" baseline="0">
                <a:ln>
                  <a:noFill/>
                </a:ln>
                <a:solidFill>
                  <a:srgbClr val="FFFFFF"/>
                </a:solidFill>
                <a:effectLst/>
                <a:uLnTx/>
                <a:uFillTx/>
                <a:latin typeface="Segoe Sans Display Semibold"/>
                <a:ea typeface="Open Sans" panose="020B0606030504020204" pitchFamily="34" charset="0"/>
                <a:cs typeface="Open Sans" panose="020B0606030504020204" pitchFamily="34" charset="0"/>
              </a:defRPr>
            </a:lvl1pPr>
          </a:lstStyle>
          <a:p>
            <a:r>
              <a:rPr lang="en-US" sz="1400" noProof="0">
                <a:solidFill>
                  <a:schemeClr val="bg1"/>
                </a:solidFill>
                <a:latin typeface="+mj-lt"/>
              </a:rPr>
              <a:t>Charter Commitments</a:t>
            </a:r>
          </a:p>
        </p:txBody>
      </p:sp>
      <p:sp>
        <p:nvSpPr>
          <p:cNvPr id="143" name="TextBox 6">
            <a:extLst>
              <a:ext uri="{FF2B5EF4-FFF2-40B4-BE49-F238E27FC236}">
                <a16:creationId xmlns:a16="http://schemas.microsoft.com/office/drawing/2014/main" id="{5DD7A6F0-A141-ACE3-D320-6256A4175ACC}"/>
              </a:ext>
            </a:extLst>
          </p:cNvPr>
          <p:cNvSpPr txBox="1">
            <a:spLocks/>
          </p:cNvSpPr>
          <p:nvPr/>
        </p:nvSpPr>
        <p:spPr>
          <a:xfrm>
            <a:off x="2940536" y="3427897"/>
            <a:ext cx="1806444" cy="1025922"/>
          </a:xfrm>
          <a:prstGeom prst="rect">
            <a:avLst/>
          </a:prstGeom>
          <a:noFill/>
          <a:effectLst/>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52400" indent="-152400">
              <a:spcBef>
                <a:spcPts val="400"/>
              </a:spcBef>
              <a:buFont typeface="Arial" panose="020B0604020202020204" pitchFamily="34" charset="0"/>
              <a:buChar char="•"/>
              <a:defRPr/>
            </a:pPr>
            <a:r>
              <a:rPr lang="en-US" sz="1000" noProof="0"/>
              <a:t>Approve or reject AI initiatives based on risk</a:t>
            </a:r>
          </a:p>
          <a:p>
            <a:pPr marL="152400" indent="-152400">
              <a:spcBef>
                <a:spcPts val="400"/>
              </a:spcBef>
              <a:buFont typeface="Arial" panose="020B0604020202020204" pitchFamily="34" charset="0"/>
              <a:buChar char="•"/>
              <a:defRPr/>
            </a:pPr>
            <a:r>
              <a:rPr lang="en-US" sz="1000" noProof="0"/>
              <a:t>Define thresholds for mandatory review</a:t>
            </a:r>
          </a:p>
          <a:p>
            <a:pPr marL="152400" indent="-152400">
              <a:spcBef>
                <a:spcPts val="400"/>
              </a:spcBef>
              <a:buFont typeface="Arial" panose="020B0604020202020204" pitchFamily="34" charset="0"/>
              <a:buChar char="•"/>
              <a:defRPr/>
            </a:pPr>
            <a:r>
              <a:rPr lang="en-US" sz="1000" noProof="0"/>
              <a:t>Document decisions and rationale</a:t>
            </a:r>
          </a:p>
        </p:txBody>
      </p:sp>
      <p:sp>
        <p:nvSpPr>
          <p:cNvPr id="145" name="TextBox 6">
            <a:extLst>
              <a:ext uri="{FF2B5EF4-FFF2-40B4-BE49-F238E27FC236}">
                <a16:creationId xmlns:a16="http://schemas.microsoft.com/office/drawing/2014/main" id="{354DCB9A-C1CC-3C7E-0459-6437D8E78457}"/>
              </a:ext>
            </a:extLst>
          </p:cNvPr>
          <p:cNvSpPr txBox="1">
            <a:spLocks/>
          </p:cNvSpPr>
          <p:nvPr/>
        </p:nvSpPr>
        <p:spPr>
          <a:xfrm>
            <a:off x="5187675" y="3427897"/>
            <a:ext cx="1806444" cy="1025922"/>
          </a:xfrm>
          <a:prstGeom prst="rect">
            <a:avLst/>
          </a:prstGeom>
          <a:noFill/>
          <a:effectLst/>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52400" lvl="0" indent="-152400">
              <a:spcBef>
                <a:spcPts val="400"/>
              </a:spcBef>
              <a:buFont typeface="Arial" panose="020B0604020202020204" pitchFamily="34" charset="0"/>
              <a:buChar char="•"/>
              <a:defRPr/>
            </a:pPr>
            <a:r>
              <a:rPr lang="en-US" sz="1000" noProof="0"/>
              <a:t>Classify AI use cases by risk tier</a:t>
            </a:r>
          </a:p>
          <a:p>
            <a:pPr marL="152400" lvl="0" indent="-152400">
              <a:spcBef>
                <a:spcPts val="400"/>
              </a:spcBef>
              <a:buFont typeface="Arial" panose="020B0604020202020204" pitchFamily="34" charset="0"/>
              <a:buChar char="•"/>
              <a:defRPr/>
            </a:pPr>
            <a:r>
              <a:rPr lang="en-US" sz="1000" noProof="0"/>
              <a:t>Conduct impact assessments pre-deployment</a:t>
            </a:r>
          </a:p>
          <a:p>
            <a:pPr marL="152400" lvl="0" indent="-152400">
              <a:spcBef>
                <a:spcPts val="400"/>
              </a:spcBef>
              <a:buFont typeface="Arial" panose="020B0604020202020204" pitchFamily="34" charset="0"/>
              <a:buChar char="•"/>
              <a:defRPr/>
            </a:pPr>
            <a:r>
              <a:rPr lang="en-US" sz="1000" noProof="0"/>
              <a:t>Red-team high-risk systems continuously</a:t>
            </a:r>
          </a:p>
        </p:txBody>
      </p:sp>
      <p:sp>
        <p:nvSpPr>
          <p:cNvPr id="147" name="TextBox 6">
            <a:extLst>
              <a:ext uri="{FF2B5EF4-FFF2-40B4-BE49-F238E27FC236}">
                <a16:creationId xmlns:a16="http://schemas.microsoft.com/office/drawing/2014/main" id="{1E7FED14-064C-0C0F-0DFA-49D1C2F17319}"/>
              </a:ext>
            </a:extLst>
          </p:cNvPr>
          <p:cNvSpPr txBox="1">
            <a:spLocks/>
          </p:cNvSpPr>
          <p:nvPr/>
        </p:nvSpPr>
        <p:spPr>
          <a:xfrm>
            <a:off x="7434813" y="3427897"/>
            <a:ext cx="1806444" cy="1179810"/>
          </a:xfrm>
          <a:prstGeom prst="rect">
            <a:avLst/>
          </a:prstGeom>
          <a:noFill/>
          <a:effectLst/>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52400" indent="-152400">
              <a:spcBef>
                <a:spcPts val="400"/>
              </a:spcBef>
              <a:buFont typeface="Arial" panose="020B0604020202020204" pitchFamily="34" charset="0"/>
              <a:buChar char="•"/>
              <a:defRPr/>
            </a:pPr>
            <a:r>
              <a:rPr lang="en-US" sz="1000" noProof="0"/>
              <a:t>Align AI practices with regulatory requirements</a:t>
            </a:r>
          </a:p>
          <a:p>
            <a:pPr marL="152400" indent="-152400">
              <a:spcBef>
                <a:spcPts val="400"/>
              </a:spcBef>
              <a:buFont typeface="Arial" panose="020B0604020202020204" pitchFamily="34" charset="0"/>
              <a:buChar char="•"/>
              <a:defRPr/>
            </a:pPr>
            <a:r>
              <a:rPr lang="en-US" sz="1000" noProof="0"/>
              <a:t>Enforce fairness, transparency, and accountability</a:t>
            </a:r>
          </a:p>
          <a:p>
            <a:pPr marL="152400" indent="-152400">
              <a:spcBef>
                <a:spcPts val="400"/>
              </a:spcBef>
              <a:buFont typeface="Arial" panose="020B0604020202020204" pitchFamily="34" charset="0"/>
              <a:buChar char="•"/>
              <a:defRPr/>
            </a:pPr>
            <a:r>
              <a:rPr lang="en-US" sz="1000" noProof="0"/>
              <a:t>Maintain audit trail for compliance reviews</a:t>
            </a:r>
          </a:p>
        </p:txBody>
      </p:sp>
      <p:sp>
        <p:nvSpPr>
          <p:cNvPr id="149" name="TextBox 6">
            <a:extLst>
              <a:ext uri="{FF2B5EF4-FFF2-40B4-BE49-F238E27FC236}">
                <a16:creationId xmlns:a16="http://schemas.microsoft.com/office/drawing/2014/main" id="{88AF59D2-8DE2-0F07-0BD4-C351C64B5440}"/>
              </a:ext>
            </a:extLst>
          </p:cNvPr>
          <p:cNvSpPr txBox="1">
            <a:spLocks/>
          </p:cNvSpPr>
          <p:nvPr/>
        </p:nvSpPr>
        <p:spPr>
          <a:xfrm>
            <a:off x="9681952" y="3427897"/>
            <a:ext cx="1806444" cy="1025922"/>
          </a:xfrm>
          <a:prstGeom prst="rect">
            <a:avLst/>
          </a:prstGeom>
          <a:noFill/>
          <a:effectLst/>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52400" indent="-152400">
              <a:spcBef>
                <a:spcPts val="400"/>
              </a:spcBef>
              <a:buFont typeface="Arial" panose="020B0604020202020204" pitchFamily="34" charset="0"/>
              <a:buChar char="•"/>
              <a:defRPr/>
            </a:pPr>
            <a:r>
              <a:rPr lang="en-US" sz="1000" noProof="0"/>
              <a:t>Track RAI metrics and incident reports</a:t>
            </a:r>
          </a:p>
          <a:p>
            <a:pPr marL="152400" indent="-152400">
              <a:spcBef>
                <a:spcPts val="400"/>
              </a:spcBef>
              <a:buFont typeface="Arial" panose="020B0604020202020204" pitchFamily="34" charset="0"/>
              <a:buChar char="•"/>
              <a:defRPr/>
            </a:pPr>
            <a:r>
              <a:rPr lang="en-US" sz="1000" noProof="0"/>
              <a:t>Periodic reassessment of deployed AI systems</a:t>
            </a:r>
          </a:p>
          <a:p>
            <a:pPr marL="152400" indent="-152400">
              <a:spcBef>
                <a:spcPts val="400"/>
              </a:spcBef>
              <a:buFont typeface="Arial" panose="020B0604020202020204" pitchFamily="34" charset="0"/>
              <a:buChar char="•"/>
              <a:defRPr/>
            </a:pPr>
            <a:r>
              <a:rPr lang="en-US" sz="1000" noProof="0"/>
              <a:t>Report to leadership on risk posture</a:t>
            </a:r>
          </a:p>
        </p:txBody>
      </p:sp>
      <p:sp>
        <p:nvSpPr>
          <p:cNvPr id="151" name="Freeform: Shape 150">
            <a:extLst>
              <a:ext uri="{FF2B5EF4-FFF2-40B4-BE49-F238E27FC236}">
                <a16:creationId xmlns:a16="http://schemas.microsoft.com/office/drawing/2014/main" id="{332D16AA-1E1C-24F5-B9C2-A78ECFFCA263}"/>
              </a:ext>
              <a:ext uri="{C183D7F6-B498-43B3-948B-1728B52AA6E4}">
                <adec:decorative xmlns:adec="http://schemas.microsoft.com/office/drawing/2017/decorative" val="1"/>
              </a:ext>
            </a:extLst>
          </p:cNvPr>
          <p:cNvSpPr>
            <a:spLocks/>
          </p:cNvSpPr>
          <p:nvPr/>
        </p:nvSpPr>
        <p:spPr bwMode="auto">
          <a:xfrm>
            <a:off x="581637" y="1694902"/>
            <a:ext cx="2029967" cy="1030639"/>
          </a:xfrm>
          <a:custGeom>
            <a:avLst/>
            <a:gdLst>
              <a:gd name="connsiteX0" fmla="*/ 114741 w 2029967"/>
              <a:gd name="connsiteY0" fmla="*/ 0 h 1030639"/>
              <a:gd name="connsiteX1" fmla="*/ 673733 w 2029967"/>
              <a:gd name="connsiteY1" fmla="*/ 0 h 1030639"/>
              <a:gd name="connsiteX2" fmla="*/ 680542 w 2029967"/>
              <a:gd name="connsiteY2" fmla="*/ 67540 h 1030639"/>
              <a:gd name="connsiteX3" fmla="*/ 1014984 w 2029967"/>
              <a:gd name="connsiteY3" fmla="*/ 340118 h 1030639"/>
              <a:gd name="connsiteX4" fmla="*/ 1349426 w 2029967"/>
              <a:gd name="connsiteY4" fmla="*/ 67540 h 1030639"/>
              <a:gd name="connsiteX5" fmla="*/ 1356235 w 2029967"/>
              <a:gd name="connsiteY5" fmla="*/ 0 h 1030639"/>
              <a:gd name="connsiteX6" fmla="*/ 1915226 w 2029967"/>
              <a:gd name="connsiteY6" fmla="*/ 0 h 1030639"/>
              <a:gd name="connsiteX7" fmla="*/ 2029967 w 2029967"/>
              <a:gd name="connsiteY7" fmla="*/ 114741 h 1030639"/>
              <a:gd name="connsiteX8" fmla="*/ 2029967 w 2029967"/>
              <a:gd name="connsiteY8" fmla="*/ 915898 h 1030639"/>
              <a:gd name="connsiteX9" fmla="*/ 1915226 w 2029967"/>
              <a:gd name="connsiteY9" fmla="*/ 1030639 h 1030639"/>
              <a:gd name="connsiteX10" fmla="*/ 114741 w 2029967"/>
              <a:gd name="connsiteY10" fmla="*/ 1030639 h 1030639"/>
              <a:gd name="connsiteX11" fmla="*/ 0 w 2029967"/>
              <a:gd name="connsiteY11" fmla="*/ 915898 h 1030639"/>
              <a:gd name="connsiteX12" fmla="*/ 0 w 2029967"/>
              <a:gd name="connsiteY12" fmla="*/ 114741 h 1030639"/>
              <a:gd name="connsiteX13" fmla="*/ 114741 w 2029967"/>
              <a:gd name="connsiteY13" fmla="*/ 0 h 103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29967" h="1030639">
                <a:moveTo>
                  <a:pt x="114741" y="0"/>
                </a:moveTo>
                <a:lnTo>
                  <a:pt x="673733" y="0"/>
                </a:lnTo>
                <a:lnTo>
                  <a:pt x="680542" y="67540"/>
                </a:lnTo>
                <a:cubicBezTo>
                  <a:pt x="712374" y="223100"/>
                  <a:pt x="850013" y="340118"/>
                  <a:pt x="1014984" y="340118"/>
                </a:cubicBezTo>
                <a:cubicBezTo>
                  <a:pt x="1179955" y="340118"/>
                  <a:pt x="1317594" y="223100"/>
                  <a:pt x="1349426" y="67540"/>
                </a:cubicBezTo>
                <a:lnTo>
                  <a:pt x="1356235" y="0"/>
                </a:lnTo>
                <a:lnTo>
                  <a:pt x="1915226" y="0"/>
                </a:lnTo>
                <a:cubicBezTo>
                  <a:pt x="1978596" y="0"/>
                  <a:pt x="2029967" y="51371"/>
                  <a:pt x="2029967" y="114741"/>
                </a:cubicBezTo>
                <a:lnTo>
                  <a:pt x="2029967" y="915898"/>
                </a:lnTo>
                <a:cubicBezTo>
                  <a:pt x="2029967" y="979268"/>
                  <a:pt x="1978596" y="1030639"/>
                  <a:pt x="1915226" y="1030639"/>
                </a:cubicBezTo>
                <a:lnTo>
                  <a:pt x="114741" y="1030639"/>
                </a:lnTo>
                <a:cubicBezTo>
                  <a:pt x="51371" y="1030639"/>
                  <a:pt x="0" y="979268"/>
                  <a:pt x="0" y="915898"/>
                </a:cubicBezTo>
                <a:lnTo>
                  <a:pt x="0" y="114741"/>
                </a:lnTo>
                <a:cubicBezTo>
                  <a:pt x="0" y="51371"/>
                  <a:pt x="51371" y="0"/>
                  <a:pt x="114741" y="0"/>
                </a:cubicBezTo>
                <a:close/>
              </a:path>
            </a:pathLst>
          </a:cu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53" name="Rectangle 152">
            <a:extLst>
              <a:ext uri="{FF2B5EF4-FFF2-40B4-BE49-F238E27FC236}">
                <a16:creationId xmlns:a16="http://schemas.microsoft.com/office/drawing/2014/main" id="{BAE00825-F6C6-A31E-2655-A63D1B3F5EFC}"/>
              </a:ext>
            </a:extLst>
          </p:cNvPr>
          <p:cNvSpPr>
            <a:spLocks/>
          </p:cNvSpPr>
          <p:nvPr/>
        </p:nvSpPr>
        <p:spPr bwMode="auto">
          <a:xfrm>
            <a:off x="681457" y="2131913"/>
            <a:ext cx="1830326" cy="43088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932472" fontAlgn="base">
              <a:spcBef>
                <a:spcPct val="0"/>
              </a:spcBef>
              <a:spcAft>
                <a:spcPts val="200"/>
              </a:spcAft>
            </a:pPr>
            <a:r>
              <a:rPr lang="en-US" sz="1400" noProof="0">
                <a:solidFill>
                  <a:schemeClr val="accent2"/>
                </a:solidFill>
                <a:latin typeface="+mj-lt"/>
                <a:cs typeface="Segoe UI" pitchFamily="34" charset="0"/>
              </a:rPr>
              <a:t>Mission </a:t>
            </a:r>
            <a:br>
              <a:rPr lang="en-US" sz="1400" noProof="0">
                <a:solidFill>
                  <a:schemeClr val="accent2"/>
                </a:solidFill>
                <a:latin typeface="+mj-lt"/>
                <a:cs typeface="Segoe UI" pitchFamily="34" charset="0"/>
              </a:rPr>
            </a:br>
            <a:r>
              <a:rPr lang="en-US" sz="1400" noProof="0">
                <a:solidFill>
                  <a:schemeClr val="accent2"/>
                </a:solidFill>
                <a:latin typeface="+mj-lt"/>
                <a:cs typeface="Segoe UI" pitchFamily="34" charset="0"/>
              </a:rPr>
              <a:t>&amp; Scope</a:t>
            </a:r>
          </a:p>
        </p:txBody>
      </p:sp>
      <p:sp>
        <p:nvSpPr>
          <p:cNvPr id="155" name="Freeform: Shape 154">
            <a:extLst>
              <a:ext uri="{FF2B5EF4-FFF2-40B4-BE49-F238E27FC236}">
                <a16:creationId xmlns:a16="http://schemas.microsoft.com/office/drawing/2014/main" id="{12258E1A-FE18-6870-C055-9E25BC7CEBE2}"/>
              </a:ext>
              <a:ext uri="{C183D7F6-B498-43B3-948B-1728B52AA6E4}">
                <adec:decorative xmlns:adec="http://schemas.microsoft.com/office/drawing/2017/decorative" val="1"/>
              </a:ext>
            </a:extLst>
          </p:cNvPr>
          <p:cNvSpPr>
            <a:spLocks/>
          </p:cNvSpPr>
          <p:nvPr/>
        </p:nvSpPr>
        <p:spPr bwMode="auto">
          <a:xfrm>
            <a:off x="2828775" y="1694902"/>
            <a:ext cx="2029967" cy="1030639"/>
          </a:xfrm>
          <a:custGeom>
            <a:avLst/>
            <a:gdLst>
              <a:gd name="connsiteX0" fmla="*/ 114741 w 2029967"/>
              <a:gd name="connsiteY0" fmla="*/ 0 h 1030639"/>
              <a:gd name="connsiteX1" fmla="*/ 673732 w 2029967"/>
              <a:gd name="connsiteY1" fmla="*/ 0 h 1030639"/>
              <a:gd name="connsiteX2" fmla="*/ 680541 w 2029967"/>
              <a:gd name="connsiteY2" fmla="*/ 67540 h 1030639"/>
              <a:gd name="connsiteX3" fmla="*/ 1014983 w 2029967"/>
              <a:gd name="connsiteY3" fmla="*/ 340118 h 1030639"/>
              <a:gd name="connsiteX4" fmla="*/ 1349426 w 2029967"/>
              <a:gd name="connsiteY4" fmla="*/ 67540 h 1030639"/>
              <a:gd name="connsiteX5" fmla="*/ 1356234 w 2029967"/>
              <a:gd name="connsiteY5" fmla="*/ 0 h 1030639"/>
              <a:gd name="connsiteX6" fmla="*/ 1915226 w 2029967"/>
              <a:gd name="connsiteY6" fmla="*/ 0 h 1030639"/>
              <a:gd name="connsiteX7" fmla="*/ 2029967 w 2029967"/>
              <a:gd name="connsiteY7" fmla="*/ 114741 h 1030639"/>
              <a:gd name="connsiteX8" fmla="*/ 2029967 w 2029967"/>
              <a:gd name="connsiteY8" fmla="*/ 915898 h 1030639"/>
              <a:gd name="connsiteX9" fmla="*/ 1915226 w 2029967"/>
              <a:gd name="connsiteY9" fmla="*/ 1030639 h 1030639"/>
              <a:gd name="connsiteX10" fmla="*/ 114741 w 2029967"/>
              <a:gd name="connsiteY10" fmla="*/ 1030639 h 1030639"/>
              <a:gd name="connsiteX11" fmla="*/ 0 w 2029967"/>
              <a:gd name="connsiteY11" fmla="*/ 915898 h 1030639"/>
              <a:gd name="connsiteX12" fmla="*/ 0 w 2029967"/>
              <a:gd name="connsiteY12" fmla="*/ 114741 h 1030639"/>
              <a:gd name="connsiteX13" fmla="*/ 114741 w 2029967"/>
              <a:gd name="connsiteY13" fmla="*/ 0 h 103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29967" h="1030639">
                <a:moveTo>
                  <a:pt x="114741" y="0"/>
                </a:moveTo>
                <a:lnTo>
                  <a:pt x="673732" y="0"/>
                </a:lnTo>
                <a:lnTo>
                  <a:pt x="680541" y="67540"/>
                </a:lnTo>
                <a:cubicBezTo>
                  <a:pt x="712373" y="223100"/>
                  <a:pt x="850012" y="340118"/>
                  <a:pt x="1014983" y="340118"/>
                </a:cubicBezTo>
                <a:cubicBezTo>
                  <a:pt x="1179954" y="340118"/>
                  <a:pt x="1317593" y="223100"/>
                  <a:pt x="1349426" y="67540"/>
                </a:cubicBezTo>
                <a:lnTo>
                  <a:pt x="1356234" y="0"/>
                </a:lnTo>
                <a:lnTo>
                  <a:pt x="1915226" y="0"/>
                </a:lnTo>
                <a:cubicBezTo>
                  <a:pt x="1978596" y="0"/>
                  <a:pt x="2029967" y="51371"/>
                  <a:pt x="2029967" y="114741"/>
                </a:cubicBezTo>
                <a:lnTo>
                  <a:pt x="2029967" y="915898"/>
                </a:lnTo>
                <a:cubicBezTo>
                  <a:pt x="2029967" y="979268"/>
                  <a:pt x="1978596" y="1030639"/>
                  <a:pt x="1915226" y="1030639"/>
                </a:cubicBezTo>
                <a:lnTo>
                  <a:pt x="114741" y="1030639"/>
                </a:lnTo>
                <a:cubicBezTo>
                  <a:pt x="51371" y="1030639"/>
                  <a:pt x="0" y="979268"/>
                  <a:pt x="0" y="915898"/>
                </a:cubicBezTo>
                <a:lnTo>
                  <a:pt x="0" y="114741"/>
                </a:lnTo>
                <a:cubicBezTo>
                  <a:pt x="0" y="51371"/>
                  <a:pt x="51371" y="0"/>
                  <a:pt x="114741" y="0"/>
                </a:cubicBezTo>
                <a:close/>
              </a:path>
            </a:pathLst>
          </a:cu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57" name="Rectangle 156">
            <a:extLst>
              <a:ext uri="{FF2B5EF4-FFF2-40B4-BE49-F238E27FC236}">
                <a16:creationId xmlns:a16="http://schemas.microsoft.com/office/drawing/2014/main" id="{152D3883-0583-7FCB-0F72-CB0A61432687}"/>
              </a:ext>
            </a:extLst>
          </p:cNvPr>
          <p:cNvSpPr>
            <a:spLocks/>
          </p:cNvSpPr>
          <p:nvPr/>
        </p:nvSpPr>
        <p:spPr bwMode="auto">
          <a:xfrm>
            <a:off x="2928595" y="2131913"/>
            <a:ext cx="1830326" cy="43088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932472" fontAlgn="base">
              <a:spcBef>
                <a:spcPct val="0"/>
              </a:spcBef>
              <a:spcAft>
                <a:spcPts val="200"/>
              </a:spcAft>
            </a:pPr>
            <a:r>
              <a:rPr lang="en-US" sz="1400" noProof="0">
                <a:solidFill>
                  <a:schemeClr val="accent2"/>
                </a:solidFill>
                <a:latin typeface="+mj-lt"/>
                <a:cs typeface="Segoe UI" pitchFamily="34" charset="0"/>
              </a:rPr>
              <a:t>Review &amp; </a:t>
            </a:r>
            <a:br>
              <a:rPr lang="en-US" sz="1400" noProof="0">
                <a:solidFill>
                  <a:schemeClr val="accent2"/>
                </a:solidFill>
                <a:latin typeface="+mj-lt"/>
                <a:cs typeface="Segoe UI" pitchFamily="34" charset="0"/>
              </a:rPr>
            </a:br>
            <a:r>
              <a:rPr lang="en-US" sz="1400" noProof="0">
                <a:solidFill>
                  <a:schemeClr val="accent2"/>
                </a:solidFill>
                <a:latin typeface="+mj-lt"/>
                <a:cs typeface="Segoe UI" pitchFamily="34" charset="0"/>
              </a:rPr>
              <a:t>Decision Rights</a:t>
            </a:r>
          </a:p>
        </p:txBody>
      </p:sp>
      <p:sp>
        <p:nvSpPr>
          <p:cNvPr id="159" name="Freeform: Shape 158">
            <a:extLst>
              <a:ext uri="{FF2B5EF4-FFF2-40B4-BE49-F238E27FC236}">
                <a16:creationId xmlns:a16="http://schemas.microsoft.com/office/drawing/2014/main" id="{C362189C-9B0F-7C65-332B-C67B99992BAD}"/>
              </a:ext>
              <a:ext uri="{C183D7F6-B498-43B3-948B-1728B52AA6E4}">
                <adec:decorative xmlns:adec="http://schemas.microsoft.com/office/drawing/2017/decorative" val="1"/>
              </a:ext>
            </a:extLst>
          </p:cNvPr>
          <p:cNvSpPr>
            <a:spLocks/>
          </p:cNvSpPr>
          <p:nvPr/>
        </p:nvSpPr>
        <p:spPr bwMode="auto">
          <a:xfrm>
            <a:off x="5075913" y="1694902"/>
            <a:ext cx="2029967" cy="1030639"/>
          </a:xfrm>
          <a:custGeom>
            <a:avLst/>
            <a:gdLst>
              <a:gd name="connsiteX0" fmla="*/ 114741 w 2029967"/>
              <a:gd name="connsiteY0" fmla="*/ 0 h 1030639"/>
              <a:gd name="connsiteX1" fmla="*/ 673732 w 2029967"/>
              <a:gd name="connsiteY1" fmla="*/ 0 h 1030639"/>
              <a:gd name="connsiteX2" fmla="*/ 680541 w 2029967"/>
              <a:gd name="connsiteY2" fmla="*/ 67540 h 1030639"/>
              <a:gd name="connsiteX3" fmla="*/ 1014983 w 2029967"/>
              <a:gd name="connsiteY3" fmla="*/ 340118 h 1030639"/>
              <a:gd name="connsiteX4" fmla="*/ 1349426 w 2029967"/>
              <a:gd name="connsiteY4" fmla="*/ 67540 h 1030639"/>
              <a:gd name="connsiteX5" fmla="*/ 1356234 w 2029967"/>
              <a:gd name="connsiteY5" fmla="*/ 0 h 1030639"/>
              <a:gd name="connsiteX6" fmla="*/ 1915226 w 2029967"/>
              <a:gd name="connsiteY6" fmla="*/ 0 h 1030639"/>
              <a:gd name="connsiteX7" fmla="*/ 2029967 w 2029967"/>
              <a:gd name="connsiteY7" fmla="*/ 114741 h 1030639"/>
              <a:gd name="connsiteX8" fmla="*/ 2029967 w 2029967"/>
              <a:gd name="connsiteY8" fmla="*/ 915898 h 1030639"/>
              <a:gd name="connsiteX9" fmla="*/ 1915226 w 2029967"/>
              <a:gd name="connsiteY9" fmla="*/ 1030639 h 1030639"/>
              <a:gd name="connsiteX10" fmla="*/ 114741 w 2029967"/>
              <a:gd name="connsiteY10" fmla="*/ 1030639 h 1030639"/>
              <a:gd name="connsiteX11" fmla="*/ 0 w 2029967"/>
              <a:gd name="connsiteY11" fmla="*/ 915898 h 1030639"/>
              <a:gd name="connsiteX12" fmla="*/ 0 w 2029967"/>
              <a:gd name="connsiteY12" fmla="*/ 114741 h 1030639"/>
              <a:gd name="connsiteX13" fmla="*/ 114741 w 2029967"/>
              <a:gd name="connsiteY13" fmla="*/ 0 h 103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29967" h="1030639">
                <a:moveTo>
                  <a:pt x="114741" y="0"/>
                </a:moveTo>
                <a:lnTo>
                  <a:pt x="673732" y="0"/>
                </a:lnTo>
                <a:lnTo>
                  <a:pt x="680541" y="67540"/>
                </a:lnTo>
                <a:cubicBezTo>
                  <a:pt x="712373" y="223100"/>
                  <a:pt x="850013" y="340118"/>
                  <a:pt x="1014983" y="340118"/>
                </a:cubicBezTo>
                <a:cubicBezTo>
                  <a:pt x="1179954" y="340118"/>
                  <a:pt x="1317593" y="223100"/>
                  <a:pt x="1349426" y="67540"/>
                </a:cubicBezTo>
                <a:lnTo>
                  <a:pt x="1356234" y="0"/>
                </a:lnTo>
                <a:lnTo>
                  <a:pt x="1915226" y="0"/>
                </a:lnTo>
                <a:cubicBezTo>
                  <a:pt x="1978596" y="0"/>
                  <a:pt x="2029967" y="51371"/>
                  <a:pt x="2029967" y="114741"/>
                </a:cubicBezTo>
                <a:lnTo>
                  <a:pt x="2029967" y="915898"/>
                </a:lnTo>
                <a:cubicBezTo>
                  <a:pt x="2029967" y="979268"/>
                  <a:pt x="1978596" y="1030639"/>
                  <a:pt x="1915226" y="1030639"/>
                </a:cubicBezTo>
                <a:lnTo>
                  <a:pt x="114741" y="1030639"/>
                </a:lnTo>
                <a:cubicBezTo>
                  <a:pt x="51371" y="1030639"/>
                  <a:pt x="0" y="979268"/>
                  <a:pt x="0" y="915898"/>
                </a:cubicBezTo>
                <a:lnTo>
                  <a:pt x="0" y="114741"/>
                </a:lnTo>
                <a:cubicBezTo>
                  <a:pt x="0" y="51371"/>
                  <a:pt x="51371" y="0"/>
                  <a:pt x="114741" y="0"/>
                </a:cubicBezTo>
                <a:close/>
              </a:path>
            </a:pathLst>
          </a:cu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61" name="Rectangle 160">
            <a:extLst>
              <a:ext uri="{FF2B5EF4-FFF2-40B4-BE49-F238E27FC236}">
                <a16:creationId xmlns:a16="http://schemas.microsoft.com/office/drawing/2014/main" id="{645346EB-C700-EDA7-4292-6D61CA59886A}"/>
              </a:ext>
            </a:extLst>
          </p:cNvPr>
          <p:cNvSpPr>
            <a:spLocks/>
          </p:cNvSpPr>
          <p:nvPr/>
        </p:nvSpPr>
        <p:spPr bwMode="auto">
          <a:xfrm>
            <a:off x="5175733" y="2239634"/>
            <a:ext cx="1830326" cy="21544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932472" fontAlgn="base">
              <a:spcBef>
                <a:spcPct val="0"/>
              </a:spcBef>
              <a:spcAft>
                <a:spcPts val="200"/>
              </a:spcAft>
            </a:pPr>
            <a:r>
              <a:rPr lang="en-US" sz="1400" noProof="0">
                <a:solidFill>
                  <a:schemeClr val="accent2"/>
                </a:solidFill>
                <a:latin typeface="+mj-lt"/>
                <a:cs typeface="Segoe UI" pitchFamily="34" charset="0"/>
              </a:rPr>
              <a:t>Risk Assessment</a:t>
            </a:r>
          </a:p>
        </p:txBody>
      </p:sp>
      <p:sp>
        <p:nvSpPr>
          <p:cNvPr id="163" name="Freeform: Shape 162">
            <a:extLst>
              <a:ext uri="{FF2B5EF4-FFF2-40B4-BE49-F238E27FC236}">
                <a16:creationId xmlns:a16="http://schemas.microsoft.com/office/drawing/2014/main" id="{E45FABA7-D206-D946-6740-4D34E881C03C}"/>
              </a:ext>
              <a:ext uri="{C183D7F6-B498-43B3-948B-1728B52AA6E4}">
                <adec:decorative xmlns:adec="http://schemas.microsoft.com/office/drawing/2017/decorative" val="1"/>
              </a:ext>
            </a:extLst>
          </p:cNvPr>
          <p:cNvSpPr>
            <a:spLocks/>
          </p:cNvSpPr>
          <p:nvPr/>
        </p:nvSpPr>
        <p:spPr bwMode="auto">
          <a:xfrm>
            <a:off x="7323051" y="1694902"/>
            <a:ext cx="2029967" cy="1030639"/>
          </a:xfrm>
          <a:custGeom>
            <a:avLst/>
            <a:gdLst>
              <a:gd name="connsiteX0" fmla="*/ 114741 w 2029967"/>
              <a:gd name="connsiteY0" fmla="*/ 0 h 1030639"/>
              <a:gd name="connsiteX1" fmla="*/ 673733 w 2029967"/>
              <a:gd name="connsiteY1" fmla="*/ 0 h 1030639"/>
              <a:gd name="connsiteX2" fmla="*/ 680542 w 2029967"/>
              <a:gd name="connsiteY2" fmla="*/ 67540 h 1030639"/>
              <a:gd name="connsiteX3" fmla="*/ 1014984 w 2029967"/>
              <a:gd name="connsiteY3" fmla="*/ 340118 h 1030639"/>
              <a:gd name="connsiteX4" fmla="*/ 1349426 w 2029967"/>
              <a:gd name="connsiteY4" fmla="*/ 67540 h 1030639"/>
              <a:gd name="connsiteX5" fmla="*/ 1356235 w 2029967"/>
              <a:gd name="connsiteY5" fmla="*/ 0 h 1030639"/>
              <a:gd name="connsiteX6" fmla="*/ 1915226 w 2029967"/>
              <a:gd name="connsiteY6" fmla="*/ 0 h 1030639"/>
              <a:gd name="connsiteX7" fmla="*/ 2029967 w 2029967"/>
              <a:gd name="connsiteY7" fmla="*/ 114741 h 1030639"/>
              <a:gd name="connsiteX8" fmla="*/ 2029967 w 2029967"/>
              <a:gd name="connsiteY8" fmla="*/ 915898 h 1030639"/>
              <a:gd name="connsiteX9" fmla="*/ 1915226 w 2029967"/>
              <a:gd name="connsiteY9" fmla="*/ 1030639 h 1030639"/>
              <a:gd name="connsiteX10" fmla="*/ 114741 w 2029967"/>
              <a:gd name="connsiteY10" fmla="*/ 1030639 h 1030639"/>
              <a:gd name="connsiteX11" fmla="*/ 0 w 2029967"/>
              <a:gd name="connsiteY11" fmla="*/ 915898 h 1030639"/>
              <a:gd name="connsiteX12" fmla="*/ 0 w 2029967"/>
              <a:gd name="connsiteY12" fmla="*/ 114741 h 1030639"/>
              <a:gd name="connsiteX13" fmla="*/ 114741 w 2029967"/>
              <a:gd name="connsiteY13" fmla="*/ 0 h 103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29967" h="1030639">
                <a:moveTo>
                  <a:pt x="114741" y="0"/>
                </a:moveTo>
                <a:lnTo>
                  <a:pt x="673733" y="0"/>
                </a:lnTo>
                <a:lnTo>
                  <a:pt x="680542" y="67540"/>
                </a:lnTo>
                <a:cubicBezTo>
                  <a:pt x="712374" y="223100"/>
                  <a:pt x="850014" y="340118"/>
                  <a:pt x="1014984" y="340118"/>
                </a:cubicBezTo>
                <a:cubicBezTo>
                  <a:pt x="1179955" y="340118"/>
                  <a:pt x="1317594" y="223100"/>
                  <a:pt x="1349426" y="67540"/>
                </a:cubicBezTo>
                <a:lnTo>
                  <a:pt x="1356235" y="0"/>
                </a:lnTo>
                <a:lnTo>
                  <a:pt x="1915226" y="0"/>
                </a:lnTo>
                <a:cubicBezTo>
                  <a:pt x="1978596" y="0"/>
                  <a:pt x="2029967" y="51371"/>
                  <a:pt x="2029967" y="114741"/>
                </a:cubicBezTo>
                <a:lnTo>
                  <a:pt x="2029967" y="915898"/>
                </a:lnTo>
                <a:cubicBezTo>
                  <a:pt x="2029967" y="979268"/>
                  <a:pt x="1978596" y="1030639"/>
                  <a:pt x="1915226" y="1030639"/>
                </a:cubicBezTo>
                <a:lnTo>
                  <a:pt x="114741" y="1030639"/>
                </a:lnTo>
                <a:cubicBezTo>
                  <a:pt x="51371" y="1030639"/>
                  <a:pt x="0" y="979268"/>
                  <a:pt x="0" y="915898"/>
                </a:cubicBezTo>
                <a:lnTo>
                  <a:pt x="0" y="114741"/>
                </a:lnTo>
                <a:cubicBezTo>
                  <a:pt x="0" y="51371"/>
                  <a:pt x="51371" y="0"/>
                  <a:pt x="114741" y="0"/>
                </a:cubicBezTo>
                <a:close/>
              </a:path>
            </a:pathLst>
          </a:cu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65" name="Rectangle 164">
            <a:extLst>
              <a:ext uri="{FF2B5EF4-FFF2-40B4-BE49-F238E27FC236}">
                <a16:creationId xmlns:a16="http://schemas.microsoft.com/office/drawing/2014/main" id="{5BEDCC70-D9AD-1B22-2923-15F24030FBF2}"/>
              </a:ext>
            </a:extLst>
          </p:cNvPr>
          <p:cNvSpPr>
            <a:spLocks/>
          </p:cNvSpPr>
          <p:nvPr/>
        </p:nvSpPr>
        <p:spPr bwMode="auto">
          <a:xfrm>
            <a:off x="7422872" y="2131913"/>
            <a:ext cx="1830326" cy="43088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932472" fontAlgn="base">
              <a:spcBef>
                <a:spcPct val="0"/>
              </a:spcBef>
              <a:spcAft>
                <a:spcPts val="200"/>
              </a:spcAft>
            </a:pPr>
            <a:r>
              <a:rPr lang="en-US" sz="1400" noProof="0">
                <a:solidFill>
                  <a:schemeClr val="accent2"/>
                </a:solidFill>
                <a:latin typeface="+mj-lt"/>
                <a:cs typeface="Segoe UI" pitchFamily="34" charset="0"/>
              </a:rPr>
              <a:t>Ethics </a:t>
            </a:r>
            <a:br>
              <a:rPr lang="en-US" sz="1400" noProof="0">
                <a:solidFill>
                  <a:schemeClr val="accent2"/>
                </a:solidFill>
                <a:latin typeface="+mj-lt"/>
                <a:cs typeface="Segoe UI" pitchFamily="34" charset="0"/>
              </a:rPr>
            </a:br>
            <a:r>
              <a:rPr lang="en-US" sz="1400" noProof="0">
                <a:solidFill>
                  <a:schemeClr val="accent2"/>
                </a:solidFill>
                <a:latin typeface="+mj-lt"/>
                <a:cs typeface="Segoe UI" pitchFamily="34" charset="0"/>
              </a:rPr>
              <a:t>&amp; Compliance</a:t>
            </a:r>
          </a:p>
        </p:txBody>
      </p:sp>
      <p:sp>
        <p:nvSpPr>
          <p:cNvPr id="167" name="Freeform: Shape 166">
            <a:extLst>
              <a:ext uri="{FF2B5EF4-FFF2-40B4-BE49-F238E27FC236}">
                <a16:creationId xmlns:a16="http://schemas.microsoft.com/office/drawing/2014/main" id="{93258C18-E72C-A56F-1E9A-E0360AA40BAF}"/>
              </a:ext>
              <a:ext uri="{C183D7F6-B498-43B3-948B-1728B52AA6E4}">
                <adec:decorative xmlns:adec="http://schemas.microsoft.com/office/drawing/2017/decorative" val="1"/>
              </a:ext>
            </a:extLst>
          </p:cNvPr>
          <p:cNvSpPr>
            <a:spLocks/>
          </p:cNvSpPr>
          <p:nvPr/>
        </p:nvSpPr>
        <p:spPr bwMode="auto">
          <a:xfrm>
            <a:off x="9570190" y="1694902"/>
            <a:ext cx="2029967" cy="1030639"/>
          </a:xfrm>
          <a:custGeom>
            <a:avLst/>
            <a:gdLst>
              <a:gd name="connsiteX0" fmla="*/ 114741 w 2029967"/>
              <a:gd name="connsiteY0" fmla="*/ 0 h 1030639"/>
              <a:gd name="connsiteX1" fmla="*/ 673733 w 2029967"/>
              <a:gd name="connsiteY1" fmla="*/ 0 h 1030639"/>
              <a:gd name="connsiteX2" fmla="*/ 680542 w 2029967"/>
              <a:gd name="connsiteY2" fmla="*/ 67540 h 1030639"/>
              <a:gd name="connsiteX3" fmla="*/ 1014984 w 2029967"/>
              <a:gd name="connsiteY3" fmla="*/ 340118 h 1030639"/>
              <a:gd name="connsiteX4" fmla="*/ 1349426 w 2029967"/>
              <a:gd name="connsiteY4" fmla="*/ 67540 h 1030639"/>
              <a:gd name="connsiteX5" fmla="*/ 1356235 w 2029967"/>
              <a:gd name="connsiteY5" fmla="*/ 0 h 1030639"/>
              <a:gd name="connsiteX6" fmla="*/ 1915226 w 2029967"/>
              <a:gd name="connsiteY6" fmla="*/ 0 h 1030639"/>
              <a:gd name="connsiteX7" fmla="*/ 2029967 w 2029967"/>
              <a:gd name="connsiteY7" fmla="*/ 114741 h 1030639"/>
              <a:gd name="connsiteX8" fmla="*/ 2029967 w 2029967"/>
              <a:gd name="connsiteY8" fmla="*/ 915898 h 1030639"/>
              <a:gd name="connsiteX9" fmla="*/ 1915226 w 2029967"/>
              <a:gd name="connsiteY9" fmla="*/ 1030639 h 1030639"/>
              <a:gd name="connsiteX10" fmla="*/ 114741 w 2029967"/>
              <a:gd name="connsiteY10" fmla="*/ 1030639 h 1030639"/>
              <a:gd name="connsiteX11" fmla="*/ 0 w 2029967"/>
              <a:gd name="connsiteY11" fmla="*/ 915898 h 1030639"/>
              <a:gd name="connsiteX12" fmla="*/ 0 w 2029967"/>
              <a:gd name="connsiteY12" fmla="*/ 114741 h 1030639"/>
              <a:gd name="connsiteX13" fmla="*/ 114741 w 2029967"/>
              <a:gd name="connsiteY13" fmla="*/ 0 h 103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29967" h="1030639">
                <a:moveTo>
                  <a:pt x="114741" y="0"/>
                </a:moveTo>
                <a:lnTo>
                  <a:pt x="673733" y="0"/>
                </a:lnTo>
                <a:lnTo>
                  <a:pt x="680542" y="67540"/>
                </a:lnTo>
                <a:cubicBezTo>
                  <a:pt x="712374" y="223100"/>
                  <a:pt x="850013" y="340118"/>
                  <a:pt x="1014984" y="340118"/>
                </a:cubicBezTo>
                <a:cubicBezTo>
                  <a:pt x="1179955" y="340118"/>
                  <a:pt x="1317594" y="223100"/>
                  <a:pt x="1349426" y="67540"/>
                </a:cubicBezTo>
                <a:lnTo>
                  <a:pt x="1356235" y="0"/>
                </a:lnTo>
                <a:lnTo>
                  <a:pt x="1915226" y="0"/>
                </a:lnTo>
                <a:cubicBezTo>
                  <a:pt x="1978596" y="0"/>
                  <a:pt x="2029967" y="51371"/>
                  <a:pt x="2029967" y="114741"/>
                </a:cubicBezTo>
                <a:lnTo>
                  <a:pt x="2029967" y="915898"/>
                </a:lnTo>
                <a:cubicBezTo>
                  <a:pt x="2029967" y="979268"/>
                  <a:pt x="1978596" y="1030639"/>
                  <a:pt x="1915226" y="1030639"/>
                </a:cubicBezTo>
                <a:lnTo>
                  <a:pt x="114741" y="1030639"/>
                </a:lnTo>
                <a:cubicBezTo>
                  <a:pt x="51371" y="1030639"/>
                  <a:pt x="0" y="979268"/>
                  <a:pt x="0" y="915898"/>
                </a:cubicBezTo>
                <a:lnTo>
                  <a:pt x="0" y="114741"/>
                </a:lnTo>
                <a:cubicBezTo>
                  <a:pt x="0" y="51371"/>
                  <a:pt x="51371" y="0"/>
                  <a:pt x="114741" y="0"/>
                </a:cubicBezTo>
                <a:close/>
              </a:path>
            </a:pathLst>
          </a:cu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69" name="Rectangle 168">
            <a:extLst>
              <a:ext uri="{FF2B5EF4-FFF2-40B4-BE49-F238E27FC236}">
                <a16:creationId xmlns:a16="http://schemas.microsoft.com/office/drawing/2014/main" id="{AA7B608A-E8B0-AF31-3B9E-3A2870ABD924}"/>
              </a:ext>
            </a:extLst>
          </p:cNvPr>
          <p:cNvSpPr>
            <a:spLocks/>
          </p:cNvSpPr>
          <p:nvPr/>
        </p:nvSpPr>
        <p:spPr bwMode="auto">
          <a:xfrm>
            <a:off x="9670011" y="2131913"/>
            <a:ext cx="1830326" cy="43088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932472" fontAlgn="base">
              <a:spcBef>
                <a:spcPct val="0"/>
              </a:spcBef>
              <a:spcAft>
                <a:spcPts val="200"/>
              </a:spcAft>
            </a:pPr>
            <a:r>
              <a:rPr lang="en-US" sz="1400" noProof="0">
                <a:solidFill>
                  <a:schemeClr val="accent2"/>
                </a:solidFill>
                <a:latin typeface="+mj-lt"/>
                <a:cs typeface="Segoe UI" pitchFamily="34" charset="0"/>
              </a:rPr>
              <a:t>Monitoring </a:t>
            </a:r>
            <a:br>
              <a:rPr lang="en-US" sz="1400" noProof="0">
                <a:solidFill>
                  <a:schemeClr val="accent2"/>
                </a:solidFill>
                <a:latin typeface="+mj-lt"/>
                <a:cs typeface="Segoe UI" pitchFamily="34" charset="0"/>
              </a:rPr>
            </a:br>
            <a:r>
              <a:rPr lang="en-US" sz="1400" noProof="0">
                <a:solidFill>
                  <a:schemeClr val="accent2"/>
                </a:solidFill>
                <a:latin typeface="+mj-lt"/>
                <a:cs typeface="Segoe UI" pitchFamily="34" charset="0"/>
              </a:rPr>
              <a:t>&amp; Reporting</a:t>
            </a:r>
          </a:p>
        </p:txBody>
      </p:sp>
      <p:sp>
        <p:nvSpPr>
          <p:cNvPr id="171" name="Rectangle: Rounded Corners 4">
            <a:extLst>
              <a:ext uri="{FF2B5EF4-FFF2-40B4-BE49-F238E27FC236}">
                <a16:creationId xmlns:a16="http://schemas.microsoft.com/office/drawing/2014/main" id="{43915405-1293-77AB-F578-BBDB557A3341}"/>
              </a:ext>
              <a:ext uri="{C183D7F6-B498-43B3-948B-1728B52AA6E4}">
                <adec:decorative xmlns:adec="http://schemas.microsoft.com/office/drawing/2017/decorative" val="1"/>
              </a:ext>
            </a:extLst>
          </p:cNvPr>
          <p:cNvSpPr>
            <a:spLocks/>
          </p:cNvSpPr>
          <p:nvPr/>
        </p:nvSpPr>
        <p:spPr bwMode="auto">
          <a:xfrm>
            <a:off x="581637" y="5455351"/>
            <a:ext cx="2029967" cy="1176108"/>
          </a:xfrm>
          <a:prstGeom prst="roundRect">
            <a:avLst>
              <a:gd name="adj" fmla="val 10130"/>
            </a:avLst>
          </a:prstGeom>
          <a:solidFill>
            <a:schemeClr val="bg1">
              <a:lumMod val="95000"/>
              <a:alpha val="50000"/>
            </a:schemeClr>
          </a:soli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73" name="Rectangle: Rounded Corners 4">
            <a:extLst>
              <a:ext uri="{FF2B5EF4-FFF2-40B4-BE49-F238E27FC236}">
                <a16:creationId xmlns:a16="http://schemas.microsoft.com/office/drawing/2014/main" id="{937D6FF6-C793-EB9B-306E-7B9878CECBFD}"/>
              </a:ext>
              <a:ext uri="{C183D7F6-B498-43B3-948B-1728B52AA6E4}">
                <adec:decorative xmlns:adec="http://schemas.microsoft.com/office/drawing/2017/decorative" val="1"/>
              </a:ext>
            </a:extLst>
          </p:cNvPr>
          <p:cNvSpPr>
            <a:spLocks/>
          </p:cNvSpPr>
          <p:nvPr/>
        </p:nvSpPr>
        <p:spPr bwMode="auto">
          <a:xfrm>
            <a:off x="2828775" y="5455351"/>
            <a:ext cx="2029967" cy="1176108"/>
          </a:xfrm>
          <a:prstGeom prst="roundRect">
            <a:avLst>
              <a:gd name="adj" fmla="val 10130"/>
            </a:avLst>
          </a:prstGeom>
          <a:solidFill>
            <a:schemeClr val="bg1">
              <a:lumMod val="95000"/>
              <a:alpha val="50000"/>
            </a:schemeClr>
          </a:soli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75" name="Rectangle: Rounded Corners 4">
            <a:extLst>
              <a:ext uri="{FF2B5EF4-FFF2-40B4-BE49-F238E27FC236}">
                <a16:creationId xmlns:a16="http://schemas.microsoft.com/office/drawing/2014/main" id="{6D84EA94-7DBE-8075-029F-4FFE5135FC38}"/>
              </a:ext>
              <a:ext uri="{C183D7F6-B498-43B3-948B-1728B52AA6E4}">
                <adec:decorative xmlns:adec="http://schemas.microsoft.com/office/drawing/2017/decorative" val="1"/>
              </a:ext>
            </a:extLst>
          </p:cNvPr>
          <p:cNvSpPr>
            <a:spLocks/>
          </p:cNvSpPr>
          <p:nvPr/>
        </p:nvSpPr>
        <p:spPr bwMode="auto">
          <a:xfrm>
            <a:off x="5075913" y="5455352"/>
            <a:ext cx="2029967" cy="1176108"/>
          </a:xfrm>
          <a:prstGeom prst="roundRect">
            <a:avLst>
              <a:gd name="adj" fmla="val 10130"/>
            </a:avLst>
          </a:prstGeom>
          <a:solidFill>
            <a:schemeClr val="bg1">
              <a:lumMod val="95000"/>
              <a:alpha val="50000"/>
            </a:schemeClr>
          </a:soli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77" name="Rectangle: Rounded Corners 4">
            <a:extLst>
              <a:ext uri="{FF2B5EF4-FFF2-40B4-BE49-F238E27FC236}">
                <a16:creationId xmlns:a16="http://schemas.microsoft.com/office/drawing/2014/main" id="{C6EAA281-78F3-3906-CB2D-ED6514BC7F69}"/>
              </a:ext>
              <a:ext uri="{C183D7F6-B498-43B3-948B-1728B52AA6E4}">
                <adec:decorative xmlns:adec="http://schemas.microsoft.com/office/drawing/2017/decorative" val="1"/>
              </a:ext>
            </a:extLst>
          </p:cNvPr>
          <p:cNvSpPr>
            <a:spLocks/>
          </p:cNvSpPr>
          <p:nvPr/>
        </p:nvSpPr>
        <p:spPr bwMode="auto">
          <a:xfrm>
            <a:off x="7323051" y="5455351"/>
            <a:ext cx="2029967" cy="1176108"/>
          </a:xfrm>
          <a:prstGeom prst="roundRect">
            <a:avLst>
              <a:gd name="adj" fmla="val 10130"/>
            </a:avLst>
          </a:prstGeom>
          <a:solidFill>
            <a:schemeClr val="bg1">
              <a:lumMod val="95000"/>
              <a:alpha val="50000"/>
            </a:schemeClr>
          </a:soli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79" name="Rectangle: Rounded Corners 4">
            <a:extLst>
              <a:ext uri="{FF2B5EF4-FFF2-40B4-BE49-F238E27FC236}">
                <a16:creationId xmlns:a16="http://schemas.microsoft.com/office/drawing/2014/main" id="{0294BCB3-E409-28F1-38A3-B533F18F7C54}"/>
              </a:ext>
              <a:ext uri="{C183D7F6-B498-43B3-948B-1728B52AA6E4}">
                <adec:decorative xmlns:adec="http://schemas.microsoft.com/office/drawing/2017/decorative" val="1"/>
              </a:ext>
            </a:extLst>
          </p:cNvPr>
          <p:cNvSpPr>
            <a:spLocks/>
          </p:cNvSpPr>
          <p:nvPr/>
        </p:nvSpPr>
        <p:spPr bwMode="auto">
          <a:xfrm>
            <a:off x="9570190" y="5455351"/>
            <a:ext cx="2029967" cy="1176108"/>
          </a:xfrm>
          <a:prstGeom prst="roundRect">
            <a:avLst>
              <a:gd name="adj" fmla="val 10130"/>
            </a:avLst>
          </a:prstGeom>
          <a:solidFill>
            <a:schemeClr val="bg1">
              <a:lumMod val="95000"/>
              <a:alpha val="50000"/>
            </a:schemeClr>
          </a:soli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baseline="30000" noProof="0">
              <a:solidFill>
                <a:schemeClr val="tx1"/>
              </a:solidFill>
              <a:cs typeface="Segoe UI" pitchFamily="34" charset="0"/>
            </a:endParaRPr>
          </a:p>
        </p:txBody>
      </p:sp>
      <p:sp>
        <p:nvSpPr>
          <p:cNvPr id="181" name="TextBox 6">
            <a:extLst>
              <a:ext uri="{FF2B5EF4-FFF2-40B4-BE49-F238E27FC236}">
                <a16:creationId xmlns:a16="http://schemas.microsoft.com/office/drawing/2014/main" id="{4958ADE0-62CB-56DF-C57A-3E31C2AA968E}"/>
              </a:ext>
            </a:extLst>
          </p:cNvPr>
          <p:cNvSpPr txBox="1">
            <a:spLocks/>
          </p:cNvSpPr>
          <p:nvPr/>
        </p:nvSpPr>
        <p:spPr>
          <a:xfrm>
            <a:off x="693399" y="5556092"/>
            <a:ext cx="1806444" cy="820738"/>
          </a:xfrm>
          <a:prstGeom prst="rect">
            <a:avLst/>
          </a:prstGeom>
          <a:noFill/>
          <a:effectLst/>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52400" indent="-152400">
              <a:spcBef>
                <a:spcPts val="400"/>
              </a:spcBef>
              <a:buFont typeface="Arial" panose="020B0604020202020204" pitchFamily="34" charset="0"/>
              <a:buChar char="•"/>
              <a:defRPr/>
            </a:pPr>
            <a:r>
              <a:rPr lang="en-US" sz="1000" noProof="0"/>
              <a:t>RAI Standard and Impact Assessment</a:t>
            </a:r>
            <a:br>
              <a:rPr lang="en-US" sz="1000" noProof="0"/>
            </a:br>
            <a:r>
              <a:rPr lang="en-US" sz="1000" noProof="0"/>
              <a:t>templates</a:t>
            </a:r>
          </a:p>
          <a:p>
            <a:pPr marL="152400" indent="-152400">
              <a:spcBef>
                <a:spcPts val="400"/>
              </a:spcBef>
              <a:buFont typeface="Arial" panose="020B0604020202020204" pitchFamily="34" charset="0"/>
              <a:buChar char="•"/>
              <a:defRPr/>
            </a:pPr>
            <a:r>
              <a:rPr lang="en-US" sz="1000" noProof="0"/>
              <a:t>Purview Compliance Manager for policy tracking</a:t>
            </a:r>
          </a:p>
        </p:txBody>
      </p:sp>
      <p:sp>
        <p:nvSpPr>
          <p:cNvPr id="183" name="Title 18">
            <a:extLst>
              <a:ext uri="{FF2B5EF4-FFF2-40B4-BE49-F238E27FC236}">
                <a16:creationId xmlns:a16="http://schemas.microsoft.com/office/drawing/2014/main" id="{AC890F32-50BF-66F7-4D1C-85A67E881387}"/>
              </a:ext>
            </a:extLst>
          </p:cNvPr>
          <p:cNvSpPr txBox="1">
            <a:spLocks/>
          </p:cNvSpPr>
          <p:nvPr/>
        </p:nvSpPr>
        <p:spPr>
          <a:xfrm>
            <a:off x="4897224" y="5011456"/>
            <a:ext cx="2387346" cy="311428"/>
          </a:xfrm>
          <a:prstGeom prst="roundRect">
            <a:avLst>
              <a:gd name="adj" fmla="val 50000"/>
            </a:avLst>
          </a:prstGeom>
          <a:solidFill>
            <a:schemeClr val="accent1"/>
          </a:soli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R="0" lvl="0" indent="0" algn="ctr" defTabSz="491021" fontAlgn="base">
              <a:lnSpc>
                <a:spcPct val="100000"/>
              </a:lnSpc>
              <a:spcBef>
                <a:spcPct val="0"/>
              </a:spcBef>
              <a:spcAft>
                <a:spcPts val="300"/>
              </a:spcAft>
              <a:buClrTx/>
              <a:buSzTx/>
              <a:buFontTx/>
              <a:buNone/>
              <a:tabLst/>
              <a:defRPr kumimoji="0" sz="1200" b="0" i="0" u="none" strike="noStrike" cap="none" spc="0" normalizeH="0" baseline="0">
                <a:ln>
                  <a:noFill/>
                </a:ln>
                <a:solidFill>
                  <a:srgbClr val="FFFFFF"/>
                </a:solidFill>
                <a:effectLst/>
                <a:uLnTx/>
                <a:uFillTx/>
                <a:latin typeface="Segoe Sans Display Semibold"/>
                <a:ea typeface="Open Sans" panose="020B0606030504020204" pitchFamily="34" charset="0"/>
                <a:cs typeface="Open Sans" panose="020B0606030504020204" pitchFamily="34" charset="0"/>
              </a:defRPr>
            </a:lvl1pPr>
          </a:lstStyle>
          <a:p>
            <a:r>
              <a:rPr lang="en-US" sz="1400" noProof="0">
                <a:solidFill>
                  <a:schemeClr val="bg1"/>
                </a:solidFill>
                <a:latin typeface="+mj-lt"/>
              </a:rPr>
              <a:t>Supporting Tools</a:t>
            </a:r>
            <a:endParaRPr lang="en-US" sz="1400" noProof="0" dirty="0">
              <a:solidFill>
                <a:schemeClr val="bg1"/>
              </a:solidFill>
              <a:latin typeface="+mj-lt"/>
            </a:endParaRPr>
          </a:p>
        </p:txBody>
      </p:sp>
      <p:sp>
        <p:nvSpPr>
          <p:cNvPr id="185" name="TextBox 6">
            <a:extLst>
              <a:ext uri="{FF2B5EF4-FFF2-40B4-BE49-F238E27FC236}">
                <a16:creationId xmlns:a16="http://schemas.microsoft.com/office/drawing/2014/main" id="{FE95160B-C4D3-5FE8-491A-3189853544D1}"/>
              </a:ext>
            </a:extLst>
          </p:cNvPr>
          <p:cNvSpPr txBox="1">
            <a:spLocks/>
          </p:cNvSpPr>
          <p:nvPr/>
        </p:nvSpPr>
        <p:spPr>
          <a:xfrm>
            <a:off x="2940536" y="5556092"/>
            <a:ext cx="1806444" cy="666849"/>
          </a:xfrm>
          <a:prstGeom prst="rect">
            <a:avLst/>
          </a:prstGeom>
          <a:noFill/>
          <a:effectLst/>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52400" indent="-152400">
              <a:spcBef>
                <a:spcPts val="400"/>
              </a:spcBef>
              <a:buFont typeface="Arial" panose="020B0604020202020204" pitchFamily="34" charset="0"/>
              <a:buChar char="•"/>
              <a:defRPr/>
            </a:pPr>
            <a:r>
              <a:rPr lang="en-US" sz="1000" noProof="0"/>
              <a:t>AI Foundry safety evaluations and red-team tools</a:t>
            </a:r>
          </a:p>
          <a:p>
            <a:pPr marL="152400" indent="-152400">
              <a:spcBef>
                <a:spcPts val="400"/>
              </a:spcBef>
              <a:buFont typeface="Arial" panose="020B0604020202020204" pitchFamily="34" charset="0"/>
              <a:buChar char="•"/>
              <a:defRPr/>
            </a:pPr>
            <a:r>
              <a:rPr lang="en-US" sz="1000" noProof="0"/>
              <a:t>Content Safety for risk classification</a:t>
            </a:r>
          </a:p>
        </p:txBody>
      </p:sp>
      <p:sp>
        <p:nvSpPr>
          <p:cNvPr id="187" name="TextBox 6">
            <a:extLst>
              <a:ext uri="{FF2B5EF4-FFF2-40B4-BE49-F238E27FC236}">
                <a16:creationId xmlns:a16="http://schemas.microsoft.com/office/drawing/2014/main" id="{FE049248-3B9F-1AF6-EED7-75204E37B6F2}"/>
              </a:ext>
            </a:extLst>
          </p:cNvPr>
          <p:cNvSpPr txBox="1">
            <a:spLocks/>
          </p:cNvSpPr>
          <p:nvPr/>
        </p:nvSpPr>
        <p:spPr>
          <a:xfrm>
            <a:off x="5187674" y="5556092"/>
            <a:ext cx="1806444" cy="666849"/>
          </a:xfrm>
          <a:prstGeom prst="rect">
            <a:avLst/>
          </a:prstGeom>
          <a:noFill/>
          <a:effectLst/>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52400" indent="-152400">
              <a:spcBef>
                <a:spcPts val="400"/>
              </a:spcBef>
              <a:buFont typeface="Arial" panose="020B0604020202020204" pitchFamily="34" charset="0"/>
              <a:buChar char="•"/>
              <a:defRPr/>
            </a:pPr>
            <a:r>
              <a:rPr lang="en-US" sz="1000" noProof="0"/>
              <a:t>Defender for AI threat detection and monitoring</a:t>
            </a:r>
          </a:p>
          <a:p>
            <a:pPr marL="152400" indent="-152400">
              <a:spcBef>
                <a:spcPts val="400"/>
              </a:spcBef>
              <a:buFont typeface="Arial" panose="020B0604020202020204" pitchFamily="34" charset="0"/>
              <a:buChar char="•"/>
              <a:defRPr/>
            </a:pPr>
            <a:r>
              <a:rPr lang="en-US" sz="1000" noProof="0"/>
              <a:t>Agent 365 for agent lifecycle governance</a:t>
            </a:r>
          </a:p>
        </p:txBody>
      </p:sp>
      <p:sp>
        <p:nvSpPr>
          <p:cNvPr id="189" name="TextBox 6">
            <a:extLst>
              <a:ext uri="{FF2B5EF4-FFF2-40B4-BE49-F238E27FC236}">
                <a16:creationId xmlns:a16="http://schemas.microsoft.com/office/drawing/2014/main" id="{25AE88A1-FE35-8ED6-C5B0-395F137104DE}"/>
              </a:ext>
            </a:extLst>
          </p:cNvPr>
          <p:cNvSpPr txBox="1">
            <a:spLocks/>
          </p:cNvSpPr>
          <p:nvPr/>
        </p:nvSpPr>
        <p:spPr>
          <a:xfrm>
            <a:off x="7434813" y="5556092"/>
            <a:ext cx="1806444" cy="1025922"/>
          </a:xfrm>
          <a:prstGeom prst="rect">
            <a:avLst/>
          </a:prstGeom>
          <a:noFill/>
          <a:effectLst/>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52400" indent="-152400">
              <a:spcBef>
                <a:spcPts val="400"/>
              </a:spcBef>
              <a:buFont typeface="Arial" panose="020B0604020202020204" pitchFamily="34" charset="0"/>
              <a:buChar char="•"/>
              <a:defRPr/>
            </a:pPr>
            <a:r>
              <a:rPr lang="en-US" sz="1000" noProof="0"/>
              <a:t>RAI training modules and certification paths</a:t>
            </a:r>
          </a:p>
          <a:p>
            <a:pPr marL="152400" indent="-152400">
              <a:spcBef>
                <a:spcPts val="400"/>
              </a:spcBef>
              <a:buFont typeface="Arial" panose="020B0604020202020204" pitchFamily="34" charset="0"/>
              <a:buChar char="•"/>
              <a:defRPr/>
            </a:pPr>
            <a:r>
              <a:rPr lang="en-US" sz="1000" noProof="0"/>
              <a:t>Responsible AI Dashboard for model fairness</a:t>
            </a:r>
          </a:p>
          <a:p>
            <a:pPr marL="152400" indent="-152400">
              <a:spcBef>
                <a:spcPts val="400"/>
              </a:spcBef>
              <a:buFont typeface="Arial" panose="020B0604020202020204" pitchFamily="34" charset="0"/>
              <a:buChar char="•"/>
              <a:defRPr/>
            </a:pPr>
            <a:r>
              <a:rPr lang="en-US" sz="1000" noProof="0"/>
              <a:t>Copilot governance best practices</a:t>
            </a:r>
          </a:p>
        </p:txBody>
      </p:sp>
      <p:sp>
        <p:nvSpPr>
          <p:cNvPr id="191" name="TextBox 6">
            <a:extLst>
              <a:ext uri="{FF2B5EF4-FFF2-40B4-BE49-F238E27FC236}">
                <a16:creationId xmlns:a16="http://schemas.microsoft.com/office/drawing/2014/main" id="{08EED567-0C05-2E0B-23D8-2E4F414CD2F5}"/>
              </a:ext>
            </a:extLst>
          </p:cNvPr>
          <p:cNvSpPr txBox="1">
            <a:spLocks/>
          </p:cNvSpPr>
          <p:nvPr/>
        </p:nvSpPr>
        <p:spPr>
          <a:xfrm>
            <a:off x="9681952" y="5556092"/>
            <a:ext cx="1806444" cy="666849"/>
          </a:xfrm>
          <a:prstGeom prst="rect">
            <a:avLst/>
          </a:prstGeom>
          <a:noFill/>
          <a:effectLst/>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52400" indent="-152400">
              <a:spcBef>
                <a:spcPts val="400"/>
              </a:spcBef>
              <a:buFont typeface="Arial" panose="020B0604020202020204" pitchFamily="34" charset="0"/>
              <a:buChar char="•"/>
              <a:defRPr/>
            </a:pPr>
            <a:r>
              <a:rPr lang="en-US" sz="1000" noProof="0"/>
              <a:t>Purview DLP and data governance controls</a:t>
            </a:r>
          </a:p>
          <a:p>
            <a:pPr marL="152400" indent="-152400">
              <a:spcBef>
                <a:spcPts val="400"/>
              </a:spcBef>
              <a:buFont typeface="Arial" panose="020B0604020202020204" pitchFamily="34" charset="0"/>
              <a:buChar char="•"/>
              <a:defRPr/>
            </a:pPr>
            <a:r>
              <a:rPr lang="en-US" sz="1000" noProof="0"/>
              <a:t>Entra ID for identity and access management</a:t>
            </a:r>
          </a:p>
        </p:txBody>
      </p:sp>
      <p:sp>
        <p:nvSpPr>
          <p:cNvPr id="193" name="Oval 192">
            <a:extLst>
              <a:ext uri="{FF2B5EF4-FFF2-40B4-BE49-F238E27FC236}">
                <a16:creationId xmlns:a16="http://schemas.microsoft.com/office/drawing/2014/main" id="{92384BC3-E61E-A44F-EDE9-2B09C4505DD8}"/>
              </a:ext>
            </a:extLst>
          </p:cNvPr>
          <p:cNvSpPr>
            <a:spLocks/>
          </p:cNvSpPr>
          <p:nvPr/>
        </p:nvSpPr>
        <p:spPr bwMode="auto">
          <a:xfrm rot="10800000">
            <a:off x="1338587" y="1435608"/>
            <a:ext cx="516068" cy="516068"/>
          </a:xfrm>
          <a:prstGeom prst="ellipse">
            <a:avLst/>
          </a:prstGeom>
          <a:solidFill>
            <a:schemeClr val="accent1"/>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noProof="0">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195" name="Oval 194">
            <a:extLst>
              <a:ext uri="{FF2B5EF4-FFF2-40B4-BE49-F238E27FC236}">
                <a16:creationId xmlns:a16="http://schemas.microsoft.com/office/drawing/2014/main" id="{D4CF0CFF-D753-1593-DE38-AFAF88BE2929}"/>
              </a:ext>
            </a:extLst>
          </p:cNvPr>
          <p:cNvSpPr>
            <a:spLocks/>
          </p:cNvSpPr>
          <p:nvPr/>
        </p:nvSpPr>
        <p:spPr bwMode="auto">
          <a:xfrm rot="10800000">
            <a:off x="3585724" y="1435608"/>
            <a:ext cx="516068" cy="516068"/>
          </a:xfrm>
          <a:prstGeom prst="ellipse">
            <a:avLst/>
          </a:prstGeom>
          <a:solidFill>
            <a:schemeClr val="accent1"/>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noProof="0">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197" name="Oval 196">
            <a:extLst>
              <a:ext uri="{FF2B5EF4-FFF2-40B4-BE49-F238E27FC236}">
                <a16:creationId xmlns:a16="http://schemas.microsoft.com/office/drawing/2014/main" id="{D8844F37-570D-4180-92DC-8B3F9C2788FB}"/>
              </a:ext>
            </a:extLst>
          </p:cNvPr>
          <p:cNvSpPr>
            <a:spLocks/>
          </p:cNvSpPr>
          <p:nvPr/>
        </p:nvSpPr>
        <p:spPr bwMode="auto">
          <a:xfrm rot="10800000">
            <a:off x="5832862" y="1435608"/>
            <a:ext cx="516068" cy="516068"/>
          </a:xfrm>
          <a:prstGeom prst="ellipse">
            <a:avLst/>
          </a:prstGeom>
          <a:solidFill>
            <a:schemeClr val="accent1"/>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noProof="0">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199" name="Oval 198">
            <a:extLst>
              <a:ext uri="{FF2B5EF4-FFF2-40B4-BE49-F238E27FC236}">
                <a16:creationId xmlns:a16="http://schemas.microsoft.com/office/drawing/2014/main" id="{B1FFC875-C05E-FE87-373C-5E8CC7DD855C}"/>
              </a:ext>
            </a:extLst>
          </p:cNvPr>
          <p:cNvSpPr>
            <a:spLocks/>
          </p:cNvSpPr>
          <p:nvPr/>
        </p:nvSpPr>
        <p:spPr bwMode="auto">
          <a:xfrm rot="10800000">
            <a:off x="8080001" y="1435608"/>
            <a:ext cx="516068" cy="516068"/>
          </a:xfrm>
          <a:prstGeom prst="ellipse">
            <a:avLst/>
          </a:prstGeom>
          <a:solidFill>
            <a:schemeClr val="accent1"/>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noProof="0">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201" name="Oval 200">
            <a:extLst>
              <a:ext uri="{FF2B5EF4-FFF2-40B4-BE49-F238E27FC236}">
                <a16:creationId xmlns:a16="http://schemas.microsoft.com/office/drawing/2014/main" id="{75A1A412-C9BE-0322-1256-6DF622B01507}"/>
              </a:ext>
            </a:extLst>
          </p:cNvPr>
          <p:cNvSpPr>
            <a:spLocks/>
          </p:cNvSpPr>
          <p:nvPr/>
        </p:nvSpPr>
        <p:spPr bwMode="auto">
          <a:xfrm rot="10800000">
            <a:off x="10310854" y="1419322"/>
            <a:ext cx="548640" cy="548640"/>
          </a:xfrm>
          <a:prstGeom prst="ellipse">
            <a:avLst/>
          </a:pr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noProof="0">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203" name="Oval 202">
            <a:extLst>
              <a:ext uri="{FF2B5EF4-FFF2-40B4-BE49-F238E27FC236}">
                <a16:creationId xmlns:a16="http://schemas.microsoft.com/office/drawing/2014/main" id="{22E689CA-86E4-B2BD-1A1E-18FE8D77059E}"/>
              </a:ext>
            </a:extLst>
          </p:cNvPr>
          <p:cNvSpPr>
            <a:spLocks/>
          </p:cNvSpPr>
          <p:nvPr/>
        </p:nvSpPr>
        <p:spPr bwMode="auto">
          <a:xfrm rot="10800000">
            <a:off x="10327140" y="1435608"/>
            <a:ext cx="516068" cy="516068"/>
          </a:xfrm>
          <a:prstGeom prst="ellipse">
            <a:avLst/>
          </a:prstGeom>
          <a:solidFill>
            <a:schemeClr val="accent1"/>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noProof="0">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205" name="Freeform: Shape 204" descr="Icon of binary code of ones and zeros">
            <a:extLst>
              <a:ext uri="{FF2B5EF4-FFF2-40B4-BE49-F238E27FC236}">
                <a16:creationId xmlns:a16="http://schemas.microsoft.com/office/drawing/2014/main" id="{4A826CB9-9EC4-7C54-DFCF-7C2D903B11DF}"/>
              </a:ext>
            </a:extLst>
          </p:cNvPr>
          <p:cNvSpPr>
            <a:spLocks noChangeAspect="1"/>
          </p:cNvSpPr>
          <p:nvPr/>
        </p:nvSpPr>
        <p:spPr>
          <a:xfrm>
            <a:off x="3710658" y="1585334"/>
            <a:ext cx="266200" cy="216616"/>
          </a:xfrm>
          <a:custGeom>
            <a:avLst/>
            <a:gdLst>
              <a:gd name="connsiteX0" fmla="*/ 421552 w 457200"/>
              <a:gd name="connsiteY0" fmla="*/ 298928 h 399723"/>
              <a:gd name="connsiteX1" fmla="*/ 403809 w 457200"/>
              <a:gd name="connsiteY1" fmla="*/ 316671 h 399723"/>
              <a:gd name="connsiteX2" fmla="*/ 403809 w 457200"/>
              <a:gd name="connsiteY2" fmla="*/ 364237 h 399723"/>
              <a:gd name="connsiteX3" fmla="*/ 421552 w 457200"/>
              <a:gd name="connsiteY3" fmla="*/ 381926 h 399723"/>
              <a:gd name="connsiteX4" fmla="*/ 421660 w 457200"/>
              <a:gd name="connsiteY4" fmla="*/ 381926 h 399723"/>
              <a:gd name="connsiteX5" fmla="*/ 439403 w 457200"/>
              <a:gd name="connsiteY5" fmla="*/ 364237 h 399723"/>
              <a:gd name="connsiteX6" fmla="*/ 439403 w 457200"/>
              <a:gd name="connsiteY6" fmla="*/ 316671 h 399723"/>
              <a:gd name="connsiteX7" fmla="*/ 421660 w 457200"/>
              <a:gd name="connsiteY7" fmla="*/ 298928 h 399723"/>
              <a:gd name="connsiteX8" fmla="*/ 262405 w 457200"/>
              <a:gd name="connsiteY8" fmla="*/ 298928 h 399723"/>
              <a:gd name="connsiteX9" fmla="*/ 244662 w 457200"/>
              <a:gd name="connsiteY9" fmla="*/ 316671 h 399723"/>
              <a:gd name="connsiteX10" fmla="*/ 244662 w 457200"/>
              <a:gd name="connsiteY10" fmla="*/ 364237 h 399723"/>
              <a:gd name="connsiteX11" fmla="*/ 262405 w 457200"/>
              <a:gd name="connsiteY11" fmla="*/ 381926 h 399723"/>
              <a:gd name="connsiteX12" fmla="*/ 262513 w 457200"/>
              <a:gd name="connsiteY12" fmla="*/ 381926 h 399723"/>
              <a:gd name="connsiteX13" fmla="*/ 280256 w 457200"/>
              <a:gd name="connsiteY13" fmla="*/ 364237 h 399723"/>
              <a:gd name="connsiteX14" fmla="*/ 280256 w 457200"/>
              <a:gd name="connsiteY14" fmla="*/ 316671 h 399723"/>
              <a:gd name="connsiteX15" fmla="*/ 262513 w 457200"/>
              <a:gd name="connsiteY15" fmla="*/ 298928 h 399723"/>
              <a:gd name="connsiteX16" fmla="*/ 103259 w 457200"/>
              <a:gd name="connsiteY16" fmla="*/ 298928 h 399723"/>
              <a:gd name="connsiteX17" fmla="*/ 85516 w 457200"/>
              <a:gd name="connsiteY17" fmla="*/ 316671 h 399723"/>
              <a:gd name="connsiteX18" fmla="*/ 85516 w 457200"/>
              <a:gd name="connsiteY18" fmla="*/ 364237 h 399723"/>
              <a:gd name="connsiteX19" fmla="*/ 103259 w 457200"/>
              <a:gd name="connsiteY19" fmla="*/ 381926 h 399723"/>
              <a:gd name="connsiteX20" fmla="*/ 103367 w 457200"/>
              <a:gd name="connsiteY20" fmla="*/ 381926 h 399723"/>
              <a:gd name="connsiteX21" fmla="*/ 121110 w 457200"/>
              <a:gd name="connsiteY21" fmla="*/ 364237 h 399723"/>
              <a:gd name="connsiteX22" fmla="*/ 121110 w 457200"/>
              <a:gd name="connsiteY22" fmla="*/ 316671 h 399723"/>
              <a:gd name="connsiteX23" fmla="*/ 103367 w 457200"/>
              <a:gd name="connsiteY23" fmla="*/ 298928 h 399723"/>
              <a:gd name="connsiteX24" fmla="*/ 421552 w 457200"/>
              <a:gd name="connsiteY24" fmla="*/ 281131 h 399723"/>
              <a:gd name="connsiteX25" fmla="*/ 421660 w 457200"/>
              <a:gd name="connsiteY25" fmla="*/ 281131 h 399723"/>
              <a:gd name="connsiteX26" fmla="*/ 457200 w 457200"/>
              <a:gd name="connsiteY26" fmla="*/ 316671 h 399723"/>
              <a:gd name="connsiteX27" fmla="*/ 457200 w 457200"/>
              <a:gd name="connsiteY27" fmla="*/ 364237 h 399723"/>
              <a:gd name="connsiteX28" fmla="*/ 421660 w 457200"/>
              <a:gd name="connsiteY28" fmla="*/ 399723 h 399723"/>
              <a:gd name="connsiteX29" fmla="*/ 421552 w 457200"/>
              <a:gd name="connsiteY29" fmla="*/ 399723 h 399723"/>
              <a:gd name="connsiteX30" fmla="*/ 386012 w 457200"/>
              <a:gd name="connsiteY30" fmla="*/ 364237 h 399723"/>
              <a:gd name="connsiteX31" fmla="*/ 386012 w 457200"/>
              <a:gd name="connsiteY31" fmla="*/ 316671 h 399723"/>
              <a:gd name="connsiteX32" fmla="*/ 421552 w 457200"/>
              <a:gd name="connsiteY32" fmla="*/ 281131 h 399723"/>
              <a:gd name="connsiteX33" fmla="*/ 262405 w 457200"/>
              <a:gd name="connsiteY33" fmla="*/ 281131 h 399723"/>
              <a:gd name="connsiteX34" fmla="*/ 262513 w 457200"/>
              <a:gd name="connsiteY34" fmla="*/ 281131 h 399723"/>
              <a:gd name="connsiteX35" fmla="*/ 298053 w 457200"/>
              <a:gd name="connsiteY35" fmla="*/ 316671 h 399723"/>
              <a:gd name="connsiteX36" fmla="*/ 298053 w 457200"/>
              <a:gd name="connsiteY36" fmla="*/ 364237 h 399723"/>
              <a:gd name="connsiteX37" fmla="*/ 262513 w 457200"/>
              <a:gd name="connsiteY37" fmla="*/ 399723 h 399723"/>
              <a:gd name="connsiteX38" fmla="*/ 262405 w 457200"/>
              <a:gd name="connsiteY38" fmla="*/ 399723 h 399723"/>
              <a:gd name="connsiteX39" fmla="*/ 226865 w 457200"/>
              <a:gd name="connsiteY39" fmla="*/ 364237 h 399723"/>
              <a:gd name="connsiteX40" fmla="*/ 226865 w 457200"/>
              <a:gd name="connsiteY40" fmla="*/ 316671 h 399723"/>
              <a:gd name="connsiteX41" fmla="*/ 262405 w 457200"/>
              <a:gd name="connsiteY41" fmla="*/ 281131 h 399723"/>
              <a:gd name="connsiteX42" fmla="*/ 103259 w 457200"/>
              <a:gd name="connsiteY42" fmla="*/ 281131 h 399723"/>
              <a:gd name="connsiteX43" fmla="*/ 103367 w 457200"/>
              <a:gd name="connsiteY43" fmla="*/ 281131 h 399723"/>
              <a:gd name="connsiteX44" fmla="*/ 138907 w 457200"/>
              <a:gd name="connsiteY44" fmla="*/ 316671 h 399723"/>
              <a:gd name="connsiteX45" fmla="*/ 138907 w 457200"/>
              <a:gd name="connsiteY45" fmla="*/ 364237 h 399723"/>
              <a:gd name="connsiteX46" fmla="*/ 103367 w 457200"/>
              <a:gd name="connsiteY46" fmla="*/ 399723 h 399723"/>
              <a:gd name="connsiteX47" fmla="*/ 103259 w 457200"/>
              <a:gd name="connsiteY47" fmla="*/ 399723 h 399723"/>
              <a:gd name="connsiteX48" fmla="*/ 67719 w 457200"/>
              <a:gd name="connsiteY48" fmla="*/ 364237 h 399723"/>
              <a:gd name="connsiteX49" fmla="*/ 67719 w 457200"/>
              <a:gd name="connsiteY49" fmla="*/ 316671 h 399723"/>
              <a:gd name="connsiteX50" fmla="*/ 103259 w 457200"/>
              <a:gd name="connsiteY50" fmla="*/ 281131 h 399723"/>
              <a:gd name="connsiteX51" fmla="*/ 356782 w 457200"/>
              <a:gd name="connsiteY51" fmla="*/ 281077 h 399723"/>
              <a:gd name="connsiteX52" fmla="*/ 365680 w 457200"/>
              <a:gd name="connsiteY52" fmla="*/ 289976 h 399723"/>
              <a:gd name="connsiteX53" fmla="*/ 365680 w 457200"/>
              <a:gd name="connsiteY53" fmla="*/ 390770 h 399723"/>
              <a:gd name="connsiteX54" fmla="*/ 356782 w 457200"/>
              <a:gd name="connsiteY54" fmla="*/ 399669 h 399723"/>
              <a:gd name="connsiteX55" fmla="*/ 347883 w 457200"/>
              <a:gd name="connsiteY55" fmla="*/ 390770 h 399723"/>
              <a:gd name="connsiteX56" fmla="*/ 347883 w 457200"/>
              <a:gd name="connsiteY56" fmla="*/ 314082 h 399723"/>
              <a:gd name="connsiteX57" fmla="*/ 331758 w 457200"/>
              <a:gd name="connsiteY57" fmla="*/ 327187 h 399723"/>
              <a:gd name="connsiteX58" fmla="*/ 319678 w 457200"/>
              <a:gd name="connsiteY58" fmla="*/ 324167 h 399723"/>
              <a:gd name="connsiteX59" fmla="*/ 322590 w 457200"/>
              <a:gd name="connsiteY59" fmla="*/ 311925 h 399723"/>
              <a:gd name="connsiteX60" fmla="*/ 340872 w 457200"/>
              <a:gd name="connsiteY60" fmla="*/ 295530 h 399723"/>
              <a:gd name="connsiteX61" fmla="*/ 347236 w 457200"/>
              <a:gd name="connsiteY61" fmla="*/ 287873 h 399723"/>
              <a:gd name="connsiteX62" fmla="*/ 349447 w 457200"/>
              <a:gd name="connsiteY62" fmla="*/ 284960 h 399723"/>
              <a:gd name="connsiteX63" fmla="*/ 349555 w 457200"/>
              <a:gd name="connsiteY63" fmla="*/ 284798 h 399723"/>
              <a:gd name="connsiteX64" fmla="*/ 356782 w 457200"/>
              <a:gd name="connsiteY64" fmla="*/ 281077 h 399723"/>
              <a:gd name="connsiteX65" fmla="*/ 197636 w 457200"/>
              <a:gd name="connsiteY65" fmla="*/ 281077 h 399723"/>
              <a:gd name="connsiteX66" fmla="*/ 206534 w 457200"/>
              <a:gd name="connsiteY66" fmla="*/ 289976 h 399723"/>
              <a:gd name="connsiteX67" fmla="*/ 206534 w 457200"/>
              <a:gd name="connsiteY67" fmla="*/ 390770 h 399723"/>
              <a:gd name="connsiteX68" fmla="*/ 197636 w 457200"/>
              <a:gd name="connsiteY68" fmla="*/ 399669 h 399723"/>
              <a:gd name="connsiteX69" fmla="*/ 188737 w 457200"/>
              <a:gd name="connsiteY69" fmla="*/ 390770 h 399723"/>
              <a:gd name="connsiteX70" fmla="*/ 188737 w 457200"/>
              <a:gd name="connsiteY70" fmla="*/ 314082 h 399723"/>
              <a:gd name="connsiteX71" fmla="*/ 172612 w 457200"/>
              <a:gd name="connsiteY71" fmla="*/ 327187 h 399723"/>
              <a:gd name="connsiteX72" fmla="*/ 160532 w 457200"/>
              <a:gd name="connsiteY72" fmla="*/ 324167 h 399723"/>
              <a:gd name="connsiteX73" fmla="*/ 163444 w 457200"/>
              <a:gd name="connsiteY73" fmla="*/ 311925 h 399723"/>
              <a:gd name="connsiteX74" fmla="*/ 181726 w 457200"/>
              <a:gd name="connsiteY74" fmla="*/ 295530 h 399723"/>
              <a:gd name="connsiteX75" fmla="*/ 188090 w 457200"/>
              <a:gd name="connsiteY75" fmla="*/ 287873 h 399723"/>
              <a:gd name="connsiteX76" fmla="*/ 190301 w 457200"/>
              <a:gd name="connsiteY76" fmla="*/ 284960 h 399723"/>
              <a:gd name="connsiteX77" fmla="*/ 190409 w 457200"/>
              <a:gd name="connsiteY77" fmla="*/ 284798 h 399723"/>
              <a:gd name="connsiteX78" fmla="*/ 197636 w 457200"/>
              <a:gd name="connsiteY78" fmla="*/ 281077 h 399723"/>
              <a:gd name="connsiteX79" fmla="*/ 38436 w 457200"/>
              <a:gd name="connsiteY79" fmla="*/ 281077 h 399723"/>
              <a:gd name="connsiteX80" fmla="*/ 47334 w 457200"/>
              <a:gd name="connsiteY80" fmla="*/ 289976 h 399723"/>
              <a:gd name="connsiteX81" fmla="*/ 47334 w 457200"/>
              <a:gd name="connsiteY81" fmla="*/ 390770 h 399723"/>
              <a:gd name="connsiteX82" fmla="*/ 38436 w 457200"/>
              <a:gd name="connsiteY82" fmla="*/ 399669 h 399723"/>
              <a:gd name="connsiteX83" fmla="*/ 29537 w 457200"/>
              <a:gd name="connsiteY83" fmla="*/ 390770 h 399723"/>
              <a:gd name="connsiteX84" fmla="*/ 29537 w 457200"/>
              <a:gd name="connsiteY84" fmla="*/ 314082 h 399723"/>
              <a:gd name="connsiteX85" fmla="*/ 13412 w 457200"/>
              <a:gd name="connsiteY85" fmla="*/ 327187 h 399723"/>
              <a:gd name="connsiteX86" fmla="*/ 1332 w 457200"/>
              <a:gd name="connsiteY86" fmla="*/ 324167 h 399723"/>
              <a:gd name="connsiteX87" fmla="*/ 4244 w 457200"/>
              <a:gd name="connsiteY87" fmla="*/ 311925 h 399723"/>
              <a:gd name="connsiteX88" fmla="*/ 22526 w 457200"/>
              <a:gd name="connsiteY88" fmla="*/ 295530 h 399723"/>
              <a:gd name="connsiteX89" fmla="*/ 28890 w 457200"/>
              <a:gd name="connsiteY89" fmla="*/ 287873 h 399723"/>
              <a:gd name="connsiteX90" fmla="*/ 31101 w 457200"/>
              <a:gd name="connsiteY90" fmla="*/ 284960 h 399723"/>
              <a:gd name="connsiteX91" fmla="*/ 31209 w 457200"/>
              <a:gd name="connsiteY91" fmla="*/ 284798 h 399723"/>
              <a:gd name="connsiteX92" fmla="*/ 38436 w 457200"/>
              <a:gd name="connsiteY92" fmla="*/ 281077 h 399723"/>
              <a:gd name="connsiteX93" fmla="*/ 353923 w 457200"/>
              <a:gd name="connsiteY93" fmla="*/ 158388 h 399723"/>
              <a:gd name="connsiteX94" fmla="*/ 336180 w 457200"/>
              <a:gd name="connsiteY94" fmla="*/ 176131 h 399723"/>
              <a:gd name="connsiteX95" fmla="*/ 336180 w 457200"/>
              <a:gd name="connsiteY95" fmla="*/ 223697 h 399723"/>
              <a:gd name="connsiteX96" fmla="*/ 353923 w 457200"/>
              <a:gd name="connsiteY96" fmla="*/ 241386 h 399723"/>
              <a:gd name="connsiteX97" fmla="*/ 354030 w 457200"/>
              <a:gd name="connsiteY97" fmla="*/ 241386 h 399723"/>
              <a:gd name="connsiteX98" fmla="*/ 371774 w 457200"/>
              <a:gd name="connsiteY98" fmla="*/ 223697 h 399723"/>
              <a:gd name="connsiteX99" fmla="*/ 371774 w 457200"/>
              <a:gd name="connsiteY99" fmla="*/ 176131 h 399723"/>
              <a:gd name="connsiteX100" fmla="*/ 354030 w 457200"/>
              <a:gd name="connsiteY100" fmla="*/ 158388 h 399723"/>
              <a:gd name="connsiteX101" fmla="*/ 194722 w 457200"/>
              <a:gd name="connsiteY101" fmla="*/ 158388 h 399723"/>
              <a:gd name="connsiteX102" fmla="*/ 176979 w 457200"/>
              <a:gd name="connsiteY102" fmla="*/ 176131 h 399723"/>
              <a:gd name="connsiteX103" fmla="*/ 176979 w 457200"/>
              <a:gd name="connsiteY103" fmla="*/ 223697 h 399723"/>
              <a:gd name="connsiteX104" fmla="*/ 194722 w 457200"/>
              <a:gd name="connsiteY104" fmla="*/ 241386 h 399723"/>
              <a:gd name="connsiteX105" fmla="*/ 194830 w 457200"/>
              <a:gd name="connsiteY105" fmla="*/ 241386 h 399723"/>
              <a:gd name="connsiteX106" fmla="*/ 212573 w 457200"/>
              <a:gd name="connsiteY106" fmla="*/ 223697 h 399723"/>
              <a:gd name="connsiteX107" fmla="*/ 212573 w 457200"/>
              <a:gd name="connsiteY107" fmla="*/ 176131 h 399723"/>
              <a:gd name="connsiteX108" fmla="*/ 194830 w 457200"/>
              <a:gd name="connsiteY108" fmla="*/ 158388 h 399723"/>
              <a:gd name="connsiteX109" fmla="*/ 35577 w 457200"/>
              <a:gd name="connsiteY109" fmla="*/ 158388 h 399723"/>
              <a:gd name="connsiteX110" fmla="*/ 17834 w 457200"/>
              <a:gd name="connsiteY110" fmla="*/ 176131 h 399723"/>
              <a:gd name="connsiteX111" fmla="*/ 17834 w 457200"/>
              <a:gd name="connsiteY111" fmla="*/ 223697 h 399723"/>
              <a:gd name="connsiteX112" fmla="*/ 35577 w 457200"/>
              <a:gd name="connsiteY112" fmla="*/ 241386 h 399723"/>
              <a:gd name="connsiteX113" fmla="*/ 35685 w 457200"/>
              <a:gd name="connsiteY113" fmla="*/ 241386 h 399723"/>
              <a:gd name="connsiteX114" fmla="*/ 53428 w 457200"/>
              <a:gd name="connsiteY114" fmla="*/ 223697 h 399723"/>
              <a:gd name="connsiteX115" fmla="*/ 53428 w 457200"/>
              <a:gd name="connsiteY115" fmla="*/ 176131 h 399723"/>
              <a:gd name="connsiteX116" fmla="*/ 35685 w 457200"/>
              <a:gd name="connsiteY116" fmla="*/ 158388 h 399723"/>
              <a:gd name="connsiteX117" fmla="*/ 448300 w 457200"/>
              <a:gd name="connsiteY117" fmla="*/ 140591 h 399723"/>
              <a:gd name="connsiteX118" fmla="*/ 457198 w 457200"/>
              <a:gd name="connsiteY118" fmla="*/ 149489 h 399723"/>
              <a:gd name="connsiteX119" fmla="*/ 457198 w 457200"/>
              <a:gd name="connsiteY119" fmla="*/ 250285 h 399723"/>
              <a:gd name="connsiteX120" fmla="*/ 448300 w 457200"/>
              <a:gd name="connsiteY120" fmla="*/ 259183 h 399723"/>
              <a:gd name="connsiteX121" fmla="*/ 439401 w 457200"/>
              <a:gd name="connsiteY121" fmla="*/ 250285 h 399723"/>
              <a:gd name="connsiteX122" fmla="*/ 439401 w 457200"/>
              <a:gd name="connsiteY122" fmla="*/ 173596 h 399723"/>
              <a:gd name="connsiteX123" fmla="*/ 423276 w 457200"/>
              <a:gd name="connsiteY123" fmla="*/ 186701 h 399723"/>
              <a:gd name="connsiteX124" fmla="*/ 411196 w 457200"/>
              <a:gd name="connsiteY124" fmla="*/ 183681 h 399723"/>
              <a:gd name="connsiteX125" fmla="*/ 414108 w 457200"/>
              <a:gd name="connsiteY125" fmla="*/ 171439 h 399723"/>
              <a:gd name="connsiteX126" fmla="*/ 432390 w 457200"/>
              <a:gd name="connsiteY126" fmla="*/ 155044 h 399723"/>
              <a:gd name="connsiteX127" fmla="*/ 438754 w 457200"/>
              <a:gd name="connsiteY127" fmla="*/ 147387 h 399723"/>
              <a:gd name="connsiteX128" fmla="*/ 440965 w 457200"/>
              <a:gd name="connsiteY128" fmla="*/ 144474 h 399723"/>
              <a:gd name="connsiteX129" fmla="*/ 441073 w 457200"/>
              <a:gd name="connsiteY129" fmla="*/ 144312 h 399723"/>
              <a:gd name="connsiteX130" fmla="*/ 448300 w 457200"/>
              <a:gd name="connsiteY130" fmla="*/ 140591 h 399723"/>
              <a:gd name="connsiteX131" fmla="*/ 353923 w 457200"/>
              <a:gd name="connsiteY131" fmla="*/ 140591 h 399723"/>
              <a:gd name="connsiteX132" fmla="*/ 354030 w 457200"/>
              <a:gd name="connsiteY132" fmla="*/ 140591 h 399723"/>
              <a:gd name="connsiteX133" fmla="*/ 389570 w 457200"/>
              <a:gd name="connsiteY133" fmla="*/ 176131 h 399723"/>
              <a:gd name="connsiteX134" fmla="*/ 389570 w 457200"/>
              <a:gd name="connsiteY134" fmla="*/ 223697 h 399723"/>
              <a:gd name="connsiteX135" fmla="*/ 354030 w 457200"/>
              <a:gd name="connsiteY135" fmla="*/ 259183 h 399723"/>
              <a:gd name="connsiteX136" fmla="*/ 353923 w 457200"/>
              <a:gd name="connsiteY136" fmla="*/ 259183 h 399723"/>
              <a:gd name="connsiteX137" fmla="*/ 318383 w 457200"/>
              <a:gd name="connsiteY137" fmla="*/ 223697 h 399723"/>
              <a:gd name="connsiteX138" fmla="*/ 318383 w 457200"/>
              <a:gd name="connsiteY138" fmla="*/ 176131 h 399723"/>
              <a:gd name="connsiteX139" fmla="*/ 353923 w 457200"/>
              <a:gd name="connsiteY139" fmla="*/ 140591 h 399723"/>
              <a:gd name="connsiteX140" fmla="*/ 194722 w 457200"/>
              <a:gd name="connsiteY140" fmla="*/ 140591 h 399723"/>
              <a:gd name="connsiteX141" fmla="*/ 194830 w 457200"/>
              <a:gd name="connsiteY141" fmla="*/ 140591 h 399723"/>
              <a:gd name="connsiteX142" fmla="*/ 230370 w 457200"/>
              <a:gd name="connsiteY142" fmla="*/ 176131 h 399723"/>
              <a:gd name="connsiteX143" fmla="*/ 230370 w 457200"/>
              <a:gd name="connsiteY143" fmla="*/ 223697 h 399723"/>
              <a:gd name="connsiteX144" fmla="*/ 194830 w 457200"/>
              <a:gd name="connsiteY144" fmla="*/ 259183 h 399723"/>
              <a:gd name="connsiteX145" fmla="*/ 194722 w 457200"/>
              <a:gd name="connsiteY145" fmla="*/ 259183 h 399723"/>
              <a:gd name="connsiteX146" fmla="*/ 159182 w 457200"/>
              <a:gd name="connsiteY146" fmla="*/ 223697 h 399723"/>
              <a:gd name="connsiteX147" fmla="*/ 159182 w 457200"/>
              <a:gd name="connsiteY147" fmla="*/ 176131 h 399723"/>
              <a:gd name="connsiteX148" fmla="*/ 194722 w 457200"/>
              <a:gd name="connsiteY148" fmla="*/ 140591 h 399723"/>
              <a:gd name="connsiteX149" fmla="*/ 35577 w 457200"/>
              <a:gd name="connsiteY149" fmla="*/ 140591 h 399723"/>
              <a:gd name="connsiteX150" fmla="*/ 35685 w 457200"/>
              <a:gd name="connsiteY150" fmla="*/ 140591 h 399723"/>
              <a:gd name="connsiteX151" fmla="*/ 71225 w 457200"/>
              <a:gd name="connsiteY151" fmla="*/ 176131 h 399723"/>
              <a:gd name="connsiteX152" fmla="*/ 71225 w 457200"/>
              <a:gd name="connsiteY152" fmla="*/ 223697 h 399723"/>
              <a:gd name="connsiteX153" fmla="*/ 35685 w 457200"/>
              <a:gd name="connsiteY153" fmla="*/ 259183 h 399723"/>
              <a:gd name="connsiteX154" fmla="*/ 35577 w 457200"/>
              <a:gd name="connsiteY154" fmla="*/ 259183 h 399723"/>
              <a:gd name="connsiteX155" fmla="*/ 37 w 457200"/>
              <a:gd name="connsiteY155" fmla="*/ 223697 h 399723"/>
              <a:gd name="connsiteX156" fmla="*/ 37 w 457200"/>
              <a:gd name="connsiteY156" fmla="*/ 176131 h 399723"/>
              <a:gd name="connsiteX157" fmla="*/ 35577 w 457200"/>
              <a:gd name="connsiteY157" fmla="*/ 140591 h 399723"/>
              <a:gd name="connsiteX158" fmla="*/ 289154 w 457200"/>
              <a:gd name="connsiteY158" fmla="*/ 140537 h 399723"/>
              <a:gd name="connsiteX159" fmla="*/ 298052 w 457200"/>
              <a:gd name="connsiteY159" fmla="*/ 149435 h 399723"/>
              <a:gd name="connsiteX160" fmla="*/ 298052 w 457200"/>
              <a:gd name="connsiteY160" fmla="*/ 250230 h 399723"/>
              <a:gd name="connsiteX161" fmla="*/ 289154 w 457200"/>
              <a:gd name="connsiteY161" fmla="*/ 259129 h 399723"/>
              <a:gd name="connsiteX162" fmla="*/ 280255 w 457200"/>
              <a:gd name="connsiteY162" fmla="*/ 250230 h 399723"/>
              <a:gd name="connsiteX163" fmla="*/ 280255 w 457200"/>
              <a:gd name="connsiteY163" fmla="*/ 173542 h 399723"/>
              <a:gd name="connsiteX164" fmla="*/ 264130 w 457200"/>
              <a:gd name="connsiteY164" fmla="*/ 186647 h 399723"/>
              <a:gd name="connsiteX165" fmla="*/ 252050 w 457200"/>
              <a:gd name="connsiteY165" fmla="*/ 183627 h 399723"/>
              <a:gd name="connsiteX166" fmla="*/ 254962 w 457200"/>
              <a:gd name="connsiteY166" fmla="*/ 171385 h 399723"/>
              <a:gd name="connsiteX167" fmla="*/ 273244 w 457200"/>
              <a:gd name="connsiteY167" fmla="*/ 154990 h 399723"/>
              <a:gd name="connsiteX168" fmla="*/ 279608 w 457200"/>
              <a:gd name="connsiteY168" fmla="*/ 147332 h 399723"/>
              <a:gd name="connsiteX169" fmla="*/ 281819 w 457200"/>
              <a:gd name="connsiteY169" fmla="*/ 144420 h 399723"/>
              <a:gd name="connsiteX170" fmla="*/ 281927 w 457200"/>
              <a:gd name="connsiteY170" fmla="*/ 144258 h 399723"/>
              <a:gd name="connsiteX171" fmla="*/ 289154 w 457200"/>
              <a:gd name="connsiteY171" fmla="*/ 140537 h 399723"/>
              <a:gd name="connsiteX172" fmla="*/ 129953 w 457200"/>
              <a:gd name="connsiteY172" fmla="*/ 140537 h 399723"/>
              <a:gd name="connsiteX173" fmla="*/ 138851 w 457200"/>
              <a:gd name="connsiteY173" fmla="*/ 149435 h 399723"/>
              <a:gd name="connsiteX174" fmla="*/ 138851 w 457200"/>
              <a:gd name="connsiteY174" fmla="*/ 250230 h 399723"/>
              <a:gd name="connsiteX175" fmla="*/ 129953 w 457200"/>
              <a:gd name="connsiteY175" fmla="*/ 259129 h 399723"/>
              <a:gd name="connsiteX176" fmla="*/ 121054 w 457200"/>
              <a:gd name="connsiteY176" fmla="*/ 250230 h 399723"/>
              <a:gd name="connsiteX177" fmla="*/ 121054 w 457200"/>
              <a:gd name="connsiteY177" fmla="*/ 173542 h 399723"/>
              <a:gd name="connsiteX178" fmla="*/ 104929 w 457200"/>
              <a:gd name="connsiteY178" fmla="*/ 186647 h 399723"/>
              <a:gd name="connsiteX179" fmla="*/ 92849 w 457200"/>
              <a:gd name="connsiteY179" fmla="*/ 183627 h 399723"/>
              <a:gd name="connsiteX180" fmla="*/ 95761 w 457200"/>
              <a:gd name="connsiteY180" fmla="*/ 171385 h 399723"/>
              <a:gd name="connsiteX181" fmla="*/ 114043 w 457200"/>
              <a:gd name="connsiteY181" fmla="*/ 154990 h 399723"/>
              <a:gd name="connsiteX182" fmla="*/ 120407 w 457200"/>
              <a:gd name="connsiteY182" fmla="*/ 147332 h 399723"/>
              <a:gd name="connsiteX183" fmla="*/ 122618 w 457200"/>
              <a:gd name="connsiteY183" fmla="*/ 144420 h 399723"/>
              <a:gd name="connsiteX184" fmla="*/ 122726 w 457200"/>
              <a:gd name="connsiteY184" fmla="*/ 144258 h 399723"/>
              <a:gd name="connsiteX185" fmla="*/ 129953 w 457200"/>
              <a:gd name="connsiteY185" fmla="*/ 140537 h 399723"/>
              <a:gd name="connsiteX186" fmla="*/ 103262 w 457200"/>
              <a:gd name="connsiteY186" fmla="*/ 17851 h 399723"/>
              <a:gd name="connsiteX187" fmla="*/ 85519 w 457200"/>
              <a:gd name="connsiteY187" fmla="*/ 35594 h 399723"/>
              <a:gd name="connsiteX188" fmla="*/ 85519 w 457200"/>
              <a:gd name="connsiteY188" fmla="*/ 83160 h 399723"/>
              <a:gd name="connsiteX189" fmla="*/ 103262 w 457200"/>
              <a:gd name="connsiteY189" fmla="*/ 100849 h 399723"/>
              <a:gd name="connsiteX190" fmla="*/ 103370 w 457200"/>
              <a:gd name="connsiteY190" fmla="*/ 100849 h 399723"/>
              <a:gd name="connsiteX191" fmla="*/ 121113 w 457200"/>
              <a:gd name="connsiteY191" fmla="*/ 83160 h 399723"/>
              <a:gd name="connsiteX192" fmla="*/ 121113 w 457200"/>
              <a:gd name="connsiteY192" fmla="*/ 35594 h 399723"/>
              <a:gd name="connsiteX193" fmla="*/ 103370 w 457200"/>
              <a:gd name="connsiteY193" fmla="*/ 17851 h 399723"/>
              <a:gd name="connsiteX194" fmla="*/ 262406 w 457200"/>
              <a:gd name="connsiteY194" fmla="*/ 17849 h 399723"/>
              <a:gd name="connsiteX195" fmla="*/ 244663 w 457200"/>
              <a:gd name="connsiteY195" fmla="*/ 35592 h 399723"/>
              <a:gd name="connsiteX196" fmla="*/ 244663 w 457200"/>
              <a:gd name="connsiteY196" fmla="*/ 83158 h 399723"/>
              <a:gd name="connsiteX197" fmla="*/ 262406 w 457200"/>
              <a:gd name="connsiteY197" fmla="*/ 100847 h 399723"/>
              <a:gd name="connsiteX198" fmla="*/ 262514 w 457200"/>
              <a:gd name="connsiteY198" fmla="*/ 100847 h 399723"/>
              <a:gd name="connsiteX199" fmla="*/ 280257 w 457200"/>
              <a:gd name="connsiteY199" fmla="*/ 83158 h 399723"/>
              <a:gd name="connsiteX200" fmla="*/ 280257 w 457200"/>
              <a:gd name="connsiteY200" fmla="*/ 35592 h 399723"/>
              <a:gd name="connsiteX201" fmla="*/ 262514 w 457200"/>
              <a:gd name="connsiteY201" fmla="*/ 17849 h 399723"/>
              <a:gd name="connsiteX202" fmla="*/ 421552 w 457200"/>
              <a:gd name="connsiteY202" fmla="*/ 17848 h 399723"/>
              <a:gd name="connsiteX203" fmla="*/ 403809 w 457200"/>
              <a:gd name="connsiteY203" fmla="*/ 35591 h 399723"/>
              <a:gd name="connsiteX204" fmla="*/ 403809 w 457200"/>
              <a:gd name="connsiteY204" fmla="*/ 83157 h 399723"/>
              <a:gd name="connsiteX205" fmla="*/ 421552 w 457200"/>
              <a:gd name="connsiteY205" fmla="*/ 100846 h 399723"/>
              <a:gd name="connsiteX206" fmla="*/ 421660 w 457200"/>
              <a:gd name="connsiteY206" fmla="*/ 100846 h 399723"/>
              <a:gd name="connsiteX207" fmla="*/ 439403 w 457200"/>
              <a:gd name="connsiteY207" fmla="*/ 83157 h 399723"/>
              <a:gd name="connsiteX208" fmla="*/ 439403 w 457200"/>
              <a:gd name="connsiteY208" fmla="*/ 35591 h 399723"/>
              <a:gd name="connsiteX209" fmla="*/ 421660 w 457200"/>
              <a:gd name="connsiteY209" fmla="*/ 17848 h 399723"/>
              <a:gd name="connsiteX210" fmla="*/ 197639 w 457200"/>
              <a:gd name="connsiteY210" fmla="*/ 54 h 399723"/>
              <a:gd name="connsiteX211" fmla="*/ 206537 w 457200"/>
              <a:gd name="connsiteY211" fmla="*/ 8952 h 399723"/>
              <a:gd name="connsiteX212" fmla="*/ 206537 w 457200"/>
              <a:gd name="connsiteY212" fmla="*/ 109747 h 399723"/>
              <a:gd name="connsiteX213" fmla="*/ 197639 w 457200"/>
              <a:gd name="connsiteY213" fmla="*/ 118646 h 399723"/>
              <a:gd name="connsiteX214" fmla="*/ 188740 w 457200"/>
              <a:gd name="connsiteY214" fmla="*/ 109747 h 399723"/>
              <a:gd name="connsiteX215" fmla="*/ 188740 w 457200"/>
              <a:gd name="connsiteY215" fmla="*/ 33059 h 399723"/>
              <a:gd name="connsiteX216" fmla="*/ 172615 w 457200"/>
              <a:gd name="connsiteY216" fmla="*/ 46164 h 399723"/>
              <a:gd name="connsiteX217" fmla="*/ 160535 w 457200"/>
              <a:gd name="connsiteY217" fmla="*/ 43144 h 399723"/>
              <a:gd name="connsiteX218" fmla="*/ 163447 w 457200"/>
              <a:gd name="connsiteY218" fmla="*/ 30902 h 399723"/>
              <a:gd name="connsiteX219" fmla="*/ 181729 w 457200"/>
              <a:gd name="connsiteY219" fmla="*/ 14507 h 399723"/>
              <a:gd name="connsiteX220" fmla="*/ 188093 w 457200"/>
              <a:gd name="connsiteY220" fmla="*/ 6850 h 399723"/>
              <a:gd name="connsiteX221" fmla="*/ 190304 w 457200"/>
              <a:gd name="connsiteY221" fmla="*/ 3937 h 399723"/>
              <a:gd name="connsiteX222" fmla="*/ 190412 w 457200"/>
              <a:gd name="connsiteY222" fmla="*/ 3775 h 399723"/>
              <a:gd name="connsiteX223" fmla="*/ 197639 w 457200"/>
              <a:gd name="connsiteY223" fmla="*/ 54 h 399723"/>
              <a:gd name="connsiteX224" fmla="*/ 103262 w 457200"/>
              <a:gd name="connsiteY224" fmla="*/ 54 h 399723"/>
              <a:gd name="connsiteX225" fmla="*/ 103370 w 457200"/>
              <a:gd name="connsiteY225" fmla="*/ 54 h 399723"/>
              <a:gd name="connsiteX226" fmla="*/ 138910 w 457200"/>
              <a:gd name="connsiteY226" fmla="*/ 35594 h 399723"/>
              <a:gd name="connsiteX227" fmla="*/ 138910 w 457200"/>
              <a:gd name="connsiteY227" fmla="*/ 83160 h 399723"/>
              <a:gd name="connsiteX228" fmla="*/ 103370 w 457200"/>
              <a:gd name="connsiteY228" fmla="*/ 118646 h 399723"/>
              <a:gd name="connsiteX229" fmla="*/ 103262 w 457200"/>
              <a:gd name="connsiteY229" fmla="*/ 118646 h 399723"/>
              <a:gd name="connsiteX230" fmla="*/ 67722 w 457200"/>
              <a:gd name="connsiteY230" fmla="*/ 83160 h 399723"/>
              <a:gd name="connsiteX231" fmla="*/ 67722 w 457200"/>
              <a:gd name="connsiteY231" fmla="*/ 35594 h 399723"/>
              <a:gd name="connsiteX232" fmla="*/ 103262 w 457200"/>
              <a:gd name="connsiteY232" fmla="*/ 54 h 399723"/>
              <a:gd name="connsiteX233" fmla="*/ 356784 w 457200"/>
              <a:gd name="connsiteY233" fmla="*/ 53 h 399723"/>
              <a:gd name="connsiteX234" fmla="*/ 365682 w 457200"/>
              <a:gd name="connsiteY234" fmla="*/ 8951 h 399723"/>
              <a:gd name="connsiteX235" fmla="*/ 365682 w 457200"/>
              <a:gd name="connsiteY235" fmla="*/ 109746 h 399723"/>
              <a:gd name="connsiteX236" fmla="*/ 356784 w 457200"/>
              <a:gd name="connsiteY236" fmla="*/ 118645 h 399723"/>
              <a:gd name="connsiteX237" fmla="*/ 347885 w 457200"/>
              <a:gd name="connsiteY237" fmla="*/ 109746 h 399723"/>
              <a:gd name="connsiteX238" fmla="*/ 347885 w 457200"/>
              <a:gd name="connsiteY238" fmla="*/ 33058 h 399723"/>
              <a:gd name="connsiteX239" fmla="*/ 331760 w 457200"/>
              <a:gd name="connsiteY239" fmla="*/ 46163 h 399723"/>
              <a:gd name="connsiteX240" fmla="*/ 319680 w 457200"/>
              <a:gd name="connsiteY240" fmla="*/ 43143 h 399723"/>
              <a:gd name="connsiteX241" fmla="*/ 322592 w 457200"/>
              <a:gd name="connsiteY241" fmla="*/ 30901 h 399723"/>
              <a:gd name="connsiteX242" fmla="*/ 340874 w 457200"/>
              <a:gd name="connsiteY242" fmla="*/ 14506 h 399723"/>
              <a:gd name="connsiteX243" fmla="*/ 347238 w 457200"/>
              <a:gd name="connsiteY243" fmla="*/ 6849 h 399723"/>
              <a:gd name="connsiteX244" fmla="*/ 349449 w 457200"/>
              <a:gd name="connsiteY244" fmla="*/ 3936 h 399723"/>
              <a:gd name="connsiteX245" fmla="*/ 349557 w 457200"/>
              <a:gd name="connsiteY245" fmla="*/ 3774 h 399723"/>
              <a:gd name="connsiteX246" fmla="*/ 356784 w 457200"/>
              <a:gd name="connsiteY246" fmla="*/ 53 h 399723"/>
              <a:gd name="connsiteX247" fmla="*/ 262406 w 457200"/>
              <a:gd name="connsiteY247" fmla="*/ 52 h 399723"/>
              <a:gd name="connsiteX248" fmla="*/ 262514 w 457200"/>
              <a:gd name="connsiteY248" fmla="*/ 52 h 399723"/>
              <a:gd name="connsiteX249" fmla="*/ 298054 w 457200"/>
              <a:gd name="connsiteY249" fmla="*/ 35592 h 399723"/>
              <a:gd name="connsiteX250" fmla="*/ 298054 w 457200"/>
              <a:gd name="connsiteY250" fmla="*/ 83158 h 399723"/>
              <a:gd name="connsiteX251" fmla="*/ 262514 w 457200"/>
              <a:gd name="connsiteY251" fmla="*/ 118644 h 399723"/>
              <a:gd name="connsiteX252" fmla="*/ 262406 w 457200"/>
              <a:gd name="connsiteY252" fmla="*/ 118644 h 399723"/>
              <a:gd name="connsiteX253" fmla="*/ 226866 w 457200"/>
              <a:gd name="connsiteY253" fmla="*/ 83158 h 399723"/>
              <a:gd name="connsiteX254" fmla="*/ 226866 w 457200"/>
              <a:gd name="connsiteY254" fmla="*/ 35592 h 399723"/>
              <a:gd name="connsiteX255" fmla="*/ 262406 w 457200"/>
              <a:gd name="connsiteY255" fmla="*/ 52 h 399723"/>
              <a:gd name="connsiteX256" fmla="*/ 421552 w 457200"/>
              <a:gd name="connsiteY256" fmla="*/ 51 h 399723"/>
              <a:gd name="connsiteX257" fmla="*/ 421660 w 457200"/>
              <a:gd name="connsiteY257" fmla="*/ 51 h 399723"/>
              <a:gd name="connsiteX258" fmla="*/ 457200 w 457200"/>
              <a:gd name="connsiteY258" fmla="*/ 35591 h 399723"/>
              <a:gd name="connsiteX259" fmla="*/ 457200 w 457200"/>
              <a:gd name="connsiteY259" fmla="*/ 83157 h 399723"/>
              <a:gd name="connsiteX260" fmla="*/ 421660 w 457200"/>
              <a:gd name="connsiteY260" fmla="*/ 118643 h 399723"/>
              <a:gd name="connsiteX261" fmla="*/ 421552 w 457200"/>
              <a:gd name="connsiteY261" fmla="*/ 118643 h 399723"/>
              <a:gd name="connsiteX262" fmla="*/ 386012 w 457200"/>
              <a:gd name="connsiteY262" fmla="*/ 83157 h 399723"/>
              <a:gd name="connsiteX263" fmla="*/ 386012 w 457200"/>
              <a:gd name="connsiteY263" fmla="*/ 35591 h 399723"/>
              <a:gd name="connsiteX264" fmla="*/ 421552 w 457200"/>
              <a:gd name="connsiteY264" fmla="*/ 51 h 399723"/>
              <a:gd name="connsiteX265" fmla="*/ 38439 w 457200"/>
              <a:gd name="connsiteY265" fmla="*/ 0 h 399723"/>
              <a:gd name="connsiteX266" fmla="*/ 47337 w 457200"/>
              <a:gd name="connsiteY266" fmla="*/ 8898 h 399723"/>
              <a:gd name="connsiteX267" fmla="*/ 47337 w 457200"/>
              <a:gd name="connsiteY267" fmla="*/ 109693 h 399723"/>
              <a:gd name="connsiteX268" fmla="*/ 38439 w 457200"/>
              <a:gd name="connsiteY268" fmla="*/ 118592 h 399723"/>
              <a:gd name="connsiteX269" fmla="*/ 29540 w 457200"/>
              <a:gd name="connsiteY269" fmla="*/ 109693 h 399723"/>
              <a:gd name="connsiteX270" fmla="*/ 29540 w 457200"/>
              <a:gd name="connsiteY270" fmla="*/ 33005 h 399723"/>
              <a:gd name="connsiteX271" fmla="*/ 13415 w 457200"/>
              <a:gd name="connsiteY271" fmla="*/ 46110 h 399723"/>
              <a:gd name="connsiteX272" fmla="*/ 1335 w 457200"/>
              <a:gd name="connsiteY272" fmla="*/ 43090 h 399723"/>
              <a:gd name="connsiteX273" fmla="*/ 4247 w 457200"/>
              <a:gd name="connsiteY273" fmla="*/ 30848 h 399723"/>
              <a:gd name="connsiteX274" fmla="*/ 22529 w 457200"/>
              <a:gd name="connsiteY274" fmla="*/ 14453 h 399723"/>
              <a:gd name="connsiteX275" fmla="*/ 28893 w 457200"/>
              <a:gd name="connsiteY275" fmla="*/ 6795 h 399723"/>
              <a:gd name="connsiteX276" fmla="*/ 31104 w 457200"/>
              <a:gd name="connsiteY276" fmla="*/ 3883 h 399723"/>
              <a:gd name="connsiteX277" fmla="*/ 31212 w 457200"/>
              <a:gd name="connsiteY277" fmla="*/ 3721 h 399723"/>
              <a:gd name="connsiteX278" fmla="*/ 38439 w 457200"/>
              <a:gd name="connsiteY278" fmla="*/ 0 h 399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Lst>
            <a:rect l="l" t="t" r="r" b="b"/>
            <a:pathLst>
              <a:path w="457200" h="399723">
                <a:moveTo>
                  <a:pt x="421552" y="298928"/>
                </a:moveTo>
                <a:cubicBezTo>
                  <a:pt x="411737" y="298928"/>
                  <a:pt x="403809" y="306909"/>
                  <a:pt x="403809" y="316671"/>
                </a:cubicBezTo>
                <a:lnTo>
                  <a:pt x="403809" y="364237"/>
                </a:lnTo>
                <a:cubicBezTo>
                  <a:pt x="403809" y="373998"/>
                  <a:pt x="411737" y="381926"/>
                  <a:pt x="421552" y="381926"/>
                </a:cubicBezTo>
                <a:lnTo>
                  <a:pt x="421660" y="381926"/>
                </a:lnTo>
                <a:cubicBezTo>
                  <a:pt x="431421" y="381926"/>
                  <a:pt x="439403" y="373998"/>
                  <a:pt x="439403" y="364237"/>
                </a:cubicBezTo>
                <a:lnTo>
                  <a:pt x="439403" y="316671"/>
                </a:lnTo>
                <a:cubicBezTo>
                  <a:pt x="439403" y="306909"/>
                  <a:pt x="431421" y="298928"/>
                  <a:pt x="421660" y="298928"/>
                </a:cubicBezTo>
                <a:close/>
                <a:moveTo>
                  <a:pt x="262405" y="298928"/>
                </a:moveTo>
                <a:cubicBezTo>
                  <a:pt x="252590" y="298928"/>
                  <a:pt x="244662" y="306909"/>
                  <a:pt x="244662" y="316671"/>
                </a:cubicBezTo>
                <a:lnTo>
                  <a:pt x="244662" y="364237"/>
                </a:lnTo>
                <a:cubicBezTo>
                  <a:pt x="244662" y="373998"/>
                  <a:pt x="252590" y="381926"/>
                  <a:pt x="262405" y="381926"/>
                </a:cubicBezTo>
                <a:lnTo>
                  <a:pt x="262513" y="381926"/>
                </a:lnTo>
                <a:cubicBezTo>
                  <a:pt x="272274" y="381926"/>
                  <a:pt x="280256" y="373998"/>
                  <a:pt x="280256" y="364237"/>
                </a:cubicBezTo>
                <a:lnTo>
                  <a:pt x="280256" y="316671"/>
                </a:lnTo>
                <a:cubicBezTo>
                  <a:pt x="280256" y="306909"/>
                  <a:pt x="272274" y="298928"/>
                  <a:pt x="262513" y="298928"/>
                </a:cubicBezTo>
                <a:close/>
                <a:moveTo>
                  <a:pt x="103259" y="298928"/>
                </a:moveTo>
                <a:cubicBezTo>
                  <a:pt x="93444" y="298928"/>
                  <a:pt x="85516" y="306909"/>
                  <a:pt x="85516" y="316671"/>
                </a:cubicBezTo>
                <a:lnTo>
                  <a:pt x="85516" y="364237"/>
                </a:lnTo>
                <a:cubicBezTo>
                  <a:pt x="85516" y="373998"/>
                  <a:pt x="93444" y="381926"/>
                  <a:pt x="103259" y="381926"/>
                </a:cubicBezTo>
                <a:lnTo>
                  <a:pt x="103367" y="381926"/>
                </a:lnTo>
                <a:cubicBezTo>
                  <a:pt x="113128" y="381926"/>
                  <a:pt x="121110" y="373998"/>
                  <a:pt x="121110" y="364237"/>
                </a:cubicBezTo>
                <a:lnTo>
                  <a:pt x="121110" y="316671"/>
                </a:lnTo>
                <a:cubicBezTo>
                  <a:pt x="121110" y="306909"/>
                  <a:pt x="113128" y="298928"/>
                  <a:pt x="103367" y="298928"/>
                </a:cubicBezTo>
                <a:close/>
                <a:moveTo>
                  <a:pt x="421552" y="281131"/>
                </a:moveTo>
                <a:lnTo>
                  <a:pt x="421660" y="281131"/>
                </a:lnTo>
                <a:cubicBezTo>
                  <a:pt x="441290" y="281131"/>
                  <a:pt x="457200" y="297041"/>
                  <a:pt x="457200" y="316671"/>
                </a:cubicBezTo>
                <a:lnTo>
                  <a:pt x="457200" y="364237"/>
                </a:lnTo>
                <a:cubicBezTo>
                  <a:pt x="457200" y="383813"/>
                  <a:pt x="441290" y="399723"/>
                  <a:pt x="421660" y="399723"/>
                </a:cubicBezTo>
                <a:lnTo>
                  <a:pt x="421552" y="399723"/>
                </a:lnTo>
                <a:cubicBezTo>
                  <a:pt x="401922" y="399723"/>
                  <a:pt x="386012" y="383813"/>
                  <a:pt x="386012" y="364237"/>
                </a:cubicBezTo>
                <a:lnTo>
                  <a:pt x="386012" y="316671"/>
                </a:lnTo>
                <a:cubicBezTo>
                  <a:pt x="386012" y="297041"/>
                  <a:pt x="401922" y="281131"/>
                  <a:pt x="421552" y="281131"/>
                </a:cubicBezTo>
                <a:close/>
                <a:moveTo>
                  <a:pt x="262405" y="281131"/>
                </a:moveTo>
                <a:lnTo>
                  <a:pt x="262513" y="281131"/>
                </a:lnTo>
                <a:cubicBezTo>
                  <a:pt x="282143" y="281131"/>
                  <a:pt x="298053" y="297041"/>
                  <a:pt x="298053" y="316671"/>
                </a:cubicBezTo>
                <a:lnTo>
                  <a:pt x="298053" y="364237"/>
                </a:lnTo>
                <a:cubicBezTo>
                  <a:pt x="298053" y="383813"/>
                  <a:pt x="282143" y="399723"/>
                  <a:pt x="262513" y="399723"/>
                </a:cubicBezTo>
                <a:lnTo>
                  <a:pt x="262405" y="399723"/>
                </a:lnTo>
                <a:cubicBezTo>
                  <a:pt x="242775" y="399723"/>
                  <a:pt x="226865" y="383813"/>
                  <a:pt x="226865" y="364237"/>
                </a:cubicBezTo>
                <a:lnTo>
                  <a:pt x="226865" y="316671"/>
                </a:lnTo>
                <a:cubicBezTo>
                  <a:pt x="226865" y="297041"/>
                  <a:pt x="242775" y="281131"/>
                  <a:pt x="262405" y="281131"/>
                </a:cubicBezTo>
                <a:close/>
                <a:moveTo>
                  <a:pt x="103259" y="281131"/>
                </a:moveTo>
                <a:lnTo>
                  <a:pt x="103367" y="281131"/>
                </a:lnTo>
                <a:cubicBezTo>
                  <a:pt x="122997" y="281131"/>
                  <a:pt x="138907" y="297041"/>
                  <a:pt x="138907" y="316671"/>
                </a:cubicBezTo>
                <a:lnTo>
                  <a:pt x="138907" y="364237"/>
                </a:lnTo>
                <a:cubicBezTo>
                  <a:pt x="138907" y="383813"/>
                  <a:pt x="122997" y="399723"/>
                  <a:pt x="103367" y="399723"/>
                </a:cubicBezTo>
                <a:lnTo>
                  <a:pt x="103259" y="399723"/>
                </a:lnTo>
                <a:cubicBezTo>
                  <a:pt x="83629" y="399723"/>
                  <a:pt x="67719" y="383813"/>
                  <a:pt x="67719" y="364237"/>
                </a:cubicBezTo>
                <a:lnTo>
                  <a:pt x="67719" y="316671"/>
                </a:lnTo>
                <a:cubicBezTo>
                  <a:pt x="67719" y="297041"/>
                  <a:pt x="83629" y="281131"/>
                  <a:pt x="103259" y="281131"/>
                </a:cubicBezTo>
                <a:close/>
                <a:moveTo>
                  <a:pt x="356782" y="281077"/>
                </a:moveTo>
                <a:cubicBezTo>
                  <a:pt x="361690" y="281077"/>
                  <a:pt x="365680" y="285068"/>
                  <a:pt x="365680" y="289976"/>
                </a:cubicBezTo>
                <a:lnTo>
                  <a:pt x="365680" y="390770"/>
                </a:lnTo>
                <a:cubicBezTo>
                  <a:pt x="365680" y="395678"/>
                  <a:pt x="361690" y="399669"/>
                  <a:pt x="356782" y="399669"/>
                </a:cubicBezTo>
                <a:cubicBezTo>
                  <a:pt x="351874" y="399669"/>
                  <a:pt x="347883" y="395678"/>
                  <a:pt x="347883" y="390770"/>
                </a:cubicBezTo>
                <a:lnTo>
                  <a:pt x="347883" y="314082"/>
                </a:lnTo>
                <a:cubicBezTo>
                  <a:pt x="343138" y="318828"/>
                  <a:pt x="337583" y="323736"/>
                  <a:pt x="331758" y="327187"/>
                </a:cubicBezTo>
                <a:cubicBezTo>
                  <a:pt x="327606" y="329614"/>
                  <a:pt x="322213" y="328320"/>
                  <a:pt x="319678" y="324167"/>
                </a:cubicBezTo>
                <a:cubicBezTo>
                  <a:pt x="317089" y="319960"/>
                  <a:pt x="318384" y="314514"/>
                  <a:pt x="322590" y="311925"/>
                </a:cubicBezTo>
                <a:cubicBezTo>
                  <a:pt x="328792" y="308204"/>
                  <a:pt x="335479" y="301679"/>
                  <a:pt x="340872" y="295530"/>
                </a:cubicBezTo>
                <a:cubicBezTo>
                  <a:pt x="343515" y="292564"/>
                  <a:pt x="345726" y="289868"/>
                  <a:pt x="347236" y="287873"/>
                </a:cubicBezTo>
                <a:cubicBezTo>
                  <a:pt x="347991" y="286955"/>
                  <a:pt x="348746" y="285931"/>
                  <a:pt x="349447" y="284960"/>
                </a:cubicBezTo>
                <a:cubicBezTo>
                  <a:pt x="349447" y="284960"/>
                  <a:pt x="349555" y="284798"/>
                  <a:pt x="349555" y="284798"/>
                </a:cubicBezTo>
                <a:cubicBezTo>
                  <a:pt x="351227" y="282480"/>
                  <a:pt x="353924" y="281077"/>
                  <a:pt x="356782" y="281077"/>
                </a:cubicBezTo>
                <a:close/>
                <a:moveTo>
                  <a:pt x="197636" y="281077"/>
                </a:moveTo>
                <a:cubicBezTo>
                  <a:pt x="202544" y="281077"/>
                  <a:pt x="206534" y="285068"/>
                  <a:pt x="206534" y="289976"/>
                </a:cubicBezTo>
                <a:lnTo>
                  <a:pt x="206534" y="390770"/>
                </a:lnTo>
                <a:cubicBezTo>
                  <a:pt x="206534" y="395678"/>
                  <a:pt x="202544" y="399669"/>
                  <a:pt x="197636" y="399669"/>
                </a:cubicBezTo>
                <a:cubicBezTo>
                  <a:pt x="192728" y="399669"/>
                  <a:pt x="188737" y="395678"/>
                  <a:pt x="188737" y="390770"/>
                </a:cubicBezTo>
                <a:lnTo>
                  <a:pt x="188737" y="314082"/>
                </a:lnTo>
                <a:cubicBezTo>
                  <a:pt x="183992" y="318828"/>
                  <a:pt x="178437" y="323736"/>
                  <a:pt x="172612" y="327187"/>
                </a:cubicBezTo>
                <a:cubicBezTo>
                  <a:pt x="168460" y="329614"/>
                  <a:pt x="163067" y="328320"/>
                  <a:pt x="160532" y="324167"/>
                </a:cubicBezTo>
                <a:cubicBezTo>
                  <a:pt x="157943" y="319960"/>
                  <a:pt x="159238" y="314514"/>
                  <a:pt x="163444" y="311925"/>
                </a:cubicBezTo>
                <a:cubicBezTo>
                  <a:pt x="169646" y="308204"/>
                  <a:pt x="176333" y="301679"/>
                  <a:pt x="181726" y="295530"/>
                </a:cubicBezTo>
                <a:cubicBezTo>
                  <a:pt x="184369" y="292564"/>
                  <a:pt x="186580" y="289868"/>
                  <a:pt x="188090" y="287873"/>
                </a:cubicBezTo>
                <a:cubicBezTo>
                  <a:pt x="188845" y="286955"/>
                  <a:pt x="189600" y="285931"/>
                  <a:pt x="190301" y="284960"/>
                </a:cubicBezTo>
                <a:cubicBezTo>
                  <a:pt x="190301" y="284960"/>
                  <a:pt x="190409" y="284798"/>
                  <a:pt x="190409" y="284798"/>
                </a:cubicBezTo>
                <a:cubicBezTo>
                  <a:pt x="192081" y="282480"/>
                  <a:pt x="194778" y="281077"/>
                  <a:pt x="197636" y="281077"/>
                </a:cubicBezTo>
                <a:close/>
                <a:moveTo>
                  <a:pt x="38436" y="281077"/>
                </a:moveTo>
                <a:cubicBezTo>
                  <a:pt x="43344" y="281077"/>
                  <a:pt x="47334" y="285068"/>
                  <a:pt x="47334" y="289976"/>
                </a:cubicBezTo>
                <a:lnTo>
                  <a:pt x="47334" y="390770"/>
                </a:lnTo>
                <a:cubicBezTo>
                  <a:pt x="47334" y="395678"/>
                  <a:pt x="43344" y="399669"/>
                  <a:pt x="38436" y="399669"/>
                </a:cubicBezTo>
                <a:cubicBezTo>
                  <a:pt x="33528" y="399669"/>
                  <a:pt x="29537" y="395678"/>
                  <a:pt x="29537" y="390770"/>
                </a:cubicBezTo>
                <a:lnTo>
                  <a:pt x="29537" y="314082"/>
                </a:lnTo>
                <a:cubicBezTo>
                  <a:pt x="24792" y="318828"/>
                  <a:pt x="19237" y="323736"/>
                  <a:pt x="13412" y="327187"/>
                </a:cubicBezTo>
                <a:cubicBezTo>
                  <a:pt x="9260" y="329614"/>
                  <a:pt x="3867" y="328320"/>
                  <a:pt x="1332" y="324167"/>
                </a:cubicBezTo>
                <a:cubicBezTo>
                  <a:pt x="-1257" y="319960"/>
                  <a:pt x="38" y="314514"/>
                  <a:pt x="4244" y="311925"/>
                </a:cubicBezTo>
                <a:cubicBezTo>
                  <a:pt x="10446" y="308204"/>
                  <a:pt x="17133" y="301679"/>
                  <a:pt x="22526" y="295530"/>
                </a:cubicBezTo>
                <a:cubicBezTo>
                  <a:pt x="25169" y="292564"/>
                  <a:pt x="27380" y="289868"/>
                  <a:pt x="28890" y="287873"/>
                </a:cubicBezTo>
                <a:cubicBezTo>
                  <a:pt x="29645" y="286955"/>
                  <a:pt x="30400" y="285931"/>
                  <a:pt x="31101" y="284960"/>
                </a:cubicBezTo>
                <a:cubicBezTo>
                  <a:pt x="31101" y="284960"/>
                  <a:pt x="31209" y="284798"/>
                  <a:pt x="31209" y="284798"/>
                </a:cubicBezTo>
                <a:cubicBezTo>
                  <a:pt x="32881" y="282480"/>
                  <a:pt x="35578" y="281077"/>
                  <a:pt x="38436" y="281077"/>
                </a:cubicBezTo>
                <a:close/>
                <a:moveTo>
                  <a:pt x="353923" y="158388"/>
                </a:moveTo>
                <a:cubicBezTo>
                  <a:pt x="344162" y="158388"/>
                  <a:pt x="336180" y="166369"/>
                  <a:pt x="336180" y="176131"/>
                </a:cubicBezTo>
                <a:lnTo>
                  <a:pt x="336180" y="223697"/>
                </a:lnTo>
                <a:cubicBezTo>
                  <a:pt x="336180" y="233458"/>
                  <a:pt x="344162" y="241386"/>
                  <a:pt x="353923" y="241386"/>
                </a:cubicBezTo>
                <a:lnTo>
                  <a:pt x="354030" y="241386"/>
                </a:lnTo>
                <a:cubicBezTo>
                  <a:pt x="363846" y="241386"/>
                  <a:pt x="371774" y="233458"/>
                  <a:pt x="371774" y="223697"/>
                </a:cubicBezTo>
                <a:lnTo>
                  <a:pt x="371774" y="176131"/>
                </a:lnTo>
                <a:cubicBezTo>
                  <a:pt x="371774" y="166369"/>
                  <a:pt x="363846" y="158388"/>
                  <a:pt x="354030" y="158388"/>
                </a:cubicBezTo>
                <a:close/>
                <a:moveTo>
                  <a:pt x="194722" y="158388"/>
                </a:moveTo>
                <a:cubicBezTo>
                  <a:pt x="184961" y="158388"/>
                  <a:pt x="176979" y="166369"/>
                  <a:pt x="176979" y="176131"/>
                </a:cubicBezTo>
                <a:lnTo>
                  <a:pt x="176979" y="223697"/>
                </a:lnTo>
                <a:cubicBezTo>
                  <a:pt x="176979" y="233458"/>
                  <a:pt x="184961" y="241386"/>
                  <a:pt x="194722" y="241386"/>
                </a:cubicBezTo>
                <a:lnTo>
                  <a:pt x="194830" y="241386"/>
                </a:lnTo>
                <a:cubicBezTo>
                  <a:pt x="204645" y="241386"/>
                  <a:pt x="212573" y="233458"/>
                  <a:pt x="212573" y="223697"/>
                </a:cubicBezTo>
                <a:lnTo>
                  <a:pt x="212573" y="176131"/>
                </a:lnTo>
                <a:cubicBezTo>
                  <a:pt x="212573" y="166369"/>
                  <a:pt x="204645" y="158388"/>
                  <a:pt x="194830" y="158388"/>
                </a:cubicBezTo>
                <a:close/>
                <a:moveTo>
                  <a:pt x="35577" y="158388"/>
                </a:moveTo>
                <a:cubicBezTo>
                  <a:pt x="25816" y="158388"/>
                  <a:pt x="17834" y="166369"/>
                  <a:pt x="17834" y="176131"/>
                </a:cubicBezTo>
                <a:lnTo>
                  <a:pt x="17834" y="223697"/>
                </a:lnTo>
                <a:cubicBezTo>
                  <a:pt x="17834" y="233458"/>
                  <a:pt x="25816" y="241386"/>
                  <a:pt x="35577" y="241386"/>
                </a:cubicBezTo>
                <a:lnTo>
                  <a:pt x="35685" y="241386"/>
                </a:lnTo>
                <a:cubicBezTo>
                  <a:pt x="45500" y="241386"/>
                  <a:pt x="53428" y="233458"/>
                  <a:pt x="53428" y="223697"/>
                </a:cubicBezTo>
                <a:lnTo>
                  <a:pt x="53428" y="176131"/>
                </a:lnTo>
                <a:cubicBezTo>
                  <a:pt x="53428" y="166369"/>
                  <a:pt x="45500" y="158388"/>
                  <a:pt x="35685" y="158388"/>
                </a:cubicBezTo>
                <a:close/>
                <a:moveTo>
                  <a:pt x="448300" y="140591"/>
                </a:moveTo>
                <a:cubicBezTo>
                  <a:pt x="453208" y="140591"/>
                  <a:pt x="457198" y="144582"/>
                  <a:pt x="457198" y="149489"/>
                </a:cubicBezTo>
                <a:lnTo>
                  <a:pt x="457198" y="250285"/>
                </a:lnTo>
                <a:cubicBezTo>
                  <a:pt x="457198" y="255192"/>
                  <a:pt x="453208" y="259183"/>
                  <a:pt x="448300" y="259183"/>
                </a:cubicBezTo>
                <a:cubicBezTo>
                  <a:pt x="443392" y="259183"/>
                  <a:pt x="439401" y="255192"/>
                  <a:pt x="439401" y="250285"/>
                </a:cubicBezTo>
                <a:lnTo>
                  <a:pt x="439401" y="173596"/>
                </a:lnTo>
                <a:cubicBezTo>
                  <a:pt x="434656" y="178342"/>
                  <a:pt x="429101" y="183250"/>
                  <a:pt x="423276" y="186701"/>
                </a:cubicBezTo>
                <a:cubicBezTo>
                  <a:pt x="419124" y="189128"/>
                  <a:pt x="413731" y="187834"/>
                  <a:pt x="411196" y="183681"/>
                </a:cubicBezTo>
                <a:cubicBezTo>
                  <a:pt x="408607" y="179474"/>
                  <a:pt x="409902" y="174028"/>
                  <a:pt x="414108" y="171439"/>
                </a:cubicBezTo>
                <a:cubicBezTo>
                  <a:pt x="420310" y="167718"/>
                  <a:pt x="426997" y="161193"/>
                  <a:pt x="432390" y="155044"/>
                </a:cubicBezTo>
                <a:cubicBezTo>
                  <a:pt x="435033" y="152078"/>
                  <a:pt x="437244" y="149382"/>
                  <a:pt x="438754" y="147387"/>
                </a:cubicBezTo>
                <a:cubicBezTo>
                  <a:pt x="439509" y="146469"/>
                  <a:pt x="440264" y="145445"/>
                  <a:pt x="440965" y="144474"/>
                </a:cubicBezTo>
                <a:cubicBezTo>
                  <a:pt x="440965" y="144474"/>
                  <a:pt x="441073" y="144312"/>
                  <a:pt x="441073" y="144312"/>
                </a:cubicBezTo>
                <a:cubicBezTo>
                  <a:pt x="442745" y="141994"/>
                  <a:pt x="445442" y="140591"/>
                  <a:pt x="448300" y="140591"/>
                </a:cubicBezTo>
                <a:close/>
                <a:moveTo>
                  <a:pt x="353923" y="140591"/>
                </a:moveTo>
                <a:lnTo>
                  <a:pt x="354030" y="140591"/>
                </a:lnTo>
                <a:cubicBezTo>
                  <a:pt x="373661" y="140591"/>
                  <a:pt x="389570" y="156501"/>
                  <a:pt x="389570" y="176131"/>
                </a:cubicBezTo>
                <a:lnTo>
                  <a:pt x="389570" y="223697"/>
                </a:lnTo>
                <a:cubicBezTo>
                  <a:pt x="389570" y="243273"/>
                  <a:pt x="373661" y="259183"/>
                  <a:pt x="354030" y="259183"/>
                </a:cubicBezTo>
                <a:lnTo>
                  <a:pt x="353923" y="259183"/>
                </a:lnTo>
                <a:cubicBezTo>
                  <a:pt x="334292" y="259183"/>
                  <a:pt x="318383" y="243273"/>
                  <a:pt x="318383" y="223697"/>
                </a:cubicBezTo>
                <a:lnTo>
                  <a:pt x="318383" y="176131"/>
                </a:lnTo>
                <a:cubicBezTo>
                  <a:pt x="318383" y="156501"/>
                  <a:pt x="334292" y="140591"/>
                  <a:pt x="353923" y="140591"/>
                </a:cubicBezTo>
                <a:close/>
                <a:moveTo>
                  <a:pt x="194722" y="140591"/>
                </a:moveTo>
                <a:lnTo>
                  <a:pt x="194830" y="140591"/>
                </a:lnTo>
                <a:cubicBezTo>
                  <a:pt x="214460" y="140591"/>
                  <a:pt x="230370" y="156501"/>
                  <a:pt x="230370" y="176131"/>
                </a:cubicBezTo>
                <a:lnTo>
                  <a:pt x="230370" y="223697"/>
                </a:lnTo>
                <a:cubicBezTo>
                  <a:pt x="230370" y="243273"/>
                  <a:pt x="214460" y="259183"/>
                  <a:pt x="194830" y="259183"/>
                </a:cubicBezTo>
                <a:lnTo>
                  <a:pt x="194722" y="259183"/>
                </a:lnTo>
                <a:cubicBezTo>
                  <a:pt x="175092" y="259183"/>
                  <a:pt x="159182" y="243273"/>
                  <a:pt x="159182" y="223697"/>
                </a:cubicBezTo>
                <a:lnTo>
                  <a:pt x="159182" y="176131"/>
                </a:lnTo>
                <a:cubicBezTo>
                  <a:pt x="159182" y="156501"/>
                  <a:pt x="175092" y="140591"/>
                  <a:pt x="194722" y="140591"/>
                </a:cubicBezTo>
                <a:close/>
                <a:moveTo>
                  <a:pt x="35577" y="140591"/>
                </a:moveTo>
                <a:lnTo>
                  <a:pt x="35685" y="140591"/>
                </a:lnTo>
                <a:cubicBezTo>
                  <a:pt x="55315" y="140591"/>
                  <a:pt x="71225" y="156501"/>
                  <a:pt x="71225" y="176131"/>
                </a:cubicBezTo>
                <a:lnTo>
                  <a:pt x="71225" y="223697"/>
                </a:lnTo>
                <a:cubicBezTo>
                  <a:pt x="71225" y="243273"/>
                  <a:pt x="55315" y="259183"/>
                  <a:pt x="35685" y="259183"/>
                </a:cubicBezTo>
                <a:lnTo>
                  <a:pt x="35577" y="259183"/>
                </a:lnTo>
                <a:cubicBezTo>
                  <a:pt x="15947" y="259183"/>
                  <a:pt x="37" y="243273"/>
                  <a:pt x="37" y="223697"/>
                </a:cubicBezTo>
                <a:lnTo>
                  <a:pt x="37" y="176131"/>
                </a:lnTo>
                <a:cubicBezTo>
                  <a:pt x="37" y="156501"/>
                  <a:pt x="15947" y="140591"/>
                  <a:pt x="35577" y="140591"/>
                </a:cubicBezTo>
                <a:close/>
                <a:moveTo>
                  <a:pt x="289154" y="140537"/>
                </a:moveTo>
                <a:cubicBezTo>
                  <a:pt x="294062" y="140537"/>
                  <a:pt x="298052" y="144528"/>
                  <a:pt x="298052" y="149435"/>
                </a:cubicBezTo>
                <a:lnTo>
                  <a:pt x="298052" y="250230"/>
                </a:lnTo>
                <a:cubicBezTo>
                  <a:pt x="298052" y="255138"/>
                  <a:pt x="294062" y="259129"/>
                  <a:pt x="289154" y="259129"/>
                </a:cubicBezTo>
                <a:cubicBezTo>
                  <a:pt x="284246" y="259129"/>
                  <a:pt x="280255" y="255138"/>
                  <a:pt x="280255" y="250230"/>
                </a:cubicBezTo>
                <a:lnTo>
                  <a:pt x="280255" y="173542"/>
                </a:lnTo>
                <a:cubicBezTo>
                  <a:pt x="275510" y="178288"/>
                  <a:pt x="269955" y="183196"/>
                  <a:pt x="264130" y="186647"/>
                </a:cubicBezTo>
                <a:cubicBezTo>
                  <a:pt x="259978" y="189074"/>
                  <a:pt x="254585" y="187780"/>
                  <a:pt x="252050" y="183627"/>
                </a:cubicBezTo>
                <a:cubicBezTo>
                  <a:pt x="249461" y="179420"/>
                  <a:pt x="250756" y="173974"/>
                  <a:pt x="254962" y="171385"/>
                </a:cubicBezTo>
                <a:cubicBezTo>
                  <a:pt x="261164" y="167664"/>
                  <a:pt x="267851" y="161139"/>
                  <a:pt x="273244" y="154990"/>
                </a:cubicBezTo>
                <a:cubicBezTo>
                  <a:pt x="275887" y="152024"/>
                  <a:pt x="278098" y="149328"/>
                  <a:pt x="279608" y="147332"/>
                </a:cubicBezTo>
                <a:cubicBezTo>
                  <a:pt x="280363" y="146415"/>
                  <a:pt x="281118" y="145391"/>
                  <a:pt x="281819" y="144420"/>
                </a:cubicBezTo>
                <a:cubicBezTo>
                  <a:pt x="281819" y="144420"/>
                  <a:pt x="281927" y="144258"/>
                  <a:pt x="281927" y="144258"/>
                </a:cubicBezTo>
                <a:cubicBezTo>
                  <a:pt x="283599" y="141939"/>
                  <a:pt x="286296" y="140537"/>
                  <a:pt x="289154" y="140537"/>
                </a:cubicBezTo>
                <a:close/>
                <a:moveTo>
                  <a:pt x="129953" y="140537"/>
                </a:moveTo>
                <a:cubicBezTo>
                  <a:pt x="134861" y="140537"/>
                  <a:pt x="138851" y="144528"/>
                  <a:pt x="138851" y="149435"/>
                </a:cubicBezTo>
                <a:lnTo>
                  <a:pt x="138851" y="250230"/>
                </a:lnTo>
                <a:cubicBezTo>
                  <a:pt x="138851" y="255138"/>
                  <a:pt x="134861" y="259129"/>
                  <a:pt x="129953" y="259129"/>
                </a:cubicBezTo>
                <a:cubicBezTo>
                  <a:pt x="125045" y="259129"/>
                  <a:pt x="121054" y="255138"/>
                  <a:pt x="121054" y="250230"/>
                </a:cubicBezTo>
                <a:lnTo>
                  <a:pt x="121054" y="173542"/>
                </a:lnTo>
                <a:cubicBezTo>
                  <a:pt x="116309" y="178288"/>
                  <a:pt x="110754" y="183196"/>
                  <a:pt x="104929" y="186647"/>
                </a:cubicBezTo>
                <a:cubicBezTo>
                  <a:pt x="100777" y="189074"/>
                  <a:pt x="95384" y="187780"/>
                  <a:pt x="92849" y="183627"/>
                </a:cubicBezTo>
                <a:cubicBezTo>
                  <a:pt x="90260" y="179420"/>
                  <a:pt x="91555" y="173974"/>
                  <a:pt x="95761" y="171385"/>
                </a:cubicBezTo>
                <a:cubicBezTo>
                  <a:pt x="101963" y="167664"/>
                  <a:pt x="108650" y="161139"/>
                  <a:pt x="114043" y="154990"/>
                </a:cubicBezTo>
                <a:cubicBezTo>
                  <a:pt x="116686" y="152024"/>
                  <a:pt x="118897" y="149328"/>
                  <a:pt x="120407" y="147332"/>
                </a:cubicBezTo>
                <a:cubicBezTo>
                  <a:pt x="121162" y="146415"/>
                  <a:pt x="121917" y="145391"/>
                  <a:pt x="122618" y="144420"/>
                </a:cubicBezTo>
                <a:cubicBezTo>
                  <a:pt x="122618" y="144420"/>
                  <a:pt x="122726" y="144258"/>
                  <a:pt x="122726" y="144258"/>
                </a:cubicBezTo>
                <a:cubicBezTo>
                  <a:pt x="124398" y="141939"/>
                  <a:pt x="127095" y="140537"/>
                  <a:pt x="129953" y="140537"/>
                </a:cubicBezTo>
                <a:close/>
                <a:moveTo>
                  <a:pt x="103262" y="17851"/>
                </a:moveTo>
                <a:cubicBezTo>
                  <a:pt x="93447" y="17851"/>
                  <a:pt x="85519" y="25832"/>
                  <a:pt x="85519" y="35594"/>
                </a:cubicBezTo>
                <a:lnTo>
                  <a:pt x="85519" y="83160"/>
                </a:lnTo>
                <a:cubicBezTo>
                  <a:pt x="85519" y="92921"/>
                  <a:pt x="93447" y="100849"/>
                  <a:pt x="103262" y="100849"/>
                </a:cubicBezTo>
                <a:lnTo>
                  <a:pt x="103370" y="100849"/>
                </a:lnTo>
                <a:cubicBezTo>
                  <a:pt x="113131" y="100849"/>
                  <a:pt x="121113" y="92921"/>
                  <a:pt x="121113" y="83160"/>
                </a:cubicBezTo>
                <a:lnTo>
                  <a:pt x="121113" y="35594"/>
                </a:lnTo>
                <a:cubicBezTo>
                  <a:pt x="121113" y="25832"/>
                  <a:pt x="113131" y="17851"/>
                  <a:pt x="103370" y="17851"/>
                </a:cubicBezTo>
                <a:close/>
                <a:moveTo>
                  <a:pt x="262406" y="17849"/>
                </a:moveTo>
                <a:cubicBezTo>
                  <a:pt x="252591" y="17849"/>
                  <a:pt x="244663" y="25830"/>
                  <a:pt x="244663" y="35592"/>
                </a:cubicBezTo>
                <a:lnTo>
                  <a:pt x="244663" y="83158"/>
                </a:lnTo>
                <a:cubicBezTo>
                  <a:pt x="244663" y="92919"/>
                  <a:pt x="252591" y="100847"/>
                  <a:pt x="262406" y="100847"/>
                </a:cubicBezTo>
                <a:lnTo>
                  <a:pt x="262514" y="100847"/>
                </a:lnTo>
                <a:cubicBezTo>
                  <a:pt x="272275" y="100847"/>
                  <a:pt x="280257" y="92919"/>
                  <a:pt x="280257" y="83158"/>
                </a:cubicBezTo>
                <a:lnTo>
                  <a:pt x="280257" y="35592"/>
                </a:lnTo>
                <a:cubicBezTo>
                  <a:pt x="280257" y="25830"/>
                  <a:pt x="272275" y="17849"/>
                  <a:pt x="262514" y="17849"/>
                </a:cubicBezTo>
                <a:close/>
                <a:moveTo>
                  <a:pt x="421552" y="17848"/>
                </a:moveTo>
                <a:cubicBezTo>
                  <a:pt x="411737" y="17848"/>
                  <a:pt x="403809" y="25829"/>
                  <a:pt x="403809" y="35591"/>
                </a:cubicBezTo>
                <a:lnTo>
                  <a:pt x="403809" y="83157"/>
                </a:lnTo>
                <a:cubicBezTo>
                  <a:pt x="403809" y="92918"/>
                  <a:pt x="411737" y="100846"/>
                  <a:pt x="421552" y="100846"/>
                </a:cubicBezTo>
                <a:lnTo>
                  <a:pt x="421660" y="100846"/>
                </a:lnTo>
                <a:cubicBezTo>
                  <a:pt x="431421" y="100846"/>
                  <a:pt x="439403" y="92918"/>
                  <a:pt x="439403" y="83157"/>
                </a:cubicBezTo>
                <a:lnTo>
                  <a:pt x="439403" y="35591"/>
                </a:lnTo>
                <a:cubicBezTo>
                  <a:pt x="439403" y="25829"/>
                  <a:pt x="431421" y="17848"/>
                  <a:pt x="421660" y="17848"/>
                </a:cubicBezTo>
                <a:close/>
                <a:moveTo>
                  <a:pt x="197639" y="54"/>
                </a:moveTo>
                <a:cubicBezTo>
                  <a:pt x="202547" y="54"/>
                  <a:pt x="206537" y="4045"/>
                  <a:pt x="206537" y="8952"/>
                </a:cubicBezTo>
                <a:lnTo>
                  <a:pt x="206537" y="109747"/>
                </a:lnTo>
                <a:cubicBezTo>
                  <a:pt x="206537" y="114655"/>
                  <a:pt x="202547" y="118646"/>
                  <a:pt x="197639" y="118646"/>
                </a:cubicBezTo>
                <a:cubicBezTo>
                  <a:pt x="192731" y="118646"/>
                  <a:pt x="188740" y="114655"/>
                  <a:pt x="188740" y="109747"/>
                </a:cubicBezTo>
                <a:lnTo>
                  <a:pt x="188740" y="33059"/>
                </a:lnTo>
                <a:cubicBezTo>
                  <a:pt x="183995" y="37805"/>
                  <a:pt x="178440" y="42713"/>
                  <a:pt x="172615" y="46164"/>
                </a:cubicBezTo>
                <a:cubicBezTo>
                  <a:pt x="168463" y="48591"/>
                  <a:pt x="163070" y="47297"/>
                  <a:pt x="160535" y="43144"/>
                </a:cubicBezTo>
                <a:cubicBezTo>
                  <a:pt x="157946" y="38937"/>
                  <a:pt x="159241" y="33491"/>
                  <a:pt x="163447" y="30902"/>
                </a:cubicBezTo>
                <a:cubicBezTo>
                  <a:pt x="169649" y="27181"/>
                  <a:pt x="176336" y="20656"/>
                  <a:pt x="181729" y="14507"/>
                </a:cubicBezTo>
                <a:cubicBezTo>
                  <a:pt x="184372" y="11541"/>
                  <a:pt x="186583" y="8845"/>
                  <a:pt x="188093" y="6850"/>
                </a:cubicBezTo>
                <a:cubicBezTo>
                  <a:pt x="188848" y="5932"/>
                  <a:pt x="189603" y="4908"/>
                  <a:pt x="190304" y="3937"/>
                </a:cubicBezTo>
                <a:cubicBezTo>
                  <a:pt x="190304" y="3937"/>
                  <a:pt x="190412" y="3775"/>
                  <a:pt x="190412" y="3775"/>
                </a:cubicBezTo>
                <a:cubicBezTo>
                  <a:pt x="192084" y="1457"/>
                  <a:pt x="194781" y="54"/>
                  <a:pt x="197639" y="54"/>
                </a:cubicBezTo>
                <a:close/>
                <a:moveTo>
                  <a:pt x="103262" y="54"/>
                </a:moveTo>
                <a:lnTo>
                  <a:pt x="103370" y="54"/>
                </a:lnTo>
                <a:cubicBezTo>
                  <a:pt x="123000" y="54"/>
                  <a:pt x="138910" y="15964"/>
                  <a:pt x="138910" y="35594"/>
                </a:cubicBezTo>
                <a:lnTo>
                  <a:pt x="138910" y="83160"/>
                </a:lnTo>
                <a:cubicBezTo>
                  <a:pt x="138910" y="102736"/>
                  <a:pt x="123000" y="118646"/>
                  <a:pt x="103370" y="118646"/>
                </a:cubicBezTo>
                <a:lnTo>
                  <a:pt x="103262" y="118646"/>
                </a:lnTo>
                <a:cubicBezTo>
                  <a:pt x="83632" y="118646"/>
                  <a:pt x="67722" y="102736"/>
                  <a:pt x="67722" y="83160"/>
                </a:cubicBezTo>
                <a:lnTo>
                  <a:pt x="67722" y="35594"/>
                </a:lnTo>
                <a:cubicBezTo>
                  <a:pt x="67722" y="15964"/>
                  <a:pt x="83632" y="54"/>
                  <a:pt x="103262" y="54"/>
                </a:cubicBezTo>
                <a:close/>
                <a:moveTo>
                  <a:pt x="356784" y="53"/>
                </a:moveTo>
                <a:cubicBezTo>
                  <a:pt x="361692" y="53"/>
                  <a:pt x="365682" y="4044"/>
                  <a:pt x="365682" y="8951"/>
                </a:cubicBezTo>
                <a:lnTo>
                  <a:pt x="365682" y="109746"/>
                </a:lnTo>
                <a:cubicBezTo>
                  <a:pt x="365682" y="114654"/>
                  <a:pt x="361692" y="118645"/>
                  <a:pt x="356784" y="118645"/>
                </a:cubicBezTo>
                <a:cubicBezTo>
                  <a:pt x="351876" y="118645"/>
                  <a:pt x="347885" y="114654"/>
                  <a:pt x="347885" y="109746"/>
                </a:cubicBezTo>
                <a:lnTo>
                  <a:pt x="347885" y="33058"/>
                </a:lnTo>
                <a:cubicBezTo>
                  <a:pt x="343140" y="37804"/>
                  <a:pt x="337585" y="42712"/>
                  <a:pt x="331760" y="46163"/>
                </a:cubicBezTo>
                <a:cubicBezTo>
                  <a:pt x="327608" y="48590"/>
                  <a:pt x="322215" y="47296"/>
                  <a:pt x="319680" y="43143"/>
                </a:cubicBezTo>
                <a:cubicBezTo>
                  <a:pt x="317091" y="38936"/>
                  <a:pt x="318386" y="33490"/>
                  <a:pt x="322592" y="30901"/>
                </a:cubicBezTo>
                <a:cubicBezTo>
                  <a:pt x="328794" y="27180"/>
                  <a:pt x="335481" y="20655"/>
                  <a:pt x="340874" y="14506"/>
                </a:cubicBezTo>
                <a:cubicBezTo>
                  <a:pt x="343517" y="11540"/>
                  <a:pt x="345728" y="8844"/>
                  <a:pt x="347238" y="6849"/>
                </a:cubicBezTo>
                <a:cubicBezTo>
                  <a:pt x="347993" y="5931"/>
                  <a:pt x="348748" y="4907"/>
                  <a:pt x="349449" y="3936"/>
                </a:cubicBezTo>
                <a:cubicBezTo>
                  <a:pt x="349449" y="3936"/>
                  <a:pt x="349557" y="3774"/>
                  <a:pt x="349557" y="3774"/>
                </a:cubicBezTo>
                <a:cubicBezTo>
                  <a:pt x="351229" y="1456"/>
                  <a:pt x="353926" y="53"/>
                  <a:pt x="356784" y="53"/>
                </a:cubicBezTo>
                <a:close/>
                <a:moveTo>
                  <a:pt x="262406" y="52"/>
                </a:moveTo>
                <a:lnTo>
                  <a:pt x="262514" y="52"/>
                </a:lnTo>
                <a:cubicBezTo>
                  <a:pt x="282144" y="52"/>
                  <a:pt x="298054" y="15962"/>
                  <a:pt x="298054" y="35592"/>
                </a:cubicBezTo>
                <a:lnTo>
                  <a:pt x="298054" y="83158"/>
                </a:lnTo>
                <a:cubicBezTo>
                  <a:pt x="298054" y="102734"/>
                  <a:pt x="282144" y="118644"/>
                  <a:pt x="262514" y="118644"/>
                </a:cubicBezTo>
                <a:lnTo>
                  <a:pt x="262406" y="118644"/>
                </a:lnTo>
                <a:cubicBezTo>
                  <a:pt x="242776" y="118644"/>
                  <a:pt x="226866" y="102734"/>
                  <a:pt x="226866" y="83158"/>
                </a:cubicBezTo>
                <a:lnTo>
                  <a:pt x="226866" y="35592"/>
                </a:lnTo>
                <a:cubicBezTo>
                  <a:pt x="226866" y="15962"/>
                  <a:pt x="242776" y="52"/>
                  <a:pt x="262406" y="52"/>
                </a:cubicBezTo>
                <a:close/>
                <a:moveTo>
                  <a:pt x="421552" y="51"/>
                </a:moveTo>
                <a:lnTo>
                  <a:pt x="421660" y="51"/>
                </a:lnTo>
                <a:cubicBezTo>
                  <a:pt x="441290" y="51"/>
                  <a:pt x="457200" y="15961"/>
                  <a:pt x="457200" y="35591"/>
                </a:cubicBezTo>
                <a:lnTo>
                  <a:pt x="457200" y="83157"/>
                </a:lnTo>
                <a:cubicBezTo>
                  <a:pt x="457200" y="102733"/>
                  <a:pt x="441290" y="118643"/>
                  <a:pt x="421660" y="118643"/>
                </a:cubicBezTo>
                <a:lnTo>
                  <a:pt x="421552" y="118643"/>
                </a:lnTo>
                <a:cubicBezTo>
                  <a:pt x="401922" y="118643"/>
                  <a:pt x="386012" y="102733"/>
                  <a:pt x="386012" y="83157"/>
                </a:cubicBezTo>
                <a:lnTo>
                  <a:pt x="386012" y="35591"/>
                </a:lnTo>
                <a:cubicBezTo>
                  <a:pt x="386012" y="15961"/>
                  <a:pt x="401922" y="51"/>
                  <a:pt x="421552" y="51"/>
                </a:cubicBezTo>
                <a:close/>
                <a:moveTo>
                  <a:pt x="38439" y="0"/>
                </a:moveTo>
                <a:cubicBezTo>
                  <a:pt x="43346" y="0"/>
                  <a:pt x="47337" y="3991"/>
                  <a:pt x="47337" y="8898"/>
                </a:cubicBezTo>
                <a:lnTo>
                  <a:pt x="47337" y="109693"/>
                </a:lnTo>
                <a:cubicBezTo>
                  <a:pt x="47337" y="114601"/>
                  <a:pt x="43346" y="118592"/>
                  <a:pt x="38439" y="118592"/>
                </a:cubicBezTo>
                <a:cubicBezTo>
                  <a:pt x="33531" y="118592"/>
                  <a:pt x="29540" y="114601"/>
                  <a:pt x="29540" y="109693"/>
                </a:cubicBezTo>
                <a:lnTo>
                  <a:pt x="29540" y="33005"/>
                </a:lnTo>
                <a:cubicBezTo>
                  <a:pt x="24794" y="37751"/>
                  <a:pt x="19239" y="42659"/>
                  <a:pt x="13415" y="46110"/>
                </a:cubicBezTo>
                <a:cubicBezTo>
                  <a:pt x="9263" y="48537"/>
                  <a:pt x="3870" y="47243"/>
                  <a:pt x="1335" y="43090"/>
                </a:cubicBezTo>
                <a:cubicBezTo>
                  <a:pt x="-1254" y="38883"/>
                  <a:pt x="40" y="33437"/>
                  <a:pt x="4247" y="30848"/>
                </a:cubicBezTo>
                <a:cubicBezTo>
                  <a:pt x="10449" y="27127"/>
                  <a:pt x="17136" y="20601"/>
                  <a:pt x="22529" y="14453"/>
                </a:cubicBezTo>
                <a:cubicBezTo>
                  <a:pt x="25171" y="11487"/>
                  <a:pt x="27383" y="8791"/>
                  <a:pt x="28893" y="6795"/>
                </a:cubicBezTo>
                <a:cubicBezTo>
                  <a:pt x="29648" y="5878"/>
                  <a:pt x="30403" y="4854"/>
                  <a:pt x="31104" y="3883"/>
                </a:cubicBezTo>
                <a:cubicBezTo>
                  <a:pt x="31104" y="3883"/>
                  <a:pt x="31212" y="3721"/>
                  <a:pt x="31212" y="3721"/>
                </a:cubicBezTo>
                <a:cubicBezTo>
                  <a:pt x="32884" y="1402"/>
                  <a:pt x="35580" y="0"/>
                  <a:pt x="38439" y="0"/>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noProof="0">
              <a:solidFill>
                <a:srgbClr val="000000"/>
              </a:solidFill>
              <a:latin typeface="+mj-lt"/>
            </a:endParaRPr>
          </a:p>
        </p:txBody>
      </p:sp>
      <p:sp>
        <p:nvSpPr>
          <p:cNvPr id="207" name="Freeform: Shape 206" descr="Icon of an arrow moving from point circle on the bottom left to top right with two cross marks">
            <a:extLst>
              <a:ext uri="{FF2B5EF4-FFF2-40B4-BE49-F238E27FC236}">
                <a16:creationId xmlns:a16="http://schemas.microsoft.com/office/drawing/2014/main" id="{AD3A7643-6010-655A-2712-5AF665F3FEB4}"/>
              </a:ext>
            </a:extLst>
          </p:cNvPr>
          <p:cNvSpPr>
            <a:spLocks noChangeAspect="1"/>
          </p:cNvSpPr>
          <p:nvPr/>
        </p:nvSpPr>
        <p:spPr>
          <a:xfrm>
            <a:off x="1482987" y="1580020"/>
            <a:ext cx="227268" cy="227244"/>
          </a:xfrm>
          <a:custGeom>
            <a:avLst/>
            <a:gdLst>
              <a:gd name="connsiteX0" fmla="*/ 125635 w 765566"/>
              <a:gd name="connsiteY0" fmla="*/ 561137 h 765489"/>
              <a:gd name="connsiteX1" fmla="*/ 47149 w 765566"/>
              <a:gd name="connsiteY1" fmla="*/ 639718 h 765489"/>
              <a:gd name="connsiteX2" fmla="*/ 125635 w 765566"/>
              <a:gd name="connsiteY2" fmla="*/ 718299 h 765489"/>
              <a:gd name="connsiteX3" fmla="*/ 204216 w 765566"/>
              <a:gd name="connsiteY3" fmla="*/ 639718 h 765489"/>
              <a:gd name="connsiteX4" fmla="*/ 125635 w 765566"/>
              <a:gd name="connsiteY4" fmla="*/ 561137 h 765489"/>
              <a:gd name="connsiteX5" fmla="*/ 482977 w 765566"/>
              <a:gd name="connsiteY5" fmla="*/ 451741 h 765489"/>
              <a:gd name="connsiteX6" fmla="*/ 505491 w 765566"/>
              <a:gd name="connsiteY6" fmla="*/ 458266 h 765489"/>
              <a:gd name="connsiteX7" fmla="*/ 509302 w 765566"/>
              <a:gd name="connsiteY7" fmla="*/ 461504 h 765489"/>
              <a:gd name="connsiteX8" fmla="*/ 608838 w 765566"/>
              <a:gd name="connsiteY8" fmla="*/ 561041 h 765489"/>
              <a:gd name="connsiteX9" fmla="*/ 708374 w 765566"/>
              <a:gd name="connsiteY9" fmla="*/ 461599 h 765489"/>
              <a:gd name="connsiteX10" fmla="*/ 752094 w 765566"/>
              <a:gd name="connsiteY10" fmla="*/ 458361 h 765489"/>
              <a:gd name="connsiteX11" fmla="*/ 751903 w 765566"/>
              <a:gd name="connsiteY11" fmla="*/ 458171 h 765489"/>
              <a:gd name="connsiteX12" fmla="*/ 755713 w 765566"/>
              <a:gd name="connsiteY12" fmla="*/ 461409 h 765489"/>
              <a:gd name="connsiteX13" fmla="*/ 758952 w 765566"/>
              <a:gd name="connsiteY13" fmla="*/ 505224 h 765489"/>
              <a:gd name="connsiteX14" fmla="*/ 755713 w 765566"/>
              <a:gd name="connsiteY14" fmla="*/ 509034 h 765489"/>
              <a:gd name="connsiteX15" fmla="*/ 656177 w 765566"/>
              <a:gd name="connsiteY15" fmla="*/ 608570 h 765489"/>
              <a:gd name="connsiteX16" fmla="*/ 755713 w 765566"/>
              <a:gd name="connsiteY16" fmla="*/ 708107 h 765489"/>
              <a:gd name="connsiteX17" fmla="*/ 758952 w 765566"/>
              <a:gd name="connsiteY17" fmla="*/ 751826 h 765489"/>
              <a:gd name="connsiteX18" fmla="*/ 755713 w 765566"/>
              <a:gd name="connsiteY18" fmla="*/ 755636 h 765489"/>
              <a:gd name="connsiteX19" fmla="*/ 711898 w 765566"/>
              <a:gd name="connsiteY19" fmla="*/ 758875 h 765489"/>
              <a:gd name="connsiteX20" fmla="*/ 708088 w 765566"/>
              <a:gd name="connsiteY20" fmla="*/ 755636 h 765489"/>
              <a:gd name="connsiteX21" fmla="*/ 608552 w 765566"/>
              <a:gd name="connsiteY21" fmla="*/ 656100 h 765489"/>
              <a:gd name="connsiteX22" fmla="*/ 509111 w 765566"/>
              <a:gd name="connsiteY22" fmla="*/ 755636 h 765489"/>
              <a:gd name="connsiteX23" fmla="*/ 465391 w 765566"/>
              <a:gd name="connsiteY23" fmla="*/ 758875 h 765489"/>
              <a:gd name="connsiteX24" fmla="*/ 461581 w 765566"/>
              <a:gd name="connsiteY24" fmla="*/ 755636 h 765489"/>
              <a:gd name="connsiteX25" fmla="*/ 458343 w 765566"/>
              <a:gd name="connsiteY25" fmla="*/ 711821 h 765489"/>
              <a:gd name="connsiteX26" fmla="*/ 461581 w 765566"/>
              <a:gd name="connsiteY26" fmla="*/ 708011 h 765489"/>
              <a:gd name="connsiteX27" fmla="*/ 561118 w 765566"/>
              <a:gd name="connsiteY27" fmla="*/ 608475 h 765489"/>
              <a:gd name="connsiteX28" fmla="*/ 461677 w 765566"/>
              <a:gd name="connsiteY28" fmla="*/ 509034 h 765489"/>
              <a:gd name="connsiteX29" fmla="*/ 458438 w 765566"/>
              <a:gd name="connsiteY29" fmla="*/ 465314 h 765489"/>
              <a:gd name="connsiteX30" fmla="*/ 461677 w 765566"/>
              <a:gd name="connsiteY30" fmla="*/ 461504 h 765489"/>
              <a:gd name="connsiteX31" fmla="*/ 482977 w 765566"/>
              <a:gd name="connsiteY31" fmla="*/ 451741 h 765489"/>
              <a:gd name="connsiteX32" fmla="*/ 31301 w 765566"/>
              <a:gd name="connsiteY32" fmla="*/ 161 h 765489"/>
              <a:gd name="connsiteX33" fmla="*/ 53816 w 765566"/>
              <a:gd name="connsiteY33" fmla="*/ 6686 h 765489"/>
              <a:gd name="connsiteX34" fmla="*/ 57625 w 765566"/>
              <a:gd name="connsiteY34" fmla="*/ 9924 h 765489"/>
              <a:gd name="connsiteX35" fmla="*/ 157162 w 765566"/>
              <a:gd name="connsiteY35" fmla="*/ 109461 h 765489"/>
              <a:gd name="connsiteX36" fmla="*/ 256698 w 765566"/>
              <a:gd name="connsiteY36" fmla="*/ 10019 h 765489"/>
              <a:gd name="connsiteX37" fmla="*/ 300418 w 765566"/>
              <a:gd name="connsiteY37" fmla="*/ 6781 h 765489"/>
              <a:gd name="connsiteX38" fmla="*/ 300227 w 765566"/>
              <a:gd name="connsiteY38" fmla="*/ 6591 h 765489"/>
              <a:gd name="connsiteX39" fmla="*/ 304037 w 765566"/>
              <a:gd name="connsiteY39" fmla="*/ 9829 h 765489"/>
              <a:gd name="connsiteX40" fmla="*/ 307276 w 765566"/>
              <a:gd name="connsiteY40" fmla="*/ 53644 h 765489"/>
              <a:gd name="connsiteX41" fmla="*/ 304037 w 765566"/>
              <a:gd name="connsiteY41" fmla="*/ 57454 h 765489"/>
              <a:gd name="connsiteX42" fmla="*/ 204501 w 765566"/>
              <a:gd name="connsiteY42" fmla="*/ 156990 h 765489"/>
              <a:gd name="connsiteX43" fmla="*/ 304037 w 765566"/>
              <a:gd name="connsiteY43" fmla="*/ 256526 h 765489"/>
              <a:gd name="connsiteX44" fmla="*/ 307276 w 765566"/>
              <a:gd name="connsiteY44" fmla="*/ 300246 h 765489"/>
              <a:gd name="connsiteX45" fmla="*/ 304037 w 765566"/>
              <a:gd name="connsiteY45" fmla="*/ 304056 h 765489"/>
              <a:gd name="connsiteX46" fmla="*/ 260222 w 765566"/>
              <a:gd name="connsiteY46" fmla="*/ 307295 h 765489"/>
              <a:gd name="connsiteX47" fmla="*/ 256412 w 765566"/>
              <a:gd name="connsiteY47" fmla="*/ 304056 h 765489"/>
              <a:gd name="connsiteX48" fmla="*/ 156876 w 765566"/>
              <a:gd name="connsiteY48" fmla="*/ 204520 h 765489"/>
              <a:gd name="connsiteX49" fmla="*/ 57435 w 765566"/>
              <a:gd name="connsiteY49" fmla="*/ 304056 h 765489"/>
              <a:gd name="connsiteX50" fmla="*/ 13715 w 765566"/>
              <a:gd name="connsiteY50" fmla="*/ 307295 h 765489"/>
              <a:gd name="connsiteX51" fmla="*/ 9905 w 765566"/>
              <a:gd name="connsiteY51" fmla="*/ 304056 h 765489"/>
              <a:gd name="connsiteX52" fmla="*/ 6667 w 765566"/>
              <a:gd name="connsiteY52" fmla="*/ 260241 h 765489"/>
              <a:gd name="connsiteX53" fmla="*/ 9905 w 765566"/>
              <a:gd name="connsiteY53" fmla="*/ 256431 h 765489"/>
              <a:gd name="connsiteX54" fmla="*/ 109442 w 765566"/>
              <a:gd name="connsiteY54" fmla="*/ 156895 h 765489"/>
              <a:gd name="connsiteX55" fmla="*/ 10000 w 765566"/>
              <a:gd name="connsiteY55" fmla="*/ 57454 h 765489"/>
              <a:gd name="connsiteX56" fmla="*/ 6762 w 765566"/>
              <a:gd name="connsiteY56" fmla="*/ 13734 h 765489"/>
              <a:gd name="connsiteX57" fmla="*/ 10000 w 765566"/>
              <a:gd name="connsiteY57" fmla="*/ 9924 h 765489"/>
              <a:gd name="connsiteX58" fmla="*/ 31301 w 765566"/>
              <a:gd name="connsiteY58" fmla="*/ 161 h 765489"/>
              <a:gd name="connsiteX59" fmla="*/ 620935 w 765566"/>
              <a:gd name="connsiteY59" fmla="*/ 18 h 765489"/>
              <a:gd name="connsiteX60" fmla="*/ 735140 w 765566"/>
              <a:gd name="connsiteY60" fmla="*/ 18 h 765489"/>
              <a:gd name="connsiteX61" fmla="*/ 765429 w 765566"/>
              <a:gd name="connsiteY61" fmla="*/ 30308 h 765489"/>
              <a:gd name="connsiteX62" fmla="*/ 765429 w 765566"/>
              <a:gd name="connsiteY62" fmla="*/ 144512 h 765489"/>
              <a:gd name="connsiteX63" fmla="*/ 765429 w 765566"/>
              <a:gd name="connsiteY63" fmla="*/ 146608 h 765489"/>
              <a:gd name="connsiteX64" fmla="*/ 734092 w 765566"/>
              <a:gd name="connsiteY64" fmla="*/ 175754 h 765489"/>
              <a:gd name="connsiteX65" fmla="*/ 704945 w 765566"/>
              <a:gd name="connsiteY65" fmla="*/ 144417 h 765489"/>
              <a:gd name="connsiteX66" fmla="*/ 704945 w 765566"/>
              <a:gd name="connsiteY66" fmla="*/ 103269 h 765489"/>
              <a:gd name="connsiteX67" fmla="*/ 231802 w 765566"/>
              <a:gd name="connsiteY67" fmla="*/ 576413 h 765489"/>
              <a:gd name="connsiteX68" fmla="*/ 241498 w 765566"/>
              <a:gd name="connsiteY68" fmla="*/ 590794 h 765489"/>
              <a:gd name="connsiteX69" fmla="*/ 251365 w 765566"/>
              <a:gd name="connsiteY69" fmla="*/ 639718 h 765489"/>
              <a:gd name="connsiteX70" fmla="*/ 125635 w 765566"/>
              <a:gd name="connsiteY70" fmla="*/ 765448 h 765489"/>
              <a:gd name="connsiteX71" fmla="*/ 0 w 765566"/>
              <a:gd name="connsiteY71" fmla="*/ 639718 h 765489"/>
              <a:gd name="connsiteX72" fmla="*/ 125635 w 765566"/>
              <a:gd name="connsiteY72" fmla="*/ 514083 h 765489"/>
              <a:gd name="connsiteX73" fmla="*/ 174614 w 765566"/>
              <a:gd name="connsiteY73" fmla="*/ 523949 h 765489"/>
              <a:gd name="connsiteX74" fmla="*/ 188912 w 765566"/>
              <a:gd name="connsiteY74" fmla="*/ 533578 h 765489"/>
              <a:gd name="connsiteX75" fmla="*/ 661988 w 765566"/>
              <a:gd name="connsiteY75" fmla="*/ 60502 h 765489"/>
              <a:gd name="connsiteX76" fmla="*/ 620840 w 765566"/>
              <a:gd name="connsiteY76" fmla="*/ 60502 h 765489"/>
              <a:gd name="connsiteX77" fmla="*/ 618744 w 765566"/>
              <a:gd name="connsiteY77" fmla="*/ 60502 h 765489"/>
              <a:gd name="connsiteX78" fmla="*/ 589598 w 765566"/>
              <a:gd name="connsiteY78" fmla="*/ 29165 h 765489"/>
              <a:gd name="connsiteX79" fmla="*/ 620935 w 765566"/>
              <a:gd name="connsiteY79" fmla="*/ 18 h 76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765566" h="765489">
                <a:moveTo>
                  <a:pt x="125635" y="561137"/>
                </a:moveTo>
                <a:cubicBezTo>
                  <a:pt x="82296" y="561137"/>
                  <a:pt x="47149" y="596284"/>
                  <a:pt x="47149" y="639718"/>
                </a:cubicBezTo>
                <a:cubicBezTo>
                  <a:pt x="47149" y="683152"/>
                  <a:pt x="82391" y="718299"/>
                  <a:pt x="125635" y="718299"/>
                </a:cubicBezTo>
                <a:cubicBezTo>
                  <a:pt x="169069" y="718299"/>
                  <a:pt x="204216" y="683152"/>
                  <a:pt x="204216" y="639718"/>
                </a:cubicBezTo>
                <a:cubicBezTo>
                  <a:pt x="204216" y="596284"/>
                  <a:pt x="168974" y="561137"/>
                  <a:pt x="125635" y="561137"/>
                </a:cubicBezTo>
                <a:close/>
                <a:moveTo>
                  <a:pt x="482977" y="451741"/>
                </a:moveTo>
                <a:cubicBezTo>
                  <a:pt x="490775" y="451169"/>
                  <a:pt x="498776" y="453313"/>
                  <a:pt x="505491" y="458266"/>
                </a:cubicBezTo>
                <a:lnTo>
                  <a:pt x="509302" y="461504"/>
                </a:lnTo>
                <a:lnTo>
                  <a:pt x="608838" y="561041"/>
                </a:lnTo>
                <a:lnTo>
                  <a:pt x="708374" y="461599"/>
                </a:lnTo>
                <a:cubicBezTo>
                  <a:pt x="720185" y="449789"/>
                  <a:pt x="738759" y="448455"/>
                  <a:pt x="752094" y="458361"/>
                </a:cubicBezTo>
                <a:lnTo>
                  <a:pt x="751903" y="458171"/>
                </a:lnTo>
                <a:lnTo>
                  <a:pt x="755713" y="461409"/>
                </a:lnTo>
                <a:cubicBezTo>
                  <a:pt x="767524" y="473220"/>
                  <a:pt x="768858" y="491794"/>
                  <a:pt x="758952" y="505224"/>
                </a:cubicBezTo>
                <a:lnTo>
                  <a:pt x="755713" y="509034"/>
                </a:lnTo>
                <a:lnTo>
                  <a:pt x="656177" y="608570"/>
                </a:lnTo>
                <a:lnTo>
                  <a:pt x="755713" y="708107"/>
                </a:lnTo>
                <a:cubicBezTo>
                  <a:pt x="767429" y="719918"/>
                  <a:pt x="768858" y="738491"/>
                  <a:pt x="758952" y="751826"/>
                </a:cubicBezTo>
                <a:lnTo>
                  <a:pt x="755713" y="755636"/>
                </a:lnTo>
                <a:cubicBezTo>
                  <a:pt x="743902" y="767447"/>
                  <a:pt x="725329" y="768781"/>
                  <a:pt x="711898" y="758875"/>
                </a:cubicBezTo>
                <a:lnTo>
                  <a:pt x="708088" y="755636"/>
                </a:lnTo>
                <a:lnTo>
                  <a:pt x="608552" y="656100"/>
                </a:lnTo>
                <a:lnTo>
                  <a:pt x="509111" y="755636"/>
                </a:lnTo>
                <a:cubicBezTo>
                  <a:pt x="497300" y="767352"/>
                  <a:pt x="478726" y="768781"/>
                  <a:pt x="465391" y="758875"/>
                </a:cubicBezTo>
                <a:lnTo>
                  <a:pt x="461581" y="755636"/>
                </a:lnTo>
                <a:cubicBezTo>
                  <a:pt x="449770" y="743825"/>
                  <a:pt x="448437" y="725252"/>
                  <a:pt x="458343" y="711821"/>
                </a:cubicBezTo>
                <a:lnTo>
                  <a:pt x="461581" y="708011"/>
                </a:lnTo>
                <a:lnTo>
                  <a:pt x="561118" y="608475"/>
                </a:lnTo>
                <a:lnTo>
                  <a:pt x="461677" y="509034"/>
                </a:lnTo>
                <a:cubicBezTo>
                  <a:pt x="449865" y="497223"/>
                  <a:pt x="448532" y="478649"/>
                  <a:pt x="458438" y="465314"/>
                </a:cubicBezTo>
                <a:lnTo>
                  <a:pt x="461677" y="461504"/>
                </a:lnTo>
                <a:cubicBezTo>
                  <a:pt x="467582" y="455599"/>
                  <a:pt x="475178" y="452313"/>
                  <a:pt x="482977" y="451741"/>
                </a:cubicBezTo>
                <a:close/>
                <a:moveTo>
                  <a:pt x="31301" y="161"/>
                </a:moveTo>
                <a:cubicBezTo>
                  <a:pt x="39099" y="-410"/>
                  <a:pt x="47100" y="1733"/>
                  <a:pt x="53816" y="6686"/>
                </a:cubicBezTo>
                <a:lnTo>
                  <a:pt x="57625" y="9924"/>
                </a:lnTo>
                <a:lnTo>
                  <a:pt x="157162" y="109461"/>
                </a:lnTo>
                <a:lnTo>
                  <a:pt x="256698" y="10019"/>
                </a:lnTo>
                <a:cubicBezTo>
                  <a:pt x="268509" y="-1791"/>
                  <a:pt x="287083" y="-3125"/>
                  <a:pt x="300418" y="6781"/>
                </a:cubicBezTo>
                <a:lnTo>
                  <a:pt x="300227" y="6591"/>
                </a:lnTo>
                <a:lnTo>
                  <a:pt x="304037" y="9829"/>
                </a:lnTo>
                <a:cubicBezTo>
                  <a:pt x="315848" y="21640"/>
                  <a:pt x="317182" y="40214"/>
                  <a:pt x="307276" y="53644"/>
                </a:cubicBezTo>
                <a:lnTo>
                  <a:pt x="304037" y="57454"/>
                </a:lnTo>
                <a:lnTo>
                  <a:pt x="204501" y="156990"/>
                </a:lnTo>
                <a:lnTo>
                  <a:pt x="304037" y="256526"/>
                </a:lnTo>
                <a:cubicBezTo>
                  <a:pt x="315753" y="268338"/>
                  <a:pt x="317182" y="286911"/>
                  <a:pt x="307276" y="300246"/>
                </a:cubicBezTo>
                <a:lnTo>
                  <a:pt x="304037" y="304056"/>
                </a:lnTo>
                <a:cubicBezTo>
                  <a:pt x="292226" y="315867"/>
                  <a:pt x="273652" y="317201"/>
                  <a:pt x="260222" y="307295"/>
                </a:cubicBezTo>
                <a:lnTo>
                  <a:pt x="256412" y="304056"/>
                </a:lnTo>
                <a:lnTo>
                  <a:pt x="156876" y="204520"/>
                </a:lnTo>
                <a:lnTo>
                  <a:pt x="57435" y="304056"/>
                </a:lnTo>
                <a:cubicBezTo>
                  <a:pt x="45624" y="315772"/>
                  <a:pt x="27050" y="317201"/>
                  <a:pt x="13715" y="307295"/>
                </a:cubicBezTo>
                <a:lnTo>
                  <a:pt x="9905" y="304056"/>
                </a:lnTo>
                <a:cubicBezTo>
                  <a:pt x="-1906" y="292245"/>
                  <a:pt x="-3239" y="273672"/>
                  <a:pt x="6667" y="260241"/>
                </a:cubicBezTo>
                <a:lnTo>
                  <a:pt x="9905" y="256431"/>
                </a:lnTo>
                <a:lnTo>
                  <a:pt x="109442" y="156895"/>
                </a:lnTo>
                <a:lnTo>
                  <a:pt x="10000" y="57454"/>
                </a:lnTo>
                <a:cubicBezTo>
                  <a:pt x="-1810" y="45643"/>
                  <a:pt x="-3144" y="27069"/>
                  <a:pt x="6762" y="13734"/>
                </a:cubicBezTo>
                <a:lnTo>
                  <a:pt x="10000" y="9924"/>
                </a:lnTo>
                <a:cubicBezTo>
                  <a:pt x="15906" y="4018"/>
                  <a:pt x="23502" y="732"/>
                  <a:pt x="31301" y="161"/>
                </a:cubicBezTo>
                <a:close/>
                <a:moveTo>
                  <a:pt x="620935" y="18"/>
                </a:moveTo>
                <a:lnTo>
                  <a:pt x="735140" y="18"/>
                </a:lnTo>
                <a:cubicBezTo>
                  <a:pt x="751904" y="18"/>
                  <a:pt x="765429" y="13639"/>
                  <a:pt x="765429" y="30308"/>
                </a:cubicBezTo>
                <a:lnTo>
                  <a:pt x="765429" y="144512"/>
                </a:lnTo>
                <a:cubicBezTo>
                  <a:pt x="765429" y="145179"/>
                  <a:pt x="765429" y="145941"/>
                  <a:pt x="765429" y="146608"/>
                </a:cubicBezTo>
                <a:cubicBezTo>
                  <a:pt x="764858" y="163277"/>
                  <a:pt x="750761" y="176326"/>
                  <a:pt x="734092" y="175754"/>
                </a:cubicBezTo>
                <a:cubicBezTo>
                  <a:pt x="717423" y="175183"/>
                  <a:pt x="704374" y="161086"/>
                  <a:pt x="704945" y="144417"/>
                </a:cubicBezTo>
                <a:lnTo>
                  <a:pt x="704945" y="103269"/>
                </a:lnTo>
                <a:lnTo>
                  <a:pt x="231802" y="576413"/>
                </a:lnTo>
                <a:lnTo>
                  <a:pt x="241498" y="590794"/>
                </a:lnTo>
                <a:cubicBezTo>
                  <a:pt x="247853" y="605827"/>
                  <a:pt x="251365" y="622359"/>
                  <a:pt x="251365" y="639718"/>
                </a:cubicBezTo>
                <a:cubicBezTo>
                  <a:pt x="251365" y="709155"/>
                  <a:pt x="195072" y="765448"/>
                  <a:pt x="125635" y="765448"/>
                </a:cubicBezTo>
                <a:cubicBezTo>
                  <a:pt x="56198" y="765448"/>
                  <a:pt x="0" y="709155"/>
                  <a:pt x="0" y="639718"/>
                </a:cubicBezTo>
                <a:cubicBezTo>
                  <a:pt x="0" y="570280"/>
                  <a:pt x="56293" y="514083"/>
                  <a:pt x="125635" y="514083"/>
                </a:cubicBezTo>
                <a:cubicBezTo>
                  <a:pt x="143018" y="514083"/>
                  <a:pt x="159567" y="517596"/>
                  <a:pt x="174614" y="523949"/>
                </a:cubicBezTo>
                <a:lnTo>
                  <a:pt x="188912" y="533578"/>
                </a:lnTo>
                <a:lnTo>
                  <a:pt x="661988" y="60502"/>
                </a:lnTo>
                <a:lnTo>
                  <a:pt x="620840" y="60502"/>
                </a:lnTo>
                <a:cubicBezTo>
                  <a:pt x="620173" y="60502"/>
                  <a:pt x="619411" y="60502"/>
                  <a:pt x="618744" y="60502"/>
                </a:cubicBezTo>
                <a:cubicBezTo>
                  <a:pt x="602076" y="59930"/>
                  <a:pt x="589026" y="45833"/>
                  <a:pt x="589598" y="29165"/>
                </a:cubicBezTo>
                <a:cubicBezTo>
                  <a:pt x="590169" y="12496"/>
                  <a:pt x="604266" y="-553"/>
                  <a:pt x="620935" y="18"/>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noProof="0">
              <a:solidFill>
                <a:srgbClr val="000000"/>
              </a:solidFill>
              <a:latin typeface="+mj-lt"/>
            </a:endParaRPr>
          </a:p>
        </p:txBody>
      </p:sp>
      <p:sp>
        <p:nvSpPr>
          <p:cNvPr id="209" name="Graphic 31" descr="Icon of a group of three people">
            <a:extLst>
              <a:ext uri="{FF2B5EF4-FFF2-40B4-BE49-F238E27FC236}">
                <a16:creationId xmlns:a16="http://schemas.microsoft.com/office/drawing/2014/main" id="{4A933BC1-8B48-D41F-4509-221FAE02E2FA}"/>
              </a:ext>
            </a:extLst>
          </p:cNvPr>
          <p:cNvSpPr>
            <a:spLocks/>
          </p:cNvSpPr>
          <p:nvPr/>
        </p:nvSpPr>
        <p:spPr>
          <a:xfrm>
            <a:off x="8197729" y="1567335"/>
            <a:ext cx="280610" cy="252614"/>
          </a:xfrm>
          <a:custGeom>
            <a:avLst/>
            <a:gdLst>
              <a:gd name="connsiteX0" fmla="*/ 198244 w 311045"/>
              <a:gd name="connsiteY0" fmla="*/ 186583 h 280014"/>
              <a:gd name="connsiteX1" fmla="*/ 225454 w 311045"/>
              <a:gd name="connsiteY1" fmla="*/ 213793 h 280014"/>
              <a:gd name="connsiteX2" fmla="*/ 225437 w 311045"/>
              <a:gd name="connsiteY2" fmla="*/ 228752 h 280014"/>
              <a:gd name="connsiteX3" fmla="*/ 156524 w 311045"/>
              <a:gd name="connsiteY3" fmla="*/ 280014 h 280014"/>
              <a:gd name="connsiteX4" fmla="*/ 85517 w 311045"/>
              <a:gd name="connsiteY4" fmla="*/ 229342 h 280014"/>
              <a:gd name="connsiteX5" fmla="*/ 85517 w 311045"/>
              <a:gd name="connsiteY5" fmla="*/ 213793 h 280014"/>
              <a:gd name="connsiteX6" fmla="*/ 112727 w 311045"/>
              <a:gd name="connsiteY6" fmla="*/ 186583 h 280014"/>
              <a:gd name="connsiteX7" fmla="*/ 198244 w 311045"/>
              <a:gd name="connsiteY7" fmla="*/ 186583 h 280014"/>
              <a:gd name="connsiteX8" fmla="*/ 198244 w 311045"/>
              <a:gd name="connsiteY8" fmla="*/ 209906 h 280014"/>
              <a:gd name="connsiteX9" fmla="*/ 112727 w 311045"/>
              <a:gd name="connsiteY9" fmla="*/ 209906 h 280014"/>
              <a:gd name="connsiteX10" fmla="*/ 108840 w 311045"/>
              <a:gd name="connsiteY10" fmla="*/ 213793 h 280014"/>
              <a:gd name="connsiteX11" fmla="*/ 108840 w 311045"/>
              <a:gd name="connsiteY11" fmla="*/ 229342 h 280014"/>
              <a:gd name="connsiteX12" fmla="*/ 156524 w 311045"/>
              <a:gd name="connsiteY12" fmla="*/ 256692 h 280014"/>
              <a:gd name="connsiteX13" fmla="*/ 202132 w 311045"/>
              <a:gd name="connsiteY13" fmla="*/ 229373 h 280014"/>
              <a:gd name="connsiteX14" fmla="*/ 202132 w 311045"/>
              <a:gd name="connsiteY14" fmla="*/ 213793 h 280014"/>
              <a:gd name="connsiteX15" fmla="*/ 198244 w 311045"/>
              <a:gd name="connsiteY15" fmla="*/ 209906 h 280014"/>
              <a:gd name="connsiteX16" fmla="*/ 27210 w 311045"/>
              <a:gd name="connsiteY16" fmla="*/ 108840 h 280014"/>
              <a:gd name="connsiteX17" fmla="*/ 95251 w 311045"/>
              <a:gd name="connsiteY17" fmla="*/ 108842 h 280014"/>
              <a:gd name="connsiteX18" fmla="*/ 93292 w 311045"/>
              <a:gd name="connsiteY18" fmla="*/ 124389 h 280014"/>
              <a:gd name="connsiteX19" fmla="*/ 93771 w 311045"/>
              <a:gd name="connsiteY19" fmla="*/ 132152 h 280014"/>
              <a:gd name="connsiteX20" fmla="*/ 27210 w 311045"/>
              <a:gd name="connsiteY20" fmla="*/ 132163 h 280014"/>
              <a:gd name="connsiteX21" fmla="*/ 23323 w 311045"/>
              <a:gd name="connsiteY21" fmla="*/ 136050 h 280014"/>
              <a:gd name="connsiteX22" fmla="*/ 23323 w 311045"/>
              <a:gd name="connsiteY22" fmla="*/ 151599 h 280014"/>
              <a:gd name="connsiteX23" fmla="*/ 71007 w 311045"/>
              <a:gd name="connsiteY23" fmla="*/ 178949 h 280014"/>
              <a:gd name="connsiteX24" fmla="*/ 89783 w 311045"/>
              <a:gd name="connsiteY24" fmla="*/ 177747 h 280014"/>
              <a:gd name="connsiteX25" fmla="*/ 71542 w 311045"/>
              <a:gd name="connsiteY25" fmla="*/ 202259 h 280014"/>
              <a:gd name="connsiteX26" fmla="*/ 71007 w 311045"/>
              <a:gd name="connsiteY26" fmla="*/ 202272 h 280014"/>
              <a:gd name="connsiteX27" fmla="*/ 0 w 311045"/>
              <a:gd name="connsiteY27" fmla="*/ 151599 h 280014"/>
              <a:gd name="connsiteX28" fmla="*/ 0 w 311045"/>
              <a:gd name="connsiteY28" fmla="*/ 136050 h 280014"/>
              <a:gd name="connsiteX29" fmla="*/ 27210 w 311045"/>
              <a:gd name="connsiteY29" fmla="*/ 108840 h 280014"/>
              <a:gd name="connsiteX30" fmla="*/ 283762 w 311045"/>
              <a:gd name="connsiteY30" fmla="*/ 108840 h 280014"/>
              <a:gd name="connsiteX31" fmla="*/ 310972 w 311045"/>
              <a:gd name="connsiteY31" fmla="*/ 136050 h 280014"/>
              <a:gd name="connsiteX32" fmla="*/ 310955 w 311045"/>
              <a:gd name="connsiteY32" fmla="*/ 151009 h 280014"/>
              <a:gd name="connsiteX33" fmla="*/ 242042 w 311045"/>
              <a:gd name="connsiteY33" fmla="*/ 202272 h 280014"/>
              <a:gd name="connsiteX34" fmla="*/ 239425 w 311045"/>
              <a:gd name="connsiteY34" fmla="*/ 202245 h 280014"/>
              <a:gd name="connsiteX35" fmla="*/ 220484 w 311045"/>
              <a:gd name="connsiteY35" fmla="*/ 177266 h 280014"/>
              <a:gd name="connsiteX36" fmla="*/ 242042 w 311045"/>
              <a:gd name="connsiteY36" fmla="*/ 178949 h 280014"/>
              <a:gd name="connsiteX37" fmla="*/ 287649 w 311045"/>
              <a:gd name="connsiteY37" fmla="*/ 151630 h 280014"/>
              <a:gd name="connsiteX38" fmla="*/ 287649 w 311045"/>
              <a:gd name="connsiteY38" fmla="*/ 136050 h 280014"/>
              <a:gd name="connsiteX39" fmla="*/ 283762 w 311045"/>
              <a:gd name="connsiteY39" fmla="*/ 132163 h 280014"/>
              <a:gd name="connsiteX40" fmla="*/ 217201 w 311045"/>
              <a:gd name="connsiteY40" fmla="*/ 132151 h 280014"/>
              <a:gd name="connsiteX41" fmla="*/ 217680 w 311045"/>
              <a:gd name="connsiteY41" fmla="*/ 124389 h 280014"/>
              <a:gd name="connsiteX42" fmla="*/ 215721 w 311045"/>
              <a:gd name="connsiteY42" fmla="*/ 108842 h 280014"/>
              <a:gd name="connsiteX43" fmla="*/ 283762 w 311045"/>
              <a:gd name="connsiteY43" fmla="*/ 108840 h 280014"/>
              <a:gd name="connsiteX44" fmla="*/ 155486 w 311045"/>
              <a:gd name="connsiteY44" fmla="*/ 77743 h 280014"/>
              <a:gd name="connsiteX45" fmla="*/ 202132 w 311045"/>
              <a:gd name="connsiteY45" fmla="*/ 124389 h 280014"/>
              <a:gd name="connsiteX46" fmla="*/ 155486 w 311045"/>
              <a:gd name="connsiteY46" fmla="*/ 171034 h 280014"/>
              <a:gd name="connsiteX47" fmla="*/ 108840 w 311045"/>
              <a:gd name="connsiteY47" fmla="*/ 124389 h 280014"/>
              <a:gd name="connsiteX48" fmla="*/ 155486 w 311045"/>
              <a:gd name="connsiteY48" fmla="*/ 77743 h 280014"/>
              <a:gd name="connsiteX49" fmla="*/ 155486 w 311045"/>
              <a:gd name="connsiteY49" fmla="*/ 101066 h 280014"/>
              <a:gd name="connsiteX50" fmla="*/ 132163 w 311045"/>
              <a:gd name="connsiteY50" fmla="*/ 124389 h 280014"/>
              <a:gd name="connsiteX51" fmla="*/ 155486 w 311045"/>
              <a:gd name="connsiteY51" fmla="*/ 147712 h 280014"/>
              <a:gd name="connsiteX52" fmla="*/ 178809 w 311045"/>
              <a:gd name="connsiteY52" fmla="*/ 124389 h 280014"/>
              <a:gd name="connsiteX53" fmla="*/ 155486 w 311045"/>
              <a:gd name="connsiteY53" fmla="*/ 101066 h 280014"/>
              <a:gd name="connsiteX54" fmla="*/ 69969 w 311045"/>
              <a:gd name="connsiteY54" fmla="*/ 0 h 280014"/>
              <a:gd name="connsiteX55" fmla="*/ 116614 w 311045"/>
              <a:gd name="connsiteY55" fmla="*/ 46646 h 280014"/>
              <a:gd name="connsiteX56" fmla="*/ 69969 w 311045"/>
              <a:gd name="connsiteY56" fmla="*/ 93292 h 280014"/>
              <a:gd name="connsiteX57" fmla="*/ 23323 w 311045"/>
              <a:gd name="connsiteY57" fmla="*/ 46646 h 280014"/>
              <a:gd name="connsiteX58" fmla="*/ 69969 w 311045"/>
              <a:gd name="connsiteY58" fmla="*/ 0 h 280014"/>
              <a:gd name="connsiteX59" fmla="*/ 241003 w 311045"/>
              <a:gd name="connsiteY59" fmla="*/ 0 h 280014"/>
              <a:gd name="connsiteX60" fmla="*/ 287649 w 311045"/>
              <a:gd name="connsiteY60" fmla="*/ 46646 h 280014"/>
              <a:gd name="connsiteX61" fmla="*/ 241003 w 311045"/>
              <a:gd name="connsiteY61" fmla="*/ 93292 h 280014"/>
              <a:gd name="connsiteX62" fmla="*/ 194357 w 311045"/>
              <a:gd name="connsiteY62" fmla="*/ 46646 h 280014"/>
              <a:gd name="connsiteX63" fmla="*/ 241003 w 311045"/>
              <a:gd name="connsiteY63" fmla="*/ 0 h 280014"/>
              <a:gd name="connsiteX64" fmla="*/ 69969 w 311045"/>
              <a:gd name="connsiteY64" fmla="*/ 23323 h 280014"/>
              <a:gd name="connsiteX65" fmla="*/ 46646 w 311045"/>
              <a:gd name="connsiteY65" fmla="*/ 46646 h 280014"/>
              <a:gd name="connsiteX66" fmla="*/ 69969 w 311045"/>
              <a:gd name="connsiteY66" fmla="*/ 69969 h 280014"/>
              <a:gd name="connsiteX67" fmla="*/ 93292 w 311045"/>
              <a:gd name="connsiteY67" fmla="*/ 46646 h 280014"/>
              <a:gd name="connsiteX68" fmla="*/ 69969 w 311045"/>
              <a:gd name="connsiteY68" fmla="*/ 23323 h 280014"/>
              <a:gd name="connsiteX69" fmla="*/ 241003 w 311045"/>
              <a:gd name="connsiteY69" fmla="*/ 23323 h 280014"/>
              <a:gd name="connsiteX70" fmla="*/ 217680 w 311045"/>
              <a:gd name="connsiteY70" fmla="*/ 46646 h 280014"/>
              <a:gd name="connsiteX71" fmla="*/ 241003 w 311045"/>
              <a:gd name="connsiteY71" fmla="*/ 69969 h 280014"/>
              <a:gd name="connsiteX72" fmla="*/ 264326 w 311045"/>
              <a:gd name="connsiteY72" fmla="*/ 46646 h 280014"/>
              <a:gd name="connsiteX73" fmla="*/ 241003 w 311045"/>
              <a:gd name="connsiteY73" fmla="*/ 23323 h 280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11045" h="280014">
                <a:moveTo>
                  <a:pt x="198244" y="186583"/>
                </a:moveTo>
                <a:cubicBezTo>
                  <a:pt x="213272" y="186583"/>
                  <a:pt x="225454" y="198765"/>
                  <a:pt x="225454" y="213793"/>
                </a:cubicBezTo>
                <a:lnTo>
                  <a:pt x="225437" y="228752"/>
                </a:lnTo>
                <a:cubicBezTo>
                  <a:pt x="227252" y="262790"/>
                  <a:pt x="201943" y="280014"/>
                  <a:pt x="156524" y="280014"/>
                </a:cubicBezTo>
                <a:cubicBezTo>
                  <a:pt x="111295" y="280014"/>
                  <a:pt x="85517" y="263070"/>
                  <a:pt x="85517" y="229342"/>
                </a:cubicBezTo>
                <a:lnTo>
                  <a:pt x="85517" y="213793"/>
                </a:lnTo>
                <a:cubicBezTo>
                  <a:pt x="85517" y="198765"/>
                  <a:pt x="97700" y="186583"/>
                  <a:pt x="112727" y="186583"/>
                </a:cubicBezTo>
                <a:lnTo>
                  <a:pt x="198244" y="186583"/>
                </a:lnTo>
                <a:close/>
                <a:moveTo>
                  <a:pt x="198244" y="209906"/>
                </a:moveTo>
                <a:lnTo>
                  <a:pt x="112727" y="209906"/>
                </a:lnTo>
                <a:cubicBezTo>
                  <a:pt x="110580" y="209906"/>
                  <a:pt x="108840" y="211646"/>
                  <a:pt x="108840" y="213793"/>
                </a:cubicBezTo>
                <a:lnTo>
                  <a:pt x="108840" y="229342"/>
                </a:lnTo>
                <a:cubicBezTo>
                  <a:pt x="108840" y="247630"/>
                  <a:pt x="122627" y="256692"/>
                  <a:pt x="156524" y="256692"/>
                </a:cubicBezTo>
                <a:cubicBezTo>
                  <a:pt x="190232" y="256692"/>
                  <a:pt x="203103" y="247930"/>
                  <a:pt x="202132" y="229373"/>
                </a:cubicBezTo>
                <a:lnTo>
                  <a:pt x="202132" y="213793"/>
                </a:lnTo>
                <a:cubicBezTo>
                  <a:pt x="202132" y="211646"/>
                  <a:pt x="200392" y="209906"/>
                  <a:pt x="198244" y="209906"/>
                </a:cubicBezTo>
                <a:close/>
                <a:moveTo>
                  <a:pt x="27210" y="108840"/>
                </a:moveTo>
                <a:lnTo>
                  <a:pt x="95251" y="108842"/>
                </a:lnTo>
                <a:cubicBezTo>
                  <a:pt x="93972" y="113811"/>
                  <a:pt x="93292" y="119020"/>
                  <a:pt x="93292" y="124389"/>
                </a:cubicBezTo>
                <a:cubicBezTo>
                  <a:pt x="93292" y="127018"/>
                  <a:pt x="93455" y="129610"/>
                  <a:pt x="93771" y="132152"/>
                </a:cubicBezTo>
                <a:lnTo>
                  <a:pt x="27210" y="132163"/>
                </a:lnTo>
                <a:cubicBezTo>
                  <a:pt x="25063" y="132163"/>
                  <a:pt x="23323" y="133903"/>
                  <a:pt x="23323" y="136050"/>
                </a:cubicBezTo>
                <a:lnTo>
                  <a:pt x="23323" y="151599"/>
                </a:lnTo>
                <a:cubicBezTo>
                  <a:pt x="23323" y="169887"/>
                  <a:pt x="37109" y="178949"/>
                  <a:pt x="71007" y="178949"/>
                </a:cubicBezTo>
                <a:cubicBezTo>
                  <a:pt x="78189" y="178949"/>
                  <a:pt x="84425" y="178552"/>
                  <a:pt x="89783" y="177747"/>
                </a:cubicBezTo>
                <a:cubicBezTo>
                  <a:pt x="80995" y="183313"/>
                  <a:pt x="74407" y="192009"/>
                  <a:pt x="71542" y="202259"/>
                </a:cubicBezTo>
                <a:lnTo>
                  <a:pt x="71007" y="202272"/>
                </a:lnTo>
                <a:cubicBezTo>
                  <a:pt x="25777" y="202272"/>
                  <a:pt x="0" y="185327"/>
                  <a:pt x="0" y="151599"/>
                </a:cubicBezTo>
                <a:lnTo>
                  <a:pt x="0" y="136050"/>
                </a:lnTo>
                <a:cubicBezTo>
                  <a:pt x="0" y="121022"/>
                  <a:pt x="12182" y="108840"/>
                  <a:pt x="27210" y="108840"/>
                </a:cubicBezTo>
                <a:close/>
                <a:moveTo>
                  <a:pt x="283762" y="108840"/>
                </a:moveTo>
                <a:cubicBezTo>
                  <a:pt x="298789" y="108840"/>
                  <a:pt x="310972" y="121022"/>
                  <a:pt x="310972" y="136050"/>
                </a:cubicBezTo>
                <a:lnTo>
                  <a:pt x="310955" y="151009"/>
                </a:lnTo>
                <a:cubicBezTo>
                  <a:pt x="312769" y="185047"/>
                  <a:pt x="287461" y="202272"/>
                  <a:pt x="242042" y="202272"/>
                </a:cubicBezTo>
                <a:lnTo>
                  <a:pt x="239425" y="202245"/>
                </a:lnTo>
                <a:cubicBezTo>
                  <a:pt x="236480" y="191717"/>
                  <a:pt x="229606" y="182831"/>
                  <a:pt x="220484" y="177266"/>
                </a:cubicBezTo>
                <a:cubicBezTo>
                  <a:pt x="226496" y="178394"/>
                  <a:pt x="233653" y="178949"/>
                  <a:pt x="242042" y="178949"/>
                </a:cubicBezTo>
                <a:cubicBezTo>
                  <a:pt x="275749" y="178949"/>
                  <a:pt x="288621" y="170187"/>
                  <a:pt x="287649" y="151630"/>
                </a:cubicBezTo>
                <a:lnTo>
                  <a:pt x="287649" y="136050"/>
                </a:lnTo>
                <a:cubicBezTo>
                  <a:pt x="287649" y="133903"/>
                  <a:pt x="285909" y="132163"/>
                  <a:pt x="283762" y="132163"/>
                </a:cubicBezTo>
                <a:lnTo>
                  <a:pt x="217201" y="132151"/>
                </a:lnTo>
                <a:cubicBezTo>
                  <a:pt x="217517" y="129608"/>
                  <a:pt x="217680" y="127018"/>
                  <a:pt x="217680" y="124389"/>
                </a:cubicBezTo>
                <a:cubicBezTo>
                  <a:pt x="217680" y="119020"/>
                  <a:pt x="217001" y="113811"/>
                  <a:pt x="215721" y="108842"/>
                </a:cubicBezTo>
                <a:lnTo>
                  <a:pt x="283762" y="108840"/>
                </a:lnTo>
                <a:close/>
                <a:moveTo>
                  <a:pt x="155486" y="77743"/>
                </a:moveTo>
                <a:cubicBezTo>
                  <a:pt x="181248" y="77743"/>
                  <a:pt x="202132" y="98627"/>
                  <a:pt x="202132" y="124389"/>
                </a:cubicBezTo>
                <a:cubicBezTo>
                  <a:pt x="202132" y="150151"/>
                  <a:pt x="181248" y="171034"/>
                  <a:pt x="155486" y="171034"/>
                </a:cubicBezTo>
                <a:cubicBezTo>
                  <a:pt x="129723" y="171034"/>
                  <a:pt x="108840" y="150151"/>
                  <a:pt x="108840" y="124389"/>
                </a:cubicBezTo>
                <a:cubicBezTo>
                  <a:pt x="108840" y="98627"/>
                  <a:pt x="129723" y="77743"/>
                  <a:pt x="155486" y="77743"/>
                </a:cubicBezTo>
                <a:close/>
                <a:moveTo>
                  <a:pt x="155486" y="101066"/>
                </a:moveTo>
                <a:cubicBezTo>
                  <a:pt x="142605" y="101066"/>
                  <a:pt x="132163" y="111508"/>
                  <a:pt x="132163" y="124389"/>
                </a:cubicBezTo>
                <a:cubicBezTo>
                  <a:pt x="132163" y="137269"/>
                  <a:pt x="142605" y="147712"/>
                  <a:pt x="155486" y="147712"/>
                </a:cubicBezTo>
                <a:cubicBezTo>
                  <a:pt x="168366" y="147712"/>
                  <a:pt x="178809" y="137269"/>
                  <a:pt x="178809" y="124389"/>
                </a:cubicBezTo>
                <a:cubicBezTo>
                  <a:pt x="178809" y="111508"/>
                  <a:pt x="168366" y="101066"/>
                  <a:pt x="155486" y="101066"/>
                </a:cubicBezTo>
                <a:close/>
                <a:moveTo>
                  <a:pt x="69969" y="0"/>
                </a:moveTo>
                <a:cubicBezTo>
                  <a:pt x="95730" y="0"/>
                  <a:pt x="116614" y="20884"/>
                  <a:pt x="116614" y="46646"/>
                </a:cubicBezTo>
                <a:cubicBezTo>
                  <a:pt x="116614" y="72407"/>
                  <a:pt x="95730" y="93292"/>
                  <a:pt x="69969" y="93292"/>
                </a:cubicBezTo>
                <a:cubicBezTo>
                  <a:pt x="44207" y="93292"/>
                  <a:pt x="23323" y="72407"/>
                  <a:pt x="23323" y="46646"/>
                </a:cubicBezTo>
                <a:cubicBezTo>
                  <a:pt x="23323" y="20884"/>
                  <a:pt x="44207" y="0"/>
                  <a:pt x="69969" y="0"/>
                </a:cubicBezTo>
                <a:close/>
                <a:moveTo>
                  <a:pt x="241003" y="0"/>
                </a:moveTo>
                <a:cubicBezTo>
                  <a:pt x="266766" y="0"/>
                  <a:pt x="287649" y="20884"/>
                  <a:pt x="287649" y="46646"/>
                </a:cubicBezTo>
                <a:cubicBezTo>
                  <a:pt x="287649" y="72407"/>
                  <a:pt x="266766" y="93292"/>
                  <a:pt x="241003" y="93292"/>
                </a:cubicBezTo>
                <a:cubicBezTo>
                  <a:pt x="215241" y="93292"/>
                  <a:pt x="194357" y="72407"/>
                  <a:pt x="194357" y="46646"/>
                </a:cubicBezTo>
                <a:cubicBezTo>
                  <a:pt x="194357" y="20884"/>
                  <a:pt x="215241" y="0"/>
                  <a:pt x="241003" y="0"/>
                </a:cubicBezTo>
                <a:close/>
                <a:moveTo>
                  <a:pt x="69969" y="23323"/>
                </a:moveTo>
                <a:cubicBezTo>
                  <a:pt x="57088" y="23323"/>
                  <a:pt x="46646" y="33765"/>
                  <a:pt x="46646" y="46646"/>
                </a:cubicBezTo>
                <a:cubicBezTo>
                  <a:pt x="46646" y="59527"/>
                  <a:pt x="57088" y="69969"/>
                  <a:pt x="69969" y="69969"/>
                </a:cubicBezTo>
                <a:cubicBezTo>
                  <a:pt x="82850" y="69969"/>
                  <a:pt x="93292" y="59527"/>
                  <a:pt x="93292" y="46646"/>
                </a:cubicBezTo>
                <a:cubicBezTo>
                  <a:pt x="93292" y="33765"/>
                  <a:pt x="82850" y="23323"/>
                  <a:pt x="69969" y="23323"/>
                </a:cubicBezTo>
                <a:close/>
                <a:moveTo>
                  <a:pt x="241003" y="23323"/>
                </a:moveTo>
                <a:cubicBezTo>
                  <a:pt x="228123" y="23323"/>
                  <a:pt x="217680" y="33765"/>
                  <a:pt x="217680" y="46646"/>
                </a:cubicBezTo>
                <a:cubicBezTo>
                  <a:pt x="217680" y="59527"/>
                  <a:pt x="228123" y="69969"/>
                  <a:pt x="241003" y="69969"/>
                </a:cubicBezTo>
                <a:cubicBezTo>
                  <a:pt x="253883" y="69969"/>
                  <a:pt x="264326" y="59527"/>
                  <a:pt x="264326" y="46646"/>
                </a:cubicBezTo>
                <a:cubicBezTo>
                  <a:pt x="264326" y="33765"/>
                  <a:pt x="253883" y="23323"/>
                  <a:pt x="241003" y="23323"/>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noProof="0">
              <a:solidFill>
                <a:srgbClr val="000000"/>
              </a:solidFill>
              <a:latin typeface="+mj-lt"/>
            </a:endParaRPr>
          </a:p>
        </p:txBody>
      </p:sp>
      <p:sp>
        <p:nvSpPr>
          <p:cNvPr id="211" name="Graphic 5" descr="Icon of a circuit brain">
            <a:extLst>
              <a:ext uri="{FF2B5EF4-FFF2-40B4-BE49-F238E27FC236}">
                <a16:creationId xmlns:a16="http://schemas.microsoft.com/office/drawing/2014/main" id="{E6E587DA-D209-621E-79AD-7224F0EFF990}"/>
              </a:ext>
            </a:extLst>
          </p:cNvPr>
          <p:cNvSpPr>
            <a:spLocks noChangeAspect="1"/>
          </p:cNvSpPr>
          <p:nvPr/>
        </p:nvSpPr>
        <p:spPr>
          <a:xfrm>
            <a:off x="5951924" y="1554645"/>
            <a:ext cx="277944" cy="277992"/>
          </a:xfrm>
          <a:custGeom>
            <a:avLst/>
            <a:gdLst>
              <a:gd name="connsiteX0" fmla="*/ 102548 w 398857"/>
              <a:gd name="connsiteY0" fmla="*/ 20069 h 398925"/>
              <a:gd name="connsiteX1" fmla="*/ 162432 w 398857"/>
              <a:gd name="connsiteY1" fmla="*/ 0 h 398925"/>
              <a:gd name="connsiteX2" fmla="*/ 193696 w 398857"/>
              <a:gd name="connsiteY2" fmla="*/ 11472 h 398925"/>
              <a:gd name="connsiteX3" fmla="*/ 199429 w 398857"/>
              <a:gd name="connsiteY3" fmla="*/ 17549 h 398925"/>
              <a:gd name="connsiteX4" fmla="*/ 205162 w 398857"/>
              <a:gd name="connsiteY4" fmla="*/ 11472 h 398925"/>
              <a:gd name="connsiteX5" fmla="*/ 236423 w 398857"/>
              <a:gd name="connsiteY5" fmla="*/ 0 h 398925"/>
              <a:gd name="connsiteX6" fmla="*/ 296309 w 398857"/>
              <a:gd name="connsiteY6" fmla="*/ 20069 h 398925"/>
              <a:gd name="connsiteX7" fmla="*/ 323308 w 398857"/>
              <a:gd name="connsiteY7" fmla="*/ 60736 h 398925"/>
              <a:gd name="connsiteX8" fmla="*/ 345168 w 398857"/>
              <a:gd name="connsiteY8" fmla="*/ 72050 h 398925"/>
              <a:gd name="connsiteX9" fmla="*/ 365882 w 398857"/>
              <a:gd name="connsiteY9" fmla="*/ 107447 h 398925"/>
              <a:gd name="connsiteX10" fmla="*/ 371769 w 398857"/>
              <a:gd name="connsiteY10" fmla="*/ 150975 h 398925"/>
              <a:gd name="connsiteX11" fmla="*/ 368227 w 398857"/>
              <a:gd name="connsiteY11" fmla="*/ 173458 h 398925"/>
              <a:gd name="connsiteX12" fmla="*/ 369538 w 398857"/>
              <a:gd name="connsiteY12" fmla="*/ 174049 h 398925"/>
              <a:gd name="connsiteX13" fmla="*/ 387388 w 398857"/>
              <a:gd name="connsiteY13" fmla="*/ 190225 h 398925"/>
              <a:gd name="connsiteX14" fmla="*/ 398857 w 398857"/>
              <a:gd name="connsiteY14" fmla="*/ 248661 h 398925"/>
              <a:gd name="connsiteX15" fmla="*/ 373667 w 398857"/>
              <a:gd name="connsiteY15" fmla="*/ 309219 h 398925"/>
              <a:gd name="connsiteX16" fmla="*/ 348331 w 398857"/>
              <a:gd name="connsiteY16" fmla="*/ 322981 h 398925"/>
              <a:gd name="connsiteX17" fmla="*/ 327993 w 398857"/>
              <a:gd name="connsiteY17" fmla="*/ 365629 h 398925"/>
              <a:gd name="connsiteX18" fmla="*/ 261001 w 398857"/>
              <a:gd name="connsiteY18" fmla="*/ 398925 h 398925"/>
              <a:gd name="connsiteX19" fmla="*/ 205623 w 398857"/>
              <a:gd name="connsiteY19" fmla="*/ 372763 h 398925"/>
              <a:gd name="connsiteX20" fmla="*/ 199429 w 398857"/>
              <a:gd name="connsiteY20" fmla="*/ 365663 h 398925"/>
              <a:gd name="connsiteX21" fmla="*/ 193233 w 398857"/>
              <a:gd name="connsiteY21" fmla="*/ 372763 h 398925"/>
              <a:gd name="connsiteX22" fmla="*/ 137855 w 398857"/>
              <a:gd name="connsiteY22" fmla="*/ 398925 h 398925"/>
              <a:gd name="connsiteX23" fmla="*/ 70864 w 398857"/>
              <a:gd name="connsiteY23" fmla="*/ 365629 h 398925"/>
              <a:gd name="connsiteX24" fmla="*/ 50527 w 398857"/>
              <a:gd name="connsiteY24" fmla="*/ 322981 h 398925"/>
              <a:gd name="connsiteX25" fmla="*/ 25191 w 398857"/>
              <a:gd name="connsiteY25" fmla="*/ 309219 h 398925"/>
              <a:gd name="connsiteX26" fmla="*/ 0 w 398857"/>
              <a:gd name="connsiteY26" fmla="*/ 248661 h 398925"/>
              <a:gd name="connsiteX27" fmla="*/ 11468 w 398857"/>
              <a:gd name="connsiteY27" fmla="*/ 190225 h 398925"/>
              <a:gd name="connsiteX28" fmla="*/ 29319 w 398857"/>
              <a:gd name="connsiteY28" fmla="*/ 174049 h 398925"/>
              <a:gd name="connsiteX29" fmla="*/ 30630 w 398857"/>
              <a:gd name="connsiteY29" fmla="*/ 173458 h 398925"/>
              <a:gd name="connsiteX30" fmla="*/ 27089 w 398857"/>
              <a:gd name="connsiteY30" fmla="*/ 150975 h 398925"/>
              <a:gd name="connsiteX31" fmla="*/ 32974 w 398857"/>
              <a:gd name="connsiteY31" fmla="*/ 107447 h 398925"/>
              <a:gd name="connsiteX32" fmla="*/ 53689 w 398857"/>
              <a:gd name="connsiteY32" fmla="*/ 72050 h 398925"/>
              <a:gd name="connsiteX33" fmla="*/ 75549 w 398857"/>
              <a:gd name="connsiteY33" fmla="*/ 60736 h 398925"/>
              <a:gd name="connsiteX34" fmla="*/ 102548 w 398857"/>
              <a:gd name="connsiteY34" fmla="*/ 20069 h 398925"/>
              <a:gd name="connsiteX35" fmla="*/ 120935 w 398857"/>
              <a:gd name="connsiteY35" fmla="*/ 43689 h 398925"/>
              <a:gd name="connsiteX36" fmla="*/ 103667 w 398857"/>
              <a:gd name="connsiteY36" fmla="*/ 76465 h 398925"/>
              <a:gd name="connsiteX37" fmla="*/ 97450 w 398857"/>
              <a:gd name="connsiteY37" fmla="*/ 88608 h 398925"/>
              <a:gd name="connsiteX38" fmla="*/ 83963 w 398857"/>
              <a:gd name="connsiteY38" fmla="*/ 90663 h 398925"/>
              <a:gd name="connsiteX39" fmla="*/ 74172 w 398857"/>
              <a:gd name="connsiteY39" fmla="*/ 93878 h 398925"/>
              <a:gd name="connsiteX40" fmla="*/ 61476 w 398857"/>
              <a:gd name="connsiteY40" fmla="*/ 116596 h 398925"/>
              <a:gd name="connsiteX41" fmla="*/ 56993 w 398857"/>
              <a:gd name="connsiteY41" fmla="*/ 149631 h 398925"/>
              <a:gd name="connsiteX42" fmla="*/ 64290 w 398857"/>
              <a:gd name="connsiteY42" fmla="*/ 176178 h 398925"/>
              <a:gd name="connsiteX43" fmla="*/ 65945 w 398857"/>
              <a:gd name="connsiteY43" fmla="*/ 179487 h 398925"/>
              <a:gd name="connsiteX44" fmla="*/ 87539 w 398857"/>
              <a:gd name="connsiteY44" fmla="*/ 179487 h 398925"/>
              <a:gd name="connsiteX45" fmla="*/ 144265 w 398857"/>
              <a:gd name="connsiteY45" fmla="*/ 232217 h 398925"/>
              <a:gd name="connsiteX46" fmla="*/ 169363 w 398857"/>
              <a:gd name="connsiteY46" fmla="*/ 269289 h 398925"/>
              <a:gd name="connsiteX47" fmla="*/ 129451 w 398857"/>
              <a:gd name="connsiteY47" fmla="*/ 309201 h 398925"/>
              <a:gd name="connsiteX48" fmla="*/ 89539 w 398857"/>
              <a:gd name="connsiteY48" fmla="*/ 269289 h 398925"/>
              <a:gd name="connsiteX49" fmla="*/ 114190 w 398857"/>
              <a:gd name="connsiteY49" fmla="*/ 232398 h 398925"/>
              <a:gd name="connsiteX50" fmla="*/ 87539 w 398857"/>
              <a:gd name="connsiteY50" fmla="*/ 209421 h 398925"/>
              <a:gd name="connsiteX51" fmla="*/ 35654 w 398857"/>
              <a:gd name="connsiteY51" fmla="*/ 209421 h 398925"/>
              <a:gd name="connsiteX52" fmla="*/ 35152 w 398857"/>
              <a:gd name="connsiteY52" fmla="*/ 209413 h 398925"/>
              <a:gd name="connsiteX53" fmla="*/ 29934 w 398857"/>
              <a:gd name="connsiteY53" fmla="*/ 248661 h 398925"/>
              <a:gd name="connsiteX54" fmla="*/ 44682 w 398857"/>
              <a:gd name="connsiteY54" fmla="*/ 286501 h 398925"/>
              <a:gd name="connsiteX55" fmla="*/ 64122 w 398857"/>
              <a:gd name="connsiteY55" fmla="*/ 295192 h 398925"/>
              <a:gd name="connsiteX56" fmla="*/ 79089 w 398857"/>
              <a:gd name="connsiteY56" fmla="*/ 310159 h 398925"/>
              <a:gd name="connsiteX57" fmla="*/ 94247 w 398857"/>
              <a:gd name="connsiteY57" fmla="*/ 346940 h 398925"/>
              <a:gd name="connsiteX58" fmla="*/ 137855 w 398857"/>
              <a:gd name="connsiteY58" fmla="*/ 368991 h 398925"/>
              <a:gd name="connsiteX59" fmla="*/ 171570 w 398857"/>
              <a:gd name="connsiteY59" fmla="*/ 352104 h 398925"/>
              <a:gd name="connsiteX60" fmla="*/ 181916 w 398857"/>
              <a:gd name="connsiteY60" fmla="*/ 338431 h 398925"/>
              <a:gd name="connsiteX61" fmla="*/ 184228 w 398857"/>
              <a:gd name="connsiteY61" fmla="*/ 333785 h 398925"/>
              <a:gd name="connsiteX62" fmla="*/ 184332 w 398857"/>
              <a:gd name="connsiteY62" fmla="*/ 333513 h 398925"/>
              <a:gd name="connsiteX63" fmla="*/ 184332 w 398857"/>
              <a:gd name="connsiteY63" fmla="*/ 284513 h 398925"/>
              <a:gd name="connsiteX64" fmla="*/ 184330 w 398857"/>
              <a:gd name="connsiteY64" fmla="*/ 284256 h 398925"/>
              <a:gd name="connsiteX65" fmla="*/ 184332 w 398857"/>
              <a:gd name="connsiteY65" fmla="*/ 283999 h 398925"/>
              <a:gd name="connsiteX66" fmla="*/ 184332 w 398857"/>
              <a:gd name="connsiteY66" fmla="*/ 144564 h 398925"/>
              <a:gd name="connsiteX67" fmla="*/ 166462 w 398857"/>
              <a:gd name="connsiteY67" fmla="*/ 144564 h 398925"/>
              <a:gd name="connsiteX68" fmla="*/ 129451 w 398857"/>
              <a:gd name="connsiteY68" fmla="*/ 169509 h 398925"/>
              <a:gd name="connsiteX69" fmla="*/ 89539 w 398857"/>
              <a:gd name="connsiteY69" fmla="*/ 129597 h 398925"/>
              <a:gd name="connsiteX70" fmla="*/ 129451 w 398857"/>
              <a:gd name="connsiteY70" fmla="*/ 89685 h 398925"/>
              <a:gd name="connsiteX71" fmla="*/ 166462 w 398857"/>
              <a:gd name="connsiteY71" fmla="*/ 114630 h 398925"/>
              <a:gd name="connsiteX72" fmla="*/ 184332 w 398857"/>
              <a:gd name="connsiteY72" fmla="*/ 114630 h 398925"/>
              <a:gd name="connsiteX73" fmla="*/ 184332 w 398857"/>
              <a:gd name="connsiteY73" fmla="*/ 64213 h 398925"/>
              <a:gd name="connsiteX74" fmla="*/ 184328 w 398857"/>
              <a:gd name="connsiteY74" fmla="*/ 63987 h 398925"/>
              <a:gd name="connsiteX75" fmla="*/ 184282 w 398857"/>
              <a:gd name="connsiteY75" fmla="*/ 62852 h 398925"/>
              <a:gd name="connsiteX76" fmla="*/ 183871 w 398857"/>
              <a:gd name="connsiteY76" fmla="*/ 58333 h 398925"/>
              <a:gd name="connsiteX77" fmla="*/ 180676 w 398857"/>
              <a:gd name="connsiteY77" fmla="*/ 44818 h 398925"/>
              <a:gd name="connsiteX78" fmla="*/ 173797 w 398857"/>
              <a:gd name="connsiteY78" fmla="*/ 33836 h 398925"/>
              <a:gd name="connsiteX79" fmla="*/ 162432 w 398857"/>
              <a:gd name="connsiteY79" fmla="*/ 29934 h 398925"/>
              <a:gd name="connsiteX80" fmla="*/ 120935 w 398857"/>
              <a:gd name="connsiteY80" fmla="*/ 43689 h 398925"/>
              <a:gd name="connsiteX81" fmla="*/ 214526 w 398857"/>
              <a:gd name="connsiteY81" fmla="*/ 299223 h 398925"/>
              <a:gd name="connsiteX82" fmla="*/ 214526 w 398857"/>
              <a:gd name="connsiteY82" fmla="*/ 333513 h 398925"/>
              <a:gd name="connsiteX83" fmla="*/ 214627 w 398857"/>
              <a:gd name="connsiteY83" fmla="*/ 333785 h 398925"/>
              <a:gd name="connsiteX84" fmla="*/ 216940 w 398857"/>
              <a:gd name="connsiteY84" fmla="*/ 338431 h 398925"/>
              <a:gd name="connsiteX85" fmla="*/ 227285 w 398857"/>
              <a:gd name="connsiteY85" fmla="*/ 352104 h 398925"/>
              <a:gd name="connsiteX86" fmla="*/ 261001 w 398857"/>
              <a:gd name="connsiteY86" fmla="*/ 368991 h 398925"/>
              <a:gd name="connsiteX87" fmla="*/ 304611 w 398857"/>
              <a:gd name="connsiteY87" fmla="*/ 346940 h 398925"/>
              <a:gd name="connsiteX88" fmla="*/ 319768 w 398857"/>
              <a:gd name="connsiteY88" fmla="*/ 310159 h 398925"/>
              <a:gd name="connsiteX89" fmla="*/ 334735 w 398857"/>
              <a:gd name="connsiteY89" fmla="*/ 295192 h 398925"/>
              <a:gd name="connsiteX90" fmla="*/ 354176 w 398857"/>
              <a:gd name="connsiteY90" fmla="*/ 286501 h 398925"/>
              <a:gd name="connsiteX91" fmla="*/ 368923 w 398857"/>
              <a:gd name="connsiteY91" fmla="*/ 248661 h 398925"/>
              <a:gd name="connsiteX92" fmla="*/ 361959 w 398857"/>
              <a:gd name="connsiteY92" fmla="*/ 206015 h 398925"/>
              <a:gd name="connsiteX93" fmla="*/ 356768 w 398857"/>
              <a:gd name="connsiteY93" fmla="*/ 201123 h 398925"/>
              <a:gd name="connsiteX94" fmla="*/ 347023 w 398857"/>
              <a:gd name="connsiteY94" fmla="*/ 199443 h 398925"/>
              <a:gd name="connsiteX95" fmla="*/ 333829 w 398857"/>
              <a:gd name="connsiteY95" fmla="*/ 191540 h 398925"/>
              <a:gd name="connsiteX96" fmla="*/ 334567 w 398857"/>
              <a:gd name="connsiteY96" fmla="*/ 176178 h 398925"/>
              <a:gd name="connsiteX97" fmla="*/ 341865 w 398857"/>
              <a:gd name="connsiteY97" fmla="*/ 149631 h 398925"/>
              <a:gd name="connsiteX98" fmla="*/ 337381 w 398857"/>
              <a:gd name="connsiteY98" fmla="*/ 116596 h 398925"/>
              <a:gd name="connsiteX99" fmla="*/ 324685 w 398857"/>
              <a:gd name="connsiteY99" fmla="*/ 93878 h 398925"/>
              <a:gd name="connsiteX100" fmla="*/ 314894 w 398857"/>
              <a:gd name="connsiteY100" fmla="*/ 90663 h 398925"/>
              <a:gd name="connsiteX101" fmla="*/ 301408 w 398857"/>
              <a:gd name="connsiteY101" fmla="*/ 88608 h 398925"/>
              <a:gd name="connsiteX102" fmla="*/ 295190 w 398857"/>
              <a:gd name="connsiteY102" fmla="*/ 76465 h 398925"/>
              <a:gd name="connsiteX103" fmla="*/ 277922 w 398857"/>
              <a:gd name="connsiteY103" fmla="*/ 43689 h 398925"/>
              <a:gd name="connsiteX104" fmla="*/ 236423 w 398857"/>
              <a:gd name="connsiteY104" fmla="*/ 29934 h 398925"/>
              <a:gd name="connsiteX105" fmla="*/ 225058 w 398857"/>
              <a:gd name="connsiteY105" fmla="*/ 33836 h 398925"/>
              <a:gd name="connsiteX106" fmla="*/ 218182 w 398857"/>
              <a:gd name="connsiteY106" fmla="*/ 44818 h 398925"/>
              <a:gd name="connsiteX107" fmla="*/ 214985 w 398857"/>
              <a:gd name="connsiteY107" fmla="*/ 58333 h 398925"/>
              <a:gd name="connsiteX108" fmla="*/ 214576 w 398857"/>
              <a:gd name="connsiteY108" fmla="*/ 62852 h 398925"/>
              <a:gd name="connsiteX109" fmla="*/ 214530 w 398857"/>
              <a:gd name="connsiteY109" fmla="*/ 63987 h 398925"/>
              <a:gd name="connsiteX110" fmla="*/ 214526 w 398857"/>
              <a:gd name="connsiteY110" fmla="*/ 64213 h 398925"/>
              <a:gd name="connsiteX111" fmla="*/ 214526 w 398857"/>
              <a:gd name="connsiteY111" fmla="*/ 269289 h 398925"/>
              <a:gd name="connsiteX112" fmla="*/ 227236 w 398857"/>
              <a:gd name="connsiteY112" fmla="*/ 269289 h 398925"/>
              <a:gd name="connsiteX113" fmla="*/ 254176 w 398857"/>
              <a:gd name="connsiteY113" fmla="*/ 242348 h 398925"/>
              <a:gd name="connsiteX114" fmla="*/ 254176 w 398857"/>
              <a:gd name="connsiteY114" fmla="*/ 206519 h 398925"/>
              <a:gd name="connsiteX115" fmla="*/ 229231 w 398857"/>
              <a:gd name="connsiteY115" fmla="*/ 169509 h 398925"/>
              <a:gd name="connsiteX116" fmla="*/ 269143 w 398857"/>
              <a:gd name="connsiteY116" fmla="*/ 129597 h 398925"/>
              <a:gd name="connsiteX117" fmla="*/ 309055 w 398857"/>
              <a:gd name="connsiteY117" fmla="*/ 169509 h 398925"/>
              <a:gd name="connsiteX118" fmla="*/ 284110 w 398857"/>
              <a:gd name="connsiteY118" fmla="*/ 206519 h 398925"/>
              <a:gd name="connsiteX119" fmla="*/ 284110 w 398857"/>
              <a:gd name="connsiteY119" fmla="*/ 242348 h 398925"/>
              <a:gd name="connsiteX120" fmla="*/ 227236 w 398857"/>
              <a:gd name="connsiteY120" fmla="*/ 299223 h 398925"/>
              <a:gd name="connsiteX121" fmla="*/ 214526 w 398857"/>
              <a:gd name="connsiteY121" fmla="*/ 299223 h 398925"/>
              <a:gd name="connsiteX122" fmla="*/ 129451 w 398857"/>
              <a:gd name="connsiteY122" fmla="*/ 119619 h 398925"/>
              <a:gd name="connsiteX123" fmla="*/ 119473 w 398857"/>
              <a:gd name="connsiteY123" fmla="*/ 129597 h 398925"/>
              <a:gd name="connsiteX124" fmla="*/ 129451 w 398857"/>
              <a:gd name="connsiteY124" fmla="*/ 139575 h 398925"/>
              <a:gd name="connsiteX125" fmla="*/ 139429 w 398857"/>
              <a:gd name="connsiteY125" fmla="*/ 129597 h 398925"/>
              <a:gd name="connsiteX126" fmla="*/ 129451 w 398857"/>
              <a:gd name="connsiteY126" fmla="*/ 119619 h 398925"/>
              <a:gd name="connsiteX127" fmla="*/ 119473 w 398857"/>
              <a:gd name="connsiteY127" fmla="*/ 269289 h 398925"/>
              <a:gd name="connsiteX128" fmla="*/ 129451 w 398857"/>
              <a:gd name="connsiteY128" fmla="*/ 279267 h 398925"/>
              <a:gd name="connsiteX129" fmla="*/ 139429 w 398857"/>
              <a:gd name="connsiteY129" fmla="*/ 269289 h 398925"/>
              <a:gd name="connsiteX130" fmla="*/ 129451 w 398857"/>
              <a:gd name="connsiteY130" fmla="*/ 259311 h 398925"/>
              <a:gd name="connsiteX131" fmla="*/ 119473 w 398857"/>
              <a:gd name="connsiteY131" fmla="*/ 269289 h 398925"/>
              <a:gd name="connsiteX132" fmla="*/ 259165 w 398857"/>
              <a:gd name="connsiteY132" fmla="*/ 169509 h 398925"/>
              <a:gd name="connsiteX133" fmla="*/ 269143 w 398857"/>
              <a:gd name="connsiteY133" fmla="*/ 179487 h 398925"/>
              <a:gd name="connsiteX134" fmla="*/ 279121 w 398857"/>
              <a:gd name="connsiteY134" fmla="*/ 169509 h 398925"/>
              <a:gd name="connsiteX135" fmla="*/ 269143 w 398857"/>
              <a:gd name="connsiteY135" fmla="*/ 159531 h 398925"/>
              <a:gd name="connsiteX136" fmla="*/ 259165 w 398857"/>
              <a:gd name="connsiteY136" fmla="*/ 169509 h 398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398857" h="398925">
                <a:moveTo>
                  <a:pt x="102548" y="20069"/>
                </a:moveTo>
                <a:cubicBezTo>
                  <a:pt x="119144" y="7149"/>
                  <a:pt x="140855" y="0"/>
                  <a:pt x="162432" y="0"/>
                </a:cubicBezTo>
                <a:cubicBezTo>
                  <a:pt x="175332" y="0"/>
                  <a:pt x="185781" y="4432"/>
                  <a:pt x="193696" y="11472"/>
                </a:cubicBezTo>
                <a:cubicBezTo>
                  <a:pt x="195835" y="13377"/>
                  <a:pt x="197739" y="15424"/>
                  <a:pt x="199429" y="17549"/>
                </a:cubicBezTo>
                <a:cubicBezTo>
                  <a:pt x="201119" y="15424"/>
                  <a:pt x="203021" y="13377"/>
                  <a:pt x="205162" y="11472"/>
                </a:cubicBezTo>
                <a:cubicBezTo>
                  <a:pt x="213075" y="4432"/>
                  <a:pt x="223524" y="0"/>
                  <a:pt x="236423" y="0"/>
                </a:cubicBezTo>
                <a:cubicBezTo>
                  <a:pt x="258002" y="0"/>
                  <a:pt x="279714" y="7149"/>
                  <a:pt x="296309" y="20069"/>
                </a:cubicBezTo>
                <a:cubicBezTo>
                  <a:pt x="309221" y="30120"/>
                  <a:pt x="319343" y="43976"/>
                  <a:pt x="323308" y="60736"/>
                </a:cubicBezTo>
                <a:cubicBezTo>
                  <a:pt x="331693" y="62123"/>
                  <a:pt x="339143" y="66397"/>
                  <a:pt x="345168" y="72050"/>
                </a:cubicBezTo>
                <a:cubicBezTo>
                  <a:pt x="354762" y="81053"/>
                  <a:pt x="361585" y="94060"/>
                  <a:pt x="365882" y="107447"/>
                </a:cubicBezTo>
                <a:cubicBezTo>
                  <a:pt x="370244" y="121036"/>
                  <a:pt x="372427" y="136312"/>
                  <a:pt x="371769" y="150975"/>
                </a:cubicBezTo>
                <a:cubicBezTo>
                  <a:pt x="371432" y="158482"/>
                  <a:pt x="370332" y="166133"/>
                  <a:pt x="368227" y="173458"/>
                </a:cubicBezTo>
                <a:cubicBezTo>
                  <a:pt x="368666" y="173648"/>
                  <a:pt x="369103" y="173846"/>
                  <a:pt x="369538" y="174049"/>
                </a:cubicBezTo>
                <a:cubicBezTo>
                  <a:pt x="376926" y="177533"/>
                  <a:pt x="382896" y="182987"/>
                  <a:pt x="387388" y="190225"/>
                </a:cubicBezTo>
                <a:cubicBezTo>
                  <a:pt x="395872" y="203889"/>
                  <a:pt x="398857" y="223578"/>
                  <a:pt x="398857" y="248661"/>
                </a:cubicBezTo>
                <a:cubicBezTo>
                  <a:pt x="398857" y="277487"/>
                  <a:pt x="387839" y="297062"/>
                  <a:pt x="373667" y="309219"/>
                </a:cubicBezTo>
                <a:cubicBezTo>
                  <a:pt x="365443" y="316273"/>
                  <a:pt x="356367" y="320646"/>
                  <a:pt x="348331" y="322981"/>
                </a:cubicBezTo>
                <a:cubicBezTo>
                  <a:pt x="345547" y="336802"/>
                  <a:pt x="338584" y="352378"/>
                  <a:pt x="327993" y="365629"/>
                </a:cubicBezTo>
                <a:cubicBezTo>
                  <a:pt x="313569" y="383675"/>
                  <a:pt x="291149" y="398925"/>
                  <a:pt x="261001" y="398925"/>
                </a:cubicBezTo>
                <a:cubicBezTo>
                  <a:pt x="236848" y="398925"/>
                  <a:pt x="217836" y="385569"/>
                  <a:pt x="205623" y="372763"/>
                </a:cubicBezTo>
                <a:cubicBezTo>
                  <a:pt x="203390" y="370420"/>
                  <a:pt x="201321" y="368035"/>
                  <a:pt x="199429" y="365663"/>
                </a:cubicBezTo>
                <a:cubicBezTo>
                  <a:pt x="197535" y="368035"/>
                  <a:pt x="195468" y="370420"/>
                  <a:pt x="193233" y="372763"/>
                </a:cubicBezTo>
                <a:cubicBezTo>
                  <a:pt x="181019" y="385569"/>
                  <a:pt x="162007" y="398925"/>
                  <a:pt x="137855" y="398925"/>
                </a:cubicBezTo>
                <a:cubicBezTo>
                  <a:pt x="107708" y="398925"/>
                  <a:pt x="85288" y="383675"/>
                  <a:pt x="70864" y="365629"/>
                </a:cubicBezTo>
                <a:cubicBezTo>
                  <a:pt x="60273" y="352378"/>
                  <a:pt x="53310" y="336802"/>
                  <a:pt x="50527" y="322981"/>
                </a:cubicBezTo>
                <a:cubicBezTo>
                  <a:pt x="42490" y="320646"/>
                  <a:pt x="33414" y="316273"/>
                  <a:pt x="25191" y="309219"/>
                </a:cubicBezTo>
                <a:cubicBezTo>
                  <a:pt x="11019" y="297062"/>
                  <a:pt x="0" y="277487"/>
                  <a:pt x="0" y="248661"/>
                </a:cubicBezTo>
                <a:cubicBezTo>
                  <a:pt x="0" y="223578"/>
                  <a:pt x="2985" y="203889"/>
                  <a:pt x="11468" y="190225"/>
                </a:cubicBezTo>
                <a:cubicBezTo>
                  <a:pt x="15961" y="182987"/>
                  <a:pt x="21932" y="177533"/>
                  <a:pt x="29319" y="174049"/>
                </a:cubicBezTo>
                <a:cubicBezTo>
                  <a:pt x="29754" y="173846"/>
                  <a:pt x="30191" y="173648"/>
                  <a:pt x="30630" y="173458"/>
                </a:cubicBezTo>
                <a:cubicBezTo>
                  <a:pt x="28525" y="166133"/>
                  <a:pt x="27426" y="158482"/>
                  <a:pt x="27089" y="150975"/>
                </a:cubicBezTo>
                <a:cubicBezTo>
                  <a:pt x="26430" y="136312"/>
                  <a:pt x="28613" y="121036"/>
                  <a:pt x="32974" y="107447"/>
                </a:cubicBezTo>
                <a:cubicBezTo>
                  <a:pt x="37271" y="94060"/>
                  <a:pt x="44094" y="81053"/>
                  <a:pt x="53689" y="72050"/>
                </a:cubicBezTo>
                <a:cubicBezTo>
                  <a:pt x="59713" y="66397"/>
                  <a:pt x="67165" y="62123"/>
                  <a:pt x="75549" y="60736"/>
                </a:cubicBezTo>
                <a:cubicBezTo>
                  <a:pt x="79515" y="43976"/>
                  <a:pt x="89635" y="30120"/>
                  <a:pt x="102548" y="20069"/>
                </a:cubicBezTo>
                <a:close/>
                <a:moveTo>
                  <a:pt x="120935" y="43689"/>
                </a:moveTo>
                <a:cubicBezTo>
                  <a:pt x="110044" y="52168"/>
                  <a:pt x="103667" y="63462"/>
                  <a:pt x="103667" y="76465"/>
                </a:cubicBezTo>
                <a:cubicBezTo>
                  <a:pt x="103667" y="81277"/>
                  <a:pt x="101354" y="85796"/>
                  <a:pt x="97450" y="88608"/>
                </a:cubicBezTo>
                <a:cubicBezTo>
                  <a:pt x="93546" y="91421"/>
                  <a:pt x="88528" y="92186"/>
                  <a:pt x="83963" y="90663"/>
                </a:cubicBezTo>
                <a:cubicBezTo>
                  <a:pt x="81221" y="89748"/>
                  <a:pt x="78335" y="89971"/>
                  <a:pt x="74172" y="93878"/>
                </a:cubicBezTo>
                <a:cubicBezTo>
                  <a:pt x="69557" y="98209"/>
                  <a:pt x="64859" y="106055"/>
                  <a:pt x="61476" y="116596"/>
                </a:cubicBezTo>
                <a:cubicBezTo>
                  <a:pt x="58157" y="126935"/>
                  <a:pt x="56500" y="138661"/>
                  <a:pt x="56993" y="149631"/>
                </a:cubicBezTo>
                <a:cubicBezTo>
                  <a:pt x="57492" y="160738"/>
                  <a:pt x="60133" y="169938"/>
                  <a:pt x="64290" y="176178"/>
                </a:cubicBezTo>
                <a:cubicBezTo>
                  <a:pt x="64986" y="177224"/>
                  <a:pt x="65538" y="178336"/>
                  <a:pt x="65945" y="179487"/>
                </a:cubicBezTo>
                <a:lnTo>
                  <a:pt x="87539" y="179487"/>
                </a:lnTo>
                <a:cubicBezTo>
                  <a:pt x="117556" y="179487"/>
                  <a:pt x="142142" y="202742"/>
                  <a:pt x="144265" y="232217"/>
                </a:cubicBezTo>
                <a:cubicBezTo>
                  <a:pt x="158973" y="238100"/>
                  <a:pt x="169363" y="252480"/>
                  <a:pt x="169363" y="269289"/>
                </a:cubicBezTo>
                <a:cubicBezTo>
                  <a:pt x="169363" y="291332"/>
                  <a:pt x="151494" y="309201"/>
                  <a:pt x="129451" y="309201"/>
                </a:cubicBezTo>
                <a:cubicBezTo>
                  <a:pt x="107408" y="309201"/>
                  <a:pt x="89539" y="291332"/>
                  <a:pt x="89539" y="269289"/>
                </a:cubicBezTo>
                <a:cubicBezTo>
                  <a:pt x="89539" y="252652"/>
                  <a:pt x="99719" y="238391"/>
                  <a:pt x="114190" y="232398"/>
                </a:cubicBezTo>
                <a:cubicBezTo>
                  <a:pt x="112274" y="219399"/>
                  <a:pt x="101072" y="209421"/>
                  <a:pt x="87539" y="209421"/>
                </a:cubicBezTo>
                <a:lnTo>
                  <a:pt x="35654" y="209421"/>
                </a:lnTo>
                <a:cubicBezTo>
                  <a:pt x="35486" y="209421"/>
                  <a:pt x="35319" y="209419"/>
                  <a:pt x="35152" y="209413"/>
                </a:cubicBezTo>
                <a:cubicBezTo>
                  <a:pt x="32174" y="216358"/>
                  <a:pt x="29934" y="228359"/>
                  <a:pt x="29934" y="248661"/>
                </a:cubicBezTo>
                <a:cubicBezTo>
                  <a:pt x="29934" y="269034"/>
                  <a:pt x="37349" y="280209"/>
                  <a:pt x="44682" y="286501"/>
                </a:cubicBezTo>
                <a:cubicBezTo>
                  <a:pt x="52729" y="293404"/>
                  <a:pt x="61563" y="295192"/>
                  <a:pt x="64122" y="295192"/>
                </a:cubicBezTo>
                <a:cubicBezTo>
                  <a:pt x="72388" y="295192"/>
                  <a:pt x="79089" y="301893"/>
                  <a:pt x="79089" y="310159"/>
                </a:cubicBezTo>
                <a:cubicBezTo>
                  <a:pt x="79089" y="318523"/>
                  <a:pt x="83715" y="333763"/>
                  <a:pt x="94247" y="346940"/>
                </a:cubicBezTo>
                <a:cubicBezTo>
                  <a:pt x="104400" y="359642"/>
                  <a:pt x="118847" y="368991"/>
                  <a:pt x="137855" y="368991"/>
                </a:cubicBezTo>
                <a:cubicBezTo>
                  <a:pt x="150569" y="368991"/>
                  <a:pt x="162279" y="361847"/>
                  <a:pt x="171570" y="352104"/>
                </a:cubicBezTo>
                <a:cubicBezTo>
                  <a:pt x="176096" y="347359"/>
                  <a:pt x="179611" y="342430"/>
                  <a:pt x="181916" y="338431"/>
                </a:cubicBezTo>
                <a:cubicBezTo>
                  <a:pt x="183071" y="336427"/>
                  <a:pt x="183817" y="334839"/>
                  <a:pt x="184228" y="333785"/>
                </a:cubicBezTo>
                <a:lnTo>
                  <a:pt x="184332" y="333513"/>
                </a:lnTo>
                <a:lnTo>
                  <a:pt x="184332" y="284513"/>
                </a:lnTo>
                <a:cubicBezTo>
                  <a:pt x="184330" y="284428"/>
                  <a:pt x="184330" y="284342"/>
                  <a:pt x="184330" y="284256"/>
                </a:cubicBezTo>
                <a:cubicBezTo>
                  <a:pt x="184330" y="284170"/>
                  <a:pt x="184330" y="284084"/>
                  <a:pt x="184332" y="283999"/>
                </a:cubicBezTo>
                <a:lnTo>
                  <a:pt x="184332" y="144564"/>
                </a:lnTo>
                <a:lnTo>
                  <a:pt x="166462" y="144564"/>
                </a:lnTo>
                <a:cubicBezTo>
                  <a:pt x="160541" y="159191"/>
                  <a:pt x="146201" y="169509"/>
                  <a:pt x="129451" y="169509"/>
                </a:cubicBezTo>
                <a:cubicBezTo>
                  <a:pt x="107408" y="169509"/>
                  <a:pt x="89539" y="151640"/>
                  <a:pt x="89539" y="129597"/>
                </a:cubicBezTo>
                <a:cubicBezTo>
                  <a:pt x="89539" y="107554"/>
                  <a:pt x="107408" y="89685"/>
                  <a:pt x="129451" y="89685"/>
                </a:cubicBezTo>
                <a:cubicBezTo>
                  <a:pt x="146201" y="89685"/>
                  <a:pt x="160541" y="100003"/>
                  <a:pt x="166462" y="114630"/>
                </a:cubicBezTo>
                <a:lnTo>
                  <a:pt x="184332" y="114630"/>
                </a:lnTo>
                <a:lnTo>
                  <a:pt x="184332" y="64213"/>
                </a:lnTo>
                <a:lnTo>
                  <a:pt x="184328" y="63987"/>
                </a:lnTo>
                <a:cubicBezTo>
                  <a:pt x="184322" y="63759"/>
                  <a:pt x="184310" y="63373"/>
                  <a:pt x="184282" y="62852"/>
                </a:cubicBezTo>
                <a:cubicBezTo>
                  <a:pt x="184226" y="61805"/>
                  <a:pt x="184109" y="60239"/>
                  <a:pt x="183871" y="58333"/>
                </a:cubicBezTo>
                <a:cubicBezTo>
                  <a:pt x="183386" y="54444"/>
                  <a:pt x="182438" y="49524"/>
                  <a:pt x="180676" y="44818"/>
                </a:cubicBezTo>
                <a:cubicBezTo>
                  <a:pt x="178888" y="40049"/>
                  <a:pt x="176563" y="36297"/>
                  <a:pt x="173797" y="33836"/>
                </a:cubicBezTo>
                <a:cubicBezTo>
                  <a:pt x="171343" y="31652"/>
                  <a:pt x="167966" y="29934"/>
                  <a:pt x="162432" y="29934"/>
                </a:cubicBezTo>
                <a:cubicBezTo>
                  <a:pt x="147144" y="29934"/>
                  <a:pt x="131989" y="35085"/>
                  <a:pt x="120935" y="43689"/>
                </a:cubicBezTo>
                <a:close/>
                <a:moveTo>
                  <a:pt x="214526" y="299223"/>
                </a:moveTo>
                <a:lnTo>
                  <a:pt x="214526" y="333513"/>
                </a:lnTo>
                <a:lnTo>
                  <a:pt x="214627" y="333785"/>
                </a:lnTo>
                <a:cubicBezTo>
                  <a:pt x="215040" y="334839"/>
                  <a:pt x="215787" y="336427"/>
                  <a:pt x="216940" y="338431"/>
                </a:cubicBezTo>
                <a:cubicBezTo>
                  <a:pt x="219245" y="342430"/>
                  <a:pt x="222759" y="347359"/>
                  <a:pt x="227285" y="352104"/>
                </a:cubicBezTo>
                <a:cubicBezTo>
                  <a:pt x="236579" y="361847"/>
                  <a:pt x="248289" y="368991"/>
                  <a:pt x="261001" y="368991"/>
                </a:cubicBezTo>
                <a:cubicBezTo>
                  <a:pt x="280009" y="368991"/>
                  <a:pt x="294457" y="359642"/>
                  <a:pt x="304611" y="346940"/>
                </a:cubicBezTo>
                <a:cubicBezTo>
                  <a:pt x="315142" y="333763"/>
                  <a:pt x="319768" y="318523"/>
                  <a:pt x="319768" y="310159"/>
                </a:cubicBezTo>
                <a:cubicBezTo>
                  <a:pt x="319768" y="301893"/>
                  <a:pt x="326469" y="295192"/>
                  <a:pt x="334735" y="295192"/>
                </a:cubicBezTo>
                <a:cubicBezTo>
                  <a:pt x="337295" y="295192"/>
                  <a:pt x="346127" y="293404"/>
                  <a:pt x="354176" y="286501"/>
                </a:cubicBezTo>
                <a:cubicBezTo>
                  <a:pt x="361508" y="280209"/>
                  <a:pt x="368923" y="269034"/>
                  <a:pt x="368923" y="248661"/>
                </a:cubicBezTo>
                <a:cubicBezTo>
                  <a:pt x="368923" y="224546"/>
                  <a:pt x="365762" y="212143"/>
                  <a:pt x="361959" y="206015"/>
                </a:cubicBezTo>
                <a:cubicBezTo>
                  <a:pt x="360306" y="203354"/>
                  <a:pt x="358598" y="201985"/>
                  <a:pt x="356768" y="201123"/>
                </a:cubicBezTo>
                <a:cubicBezTo>
                  <a:pt x="354742" y="200167"/>
                  <a:pt x="351717" y="199443"/>
                  <a:pt x="347023" y="199443"/>
                </a:cubicBezTo>
                <a:cubicBezTo>
                  <a:pt x="341506" y="199443"/>
                  <a:pt x="336435" y="196406"/>
                  <a:pt x="333829" y="191540"/>
                </a:cubicBezTo>
                <a:cubicBezTo>
                  <a:pt x="331224" y="186675"/>
                  <a:pt x="331508" y="180772"/>
                  <a:pt x="334567" y="176178"/>
                </a:cubicBezTo>
                <a:cubicBezTo>
                  <a:pt x="338724" y="169938"/>
                  <a:pt x="341366" y="160738"/>
                  <a:pt x="341865" y="149631"/>
                </a:cubicBezTo>
                <a:cubicBezTo>
                  <a:pt x="342358" y="138661"/>
                  <a:pt x="340699" y="126935"/>
                  <a:pt x="337381" y="116596"/>
                </a:cubicBezTo>
                <a:cubicBezTo>
                  <a:pt x="333998" y="106055"/>
                  <a:pt x="329301" y="98209"/>
                  <a:pt x="324685" y="93878"/>
                </a:cubicBezTo>
                <a:cubicBezTo>
                  <a:pt x="320522" y="89971"/>
                  <a:pt x="317636" y="89748"/>
                  <a:pt x="314894" y="90663"/>
                </a:cubicBezTo>
                <a:cubicBezTo>
                  <a:pt x="310330" y="92186"/>
                  <a:pt x="305311" y="91421"/>
                  <a:pt x="301408" y="88608"/>
                </a:cubicBezTo>
                <a:cubicBezTo>
                  <a:pt x="297503" y="85796"/>
                  <a:pt x="295190" y="81277"/>
                  <a:pt x="295190" y="76465"/>
                </a:cubicBezTo>
                <a:cubicBezTo>
                  <a:pt x="295190" y="63462"/>
                  <a:pt x="288812" y="52168"/>
                  <a:pt x="277922" y="43689"/>
                </a:cubicBezTo>
                <a:cubicBezTo>
                  <a:pt x="266868" y="35085"/>
                  <a:pt x="251714" y="29934"/>
                  <a:pt x="236423" y="29934"/>
                </a:cubicBezTo>
                <a:cubicBezTo>
                  <a:pt x="230892" y="29934"/>
                  <a:pt x="227515" y="31652"/>
                  <a:pt x="225058" y="33836"/>
                </a:cubicBezTo>
                <a:cubicBezTo>
                  <a:pt x="222294" y="36297"/>
                  <a:pt x="219968" y="40049"/>
                  <a:pt x="218182" y="44818"/>
                </a:cubicBezTo>
                <a:cubicBezTo>
                  <a:pt x="216419" y="49524"/>
                  <a:pt x="215472" y="54444"/>
                  <a:pt x="214985" y="58333"/>
                </a:cubicBezTo>
                <a:cubicBezTo>
                  <a:pt x="214747" y="60239"/>
                  <a:pt x="214631" y="61805"/>
                  <a:pt x="214576" y="62852"/>
                </a:cubicBezTo>
                <a:cubicBezTo>
                  <a:pt x="214548" y="63373"/>
                  <a:pt x="214536" y="63759"/>
                  <a:pt x="214530" y="63987"/>
                </a:cubicBezTo>
                <a:lnTo>
                  <a:pt x="214526" y="64213"/>
                </a:lnTo>
                <a:lnTo>
                  <a:pt x="214526" y="269289"/>
                </a:lnTo>
                <a:lnTo>
                  <a:pt x="227236" y="269289"/>
                </a:lnTo>
                <a:cubicBezTo>
                  <a:pt x="242115" y="269289"/>
                  <a:pt x="254176" y="257228"/>
                  <a:pt x="254176" y="242348"/>
                </a:cubicBezTo>
                <a:lnTo>
                  <a:pt x="254176" y="206519"/>
                </a:lnTo>
                <a:cubicBezTo>
                  <a:pt x="239548" y="200599"/>
                  <a:pt x="229231" y="186258"/>
                  <a:pt x="229231" y="169509"/>
                </a:cubicBezTo>
                <a:cubicBezTo>
                  <a:pt x="229231" y="147466"/>
                  <a:pt x="247100" y="129597"/>
                  <a:pt x="269143" y="129597"/>
                </a:cubicBezTo>
                <a:cubicBezTo>
                  <a:pt x="291187" y="129597"/>
                  <a:pt x="309055" y="147466"/>
                  <a:pt x="309055" y="169509"/>
                </a:cubicBezTo>
                <a:cubicBezTo>
                  <a:pt x="309055" y="186258"/>
                  <a:pt x="298736" y="200599"/>
                  <a:pt x="284110" y="206519"/>
                </a:cubicBezTo>
                <a:lnTo>
                  <a:pt x="284110" y="242348"/>
                </a:lnTo>
                <a:cubicBezTo>
                  <a:pt x="284110" y="273759"/>
                  <a:pt x="258646" y="299223"/>
                  <a:pt x="227236" y="299223"/>
                </a:cubicBezTo>
                <a:lnTo>
                  <a:pt x="214526" y="299223"/>
                </a:lnTo>
                <a:close/>
                <a:moveTo>
                  <a:pt x="129451" y="119619"/>
                </a:moveTo>
                <a:cubicBezTo>
                  <a:pt x="123940" y="119619"/>
                  <a:pt x="119473" y="124086"/>
                  <a:pt x="119473" y="129597"/>
                </a:cubicBezTo>
                <a:cubicBezTo>
                  <a:pt x="119473" y="135108"/>
                  <a:pt x="123940" y="139575"/>
                  <a:pt x="129451" y="139575"/>
                </a:cubicBezTo>
                <a:cubicBezTo>
                  <a:pt x="134962" y="139575"/>
                  <a:pt x="139429" y="135108"/>
                  <a:pt x="139429" y="129597"/>
                </a:cubicBezTo>
                <a:cubicBezTo>
                  <a:pt x="139429" y="124086"/>
                  <a:pt x="134962" y="119619"/>
                  <a:pt x="129451" y="119619"/>
                </a:cubicBezTo>
                <a:close/>
                <a:moveTo>
                  <a:pt x="119473" y="269289"/>
                </a:moveTo>
                <a:cubicBezTo>
                  <a:pt x="119473" y="274799"/>
                  <a:pt x="123940" y="279267"/>
                  <a:pt x="129451" y="279267"/>
                </a:cubicBezTo>
                <a:cubicBezTo>
                  <a:pt x="134962" y="279267"/>
                  <a:pt x="139429" y="274799"/>
                  <a:pt x="139429" y="269289"/>
                </a:cubicBezTo>
                <a:cubicBezTo>
                  <a:pt x="139429" y="263779"/>
                  <a:pt x="134962" y="259311"/>
                  <a:pt x="129451" y="259311"/>
                </a:cubicBezTo>
                <a:cubicBezTo>
                  <a:pt x="123940" y="259311"/>
                  <a:pt x="119473" y="263779"/>
                  <a:pt x="119473" y="269289"/>
                </a:cubicBezTo>
                <a:close/>
                <a:moveTo>
                  <a:pt x="259165" y="169509"/>
                </a:moveTo>
                <a:cubicBezTo>
                  <a:pt x="259165" y="175019"/>
                  <a:pt x="263631" y="179487"/>
                  <a:pt x="269143" y="179487"/>
                </a:cubicBezTo>
                <a:cubicBezTo>
                  <a:pt x="274653" y="179487"/>
                  <a:pt x="279121" y="175019"/>
                  <a:pt x="279121" y="169509"/>
                </a:cubicBezTo>
                <a:cubicBezTo>
                  <a:pt x="279121" y="163999"/>
                  <a:pt x="274653" y="159531"/>
                  <a:pt x="269143" y="159531"/>
                </a:cubicBezTo>
                <a:cubicBezTo>
                  <a:pt x="263631" y="159531"/>
                  <a:pt x="259165" y="163999"/>
                  <a:pt x="259165" y="169509"/>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noProof="0">
              <a:solidFill>
                <a:srgbClr val="000000"/>
              </a:solidFill>
              <a:latin typeface="+mj-lt"/>
            </a:endParaRPr>
          </a:p>
        </p:txBody>
      </p:sp>
      <p:sp>
        <p:nvSpPr>
          <p:cNvPr id="213" name="Graphic 78" descr="Icon of a government building">
            <a:extLst>
              <a:ext uri="{FF2B5EF4-FFF2-40B4-BE49-F238E27FC236}">
                <a16:creationId xmlns:a16="http://schemas.microsoft.com/office/drawing/2014/main" id="{4F22F8A7-CA35-D5D3-9083-34797F141301}"/>
              </a:ext>
            </a:extLst>
          </p:cNvPr>
          <p:cNvSpPr>
            <a:spLocks/>
          </p:cNvSpPr>
          <p:nvPr/>
        </p:nvSpPr>
        <p:spPr>
          <a:xfrm>
            <a:off x="10445596" y="1554065"/>
            <a:ext cx="279154" cy="279154"/>
          </a:xfrm>
          <a:custGeom>
            <a:avLst/>
            <a:gdLst>
              <a:gd name="connsiteX0" fmla="*/ 208681 w 309156"/>
              <a:gd name="connsiteY0" fmla="*/ 150714 h 309156"/>
              <a:gd name="connsiteX1" fmla="*/ 197087 w 309156"/>
              <a:gd name="connsiteY1" fmla="*/ 139121 h 309156"/>
              <a:gd name="connsiteX2" fmla="*/ 185494 w 309156"/>
              <a:gd name="connsiteY2" fmla="*/ 150714 h 309156"/>
              <a:gd name="connsiteX3" fmla="*/ 185494 w 309156"/>
              <a:gd name="connsiteY3" fmla="*/ 181630 h 309156"/>
              <a:gd name="connsiteX4" fmla="*/ 197087 w 309156"/>
              <a:gd name="connsiteY4" fmla="*/ 193223 h 309156"/>
              <a:gd name="connsiteX5" fmla="*/ 208681 w 309156"/>
              <a:gd name="connsiteY5" fmla="*/ 181630 h 309156"/>
              <a:gd name="connsiteX6" fmla="*/ 208681 w 309156"/>
              <a:gd name="connsiteY6" fmla="*/ 150714 h 309156"/>
              <a:gd name="connsiteX7" fmla="*/ 150714 w 309156"/>
              <a:gd name="connsiteY7" fmla="*/ 139121 h 309156"/>
              <a:gd name="connsiteX8" fmla="*/ 162307 w 309156"/>
              <a:gd name="connsiteY8" fmla="*/ 150714 h 309156"/>
              <a:gd name="connsiteX9" fmla="*/ 162307 w 309156"/>
              <a:gd name="connsiteY9" fmla="*/ 181630 h 309156"/>
              <a:gd name="connsiteX10" fmla="*/ 150714 w 309156"/>
              <a:gd name="connsiteY10" fmla="*/ 193223 h 309156"/>
              <a:gd name="connsiteX11" fmla="*/ 139121 w 309156"/>
              <a:gd name="connsiteY11" fmla="*/ 181630 h 309156"/>
              <a:gd name="connsiteX12" fmla="*/ 139121 w 309156"/>
              <a:gd name="connsiteY12" fmla="*/ 150714 h 309156"/>
              <a:gd name="connsiteX13" fmla="*/ 150714 w 309156"/>
              <a:gd name="connsiteY13" fmla="*/ 139121 h 309156"/>
              <a:gd name="connsiteX14" fmla="*/ 115934 w 309156"/>
              <a:gd name="connsiteY14" fmla="*/ 150714 h 309156"/>
              <a:gd name="connsiteX15" fmla="*/ 104340 w 309156"/>
              <a:gd name="connsiteY15" fmla="*/ 139121 h 309156"/>
              <a:gd name="connsiteX16" fmla="*/ 92747 w 309156"/>
              <a:gd name="connsiteY16" fmla="*/ 150714 h 309156"/>
              <a:gd name="connsiteX17" fmla="*/ 92747 w 309156"/>
              <a:gd name="connsiteY17" fmla="*/ 181630 h 309156"/>
              <a:gd name="connsiteX18" fmla="*/ 104340 w 309156"/>
              <a:gd name="connsiteY18" fmla="*/ 193223 h 309156"/>
              <a:gd name="connsiteX19" fmla="*/ 115934 w 309156"/>
              <a:gd name="connsiteY19" fmla="*/ 181630 h 309156"/>
              <a:gd name="connsiteX20" fmla="*/ 115934 w 309156"/>
              <a:gd name="connsiteY20" fmla="*/ 150714 h 309156"/>
              <a:gd name="connsiteX21" fmla="*/ 57967 w 309156"/>
              <a:gd name="connsiteY21" fmla="*/ 208681 h 309156"/>
              <a:gd name="connsiteX22" fmla="*/ 69560 w 309156"/>
              <a:gd name="connsiteY22" fmla="*/ 220274 h 309156"/>
              <a:gd name="connsiteX23" fmla="*/ 69560 w 309156"/>
              <a:gd name="connsiteY23" fmla="*/ 258919 h 309156"/>
              <a:gd name="connsiteX24" fmla="*/ 57967 w 309156"/>
              <a:gd name="connsiteY24" fmla="*/ 270512 h 309156"/>
              <a:gd name="connsiteX25" fmla="*/ 46374 w 309156"/>
              <a:gd name="connsiteY25" fmla="*/ 258919 h 309156"/>
              <a:gd name="connsiteX26" fmla="*/ 46374 w 309156"/>
              <a:gd name="connsiteY26" fmla="*/ 220274 h 309156"/>
              <a:gd name="connsiteX27" fmla="*/ 57967 w 309156"/>
              <a:gd name="connsiteY27" fmla="*/ 208681 h 309156"/>
              <a:gd name="connsiteX28" fmla="*/ 262783 w 309156"/>
              <a:gd name="connsiteY28" fmla="*/ 220274 h 309156"/>
              <a:gd name="connsiteX29" fmla="*/ 251190 w 309156"/>
              <a:gd name="connsiteY29" fmla="*/ 208681 h 309156"/>
              <a:gd name="connsiteX30" fmla="*/ 239596 w 309156"/>
              <a:gd name="connsiteY30" fmla="*/ 220274 h 309156"/>
              <a:gd name="connsiteX31" fmla="*/ 239596 w 309156"/>
              <a:gd name="connsiteY31" fmla="*/ 258919 h 309156"/>
              <a:gd name="connsiteX32" fmla="*/ 251190 w 309156"/>
              <a:gd name="connsiteY32" fmla="*/ 270512 h 309156"/>
              <a:gd name="connsiteX33" fmla="*/ 262783 w 309156"/>
              <a:gd name="connsiteY33" fmla="*/ 258919 h 309156"/>
              <a:gd name="connsiteX34" fmla="*/ 262783 w 309156"/>
              <a:gd name="connsiteY34" fmla="*/ 220274 h 309156"/>
              <a:gd name="connsiteX35" fmla="*/ 150714 w 309156"/>
              <a:gd name="connsiteY35" fmla="*/ 0 h 309156"/>
              <a:gd name="connsiteX36" fmla="*/ 208681 w 309156"/>
              <a:gd name="connsiteY36" fmla="*/ 0 h 309156"/>
              <a:gd name="connsiteX37" fmla="*/ 216410 w 309156"/>
              <a:gd name="connsiteY37" fmla="*/ 7729 h 309156"/>
              <a:gd name="connsiteX38" fmla="*/ 216410 w 309156"/>
              <a:gd name="connsiteY38" fmla="*/ 38645 h 309156"/>
              <a:gd name="connsiteX39" fmla="*/ 208681 w 309156"/>
              <a:gd name="connsiteY39" fmla="*/ 46374 h 309156"/>
              <a:gd name="connsiteX40" fmla="*/ 162307 w 309156"/>
              <a:gd name="connsiteY40" fmla="*/ 46374 h 309156"/>
              <a:gd name="connsiteX41" fmla="*/ 162307 w 309156"/>
              <a:gd name="connsiteY41" fmla="*/ 62103 h 309156"/>
              <a:gd name="connsiteX42" fmla="*/ 262783 w 309156"/>
              <a:gd name="connsiteY42" fmla="*/ 170036 h 309156"/>
              <a:gd name="connsiteX43" fmla="*/ 274377 w 309156"/>
              <a:gd name="connsiteY43" fmla="*/ 170036 h 309156"/>
              <a:gd name="connsiteX44" fmla="*/ 309157 w 309156"/>
              <a:gd name="connsiteY44" fmla="*/ 204816 h 309156"/>
              <a:gd name="connsiteX45" fmla="*/ 309157 w 309156"/>
              <a:gd name="connsiteY45" fmla="*/ 297563 h 309156"/>
              <a:gd name="connsiteX46" fmla="*/ 297563 w 309156"/>
              <a:gd name="connsiteY46" fmla="*/ 309157 h 309156"/>
              <a:gd name="connsiteX47" fmla="*/ 11593 w 309156"/>
              <a:gd name="connsiteY47" fmla="*/ 309157 h 309156"/>
              <a:gd name="connsiteX48" fmla="*/ 0 w 309156"/>
              <a:gd name="connsiteY48" fmla="*/ 297563 h 309156"/>
              <a:gd name="connsiteX49" fmla="*/ 0 w 309156"/>
              <a:gd name="connsiteY49" fmla="*/ 204816 h 309156"/>
              <a:gd name="connsiteX50" fmla="*/ 34780 w 309156"/>
              <a:gd name="connsiteY50" fmla="*/ 170036 h 309156"/>
              <a:gd name="connsiteX51" fmla="*/ 46374 w 309156"/>
              <a:gd name="connsiteY51" fmla="*/ 170036 h 309156"/>
              <a:gd name="connsiteX52" fmla="*/ 139121 w 309156"/>
              <a:gd name="connsiteY52" fmla="*/ 62927 h 309156"/>
              <a:gd name="connsiteX53" fmla="*/ 139121 w 309156"/>
              <a:gd name="connsiteY53" fmla="*/ 11593 h 309156"/>
              <a:gd name="connsiteX54" fmla="*/ 150714 w 309156"/>
              <a:gd name="connsiteY54" fmla="*/ 0 h 309156"/>
              <a:gd name="connsiteX55" fmla="*/ 154578 w 309156"/>
              <a:gd name="connsiteY55" fmla="*/ 85018 h 309156"/>
              <a:gd name="connsiteX56" fmla="*/ 69560 w 309156"/>
              <a:gd name="connsiteY56" fmla="*/ 170036 h 309156"/>
              <a:gd name="connsiteX57" fmla="*/ 69560 w 309156"/>
              <a:gd name="connsiteY57" fmla="*/ 181630 h 309156"/>
              <a:gd name="connsiteX58" fmla="*/ 57967 w 309156"/>
              <a:gd name="connsiteY58" fmla="*/ 193223 h 309156"/>
              <a:gd name="connsiteX59" fmla="*/ 34780 w 309156"/>
              <a:gd name="connsiteY59" fmla="*/ 193223 h 309156"/>
              <a:gd name="connsiteX60" fmla="*/ 23187 w 309156"/>
              <a:gd name="connsiteY60" fmla="*/ 204816 h 309156"/>
              <a:gd name="connsiteX61" fmla="*/ 23187 w 309156"/>
              <a:gd name="connsiteY61" fmla="*/ 285970 h 309156"/>
              <a:gd name="connsiteX62" fmla="*/ 115934 w 309156"/>
              <a:gd name="connsiteY62" fmla="*/ 285970 h 309156"/>
              <a:gd name="connsiteX63" fmla="*/ 115934 w 309156"/>
              <a:gd name="connsiteY63" fmla="*/ 243461 h 309156"/>
              <a:gd name="connsiteX64" fmla="*/ 127527 w 309156"/>
              <a:gd name="connsiteY64" fmla="*/ 231868 h 309156"/>
              <a:gd name="connsiteX65" fmla="*/ 181630 w 309156"/>
              <a:gd name="connsiteY65" fmla="*/ 231868 h 309156"/>
              <a:gd name="connsiteX66" fmla="*/ 193223 w 309156"/>
              <a:gd name="connsiteY66" fmla="*/ 243461 h 309156"/>
              <a:gd name="connsiteX67" fmla="*/ 193223 w 309156"/>
              <a:gd name="connsiteY67" fmla="*/ 285970 h 309156"/>
              <a:gd name="connsiteX68" fmla="*/ 285970 w 309156"/>
              <a:gd name="connsiteY68" fmla="*/ 285970 h 309156"/>
              <a:gd name="connsiteX69" fmla="*/ 285970 w 309156"/>
              <a:gd name="connsiteY69" fmla="*/ 204816 h 309156"/>
              <a:gd name="connsiteX70" fmla="*/ 274377 w 309156"/>
              <a:gd name="connsiteY70" fmla="*/ 193223 h 309156"/>
              <a:gd name="connsiteX71" fmla="*/ 251190 w 309156"/>
              <a:gd name="connsiteY71" fmla="*/ 193223 h 309156"/>
              <a:gd name="connsiteX72" fmla="*/ 239596 w 309156"/>
              <a:gd name="connsiteY72" fmla="*/ 181630 h 309156"/>
              <a:gd name="connsiteX73" fmla="*/ 239596 w 309156"/>
              <a:gd name="connsiteY73" fmla="*/ 170036 h 309156"/>
              <a:gd name="connsiteX74" fmla="*/ 154578 w 309156"/>
              <a:gd name="connsiteY74" fmla="*/ 85018 h 309156"/>
              <a:gd name="connsiteX75" fmla="*/ 170036 w 309156"/>
              <a:gd name="connsiteY75" fmla="*/ 255054 h 309156"/>
              <a:gd name="connsiteX76" fmla="*/ 139121 w 309156"/>
              <a:gd name="connsiteY76" fmla="*/ 255054 h 309156"/>
              <a:gd name="connsiteX77" fmla="*/ 139121 w 309156"/>
              <a:gd name="connsiteY77" fmla="*/ 285970 h 309156"/>
              <a:gd name="connsiteX78" fmla="*/ 170036 w 309156"/>
              <a:gd name="connsiteY78" fmla="*/ 285970 h 309156"/>
              <a:gd name="connsiteX79" fmla="*/ 170036 w 309156"/>
              <a:gd name="connsiteY79" fmla="*/ 255054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309156" h="309156">
                <a:moveTo>
                  <a:pt x="208681" y="150714"/>
                </a:moveTo>
                <a:cubicBezTo>
                  <a:pt x="208681" y="144311"/>
                  <a:pt x="203490" y="139121"/>
                  <a:pt x="197087" y="139121"/>
                </a:cubicBezTo>
                <a:cubicBezTo>
                  <a:pt x="190685" y="139121"/>
                  <a:pt x="185494" y="144311"/>
                  <a:pt x="185494" y="150714"/>
                </a:cubicBezTo>
                <a:lnTo>
                  <a:pt x="185494" y="181630"/>
                </a:lnTo>
                <a:cubicBezTo>
                  <a:pt x="185494" y="188032"/>
                  <a:pt x="190685" y="193223"/>
                  <a:pt x="197087" y="193223"/>
                </a:cubicBezTo>
                <a:cubicBezTo>
                  <a:pt x="203490" y="193223"/>
                  <a:pt x="208681" y="188032"/>
                  <a:pt x="208681" y="181630"/>
                </a:cubicBezTo>
                <a:lnTo>
                  <a:pt x="208681" y="150714"/>
                </a:lnTo>
                <a:close/>
                <a:moveTo>
                  <a:pt x="150714" y="139121"/>
                </a:moveTo>
                <a:cubicBezTo>
                  <a:pt x="157117" y="139121"/>
                  <a:pt x="162307" y="144311"/>
                  <a:pt x="162307" y="150714"/>
                </a:cubicBezTo>
                <a:lnTo>
                  <a:pt x="162307" y="181630"/>
                </a:lnTo>
                <a:cubicBezTo>
                  <a:pt x="162307" y="188032"/>
                  <a:pt x="157117" y="193223"/>
                  <a:pt x="150714" y="193223"/>
                </a:cubicBezTo>
                <a:cubicBezTo>
                  <a:pt x="144311" y="193223"/>
                  <a:pt x="139121" y="188032"/>
                  <a:pt x="139121" y="181630"/>
                </a:cubicBezTo>
                <a:lnTo>
                  <a:pt x="139121" y="150714"/>
                </a:lnTo>
                <a:cubicBezTo>
                  <a:pt x="139121" y="144311"/>
                  <a:pt x="144311" y="139121"/>
                  <a:pt x="150714" y="139121"/>
                </a:cubicBezTo>
                <a:close/>
                <a:moveTo>
                  <a:pt x="115934" y="150714"/>
                </a:moveTo>
                <a:cubicBezTo>
                  <a:pt x="115934" y="144311"/>
                  <a:pt x="110743" y="139121"/>
                  <a:pt x="104340" y="139121"/>
                </a:cubicBezTo>
                <a:cubicBezTo>
                  <a:pt x="97938" y="139121"/>
                  <a:pt x="92747" y="144311"/>
                  <a:pt x="92747" y="150714"/>
                </a:cubicBezTo>
                <a:lnTo>
                  <a:pt x="92747" y="181630"/>
                </a:lnTo>
                <a:cubicBezTo>
                  <a:pt x="92747" y="188032"/>
                  <a:pt x="97938" y="193223"/>
                  <a:pt x="104340" y="193223"/>
                </a:cubicBezTo>
                <a:cubicBezTo>
                  <a:pt x="110743" y="193223"/>
                  <a:pt x="115934" y="188032"/>
                  <a:pt x="115934" y="181630"/>
                </a:cubicBezTo>
                <a:lnTo>
                  <a:pt x="115934" y="150714"/>
                </a:lnTo>
                <a:close/>
                <a:moveTo>
                  <a:pt x="57967" y="208681"/>
                </a:moveTo>
                <a:cubicBezTo>
                  <a:pt x="64370" y="208681"/>
                  <a:pt x="69560" y="213872"/>
                  <a:pt x="69560" y="220274"/>
                </a:cubicBezTo>
                <a:lnTo>
                  <a:pt x="69560" y="258919"/>
                </a:lnTo>
                <a:cubicBezTo>
                  <a:pt x="69560" y="265321"/>
                  <a:pt x="64370" y="270512"/>
                  <a:pt x="57967" y="270512"/>
                </a:cubicBezTo>
                <a:cubicBezTo>
                  <a:pt x="51564" y="270512"/>
                  <a:pt x="46374" y="265321"/>
                  <a:pt x="46374" y="258919"/>
                </a:cubicBezTo>
                <a:lnTo>
                  <a:pt x="46374" y="220274"/>
                </a:lnTo>
                <a:cubicBezTo>
                  <a:pt x="46374" y="213872"/>
                  <a:pt x="51564" y="208681"/>
                  <a:pt x="57967" y="208681"/>
                </a:cubicBezTo>
                <a:close/>
                <a:moveTo>
                  <a:pt x="262783" y="220274"/>
                </a:moveTo>
                <a:cubicBezTo>
                  <a:pt x="262783" y="213872"/>
                  <a:pt x="257592" y="208681"/>
                  <a:pt x="251190" y="208681"/>
                </a:cubicBezTo>
                <a:cubicBezTo>
                  <a:pt x="244787" y="208681"/>
                  <a:pt x="239596" y="213872"/>
                  <a:pt x="239596" y="220274"/>
                </a:cubicBezTo>
                <a:lnTo>
                  <a:pt x="239596" y="258919"/>
                </a:lnTo>
                <a:cubicBezTo>
                  <a:pt x="239596" y="265321"/>
                  <a:pt x="244787" y="270512"/>
                  <a:pt x="251190" y="270512"/>
                </a:cubicBezTo>
                <a:cubicBezTo>
                  <a:pt x="257592" y="270512"/>
                  <a:pt x="262783" y="265321"/>
                  <a:pt x="262783" y="258919"/>
                </a:cubicBezTo>
                <a:lnTo>
                  <a:pt x="262783" y="220274"/>
                </a:lnTo>
                <a:close/>
                <a:moveTo>
                  <a:pt x="150714" y="0"/>
                </a:moveTo>
                <a:lnTo>
                  <a:pt x="208681" y="0"/>
                </a:lnTo>
                <a:cubicBezTo>
                  <a:pt x="212949" y="0"/>
                  <a:pt x="216410" y="3460"/>
                  <a:pt x="216410" y="7729"/>
                </a:cubicBezTo>
                <a:lnTo>
                  <a:pt x="216410" y="38645"/>
                </a:lnTo>
                <a:cubicBezTo>
                  <a:pt x="216410" y="42913"/>
                  <a:pt x="212949" y="46374"/>
                  <a:pt x="208681" y="46374"/>
                </a:cubicBezTo>
                <a:lnTo>
                  <a:pt x="162307" y="46374"/>
                </a:lnTo>
                <a:lnTo>
                  <a:pt x="162307" y="62103"/>
                </a:lnTo>
                <a:cubicBezTo>
                  <a:pt x="218459" y="66066"/>
                  <a:pt x="262783" y="112875"/>
                  <a:pt x="262783" y="170036"/>
                </a:cubicBezTo>
                <a:lnTo>
                  <a:pt x="274377" y="170036"/>
                </a:lnTo>
                <a:cubicBezTo>
                  <a:pt x="293584" y="170036"/>
                  <a:pt x="309157" y="185608"/>
                  <a:pt x="309157" y="204816"/>
                </a:cubicBezTo>
                <a:lnTo>
                  <a:pt x="309157" y="297563"/>
                </a:lnTo>
                <a:cubicBezTo>
                  <a:pt x="309157" y="303966"/>
                  <a:pt x="303966" y="309157"/>
                  <a:pt x="297563" y="309157"/>
                </a:cubicBezTo>
                <a:lnTo>
                  <a:pt x="11593" y="309157"/>
                </a:lnTo>
                <a:cubicBezTo>
                  <a:pt x="5191" y="309157"/>
                  <a:pt x="0" y="303966"/>
                  <a:pt x="0" y="297563"/>
                </a:cubicBezTo>
                <a:lnTo>
                  <a:pt x="0" y="204816"/>
                </a:lnTo>
                <a:cubicBezTo>
                  <a:pt x="0" y="185608"/>
                  <a:pt x="15572" y="170036"/>
                  <a:pt x="34780" y="170036"/>
                </a:cubicBezTo>
                <a:lnTo>
                  <a:pt x="46374" y="170036"/>
                </a:lnTo>
                <a:cubicBezTo>
                  <a:pt x="46374" y="115525"/>
                  <a:pt x="86683" y="70428"/>
                  <a:pt x="139121" y="62927"/>
                </a:cubicBezTo>
                <a:lnTo>
                  <a:pt x="139121" y="11593"/>
                </a:lnTo>
                <a:cubicBezTo>
                  <a:pt x="139121" y="5191"/>
                  <a:pt x="144311" y="0"/>
                  <a:pt x="150714" y="0"/>
                </a:cubicBezTo>
                <a:close/>
                <a:moveTo>
                  <a:pt x="154578" y="85018"/>
                </a:moveTo>
                <a:cubicBezTo>
                  <a:pt x="107624" y="85018"/>
                  <a:pt x="69560" y="123082"/>
                  <a:pt x="69560" y="170036"/>
                </a:cubicBezTo>
                <a:lnTo>
                  <a:pt x="69560" y="181630"/>
                </a:lnTo>
                <a:cubicBezTo>
                  <a:pt x="69560" y="188032"/>
                  <a:pt x="64370" y="193223"/>
                  <a:pt x="57967" y="193223"/>
                </a:cubicBezTo>
                <a:lnTo>
                  <a:pt x="34780" y="193223"/>
                </a:lnTo>
                <a:cubicBezTo>
                  <a:pt x="28377" y="193223"/>
                  <a:pt x="23187" y="198414"/>
                  <a:pt x="23187" y="204816"/>
                </a:cubicBezTo>
                <a:lnTo>
                  <a:pt x="23187" y="285970"/>
                </a:lnTo>
                <a:lnTo>
                  <a:pt x="115934" y="285970"/>
                </a:lnTo>
                <a:lnTo>
                  <a:pt x="115934" y="243461"/>
                </a:lnTo>
                <a:cubicBezTo>
                  <a:pt x="115934" y="237058"/>
                  <a:pt x="121124" y="231868"/>
                  <a:pt x="127527" y="231868"/>
                </a:cubicBezTo>
                <a:lnTo>
                  <a:pt x="181630" y="231868"/>
                </a:lnTo>
                <a:cubicBezTo>
                  <a:pt x="188032" y="231868"/>
                  <a:pt x="193223" y="237058"/>
                  <a:pt x="193223" y="243461"/>
                </a:cubicBezTo>
                <a:lnTo>
                  <a:pt x="193223" y="285970"/>
                </a:lnTo>
                <a:lnTo>
                  <a:pt x="285970" y="285970"/>
                </a:lnTo>
                <a:lnTo>
                  <a:pt x="285970" y="204816"/>
                </a:lnTo>
                <a:cubicBezTo>
                  <a:pt x="285970" y="198414"/>
                  <a:pt x="280779" y="193223"/>
                  <a:pt x="274377" y="193223"/>
                </a:cubicBezTo>
                <a:lnTo>
                  <a:pt x="251190" y="193223"/>
                </a:lnTo>
                <a:cubicBezTo>
                  <a:pt x="244787" y="193223"/>
                  <a:pt x="239596" y="188032"/>
                  <a:pt x="239596" y="181630"/>
                </a:cubicBezTo>
                <a:lnTo>
                  <a:pt x="239596" y="170036"/>
                </a:lnTo>
                <a:cubicBezTo>
                  <a:pt x="239596" y="123082"/>
                  <a:pt x="201533" y="85018"/>
                  <a:pt x="154578" y="85018"/>
                </a:cubicBezTo>
                <a:close/>
                <a:moveTo>
                  <a:pt x="170036" y="255054"/>
                </a:moveTo>
                <a:lnTo>
                  <a:pt x="139121" y="255054"/>
                </a:lnTo>
                <a:lnTo>
                  <a:pt x="139121" y="285970"/>
                </a:lnTo>
                <a:lnTo>
                  <a:pt x="170036" y="285970"/>
                </a:lnTo>
                <a:lnTo>
                  <a:pt x="170036" y="255054"/>
                </a:ln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noProof="0">
              <a:solidFill>
                <a:srgbClr val="000000"/>
              </a:solidFill>
              <a:latin typeface="+mj-lt"/>
            </a:endParaRPr>
          </a:p>
        </p:txBody>
      </p:sp>
    </p:spTree>
    <p:extLst>
      <p:ext uri="{BB962C8B-B14F-4D97-AF65-F5344CB8AC3E}">
        <p14:creationId xmlns:p14="http://schemas.microsoft.com/office/powerpoint/2010/main" val="281085898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2D6D1F4E-DDFA-4E70-2EC1-A053A224FCF9}"/>
              </a:ext>
            </a:extLst>
          </p:cNvPr>
          <p:cNvSpPr>
            <a:spLocks noGrp="1"/>
          </p:cNvSpPr>
          <p:nvPr>
            <p:ph type="title"/>
          </p:nvPr>
        </p:nvSpPr>
        <p:spPr/>
        <p:txBody>
          <a:bodyPr/>
          <a:lstStyle/>
          <a:p>
            <a:r>
              <a:rPr lang="en-GB" dirty="0">
                <a:ea typeface="+mj-ea"/>
                <a:cs typeface="+mj-cs"/>
              </a:rPr>
              <a:t>Responsible AI (RAI) committee</a:t>
            </a:r>
          </a:p>
        </p:txBody>
      </p:sp>
      <p:sp>
        <p:nvSpPr>
          <p:cNvPr id="3" name="Rectangle: Top Corners Rounded 2" descr="Flowchart illustrating AI demand and supply governance. On the left, “Demand” originates from departments like Marketing, HR, Finance, Operations, Products, Sales, Supply Chain, and Research. These requests go through an RAI Committee Charter, which includes models checklist, AI regulations, data governance, legal compliance, sensitive review, and document decisions. The committee either clarifies or approves requests. Approved requests move to “Supply” on the right, where execution happens via roles such as CTO, Data Science, Data Engineering, IT Admin, App Dev, Infra, Compliance, and Security. Feedback loops exist between demand, charter, and supply.">
            <a:extLst>
              <a:ext uri="{FF2B5EF4-FFF2-40B4-BE49-F238E27FC236}">
                <a16:creationId xmlns:a16="http://schemas.microsoft.com/office/drawing/2014/main" id="{6153F563-93F9-C12B-B6F9-DDD6D86D6B53}"/>
              </a:ext>
            </a:extLst>
          </p:cNvPr>
          <p:cNvSpPr/>
          <p:nvPr/>
        </p:nvSpPr>
        <p:spPr bwMode="auto">
          <a:xfrm>
            <a:off x="5156535" y="1230627"/>
            <a:ext cx="1878930" cy="5627372"/>
          </a:xfrm>
          <a:prstGeom prst="round2SameRect">
            <a:avLst>
              <a:gd name="adj1" fmla="val 50000"/>
              <a:gd name="adj2" fmla="val 0"/>
            </a:avLst>
          </a:prstGeom>
          <a:solidFill>
            <a:schemeClr val="tx2">
              <a:alpha val="1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GB" sz="2000">
              <a:solidFill>
                <a:schemeClr val="bg1"/>
              </a:solidFill>
              <a:cs typeface="Segoe Sans Text" pitchFamily="2" charset="0"/>
            </a:endParaRPr>
          </a:p>
        </p:txBody>
      </p:sp>
      <p:sp>
        <p:nvSpPr>
          <p:cNvPr id="203" name="TextBox 202">
            <a:extLst>
              <a:ext uri="{FF2B5EF4-FFF2-40B4-BE49-F238E27FC236}">
                <a16:creationId xmlns:a16="http://schemas.microsoft.com/office/drawing/2014/main" id="{0875C415-34ED-0070-8988-EFBC18368F4E}"/>
              </a:ext>
              <a:ext uri="{C183D7F6-B498-43B3-948B-1728B52AA6E4}">
                <adec:decorative xmlns:adec="http://schemas.microsoft.com/office/drawing/2017/decorative" val="1"/>
              </a:ext>
            </a:extLst>
          </p:cNvPr>
          <p:cNvSpPr txBox="1"/>
          <p:nvPr/>
        </p:nvSpPr>
        <p:spPr>
          <a:xfrm>
            <a:off x="2834367" y="1789063"/>
            <a:ext cx="1708982" cy="153888"/>
          </a:xfrm>
          <a:prstGeom prst="rect">
            <a:avLst/>
          </a:prstGeom>
          <a:noFill/>
        </p:spPr>
        <p:txBody>
          <a:bodyPr wrap="square" lIns="0" tIns="0" rIns="0" bIns="0" rtlCol="0">
            <a:spAutoFit/>
          </a:bodyPr>
          <a:lstStyle/>
          <a:p>
            <a:r>
              <a:rPr lang="en-GB" sz="1000"/>
              <a:t>AI Demand</a:t>
            </a:r>
          </a:p>
        </p:txBody>
      </p:sp>
      <p:sp useBgFill="1">
        <p:nvSpPr>
          <p:cNvPr id="262" name="Rectangle: Rounded Corners 261">
            <a:extLst>
              <a:ext uri="{FF2B5EF4-FFF2-40B4-BE49-F238E27FC236}">
                <a16:creationId xmlns:a16="http://schemas.microsoft.com/office/drawing/2014/main" id="{70DDE538-66F3-7536-5A7D-729E68267988}"/>
              </a:ext>
              <a:ext uri="{C183D7F6-B498-43B3-948B-1728B52AA6E4}">
                <adec:decorative xmlns:adec="http://schemas.microsoft.com/office/drawing/2017/decorative" val="1"/>
              </a:ext>
            </a:extLst>
          </p:cNvPr>
          <p:cNvSpPr/>
          <p:nvPr/>
        </p:nvSpPr>
        <p:spPr bwMode="auto">
          <a:xfrm>
            <a:off x="569913" y="5309490"/>
            <a:ext cx="3632324" cy="964313"/>
          </a:xfrm>
          <a:prstGeom prst="roundRect">
            <a:avLst>
              <a:gd name="adj" fmla="val 6223"/>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263" name="Rectangle: Rounded Corners 262">
            <a:extLst>
              <a:ext uri="{FF2B5EF4-FFF2-40B4-BE49-F238E27FC236}">
                <a16:creationId xmlns:a16="http://schemas.microsoft.com/office/drawing/2014/main" id="{1F9897F5-C1B5-F38D-DF0E-6A18203102A2}"/>
              </a:ext>
              <a:ext uri="{C183D7F6-B498-43B3-948B-1728B52AA6E4}">
                <adec:decorative xmlns:adec="http://schemas.microsoft.com/office/drawing/2017/decorative" val="1"/>
              </a:ext>
            </a:extLst>
          </p:cNvPr>
          <p:cNvSpPr/>
          <p:nvPr/>
        </p:nvSpPr>
        <p:spPr bwMode="auto">
          <a:xfrm>
            <a:off x="569913" y="5305680"/>
            <a:ext cx="3632324" cy="964313"/>
          </a:xfrm>
          <a:prstGeom prst="roundRect">
            <a:avLst>
              <a:gd name="adj" fmla="val 7507"/>
            </a:avLst>
          </a:prstGeom>
          <a:solidFill>
            <a:schemeClr val="bg1"/>
          </a:solidFill>
          <a:ln w="3175">
            <a:noFill/>
            <a:headEnd type="none" w="med" len="med"/>
            <a:tailEnd type="none" w="med" len="med"/>
          </a:ln>
          <a:effectLst>
            <a:outerShdw blurRad="101600" algn="ctr" rotWithShape="0">
              <a:schemeClr val="bg1">
                <a:lumMod val="65000"/>
                <a:alpha val="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err="1">
              <a:solidFill>
                <a:schemeClr val="bg1"/>
              </a:solidFill>
              <a:latin typeface="Segoe UI"/>
              <a:cs typeface="Segoe UI" pitchFamily="34" charset="0"/>
            </a:endParaRPr>
          </a:p>
        </p:txBody>
      </p:sp>
      <p:sp>
        <p:nvSpPr>
          <p:cNvPr id="260" name="TextBox 259">
            <a:extLst>
              <a:ext uri="{FF2B5EF4-FFF2-40B4-BE49-F238E27FC236}">
                <a16:creationId xmlns:a16="http://schemas.microsoft.com/office/drawing/2014/main" id="{4CC7A21A-EBDA-104A-AB34-FEC891FA8EEE}"/>
              </a:ext>
              <a:ext uri="{C183D7F6-B498-43B3-948B-1728B52AA6E4}">
                <adec:decorative xmlns:adec="http://schemas.microsoft.com/office/drawing/2017/decorative" val="1"/>
              </a:ext>
            </a:extLst>
          </p:cNvPr>
          <p:cNvSpPr txBox="1"/>
          <p:nvPr/>
        </p:nvSpPr>
        <p:spPr>
          <a:xfrm>
            <a:off x="783389" y="5698418"/>
            <a:ext cx="3205372" cy="457435"/>
          </a:xfrm>
          <a:prstGeom prst="rect">
            <a:avLst/>
          </a:prstGeom>
          <a:noFill/>
        </p:spPr>
        <p:txBody>
          <a:bodyPr wrap="square" lIns="0" tIns="0" rIns="0" bIns="0" rtlCol="0" anchor="ctr" anchorCtr="0">
            <a:noAutofit/>
          </a:bodyPr>
          <a:lstStyle/>
          <a:p>
            <a:pPr algn="ctr">
              <a:spcAft>
                <a:spcPts val="700"/>
              </a:spcAft>
              <a:buSzPct val="100000"/>
            </a:pPr>
            <a:r>
              <a:rPr lang="en-GB" sz="1000">
                <a:latin typeface="+mj-lt"/>
                <a:ea typeface="+mj-ea"/>
                <a:cs typeface="+mj-cs"/>
              </a:rPr>
              <a:t>Where the AI requests are generated?</a:t>
            </a:r>
          </a:p>
          <a:p>
            <a:pPr algn="ctr">
              <a:spcAft>
                <a:spcPts val="700"/>
              </a:spcAft>
              <a:buSzPct val="100000"/>
            </a:pPr>
            <a:r>
              <a:rPr lang="en-GB" sz="1000"/>
              <a:t>Problems/Improvements/New Ways of doing</a:t>
            </a:r>
          </a:p>
        </p:txBody>
      </p:sp>
      <p:sp>
        <p:nvSpPr>
          <p:cNvPr id="261" name="Rectangle: Top Corners Rounded 260">
            <a:extLst>
              <a:ext uri="{FF2B5EF4-FFF2-40B4-BE49-F238E27FC236}">
                <a16:creationId xmlns:a16="http://schemas.microsoft.com/office/drawing/2014/main" id="{D1035570-2E35-791F-59DA-6E4D861C1F8C}"/>
              </a:ext>
              <a:ext uri="{C183D7F6-B498-43B3-948B-1728B52AA6E4}">
                <adec:decorative xmlns:adec="http://schemas.microsoft.com/office/drawing/2017/decorative" val="1"/>
              </a:ext>
            </a:extLst>
          </p:cNvPr>
          <p:cNvSpPr/>
          <p:nvPr/>
        </p:nvSpPr>
        <p:spPr bwMode="auto">
          <a:xfrm>
            <a:off x="679050" y="5305680"/>
            <a:ext cx="3414050" cy="326487"/>
          </a:xfrm>
          <a:prstGeom prst="round2SameRect">
            <a:avLst>
              <a:gd name="adj1" fmla="val 0"/>
              <a:gd name="adj2" fmla="val 22983"/>
            </a:avLst>
          </a:prstGeom>
          <a:solidFill>
            <a:schemeClr val="tx2"/>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400">
                <a:solidFill>
                  <a:schemeClr val="bg1"/>
                </a:solidFill>
                <a:latin typeface="+mj-lt"/>
                <a:ea typeface="+mj-ea"/>
                <a:cs typeface="+mj-cs"/>
              </a:rPr>
              <a:t>Demand</a:t>
            </a:r>
          </a:p>
        </p:txBody>
      </p:sp>
      <p:sp useBgFill="1">
        <p:nvSpPr>
          <p:cNvPr id="268" name="Rectangle: Rounded Corners 267">
            <a:extLst>
              <a:ext uri="{FF2B5EF4-FFF2-40B4-BE49-F238E27FC236}">
                <a16:creationId xmlns:a16="http://schemas.microsoft.com/office/drawing/2014/main" id="{010B3812-A49F-8D7E-C562-662D0E13E216}"/>
              </a:ext>
              <a:ext uri="{C183D7F6-B498-43B3-948B-1728B52AA6E4}">
                <adec:decorative xmlns:adec="http://schemas.microsoft.com/office/drawing/2017/decorative" val="1"/>
              </a:ext>
            </a:extLst>
          </p:cNvPr>
          <p:cNvSpPr/>
          <p:nvPr/>
        </p:nvSpPr>
        <p:spPr bwMode="auto">
          <a:xfrm>
            <a:off x="7988176" y="5309490"/>
            <a:ext cx="3632324" cy="964313"/>
          </a:xfrm>
          <a:prstGeom prst="roundRect">
            <a:avLst>
              <a:gd name="adj" fmla="val 6223"/>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269" name="Rectangle: Rounded Corners 268">
            <a:extLst>
              <a:ext uri="{FF2B5EF4-FFF2-40B4-BE49-F238E27FC236}">
                <a16:creationId xmlns:a16="http://schemas.microsoft.com/office/drawing/2014/main" id="{27257322-DAFA-9332-1E94-FE6FA8AC1EBB}"/>
              </a:ext>
              <a:ext uri="{C183D7F6-B498-43B3-948B-1728B52AA6E4}">
                <adec:decorative xmlns:adec="http://schemas.microsoft.com/office/drawing/2017/decorative" val="1"/>
              </a:ext>
            </a:extLst>
          </p:cNvPr>
          <p:cNvSpPr/>
          <p:nvPr/>
        </p:nvSpPr>
        <p:spPr bwMode="auto">
          <a:xfrm>
            <a:off x="7988176" y="5305680"/>
            <a:ext cx="3632324" cy="964313"/>
          </a:xfrm>
          <a:prstGeom prst="roundRect">
            <a:avLst>
              <a:gd name="adj" fmla="val 9976"/>
            </a:avLst>
          </a:prstGeom>
          <a:solidFill>
            <a:schemeClr val="bg1"/>
          </a:solidFill>
          <a:ln w="3175">
            <a:noFill/>
            <a:headEnd type="none" w="med" len="med"/>
            <a:tailEnd type="none" w="med" len="med"/>
          </a:ln>
          <a:effectLst>
            <a:outerShdw blurRad="101600" algn="ctr" rotWithShape="0">
              <a:schemeClr val="bg1">
                <a:lumMod val="65000"/>
                <a:alpha val="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err="1">
              <a:solidFill>
                <a:schemeClr val="bg1"/>
              </a:solidFill>
              <a:latin typeface="Segoe UI"/>
              <a:cs typeface="Segoe UI" pitchFamily="34" charset="0"/>
            </a:endParaRPr>
          </a:p>
        </p:txBody>
      </p:sp>
      <p:sp>
        <p:nvSpPr>
          <p:cNvPr id="267" name="Rectangle: Top Corners Rounded 266">
            <a:extLst>
              <a:ext uri="{FF2B5EF4-FFF2-40B4-BE49-F238E27FC236}">
                <a16:creationId xmlns:a16="http://schemas.microsoft.com/office/drawing/2014/main" id="{ADFD2FA4-45F2-4D85-9884-DB77B7B0A004}"/>
              </a:ext>
              <a:ext uri="{C183D7F6-B498-43B3-948B-1728B52AA6E4}">
                <adec:decorative xmlns:adec="http://schemas.microsoft.com/office/drawing/2017/decorative" val="1"/>
              </a:ext>
            </a:extLst>
          </p:cNvPr>
          <p:cNvSpPr/>
          <p:nvPr/>
        </p:nvSpPr>
        <p:spPr bwMode="auto">
          <a:xfrm>
            <a:off x="8097313" y="5305680"/>
            <a:ext cx="3414050" cy="326487"/>
          </a:xfrm>
          <a:prstGeom prst="round2SameRect">
            <a:avLst>
              <a:gd name="adj1" fmla="val 0"/>
              <a:gd name="adj2" fmla="val 22983"/>
            </a:avLst>
          </a:prstGeom>
          <a:solidFill>
            <a:schemeClr val="tx2"/>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400">
                <a:solidFill>
                  <a:schemeClr val="bg1"/>
                </a:solidFill>
                <a:latin typeface="+mj-lt"/>
                <a:ea typeface="+mj-ea"/>
                <a:cs typeface="+mj-cs"/>
              </a:rPr>
              <a:t>Supply</a:t>
            </a:r>
          </a:p>
        </p:txBody>
      </p:sp>
      <p:sp>
        <p:nvSpPr>
          <p:cNvPr id="270" name="TextBox 269">
            <a:extLst>
              <a:ext uri="{FF2B5EF4-FFF2-40B4-BE49-F238E27FC236}">
                <a16:creationId xmlns:a16="http://schemas.microsoft.com/office/drawing/2014/main" id="{2B2EE2A5-19BB-9BA3-CB1D-939069EB9A02}"/>
              </a:ext>
              <a:ext uri="{C183D7F6-B498-43B3-948B-1728B52AA6E4}">
                <adec:decorative xmlns:adec="http://schemas.microsoft.com/office/drawing/2017/decorative" val="1"/>
              </a:ext>
            </a:extLst>
          </p:cNvPr>
          <p:cNvSpPr txBox="1"/>
          <p:nvPr/>
        </p:nvSpPr>
        <p:spPr>
          <a:xfrm>
            <a:off x="8099301" y="5698418"/>
            <a:ext cx="3410074" cy="457435"/>
          </a:xfrm>
          <a:prstGeom prst="rect">
            <a:avLst/>
          </a:prstGeom>
          <a:noFill/>
        </p:spPr>
        <p:txBody>
          <a:bodyPr wrap="square" lIns="0" tIns="0" rIns="0" bIns="0" rtlCol="0" anchor="ctr" anchorCtr="0">
            <a:noAutofit/>
          </a:bodyPr>
          <a:lstStyle/>
          <a:p>
            <a:pPr algn="ctr">
              <a:spcAft>
                <a:spcPts val="700"/>
              </a:spcAft>
              <a:buSzPct val="100000"/>
            </a:pPr>
            <a:r>
              <a:rPr lang="en-GB" sz="1000">
                <a:latin typeface="+mj-lt"/>
                <a:ea typeface="+mj-ea"/>
                <a:cs typeface="+mj-cs"/>
              </a:rPr>
              <a:t>Where the demand is executed or moved to production</a:t>
            </a:r>
          </a:p>
          <a:p>
            <a:pPr algn="ctr">
              <a:spcAft>
                <a:spcPts val="700"/>
              </a:spcAft>
              <a:buSzPct val="100000"/>
            </a:pPr>
            <a:r>
              <a:rPr lang="it-IT" sz="1000"/>
              <a:t>Generative AI Models/Cognitive Services</a:t>
            </a:r>
          </a:p>
        </p:txBody>
      </p:sp>
      <p:sp useBgFill="1">
        <p:nvSpPr>
          <p:cNvPr id="272" name="Rectangle: Rounded Corners 271">
            <a:extLst>
              <a:ext uri="{FF2B5EF4-FFF2-40B4-BE49-F238E27FC236}">
                <a16:creationId xmlns:a16="http://schemas.microsoft.com/office/drawing/2014/main" id="{26874E0A-500F-1ADE-B5DD-C0494D7FB2C4}"/>
              </a:ext>
              <a:ext uri="{C183D7F6-B498-43B3-948B-1728B52AA6E4}">
                <adec:decorative xmlns:adec="http://schemas.microsoft.com/office/drawing/2017/decorative" val="1"/>
              </a:ext>
            </a:extLst>
          </p:cNvPr>
          <p:cNvSpPr/>
          <p:nvPr/>
        </p:nvSpPr>
        <p:spPr bwMode="auto">
          <a:xfrm>
            <a:off x="890838" y="2630811"/>
            <a:ext cx="2990474" cy="2545400"/>
          </a:xfrm>
          <a:prstGeom prst="roundRect">
            <a:avLst>
              <a:gd name="adj" fmla="val 6223"/>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273" name="Rectangle: Rounded Corners 272">
            <a:extLst>
              <a:ext uri="{FF2B5EF4-FFF2-40B4-BE49-F238E27FC236}">
                <a16:creationId xmlns:a16="http://schemas.microsoft.com/office/drawing/2014/main" id="{D2703FEA-F91A-8F3A-959D-9B2E2D21633D}"/>
              </a:ext>
              <a:ext uri="{C183D7F6-B498-43B3-948B-1728B52AA6E4}">
                <adec:decorative xmlns:adec="http://schemas.microsoft.com/office/drawing/2017/decorative" val="1"/>
              </a:ext>
            </a:extLst>
          </p:cNvPr>
          <p:cNvSpPr/>
          <p:nvPr/>
        </p:nvSpPr>
        <p:spPr bwMode="auto">
          <a:xfrm>
            <a:off x="890838" y="2630811"/>
            <a:ext cx="2990474" cy="2545400"/>
          </a:xfrm>
          <a:prstGeom prst="roundRect">
            <a:avLst>
              <a:gd name="adj" fmla="val 5332"/>
            </a:avLst>
          </a:prstGeom>
          <a:solidFill>
            <a:schemeClr val="bg1"/>
          </a:solidFill>
          <a:ln w="3175">
            <a:noFill/>
            <a:headEnd type="none" w="med" len="med"/>
            <a:tailEnd type="none" w="med" len="med"/>
          </a:ln>
          <a:effectLst>
            <a:outerShdw blurRad="101600" algn="ctr" rotWithShape="0">
              <a:schemeClr val="bg1">
                <a:lumMod val="65000"/>
                <a:alpha val="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err="1">
              <a:solidFill>
                <a:schemeClr val="bg1"/>
              </a:solidFill>
              <a:latin typeface="Segoe UI"/>
              <a:cs typeface="Segoe UI" pitchFamily="34" charset="0"/>
            </a:endParaRPr>
          </a:p>
        </p:txBody>
      </p:sp>
      <p:sp>
        <p:nvSpPr>
          <p:cNvPr id="284" name="Rectangle: Rounded Corners 283">
            <a:extLst>
              <a:ext uri="{FF2B5EF4-FFF2-40B4-BE49-F238E27FC236}">
                <a16:creationId xmlns:a16="http://schemas.microsoft.com/office/drawing/2014/main" id="{F23CD32C-AC66-4D93-1A4A-3DCDE9645616}"/>
              </a:ext>
              <a:ext uri="{C183D7F6-B498-43B3-948B-1728B52AA6E4}">
                <adec:decorative xmlns:adec="http://schemas.microsoft.com/office/drawing/2017/decorative" val="1"/>
              </a:ext>
            </a:extLst>
          </p:cNvPr>
          <p:cNvSpPr>
            <a:spLocks/>
          </p:cNvSpPr>
          <p:nvPr/>
        </p:nvSpPr>
        <p:spPr bwMode="auto">
          <a:xfrm>
            <a:off x="1070275" y="2810911"/>
            <a:ext cx="1261800" cy="465300"/>
          </a:xfrm>
          <a:prstGeom prst="roundRect">
            <a:avLst>
              <a:gd name="adj" fmla="val 5291"/>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r>
              <a:rPr lang="en-GB" sz="1200">
                <a:solidFill>
                  <a:schemeClr val="accent2"/>
                </a:solidFill>
                <a:latin typeface="+mj-lt"/>
                <a:ea typeface="+mj-ea"/>
                <a:cs typeface="+mj-cs"/>
              </a:rPr>
              <a:t>Marketing</a:t>
            </a:r>
          </a:p>
        </p:txBody>
      </p:sp>
      <p:sp>
        <p:nvSpPr>
          <p:cNvPr id="285" name="Rectangle: Rounded Corners 284">
            <a:extLst>
              <a:ext uri="{FF2B5EF4-FFF2-40B4-BE49-F238E27FC236}">
                <a16:creationId xmlns:a16="http://schemas.microsoft.com/office/drawing/2014/main" id="{AD32A49F-21FD-8DD2-91B6-CE9BF2A2FF16}"/>
              </a:ext>
              <a:ext uri="{C183D7F6-B498-43B3-948B-1728B52AA6E4}">
                <adec:decorative xmlns:adec="http://schemas.microsoft.com/office/drawing/2017/decorative" val="1"/>
              </a:ext>
            </a:extLst>
          </p:cNvPr>
          <p:cNvSpPr>
            <a:spLocks/>
          </p:cNvSpPr>
          <p:nvPr/>
        </p:nvSpPr>
        <p:spPr bwMode="auto">
          <a:xfrm>
            <a:off x="2440075" y="2810911"/>
            <a:ext cx="1261800" cy="465300"/>
          </a:xfrm>
          <a:prstGeom prst="roundRect">
            <a:avLst>
              <a:gd name="adj" fmla="val 5291"/>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r>
              <a:rPr lang="en-GB" sz="1200">
                <a:solidFill>
                  <a:schemeClr val="accent2"/>
                </a:solidFill>
                <a:latin typeface="+mj-lt"/>
                <a:ea typeface="+mj-ea"/>
                <a:cs typeface="+mj-cs"/>
              </a:rPr>
              <a:t>Operations </a:t>
            </a:r>
          </a:p>
        </p:txBody>
      </p:sp>
      <p:sp>
        <p:nvSpPr>
          <p:cNvPr id="286" name="Rectangle: Rounded Corners 285">
            <a:extLst>
              <a:ext uri="{FF2B5EF4-FFF2-40B4-BE49-F238E27FC236}">
                <a16:creationId xmlns:a16="http://schemas.microsoft.com/office/drawing/2014/main" id="{E480BADD-82CE-2151-387E-EABA4D0675DE}"/>
              </a:ext>
              <a:ext uri="{C183D7F6-B498-43B3-948B-1728B52AA6E4}">
                <adec:decorative xmlns:adec="http://schemas.microsoft.com/office/drawing/2017/decorative" val="1"/>
              </a:ext>
            </a:extLst>
          </p:cNvPr>
          <p:cNvSpPr>
            <a:spLocks/>
          </p:cNvSpPr>
          <p:nvPr/>
        </p:nvSpPr>
        <p:spPr bwMode="auto">
          <a:xfrm>
            <a:off x="1070275" y="3384211"/>
            <a:ext cx="1261800" cy="465300"/>
          </a:xfrm>
          <a:prstGeom prst="roundRect">
            <a:avLst>
              <a:gd name="adj" fmla="val 5291"/>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r>
              <a:rPr lang="en-GB" sz="1200">
                <a:solidFill>
                  <a:schemeClr val="accent2"/>
                </a:solidFill>
                <a:latin typeface="+mj-lt"/>
                <a:ea typeface="+mj-ea"/>
                <a:cs typeface="+mj-cs"/>
              </a:rPr>
              <a:t>HR</a:t>
            </a:r>
          </a:p>
        </p:txBody>
      </p:sp>
      <p:sp>
        <p:nvSpPr>
          <p:cNvPr id="287" name="Rectangle: Rounded Corners 286">
            <a:extLst>
              <a:ext uri="{FF2B5EF4-FFF2-40B4-BE49-F238E27FC236}">
                <a16:creationId xmlns:a16="http://schemas.microsoft.com/office/drawing/2014/main" id="{4F01FF25-0B58-3618-9D4E-AA955DABA70B}"/>
              </a:ext>
              <a:ext uri="{C183D7F6-B498-43B3-948B-1728B52AA6E4}">
                <adec:decorative xmlns:adec="http://schemas.microsoft.com/office/drawing/2017/decorative" val="1"/>
              </a:ext>
            </a:extLst>
          </p:cNvPr>
          <p:cNvSpPr>
            <a:spLocks/>
          </p:cNvSpPr>
          <p:nvPr/>
        </p:nvSpPr>
        <p:spPr bwMode="auto">
          <a:xfrm>
            <a:off x="2440075" y="3384211"/>
            <a:ext cx="1261800" cy="465300"/>
          </a:xfrm>
          <a:prstGeom prst="roundRect">
            <a:avLst>
              <a:gd name="adj" fmla="val 5291"/>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r>
              <a:rPr lang="en-GB" sz="1200">
                <a:solidFill>
                  <a:schemeClr val="accent2"/>
                </a:solidFill>
                <a:latin typeface="+mj-lt"/>
                <a:ea typeface="+mj-ea"/>
                <a:cs typeface="+mj-cs"/>
              </a:rPr>
              <a:t>Finance</a:t>
            </a:r>
          </a:p>
        </p:txBody>
      </p:sp>
      <p:sp>
        <p:nvSpPr>
          <p:cNvPr id="288" name="Rectangle: Rounded Corners 287">
            <a:extLst>
              <a:ext uri="{FF2B5EF4-FFF2-40B4-BE49-F238E27FC236}">
                <a16:creationId xmlns:a16="http://schemas.microsoft.com/office/drawing/2014/main" id="{401D6F40-5BF8-787F-CE4D-2FF6314B2DCE}"/>
              </a:ext>
              <a:ext uri="{C183D7F6-B498-43B3-948B-1728B52AA6E4}">
                <adec:decorative xmlns:adec="http://schemas.microsoft.com/office/drawing/2017/decorative" val="1"/>
              </a:ext>
            </a:extLst>
          </p:cNvPr>
          <p:cNvSpPr>
            <a:spLocks/>
          </p:cNvSpPr>
          <p:nvPr/>
        </p:nvSpPr>
        <p:spPr bwMode="auto">
          <a:xfrm>
            <a:off x="1070275" y="3957511"/>
            <a:ext cx="1261800" cy="465300"/>
          </a:xfrm>
          <a:prstGeom prst="roundRect">
            <a:avLst>
              <a:gd name="adj" fmla="val 5291"/>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r>
              <a:rPr lang="en-GB" sz="1200">
                <a:solidFill>
                  <a:schemeClr val="accent2"/>
                </a:solidFill>
                <a:latin typeface="+mj-lt"/>
                <a:ea typeface="+mj-ea"/>
                <a:cs typeface="+mj-cs"/>
              </a:rPr>
              <a:t>Products</a:t>
            </a:r>
          </a:p>
        </p:txBody>
      </p:sp>
      <p:sp>
        <p:nvSpPr>
          <p:cNvPr id="289" name="Rectangle: Rounded Corners 288">
            <a:extLst>
              <a:ext uri="{FF2B5EF4-FFF2-40B4-BE49-F238E27FC236}">
                <a16:creationId xmlns:a16="http://schemas.microsoft.com/office/drawing/2014/main" id="{3AC20132-A7B4-0833-DD7D-64014AE9486A}"/>
              </a:ext>
              <a:ext uri="{C183D7F6-B498-43B3-948B-1728B52AA6E4}">
                <adec:decorative xmlns:adec="http://schemas.microsoft.com/office/drawing/2017/decorative" val="1"/>
              </a:ext>
            </a:extLst>
          </p:cNvPr>
          <p:cNvSpPr>
            <a:spLocks/>
          </p:cNvSpPr>
          <p:nvPr/>
        </p:nvSpPr>
        <p:spPr bwMode="auto">
          <a:xfrm>
            <a:off x="2440075" y="3957511"/>
            <a:ext cx="1261800" cy="465300"/>
          </a:xfrm>
          <a:prstGeom prst="roundRect">
            <a:avLst>
              <a:gd name="adj" fmla="val 5291"/>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r>
              <a:rPr lang="en-GB" sz="1200">
                <a:solidFill>
                  <a:schemeClr val="accent2"/>
                </a:solidFill>
                <a:latin typeface="+mj-lt"/>
                <a:ea typeface="+mj-ea"/>
                <a:cs typeface="+mj-cs"/>
              </a:rPr>
              <a:t>Sales</a:t>
            </a:r>
          </a:p>
        </p:txBody>
      </p:sp>
      <p:sp>
        <p:nvSpPr>
          <p:cNvPr id="290" name="Rectangle: Rounded Corners 289">
            <a:extLst>
              <a:ext uri="{FF2B5EF4-FFF2-40B4-BE49-F238E27FC236}">
                <a16:creationId xmlns:a16="http://schemas.microsoft.com/office/drawing/2014/main" id="{CCE7CCCD-4B9E-3C9E-8084-96E91BDA9CCF}"/>
              </a:ext>
              <a:ext uri="{C183D7F6-B498-43B3-948B-1728B52AA6E4}">
                <adec:decorative xmlns:adec="http://schemas.microsoft.com/office/drawing/2017/decorative" val="1"/>
              </a:ext>
            </a:extLst>
          </p:cNvPr>
          <p:cNvSpPr>
            <a:spLocks/>
          </p:cNvSpPr>
          <p:nvPr/>
        </p:nvSpPr>
        <p:spPr bwMode="auto">
          <a:xfrm>
            <a:off x="1070275" y="4530811"/>
            <a:ext cx="1261800" cy="465300"/>
          </a:xfrm>
          <a:prstGeom prst="roundRect">
            <a:avLst>
              <a:gd name="adj" fmla="val 5291"/>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r>
              <a:rPr lang="en-GB" sz="1200">
                <a:solidFill>
                  <a:schemeClr val="accent2"/>
                </a:solidFill>
                <a:latin typeface="+mj-lt"/>
                <a:ea typeface="+mj-ea"/>
                <a:cs typeface="+mj-cs"/>
              </a:rPr>
              <a:t>Supply Chain</a:t>
            </a:r>
          </a:p>
        </p:txBody>
      </p:sp>
      <p:sp>
        <p:nvSpPr>
          <p:cNvPr id="291" name="Rectangle: Rounded Corners 290">
            <a:extLst>
              <a:ext uri="{FF2B5EF4-FFF2-40B4-BE49-F238E27FC236}">
                <a16:creationId xmlns:a16="http://schemas.microsoft.com/office/drawing/2014/main" id="{B1BFD5AB-3C44-3404-99FE-40AA951C459C}"/>
              </a:ext>
              <a:ext uri="{C183D7F6-B498-43B3-948B-1728B52AA6E4}">
                <adec:decorative xmlns:adec="http://schemas.microsoft.com/office/drawing/2017/decorative" val="1"/>
              </a:ext>
            </a:extLst>
          </p:cNvPr>
          <p:cNvSpPr>
            <a:spLocks/>
          </p:cNvSpPr>
          <p:nvPr/>
        </p:nvSpPr>
        <p:spPr bwMode="auto">
          <a:xfrm>
            <a:off x="2440075" y="4530811"/>
            <a:ext cx="1261800" cy="465300"/>
          </a:xfrm>
          <a:prstGeom prst="roundRect">
            <a:avLst>
              <a:gd name="adj" fmla="val 5291"/>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r>
              <a:rPr lang="en-GB" sz="1200">
                <a:solidFill>
                  <a:schemeClr val="accent2"/>
                </a:solidFill>
                <a:latin typeface="+mj-lt"/>
                <a:ea typeface="+mj-ea"/>
                <a:cs typeface="+mj-cs"/>
              </a:rPr>
              <a:t>Research</a:t>
            </a:r>
          </a:p>
        </p:txBody>
      </p:sp>
      <p:sp useBgFill="1">
        <p:nvSpPr>
          <p:cNvPr id="275" name="Rectangle: Rounded Corners 274">
            <a:extLst>
              <a:ext uri="{FF2B5EF4-FFF2-40B4-BE49-F238E27FC236}">
                <a16:creationId xmlns:a16="http://schemas.microsoft.com/office/drawing/2014/main" id="{901761C6-B351-5234-801F-E5B11F0C88F8}"/>
              </a:ext>
              <a:ext uri="{C183D7F6-B498-43B3-948B-1728B52AA6E4}">
                <adec:decorative xmlns:adec="http://schemas.microsoft.com/office/drawing/2017/decorative" val="1"/>
              </a:ext>
            </a:extLst>
          </p:cNvPr>
          <p:cNvSpPr/>
          <p:nvPr/>
        </p:nvSpPr>
        <p:spPr bwMode="auto">
          <a:xfrm>
            <a:off x="8309101" y="2630811"/>
            <a:ext cx="2990474" cy="2545400"/>
          </a:xfrm>
          <a:prstGeom prst="roundRect">
            <a:avLst>
              <a:gd name="adj" fmla="val 6223"/>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276" name="Rectangle: Rounded Corners 275">
            <a:extLst>
              <a:ext uri="{FF2B5EF4-FFF2-40B4-BE49-F238E27FC236}">
                <a16:creationId xmlns:a16="http://schemas.microsoft.com/office/drawing/2014/main" id="{263FC20C-F2F4-F0D4-C560-CCF58A458F8C}"/>
              </a:ext>
              <a:ext uri="{C183D7F6-B498-43B3-948B-1728B52AA6E4}">
                <adec:decorative xmlns:adec="http://schemas.microsoft.com/office/drawing/2017/decorative" val="1"/>
              </a:ext>
            </a:extLst>
          </p:cNvPr>
          <p:cNvSpPr/>
          <p:nvPr/>
        </p:nvSpPr>
        <p:spPr bwMode="auto">
          <a:xfrm>
            <a:off x="8309101" y="2630811"/>
            <a:ext cx="2990474" cy="2545400"/>
          </a:xfrm>
          <a:prstGeom prst="roundRect">
            <a:avLst>
              <a:gd name="adj" fmla="val 5332"/>
            </a:avLst>
          </a:prstGeom>
          <a:solidFill>
            <a:schemeClr val="bg1"/>
          </a:solidFill>
          <a:ln w="3175">
            <a:noFill/>
            <a:headEnd type="none" w="med" len="med"/>
            <a:tailEnd type="none" w="med" len="med"/>
          </a:ln>
          <a:effectLst>
            <a:outerShdw blurRad="101600" algn="ctr" rotWithShape="0">
              <a:schemeClr val="bg1">
                <a:lumMod val="65000"/>
                <a:alpha val="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err="1">
              <a:solidFill>
                <a:schemeClr val="bg1"/>
              </a:solidFill>
              <a:latin typeface="Segoe UI"/>
              <a:cs typeface="Segoe UI" pitchFamily="34" charset="0"/>
            </a:endParaRPr>
          </a:p>
        </p:txBody>
      </p:sp>
      <p:sp>
        <p:nvSpPr>
          <p:cNvPr id="292" name="Rectangle: Rounded Corners 291">
            <a:extLst>
              <a:ext uri="{FF2B5EF4-FFF2-40B4-BE49-F238E27FC236}">
                <a16:creationId xmlns:a16="http://schemas.microsoft.com/office/drawing/2014/main" id="{EDBEDBCD-B18B-41ED-132E-3765D937BD59}"/>
              </a:ext>
              <a:ext uri="{C183D7F6-B498-43B3-948B-1728B52AA6E4}">
                <adec:decorative xmlns:adec="http://schemas.microsoft.com/office/drawing/2017/decorative" val="1"/>
              </a:ext>
            </a:extLst>
          </p:cNvPr>
          <p:cNvSpPr>
            <a:spLocks/>
          </p:cNvSpPr>
          <p:nvPr/>
        </p:nvSpPr>
        <p:spPr bwMode="auto">
          <a:xfrm>
            <a:off x="8488538" y="2810911"/>
            <a:ext cx="1261800" cy="465300"/>
          </a:xfrm>
          <a:prstGeom prst="roundRect">
            <a:avLst>
              <a:gd name="adj" fmla="val 5291"/>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r>
              <a:rPr lang="en-GB" sz="1200">
                <a:solidFill>
                  <a:schemeClr val="accent2"/>
                </a:solidFill>
                <a:latin typeface="+mj-lt"/>
                <a:ea typeface="+mj-ea"/>
                <a:cs typeface="+mj-cs"/>
              </a:rPr>
              <a:t>CTO</a:t>
            </a:r>
          </a:p>
        </p:txBody>
      </p:sp>
      <p:sp>
        <p:nvSpPr>
          <p:cNvPr id="293" name="Rectangle: Rounded Corners 292">
            <a:extLst>
              <a:ext uri="{FF2B5EF4-FFF2-40B4-BE49-F238E27FC236}">
                <a16:creationId xmlns:a16="http://schemas.microsoft.com/office/drawing/2014/main" id="{2DFC4B01-ABFC-E566-F8C6-8244BF2E3F60}"/>
              </a:ext>
              <a:ext uri="{C183D7F6-B498-43B3-948B-1728B52AA6E4}">
                <adec:decorative xmlns:adec="http://schemas.microsoft.com/office/drawing/2017/decorative" val="1"/>
              </a:ext>
            </a:extLst>
          </p:cNvPr>
          <p:cNvSpPr>
            <a:spLocks/>
          </p:cNvSpPr>
          <p:nvPr/>
        </p:nvSpPr>
        <p:spPr bwMode="auto">
          <a:xfrm>
            <a:off x="9858338" y="2810911"/>
            <a:ext cx="1261800" cy="465300"/>
          </a:xfrm>
          <a:prstGeom prst="roundRect">
            <a:avLst>
              <a:gd name="adj" fmla="val 5291"/>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r>
              <a:rPr lang="en-GB" sz="1200">
                <a:solidFill>
                  <a:schemeClr val="accent2"/>
                </a:solidFill>
                <a:latin typeface="+mj-lt"/>
                <a:ea typeface="+mj-ea"/>
                <a:cs typeface="+mj-cs"/>
              </a:rPr>
              <a:t>Data Science</a:t>
            </a:r>
          </a:p>
        </p:txBody>
      </p:sp>
      <p:sp>
        <p:nvSpPr>
          <p:cNvPr id="294" name="Rectangle: Rounded Corners 293">
            <a:extLst>
              <a:ext uri="{FF2B5EF4-FFF2-40B4-BE49-F238E27FC236}">
                <a16:creationId xmlns:a16="http://schemas.microsoft.com/office/drawing/2014/main" id="{115BC598-0BCD-3DC4-2CC1-1A447381B6F5}"/>
              </a:ext>
              <a:ext uri="{C183D7F6-B498-43B3-948B-1728B52AA6E4}">
                <adec:decorative xmlns:adec="http://schemas.microsoft.com/office/drawing/2017/decorative" val="1"/>
              </a:ext>
            </a:extLst>
          </p:cNvPr>
          <p:cNvSpPr>
            <a:spLocks/>
          </p:cNvSpPr>
          <p:nvPr/>
        </p:nvSpPr>
        <p:spPr bwMode="auto">
          <a:xfrm>
            <a:off x="8488538" y="3384211"/>
            <a:ext cx="1261800" cy="465300"/>
          </a:xfrm>
          <a:prstGeom prst="roundRect">
            <a:avLst>
              <a:gd name="adj" fmla="val 5291"/>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r>
              <a:rPr lang="en-GB" sz="1200">
                <a:solidFill>
                  <a:schemeClr val="accent2"/>
                </a:solidFill>
                <a:latin typeface="+mj-lt"/>
                <a:ea typeface="+mj-ea"/>
                <a:cs typeface="+mj-cs"/>
              </a:rPr>
              <a:t>Data</a:t>
            </a:r>
            <a:br>
              <a:rPr lang="en-GB" sz="1200">
                <a:solidFill>
                  <a:schemeClr val="accent2"/>
                </a:solidFill>
                <a:latin typeface="+mj-lt"/>
                <a:ea typeface="+mj-ea"/>
                <a:cs typeface="+mj-cs"/>
              </a:rPr>
            </a:br>
            <a:r>
              <a:rPr lang="en-GB" sz="1200">
                <a:solidFill>
                  <a:schemeClr val="accent2"/>
                </a:solidFill>
                <a:latin typeface="+mj-lt"/>
                <a:ea typeface="+mj-ea"/>
                <a:cs typeface="+mj-cs"/>
              </a:rPr>
              <a:t>Engineering</a:t>
            </a:r>
          </a:p>
        </p:txBody>
      </p:sp>
      <p:sp>
        <p:nvSpPr>
          <p:cNvPr id="295" name="Rectangle: Rounded Corners 294">
            <a:extLst>
              <a:ext uri="{FF2B5EF4-FFF2-40B4-BE49-F238E27FC236}">
                <a16:creationId xmlns:a16="http://schemas.microsoft.com/office/drawing/2014/main" id="{F1D82820-A312-4C1D-13D1-1347D40D30EC}"/>
              </a:ext>
              <a:ext uri="{C183D7F6-B498-43B3-948B-1728B52AA6E4}">
                <adec:decorative xmlns:adec="http://schemas.microsoft.com/office/drawing/2017/decorative" val="1"/>
              </a:ext>
            </a:extLst>
          </p:cNvPr>
          <p:cNvSpPr>
            <a:spLocks/>
          </p:cNvSpPr>
          <p:nvPr/>
        </p:nvSpPr>
        <p:spPr bwMode="auto">
          <a:xfrm>
            <a:off x="9858338" y="3384211"/>
            <a:ext cx="1261800" cy="465300"/>
          </a:xfrm>
          <a:prstGeom prst="roundRect">
            <a:avLst>
              <a:gd name="adj" fmla="val 5291"/>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r>
              <a:rPr lang="en-GB" sz="1200">
                <a:solidFill>
                  <a:schemeClr val="accent2"/>
                </a:solidFill>
                <a:latin typeface="+mj-lt"/>
                <a:ea typeface="+mj-ea"/>
                <a:cs typeface="+mj-cs"/>
              </a:rPr>
              <a:t>IT admin</a:t>
            </a:r>
          </a:p>
        </p:txBody>
      </p:sp>
      <p:sp>
        <p:nvSpPr>
          <p:cNvPr id="296" name="Rectangle: Rounded Corners 295">
            <a:extLst>
              <a:ext uri="{FF2B5EF4-FFF2-40B4-BE49-F238E27FC236}">
                <a16:creationId xmlns:a16="http://schemas.microsoft.com/office/drawing/2014/main" id="{BCE77E62-0960-E66F-BEB7-8AB7F0029CF7}"/>
              </a:ext>
              <a:ext uri="{C183D7F6-B498-43B3-948B-1728B52AA6E4}">
                <adec:decorative xmlns:adec="http://schemas.microsoft.com/office/drawing/2017/decorative" val="1"/>
              </a:ext>
            </a:extLst>
          </p:cNvPr>
          <p:cNvSpPr>
            <a:spLocks/>
          </p:cNvSpPr>
          <p:nvPr/>
        </p:nvSpPr>
        <p:spPr bwMode="auto">
          <a:xfrm>
            <a:off x="8488538" y="3957511"/>
            <a:ext cx="1261800" cy="465300"/>
          </a:xfrm>
          <a:prstGeom prst="roundRect">
            <a:avLst>
              <a:gd name="adj" fmla="val 5291"/>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r>
              <a:rPr lang="en-GB" sz="1200">
                <a:solidFill>
                  <a:schemeClr val="accent2"/>
                </a:solidFill>
                <a:latin typeface="+mj-lt"/>
                <a:ea typeface="+mj-ea"/>
                <a:cs typeface="+mj-cs"/>
              </a:rPr>
              <a:t>APP DEV</a:t>
            </a:r>
          </a:p>
        </p:txBody>
      </p:sp>
      <p:sp>
        <p:nvSpPr>
          <p:cNvPr id="297" name="Rectangle: Rounded Corners 296">
            <a:extLst>
              <a:ext uri="{FF2B5EF4-FFF2-40B4-BE49-F238E27FC236}">
                <a16:creationId xmlns:a16="http://schemas.microsoft.com/office/drawing/2014/main" id="{C8D0F002-4E81-3ED9-724A-FCF00124C8BD}"/>
              </a:ext>
              <a:ext uri="{C183D7F6-B498-43B3-948B-1728B52AA6E4}">
                <adec:decorative xmlns:adec="http://schemas.microsoft.com/office/drawing/2017/decorative" val="1"/>
              </a:ext>
            </a:extLst>
          </p:cNvPr>
          <p:cNvSpPr>
            <a:spLocks/>
          </p:cNvSpPr>
          <p:nvPr/>
        </p:nvSpPr>
        <p:spPr bwMode="auto">
          <a:xfrm>
            <a:off x="9858338" y="3957511"/>
            <a:ext cx="1261800" cy="465300"/>
          </a:xfrm>
          <a:prstGeom prst="roundRect">
            <a:avLst>
              <a:gd name="adj" fmla="val 5291"/>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r>
              <a:rPr lang="en-GB" sz="1200">
                <a:solidFill>
                  <a:schemeClr val="accent2"/>
                </a:solidFill>
                <a:latin typeface="+mj-lt"/>
                <a:ea typeface="+mj-ea"/>
                <a:cs typeface="+mj-cs"/>
              </a:rPr>
              <a:t>INFRA</a:t>
            </a:r>
          </a:p>
        </p:txBody>
      </p:sp>
      <p:sp>
        <p:nvSpPr>
          <p:cNvPr id="298" name="Rectangle: Rounded Corners 297">
            <a:extLst>
              <a:ext uri="{FF2B5EF4-FFF2-40B4-BE49-F238E27FC236}">
                <a16:creationId xmlns:a16="http://schemas.microsoft.com/office/drawing/2014/main" id="{4C3B2401-8611-30B0-5752-A929D73CAF36}"/>
              </a:ext>
              <a:ext uri="{C183D7F6-B498-43B3-948B-1728B52AA6E4}">
                <adec:decorative xmlns:adec="http://schemas.microsoft.com/office/drawing/2017/decorative" val="1"/>
              </a:ext>
            </a:extLst>
          </p:cNvPr>
          <p:cNvSpPr>
            <a:spLocks/>
          </p:cNvSpPr>
          <p:nvPr/>
        </p:nvSpPr>
        <p:spPr bwMode="auto">
          <a:xfrm>
            <a:off x="8488538" y="4530811"/>
            <a:ext cx="1261800" cy="465300"/>
          </a:xfrm>
          <a:prstGeom prst="roundRect">
            <a:avLst>
              <a:gd name="adj" fmla="val 5291"/>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r>
              <a:rPr lang="en-GB" sz="1200">
                <a:solidFill>
                  <a:schemeClr val="accent2"/>
                </a:solidFill>
                <a:latin typeface="+mj-lt"/>
                <a:ea typeface="+mj-ea"/>
                <a:cs typeface="+mj-cs"/>
              </a:rPr>
              <a:t>COMPLIANCE</a:t>
            </a:r>
          </a:p>
        </p:txBody>
      </p:sp>
      <p:sp>
        <p:nvSpPr>
          <p:cNvPr id="299" name="Rectangle: Rounded Corners 298">
            <a:extLst>
              <a:ext uri="{FF2B5EF4-FFF2-40B4-BE49-F238E27FC236}">
                <a16:creationId xmlns:a16="http://schemas.microsoft.com/office/drawing/2014/main" id="{53FD5E78-676F-3733-9201-1A59B28D6F24}"/>
              </a:ext>
              <a:ext uri="{C183D7F6-B498-43B3-948B-1728B52AA6E4}">
                <adec:decorative xmlns:adec="http://schemas.microsoft.com/office/drawing/2017/decorative" val="1"/>
              </a:ext>
            </a:extLst>
          </p:cNvPr>
          <p:cNvSpPr>
            <a:spLocks/>
          </p:cNvSpPr>
          <p:nvPr/>
        </p:nvSpPr>
        <p:spPr bwMode="auto">
          <a:xfrm>
            <a:off x="9858338" y="4530811"/>
            <a:ext cx="1261800" cy="465300"/>
          </a:xfrm>
          <a:prstGeom prst="roundRect">
            <a:avLst>
              <a:gd name="adj" fmla="val 5291"/>
            </a:avLst>
          </a:prstGeom>
          <a:solidFill>
            <a:schemeClr val="bg1"/>
          </a:solidFill>
          <a:ln w="63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r>
              <a:rPr lang="en-GB" sz="1200">
                <a:solidFill>
                  <a:schemeClr val="accent2"/>
                </a:solidFill>
                <a:latin typeface="+mj-lt"/>
                <a:ea typeface="+mj-ea"/>
                <a:cs typeface="+mj-cs"/>
              </a:rPr>
              <a:t>Security</a:t>
            </a:r>
          </a:p>
        </p:txBody>
      </p:sp>
      <p:sp>
        <p:nvSpPr>
          <p:cNvPr id="308" name="Rectangle: Rounded Corners 307">
            <a:extLst>
              <a:ext uri="{FF2B5EF4-FFF2-40B4-BE49-F238E27FC236}">
                <a16:creationId xmlns:a16="http://schemas.microsoft.com/office/drawing/2014/main" id="{417445F3-266A-5298-C236-E2364AE83066}"/>
              </a:ext>
              <a:ext uri="{C183D7F6-B498-43B3-948B-1728B52AA6E4}">
                <adec:decorative xmlns:adec="http://schemas.microsoft.com/office/drawing/2017/decorative" val="1"/>
              </a:ext>
            </a:extLst>
          </p:cNvPr>
          <p:cNvSpPr/>
          <p:nvPr/>
        </p:nvSpPr>
        <p:spPr bwMode="auto">
          <a:xfrm>
            <a:off x="5029202" y="2982135"/>
            <a:ext cx="2133598" cy="562349"/>
          </a:xfrm>
          <a:prstGeom prst="roundRect">
            <a:avLst>
              <a:gd name="adj" fmla="val 12662"/>
            </a:avLst>
          </a:prstGeom>
          <a:solidFill>
            <a:schemeClr val="tx2"/>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400" dirty="0">
                <a:solidFill>
                  <a:schemeClr val="bg1"/>
                </a:solidFill>
                <a:latin typeface="+mj-lt"/>
                <a:ea typeface="+mj-ea"/>
                <a:cs typeface="+mj-cs"/>
              </a:rPr>
              <a:t> Take actions based</a:t>
            </a:r>
            <a:br>
              <a:rPr lang="en-GB" sz="1400" dirty="0">
                <a:solidFill>
                  <a:schemeClr val="bg1"/>
                </a:solidFill>
                <a:latin typeface="+mj-lt"/>
                <a:ea typeface="+mj-ea"/>
                <a:cs typeface="+mj-cs"/>
              </a:rPr>
            </a:br>
            <a:r>
              <a:rPr lang="en-GB" sz="1400" dirty="0">
                <a:solidFill>
                  <a:schemeClr val="bg1"/>
                </a:solidFill>
                <a:latin typeface="+mj-lt"/>
                <a:ea typeface="+mj-ea"/>
                <a:cs typeface="+mj-cs"/>
              </a:rPr>
              <a:t>on Charter</a:t>
            </a:r>
          </a:p>
        </p:txBody>
      </p:sp>
      <p:cxnSp>
        <p:nvCxnSpPr>
          <p:cNvPr id="252" name="Straight Connector 251">
            <a:extLst>
              <a:ext uri="{FF2B5EF4-FFF2-40B4-BE49-F238E27FC236}">
                <a16:creationId xmlns:a16="http://schemas.microsoft.com/office/drawing/2014/main" id="{0EB3482F-2F57-4C43-7B47-A907B5D3636B}"/>
              </a:ext>
              <a:ext uri="{C183D7F6-B498-43B3-948B-1728B52AA6E4}">
                <adec:decorative xmlns:adec="http://schemas.microsoft.com/office/drawing/2017/decorative" val="1"/>
              </a:ext>
            </a:extLst>
          </p:cNvPr>
          <p:cNvCxnSpPr>
            <a:cxnSpLocks/>
            <a:stCxn id="273" idx="3"/>
          </p:cNvCxnSpPr>
          <p:nvPr/>
        </p:nvCxnSpPr>
        <p:spPr>
          <a:xfrm>
            <a:off x="3881312" y="3903511"/>
            <a:ext cx="1273636" cy="0"/>
          </a:xfrm>
          <a:prstGeom prst="line">
            <a:avLst/>
          </a:prstGeom>
          <a:ln>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E268D466-90A5-0C83-C5D6-9AA2F066525F}"/>
              </a:ext>
              <a:ext uri="{C183D7F6-B498-43B3-948B-1728B52AA6E4}">
                <adec:decorative xmlns:adec="http://schemas.microsoft.com/office/drawing/2017/decorative" val="1"/>
              </a:ext>
            </a:extLst>
          </p:cNvPr>
          <p:cNvCxnSpPr>
            <a:cxnSpLocks/>
          </p:cNvCxnSpPr>
          <p:nvPr/>
        </p:nvCxnSpPr>
        <p:spPr>
          <a:xfrm>
            <a:off x="7028491" y="3903511"/>
            <a:ext cx="1273636" cy="0"/>
          </a:xfrm>
          <a:prstGeom prst="line">
            <a:avLst/>
          </a:prstGeom>
          <a:ln>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useBgFill="1">
        <p:nvSpPr>
          <p:cNvPr id="302" name="Rectangle: Rounded Corners 301">
            <a:extLst>
              <a:ext uri="{FF2B5EF4-FFF2-40B4-BE49-F238E27FC236}">
                <a16:creationId xmlns:a16="http://schemas.microsoft.com/office/drawing/2014/main" id="{683DFD83-AEDB-320E-09B9-3A26EA099F64}"/>
              </a:ext>
              <a:ext uri="{C183D7F6-B498-43B3-948B-1728B52AA6E4}">
                <adec:decorative xmlns:adec="http://schemas.microsoft.com/office/drawing/2017/decorative" val="1"/>
              </a:ext>
            </a:extLst>
          </p:cNvPr>
          <p:cNvSpPr/>
          <p:nvPr/>
        </p:nvSpPr>
        <p:spPr bwMode="auto">
          <a:xfrm>
            <a:off x="4454296" y="4916073"/>
            <a:ext cx="3283410" cy="1357730"/>
          </a:xfrm>
          <a:prstGeom prst="roundRect">
            <a:avLst>
              <a:gd name="adj" fmla="val 6223"/>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303" name="Rectangle: Rounded Corners 302">
            <a:extLst>
              <a:ext uri="{FF2B5EF4-FFF2-40B4-BE49-F238E27FC236}">
                <a16:creationId xmlns:a16="http://schemas.microsoft.com/office/drawing/2014/main" id="{D71EA52A-61E5-2136-AC08-019DD40BF8B7}"/>
              </a:ext>
              <a:ext uri="{C183D7F6-B498-43B3-948B-1728B52AA6E4}">
                <adec:decorative xmlns:adec="http://schemas.microsoft.com/office/drawing/2017/decorative" val="1"/>
              </a:ext>
            </a:extLst>
          </p:cNvPr>
          <p:cNvSpPr/>
          <p:nvPr/>
        </p:nvSpPr>
        <p:spPr bwMode="auto">
          <a:xfrm>
            <a:off x="4454296" y="4916073"/>
            <a:ext cx="3283410" cy="1357730"/>
          </a:xfrm>
          <a:prstGeom prst="roundRect">
            <a:avLst>
              <a:gd name="adj" fmla="val 5332"/>
            </a:avLst>
          </a:prstGeom>
          <a:solidFill>
            <a:schemeClr val="bg1"/>
          </a:solidFill>
          <a:ln w="3175">
            <a:noFill/>
            <a:headEnd type="none" w="med" len="med"/>
            <a:tailEnd type="none" w="med" len="med"/>
          </a:ln>
          <a:effectLst>
            <a:outerShdw blurRad="101600" algn="ctr" rotWithShape="0">
              <a:schemeClr val="bg1">
                <a:lumMod val="65000"/>
                <a:alpha val="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err="1">
              <a:solidFill>
                <a:schemeClr val="bg1"/>
              </a:solidFill>
              <a:latin typeface="Segoe UI"/>
              <a:cs typeface="Segoe UI" pitchFamily="34" charset="0"/>
            </a:endParaRPr>
          </a:p>
        </p:txBody>
      </p:sp>
      <p:sp>
        <p:nvSpPr>
          <p:cNvPr id="304" name="Rectangle: Top Corners Rounded 303">
            <a:extLst>
              <a:ext uri="{FF2B5EF4-FFF2-40B4-BE49-F238E27FC236}">
                <a16:creationId xmlns:a16="http://schemas.microsoft.com/office/drawing/2014/main" id="{8A5A64CE-19A7-947E-2B5B-1E39E8EA7C21}"/>
              </a:ext>
              <a:ext uri="{C183D7F6-B498-43B3-948B-1728B52AA6E4}">
                <adec:decorative xmlns:adec="http://schemas.microsoft.com/office/drawing/2017/decorative" val="1"/>
              </a:ext>
            </a:extLst>
          </p:cNvPr>
          <p:cNvSpPr/>
          <p:nvPr/>
        </p:nvSpPr>
        <p:spPr bwMode="auto">
          <a:xfrm>
            <a:off x="4552950" y="4912263"/>
            <a:ext cx="3086102" cy="326487"/>
          </a:xfrm>
          <a:prstGeom prst="round2SameRect">
            <a:avLst>
              <a:gd name="adj1" fmla="val 0"/>
              <a:gd name="adj2" fmla="val 22983"/>
            </a:avLst>
          </a:prstGeom>
          <a:solidFill>
            <a:schemeClr val="tx2"/>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400">
                <a:solidFill>
                  <a:schemeClr val="bg1"/>
                </a:solidFill>
                <a:latin typeface="+mj-lt"/>
                <a:ea typeface="+mj-ea"/>
                <a:cs typeface="+mj-cs"/>
              </a:rPr>
              <a:t>RAI Committee Charter</a:t>
            </a:r>
          </a:p>
        </p:txBody>
      </p:sp>
      <p:sp>
        <p:nvSpPr>
          <p:cNvPr id="305" name="TextBox 304">
            <a:extLst>
              <a:ext uri="{FF2B5EF4-FFF2-40B4-BE49-F238E27FC236}">
                <a16:creationId xmlns:a16="http://schemas.microsoft.com/office/drawing/2014/main" id="{F8759B68-6459-6775-43E9-4F2DBA06661F}"/>
              </a:ext>
              <a:ext uri="{C183D7F6-B498-43B3-948B-1728B52AA6E4}">
                <adec:decorative xmlns:adec="http://schemas.microsoft.com/office/drawing/2017/decorative" val="1"/>
              </a:ext>
            </a:extLst>
          </p:cNvPr>
          <p:cNvSpPr txBox="1"/>
          <p:nvPr/>
        </p:nvSpPr>
        <p:spPr>
          <a:xfrm>
            <a:off x="4579249" y="5336933"/>
            <a:ext cx="1541253" cy="769441"/>
          </a:xfrm>
          <a:prstGeom prst="rect">
            <a:avLst/>
          </a:prstGeom>
          <a:noFill/>
        </p:spPr>
        <p:txBody>
          <a:bodyPr wrap="square" lIns="0" tIns="0" rIns="0" bIns="0" rtlCol="0" anchor="ctr" anchorCtr="0">
            <a:spAutoFit/>
          </a:bodyPr>
          <a:lstStyle/>
          <a:p>
            <a:pPr>
              <a:spcAft>
                <a:spcPts val="400"/>
              </a:spcAft>
              <a:buSzPct val="100000"/>
            </a:pPr>
            <a:r>
              <a:rPr lang="en-GB" sz="1000"/>
              <a:t>Models Checklist</a:t>
            </a:r>
          </a:p>
          <a:p>
            <a:pPr>
              <a:spcAft>
                <a:spcPts val="400"/>
              </a:spcAft>
              <a:buSzPct val="100000"/>
            </a:pPr>
            <a:r>
              <a:rPr lang="en-GB" sz="1000"/>
              <a:t>AI regulations</a:t>
            </a:r>
          </a:p>
          <a:p>
            <a:pPr>
              <a:spcAft>
                <a:spcPts val="400"/>
              </a:spcAft>
              <a:buSzPct val="100000"/>
            </a:pPr>
            <a:r>
              <a:rPr lang="en-GB" sz="1000"/>
              <a:t>Data Governance</a:t>
            </a:r>
          </a:p>
          <a:p>
            <a:pPr>
              <a:spcAft>
                <a:spcPts val="400"/>
              </a:spcAft>
              <a:buSzPct val="100000"/>
            </a:pPr>
            <a:r>
              <a:rPr lang="en-GB" sz="1000"/>
              <a:t>Regulatory Compliance</a:t>
            </a:r>
          </a:p>
        </p:txBody>
      </p:sp>
      <p:sp>
        <p:nvSpPr>
          <p:cNvPr id="306" name="TextBox 305">
            <a:extLst>
              <a:ext uri="{FF2B5EF4-FFF2-40B4-BE49-F238E27FC236}">
                <a16:creationId xmlns:a16="http://schemas.microsoft.com/office/drawing/2014/main" id="{43A77607-20BC-0BCE-9744-CB267EC0E3B1}"/>
              </a:ext>
              <a:ext uri="{C183D7F6-B498-43B3-948B-1728B52AA6E4}">
                <adec:decorative xmlns:adec="http://schemas.microsoft.com/office/drawing/2017/decorative" val="1"/>
              </a:ext>
            </a:extLst>
          </p:cNvPr>
          <p:cNvSpPr txBox="1"/>
          <p:nvPr/>
        </p:nvSpPr>
        <p:spPr>
          <a:xfrm>
            <a:off x="6071500" y="5336933"/>
            <a:ext cx="1541253" cy="564257"/>
          </a:xfrm>
          <a:prstGeom prst="rect">
            <a:avLst/>
          </a:prstGeom>
          <a:noFill/>
        </p:spPr>
        <p:txBody>
          <a:bodyPr wrap="square" lIns="0" tIns="0" rIns="0" bIns="0" rtlCol="0" anchor="ctr" anchorCtr="0">
            <a:spAutoFit/>
          </a:bodyPr>
          <a:lstStyle/>
          <a:p>
            <a:pPr>
              <a:spcAft>
                <a:spcPts val="400"/>
              </a:spcAft>
              <a:buSzPct val="100000"/>
            </a:pPr>
            <a:r>
              <a:rPr lang="en-GB" sz="1000"/>
              <a:t>Legal Compliance</a:t>
            </a:r>
          </a:p>
          <a:p>
            <a:pPr>
              <a:spcAft>
                <a:spcPts val="400"/>
              </a:spcAft>
              <a:buSzPct val="100000"/>
            </a:pPr>
            <a:r>
              <a:rPr lang="en-GB" sz="1000"/>
              <a:t>Sensitive Review Process</a:t>
            </a:r>
          </a:p>
          <a:p>
            <a:pPr>
              <a:spcAft>
                <a:spcPts val="400"/>
              </a:spcAft>
              <a:buSzPct val="100000"/>
            </a:pPr>
            <a:r>
              <a:rPr lang="en-GB" sz="1000"/>
              <a:t>Document decisions</a:t>
            </a:r>
          </a:p>
        </p:txBody>
      </p:sp>
      <p:sp>
        <p:nvSpPr>
          <p:cNvPr id="340" name="TextBox 339">
            <a:extLst>
              <a:ext uri="{FF2B5EF4-FFF2-40B4-BE49-F238E27FC236}">
                <a16:creationId xmlns:a16="http://schemas.microsoft.com/office/drawing/2014/main" id="{1D325D4C-6892-029D-18E4-54F0A7F5F393}"/>
              </a:ext>
              <a:ext uri="{C183D7F6-B498-43B3-948B-1728B52AA6E4}">
                <adec:decorative xmlns:adec="http://schemas.microsoft.com/office/drawing/2017/decorative" val="1"/>
              </a:ext>
            </a:extLst>
          </p:cNvPr>
          <p:cNvSpPr txBox="1"/>
          <p:nvPr/>
        </p:nvSpPr>
        <p:spPr>
          <a:xfrm>
            <a:off x="4001671" y="3650320"/>
            <a:ext cx="1032916" cy="161583"/>
          </a:xfrm>
          <a:prstGeom prst="rect">
            <a:avLst/>
          </a:prstGeom>
          <a:noFill/>
        </p:spPr>
        <p:txBody>
          <a:bodyPr wrap="square" lIns="0" tIns="0" rIns="0" bIns="0" rtlCol="0">
            <a:spAutoFit/>
          </a:bodyPr>
          <a:lstStyle/>
          <a:p>
            <a:pPr algn="ctr"/>
            <a:r>
              <a:rPr lang="en-GB" sz="1050">
                <a:latin typeface="+mj-lt"/>
                <a:ea typeface="+mj-ea"/>
                <a:cs typeface="+mj-cs"/>
              </a:rPr>
              <a:t>Feedback Loop</a:t>
            </a:r>
          </a:p>
        </p:txBody>
      </p:sp>
      <p:sp>
        <p:nvSpPr>
          <p:cNvPr id="341" name="TextBox 340">
            <a:extLst>
              <a:ext uri="{FF2B5EF4-FFF2-40B4-BE49-F238E27FC236}">
                <a16:creationId xmlns:a16="http://schemas.microsoft.com/office/drawing/2014/main" id="{214110D2-6E51-3145-958E-C818255BF64F}"/>
              </a:ext>
              <a:ext uri="{C183D7F6-B498-43B3-948B-1728B52AA6E4}">
                <adec:decorative xmlns:adec="http://schemas.microsoft.com/office/drawing/2017/decorative" val="1"/>
              </a:ext>
            </a:extLst>
          </p:cNvPr>
          <p:cNvSpPr txBox="1"/>
          <p:nvPr/>
        </p:nvSpPr>
        <p:spPr>
          <a:xfrm>
            <a:off x="7148852" y="3643273"/>
            <a:ext cx="1032914" cy="161583"/>
          </a:xfrm>
          <a:prstGeom prst="rect">
            <a:avLst/>
          </a:prstGeom>
          <a:noFill/>
        </p:spPr>
        <p:txBody>
          <a:bodyPr wrap="square" lIns="0" tIns="0" rIns="0" bIns="0" rtlCol="0">
            <a:noAutofit/>
          </a:bodyPr>
          <a:lstStyle/>
          <a:p>
            <a:pPr algn="ctr"/>
            <a:r>
              <a:rPr lang="en-GB" sz="1050">
                <a:latin typeface="+mj-lt"/>
                <a:ea typeface="+mj-ea"/>
                <a:cs typeface="+mj-cs"/>
              </a:rPr>
              <a:t>Feedback Loop</a:t>
            </a:r>
          </a:p>
        </p:txBody>
      </p:sp>
      <p:cxnSp>
        <p:nvCxnSpPr>
          <p:cNvPr id="342" name="Connector: Elbow 341">
            <a:extLst>
              <a:ext uri="{FF2B5EF4-FFF2-40B4-BE49-F238E27FC236}">
                <a16:creationId xmlns:a16="http://schemas.microsoft.com/office/drawing/2014/main" id="{382F7166-6AB2-4F9E-E2F4-D096AF08455B}"/>
              </a:ext>
              <a:ext uri="{C183D7F6-B498-43B3-948B-1728B52AA6E4}">
                <adec:decorative xmlns:adec="http://schemas.microsoft.com/office/drawing/2017/decorative" val="1"/>
              </a:ext>
            </a:extLst>
          </p:cNvPr>
          <p:cNvCxnSpPr>
            <a:cxnSpLocks/>
          </p:cNvCxnSpPr>
          <p:nvPr/>
        </p:nvCxnSpPr>
        <p:spPr>
          <a:xfrm rot="10800000" flipV="1">
            <a:off x="2386075" y="2170091"/>
            <a:ext cx="3036322" cy="460719"/>
          </a:xfrm>
          <a:prstGeom prst="bentConnector2">
            <a:avLst/>
          </a:prstGeom>
          <a:ln w="12700">
            <a:solidFill>
              <a:schemeClr val="bg1">
                <a:lumMod val="65000"/>
              </a:schemeClr>
            </a:solidFill>
            <a:headEnd type="arrow"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343" name="Connector: Elbow 342">
            <a:extLst>
              <a:ext uri="{FF2B5EF4-FFF2-40B4-BE49-F238E27FC236}">
                <a16:creationId xmlns:a16="http://schemas.microsoft.com/office/drawing/2014/main" id="{3F6970C0-F4E3-C937-256D-FF3730C7AE29}"/>
              </a:ext>
              <a:ext uri="{C183D7F6-B498-43B3-948B-1728B52AA6E4}">
                <adec:decorative xmlns:adec="http://schemas.microsoft.com/office/drawing/2017/decorative" val="1"/>
              </a:ext>
            </a:extLst>
          </p:cNvPr>
          <p:cNvCxnSpPr>
            <a:cxnSpLocks/>
          </p:cNvCxnSpPr>
          <p:nvPr/>
        </p:nvCxnSpPr>
        <p:spPr>
          <a:xfrm>
            <a:off x="6769603" y="2170092"/>
            <a:ext cx="3034735" cy="460719"/>
          </a:xfrm>
          <a:prstGeom prst="bentConnector2">
            <a:avLst/>
          </a:prstGeom>
          <a:ln w="12700">
            <a:solidFill>
              <a:schemeClr val="bg1">
                <a:lumMod val="65000"/>
              </a:schemeClr>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sp>
        <p:nvSpPr>
          <p:cNvPr id="345" name="TextBox 344">
            <a:extLst>
              <a:ext uri="{FF2B5EF4-FFF2-40B4-BE49-F238E27FC236}">
                <a16:creationId xmlns:a16="http://schemas.microsoft.com/office/drawing/2014/main" id="{3FDCAA06-DD11-488E-4C47-7904402DB5BA}"/>
              </a:ext>
              <a:ext uri="{C183D7F6-B498-43B3-948B-1728B52AA6E4}">
                <adec:decorative xmlns:adec="http://schemas.microsoft.com/office/drawing/2017/decorative" val="1"/>
              </a:ext>
            </a:extLst>
          </p:cNvPr>
          <p:cNvSpPr txBox="1"/>
          <p:nvPr/>
        </p:nvSpPr>
        <p:spPr>
          <a:xfrm>
            <a:off x="3178849" y="2298157"/>
            <a:ext cx="1391266" cy="307777"/>
          </a:xfrm>
          <a:prstGeom prst="rect">
            <a:avLst/>
          </a:prstGeom>
          <a:noFill/>
        </p:spPr>
        <p:txBody>
          <a:bodyPr wrap="square" lIns="0" tIns="0" rIns="0" bIns="0" rtlCol="0">
            <a:spAutoFit/>
          </a:bodyPr>
          <a:lstStyle/>
          <a:p>
            <a:r>
              <a:rPr lang="en-GB" sz="1000"/>
              <a:t>Rejected AI demand with clarification</a:t>
            </a:r>
          </a:p>
        </p:txBody>
      </p:sp>
      <p:grpSp>
        <p:nvGrpSpPr>
          <p:cNvPr id="4" name="Group 3">
            <a:extLst>
              <a:ext uri="{FF2B5EF4-FFF2-40B4-BE49-F238E27FC236}">
                <a16:creationId xmlns:a16="http://schemas.microsoft.com/office/drawing/2014/main" id="{62945984-9C18-E8D1-1268-31357FFC3E27}"/>
              </a:ext>
              <a:ext uri="{C183D7F6-B498-43B3-948B-1728B52AA6E4}">
                <adec:decorative xmlns:adec="http://schemas.microsoft.com/office/drawing/2017/decorative" val="1"/>
              </a:ext>
            </a:extLst>
          </p:cNvPr>
          <p:cNvGrpSpPr/>
          <p:nvPr/>
        </p:nvGrpSpPr>
        <p:grpSpPr>
          <a:xfrm>
            <a:off x="5725979" y="3621373"/>
            <a:ext cx="184279" cy="1155833"/>
            <a:chOff x="5725979" y="3849973"/>
            <a:chExt cx="184279" cy="1155833"/>
          </a:xfrm>
        </p:grpSpPr>
        <p:sp>
          <p:nvSpPr>
            <p:cNvPr id="347" name="Freeform 60">
              <a:extLst>
                <a:ext uri="{FF2B5EF4-FFF2-40B4-BE49-F238E27FC236}">
                  <a16:creationId xmlns:a16="http://schemas.microsoft.com/office/drawing/2014/main" id="{2CF6C543-31AF-84C6-C1AD-AD943A90F9BD}"/>
                </a:ext>
              </a:extLst>
            </p:cNvPr>
            <p:cNvSpPr/>
            <p:nvPr/>
          </p:nvSpPr>
          <p:spPr bwMode="auto">
            <a:xfrm rot="2700000">
              <a:off x="5725978" y="3849974"/>
              <a:ext cx="184282" cy="184279"/>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pitchFamily="2" charset="0"/>
                <a:ea typeface="Segoe Sans Text" pitchFamily="2" charset="0"/>
                <a:cs typeface="Segoe Sans Text" pitchFamily="2" charset="0"/>
              </a:endParaRPr>
            </a:p>
          </p:txBody>
        </p:sp>
        <p:sp>
          <p:nvSpPr>
            <p:cNvPr id="348" name="Freeform 59">
              <a:extLst>
                <a:ext uri="{FF2B5EF4-FFF2-40B4-BE49-F238E27FC236}">
                  <a16:creationId xmlns:a16="http://schemas.microsoft.com/office/drawing/2014/main" id="{2BD012C0-0ACE-68DB-43D2-85FA829B9FDF}"/>
                </a:ext>
              </a:extLst>
            </p:cNvPr>
            <p:cNvSpPr/>
            <p:nvPr/>
          </p:nvSpPr>
          <p:spPr bwMode="auto">
            <a:xfrm rot="2700000">
              <a:off x="5725977" y="4013597"/>
              <a:ext cx="184283" cy="184279"/>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pitchFamily="2" charset="0"/>
                <a:ea typeface="Segoe Sans Text" pitchFamily="2" charset="0"/>
                <a:cs typeface="Segoe Sans Text" pitchFamily="2" charset="0"/>
              </a:endParaRPr>
            </a:p>
          </p:txBody>
        </p:sp>
        <p:sp>
          <p:nvSpPr>
            <p:cNvPr id="349" name="Freeform 60">
              <a:extLst>
                <a:ext uri="{FF2B5EF4-FFF2-40B4-BE49-F238E27FC236}">
                  <a16:creationId xmlns:a16="http://schemas.microsoft.com/office/drawing/2014/main" id="{B4F51561-B9CC-8123-AC48-30CDDFB43506}"/>
                </a:ext>
              </a:extLst>
            </p:cNvPr>
            <p:cNvSpPr/>
            <p:nvPr/>
          </p:nvSpPr>
          <p:spPr bwMode="auto">
            <a:xfrm rot="2700000">
              <a:off x="5725978" y="4173824"/>
              <a:ext cx="184282" cy="184279"/>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pitchFamily="2" charset="0"/>
                <a:ea typeface="Segoe Sans Text" pitchFamily="2" charset="0"/>
                <a:cs typeface="Segoe Sans Text" pitchFamily="2" charset="0"/>
              </a:endParaRPr>
            </a:p>
          </p:txBody>
        </p:sp>
        <p:sp>
          <p:nvSpPr>
            <p:cNvPr id="350" name="Freeform 59">
              <a:extLst>
                <a:ext uri="{FF2B5EF4-FFF2-40B4-BE49-F238E27FC236}">
                  <a16:creationId xmlns:a16="http://schemas.microsoft.com/office/drawing/2014/main" id="{52602805-EBAB-82D2-20FE-9682107D917C}"/>
                </a:ext>
              </a:extLst>
            </p:cNvPr>
            <p:cNvSpPr/>
            <p:nvPr/>
          </p:nvSpPr>
          <p:spPr bwMode="auto">
            <a:xfrm rot="2700000">
              <a:off x="5725977" y="4337447"/>
              <a:ext cx="184283" cy="184279"/>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pitchFamily="2" charset="0"/>
                <a:ea typeface="Segoe Sans Text" pitchFamily="2" charset="0"/>
                <a:cs typeface="Segoe Sans Text" pitchFamily="2" charset="0"/>
              </a:endParaRPr>
            </a:p>
          </p:txBody>
        </p:sp>
        <p:sp>
          <p:nvSpPr>
            <p:cNvPr id="351" name="Freeform 60">
              <a:extLst>
                <a:ext uri="{FF2B5EF4-FFF2-40B4-BE49-F238E27FC236}">
                  <a16:creationId xmlns:a16="http://schemas.microsoft.com/office/drawing/2014/main" id="{B9FBC4BA-6BE9-AE50-B940-55F666DCFA94}"/>
                </a:ext>
              </a:extLst>
            </p:cNvPr>
            <p:cNvSpPr/>
            <p:nvPr/>
          </p:nvSpPr>
          <p:spPr bwMode="auto">
            <a:xfrm rot="2700000">
              <a:off x="5725978" y="4497674"/>
              <a:ext cx="184282" cy="184279"/>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pitchFamily="2" charset="0"/>
                <a:ea typeface="Segoe Sans Text" pitchFamily="2" charset="0"/>
                <a:cs typeface="Segoe Sans Text" pitchFamily="2" charset="0"/>
              </a:endParaRPr>
            </a:p>
          </p:txBody>
        </p:sp>
        <p:sp>
          <p:nvSpPr>
            <p:cNvPr id="352" name="Freeform 59">
              <a:extLst>
                <a:ext uri="{FF2B5EF4-FFF2-40B4-BE49-F238E27FC236}">
                  <a16:creationId xmlns:a16="http://schemas.microsoft.com/office/drawing/2014/main" id="{F299ECC9-1601-294F-A8C4-51190B2AC438}"/>
                </a:ext>
              </a:extLst>
            </p:cNvPr>
            <p:cNvSpPr/>
            <p:nvPr/>
          </p:nvSpPr>
          <p:spPr bwMode="auto">
            <a:xfrm rot="2700000">
              <a:off x="5725977" y="4661298"/>
              <a:ext cx="184283" cy="184279"/>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pitchFamily="2" charset="0"/>
                <a:ea typeface="Segoe Sans Text" pitchFamily="2" charset="0"/>
                <a:cs typeface="Segoe Sans Text" pitchFamily="2" charset="0"/>
              </a:endParaRPr>
            </a:p>
          </p:txBody>
        </p:sp>
        <p:sp>
          <p:nvSpPr>
            <p:cNvPr id="353" name="Freeform 60">
              <a:extLst>
                <a:ext uri="{FF2B5EF4-FFF2-40B4-BE49-F238E27FC236}">
                  <a16:creationId xmlns:a16="http://schemas.microsoft.com/office/drawing/2014/main" id="{3EDC976C-C04B-89C1-EA8E-B7CB847C5674}"/>
                </a:ext>
              </a:extLst>
            </p:cNvPr>
            <p:cNvSpPr/>
            <p:nvPr/>
          </p:nvSpPr>
          <p:spPr bwMode="auto">
            <a:xfrm rot="2700000">
              <a:off x="5725978" y="4821525"/>
              <a:ext cx="184282" cy="184279"/>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pitchFamily="2" charset="0"/>
                <a:ea typeface="Segoe Sans Text" pitchFamily="2" charset="0"/>
                <a:cs typeface="Segoe Sans Text" pitchFamily="2" charset="0"/>
              </a:endParaRPr>
            </a:p>
          </p:txBody>
        </p:sp>
      </p:grpSp>
      <p:grpSp>
        <p:nvGrpSpPr>
          <p:cNvPr id="13" name="Group 12">
            <a:extLst>
              <a:ext uri="{FF2B5EF4-FFF2-40B4-BE49-F238E27FC236}">
                <a16:creationId xmlns:a16="http://schemas.microsoft.com/office/drawing/2014/main" id="{48C0B391-2DD7-8837-B287-7D719E5E1847}"/>
              </a:ext>
              <a:ext uri="{C183D7F6-B498-43B3-948B-1728B52AA6E4}">
                <adec:decorative xmlns:adec="http://schemas.microsoft.com/office/drawing/2017/decorative" val="1"/>
              </a:ext>
            </a:extLst>
          </p:cNvPr>
          <p:cNvGrpSpPr/>
          <p:nvPr/>
        </p:nvGrpSpPr>
        <p:grpSpPr>
          <a:xfrm>
            <a:off x="6345105" y="3722776"/>
            <a:ext cx="184283" cy="1155830"/>
            <a:chOff x="6345105" y="3951376"/>
            <a:chExt cx="184283" cy="1155830"/>
          </a:xfrm>
        </p:grpSpPr>
        <p:sp>
          <p:nvSpPr>
            <p:cNvPr id="355" name="Freeform 59">
              <a:extLst>
                <a:ext uri="{FF2B5EF4-FFF2-40B4-BE49-F238E27FC236}">
                  <a16:creationId xmlns:a16="http://schemas.microsoft.com/office/drawing/2014/main" id="{244CBBC0-E88C-D735-8B62-2D1BB80ADF23}"/>
                </a:ext>
              </a:extLst>
            </p:cNvPr>
            <p:cNvSpPr/>
            <p:nvPr/>
          </p:nvSpPr>
          <p:spPr bwMode="auto">
            <a:xfrm rot="18900000" flipV="1">
              <a:off x="6345105" y="3951376"/>
              <a:ext cx="184283" cy="184279"/>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pitchFamily="2" charset="0"/>
                <a:ea typeface="Segoe Sans Text" pitchFamily="2" charset="0"/>
                <a:cs typeface="Segoe Sans Text" pitchFamily="2" charset="0"/>
              </a:endParaRPr>
            </a:p>
          </p:txBody>
        </p:sp>
        <p:sp>
          <p:nvSpPr>
            <p:cNvPr id="356" name="Freeform 59">
              <a:extLst>
                <a:ext uri="{FF2B5EF4-FFF2-40B4-BE49-F238E27FC236}">
                  <a16:creationId xmlns:a16="http://schemas.microsoft.com/office/drawing/2014/main" id="{2B1B915D-346D-C7AA-1B78-5E8869A11094}"/>
                </a:ext>
              </a:extLst>
            </p:cNvPr>
            <p:cNvSpPr/>
            <p:nvPr/>
          </p:nvSpPr>
          <p:spPr bwMode="auto">
            <a:xfrm rot="18900000" flipV="1">
              <a:off x="6345105" y="4275226"/>
              <a:ext cx="184283" cy="184279"/>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pitchFamily="2" charset="0"/>
                <a:ea typeface="Segoe Sans Text" pitchFamily="2" charset="0"/>
                <a:cs typeface="Segoe Sans Text" pitchFamily="2" charset="0"/>
              </a:endParaRPr>
            </a:p>
          </p:txBody>
        </p:sp>
        <p:sp>
          <p:nvSpPr>
            <p:cNvPr id="357" name="Freeform 60">
              <a:extLst>
                <a:ext uri="{FF2B5EF4-FFF2-40B4-BE49-F238E27FC236}">
                  <a16:creationId xmlns:a16="http://schemas.microsoft.com/office/drawing/2014/main" id="{6F7DEA5D-314F-4204-F065-D9ACB38E6D41}"/>
                </a:ext>
              </a:extLst>
            </p:cNvPr>
            <p:cNvSpPr/>
            <p:nvPr/>
          </p:nvSpPr>
          <p:spPr bwMode="auto">
            <a:xfrm rot="18900000" flipV="1">
              <a:off x="6345106" y="4114998"/>
              <a:ext cx="184282" cy="184279"/>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pitchFamily="2" charset="0"/>
                <a:ea typeface="Segoe Sans Text" pitchFamily="2" charset="0"/>
                <a:cs typeface="Segoe Sans Text" pitchFamily="2" charset="0"/>
              </a:endParaRPr>
            </a:p>
          </p:txBody>
        </p:sp>
        <p:sp>
          <p:nvSpPr>
            <p:cNvPr id="358" name="Freeform 59">
              <a:extLst>
                <a:ext uri="{FF2B5EF4-FFF2-40B4-BE49-F238E27FC236}">
                  <a16:creationId xmlns:a16="http://schemas.microsoft.com/office/drawing/2014/main" id="{A464237A-7913-4EA7-A8A3-65A513795B8D}"/>
                </a:ext>
              </a:extLst>
            </p:cNvPr>
            <p:cNvSpPr/>
            <p:nvPr/>
          </p:nvSpPr>
          <p:spPr bwMode="auto">
            <a:xfrm rot="18900000" flipV="1">
              <a:off x="6345105" y="4599076"/>
              <a:ext cx="184283" cy="184279"/>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pitchFamily="2" charset="0"/>
                <a:ea typeface="Segoe Sans Text" pitchFamily="2" charset="0"/>
                <a:cs typeface="Segoe Sans Text" pitchFamily="2" charset="0"/>
              </a:endParaRPr>
            </a:p>
          </p:txBody>
        </p:sp>
        <p:sp>
          <p:nvSpPr>
            <p:cNvPr id="359" name="Freeform 60">
              <a:extLst>
                <a:ext uri="{FF2B5EF4-FFF2-40B4-BE49-F238E27FC236}">
                  <a16:creationId xmlns:a16="http://schemas.microsoft.com/office/drawing/2014/main" id="{FA23506A-4469-6CEF-95D6-1A4775F5033B}"/>
                </a:ext>
              </a:extLst>
            </p:cNvPr>
            <p:cNvSpPr/>
            <p:nvPr/>
          </p:nvSpPr>
          <p:spPr bwMode="auto">
            <a:xfrm rot="18900000" flipV="1">
              <a:off x="6345106" y="4438848"/>
              <a:ext cx="184282" cy="184279"/>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pitchFamily="2" charset="0"/>
                <a:ea typeface="Segoe Sans Text" pitchFamily="2" charset="0"/>
                <a:cs typeface="Segoe Sans Text" pitchFamily="2" charset="0"/>
              </a:endParaRPr>
            </a:p>
          </p:txBody>
        </p:sp>
        <p:sp>
          <p:nvSpPr>
            <p:cNvPr id="360" name="Freeform 59">
              <a:extLst>
                <a:ext uri="{FF2B5EF4-FFF2-40B4-BE49-F238E27FC236}">
                  <a16:creationId xmlns:a16="http://schemas.microsoft.com/office/drawing/2014/main" id="{C0509B73-BC5A-188A-D1EF-66E13AB3AC93}"/>
                </a:ext>
              </a:extLst>
            </p:cNvPr>
            <p:cNvSpPr/>
            <p:nvPr/>
          </p:nvSpPr>
          <p:spPr bwMode="auto">
            <a:xfrm rot="18900000" flipV="1">
              <a:off x="6345105" y="4922927"/>
              <a:ext cx="184283" cy="184279"/>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pitchFamily="2" charset="0"/>
                <a:ea typeface="Segoe Sans Text" pitchFamily="2" charset="0"/>
                <a:cs typeface="Segoe Sans Text" pitchFamily="2" charset="0"/>
              </a:endParaRPr>
            </a:p>
          </p:txBody>
        </p:sp>
        <p:sp>
          <p:nvSpPr>
            <p:cNvPr id="361" name="Freeform 60">
              <a:extLst>
                <a:ext uri="{FF2B5EF4-FFF2-40B4-BE49-F238E27FC236}">
                  <a16:creationId xmlns:a16="http://schemas.microsoft.com/office/drawing/2014/main" id="{FC86B313-705D-1CB2-420D-840CD81646A0}"/>
                </a:ext>
              </a:extLst>
            </p:cNvPr>
            <p:cNvSpPr/>
            <p:nvPr/>
          </p:nvSpPr>
          <p:spPr bwMode="auto">
            <a:xfrm rot="18900000" flipV="1">
              <a:off x="6345106" y="4762699"/>
              <a:ext cx="184282" cy="184279"/>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pitchFamily="2" charset="0"/>
                <a:ea typeface="Segoe Sans Text" pitchFamily="2" charset="0"/>
                <a:cs typeface="Segoe Sans Text" pitchFamily="2" charset="0"/>
              </a:endParaRPr>
            </a:p>
          </p:txBody>
        </p:sp>
      </p:grpSp>
      <p:sp>
        <p:nvSpPr>
          <p:cNvPr id="363" name="TextBox 362">
            <a:extLst>
              <a:ext uri="{FF2B5EF4-FFF2-40B4-BE49-F238E27FC236}">
                <a16:creationId xmlns:a16="http://schemas.microsoft.com/office/drawing/2014/main" id="{B9B62B2C-DFCC-3675-E9F2-1345584FD950}"/>
              </a:ext>
              <a:ext uri="{C183D7F6-B498-43B3-948B-1728B52AA6E4}">
                <adec:decorative xmlns:adec="http://schemas.microsoft.com/office/drawing/2017/decorative" val="1"/>
              </a:ext>
            </a:extLst>
          </p:cNvPr>
          <p:cNvSpPr txBox="1"/>
          <p:nvPr/>
        </p:nvSpPr>
        <p:spPr>
          <a:xfrm>
            <a:off x="7887389" y="1937697"/>
            <a:ext cx="1708982" cy="153888"/>
          </a:xfrm>
          <a:prstGeom prst="rect">
            <a:avLst/>
          </a:prstGeom>
          <a:noFill/>
        </p:spPr>
        <p:txBody>
          <a:bodyPr wrap="square" lIns="0" tIns="0" rIns="0" bIns="0" rtlCol="0">
            <a:spAutoFit/>
          </a:bodyPr>
          <a:lstStyle/>
          <a:p>
            <a:r>
              <a:rPr lang="en-GB" sz="1000"/>
              <a:t>Sign off for execution</a:t>
            </a:r>
          </a:p>
        </p:txBody>
      </p:sp>
      <p:sp>
        <p:nvSpPr>
          <p:cNvPr id="5" name="Oval 4">
            <a:extLst>
              <a:ext uri="{FF2B5EF4-FFF2-40B4-BE49-F238E27FC236}">
                <a16:creationId xmlns:a16="http://schemas.microsoft.com/office/drawing/2014/main" id="{972E7E6F-E443-C8EC-62E7-E509B7B23713}"/>
              </a:ext>
              <a:ext uri="{C183D7F6-B498-43B3-948B-1728B52AA6E4}">
                <adec:decorative xmlns:adec="http://schemas.microsoft.com/office/drawing/2017/decorative" val="1"/>
              </a:ext>
            </a:extLst>
          </p:cNvPr>
          <p:cNvSpPr/>
          <p:nvPr/>
        </p:nvSpPr>
        <p:spPr bwMode="auto">
          <a:xfrm>
            <a:off x="2690811" y="2001590"/>
            <a:ext cx="330918" cy="330918"/>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r>
              <a:rPr lang="en-US" sz="1600" b="1">
                <a:ln w="3175">
                  <a:noFill/>
                </a:ln>
                <a:gradFill flip="none" rotWithShape="1">
                  <a:gsLst>
                    <a:gs pos="20183">
                      <a:srgbClr val="FFFFFF"/>
                    </a:gs>
                    <a:gs pos="42000">
                      <a:srgbClr val="FFFFFF"/>
                    </a:gs>
                  </a:gsLst>
                  <a:lin ang="2700000" scaled="0"/>
                  <a:tileRect/>
                </a:gradFill>
                <a:latin typeface="+mj-lt"/>
                <a:cs typeface="Segoe Sans Display Semibold" pitchFamily="2" charset="0"/>
              </a:rPr>
              <a:t>1</a:t>
            </a:r>
          </a:p>
        </p:txBody>
      </p:sp>
      <p:sp>
        <p:nvSpPr>
          <p:cNvPr id="6" name="Oval 5">
            <a:extLst>
              <a:ext uri="{FF2B5EF4-FFF2-40B4-BE49-F238E27FC236}">
                <a16:creationId xmlns:a16="http://schemas.microsoft.com/office/drawing/2014/main" id="{69397BF8-90E6-354C-C334-8136A1252F8E}"/>
              </a:ext>
              <a:ext uri="{C183D7F6-B498-43B3-948B-1728B52AA6E4}">
                <adec:decorative xmlns:adec="http://schemas.microsoft.com/office/drawing/2017/decorative" val="1"/>
              </a:ext>
            </a:extLst>
          </p:cNvPr>
          <p:cNvSpPr/>
          <p:nvPr/>
        </p:nvSpPr>
        <p:spPr bwMode="auto">
          <a:xfrm>
            <a:off x="2783757" y="2433739"/>
            <a:ext cx="330918" cy="330918"/>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r>
              <a:rPr lang="en-US" sz="1600" b="1">
                <a:ln w="3175">
                  <a:noFill/>
                </a:ln>
                <a:gradFill flip="none" rotWithShape="1">
                  <a:gsLst>
                    <a:gs pos="20183">
                      <a:srgbClr val="FFFFFF"/>
                    </a:gs>
                    <a:gs pos="42000">
                      <a:srgbClr val="FFFFFF"/>
                    </a:gs>
                  </a:gsLst>
                  <a:lin ang="2700000" scaled="0"/>
                  <a:tileRect/>
                </a:gradFill>
                <a:latin typeface="+mj-lt"/>
                <a:cs typeface="Segoe Sans Display Semibold" pitchFamily="2" charset="0"/>
              </a:rPr>
              <a:t>2</a:t>
            </a:r>
          </a:p>
        </p:txBody>
      </p:sp>
      <p:grpSp>
        <p:nvGrpSpPr>
          <p:cNvPr id="12" name="Group 11">
            <a:extLst>
              <a:ext uri="{FF2B5EF4-FFF2-40B4-BE49-F238E27FC236}">
                <a16:creationId xmlns:a16="http://schemas.microsoft.com/office/drawing/2014/main" id="{2436FE38-880C-A03F-D66B-881270A81D0E}"/>
              </a:ext>
              <a:ext uri="{C183D7F6-B498-43B3-948B-1728B52AA6E4}">
                <adec:decorative xmlns:adec="http://schemas.microsoft.com/office/drawing/2017/decorative" val="1"/>
              </a:ext>
            </a:extLst>
          </p:cNvPr>
          <p:cNvGrpSpPr/>
          <p:nvPr/>
        </p:nvGrpSpPr>
        <p:grpSpPr>
          <a:xfrm>
            <a:off x="5422397" y="1496489"/>
            <a:ext cx="1347206" cy="1347206"/>
            <a:chOff x="5422397" y="1725089"/>
            <a:chExt cx="1347206" cy="1347206"/>
          </a:xfrm>
        </p:grpSpPr>
        <p:grpSp>
          <p:nvGrpSpPr>
            <p:cNvPr id="11" name="Group 10">
              <a:extLst>
                <a:ext uri="{FF2B5EF4-FFF2-40B4-BE49-F238E27FC236}">
                  <a16:creationId xmlns:a16="http://schemas.microsoft.com/office/drawing/2014/main" id="{2FDF3329-4E2C-1515-CE20-844DCFD3B590}"/>
                </a:ext>
              </a:extLst>
            </p:cNvPr>
            <p:cNvGrpSpPr/>
            <p:nvPr/>
          </p:nvGrpSpPr>
          <p:grpSpPr>
            <a:xfrm>
              <a:off x="5422397" y="1725089"/>
              <a:ext cx="1347206" cy="1347206"/>
              <a:chOff x="810671" y="2627388"/>
              <a:chExt cx="870902" cy="870902"/>
            </a:xfrm>
          </p:grpSpPr>
          <p:sp>
            <p:nvSpPr>
              <p:cNvPr id="8" name="Oval 7">
                <a:extLst>
                  <a:ext uri="{FF2B5EF4-FFF2-40B4-BE49-F238E27FC236}">
                    <a16:creationId xmlns:a16="http://schemas.microsoft.com/office/drawing/2014/main" id="{ED65407C-A97D-D6A4-2457-42986D49D4DA}"/>
                  </a:ext>
                  <a:ext uri="{C183D7F6-B498-43B3-948B-1728B52AA6E4}">
                    <adec:decorative xmlns:adec="http://schemas.microsoft.com/office/drawing/2017/decorative" val="1"/>
                  </a:ext>
                </a:extLst>
              </p:cNvPr>
              <p:cNvSpPr>
                <a:spLocks noChangeAspect="1"/>
              </p:cNvSpPr>
              <p:nvPr/>
            </p:nvSpPr>
            <p:spPr bwMode="auto">
              <a:xfrm>
                <a:off x="810671" y="2627388"/>
                <a:ext cx="870902" cy="870902"/>
              </a:xfrm>
              <a:prstGeom prst="ellipse">
                <a:avLst/>
              </a:prstGeom>
              <a:solidFill>
                <a:schemeClr val="tx2">
                  <a:alpha val="23000"/>
                </a:schemeClr>
              </a:soli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Aft>
                    <a:spcPts val="600"/>
                  </a:spcAft>
                </a:pPr>
                <a:endParaRPr lang="en-US" sz="2000">
                  <a:solidFill>
                    <a:srgbClr val="FFFFFF"/>
                  </a:solidFill>
                  <a:latin typeface="Segoe Sans Text"/>
                  <a:cs typeface="Segoe UI" pitchFamily="34" charset="0"/>
                </a:endParaRPr>
              </a:p>
            </p:txBody>
          </p:sp>
          <p:sp>
            <p:nvSpPr>
              <p:cNvPr id="9" name="Circle: Hollow 8">
                <a:extLst>
                  <a:ext uri="{FF2B5EF4-FFF2-40B4-BE49-F238E27FC236}">
                    <a16:creationId xmlns:a16="http://schemas.microsoft.com/office/drawing/2014/main" id="{119C4AC9-66F8-AA68-E6A8-9B80C27A26D5}"/>
                  </a:ext>
                  <a:ext uri="{C183D7F6-B498-43B3-948B-1728B52AA6E4}">
                    <adec:decorative xmlns:adec="http://schemas.microsoft.com/office/drawing/2017/decorative" val="1"/>
                  </a:ext>
                </a:extLst>
              </p:cNvPr>
              <p:cNvSpPr>
                <a:spLocks noChangeAspect="1"/>
              </p:cNvSpPr>
              <p:nvPr/>
            </p:nvSpPr>
            <p:spPr>
              <a:xfrm flipV="1">
                <a:off x="842421" y="2659138"/>
                <a:ext cx="807402" cy="807402"/>
              </a:xfrm>
              <a:prstGeom prst="donut">
                <a:avLst>
                  <a:gd name="adj" fmla="val 2076"/>
                </a:avLst>
              </a:prstGeom>
              <a:gradFill flip="none" rotWithShape="1">
                <a:gsLst>
                  <a:gs pos="80000">
                    <a:srgbClr val="0078D4"/>
                  </a:gs>
                  <a:gs pos="0">
                    <a:srgbClr val="C03BC4"/>
                  </a:gs>
                </a:gsLst>
                <a:path path="circle">
                  <a:fillToRect l="100000" b="100000"/>
                </a:path>
                <a:tileRect t="-100000" r="-100000"/>
              </a:gradFill>
              <a:ln w="15875">
                <a:noFill/>
                <a:headEnd type="none" w="med" len="med"/>
                <a:tailEnd type="none" w="med" len="med"/>
              </a:ln>
              <a:effectLst>
                <a:outerShdw blurRad="127000" dist="50800" dir="5400000" algn="ctr" rotWithShape="0">
                  <a:srgbClr val="000000">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spcBef>
                    <a:spcPct val="0"/>
                  </a:spcBef>
                  <a:spcAft>
                    <a:spcPct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Segoe Sans Text"/>
                  <a:ea typeface="+mn-ea"/>
                  <a:cs typeface="+mn-cs"/>
                </a:endParaRPr>
              </a:p>
            </p:txBody>
          </p:sp>
          <p:sp>
            <p:nvSpPr>
              <p:cNvPr id="10" name="Oval 9">
                <a:extLst>
                  <a:ext uri="{FF2B5EF4-FFF2-40B4-BE49-F238E27FC236}">
                    <a16:creationId xmlns:a16="http://schemas.microsoft.com/office/drawing/2014/main" id="{257992F6-E4E8-0987-A453-A4392499A2C7}"/>
                  </a:ext>
                </a:extLst>
              </p:cNvPr>
              <p:cNvSpPr>
                <a:spLocks noChangeAspect="1"/>
              </p:cNvSpPr>
              <p:nvPr/>
            </p:nvSpPr>
            <p:spPr bwMode="auto">
              <a:xfrm>
                <a:off x="896638" y="2713355"/>
                <a:ext cx="698968" cy="698968"/>
              </a:xfrm>
              <a:prstGeom prst="ellipse">
                <a:avLst/>
              </a:prstGeom>
              <a:solidFill>
                <a:schemeClr val="bg1"/>
              </a:solidFill>
              <a:ln w="3175">
                <a:noFill/>
                <a:headEnd type="none" w="med" len="med"/>
                <a:tailEnd type="none" w="med" len="med"/>
              </a:ln>
              <a:effectLst>
                <a:outerShdw blurRad="127000" algn="ctr" rotWithShape="0">
                  <a:schemeClr val="bg1">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spcBef>
                    <a:spcPts val="0"/>
                  </a:spcBef>
                  <a:spcAft>
                    <a:spcPts val="600"/>
                  </a:spcAft>
                  <a:buClrTx/>
                  <a:buSzTx/>
                  <a:buFontTx/>
                  <a:buNone/>
                  <a:tabLst/>
                  <a:defRPr/>
                </a:pPr>
                <a:endParaRPr kumimoji="0" lang="en-US" sz="2400" b="1" i="0" u="none" strike="noStrike" kern="1200" cap="none" spc="0" normalizeH="0" baseline="0" noProof="0">
                  <a:ln>
                    <a:noFill/>
                  </a:ln>
                  <a:solidFill>
                    <a:srgbClr val="0078D4"/>
                  </a:solidFill>
                  <a:effectLst/>
                  <a:uLnTx/>
                  <a:uFillTx/>
                  <a:ea typeface="+mn-ea"/>
                  <a:cs typeface="Segoe UI" pitchFamily="34" charset="0"/>
                </a:endParaRPr>
              </a:p>
            </p:txBody>
          </p:sp>
        </p:grpSp>
        <p:grpSp>
          <p:nvGrpSpPr>
            <p:cNvPr id="312" name="Group 311">
              <a:extLst>
                <a:ext uri="{FF2B5EF4-FFF2-40B4-BE49-F238E27FC236}">
                  <a16:creationId xmlns:a16="http://schemas.microsoft.com/office/drawing/2014/main" id="{9B746BCC-9977-32BF-8F88-276FF18E573A}"/>
                </a:ext>
              </a:extLst>
            </p:cNvPr>
            <p:cNvGrpSpPr/>
            <p:nvPr/>
          </p:nvGrpSpPr>
          <p:grpSpPr>
            <a:xfrm>
              <a:off x="5804734" y="2125629"/>
              <a:ext cx="582532" cy="546126"/>
              <a:chOff x="839829" y="1614836"/>
              <a:chExt cx="213359" cy="200025"/>
            </a:xfrm>
          </p:grpSpPr>
          <p:sp>
            <p:nvSpPr>
              <p:cNvPr id="313" name="Freeform: Shape 159">
                <a:extLst>
                  <a:ext uri="{FF2B5EF4-FFF2-40B4-BE49-F238E27FC236}">
                    <a16:creationId xmlns:a16="http://schemas.microsoft.com/office/drawing/2014/main" id="{C4CB3A93-A787-036A-6263-FE2F689BA198}"/>
                  </a:ext>
                </a:extLst>
              </p:cNvPr>
              <p:cNvSpPr/>
              <p:nvPr/>
            </p:nvSpPr>
            <p:spPr>
              <a:xfrm>
                <a:off x="856021" y="1705323"/>
                <a:ext cx="28575" cy="28575"/>
              </a:xfrm>
              <a:custGeom>
                <a:avLst/>
                <a:gdLst>
                  <a:gd name="connsiteX0" fmla="*/ 17145 w 28575"/>
                  <a:gd name="connsiteY0" fmla="*/ 33338 h 28575"/>
                  <a:gd name="connsiteX1" fmla="*/ 34290 w 28575"/>
                  <a:gd name="connsiteY1" fmla="*/ 16192 h 28575"/>
                  <a:gd name="connsiteX2" fmla="*/ 17145 w 28575"/>
                  <a:gd name="connsiteY2" fmla="*/ 0 h 28575"/>
                  <a:gd name="connsiteX3" fmla="*/ 0 w 28575"/>
                  <a:gd name="connsiteY3" fmla="*/ 17145 h 28575"/>
                  <a:gd name="connsiteX4" fmla="*/ 17145 w 28575"/>
                  <a:gd name="connsiteY4" fmla="*/ 33338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7145" y="33338"/>
                    </a:moveTo>
                    <a:cubicBezTo>
                      <a:pt x="26670" y="33338"/>
                      <a:pt x="34290" y="25717"/>
                      <a:pt x="34290" y="16192"/>
                    </a:cubicBezTo>
                    <a:cubicBezTo>
                      <a:pt x="34290" y="6667"/>
                      <a:pt x="26670" y="0"/>
                      <a:pt x="17145" y="0"/>
                    </a:cubicBezTo>
                    <a:cubicBezTo>
                      <a:pt x="7620" y="0"/>
                      <a:pt x="0" y="7620"/>
                      <a:pt x="0" y="17145"/>
                    </a:cubicBezTo>
                    <a:cubicBezTo>
                      <a:pt x="0" y="26670"/>
                      <a:pt x="7620" y="33338"/>
                      <a:pt x="17145" y="33338"/>
                    </a:cubicBezTo>
                    <a:close/>
                  </a:path>
                </a:pathLst>
              </a:custGeom>
              <a:noFill/>
              <a:ln w="19050" cap="rnd">
                <a:solidFill>
                  <a:schemeClr val="tx1"/>
                </a:solidFill>
                <a:prstDash val="solid"/>
                <a:round/>
              </a:ln>
            </p:spPr>
            <p:txBody>
              <a:bodyPr rtlCol="0" anchor="ctr"/>
              <a:lstStyle/>
              <a:p>
                <a:endParaRPr lang="en-GB"/>
              </a:p>
            </p:txBody>
          </p:sp>
          <p:sp>
            <p:nvSpPr>
              <p:cNvPr id="314" name="Freeform: Shape 160">
                <a:extLst>
                  <a:ext uri="{FF2B5EF4-FFF2-40B4-BE49-F238E27FC236}">
                    <a16:creationId xmlns:a16="http://schemas.microsoft.com/office/drawing/2014/main" id="{CC0940E6-3D75-3CA2-0FF6-3B3F0EABE92D}"/>
                  </a:ext>
                </a:extLst>
              </p:cNvPr>
              <p:cNvSpPr/>
              <p:nvPr/>
            </p:nvSpPr>
            <p:spPr>
              <a:xfrm>
                <a:off x="839829" y="1745959"/>
                <a:ext cx="57150" cy="19050"/>
              </a:xfrm>
              <a:custGeom>
                <a:avLst/>
                <a:gdLst>
                  <a:gd name="connsiteX0" fmla="*/ 62865 w 57150"/>
                  <a:gd name="connsiteY0" fmla="*/ 17467 h 19050"/>
                  <a:gd name="connsiteX1" fmla="*/ 28575 w 57150"/>
                  <a:gd name="connsiteY1" fmla="*/ 322 h 19050"/>
                  <a:gd name="connsiteX2" fmla="*/ 0 w 57150"/>
                  <a:gd name="connsiteY2" fmla="*/ 26039 h 19050"/>
                </a:gdLst>
                <a:ahLst/>
                <a:cxnLst>
                  <a:cxn ang="0">
                    <a:pos x="connsiteX0" y="connsiteY0"/>
                  </a:cxn>
                  <a:cxn ang="0">
                    <a:pos x="connsiteX1" y="connsiteY1"/>
                  </a:cxn>
                  <a:cxn ang="0">
                    <a:pos x="connsiteX2" y="connsiteY2"/>
                  </a:cxn>
                </a:cxnLst>
                <a:rect l="l" t="t" r="r" b="b"/>
                <a:pathLst>
                  <a:path w="57150" h="19050">
                    <a:moveTo>
                      <a:pt x="62865" y="17467"/>
                    </a:moveTo>
                    <a:cubicBezTo>
                      <a:pt x="56198" y="5084"/>
                      <a:pt x="41910" y="-1583"/>
                      <a:pt x="28575" y="322"/>
                    </a:cubicBezTo>
                    <a:cubicBezTo>
                      <a:pt x="14288" y="2227"/>
                      <a:pt x="3810" y="12704"/>
                      <a:pt x="0" y="26039"/>
                    </a:cubicBezTo>
                  </a:path>
                </a:pathLst>
              </a:custGeom>
              <a:noFill/>
              <a:ln w="19050" cap="rnd">
                <a:solidFill>
                  <a:schemeClr val="tx1"/>
                </a:solidFill>
                <a:prstDash val="solid"/>
                <a:round/>
              </a:ln>
            </p:spPr>
            <p:txBody>
              <a:bodyPr rtlCol="0" anchor="ctr"/>
              <a:lstStyle/>
              <a:p>
                <a:endParaRPr lang="en-GB"/>
              </a:p>
            </p:txBody>
          </p:sp>
          <p:sp>
            <p:nvSpPr>
              <p:cNvPr id="315" name="Freeform: Shape 161">
                <a:extLst>
                  <a:ext uri="{FF2B5EF4-FFF2-40B4-BE49-F238E27FC236}">
                    <a16:creationId xmlns:a16="http://schemas.microsoft.com/office/drawing/2014/main" id="{F75D8913-82EB-2B3B-6272-C4B8147895BD}"/>
                  </a:ext>
                </a:extLst>
              </p:cNvPr>
              <p:cNvSpPr/>
              <p:nvPr/>
            </p:nvSpPr>
            <p:spPr>
              <a:xfrm>
                <a:off x="1008421" y="1705323"/>
                <a:ext cx="28575" cy="28575"/>
              </a:xfrm>
              <a:custGeom>
                <a:avLst/>
                <a:gdLst>
                  <a:gd name="connsiteX0" fmla="*/ 17145 w 28575"/>
                  <a:gd name="connsiteY0" fmla="*/ 33338 h 28575"/>
                  <a:gd name="connsiteX1" fmla="*/ 34290 w 28575"/>
                  <a:gd name="connsiteY1" fmla="*/ 16192 h 28575"/>
                  <a:gd name="connsiteX2" fmla="*/ 17145 w 28575"/>
                  <a:gd name="connsiteY2" fmla="*/ 0 h 28575"/>
                  <a:gd name="connsiteX3" fmla="*/ 0 w 28575"/>
                  <a:gd name="connsiteY3" fmla="*/ 17145 h 28575"/>
                  <a:gd name="connsiteX4" fmla="*/ 17145 w 28575"/>
                  <a:gd name="connsiteY4" fmla="*/ 33338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7145" y="33338"/>
                    </a:moveTo>
                    <a:cubicBezTo>
                      <a:pt x="26670" y="33338"/>
                      <a:pt x="34290" y="25717"/>
                      <a:pt x="34290" y="16192"/>
                    </a:cubicBezTo>
                    <a:cubicBezTo>
                      <a:pt x="34290" y="6667"/>
                      <a:pt x="26670" y="0"/>
                      <a:pt x="17145" y="0"/>
                    </a:cubicBezTo>
                    <a:cubicBezTo>
                      <a:pt x="7620" y="0"/>
                      <a:pt x="0" y="7620"/>
                      <a:pt x="0" y="17145"/>
                    </a:cubicBezTo>
                    <a:cubicBezTo>
                      <a:pt x="0" y="26670"/>
                      <a:pt x="7620" y="33338"/>
                      <a:pt x="17145" y="33338"/>
                    </a:cubicBezTo>
                    <a:close/>
                  </a:path>
                </a:pathLst>
              </a:custGeom>
              <a:noFill/>
              <a:ln w="19050" cap="rnd">
                <a:solidFill>
                  <a:schemeClr val="tx1"/>
                </a:solidFill>
                <a:prstDash val="solid"/>
                <a:round/>
              </a:ln>
            </p:spPr>
            <p:txBody>
              <a:bodyPr rtlCol="0" anchor="ctr"/>
              <a:lstStyle/>
              <a:p>
                <a:endParaRPr lang="en-GB"/>
              </a:p>
            </p:txBody>
          </p:sp>
          <p:sp>
            <p:nvSpPr>
              <p:cNvPr id="316" name="Freeform: Shape 162">
                <a:extLst>
                  <a:ext uri="{FF2B5EF4-FFF2-40B4-BE49-F238E27FC236}">
                    <a16:creationId xmlns:a16="http://schemas.microsoft.com/office/drawing/2014/main" id="{A222EDD7-3441-247E-36D1-9108CCC54D9C}"/>
                  </a:ext>
                </a:extLst>
              </p:cNvPr>
              <p:cNvSpPr/>
              <p:nvPr/>
            </p:nvSpPr>
            <p:spPr>
              <a:xfrm>
                <a:off x="996038" y="1745959"/>
                <a:ext cx="57150" cy="19050"/>
              </a:xfrm>
              <a:custGeom>
                <a:avLst/>
                <a:gdLst>
                  <a:gd name="connsiteX0" fmla="*/ 0 w 57150"/>
                  <a:gd name="connsiteY0" fmla="*/ 17467 h 19050"/>
                  <a:gd name="connsiteX1" fmla="*/ 34290 w 57150"/>
                  <a:gd name="connsiteY1" fmla="*/ 322 h 19050"/>
                  <a:gd name="connsiteX2" fmla="*/ 62865 w 57150"/>
                  <a:gd name="connsiteY2" fmla="*/ 26039 h 19050"/>
                </a:gdLst>
                <a:ahLst/>
                <a:cxnLst>
                  <a:cxn ang="0">
                    <a:pos x="connsiteX0" y="connsiteY0"/>
                  </a:cxn>
                  <a:cxn ang="0">
                    <a:pos x="connsiteX1" y="connsiteY1"/>
                  </a:cxn>
                  <a:cxn ang="0">
                    <a:pos x="connsiteX2" y="connsiteY2"/>
                  </a:cxn>
                </a:cxnLst>
                <a:rect l="l" t="t" r="r" b="b"/>
                <a:pathLst>
                  <a:path w="57150" h="19050">
                    <a:moveTo>
                      <a:pt x="0" y="17467"/>
                    </a:moveTo>
                    <a:cubicBezTo>
                      <a:pt x="6668" y="5084"/>
                      <a:pt x="20955" y="-1583"/>
                      <a:pt x="34290" y="322"/>
                    </a:cubicBezTo>
                    <a:cubicBezTo>
                      <a:pt x="48578" y="2227"/>
                      <a:pt x="59055" y="12704"/>
                      <a:pt x="62865" y="26039"/>
                    </a:cubicBezTo>
                  </a:path>
                </a:pathLst>
              </a:custGeom>
              <a:noFill/>
              <a:ln w="19050" cap="rnd">
                <a:solidFill>
                  <a:schemeClr val="tx1"/>
                </a:solidFill>
                <a:prstDash val="solid"/>
                <a:round/>
              </a:ln>
            </p:spPr>
            <p:txBody>
              <a:bodyPr rtlCol="0" anchor="ctr"/>
              <a:lstStyle/>
              <a:p>
                <a:endParaRPr lang="en-GB"/>
              </a:p>
            </p:txBody>
          </p:sp>
          <p:sp>
            <p:nvSpPr>
              <p:cNvPr id="317" name="Freeform: Shape 163">
                <a:extLst>
                  <a:ext uri="{FF2B5EF4-FFF2-40B4-BE49-F238E27FC236}">
                    <a16:creationId xmlns:a16="http://schemas.microsoft.com/office/drawing/2014/main" id="{C75888B4-6829-6DAC-3DA0-844261EE1D6D}"/>
                  </a:ext>
                </a:extLst>
              </p:cNvPr>
              <p:cNvSpPr/>
              <p:nvPr/>
            </p:nvSpPr>
            <p:spPr>
              <a:xfrm>
                <a:off x="932221" y="1614836"/>
                <a:ext cx="28575" cy="28575"/>
              </a:xfrm>
              <a:custGeom>
                <a:avLst/>
                <a:gdLst>
                  <a:gd name="connsiteX0" fmla="*/ 17145 w 28575"/>
                  <a:gd name="connsiteY0" fmla="*/ 33338 h 28575"/>
                  <a:gd name="connsiteX1" fmla="*/ 34290 w 28575"/>
                  <a:gd name="connsiteY1" fmla="*/ 17145 h 28575"/>
                  <a:gd name="connsiteX2" fmla="*/ 17145 w 28575"/>
                  <a:gd name="connsiteY2" fmla="*/ 0 h 28575"/>
                  <a:gd name="connsiteX3" fmla="*/ 0 w 28575"/>
                  <a:gd name="connsiteY3" fmla="*/ 17145 h 28575"/>
                  <a:gd name="connsiteX4" fmla="*/ 17145 w 28575"/>
                  <a:gd name="connsiteY4" fmla="*/ 33338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7145" y="33338"/>
                    </a:moveTo>
                    <a:cubicBezTo>
                      <a:pt x="26670" y="33338"/>
                      <a:pt x="34290" y="25717"/>
                      <a:pt x="34290" y="17145"/>
                    </a:cubicBezTo>
                    <a:cubicBezTo>
                      <a:pt x="34290" y="8573"/>
                      <a:pt x="26670" y="0"/>
                      <a:pt x="17145" y="0"/>
                    </a:cubicBezTo>
                    <a:cubicBezTo>
                      <a:pt x="7620" y="0"/>
                      <a:pt x="0" y="7620"/>
                      <a:pt x="0" y="17145"/>
                    </a:cubicBezTo>
                    <a:cubicBezTo>
                      <a:pt x="0" y="26670"/>
                      <a:pt x="7620" y="33338"/>
                      <a:pt x="17145" y="33338"/>
                    </a:cubicBezTo>
                    <a:close/>
                  </a:path>
                </a:pathLst>
              </a:custGeom>
              <a:noFill/>
              <a:ln w="19050" cap="rnd">
                <a:solidFill>
                  <a:schemeClr val="tx1"/>
                </a:solidFill>
                <a:prstDash val="solid"/>
                <a:round/>
              </a:ln>
            </p:spPr>
            <p:txBody>
              <a:bodyPr rtlCol="0" anchor="ctr"/>
              <a:lstStyle/>
              <a:p>
                <a:endParaRPr lang="en-GB"/>
              </a:p>
            </p:txBody>
          </p:sp>
          <p:sp>
            <p:nvSpPr>
              <p:cNvPr id="318" name="Freeform: Shape 164">
                <a:extLst>
                  <a:ext uri="{FF2B5EF4-FFF2-40B4-BE49-F238E27FC236}">
                    <a16:creationId xmlns:a16="http://schemas.microsoft.com/office/drawing/2014/main" id="{D2123361-423C-6CF2-0234-04195968DE19}"/>
                  </a:ext>
                </a:extLst>
              </p:cNvPr>
              <p:cNvSpPr/>
              <p:nvPr/>
            </p:nvSpPr>
            <p:spPr>
              <a:xfrm>
                <a:off x="916029" y="1655793"/>
                <a:ext cx="66675" cy="19050"/>
              </a:xfrm>
              <a:custGeom>
                <a:avLst/>
                <a:gdLst>
                  <a:gd name="connsiteX0" fmla="*/ 66675 w 66675"/>
                  <a:gd name="connsiteY0" fmla="*/ 25717 h 19050"/>
                  <a:gd name="connsiteX1" fmla="*/ 33338 w 66675"/>
                  <a:gd name="connsiteY1" fmla="*/ 0 h 19050"/>
                  <a:gd name="connsiteX2" fmla="*/ 0 w 66675"/>
                  <a:gd name="connsiteY2" fmla="*/ 25717 h 19050"/>
                </a:gdLst>
                <a:ahLst/>
                <a:cxnLst>
                  <a:cxn ang="0">
                    <a:pos x="connsiteX0" y="connsiteY0"/>
                  </a:cxn>
                  <a:cxn ang="0">
                    <a:pos x="connsiteX1" y="connsiteY1"/>
                  </a:cxn>
                  <a:cxn ang="0">
                    <a:pos x="connsiteX2" y="connsiteY2"/>
                  </a:cxn>
                </a:cxnLst>
                <a:rect l="l" t="t" r="r" b="b"/>
                <a:pathLst>
                  <a:path w="66675" h="19050">
                    <a:moveTo>
                      <a:pt x="66675" y="25717"/>
                    </a:moveTo>
                    <a:cubicBezTo>
                      <a:pt x="62865" y="10477"/>
                      <a:pt x="49530" y="0"/>
                      <a:pt x="33338" y="0"/>
                    </a:cubicBezTo>
                    <a:cubicBezTo>
                      <a:pt x="17145" y="0"/>
                      <a:pt x="3810" y="10477"/>
                      <a:pt x="0" y="25717"/>
                    </a:cubicBezTo>
                  </a:path>
                </a:pathLst>
              </a:custGeom>
              <a:noFill/>
              <a:ln w="19050" cap="rnd">
                <a:solidFill>
                  <a:schemeClr val="tx1"/>
                </a:solidFill>
                <a:prstDash val="solid"/>
                <a:round/>
              </a:ln>
            </p:spPr>
            <p:txBody>
              <a:bodyPr rtlCol="0" anchor="ctr"/>
              <a:lstStyle/>
              <a:p>
                <a:endParaRPr lang="en-GB"/>
              </a:p>
            </p:txBody>
          </p:sp>
          <p:sp>
            <p:nvSpPr>
              <p:cNvPr id="319" name="Freeform: Shape 165">
                <a:extLst>
                  <a:ext uri="{FF2B5EF4-FFF2-40B4-BE49-F238E27FC236}">
                    <a16:creationId xmlns:a16="http://schemas.microsoft.com/office/drawing/2014/main" id="{1E15BC83-B312-D092-60EB-56AE03578408}"/>
                  </a:ext>
                </a:extLst>
              </p:cNvPr>
              <p:cNvSpPr/>
              <p:nvPr/>
            </p:nvSpPr>
            <p:spPr>
              <a:xfrm>
                <a:off x="893747" y="1700561"/>
                <a:ext cx="104775" cy="114300"/>
              </a:xfrm>
              <a:custGeom>
                <a:avLst/>
                <a:gdLst>
                  <a:gd name="connsiteX0" fmla="*/ 109911 w 104775"/>
                  <a:gd name="connsiteY0" fmla="*/ 102870 h 114300"/>
                  <a:gd name="connsiteX1" fmla="*/ 108006 w 104775"/>
                  <a:gd name="connsiteY1" fmla="*/ 110490 h 114300"/>
                  <a:gd name="connsiteX2" fmla="*/ 100386 w 104775"/>
                  <a:gd name="connsiteY2" fmla="*/ 114300 h 114300"/>
                  <a:gd name="connsiteX3" fmla="*/ 9899 w 104775"/>
                  <a:gd name="connsiteY3" fmla="*/ 114300 h 114300"/>
                  <a:gd name="connsiteX4" fmla="*/ 2279 w 104775"/>
                  <a:gd name="connsiteY4" fmla="*/ 110490 h 114300"/>
                  <a:gd name="connsiteX5" fmla="*/ 374 w 104775"/>
                  <a:gd name="connsiteY5" fmla="*/ 102870 h 114300"/>
                  <a:gd name="connsiteX6" fmla="*/ 20376 w 104775"/>
                  <a:gd name="connsiteY6" fmla="*/ 7620 h 114300"/>
                  <a:gd name="connsiteX7" fmla="*/ 29901 w 104775"/>
                  <a:gd name="connsiteY7" fmla="*/ 0 h 114300"/>
                  <a:gd name="connsiteX8" fmla="*/ 81336 w 104775"/>
                  <a:gd name="connsiteY8" fmla="*/ 0 h 114300"/>
                  <a:gd name="connsiteX9" fmla="*/ 90861 w 104775"/>
                  <a:gd name="connsiteY9" fmla="*/ 7620 h 114300"/>
                  <a:gd name="connsiteX10" fmla="*/ 109911 w 104775"/>
                  <a:gd name="connsiteY10" fmla="*/ 10287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775" h="114300">
                    <a:moveTo>
                      <a:pt x="109911" y="102870"/>
                    </a:moveTo>
                    <a:cubicBezTo>
                      <a:pt x="110864" y="105728"/>
                      <a:pt x="109911" y="108585"/>
                      <a:pt x="108006" y="110490"/>
                    </a:cubicBezTo>
                    <a:cubicBezTo>
                      <a:pt x="106101" y="112395"/>
                      <a:pt x="103244" y="114300"/>
                      <a:pt x="100386" y="114300"/>
                    </a:cubicBezTo>
                    <a:lnTo>
                      <a:pt x="9899" y="114300"/>
                    </a:lnTo>
                    <a:cubicBezTo>
                      <a:pt x="7041" y="114300"/>
                      <a:pt x="4184" y="113348"/>
                      <a:pt x="2279" y="110490"/>
                    </a:cubicBezTo>
                    <a:cubicBezTo>
                      <a:pt x="374" y="108585"/>
                      <a:pt x="-579" y="105728"/>
                      <a:pt x="374" y="102870"/>
                    </a:cubicBezTo>
                    <a:lnTo>
                      <a:pt x="20376" y="7620"/>
                    </a:lnTo>
                    <a:cubicBezTo>
                      <a:pt x="21329" y="2858"/>
                      <a:pt x="25139" y="0"/>
                      <a:pt x="29901" y="0"/>
                    </a:cubicBezTo>
                    <a:lnTo>
                      <a:pt x="81336" y="0"/>
                    </a:lnTo>
                    <a:cubicBezTo>
                      <a:pt x="86099" y="0"/>
                      <a:pt x="89909" y="2858"/>
                      <a:pt x="90861" y="7620"/>
                    </a:cubicBezTo>
                    <a:lnTo>
                      <a:pt x="109911" y="102870"/>
                    </a:lnTo>
                    <a:close/>
                  </a:path>
                </a:pathLst>
              </a:custGeom>
              <a:noFill/>
              <a:ln w="19050" cap="rnd">
                <a:solidFill>
                  <a:schemeClr val="tx1"/>
                </a:solidFill>
                <a:prstDash val="solid"/>
                <a:round/>
              </a:ln>
            </p:spPr>
            <p:txBody>
              <a:bodyPr rtlCol="0" anchor="ctr"/>
              <a:lstStyle/>
              <a:p>
                <a:endParaRPr lang="en-GB"/>
              </a:p>
            </p:txBody>
          </p:sp>
          <p:sp>
            <p:nvSpPr>
              <p:cNvPr id="320" name="Freeform: Shape 166">
                <a:extLst>
                  <a:ext uri="{FF2B5EF4-FFF2-40B4-BE49-F238E27FC236}">
                    <a16:creationId xmlns:a16="http://schemas.microsoft.com/office/drawing/2014/main" id="{8D90CBC0-E705-1B05-4A4E-A9D2E018F236}"/>
                  </a:ext>
                </a:extLst>
              </p:cNvPr>
              <p:cNvSpPr/>
              <p:nvPr/>
            </p:nvSpPr>
            <p:spPr>
              <a:xfrm>
                <a:off x="926506" y="1762473"/>
                <a:ext cx="38100" cy="28575"/>
              </a:xfrm>
              <a:custGeom>
                <a:avLst/>
                <a:gdLst>
                  <a:gd name="connsiteX0" fmla="*/ 45720 w 38100"/>
                  <a:gd name="connsiteY0" fmla="*/ 27622 h 28575"/>
                  <a:gd name="connsiteX1" fmla="*/ 44768 w 38100"/>
                  <a:gd name="connsiteY1" fmla="*/ 31432 h 28575"/>
                  <a:gd name="connsiteX2" fmla="*/ 40957 w 38100"/>
                  <a:gd name="connsiteY2" fmla="*/ 33338 h 28575"/>
                  <a:gd name="connsiteX3" fmla="*/ 4763 w 38100"/>
                  <a:gd name="connsiteY3" fmla="*/ 33338 h 28575"/>
                  <a:gd name="connsiteX4" fmla="*/ 952 w 38100"/>
                  <a:gd name="connsiteY4" fmla="*/ 31432 h 28575"/>
                  <a:gd name="connsiteX5" fmla="*/ 0 w 38100"/>
                  <a:gd name="connsiteY5" fmla="*/ 27622 h 28575"/>
                  <a:gd name="connsiteX6" fmla="*/ 3810 w 38100"/>
                  <a:gd name="connsiteY6" fmla="*/ 3810 h 28575"/>
                  <a:gd name="connsiteX7" fmla="*/ 8572 w 38100"/>
                  <a:gd name="connsiteY7" fmla="*/ 0 h 28575"/>
                  <a:gd name="connsiteX8" fmla="*/ 38100 w 38100"/>
                  <a:gd name="connsiteY8" fmla="*/ 0 h 28575"/>
                  <a:gd name="connsiteX9" fmla="*/ 42863 w 38100"/>
                  <a:gd name="connsiteY9" fmla="*/ 3810 h 28575"/>
                  <a:gd name="connsiteX10" fmla="*/ 45720 w 38100"/>
                  <a:gd name="connsiteY10" fmla="*/ 27622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100" h="28575">
                    <a:moveTo>
                      <a:pt x="45720" y="27622"/>
                    </a:moveTo>
                    <a:cubicBezTo>
                      <a:pt x="45720" y="28575"/>
                      <a:pt x="45720" y="30480"/>
                      <a:pt x="44768" y="31432"/>
                    </a:cubicBezTo>
                    <a:cubicBezTo>
                      <a:pt x="43815" y="32385"/>
                      <a:pt x="42863" y="33338"/>
                      <a:pt x="40957" y="33338"/>
                    </a:cubicBezTo>
                    <a:lnTo>
                      <a:pt x="4763" y="33338"/>
                    </a:lnTo>
                    <a:cubicBezTo>
                      <a:pt x="3810" y="33338"/>
                      <a:pt x="1905" y="32385"/>
                      <a:pt x="952" y="31432"/>
                    </a:cubicBezTo>
                    <a:cubicBezTo>
                      <a:pt x="0" y="30480"/>
                      <a:pt x="0" y="28575"/>
                      <a:pt x="0" y="27622"/>
                    </a:cubicBezTo>
                    <a:lnTo>
                      <a:pt x="3810" y="3810"/>
                    </a:lnTo>
                    <a:cubicBezTo>
                      <a:pt x="3810" y="1905"/>
                      <a:pt x="5715" y="0"/>
                      <a:pt x="8572" y="0"/>
                    </a:cubicBezTo>
                    <a:lnTo>
                      <a:pt x="38100" y="0"/>
                    </a:lnTo>
                    <a:cubicBezTo>
                      <a:pt x="40005" y="0"/>
                      <a:pt x="42863" y="1905"/>
                      <a:pt x="42863" y="3810"/>
                    </a:cubicBezTo>
                    <a:lnTo>
                      <a:pt x="45720" y="27622"/>
                    </a:lnTo>
                    <a:close/>
                  </a:path>
                </a:pathLst>
              </a:custGeom>
              <a:noFill/>
              <a:ln w="19050" cap="rnd">
                <a:solidFill>
                  <a:schemeClr val="tx1"/>
                </a:solidFill>
                <a:prstDash val="solid"/>
                <a:round/>
              </a:ln>
            </p:spPr>
            <p:txBody>
              <a:bodyPr rtlCol="0" anchor="ctr"/>
              <a:lstStyle/>
              <a:p>
                <a:endParaRPr lang="en-GB"/>
              </a:p>
            </p:txBody>
          </p:sp>
        </p:grpSp>
      </p:grpSp>
      <p:sp>
        <p:nvSpPr>
          <p:cNvPr id="7" name="Oval 6">
            <a:extLst>
              <a:ext uri="{FF2B5EF4-FFF2-40B4-BE49-F238E27FC236}">
                <a16:creationId xmlns:a16="http://schemas.microsoft.com/office/drawing/2014/main" id="{00163960-91B8-9B2C-FD96-C5C3DD73119C}"/>
              </a:ext>
              <a:ext uri="{C183D7F6-B498-43B3-948B-1728B52AA6E4}">
                <adec:decorative xmlns:adec="http://schemas.microsoft.com/office/drawing/2017/decorative" val="1"/>
              </a:ext>
            </a:extLst>
          </p:cNvPr>
          <p:cNvSpPr/>
          <p:nvPr/>
        </p:nvSpPr>
        <p:spPr bwMode="auto">
          <a:xfrm>
            <a:off x="7517431" y="2001590"/>
            <a:ext cx="330918" cy="330918"/>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r>
              <a:rPr lang="en-US" sz="1600" b="1" dirty="0">
                <a:ln w="3175">
                  <a:noFill/>
                </a:ln>
                <a:gradFill flip="none" rotWithShape="1">
                  <a:gsLst>
                    <a:gs pos="20183">
                      <a:srgbClr val="FFFFFF"/>
                    </a:gs>
                    <a:gs pos="42000">
                      <a:srgbClr val="FFFFFF"/>
                    </a:gs>
                  </a:gsLst>
                  <a:lin ang="2700000" scaled="0"/>
                  <a:tileRect/>
                </a:gradFill>
                <a:latin typeface="+mj-lt"/>
                <a:cs typeface="Segoe Sans Display Semibold" pitchFamily="2" charset="0"/>
              </a:rPr>
              <a:t>3</a:t>
            </a:r>
          </a:p>
        </p:txBody>
      </p:sp>
    </p:spTree>
    <p:extLst>
      <p:ext uri="{BB962C8B-B14F-4D97-AF65-F5344CB8AC3E}">
        <p14:creationId xmlns:p14="http://schemas.microsoft.com/office/powerpoint/2010/main" val="12594162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1000"/>
                                  </p:stCondLst>
                                  <p:childTnLst>
                                    <p:set>
                                      <p:cBhvr>
                                        <p:cTn id="6" dur="1" fill="hold">
                                          <p:stCondLst>
                                            <p:cond delay="0"/>
                                          </p:stCondLst>
                                        </p:cTn>
                                        <p:tgtEl>
                                          <p:spTgt spid="5"/>
                                        </p:tgtEl>
                                        <p:attrNameLst>
                                          <p:attrName>style.visibility</p:attrName>
                                        </p:attrNameLst>
                                      </p:cBhvr>
                                      <p:to>
                                        <p:strVal val="visible"/>
                                      </p:to>
                                    </p:set>
                                    <p:anim calcmode="lin" valueType="num">
                                      <p:cBhvr>
                                        <p:cTn id="7" dur="250" fill="hold"/>
                                        <p:tgtEl>
                                          <p:spTgt spid="5"/>
                                        </p:tgtEl>
                                        <p:attrNameLst>
                                          <p:attrName>ppt_w</p:attrName>
                                        </p:attrNameLst>
                                      </p:cBhvr>
                                      <p:tavLst>
                                        <p:tav tm="0">
                                          <p:val>
                                            <p:fltVal val="0"/>
                                          </p:val>
                                        </p:tav>
                                        <p:tav tm="100000">
                                          <p:val>
                                            <p:strVal val="#ppt_w"/>
                                          </p:val>
                                        </p:tav>
                                      </p:tavLst>
                                    </p:anim>
                                    <p:anim calcmode="lin" valueType="num">
                                      <p:cBhvr>
                                        <p:cTn id="8" dur="250" fill="hold"/>
                                        <p:tgtEl>
                                          <p:spTgt spid="5"/>
                                        </p:tgtEl>
                                        <p:attrNameLst>
                                          <p:attrName>ppt_h</p:attrName>
                                        </p:attrNameLst>
                                      </p:cBhvr>
                                      <p:tavLst>
                                        <p:tav tm="0">
                                          <p:val>
                                            <p:fltVal val="0"/>
                                          </p:val>
                                        </p:tav>
                                        <p:tav tm="100000">
                                          <p:val>
                                            <p:strVal val="#ppt_h"/>
                                          </p:val>
                                        </p:tav>
                                      </p:tavLst>
                                    </p:anim>
                                  </p:childTnLst>
                                </p:cTn>
                              </p:par>
                              <p:par>
                                <p:cTn id="9" presetID="10" presetClass="entr" presetSubtype="0" fill="hold" grpId="1" nodeType="withEffect">
                                  <p:stCondLst>
                                    <p:cond delay="100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6" presetClass="emph" presetSubtype="0" fill="hold" grpId="2" nodeType="withEffect">
                                  <p:stCondLst>
                                    <p:cond delay="1000"/>
                                  </p:stCondLst>
                                  <p:childTnLst>
                                    <p:animScale>
                                      <p:cBhvr>
                                        <p:cTn id="13" dur="10" fill="hold"/>
                                        <p:tgtEl>
                                          <p:spTgt spid="5"/>
                                        </p:tgtEl>
                                      </p:cBhvr>
                                      <p:by x="80000" y="80000"/>
                                    </p:animScale>
                                  </p:childTnLst>
                                </p:cTn>
                              </p:par>
                              <p:par>
                                <p:cTn id="14" presetID="6" presetClass="emph" presetSubtype="0" decel="100000" fill="hold" grpId="3" nodeType="withEffect">
                                  <p:stCondLst>
                                    <p:cond delay="1000"/>
                                  </p:stCondLst>
                                  <p:childTnLst>
                                    <p:animScale>
                                      <p:cBhvr>
                                        <p:cTn id="15" dur="1000" fill="hold"/>
                                        <p:tgtEl>
                                          <p:spTgt spid="5"/>
                                        </p:tgtEl>
                                      </p:cBhvr>
                                      <p:by x="125000" y="125000"/>
                                    </p:animScale>
                                  </p:childTnLst>
                                </p:cTn>
                              </p:par>
                              <p:par>
                                <p:cTn id="16" presetID="23" presetClass="entr" presetSubtype="16" fill="hold" grpId="0" nodeType="withEffect">
                                  <p:stCondLst>
                                    <p:cond delay="1100"/>
                                  </p:stCondLst>
                                  <p:childTnLst>
                                    <p:set>
                                      <p:cBhvr>
                                        <p:cTn id="17" dur="1" fill="hold">
                                          <p:stCondLst>
                                            <p:cond delay="0"/>
                                          </p:stCondLst>
                                        </p:cTn>
                                        <p:tgtEl>
                                          <p:spTgt spid="6"/>
                                        </p:tgtEl>
                                        <p:attrNameLst>
                                          <p:attrName>style.visibility</p:attrName>
                                        </p:attrNameLst>
                                      </p:cBhvr>
                                      <p:to>
                                        <p:strVal val="visible"/>
                                      </p:to>
                                    </p:set>
                                    <p:anim calcmode="lin" valueType="num">
                                      <p:cBhvr>
                                        <p:cTn id="18" dur="250" fill="hold"/>
                                        <p:tgtEl>
                                          <p:spTgt spid="6"/>
                                        </p:tgtEl>
                                        <p:attrNameLst>
                                          <p:attrName>ppt_w</p:attrName>
                                        </p:attrNameLst>
                                      </p:cBhvr>
                                      <p:tavLst>
                                        <p:tav tm="0">
                                          <p:val>
                                            <p:fltVal val="0"/>
                                          </p:val>
                                        </p:tav>
                                        <p:tav tm="100000">
                                          <p:val>
                                            <p:strVal val="#ppt_w"/>
                                          </p:val>
                                        </p:tav>
                                      </p:tavLst>
                                    </p:anim>
                                    <p:anim calcmode="lin" valueType="num">
                                      <p:cBhvr>
                                        <p:cTn id="19" dur="250" fill="hold"/>
                                        <p:tgtEl>
                                          <p:spTgt spid="6"/>
                                        </p:tgtEl>
                                        <p:attrNameLst>
                                          <p:attrName>ppt_h</p:attrName>
                                        </p:attrNameLst>
                                      </p:cBhvr>
                                      <p:tavLst>
                                        <p:tav tm="0">
                                          <p:val>
                                            <p:fltVal val="0"/>
                                          </p:val>
                                        </p:tav>
                                        <p:tav tm="100000">
                                          <p:val>
                                            <p:strVal val="#ppt_h"/>
                                          </p:val>
                                        </p:tav>
                                      </p:tavLst>
                                    </p:anim>
                                  </p:childTnLst>
                                </p:cTn>
                              </p:par>
                              <p:par>
                                <p:cTn id="20" presetID="10" presetClass="entr" presetSubtype="0" fill="hold" grpId="1" nodeType="withEffect">
                                  <p:stCondLst>
                                    <p:cond delay="11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6" presetClass="emph" presetSubtype="0" fill="hold" grpId="2" nodeType="withEffect">
                                  <p:stCondLst>
                                    <p:cond delay="1100"/>
                                  </p:stCondLst>
                                  <p:childTnLst>
                                    <p:animScale>
                                      <p:cBhvr>
                                        <p:cTn id="24" dur="10" fill="hold"/>
                                        <p:tgtEl>
                                          <p:spTgt spid="6"/>
                                        </p:tgtEl>
                                      </p:cBhvr>
                                      <p:by x="80000" y="80000"/>
                                    </p:animScale>
                                  </p:childTnLst>
                                </p:cTn>
                              </p:par>
                              <p:par>
                                <p:cTn id="25" presetID="6" presetClass="emph" presetSubtype="0" decel="100000" fill="hold" grpId="3" nodeType="withEffect">
                                  <p:stCondLst>
                                    <p:cond delay="1100"/>
                                  </p:stCondLst>
                                  <p:childTnLst>
                                    <p:animScale>
                                      <p:cBhvr>
                                        <p:cTn id="26" dur="1000" fill="hold"/>
                                        <p:tgtEl>
                                          <p:spTgt spid="6"/>
                                        </p:tgtEl>
                                      </p:cBhvr>
                                      <p:by x="125000" y="125000"/>
                                    </p:animScale>
                                  </p:childTnLst>
                                </p:cTn>
                              </p:par>
                              <p:par>
                                <p:cTn id="27" presetID="23" presetClass="entr" presetSubtype="16" fill="hold" grpId="0" nodeType="withEffect">
                                  <p:stCondLst>
                                    <p:cond delay="1200"/>
                                  </p:stCondLst>
                                  <p:childTnLst>
                                    <p:set>
                                      <p:cBhvr>
                                        <p:cTn id="28" dur="1" fill="hold">
                                          <p:stCondLst>
                                            <p:cond delay="0"/>
                                          </p:stCondLst>
                                        </p:cTn>
                                        <p:tgtEl>
                                          <p:spTgt spid="7"/>
                                        </p:tgtEl>
                                        <p:attrNameLst>
                                          <p:attrName>style.visibility</p:attrName>
                                        </p:attrNameLst>
                                      </p:cBhvr>
                                      <p:to>
                                        <p:strVal val="visible"/>
                                      </p:to>
                                    </p:set>
                                    <p:anim calcmode="lin" valueType="num">
                                      <p:cBhvr>
                                        <p:cTn id="29" dur="250" fill="hold"/>
                                        <p:tgtEl>
                                          <p:spTgt spid="7"/>
                                        </p:tgtEl>
                                        <p:attrNameLst>
                                          <p:attrName>ppt_w</p:attrName>
                                        </p:attrNameLst>
                                      </p:cBhvr>
                                      <p:tavLst>
                                        <p:tav tm="0">
                                          <p:val>
                                            <p:fltVal val="0"/>
                                          </p:val>
                                        </p:tav>
                                        <p:tav tm="100000">
                                          <p:val>
                                            <p:strVal val="#ppt_w"/>
                                          </p:val>
                                        </p:tav>
                                      </p:tavLst>
                                    </p:anim>
                                    <p:anim calcmode="lin" valueType="num">
                                      <p:cBhvr>
                                        <p:cTn id="30" dur="250" fill="hold"/>
                                        <p:tgtEl>
                                          <p:spTgt spid="7"/>
                                        </p:tgtEl>
                                        <p:attrNameLst>
                                          <p:attrName>ppt_h</p:attrName>
                                        </p:attrNameLst>
                                      </p:cBhvr>
                                      <p:tavLst>
                                        <p:tav tm="0">
                                          <p:val>
                                            <p:fltVal val="0"/>
                                          </p:val>
                                        </p:tav>
                                        <p:tav tm="100000">
                                          <p:val>
                                            <p:strVal val="#ppt_h"/>
                                          </p:val>
                                        </p:tav>
                                      </p:tavLst>
                                    </p:anim>
                                  </p:childTnLst>
                                </p:cTn>
                              </p:par>
                              <p:par>
                                <p:cTn id="31" presetID="10" presetClass="entr" presetSubtype="0" fill="hold" grpId="1" nodeType="withEffect">
                                  <p:stCondLst>
                                    <p:cond delay="120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par>
                                <p:cTn id="34" presetID="6" presetClass="emph" presetSubtype="0" fill="hold" grpId="2" nodeType="withEffect">
                                  <p:stCondLst>
                                    <p:cond delay="1200"/>
                                  </p:stCondLst>
                                  <p:childTnLst>
                                    <p:animScale>
                                      <p:cBhvr>
                                        <p:cTn id="35" dur="10" fill="hold"/>
                                        <p:tgtEl>
                                          <p:spTgt spid="7"/>
                                        </p:tgtEl>
                                      </p:cBhvr>
                                      <p:by x="80000" y="80000"/>
                                    </p:animScale>
                                  </p:childTnLst>
                                </p:cTn>
                              </p:par>
                              <p:par>
                                <p:cTn id="36" presetID="6" presetClass="emph" presetSubtype="0" decel="100000" fill="hold" grpId="3" nodeType="withEffect">
                                  <p:stCondLst>
                                    <p:cond delay="1200"/>
                                  </p:stCondLst>
                                  <p:childTnLst>
                                    <p:animScale>
                                      <p:cBhvr>
                                        <p:cTn id="37" dur="1000" fill="hold"/>
                                        <p:tgtEl>
                                          <p:spTgt spid="7"/>
                                        </p:tgtEl>
                                      </p:cBhvr>
                                      <p:by x="125000" y="125000"/>
                                    </p:animScale>
                                  </p:childTnLst>
                                </p:cTn>
                              </p:par>
                              <p:par>
                                <p:cTn id="38" presetID="10" presetClass="entr" presetSubtype="0" fill="hold" grpId="0" nodeType="withEffect">
                                  <p:stCondLst>
                                    <p:cond delay="0"/>
                                  </p:stCondLst>
                                  <p:childTnLst>
                                    <p:set>
                                      <p:cBhvr>
                                        <p:cTn id="39" dur="1" fill="hold">
                                          <p:stCondLst>
                                            <p:cond delay="0"/>
                                          </p:stCondLst>
                                        </p:cTn>
                                        <p:tgtEl>
                                          <p:spTgt spid="262"/>
                                        </p:tgtEl>
                                        <p:attrNameLst>
                                          <p:attrName>style.visibility</p:attrName>
                                        </p:attrNameLst>
                                      </p:cBhvr>
                                      <p:to>
                                        <p:strVal val="visible"/>
                                      </p:to>
                                    </p:set>
                                    <p:animEffect transition="in" filter="fade">
                                      <p:cBhvr>
                                        <p:cTn id="40" dur="500"/>
                                        <p:tgtEl>
                                          <p:spTgt spid="262"/>
                                        </p:tgtEl>
                                      </p:cBhvr>
                                    </p:animEffect>
                                  </p:childTnLst>
                                </p:cTn>
                              </p:par>
                              <p:par>
                                <p:cTn id="41" presetID="42" presetClass="path" presetSubtype="0" decel="100000" fill="hold" grpId="1" nodeType="withEffect">
                                  <p:stCondLst>
                                    <p:cond delay="0"/>
                                  </p:stCondLst>
                                  <p:childTnLst>
                                    <p:animMotion origin="layout" path="M -3.125E-6 0.03102 L -3.125E-6 -4.44444E-6 " pathEditMode="relative" rAng="0" ptsTypes="AA">
                                      <p:cBhvr>
                                        <p:cTn id="42" dur="750" fill="hold"/>
                                        <p:tgtEl>
                                          <p:spTgt spid="262"/>
                                        </p:tgtEl>
                                        <p:attrNameLst>
                                          <p:attrName>ppt_x</p:attrName>
                                          <p:attrName>ppt_y</p:attrName>
                                        </p:attrNameLst>
                                      </p:cBhvr>
                                      <p:rCtr x="0" y="-1551"/>
                                    </p:animMotion>
                                  </p:childTnLst>
                                </p:cTn>
                              </p:par>
                              <p:par>
                                <p:cTn id="43" presetID="10" presetClass="entr" presetSubtype="0" fill="hold" grpId="0" nodeType="withEffect">
                                  <p:stCondLst>
                                    <p:cond delay="0"/>
                                  </p:stCondLst>
                                  <p:childTnLst>
                                    <p:set>
                                      <p:cBhvr>
                                        <p:cTn id="44" dur="1" fill="hold">
                                          <p:stCondLst>
                                            <p:cond delay="0"/>
                                          </p:stCondLst>
                                        </p:cTn>
                                        <p:tgtEl>
                                          <p:spTgt spid="263"/>
                                        </p:tgtEl>
                                        <p:attrNameLst>
                                          <p:attrName>style.visibility</p:attrName>
                                        </p:attrNameLst>
                                      </p:cBhvr>
                                      <p:to>
                                        <p:strVal val="visible"/>
                                      </p:to>
                                    </p:set>
                                    <p:animEffect transition="in" filter="fade">
                                      <p:cBhvr>
                                        <p:cTn id="45" dur="500"/>
                                        <p:tgtEl>
                                          <p:spTgt spid="263"/>
                                        </p:tgtEl>
                                      </p:cBhvr>
                                    </p:animEffect>
                                  </p:childTnLst>
                                </p:cTn>
                              </p:par>
                              <p:par>
                                <p:cTn id="46" presetID="42" presetClass="path" presetSubtype="0" decel="100000" fill="hold" grpId="1" nodeType="withEffect">
                                  <p:stCondLst>
                                    <p:cond delay="0"/>
                                  </p:stCondLst>
                                  <p:childTnLst>
                                    <p:animMotion origin="layout" path="M -3.125E-6 0.03102 L -3.125E-6 -1.48148E-6 " pathEditMode="relative" rAng="0" ptsTypes="AA">
                                      <p:cBhvr>
                                        <p:cTn id="47" dur="750" fill="hold"/>
                                        <p:tgtEl>
                                          <p:spTgt spid="263"/>
                                        </p:tgtEl>
                                        <p:attrNameLst>
                                          <p:attrName>ppt_x</p:attrName>
                                          <p:attrName>ppt_y</p:attrName>
                                        </p:attrNameLst>
                                      </p:cBhvr>
                                      <p:rCtr x="0" y="-1551"/>
                                    </p:animMotion>
                                  </p:childTnLst>
                                </p:cTn>
                              </p:par>
                              <p:par>
                                <p:cTn id="48" presetID="10" presetClass="entr" presetSubtype="0" fill="hold" grpId="0" nodeType="withEffect">
                                  <p:stCondLst>
                                    <p:cond delay="0"/>
                                  </p:stCondLst>
                                  <p:childTnLst>
                                    <p:set>
                                      <p:cBhvr>
                                        <p:cTn id="49" dur="1" fill="hold">
                                          <p:stCondLst>
                                            <p:cond delay="0"/>
                                          </p:stCondLst>
                                        </p:cTn>
                                        <p:tgtEl>
                                          <p:spTgt spid="260"/>
                                        </p:tgtEl>
                                        <p:attrNameLst>
                                          <p:attrName>style.visibility</p:attrName>
                                        </p:attrNameLst>
                                      </p:cBhvr>
                                      <p:to>
                                        <p:strVal val="visible"/>
                                      </p:to>
                                    </p:set>
                                    <p:animEffect transition="in" filter="fade">
                                      <p:cBhvr>
                                        <p:cTn id="50" dur="500"/>
                                        <p:tgtEl>
                                          <p:spTgt spid="260"/>
                                        </p:tgtEl>
                                      </p:cBhvr>
                                    </p:animEffect>
                                  </p:childTnLst>
                                </p:cTn>
                              </p:par>
                              <p:par>
                                <p:cTn id="51" presetID="42" presetClass="path" presetSubtype="0" decel="100000" fill="hold" grpId="1" nodeType="withEffect">
                                  <p:stCondLst>
                                    <p:cond delay="0"/>
                                  </p:stCondLst>
                                  <p:childTnLst>
                                    <p:animMotion origin="layout" path="M -3.125E-6 0.03102 L -3.125E-6 -1.85185E-6 " pathEditMode="relative" rAng="0" ptsTypes="AA">
                                      <p:cBhvr>
                                        <p:cTn id="52" dur="750" fill="hold"/>
                                        <p:tgtEl>
                                          <p:spTgt spid="260"/>
                                        </p:tgtEl>
                                        <p:attrNameLst>
                                          <p:attrName>ppt_x</p:attrName>
                                          <p:attrName>ppt_y</p:attrName>
                                        </p:attrNameLst>
                                      </p:cBhvr>
                                      <p:rCtr x="0" y="-1551"/>
                                    </p:animMotion>
                                  </p:childTnLst>
                                </p:cTn>
                              </p:par>
                              <p:par>
                                <p:cTn id="53" presetID="10" presetClass="entr" presetSubtype="0" fill="hold" grpId="0" nodeType="withEffect">
                                  <p:stCondLst>
                                    <p:cond delay="0"/>
                                  </p:stCondLst>
                                  <p:childTnLst>
                                    <p:set>
                                      <p:cBhvr>
                                        <p:cTn id="54" dur="1" fill="hold">
                                          <p:stCondLst>
                                            <p:cond delay="0"/>
                                          </p:stCondLst>
                                        </p:cTn>
                                        <p:tgtEl>
                                          <p:spTgt spid="261"/>
                                        </p:tgtEl>
                                        <p:attrNameLst>
                                          <p:attrName>style.visibility</p:attrName>
                                        </p:attrNameLst>
                                      </p:cBhvr>
                                      <p:to>
                                        <p:strVal val="visible"/>
                                      </p:to>
                                    </p:set>
                                    <p:animEffect transition="in" filter="fade">
                                      <p:cBhvr>
                                        <p:cTn id="55" dur="500"/>
                                        <p:tgtEl>
                                          <p:spTgt spid="261"/>
                                        </p:tgtEl>
                                      </p:cBhvr>
                                    </p:animEffect>
                                  </p:childTnLst>
                                </p:cTn>
                              </p:par>
                              <p:par>
                                <p:cTn id="56" presetID="42" presetClass="path" presetSubtype="0" decel="100000" fill="hold" grpId="1" nodeType="withEffect">
                                  <p:stCondLst>
                                    <p:cond delay="0"/>
                                  </p:stCondLst>
                                  <p:childTnLst>
                                    <p:animMotion origin="layout" path="M -3.125E-6 0.03102 L -3.125E-6 -3.7037E-6 " pathEditMode="relative" rAng="0" ptsTypes="AA">
                                      <p:cBhvr>
                                        <p:cTn id="57" dur="750" fill="hold"/>
                                        <p:tgtEl>
                                          <p:spTgt spid="261"/>
                                        </p:tgtEl>
                                        <p:attrNameLst>
                                          <p:attrName>ppt_x</p:attrName>
                                          <p:attrName>ppt_y</p:attrName>
                                        </p:attrNameLst>
                                      </p:cBhvr>
                                      <p:rCtr x="0" y="-1551"/>
                                    </p:animMotion>
                                  </p:childTnLst>
                                </p:cTn>
                              </p:par>
                              <p:par>
                                <p:cTn id="58" presetID="10" presetClass="entr" presetSubtype="0" fill="hold" grpId="0" nodeType="withEffect">
                                  <p:stCondLst>
                                    <p:cond delay="0"/>
                                  </p:stCondLst>
                                  <p:childTnLst>
                                    <p:set>
                                      <p:cBhvr>
                                        <p:cTn id="59" dur="1" fill="hold">
                                          <p:stCondLst>
                                            <p:cond delay="0"/>
                                          </p:stCondLst>
                                        </p:cTn>
                                        <p:tgtEl>
                                          <p:spTgt spid="268"/>
                                        </p:tgtEl>
                                        <p:attrNameLst>
                                          <p:attrName>style.visibility</p:attrName>
                                        </p:attrNameLst>
                                      </p:cBhvr>
                                      <p:to>
                                        <p:strVal val="visible"/>
                                      </p:to>
                                    </p:set>
                                    <p:animEffect transition="in" filter="fade">
                                      <p:cBhvr>
                                        <p:cTn id="60" dur="500"/>
                                        <p:tgtEl>
                                          <p:spTgt spid="268"/>
                                        </p:tgtEl>
                                      </p:cBhvr>
                                    </p:animEffect>
                                  </p:childTnLst>
                                </p:cTn>
                              </p:par>
                              <p:par>
                                <p:cTn id="61" presetID="42" presetClass="path" presetSubtype="0" decel="100000" fill="hold" grpId="1" nodeType="withEffect">
                                  <p:stCondLst>
                                    <p:cond delay="0"/>
                                  </p:stCondLst>
                                  <p:childTnLst>
                                    <p:animMotion origin="layout" path="M 3.33333E-6 0.03102 L 3.33333E-6 -4.44444E-6 " pathEditMode="relative" rAng="0" ptsTypes="AA">
                                      <p:cBhvr>
                                        <p:cTn id="62" dur="750" fill="hold"/>
                                        <p:tgtEl>
                                          <p:spTgt spid="268"/>
                                        </p:tgtEl>
                                        <p:attrNameLst>
                                          <p:attrName>ppt_x</p:attrName>
                                          <p:attrName>ppt_y</p:attrName>
                                        </p:attrNameLst>
                                      </p:cBhvr>
                                      <p:rCtr x="0" y="-1551"/>
                                    </p:animMotion>
                                  </p:childTnLst>
                                </p:cTn>
                              </p:par>
                              <p:par>
                                <p:cTn id="63" presetID="10" presetClass="entr" presetSubtype="0" fill="hold" grpId="0" nodeType="withEffect">
                                  <p:stCondLst>
                                    <p:cond delay="0"/>
                                  </p:stCondLst>
                                  <p:childTnLst>
                                    <p:set>
                                      <p:cBhvr>
                                        <p:cTn id="64" dur="1" fill="hold">
                                          <p:stCondLst>
                                            <p:cond delay="0"/>
                                          </p:stCondLst>
                                        </p:cTn>
                                        <p:tgtEl>
                                          <p:spTgt spid="269"/>
                                        </p:tgtEl>
                                        <p:attrNameLst>
                                          <p:attrName>style.visibility</p:attrName>
                                        </p:attrNameLst>
                                      </p:cBhvr>
                                      <p:to>
                                        <p:strVal val="visible"/>
                                      </p:to>
                                    </p:set>
                                    <p:animEffect transition="in" filter="fade">
                                      <p:cBhvr>
                                        <p:cTn id="65" dur="500"/>
                                        <p:tgtEl>
                                          <p:spTgt spid="269"/>
                                        </p:tgtEl>
                                      </p:cBhvr>
                                    </p:animEffect>
                                  </p:childTnLst>
                                </p:cTn>
                              </p:par>
                              <p:par>
                                <p:cTn id="66" presetID="42" presetClass="path" presetSubtype="0" decel="100000" fill="hold" grpId="1" nodeType="withEffect">
                                  <p:stCondLst>
                                    <p:cond delay="0"/>
                                  </p:stCondLst>
                                  <p:childTnLst>
                                    <p:animMotion origin="layout" path="M 3.33333E-6 0.03102 L 3.33333E-6 -1.48148E-6 " pathEditMode="relative" rAng="0" ptsTypes="AA">
                                      <p:cBhvr>
                                        <p:cTn id="67" dur="750" fill="hold"/>
                                        <p:tgtEl>
                                          <p:spTgt spid="269"/>
                                        </p:tgtEl>
                                        <p:attrNameLst>
                                          <p:attrName>ppt_x</p:attrName>
                                          <p:attrName>ppt_y</p:attrName>
                                        </p:attrNameLst>
                                      </p:cBhvr>
                                      <p:rCtr x="0" y="-1551"/>
                                    </p:animMotion>
                                  </p:childTnLst>
                                </p:cTn>
                              </p:par>
                              <p:par>
                                <p:cTn id="68" presetID="10" presetClass="entr" presetSubtype="0" fill="hold" grpId="0" nodeType="withEffect">
                                  <p:stCondLst>
                                    <p:cond delay="0"/>
                                  </p:stCondLst>
                                  <p:childTnLst>
                                    <p:set>
                                      <p:cBhvr>
                                        <p:cTn id="69" dur="1" fill="hold">
                                          <p:stCondLst>
                                            <p:cond delay="0"/>
                                          </p:stCondLst>
                                        </p:cTn>
                                        <p:tgtEl>
                                          <p:spTgt spid="267"/>
                                        </p:tgtEl>
                                        <p:attrNameLst>
                                          <p:attrName>style.visibility</p:attrName>
                                        </p:attrNameLst>
                                      </p:cBhvr>
                                      <p:to>
                                        <p:strVal val="visible"/>
                                      </p:to>
                                    </p:set>
                                    <p:animEffect transition="in" filter="fade">
                                      <p:cBhvr>
                                        <p:cTn id="70" dur="500"/>
                                        <p:tgtEl>
                                          <p:spTgt spid="267"/>
                                        </p:tgtEl>
                                      </p:cBhvr>
                                    </p:animEffect>
                                  </p:childTnLst>
                                </p:cTn>
                              </p:par>
                              <p:par>
                                <p:cTn id="71" presetID="42" presetClass="path" presetSubtype="0" decel="100000" fill="hold" grpId="1" nodeType="withEffect">
                                  <p:stCondLst>
                                    <p:cond delay="0"/>
                                  </p:stCondLst>
                                  <p:childTnLst>
                                    <p:animMotion origin="layout" path="M 3.33333E-6 0.03102 L 3.33333E-6 -3.7037E-6 " pathEditMode="relative" rAng="0" ptsTypes="AA">
                                      <p:cBhvr>
                                        <p:cTn id="72" dur="750" fill="hold"/>
                                        <p:tgtEl>
                                          <p:spTgt spid="267"/>
                                        </p:tgtEl>
                                        <p:attrNameLst>
                                          <p:attrName>ppt_x</p:attrName>
                                          <p:attrName>ppt_y</p:attrName>
                                        </p:attrNameLst>
                                      </p:cBhvr>
                                      <p:rCtr x="0" y="-1551"/>
                                    </p:animMotion>
                                  </p:childTnLst>
                                </p:cTn>
                              </p:par>
                              <p:par>
                                <p:cTn id="73" presetID="10" presetClass="entr" presetSubtype="0" fill="hold" grpId="0" nodeType="withEffect">
                                  <p:stCondLst>
                                    <p:cond delay="0"/>
                                  </p:stCondLst>
                                  <p:childTnLst>
                                    <p:set>
                                      <p:cBhvr>
                                        <p:cTn id="74" dur="1" fill="hold">
                                          <p:stCondLst>
                                            <p:cond delay="0"/>
                                          </p:stCondLst>
                                        </p:cTn>
                                        <p:tgtEl>
                                          <p:spTgt spid="270"/>
                                        </p:tgtEl>
                                        <p:attrNameLst>
                                          <p:attrName>style.visibility</p:attrName>
                                        </p:attrNameLst>
                                      </p:cBhvr>
                                      <p:to>
                                        <p:strVal val="visible"/>
                                      </p:to>
                                    </p:set>
                                    <p:animEffect transition="in" filter="fade">
                                      <p:cBhvr>
                                        <p:cTn id="75" dur="500"/>
                                        <p:tgtEl>
                                          <p:spTgt spid="270"/>
                                        </p:tgtEl>
                                      </p:cBhvr>
                                    </p:animEffect>
                                  </p:childTnLst>
                                </p:cTn>
                              </p:par>
                              <p:par>
                                <p:cTn id="76" presetID="42" presetClass="path" presetSubtype="0" decel="100000" fill="hold" grpId="1" nodeType="withEffect">
                                  <p:stCondLst>
                                    <p:cond delay="0"/>
                                  </p:stCondLst>
                                  <p:childTnLst>
                                    <p:animMotion origin="layout" path="M 3.33333E-6 0.03102 L 3.33333E-6 -1.85185E-6 " pathEditMode="relative" rAng="0" ptsTypes="AA">
                                      <p:cBhvr>
                                        <p:cTn id="77" dur="750" fill="hold"/>
                                        <p:tgtEl>
                                          <p:spTgt spid="270"/>
                                        </p:tgtEl>
                                        <p:attrNameLst>
                                          <p:attrName>ppt_x</p:attrName>
                                          <p:attrName>ppt_y</p:attrName>
                                        </p:attrNameLst>
                                      </p:cBhvr>
                                      <p:rCtr x="0" y="-1551"/>
                                    </p:animMotion>
                                  </p:childTnLst>
                                </p:cTn>
                              </p:par>
                              <p:par>
                                <p:cTn id="78" presetID="10" presetClass="entr" presetSubtype="0" fill="hold" grpId="0" nodeType="withEffect">
                                  <p:stCondLst>
                                    <p:cond delay="0"/>
                                  </p:stCondLst>
                                  <p:childTnLst>
                                    <p:set>
                                      <p:cBhvr>
                                        <p:cTn id="79" dur="1" fill="hold">
                                          <p:stCondLst>
                                            <p:cond delay="0"/>
                                          </p:stCondLst>
                                        </p:cTn>
                                        <p:tgtEl>
                                          <p:spTgt spid="302"/>
                                        </p:tgtEl>
                                        <p:attrNameLst>
                                          <p:attrName>style.visibility</p:attrName>
                                        </p:attrNameLst>
                                      </p:cBhvr>
                                      <p:to>
                                        <p:strVal val="visible"/>
                                      </p:to>
                                    </p:set>
                                    <p:animEffect transition="in" filter="fade">
                                      <p:cBhvr>
                                        <p:cTn id="80" dur="500"/>
                                        <p:tgtEl>
                                          <p:spTgt spid="302"/>
                                        </p:tgtEl>
                                      </p:cBhvr>
                                    </p:animEffect>
                                  </p:childTnLst>
                                </p:cTn>
                              </p:par>
                              <p:par>
                                <p:cTn id="81" presetID="42" presetClass="path" presetSubtype="0" decel="100000" fill="hold" grpId="1" nodeType="withEffect">
                                  <p:stCondLst>
                                    <p:cond delay="0"/>
                                  </p:stCondLst>
                                  <p:childTnLst>
                                    <p:animMotion origin="layout" path="M 0 0.03102 L 0 -7.40741E-7 " pathEditMode="relative" rAng="0" ptsTypes="AA">
                                      <p:cBhvr>
                                        <p:cTn id="82" dur="750" fill="hold"/>
                                        <p:tgtEl>
                                          <p:spTgt spid="302"/>
                                        </p:tgtEl>
                                        <p:attrNameLst>
                                          <p:attrName>ppt_x</p:attrName>
                                          <p:attrName>ppt_y</p:attrName>
                                        </p:attrNameLst>
                                      </p:cBhvr>
                                      <p:rCtr x="0" y="-1551"/>
                                    </p:animMotion>
                                  </p:childTnLst>
                                </p:cTn>
                              </p:par>
                              <p:par>
                                <p:cTn id="83" presetID="10" presetClass="entr" presetSubtype="0" fill="hold" grpId="0" nodeType="withEffect">
                                  <p:stCondLst>
                                    <p:cond delay="0"/>
                                  </p:stCondLst>
                                  <p:childTnLst>
                                    <p:set>
                                      <p:cBhvr>
                                        <p:cTn id="84" dur="1" fill="hold">
                                          <p:stCondLst>
                                            <p:cond delay="0"/>
                                          </p:stCondLst>
                                        </p:cTn>
                                        <p:tgtEl>
                                          <p:spTgt spid="303"/>
                                        </p:tgtEl>
                                        <p:attrNameLst>
                                          <p:attrName>style.visibility</p:attrName>
                                        </p:attrNameLst>
                                      </p:cBhvr>
                                      <p:to>
                                        <p:strVal val="visible"/>
                                      </p:to>
                                    </p:set>
                                    <p:animEffect transition="in" filter="fade">
                                      <p:cBhvr>
                                        <p:cTn id="85" dur="500"/>
                                        <p:tgtEl>
                                          <p:spTgt spid="303"/>
                                        </p:tgtEl>
                                      </p:cBhvr>
                                    </p:animEffect>
                                  </p:childTnLst>
                                </p:cTn>
                              </p:par>
                              <p:par>
                                <p:cTn id="86" presetID="42" presetClass="path" presetSubtype="0" decel="100000" fill="hold" grpId="1" nodeType="withEffect">
                                  <p:stCondLst>
                                    <p:cond delay="0"/>
                                  </p:stCondLst>
                                  <p:childTnLst>
                                    <p:animMotion origin="layout" path="M 0 0.03102 L 0 -7.40741E-7 " pathEditMode="relative" rAng="0" ptsTypes="AA">
                                      <p:cBhvr>
                                        <p:cTn id="87" dur="750" fill="hold"/>
                                        <p:tgtEl>
                                          <p:spTgt spid="303"/>
                                        </p:tgtEl>
                                        <p:attrNameLst>
                                          <p:attrName>ppt_x</p:attrName>
                                          <p:attrName>ppt_y</p:attrName>
                                        </p:attrNameLst>
                                      </p:cBhvr>
                                      <p:rCtr x="0" y="-1551"/>
                                    </p:animMotion>
                                  </p:childTnLst>
                                </p:cTn>
                              </p:par>
                              <p:par>
                                <p:cTn id="88" presetID="10" presetClass="entr" presetSubtype="0" fill="hold" grpId="0" nodeType="withEffect">
                                  <p:stCondLst>
                                    <p:cond delay="0"/>
                                  </p:stCondLst>
                                  <p:childTnLst>
                                    <p:set>
                                      <p:cBhvr>
                                        <p:cTn id="89" dur="1" fill="hold">
                                          <p:stCondLst>
                                            <p:cond delay="0"/>
                                          </p:stCondLst>
                                        </p:cTn>
                                        <p:tgtEl>
                                          <p:spTgt spid="304"/>
                                        </p:tgtEl>
                                        <p:attrNameLst>
                                          <p:attrName>style.visibility</p:attrName>
                                        </p:attrNameLst>
                                      </p:cBhvr>
                                      <p:to>
                                        <p:strVal val="visible"/>
                                      </p:to>
                                    </p:set>
                                    <p:animEffect transition="in" filter="fade">
                                      <p:cBhvr>
                                        <p:cTn id="90" dur="500"/>
                                        <p:tgtEl>
                                          <p:spTgt spid="304"/>
                                        </p:tgtEl>
                                      </p:cBhvr>
                                    </p:animEffect>
                                  </p:childTnLst>
                                </p:cTn>
                              </p:par>
                              <p:par>
                                <p:cTn id="91" presetID="42" presetClass="path" presetSubtype="0" decel="100000" fill="hold" grpId="1" nodeType="withEffect">
                                  <p:stCondLst>
                                    <p:cond delay="0"/>
                                  </p:stCondLst>
                                  <p:childTnLst>
                                    <p:animMotion origin="layout" path="M 0 0.03101 L 0 3.7037E-6 " pathEditMode="relative" rAng="0" ptsTypes="AA">
                                      <p:cBhvr>
                                        <p:cTn id="92" dur="750" fill="hold"/>
                                        <p:tgtEl>
                                          <p:spTgt spid="304"/>
                                        </p:tgtEl>
                                        <p:attrNameLst>
                                          <p:attrName>ppt_x</p:attrName>
                                          <p:attrName>ppt_y</p:attrName>
                                        </p:attrNameLst>
                                      </p:cBhvr>
                                      <p:rCtr x="0" y="-1551"/>
                                    </p:animMotion>
                                  </p:childTnLst>
                                </p:cTn>
                              </p:par>
                              <p:par>
                                <p:cTn id="93" presetID="10" presetClass="entr" presetSubtype="0" fill="hold" grpId="0" nodeType="withEffect">
                                  <p:stCondLst>
                                    <p:cond delay="0"/>
                                  </p:stCondLst>
                                  <p:childTnLst>
                                    <p:set>
                                      <p:cBhvr>
                                        <p:cTn id="94" dur="1" fill="hold">
                                          <p:stCondLst>
                                            <p:cond delay="0"/>
                                          </p:stCondLst>
                                        </p:cTn>
                                        <p:tgtEl>
                                          <p:spTgt spid="305"/>
                                        </p:tgtEl>
                                        <p:attrNameLst>
                                          <p:attrName>style.visibility</p:attrName>
                                        </p:attrNameLst>
                                      </p:cBhvr>
                                      <p:to>
                                        <p:strVal val="visible"/>
                                      </p:to>
                                    </p:set>
                                    <p:animEffect transition="in" filter="fade">
                                      <p:cBhvr>
                                        <p:cTn id="95" dur="500"/>
                                        <p:tgtEl>
                                          <p:spTgt spid="305"/>
                                        </p:tgtEl>
                                      </p:cBhvr>
                                    </p:animEffect>
                                  </p:childTnLst>
                                </p:cTn>
                              </p:par>
                              <p:par>
                                <p:cTn id="96" presetID="42" presetClass="path" presetSubtype="0" decel="100000" fill="hold" grpId="1" nodeType="withEffect">
                                  <p:stCondLst>
                                    <p:cond delay="0"/>
                                  </p:stCondLst>
                                  <p:childTnLst>
                                    <p:animMotion origin="layout" path="M -2.08333E-6 0.03102 L -2.08333E-6 7.40741E-7 " pathEditMode="relative" rAng="0" ptsTypes="AA">
                                      <p:cBhvr>
                                        <p:cTn id="97" dur="750" fill="hold"/>
                                        <p:tgtEl>
                                          <p:spTgt spid="305"/>
                                        </p:tgtEl>
                                        <p:attrNameLst>
                                          <p:attrName>ppt_x</p:attrName>
                                          <p:attrName>ppt_y</p:attrName>
                                        </p:attrNameLst>
                                      </p:cBhvr>
                                      <p:rCtr x="0" y="-1551"/>
                                    </p:animMotion>
                                  </p:childTnLst>
                                </p:cTn>
                              </p:par>
                              <p:par>
                                <p:cTn id="98" presetID="10" presetClass="entr" presetSubtype="0" fill="hold" grpId="0" nodeType="withEffect">
                                  <p:stCondLst>
                                    <p:cond delay="0"/>
                                  </p:stCondLst>
                                  <p:childTnLst>
                                    <p:set>
                                      <p:cBhvr>
                                        <p:cTn id="99" dur="1" fill="hold">
                                          <p:stCondLst>
                                            <p:cond delay="0"/>
                                          </p:stCondLst>
                                        </p:cTn>
                                        <p:tgtEl>
                                          <p:spTgt spid="306"/>
                                        </p:tgtEl>
                                        <p:attrNameLst>
                                          <p:attrName>style.visibility</p:attrName>
                                        </p:attrNameLst>
                                      </p:cBhvr>
                                      <p:to>
                                        <p:strVal val="visible"/>
                                      </p:to>
                                    </p:set>
                                    <p:animEffect transition="in" filter="fade">
                                      <p:cBhvr>
                                        <p:cTn id="100" dur="500"/>
                                        <p:tgtEl>
                                          <p:spTgt spid="306"/>
                                        </p:tgtEl>
                                      </p:cBhvr>
                                    </p:animEffect>
                                  </p:childTnLst>
                                </p:cTn>
                              </p:par>
                              <p:par>
                                <p:cTn id="101" presetID="42" presetClass="path" presetSubtype="0" decel="100000" fill="hold" grpId="1" nodeType="withEffect">
                                  <p:stCondLst>
                                    <p:cond delay="0"/>
                                  </p:stCondLst>
                                  <p:childTnLst>
                                    <p:animMotion origin="layout" path="M 2.08333E-6 0.03102 L 2.08333E-6 -2.96296E-6 " pathEditMode="relative" rAng="0" ptsTypes="AA">
                                      <p:cBhvr>
                                        <p:cTn id="102" dur="750" fill="hold"/>
                                        <p:tgtEl>
                                          <p:spTgt spid="306"/>
                                        </p:tgtEl>
                                        <p:attrNameLst>
                                          <p:attrName>ppt_x</p:attrName>
                                          <p:attrName>ppt_y</p:attrName>
                                        </p:attrNameLst>
                                      </p:cBhvr>
                                      <p:rCtr x="0" y="-1551"/>
                                    </p:animMotion>
                                  </p:childTnLst>
                                </p:cTn>
                              </p:par>
                              <p:par>
                                <p:cTn id="103" presetID="10" presetClass="entr" presetSubtype="0" fill="hold" nodeType="withEffect">
                                  <p:stCondLst>
                                    <p:cond delay="0"/>
                                  </p:stCondLst>
                                  <p:childTnLst>
                                    <p:set>
                                      <p:cBhvr>
                                        <p:cTn id="104" dur="1" fill="hold">
                                          <p:stCondLst>
                                            <p:cond delay="0"/>
                                          </p:stCondLst>
                                        </p:cTn>
                                        <p:tgtEl>
                                          <p:spTgt spid="12"/>
                                        </p:tgtEl>
                                        <p:attrNameLst>
                                          <p:attrName>style.visibility</p:attrName>
                                        </p:attrNameLst>
                                      </p:cBhvr>
                                      <p:to>
                                        <p:strVal val="visible"/>
                                      </p:to>
                                    </p:set>
                                    <p:animEffect transition="in" filter="fade">
                                      <p:cBhvr>
                                        <p:cTn id="105" dur="250"/>
                                        <p:tgtEl>
                                          <p:spTgt spid="12"/>
                                        </p:tgtEl>
                                      </p:cBhvr>
                                    </p:animEffect>
                                  </p:childTnLst>
                                </p:cTn>
                              </p:par>
                              <p:par>
                                <p:cTn id="106" presetID="42" presetClass="path" presetSubtype="0" decel="100000" fill="hold" nodeType="withEffect">
                                  <p:stCondLst>
                                    <p:cond delay="0"/>
                                  </p:stCondLst>
                                  <p:childTnLst>
                                    <p:animMotion origin="layout" path="M 0 -0.03473 L 0 4.81481E-6 " pathEditMode="relative" rAng="0" ptsTypes="AA">
                                      <p:cBhvr>
                                        <p:cTn id="107" dur="500" fill="hold"/>
                                        <p:tgtEl>
                                          <p:spTgt spid="12"/>
                                        </p:tgtEl>
                                        <p:attrNameLst>
                                          <p:attrName>ppt_x</p:attrName>
                                          <p:attrName>ppt_y</p:attrName>
                                        </p:attrNameLst>
                                      </p:cBhvr>
                                      <p:rCtr x="0" y="1736"/>
                                    </p:animMotion>
                                  </p:childTnLst>
                                </p:cTn>
                              </p:par>
                              <p:par>
                                <p:cTn id="108" presetID="10" presetClass="entr" presetSubtype="0" fill="hold" grpId="0" nodeType="withEffect">
                                  <p:stCondLst>
                                    <p:cond delay="0"/>
                                  </p:stCondLst>
                                  <p:childTnLst>
                                    <p:set>
                                      <p:cBhvr>
                                        <p:cTn id="109" dur="1" fill="hold">
                                          <p:stCondLst>
                                            <p:cond delay="0"/>
                                          </p:stCondLst>
                                        </p:cTn>
                                        <p:tgtEl>
                                          <p:spTgt spid="3"/>
                                        </p:tgtEl>
                                        <p:attrNameLst>
                                          <p:attrName>style.visibility</p:attrName>
                                        </p:attrNameLst>
                                      </p:cBhvr>
                                      <p:to>
                                        <p:strVal val="visible"/>
                                      </p:to>
                                    </p:set>
                                    <p:animEffect transition="in" filter="fade">
                                      <p:cBhvr>
                                        <p:cTn id="110" dur="250"/>
                                        <p:tgtEl>
                                          <p:spTgt spid="3"/>
                                        </p:tgtEl>
                                      </p:cBhvr>
                                    </p:animEffect>
                                  </p:childTnLst>
                                </p:cTn>
                              </p:par>
                              <p:par>
                                <p:cTn id="111" presetID="42" presetClass="path" presetSubtype="0" decel="100000" fill="hold" grpId="1" nodeType="withEffect">
                                  <p:stCondLst>
                                    <p:cond delay="0"/>
                                  </p:stCondLst>
                                  <p:childTnLst>
                                    <p:animMotion origin="layout" path="M 0 -0.03472 L 0 -3.33333E-6 " pathEditMode="relative" rAng="0" ptsTypes="AA">
                                      <p:cBhvr>
                                        <p:cTn id="112" dur="500" fill="hold"/>
                                        <p:tgtEl>
                                          <p:spTgt spid="3"/>
                                        </p:tgtEl>
                                        <p:attrNameLst>
                                          <p:attrName>ppt_x</p:attrName>
                                          <p:attrName>ppt_y</p:attrName>
                                        </p:attrNameLst>
                                      </p:cBhvr>
                                      <p:rCtr x="0" y="1736"/>
                                    </p:animMotion>
                                  </p:childTnLst>
                                </p:cTn>
                              </p:par>
                              <p:par>
                                <p:cTn id="113" presetID="10" presetClass="entr" presetSubtype="0" fill="hold" grpId="0" nodeType="withEffect">
                                  <p:stCondLst>
                                    <p:cond delay="0"/>
                                  </p:stCondLst>
                                  <p:childTnLst>
                                    <p:set>
                                      <p:cBhvr>
                                        <p:cTn id="114" dur="1" fill="hold">
                                          <p:stCondLst>
                                            <p:cond delay="0"/>
                                          </p:stCondLst>
                                        </p:cTn>
                                        <p:tgtEl>
                                          <p:spTgt spid="308"/>
                                        </p:tgtEl>
                                        <p:attrNameLst>
                                          <p:attrName>style.visibility</p:attrName>
                                        </p:attrNameLst>
                                      </p:cBhvr>
                                      <p:to>
                                        <p:strVal val="visible"/>
                                      </p:to>
                                    </p:set>
                                    <p:animEffect transition="in" filter="fade">
                                      <p:cBhvr>
                                        <p:cTn id="115" dur="250"/>
                                        <p:tgtEl>
                                          <p:spTgt spid="308"/>
                                        </p:tgtEl>
                                      </p:cBhvr>
                                    </p:animEffect>
                                  </p:childTnLst>
                                </p:cTn>
                              </p:par>
                              <p:par>
                                <p:cTn id="116" presetID="42" presetClass="path" presetSubtype="0" decel="100000" fill="hold" grpId="1" nodeType="withEffect">
                                  <p:stCondLst>
                                    <p:cond delay="0"/>
                                  </p:stCondLst>
                                  <p:childTnLst>
                                    <p:animMotion origin="layout" path="M 0 -0.03473 L 0 4.07407E-6 " pathEditMode="relative" rAng="0" ptsTypes="AA">
                                      <p:cBhvr>
                                        <p:cTn id="117" dur="500" fill="hold"/>
                                        <p:tgtEl>
                                          <p:spTgt spid="308"/>
                                        </p:tgtEl>
                                        <p:attrNameLst>
                                          <p:attrName>ppt_x</p:attrName>
                                          <p:attrName>ppt_y</p:attrName>
                                        </p:attrNameLst>
                                      </p:cBhvr>
                                      <p:rCtr x="0" y="1736"/>
                                    </p:animMotion>
                                  </p:childTnLst>
                                </p:cTn>
                              </p:par>
                              <p:par>
                                <p:cTn id="118" presetID="10" presetClass="entr" presetSubtype="0" fill="hold" grpId="0" nodeType="withEffect">
                                  <p:stCondLst>
                                    <p:cond delay="500"/>
                                  </p:stCondLst>
                                  <p:childTnLst>
                                    <p:set>
                                      <p:cBhvr>
                                        <p:cTn id="119" dur="1" fill="hold">
                                          <p:stCondLst>
                                            <p:cond delay="0"/>
                                          </p:stCondLst>
                                        </p:cTn>
                                        <p:tgtEl>
                                          <p:spTgt spid="272"/>
                                        </p:tgtEl>
                                        <p:attrNameLst>
                                          <p:attrName>style.visibility</p:attrName>
                                        </p:attrNameLst>
                                      </p:cBhvr>
                                      <p:to>
                                        <p:strVal val="visible"/>
                                      </p:to>
                                    </p:set>
                                    <p:animEffect transition="in" filter="fade">
                                      <p:cBhvr>
                                        <p:cTn id="120" dur="500"/>
                                        <p:tgtEl>
                                          <p:spTgt spid="272"/>
                                        </p:tgtEl>
                                      </p:cBhvr>
                                    </p:animEffect>
                                  </p:childTnLst>
                                </p:cTn>
                              </p:par>
                              <p:par>
                                <p:cTn id="121" presetID="6" presetClass="emph" presetSubtype="0" fill="hold" grpId="1" nodeType="withEffect">
                                  <p:stCondLst>
                                    <p:cond delay="500"/>
                                  </p:stCondLst>
                                  <p:childTnLst>
                                    <p:animScale>
                                      <p:cBhvr>
                                        <p:cTn id="122" dur="10" fill="hold"/>
                                        <p:tgtEl>
                                          <p:spTgt spid="272"/>
                                        </p:tgtEl>
                                      </p:cBhvr>
                                      <p:by x="125000" y="125000"/>
                                    </p:animScale>
                                  </p:childTnLst>
                                </p:cTn>
                              </p:par>
                              <p:par>
                                <p:cTn id="123" presetID="6" presetClass="emph" presetSubtype="0" decel="100000" fill="hold" grpId="2" nodeType="withEffect">
                                  <p:stCondLst>
                                    <p:cond delay="500"/>
                                  </p:stCondLst>
                                  <p:childTnLst>
                                    <p:animScale>
                                      <p:cBhvr>
                                        <p:cTn id="124" dur="750" fill="hold"/>
                                        <p:tgtEl>
                                          <p:spTgt spid="272"/>
                                        </p:tgtEl>
                                      </p:cBhvr>
                                      <p:by x="80000" y="80000"/>
                                    </p:animScale>
                                  </p:childTnLst>
                                </p:cTn>
                              </p:par>
                              <p:par>
                                <p:cTn id="125" presetID="10" presetClass="entr" presetSubtype="0" fill="hold" grpId="0" nodeType="withEffect">
                                  <p:stCondLst>
                                    <p:cond delay="500"/>
                                  </p:stCondLst>
                                  <p:childTnLst>
                                    <p:set>
                                      <p:cBhvr>
                                        <p:cTn id="126" dur="1" fill="hold">
                                          <p:stCondLst>
                                            <p:cond delay="0"/>
                                          </p:stCondLst>
                                        </p:cTn>
                                        <p:tgtEl>
                                          <p:spTgt spid="273"/>
                                        </p:tgtEl>
                                        <p:attrNameLst>
                                          <p:attrName>style.visibility</p:attrName>
                                        </p:attrNameLst>
                                      </p:cBhvr>
                                      <p:to>
                                        <p:strVal val="visible"/>
                                      </p:to>
                                    </p:set>
                                    <p:animEffect transition="in" filter="fade">
                                      <p:cBhvr>
                                        <p:cTn id="127" dur="500"/>
                                        <p:tgtEl>
                                          <p:spTgt spid="273"/>
                                        </p:tgtEl>
                                      </p:cBhvr>
                                    </p:animEffect>
                                  </p:childTnLst>
                                </p:cTn>
                              </p:par>
                              <p:par>
                                <p:cTn id="128" presetID="6" presetClass="emph" presetSubtype="0" fill="hold" grpId="1" nodeType="withEffect">
                                  <p:stCondLst>
                                    <p:cond delay="500"/>
                                  </p:stCondLst>
                                  <p:childTnLst>
                                    <p:animScale>
                                      <p:cBhvr>
                                        <p:cTn id="129" dur="10" fill="hold"/>
                                        <p:tgtEl>
                                          <p:spTgt spid="273"/>
                                        </p:tgtEl>
                                      </p:cBhvr>
                                      <p:by x="125000" y="125000"/>
                                    </p:animScale>
                                  </p:childTnLst>
                                </p:cTn>
                              </p:par>
                              <p:par>
                                <p:cTn id="130" presetID="6" presetClass="emph" presetSubtype="0" decel="100000" fill="hold" grpId="2" nodeType="withEffect">
                                  <p:stCondLst>
                                    <p:cond delay="500"/>
                                  </p:stCondLst>
                                  <p:childTnLst>
                                    <p:animScale>
                                      <p:cBhvr>
                                        <p:cTn id="131" dur="750" fill="hold"/>
                                        <p:tgtEl>
                                          <p:spTgt spid="273"/>
                                        </p:tgtEl>
                                      </p:cBhvr>
                                      <p:by x="80000" y="80000"/>
                                    </p:animScale>
                                  </p:childTnLst>
                                </p:cTn>
                              </p:par>
                              <p:par>
                                <p:cTn id="132" presetID="10" presetClass="entr" presetSubtype="0" fill="hold" grpId="0" nodeType="withEffect">
                                  <p:stCondLst>
                                    <p:cond delay="500"/>
                                  </p:stCondLst>
                                  <p:childTnLst>
                                    <p:set>
                                      <p:cBhvr>
                                        <p:cTn id="133" dur="1" fill="hold">
                                          <p:stCondLst>
                                            <p:cond delay="0"/>
                                          </p:stCondLst>
                                        </p:cTn>
                                        <p:tgtEl>
                                          <p:spTgt spid="284"/>
                                        </p:tgtEl>
                                        <p:attrNameLst>
                                          <p:attrName>style.visibility</p:attrName>
                                        </p:attrNameLst>
                                      </p:cBhvr>
                                      <p:to>
                                        <p:strVal val="visible"/>
                                      </p:to>
                                    </p:set>
                                    <p:animEffect transition="in" filter="fade">
                                      <p:cBhvr>
                                        <p:cTn id="134" dur="500"/>
                                        <p:tgtEl>
                                          <p:spTgt spid="284"/>
                                        </p:tgtEl>
                                      </p:cBhvr>
                                    </p:animEffect>
                                  </p:childTnLst>
                                </p:cTn>
                              </p:par>
                              <p:par>
                                <p:cTn id="135" presetID="6" presetClass="emph" presetSubtype="0" fill="hold" grpId="1" nodeType="withEffect">
                                  <p:stCondLst>
                                    <p:cond delay="500"/>
                                  </p:stCondLst>
                                  <p:childTnLst>
                                    <p:animScale>
                                      <p:cBhvr>
                                        <p:cTn id="136" dur="10" fill="hold"/>
                                        <p:tgtEl>
                                          <p:spTgt spid="284"/>
                                        </p:tgtEl>
                                      </p:cBhvr>
                                      <p:by x="125000" y="125000"/>
                                    </p:animScale>
                                  </p:childTnLst>
                                </p:cTn>
                              </p:par>
                              <p:par>
                                <p:cTn id="137" presetID="6" presetClass="emph" presetSubtype="0" decel="100000" fill="hold" grpId="2" nodeType="withEffect">
                                  <p:stCondLst>
                                    <p:cond delay="500"/>
                                  </p:stCondLst>
                                  <p:childTnLst>
                                    <p:animScale>
                                      <p:cBhvr>
                                        <p:cTn id="138" dur="750" fill="hold"/>
                                        <p:tgtEl>
                                          <p:spTgt spid="284"/>
                                        </p:tgtEl>
                                      </p:cBhvr>
                                      <p:by x="80000" y="80000"/>
                                    </p:animScale>
                                  </p:childTnLst>
                                </p:cTn>
                              </p:par>
                              <p:par>
                                <p:cTn id="139" presetID="10" presetClass="entr" presetSubtype="0" fill="hold" grpId="0" nodeType="withEffect">
                                  <p:stCondLst>
                                    <p:cond delay="500"/>
                                  </p:stCondLst>
                                  <p:childTnLst>
                                    <p:set>
                                      <p:cBhvr>
                                        <p:cTn id="140" dur="1" fill="hold">
                                          <p:stCondLst>
                                            <p:cond delay="0"/>
                                          </p:stCondLst>
                                        </p:cTn>
                                        <p:tgtEl>
                                          <p:spTgt spid="285"/>
                                        </p:tgtEl>
                                        <p:attrNameLst>
                                          <p:attrName>style.visibility</p:attrName>
                                        </p:attrNameLst>
                                      </p:cBhvr>
                                      <p:to>
                                        <p:strVal val="visible"/>
                                      </p:to>
                                    </p:set>
                                    <p:animEffect transition="in" filter="fade">
                                      <p:cBhvr>
                                        <p:cTn id="141" dur="500"/>
                                        <p:tgtEl>
                                          <p:spTgt spid="285"/>
                                        </p:tgtEl>
                                      </p:cBhvr>
                                    </p:animEffect>
                                  </p:childTnLst>
                                </p:cTn>
                              </p:par>
                              <p:par>
                                <p:cTn id="142" presetID="6" presetClass="emph" presetSubtype="0" fill="hold" grpId="1" nodeType="withEffect">
                                  <p:stCondLst>
                                    <p:cond delay="500"/>
                                  </p:stCondLst>
                                  <p:childTnLst>
                                    <p:animScale>
                                      <p:cBhvr>
                                        <p:cTn id="143" dur="10" fill="hold"/>
                                        <p:tgtEl>
                                          <p:spTgt spid="285"/>
                                        </p:tgtEl>
                                      </p:cBhvr>
                                      <p:by x="125000" y="125000"/>
                                    </p:animScale>
                                  </p:childTnLst>
                                </p:cTn>
                              </p:par>
                              <p:par>
                                <p:cTn id="144" presetID="6" presetClass="emph" presetSubtype="0" decel="100000" fill="hold" grpId="2" nodeType="withEffect">
                                  <p:stCondLst>
                                    <p:cond delay="500"/>
                                  </p:stCondLst>
                                  <p:childTnLst>
                                    <p:animScale>
                                      <p:cBhvr>
                                        <p:cTn id="145" dur="750" fill="hold"/>
                                        <p:tgtEl>
                                          <p:spTgt spid="285"/>
                                        </p:tgtEl>
                                      </p:cBhvr>
                                      <p:by x="80000" y="80000"/>
                                    </p:animScale>
                                  </p:childTnLst>
                                </p:cTn>
                              </p:par>
                              <p:par>
                                <p:cTn id="146" presetID="10" presetClass="entr" presetSubtype="0" fill="hold" grpId="0" nodeType="withEffect">
                                  <p:stCondLst>
                                    <p:cond delay="500"/>
                                  </p:stCondLst>
                                  <p:childTnLst>
                                    <p:set>
                                      <p:cBhvr>
                                        <p:cTn id="147" dur="1" fill="hold">
                                          <p:stCondLst>
                                            <p:cond delay="0"/>
                                          </p:stCondLst>
                                        </p:cTn>
                                        <p:tgtEl>
                                          <p:spTgt spid="286"/>
                                        </p:tgtEl>
                                        <p:attrNameLst>
                                          <p:attrName>style.visibility</p:attrName>
                                        </p:attrNameLst>
                                      </p:cBhvr>
                                      <p:to>
                                        <p:strVal val="visible"/>
                                      </p:to>
                                    </p:set>
                                    <p:animEffect transition="in" filter="fade">
                                      <p:cBhvr>
                                        <p:cTn id="148" dur="500"/>
                                        <p:tgtEl>
                                          <p:spTgt spid="286"/>
                                        </p:tgtEl>
                                      </p:cBhvr>
                                    </p:animEffect>
                                  </p:childTnLst>
                                </p:cTn>
                              </p:par>
                              <p:par>
                                <p:cTn id="149" presetID="6" presetClass="emph" presetSubtype="0" fill="hold" grpId="1" nodeType="withEffect">
                                  <p:stCondLst>
                                    <p:cond delay="500"/>
                                  </p:stCondLst>
                                  <p:childTnLst>
                                    <p:animScale>
                                      <p:cBhvr>
                                        <p:cTn id="150" dur="10" fill="hold"/>
                                        <p:tgtEl>
                                          <p:spTgt spid="286"/>
                                        </p:tgtEl>
                                      </p:cBhvr>
                                      <p:by x="125000" y="125000"/>
                                    </p:animScale>
                                  </p:childTnLst>
                                </p:cTn>
                              </p:par>
                              <p:par>
                                <p:cTn id="151" presetID="6" presetClass="emph" presetSubtype="0" decel="100000" fill="hold" grpId="2" nodeType="withEffect">
                                  <p:stCondLst>
                                    <p:cond delay="500"/>
                                  </p:stCondLst>
                                  <p:childTnLst>
                                    <p:animScale>
                                      <p:cBhvr>
                                        <p:cTn id="152" dur="750" fill="hold"/>
                                        <p:tgtEl>
                                          <p:spTgt spid="286"/>
                                        </p:tgtEl>
                                      </p:cBhvr>
                                      <p:by x="80000" y="80000"/>
                                    </p:animScale>
                                  </p:childTnLst>
                                </p:cTn>
                              </p:par>
                              <p:par>
                                <p:cTn id="153" presetID="10" presetClass="entr" presetSubtype="0" fill="hold" grpId="0" nodeType="withEffect">
                                  <p:stCondLst>
                                    <p:cond delay="500"/>
                                  </p:stCondLst>
                                  <p:childTnLst>
                                    <p:set>
                                      <p:cBhvr>
                                        <p:cTn id="154" dur="1" fill="hold">
                                          <p:stCondLst>
                                            <p:cond delay="0"/>
                                          </p:stCondLst>
                                        </p:cTn>
                                        <p:tgtEl>
                                          <p:spTgt spid="287"/>
                                        </p:tgtEl>
                                        <p:attrNameLst>
                                          <p:attrName>style.visibility</p:attrName>
                                        </p:attrNameLst>
                                      </p:cBhvr>
                                      <p:to>
                                        <p:strVal val="visible"/>
                                      </p:to>
                                    </p:set>
                                    <p:animEffect transition="in" filter="fade">
                                      <p:cBhvr>
                                        <p:cTn id="155" dur="500"/>
                                        <p:tgtEl>
                                          <p:spTgt spid="287"/>
                                        </p:tgtEl>
                                      </p:cBhvr>
                                    </p:animEffect>
                                  </p:childTnLst>
                                </p:cTn>
                              </p:par>
                              <p:par>
                                <p:cTn id="156" presetID="6" presetClass="emph" presetSubtype="0" fill="hold" grpId="1" nodeType="withEffect">
                                  <p:stCondLst>
                                    <p:cond delay="500"/>
                                  </p:stCondLst>
                                  <p:childTnLst>
                                    <p:animScale>
                                      <p:cBhvr>
                                        <p:cTn id="157" dur="10" fill="hold"/>
                                        <p:tgtEl>
                                          <p:spTgt spid="287"/>
                                        </p:tgtEl>
                                      </p:cBhvr>
                                      <p:by x="125000" y="125000"/>
                                    </p:animScale>
                                  </p:childTnLst>
                                </p:cTn>
                              </p:par>
                              <p:par>
                                <p:cTn id="158" presetID="6" presetClass="emph" presetSubtype="0" decel="100000" fill="hold" grpId="2" nodeType="withEffect">
                                  <p:stCondLst>
                                    <p:cond delay="500"/>
                                  </p:stCondLst>
                                  <p:childTnLst>
                                    <p:animScale>
                                      <p:cBhvr>
                                        <p:cTn id="159" dur="750" fill="hold"/>
                                        <p:tgtEl>
                                          <p:spTgt spid="287"/>
                                        </p:tgtEl>
                                      </p:cBhvr>
                                      <p:by x="80000" y="80000"/>
                                    </p:animScale>
                                  </p:childTnLst>
                                </p:cTn>
                              </p:par>
                              <p:par>
                                <p:cTn id="160" presetID="10" presetClass="entr" presetSubtype="0" fill="hold" grpId="0" nodeType="withEffect">
                                  <p:stCondLst>
                                    <p:cond delay="500"/>
                                  </p:stCondLst>
                                  <p:childTnLst>
                                    <p:set>
                                      <p:cBhvr>
                                        <p:cTn id="161" dur="1" fill="hold">
                                          <p:stCondLst>
                                            <p:cond delay="0"/>
                                          </p:stCondLst>
                                        </p:cTn>
                                        <p:tgtEl>
                                          <p:spTgt spid="288"/>
                                        </p:tgtEl>
                                        <p:attrNameLst>
                                          <p:attrName>style.visibility</p:attrName>
                                        </p:attrNameLst>
                                      </p:cBhvr>
                                      <p:to>
                                        <p:strVal val="visible"/>
                                      </p:to>
                                    </p:set>
                                    <p:animEffect transition="in" filter="fade">
                                      <p:cBhvr>
                                        <p:cTn id="162" dur="500"/>
                                        <p:tgtEl>
                                          <p:spTgt spid="288"/>
                                        </p:tgtEl>
                                      </p:cBhvr>
                                    </p:animEffect>
                                  </p:childTnLst>
                                </p:cTn>
                              </p:par>
                              <p:par>
                                <p:cTn id="163" presetID="6" presetClass="emph" presetSubtype="0" fill="hold" grpId="1" nodeType="withEffect">
                                  <p:stCondLst>
                                    <p:cond delay="500"/>
                                  </p:stCondLst>
                                  <p:childTnLst>
                                    <p:animScale>
                                      <p:cBhvr>
                                        <p:cTn id="164" dur="10" fill="hold"/>
                                        <p:tgtEl>
                                          <p:spTgt spid="288"/>
                                        </p:tgtEl>
                                      </p:cBhvr>
                                      <p:by x="125000" y="125000"/>
                                    </p:animScale>
                                  </p:childTnLst>
                                </p:cTn>
                              </p:par>
                              <p:par>
                                <p:cTn id="165" presetID="6" presetClass="emph" presetSubtype="0" decel="100000" fill="hold" grpId="2" nodeType="withEffect">
                                  <p:stCondLst>
                                    <p:cond delay="500"/>
                                  </p:stCondLst>
                                  <p:childTnLst>
                                    <p:animScale>
                                      <p:cBhvr>
                                        <p:cTn id="166" dur="750" fill="hold"/>
                                        <p:tgtEl>
                                          <p:spTgt spid="288"/>
                                        </p:tgtEl>
                                      </p:cBhvr>
                                      <p:by x="80000" y="80000"/>
                                    </p:animScale>
                                  </p:childTnLst>
                                </p:cTn>
                              </p:par>
                              <p:par>
                                <p:cTn id="167" presetID="10" presetClass="entr" presetSubtype="0" fill="hold" grpId="0" nodeType="withEffect">
                                  <p:stCondLst>
                                    <p:cond delay="500"/>
                                  </p:stCondLst>
                                  <p:childTnLst>
                                    <p:set>
                                      <p:cBhvr>
                                        <p:cTn id="168" dur="1" fill="hold">
                                          <p:stCondLst>
                                            <p:cond delay="0"/>
                                          </p:stCondLst>
                                        </p:cTn>
                                        <p:tgtEl>
                                          <p:spTgt spid="289"/>
                                        </p:tgtEl>
                                        <p:attrNameLst>
                                          <p:attrName>style.visibility</p:attrName>
                                        </p:attrNameLst>
                                      </p:cBhvr>
                                      <p:to>
                                        <p:strVal val="visible"/>
                                      </p:to>
                                    </p:set>
                                    <p:animEffect transition="in" filter="fade">
                                      <p:cBhvr>
                                        <p:cTn id="169" dur="500"/>
                                        <p:tgtEl>
                                          <p:spTgt spid="289"/>
                                        </p:tgtEl>
                                      </p:cBhvr>
                                    </p:animEffect>
                                  </p:childTnLst>
                                </p:cTn>
                              </p:par>
                              <p:par>
                                <p:cTn id="170" presetID="6" presetClass="emph" presetSubtype="0" fill="hold" grpId="1" nodeType="withEffect">
                                  <p:stCondLst>
                                    <p:cond delay="500"/>
                                  </p:stCondLst>
                                  <p:childTnLst>
                                    <p:animScale>
                                      <p:cBhvr>
                                        <p:cTn id="171" dur="10" fill="hold"/>
                                        <p:tgtEl>
                                          <p:spTgt spid="289"/>
                                        </p:tgtEl>
                                      </p:cBhvr>
                                      <p:by x="125000" y="125000"/>
                                    </p:animScale>
                                  </p:childTnLst>
                                </p:cTn>
                              </p:par>
                              <p:par>
                                <p:cTn id="172" presetID="6" presetClass="emph" presetSubtype="0" decel="100000" fill="hold" grpId="2" nodeType="withEffect">
                                  <p:stCondLst>
                                    <p:cond delay="500"/>
                                  </p:stCondLst>
                                  <p:childTnLst>
                                    <p:animScale>
                                      <p:cBhvr>
                                        <p:cTn id="173" dur="750" fill="hold"/>
                                        <p:tgtEl>
                                          <p:spTgt spid="289"/>
                                        </p:tgtEl>
                                      </p:cBhvr>
                                      <p:by x="80000" y="80000"/>
                                    </p:animScale>
                                  </p:childTnLst>
                                </p:cTn>
                              </p:par>
                              <p:par>
                                <p:cTn id="174" presetID="10" presetClass="entr" presetSubtype="0" fill="hold" grpId="0" nodeType="withEffect">
                                  <p:stCondLst>
                                    <p:cond delay="500"/>
                                  </p:stCondLst>
                                  <p:childTnLst>
                                    <p:set>
                                      <p:cBhvr>
                                        <p:cTn id="175" dur="1" fill="hold">
                                          <p:stCondLst>
                                            <p:cond delay="0"/>
                                          </p:stCondLst>
                                        </p:cTn>
                                        <p:tgtEl>
                                          <p:spTgt spid="290"/>
                                        </p:tgtEl>
                                        <p:attrNameLst>
                                          <p:attrName>style.visibility</p:attrName>
                                        </p:attrNameLst>
                                      </p:cBhvr>
                                      <p:to>
                                        <p:strVal val="visible"/>
                                      </p:to>
                                    </p:set>
                                    <p:animEffect transition="in" filter="fade">
                                      <p:cBhvr>
                                        <p:cTn id="176" dur="500"/>
                                        <p:tgtEl>
                                          <p:spTgt spid="290"/>
                                        </p:tgtEl>
                                      </p:cBhvr>
                                    </p:animEffect>
                                  </p:childTnLst>
                                </p:cTn>
                              </p:par>
                              <p:par>
                                <p:cTn id="177" presetID="6" presetClass="emph" presetSubtype="0" fill="hold" grpId="1" nodeType="withEffect">
                                  <p:stCondLst>
                                    <p:cond delay="500"/>
                                  </p:stCondLst>
                                  <p:childTnLst>
                                    <p:animScale>
                                      <p:cBhvr>
                                        <p:cTn id="178" dur="10" fill="hold"/>
                                        <p:tgtEl>
                                          <p:spTgt spid="290"/>
                                        </p:tgtEl>
                                      </p:cBhvr>
                                      <p:by x="125000" y="125000"/>
                                    </p:animScale>
                                  </p:childTnLst>
                                </p:cTn>
                              </p:par>
                              <p:par>
                                <p:cTn id="179" presetID="6" presetClass="emph" presetSubtype="0" decel="100000" fill="hold" grpId="2" nodeType="withEffect">
                                  <p:stCondLst>
                                    <p:cond delay="500"/>
                                  </p:stCondLst>
                                  <p:childTnLst>
                                    <p:animScale>
                                      <p:cBhvr>
                                        <p:cTn id="180" dur="750" fill="hold"/>
                                        <p:tgtEl>
                                          <p:spTgt spid="290"/>
                                        </p:tgtEl>
                                      </p:cBhvr>
                                      <p:by x="80000" y="80000"/>
                                    </p:animScale>
                                  </p:childTnLst>
                                </p:cTn>
                              </p:par>
                              <p:par>
                                <p:cTn id="181" presetID="10" presetClass="entr" presetSubtype="0" fill="hold" grpId="0" nodeType="withEffect">
                                  <p:stCondLst>
                                    <p:cond delay="500"/>
                                  </p:stCondLst>
                                  <p:childTnLst>
                                    <p:set>
                                      <p:cBhvr>
                                        <p:cTn id="182" dur="1" fill="hold">
                                          <p:stCondLst>
                                            <p:cond delay="0"/>
                                          </p:stCondLst>
                                        </p:cTn>
                                        <p:tgtEl>
                                          <p:spTgt spid="291"/>
                                        </p:tgtEl>
                                        <p:attrNameLst>
                                          <p:attrName>style.visibility</p:attrName>
                                        </p:attrNameLst>
                                      </p:cBhvr>
                                      <p:to>
                                        <p:strVal val="visible"/>
                                      </p:to>
                                    </p:set>
                                    <p:animEffect transition="in" filter="fade">
                                      <p:cBhvr>
                                        <p:cTn id="183" dur="500"/>
                                        <p:tgtEl>
                                          <p:spTgt spid="291"/>
                                        </p:tgtEl>
                                      </p:cBhvr>
                                    </p:animEffect>
                                  </p:childTnLst>
                                </p:cTn>
                              </p:par>
                              <p:par>
                                <p:cTn id="184" presetID="6" presetClass="emph" presetSubtype="0" fill="hold" grpId="1" nodeType="withEffect">
                                  <p:stCondLst>
                                    <p:cond delay="500"/>
                                  </p:stCondLst>
                                  <p:childTnLst>
                                    <p:animScale>
                                      <p:cBhvr>
                                        <p:cTn id="185" dur="10" fill="hold"/>
                                        <p:tgtEl>
                                          <p:spTgt spid="291"/>
                                        </p:tgtEl>
                                      </p:cBhvr>
                                      <p:by x="125000" y="125000"/>
                                    </p:animScale>
                                  </p:childTnLst>
                                </p:cTn>
                              </p:par>
                              <p:par>
                                <p:cTn id="186" presetID="6" presetClass="emph" presetSubtype="0" decel="100000" fill="hold" grpId="2" nodeType="withEffect">
                                  <p:stCondLst>
                                    <p:cond delay="500"/>
                                  </p:stCondLst>
                                  <p:childTnLst>
                                    <p:animScale>
                                      <p:cBhvr>
                                        <p:cTn id="187" dur="750" fill="hold"/>
                                        <p:tgtEl>
                                          <p:spTgt spid="291"/>
                                        </p:tgtEl>
                                      </p:cBhvr>
                                      <p:by x="80000" y="80000"/>
                                    </p:animScale>
                                  </p:childTnLst>
                                </p:cTn>
                              </p:par>
                              <p:par>
                                <p:cTn id="188" presetID="10" presetClass="entr" presetSubtype="0" fill="hold" grpId="0" nodeType="withEffect">
                                  <p:stCondLst>
                                    <p:cond delay="500"/>
                                  </p:stCondLst>
                                  <p:childTnLst>
                                    <p:set>
                                      <p:cBhvr>
                                        <p:cTn id="189" dur="1" fill="hold">
                                          <p:stCondLst>
                                            <p:cond delay="0"/>
                                          </p:stCondLst>
                                        </p:cTn>
                                        <p:tgtEl>
                                          <p:spTgt spid="275"/>
                                        </p:tgtEl>
                                        <p:attrNameLst>
                                          <p:attrName>style.visibility</p:attrName>
                                        </p:attrNameLst>
                                      </p:cBhvr>
                                      <p:to>
                                        <p:strVal val="visible"/>
                                      </p:to>
                                    </p:set>
                                    <p:animEffect transition="in" filter="fade">
                                      <p:cBhvr>
                                        <p:cTn id="190" dur="500"/>
                                        <p:tgtEl>
                                          <p:spTgt spid="275"/>
                                        </p:tgtEl>
                                      </p:cBhvr>
                                    </p:animEffect>
                                  </p:childTnLst>
                                </p:cTn>
                              </p:par>
                              <p:par>
                                <p:cTn id="191" presetID="6" presetClass="emph" presetSubtype="0" fill="hold" grpId="1" nodeType="withEffect">
                                  <p:stCondLst>
                                    <p:cond delay="500"/>
                                  </p:stCondLst>
                                  <p:childTnLst>
                                    <p:animScale>
                                      <p:cBhvr>
                                        <p:cTn id="192" dur="10" fill="hold"/>
                                        <p:tgtEl>
                                          <p:spTgt spid="275"/>
                                        </p:tgtEl>
                                      </p:cBhvr>
                                      <p:by x="125000" y="125000"/>
                                    </p:animScale>
                                  </p:childTnLst>
                                </p:cTn>
                              </p:par>
                              <p:par>
                                <p:cTn id="193" presetID="6" presetClass="emph" presetSubtype="0" decel="100000" fill="hold" grpId="2" nodeType="withEffect">
                                  <p:stCondLst>
                                    <p:cond delay="500"/>
                                  </p:stCondLst>
                                  <p:childTnLst>
                                    <p:animScale>
                                      <p:cBhvr>
                                        <p:cTn id="194" dur="750" fill="hold"/>
                                        <p:tgtEl>
                                          <p:spTgt spid="275"/>
                                        </p:tgtEl>
                                      </p:cBhvr>
                                      <p:by x="80000" y="80000"/>
                                    </p:animScale>
                                  </p:childTnLst>
                                </p:cTn>
                              </p:par>
                              <p:par>
                                <p:cTn id="195" presetID="10" presetClass="entr" presetSubtype="0" fill="hold" grpId="0" nodeType="withEffect">
                                  <p:stCondLst>
                                    <p:cond delay="500"/>
                                  </p:stCondLst>
                                  <p:childTnLst>
                                    <p:set>
                                      <p:cBhvr>
                                        <p:cTn id="196" dur="1" fill="hold">
                                          <p:stCondLst>
                                            <p:cond delay="0"/>
                                          </p:stCondLst>
                                        </p:cTn>
                                        <p:tgtEl>
                                          <p:spTgt spid="276"/>
                                        </p:tgtEl>
                                        <p:attrNameLst>
                                          <p:attrName>style.visibility</p:attrName>
                                        </p:attrNameLst>
                                      </p:cBhvr>
                                      <p:to>
                                        <p:strVal val="visible"/>
                                      </p:to>
                                    </p:set>
                                    <p:animEffect transition="in" filter="fade">
                                      <p:cBhvr>
                                        <p:cTn id="197" dur="500"/>
                                        <p:tgtEl>
                                          <p:spTgt spid="276"/>
                                        </p:tgtEl>
                                      </p:cBhvr>
                                    </p:animEffect>
                                  </p:childTnLst>
                                </p:cTn>
                              </p:par>
                              <p:par>
                                <p:cTn id="198" presetID="6" presetClass="emph" presetSubtype="0" fill="hold" grpId="1" nodeType="withEffect">
                                  <p:stCondLst>
                                    <p:cond delay="500"/>
                                  </p:stCondLst>
                                  <p:childTnLst>
                                    <p:animScale>
                                      <p:cBhvr>
                                        <p:cTn id="199" dur="10" fill="hold"/>
                                        <p:tgtEl>
                                          <p:spTgt spid="276"/>
                                        </p:tgtEl>
                                      </p:cBhvr>
                                      <p:by x="125000" y="125000"/>
                                    </p:animScale>
                                  </p:childTnLst>
                                </p:cTn>
                              </p:par>
                              <p:par>
                                <p:cTn id="200" presetID="6" presetClass="emph" presetSubtype="0" decel="100000" fill="hold" grpId="2" nodeType="withEffect">
                                  <p:stCondLst>
                                    <p:cond delay="500"/>
                                  </p:stCondLst>
                                  <p:childTnLst>
                                    <p:animScale>
                                      <p:cBhvr>
                                        <p:cTn id="201" dur="750" fill="hold"/>
                                        <p:tgtEl>
                                          <p:spTgt spid="276"/>
                                        </p:tgtEl>
                                      </p:cBhvr>
                                      <p:by x="80000" y="80000"/>
                                    </p:animScale>
                                  </p:childTnLst>
                                </p:cTn>
                              </p:par>
                              <p:par>
                                <p:cTn id="202" presetID="10" presetClass="entr" presetSubtype="0" fill="hold" grpId="0" nodeType="withEffect">
                                  <p:stCondLst>
                                    <p:cond delay="500"/>
                                  </p:stCondLst>
                                  <p:childTnLst>
                                    <p:set>
                                      <p:cBhvr>
                                        <p:cTn id="203" dur="1" fill="hold">
                                          <p:stCondLst>
                                            <p:cond delay="0"/>
                                          </p:stCondLst>
                                        </p:cTn>
                                        <p:tgtEl>
                                          <p:spTgt spid="292"/>
                                        </p:tgtEl>
                                        <p:attrNameLst>
                                          <p:attrName>style.visibility</p:attrName>
                                        </p:attrNameLst>
                                      </p:cBhvr>
                                      <p:to>
                                        <p:strVal val="visible"/>
                                      </p:to>
                                    </p:set>
                                    <p:animEffect transition="in" filter="fade">
                                      <p:cBhvr>
                                        <p:cTn id="204" dur="500"/>
                                        <p:tgtEl>
                                          <p:spTgt spid="292"/>
                                        </p:tgtEl>
                                      </p:cBhvr>
                                    </p:animEffect>
                                  </p:childTnLst>
                                </p:cTn>
                              </p:par>
                              <p:par>
                                <p:cTn id="205" presetID="6" presetClass="emph" presetSubtype="0" fill="hold" grpId="1" nodeType="withEffect">
                                  <p:stCondLst>
                                    <p:cond delay="500"/>
                                  </p:stCondLst>
                                  <p:childTnLst>
                                    <p:animScale>
                                      <p:cBhvr>
                                        <p:cTn id="206" dur="10" fill="hold"/>
                                        <p:tgtEl>
                                          <p:spTgt spid="292"/>
                                        </p:tgtEl>
                                      </p:cBhvr>
                                      <p:by x="125000" y="125000"/>
                                    </p:animScale>
                                  </p:childTnLst>
                                </p:cTn>
                              </p:par>
                              <p:par>
                                <p:cTn id="207" presetID="6" presetClass="emph" presetSubtype="0" decel="100000" fill="hold" grpId="2" nodeType="withEffect">
                                  <p:stCondLst>
                                    <p:cond delay="500"/>
                                  </p:stCondLst>
                                  <p:childTnLst>
                                    <p:animScale>
                                      <p:cBhvr>
                                        <p:cTn id="208" dur="750" fill="hold"/>
                                        <p:tgtEl>
                                          <p:spTgt spid="292"/>
                                        </p:tgtEl>
                                      </p:cBhvr>
                                      <p:by x="80000" y="80000"/>
                                    </p:animScale>
                                  </p:childTnLst>
                                </p:cTn>
                              </p:par>
                              <p:par>
                                <p:cTn id="209" presetID="10" presetClass="entr" presetSubtype="0" fill="hold" grpId="0" nodeType="withEffect">
                                  <p:stCondLst>
                                    <p:cond delay="500"/>
                                  </p:stCondLst>
                                  <p:childTnLst>
                                    <p:set>
                                      <p:cBhvr>
                                        <p:cTn id="210" dur="1" fill="hold">
                                          <p:stCondLst>
                                            <p:cond delay="0"/>
                                          </p:stCondLst>
                                        </p:cTn>
                                        <p:tgtEl>
                                          <p:spTgt spid="293"/>
                                        </p:tgtEl>
                                        <p:attrNameLst>
                                          <p:attrName>style.visibility</p:attrName>
                                        </p:attrNameLst>
                                      </p:cBhvr>
                                      <p:to>
                                        <p:strVal val="visible"/>
                                      </p:to>
                                    </p:set>
                                    <p:animEffect transition="in" filter="fade">
                                      <p:cBhvr>
                                        <p:cTn id="211" dur="500"/>
                                        <p:tgtEl>
                                          <p:spTgt spid="293"/>
                                        </p:tgtEl>
                                      </p:cBhvr>
                                    </p:animEffect>
                                  </p:childTnLst>
                                </p:cTn>
                              </p:par>
                              <p:par>
                                <p:cTn id="212" presetID="6" presetClass="emph" presetSubtype="0" fill="hold" grpId="1" nodeType="withEffect">
                                  <p:stCondLst>
                                    <p:cond delay="500"/>
                                  </p:stCondLst>
                                  <p:childTnLst>
                                    <p:animScale>
                                      <p:cBhvr>
                                        <p:cTn id="213" dur="10" fill="hold"/>
                                        <p:tgtEl>
                                          <p:spTgt spid="293"/>
                                        </p:tgtEl>
                                      </p:cBhvr>
                                      <p:by x="125000" y="125000"/>
                                    </p:animScale>
                                  </p:childTnLst>
                                </p:cTn>
                              </p:par>
                              <p:par>
                                <p:cTn id="214" presetID="6" presetClass="emph" presetSubtype="0" decel="100000" fill="hold" grpId="2" nodeType="withEffect">
                                  <p:stCondLst>
                                    <p:cond delay="500"/>
                                  </p:stCondLst>
                                  <p:childTnLst>
                                    <p:animScale>
                                      <p:cBhvr>
                                        <p:cTn id="215" dur="750" fill="hold"/>
                                        <p:tgtEl>
                                          <p:spTgt spid="293"/>
                                        </p:tgtEl>
                                      </p:cBhvr>
                                      <p:by x="80000" y="80000"/>
                                    </p:animScale>
                                  </p:childTnLst>
                                </p:cTn>
                              </p:par>
                              <p:par>
                                <p:cTn id="216" presetID="10" presetClass="entr" presetSubtype="0" fill="hold" grpId="0" nodeType="withEffect">
                                  <p:stCondLst>
                                    <p:cond delay="500"/>
                                  </p:stCondLst>
                                  <p:childTnLst>
                                    <p:set>
                                      <p:cBhvr>
                                        <p:cTn id="217" dur="1" fill="hold">
                                          <p:stCondLst>
                                            <p:cond delay="0"/>
                                          </p:stCondLst>
                                        </p:cTn>
                                        <p:tgtEl>
                                          <p:spTgt spid="294"/>
                                        </p:tgtEl>
                                        <p:attrNameLst>
                                          <p:attrName>style.visibility</p:attrName>
                                        </p:attrNameLst>
                                      </p:cBhvr>
                                      <p:to>
                                        <p:strVal val="visible"/>
                                      </p:to>
                                    </p:set>
                                    <p:animEffect transition="in" filter="fade">
                                      <p:cBhvr>
                                        <p:cTn id="218" dur="500"/>
                                        <p:tgtEl>
                                          <p:spTgt spid="294"/>
                                        </p:tgtEl>
                                      </p:cBhvr>
                                    </p:animEffect>
                                  </p:childTnLst>
                                </p:cTn>
                              </p:par>
                              <p:par>
                                <p:cTn id="219" presetID="6" presetClass="emph" presetSubtype="0" fill="hold" grpId="1" nodeType="withEffect">
                                  <p:stCondLst>
                                    <p:cond delay="500"/>
                                  </p:stCondLst>
                                  <p:childTnLst>
                                    <p:animScale>
                                      <p:cBhvr>
                                        <p:cTn id="220" dur="10" fill="hold"/>
                                        <p:tgtEl>
                                          <p:spTgt spid="294"/>
                                        </p:tgtEl>
                                      </p:cBhvr>
                                      <p:by x="125000" y="125000"/>
                                    </p:animScale>
                                  </p:childTnLst>
                                </p:cTn>
                              </p:par>
                              <p:par>
                                <p:cTn id="221" presetID="6" presetClass="emph" presetSubtype="0" decel="100000" fill="hold" grpId="2" nodeType="withEffect">
                                  <p:stCondLst>
                                    <p:cond delay="500"/>
                                  </p:stCondLst>
                                  <p:childTnLst>
                                    <p:animScale>
                                      <p:cBhvr>
                                        <p:cTn id="222" dur="750" fill="hold"/>
                                        <p:tgtEl>
                                          <p:spTgt spid="294"/>
                                        </p:tgtEl>
                                      </p:cBhvr>
                                      <p:by x="80000" y="80000"/>
                                    </p:animScale>
                                  </p:childTnLst>
                                </p:cTn>
                              </p:par>
                              <p:par>
                                <p:cTn id="223" presetID="10" presetClass="entr" presetSubtype="0" fill="hold" grpId="0" nodeType="withEffect">
                                  <p:stCondLst>
                                    <p:cond delay="500"/>
                                  </p:stCondLst>
                                  <p:childTnLst>
                                    <p:set>
                                      <p:cBhvr>
                                        <p:cTn id="224" dur="1" fill="hold">
                                          <p:stCondLst>
                                            <p:cond delay="0"/>
                                          </p:stCondLst>
                                        </p:cTn>
                                        <p:tgtEl>
                                          <p:spTgt spid="295"/>
                                        </p:tgtEl>
                                        <p:attrNameLst>
                                          <p:attrName>style.visibility</p:attrName>
                                        </p:attrNameLst>
                                      </p:cBhvr>
                                      <p:to>
                                        <p:strVal val="visible"/>
                                      </p:to>
                                    </p:set>
                                    <p:animEffect transition="in" filter="fade">
                                      <p:cBhvr>
                                        <p:cTn id="225" dur="500"/>
                                        <p:tgtEl>
                                          <p:spTgt spid="295"/>
                                        </p:tgtEl>
                                      </p:cBhvr>
                                    </p:animEffect>
                                  </p:childTnLst>
                                </p:cTn>
                              </p:par>
                              <p:par>
                                <p:cTn id="226" presetID="6" presetClass="emph" presetSubtype="0" fill="hold" grpId="1" nodeType="withEffect">
                                  <p:stCondLst>
                                    <p:cond delay="500"/>
                                  </p:stCondLst>
                                  <p:childTnLst>
                                    <p:animScale>
                                      <p:cBhvr>
                                        <p:cTn id="227" dur="10" fill="hold"/>
                                        <p:tgtEl>
                                          <p:spTgt spid="295"/>
                                        </p:tgtEl>
                                      </p:cBhvr>
                                      <p:by x="125000" y="125000"/>
                                    </p:animScale>
                                  </p:childTnLst>
                                </p:cTn>
                              </p:par>
                              <p:par>
                                <p:cTn id="228" presetID="6" presetClass="emph" presetSubtype="0" decel="100000" fill="hold" grpId="2" nodeType="withEffect">
                                  <p:stCondLst>
                                    <p:cond delay="500"/>
                                  </p:stCondLst>
                                  <p:childTnLst>
                                    <p:animScale>
                                      <p:cBhvr>
                                        <p:cTn id="229" dur="750" fill="hold"/>
                                        <p:tgtEl>
                                          <p:spTgt spid="295"/>
                                        </p:tgtEl>
                                      </p:cBhvr>
                                      <p:by x="80000" y="80000"/>
                                    </p:animScale>
                                  </p:childTnLst>
                                </p:cTn>
                              </p:par>
                              <p:par>
                                <p:cTn id="230" presetID="10" presetClass="entr" presetSubtype="0" fill="hold" grpId="0" nodeType="withEffect">
                                  <p:stCondLst>
                                    <p:cond delay="500"/>
                                  </p:stCondLst>
                                  <p:childTnLst>
                                    <p:set>
                                      <p:cBhvr>
                                        <p:cTn id="231" dur="1" fill="hold">
                                          <p:stCondLst>
                                            <p:cond delay="0"/>
                                          </p:stCondLst>
                                        </p:cTn>
                                        <p:tgtEl>
                                          <p:spTgt spid="296"/>
                                        </p:tgtEl>
                                        <p:attrNameLst>
                                          <p:attrName>style.visibility</p:attrName>
                                        </p:attrNameLst>
                                      </p:cBhvr>
                                      <p:to>
                                        <p:strVal val="visible"/>
                                      </p:to>
                                    </p:set>
                                    <p:animEffect transition="in" filter="fade">
                                      <p:cBhvr>
                                        <p:cTn id="232" dur="500"/>
                                        <p:tgtEl>
                                          <p:spTgt spid="296"/>
                                        </p:tgtEl>
                                      </p:cBhvr>
                                    </p:animEffect>
                                  </p:childTnLst>
                                </p:cTn>
                              </p:par>
                              <p:par>
                                <p:cTn id="233" presetID="6" presetClass="emph" presetSubtype="0" fill="hold" grpId="1" nodeType="withEffect">
                                  <p:stCondLst>
                                    <p:cond delay="500"/>
                                  </p:stCondLst>
                                  <p:childTnLst>
                                    <p:animScale>
                                      <p:cBhvr>
                                        <p:cTn id="234" dur="10" fill="hold"/>
                                        <p:tgtEl>
                                          <p:spTgt spid="296"/>
                                        </p:tgtEl>
                                      </p:cBhvr>
                                      <p:by x="125000" y="125000"/>
                                    </p:animScale>
                                  </p:childTnLst>
                                </p:cTn>
                              </p:par>
                              <p:par>
                                <p:cTn id="235" presetID="6" presetClass="emph" presetSubtype="0" decel="100000" fill="hold" grpId="2" nodeType="withEffect">
                                  <p:stCondLst>
                                    <p:cond delay="500"/>
                                  </p:stCondLst>
                                  <p:childTnLst>
                                    <p:animScale>
                                      <p:cBhvr>
                                        <p:cTn id="236" dur="750" fill="hold"/>
                                        <p:tgtEl>
                                          <p:spTgt spid="296"/>
                                        </p:tgtEl>
                                      </p:cBhvr>
                                      <p:by x="80000" y="80000"/>
                                    </p:animScale>
                                  </p:childTnLst>
                                </p:cTn>
                              </p:par>
                              <p:par>
                                <p:cTn id="237" presetID="10" presetClass="entr" presetSubtype="0" fill="hold" grpId="0" nodeType="withEffect">
                                  <p:stCondLst>
                                    <p:cond delay="500"/>
                                  </p:stCondLst>
                                  <p:childTnLst>
                                    <p:set>
                                      <p:cBhvr>
                                        <p:cTn id="238" dur="1" fill="hold">
                                          <p:stCondLst>
                                            <p:cond delay="0"/>
                                          </p:stCondLst>
                                        </p:cTn>
                                        <p:tgtEl>
                                          <p:spTgt spid="297"/>
                                        </p:tgtEl>
                                        <p:attrNameLst>
                                          <p:attrName>style.visibility</p:attrName>
                                        </p:attrNameLst>
                                      </p:cBhvr>
                                      <p:to>
                                        <p:strVal val="visible"/>
                                      </p:to>
                                    </p:set>
                                    <p:animEffect transition="in" filter="fade">
                                      <p:cBhvr>
                                        <p:cTn id="239" dur="500"/>
                                        <p:tgtEl>
                                          <p:spTgt spid="297"/>
                                        </p:tgtEl>
                                      </p:cBhvr>
                                    </p:animEffect>
                                  </p:childTnLst>
                                </p:cTn>
                              </p:par>
                              <p:par>
                                <p:cTn id="240" presetID="6" presetClass="emph" presetSubtype="0" fill="hold" grpId="1" nodeType="withEffect">
                                  <p:stCondLst>
                                    <p:cond delay="500"/>
                                  </p:stCondLst>
                                  <p:childTnLst>
                                    <p:animScale>
                                      <p:cBhvr>
                                        <p:cTn id="241" dur="10" fill="hold"/>
                                        <p:tgtEl>
                                          <p:spTgt spid="297"/>
                                        </p:tgtEl>
                                      </p:cBhvr>
                                      <p:by x="125000" y="125000"/>
                                    </p:animScale>
                                  </p:childTnLst>
                                </p:cTn>
                              </p:par>
                              <p:par>
                                <p:cTn id="242" presetID="6" presetClass="emph" presetSubtype="0" decel="100000" fill="hold" grpId="2" nodeType="withEffect">
                                  <p:stCondLst>
                                    <p:cond delay="500"/>
                                  </p:stCondLst>
                                  <p:childTnLst>
                                    <p:animScale>
                                      <p:cBhvr>
                                        <p:cTn id="243" dur="750" fill="hold"/>
                                        <p:tgtEl>
                                          <p:spTgt spid="297"/>
                                        </p:tgtEl>
                                      </p:cBhvr>
                                      <p:by x="80000" y="80000"/>
                                    </p:animScale>
                                  </p:childTnLst>
                                </p:cTn>
                              </p:par>
                              <p:par>
                                <p:cTn id="244" presetID="10" presetClass="entr" presetSubtype="0" fill="hold" grpId="0" nodeType="withEffect">
                                  <p:stCondLst>
                                    <p:cond delay="500"/>
                                  </p:stCondLst>
                                  <p:childTnLst>
                                    <p:set>
                                      <p:cBhvr>
                                        <p:cTn id="245" dur="1" fill="hold">
                                          <p:stCondLst>
                                            <p:cond delay="0"/>
                                          </p:stCondLst>
                                        </p:cTn>
                                        <p:tgtEl>
                                          <p:spTgt spid="298"/>
                                        </p:tgtEl>
                                        <p:attrNameLst>
                                          <p:attrName>style.visibility</p:attrName>
                                        </p:attrNameLst>
                                      </p:cBhvr>
                                      <p:to>
                                        <p:strVal val="visible"/>
                                      </p:to>
                                    </p:set>
                                    <p:animEffect transition="in" filter="fade">
                                      <p:cBhvr>
                                        <p:cTn id="246" dur="500"/>
                                        <p:tgtEl>
                                          <p:spTgt spid="298"/>
                                        </p:tgtEl>
                                      </p:cBhvr>
                                    </p:animEffect>
                                  </p:childTnLst>
                                </p:cTn>
                              </p:par>
                              <p:par>
                                <p:cTn id="247" presetID="6" presetClass="emph" presetSubtype="0" fill="hold" grpId="1" nodeType="withEffect">
                                  <p:stCondLst>
                                    <p:cond delay="500"/>
                                  </p:stCondLst>
                                  <p:childTnLst>
                                    <p:animScale>
                                      <p:cBhvr>
                                        <p:cTn id="248" dur="10" fill="hold"/>
                                        <p:tgtEl>
                                          <p:spTgt spid="298"/>
                                        </p:tgtEl>
                                      </p:cBhvr>
                                      <p:by x="125000" y="125000"/>
                                    </p:animScale>
                                  </p:childTnLst>
                                </p:cTn>
                              </p:par>
                              <p:par>
                                <p:cTn id="249" presetID="6" presetClass="emph" presetSubtype="0" decel="100000" fill="hold" grpId="2" nodeType="withEffect">
                                  <p:stCondLst>
                                    <p:cond delay="500"/>
                                  </p:stCondLst>
                                  <p:childTnLst>
                                    <p:animScale>
                                      <p:cBhvr>
                                        <p:cTn id="250" dur="750" fill="hold"/>
                                        <p:tgtEl>
                                          <p:spTgt spid="298"/>
                                        </p:tgtEl>
                                      </p:cBhvr>
                                      <p:by x="80000" y="80000"/>
                                    </p:animScale>
                                  </p:childTnLst>
                                </p:cTn>
                              </p:par>
                              <p:par>
                                <p:cTn id="251" presetID="10" presetClass="entr" presetSubtype="0" fill="hold" grpId="0" nodeType="withEffect">
                                  <p:stCondLst>
                                    <p:cond delay="500"/>
                                  </p:stCondLst>
                                  <p:childTnLst>
                                    <p:set>
                                      <p:cBhvr>
                                        <p:cTn id="252" dur="1" fill="hold">
                                          <p:stCondLst>
                                            <p:cond delay="0"/>
                                          </p:stCondLst>
                                        </p:cTn>
                                        <p:tgtEl>
                                          <p:spTgt spid="299"/>
                                        </p:tgtEl>
                                        <p:attrNameLst>
                                          <p:attrName>style.visibility</p:attrName>
                                        </p:attrNameLst>
                                      </p:cBhvr>
                                      <p:to>
                                        <p:strVal val="visible"/>
                                      </p:to>
                                    </p:set>
                                    <p:animEffect transition="in" filter="fade">
                                      <p:cBhvr>
                                        <p:cTn id="253" dur="500"/>
                                        <p:tgtEl>
                                          <p:spTgt spid="299"/>
                                        </p:tgtEl>
                                      </p:cBhvr>
                                    </p:animEffect>
                                  </p:childTnLst>
                                </p:cTn>
                              </p:par>
                              <p:par>
                                <p:cTn id="254" presetID="6" presetClass="emph" presetSubtype="0" fill="hold" grpId="1" nodeType="withEffect">
                                  <p:stCondLst>
                                    <p:cond delay="500"/>
                                  </p:stCondLst>
                                  <p:childTnLst>
                                    <p:animScale>
                                      <p:cBhvr>
                                        <p:cTn id="255" dur="10" fill="hold"/>
                                        <p:tgtEl>
                                          <p:spTgt spid="299"/>
                                        </p:tgtEl>
                                      </p:cBhvr>
                                      <p:by x="125000" y="125000"/>
                                    </p:animScale>
                                  </p:childTnLst>
                                </p:cTn>
                              </p:par>
                              <p:par>
                                <p:cTn id="256" presetID="6" presetClass="emph" presetSubtype="0" decel="100000" fill="hold" grpId="2" nodeType="withEffect">
                                  <p:stCondLst>
                                    <p:cond delay="500"/>
                                  </p:stCondLst>
                                  <p:childTnLst>
                                    <p:animScale>
                                      <p:cBhvr>
                                        <p:cTn id="257" dur="750" fill="hold"/>
                                        <p:tgtEl>
                                          <p:spTgt spid="299"/>
                                        </p:tgtEl>
                                      </p:cBhvr>
                                      <p:by x="80000" y="80000"/>
                                    </p:animScale>
                                  </p:childTnLst>
                                </p:cTn>
                              </p:par>
                              <p:par>
                                <p:cTn id="258" presetID="16" presetClass="entr" presetSubtype="37" fill="hold" nodeType="withEffect">
                                  <p:stCondLst>
                                    <p:cond delay="500"/>
                                  </p:stCondLst>
                                  <p:childTnLst>
                                    <p:set>
                                      <p:cBhvr>
                                        <p:cTn id="259" dur="1" fill="hold">
                                          <p:stCondLst>
                                            <p:cond delay="0"/>
                                          </p:stCondLst>
                                        </p:cTn>
                                        <p:tgtEl>
                                          <p:spTgt spid="252"/>
                                        </p:tgtEl>
                                        <p:attrNameLst>
                                          <p:attrName>style.visibility</p:attrName>
                                        </p:attrNameLst>
                                      </p:cBhvr>
                                      <p:to>
                                        <p:strVal val="visible"/>
                                      </p:to>
                                    </p:set>
                                    <p:animEffect transition="in" filter="barn(outVertical)">
                                      <p:cBhvr>
                                        <p:cTn id="260" dur="500"/>
                                        <p:tgtEl>
                                          <p:spTgt spid="252"/>
                                        </p:tgtEl>
                                      </p:cBhvr>
                                    </p:animEffect>
                                  </p:childTnLst>
                                </p:cTn>
                              </p:par>
                              <p:par>
                                <p:cTn id="261" presetID="16" presetClass="entr" presetSubtype="37" fill="hold" nodeType="withEffect">
                                  <p:stCondLst>
                                    <p:cond delay="500"/>
                                  </p:stCondLst>
                                  <p:childTnLst>
                                    <p:set>
                                      <p:cBhvr>
                                        <p:cTn id="262" dur="1" fill="hold">
                                          <p:stCondLst>
                                            <p:cond delay="0"/>
                                          </p:stCondLst>
                                        </p:cTn>
                                        <p:tgtEl>
                                          <p:spTgt spid="328"/>
                                        </p:tgtEl>
                                        <p:attrNameLst>
                                          <p:attrName>style.visibility</p:attrName>
                                        </p:attrNameLst>
                                      </p:cBhvr>
                                      <p:to>
                                        <p:strVal val="visible"/>
                                      </p:to>
                                    </p:set>
                                    <p:animEffect transition="in" filter="barn(outVertical)">
                                      <p:cBhvr>
                                        <p:cTn id="263" dur="500"/>
                                        <p:tgtEl>
                                          <p:spTgt spid="328"/>
                                        </p:tgtEl>
                                      </p:cBhvr>
                                    </p:animEffect>
                                  </p:childTnLst>
                                </p:cTn>
                              </p:par>
                              <p:par>
                                <p:cTn id="264" presetID="16" presetClass="entr" presetSubtype="37" fill="hold" grpId="0" nodeType="withEffect">
                                  <p:stCondLst>
                                    <p:cond delay="500"/>
                                  </p:stCondLst>
                                  <p:childTnLst>
                                    <p:set>
                                      <p:cBhvr>
                                        <p:cTn id="265" dur="1" fill="hold">
                                          <p:stCondLst>
                                            <p:cond delay="0"/>
                                          </p:stCondLst>
                                        </p:cTn>
                                        <p:tgtEl>
                                          <p:spTgt spid="340"/>
                                        </p:tgtEl>
                                        <p:attrNameLst>
                                          <p:attrName>style.visibility</p:attrName>
                                        </p:attrNameLst>
                                      </p:cBhvr>
                                      <p:to>
                                        <p:strVal val="visible"/>
                                      </p:to>
                                    </p:set>
                                    <p:animEffect transition="in" filter="barn(outVertical)">
                                      <p:cBhvr>
                                        <p:cTn id="266" dur="500"/>
                                        <p:tgtEl>
                                          <p:spTgt spid="340"/>
                                        </p:tgtEl>
                                      </p:cBhvr>
                                    </p:animEffect>
                                  </p:childTnLst>
                                </p:cTn>
                              </p:par>
                              <p:par>
                                <p:cTn id="267" presetID="16" presetClass="entr" presetSubtype="37" fill="hold" grpId="0" nodeType="withEffect">
                                  <p:stCondLst>
                                    <p:cond delay="500"/>
                                  </p:stCondLst>
                                  <p:childTnLst>
                                    <p:set>
                                      <p:cBhvr>
                                        <p:cTn id="268" dur="1" fill="hold">
                                          <p:stCondLst>
                                            <p:cond delay="0"/>
                                          </p:stCondLst>
                                        </p:cTn>
                                        <p:tgtEl>
                                          <p:spTgt spid="341"/>
                                        </p:tgtEl>
                                        <p:attrNameLst>
                                          <p:attrName>style.visibility</p:attrName>
                                        </p:attrNameLst>
                                      </p:cBhvr>
                                      <p:to>
                                        <p:strVal val="visible"/>
                                      </p:to>
                                    </p:set>
                                    <p:animEffect transition="in" filter="barn(outVertical)">
                                      <p:cBhvr>
                                        <p:cTn id="269" dur="500"/>
                                        <p:tgtEl>
                                          <p:spTgt spid="341"/>
                                        </p:tgtEl>
                                      </p:cBhvr>
                                    </p:animEffect>
                                  </p:childTnLst>
                                </p:cTn>
                              </p:par>
                              <p:par>
                                <p:cTn id="270" presetID="22" presetClass="entr" presetSubtype="2" fill="hold" nodeType="withEffect">
                                  <p:stCondLst>
                                    <p:cond delay="750"/>
                                  </p:stCondLst>
                                  <p:childTnLst>
                                    <p:set>
                                      <p:cBhvr>
                                        <p:cTn id="271" dur="1" fill="hold">
                                          <p:stCondLst>
                                            <p:cond delay="0"/>
                                          </p:stCondLst>
                                        </p:cTn>
                                        <p:tgtEl>
                                          <p:spTgt spid="342"/>
                                        </p:tgtEl>
                                        <p:attrNameLst>
                                          <p:attrName>style.visibility</p:attrName>
                                        </p:attrNameLst>
                                      </p:cBhvr>
                                      <p:to>
                                        <p:strVal val="visible"/>
                                      </p:to>
                                    </p:set>
                                    <p:animEffect transition="in" filter="wipe(right)">
                                      <p:cBhvr>
                                        <p:cTn id="272" dur="500"/>
                                        <p:tgtEl>
                                          <p:spTgt spid="342"/>
                                        </p:tgtEl>
                                      </p:cBhvr>
                                    </p:animEffect>
                                  </p:childTnLst>
                                </p:cTn>
                              </p:par>
                              <p:par>
                                <p:cTn id="273" presetID="22" presetClass="entr" presetSubtype="8" fill="hold" nodeType="withEffect">
                                  <p:stCondLst>
                                    <p:cond delay="750"/>
                                  </p:stCondLst>
                                  <p:childTnLst>
                                    <p:set>
                                      <p:cBhvr>
                                        <p:cTn id="274" dur="1" fill="hold">
                                          <p:stCondLst>
                                            <p:cond delay="0"/>
                                          </p:stCondLst>
                                        </p:cTn>
                                        <p:tgtEl>
                                          <p:spTgt spid="343"/>
                                        </p:tgtEl>
                                        <p:attrNameLst>
                                          <p:attrName>style.visibility</p:attrName>
                                        </p:attrNameLst>
                                      </p:cBhvr>
                                      <p:to>
                                        <p:strVal val="visible"/>
                                      </p:to>
                                    </p:set>
                                    <p:animEffect transition="in" filter="wipe(left)">
                                      <p:cBhvr>
                                        <p:cTn id="275" dur="500"/>
                                        <p:tgtEl>
                                          <p:spTgt spid="343"/>
                                        </p:tgtEl>
                                      </p:cBhvr>
                                    </p:animEffect>
                                  </p:childTnLst>
                                </p:cTn>
                              </p:par>
                              <p:par>
                                <p:cTn id="276" presetID="10" presetClass="entr" presetSubtype="0" fill="hold" grpId="0" nodeType="withEffect">
                                  <p:stCondLst>
                                    <p:cond delay="1000"/>
                                  </p:stCondLst>
                                  <p:childTnLst>
                                    <p:set>
                                      <p:cBhvr>
                                        <p:cTn id="277" dur="1" fill="hold">
                                          <p:stCondLst>
                                            <p:cond delay="0"/>
                                          </p:stCondLst>
                                        </p:cTn>
                                        <p:tgtEl>
                                          <p:spTgt spid="203"/>
                                        </p:tgtEl>
                                        <p:attrNameLst>
                                          <p:attrName>style.visibility</p:attrName>
                                        </p:attrNameLst>
                                      </p:cBhvr>
                                      <p:to>
                                        <p:strVal val="visible"/>
                                      </p:to>
                                    </p:set>
                                    <p:animEffect transition="in" filter="fade">
                                      <p:cBhvr>
                                        <p:cTn id="278" dur="500"/>
                                        <p:tgtEl>
                                          <p:spTgt spid="203"/>
                                        </p:tgtEl>
                                      </p:cBhvr>
                                    </p:animEffect>
                                  </p:childTnLst>
                                </p:cTn>
                              </p:par>
                              <p:par>
                                <p:cTn id="279" presetID="10" presetClass="entr" presetSubtype="0" fill="hold" grpId="0" nodeType="withEffect">
                                  <p:stCondLst>
                                    <p:cond delay="1100"/>
                                  </p:stCondLst>
                                  <p:childTnLst>
                                    <p:set>
                                      <p:cBhvr>
                                        <p:cTn id="280" dur="1" fill="hold">
                                          <p:stCondLst>
                                            <p:cond delay="0"/>
                                          </p:stCondLst>
                                        </p:cTn>
                                        <p:tgtEl>
                                          <p:spTgt spid="345"/>
                                        </p:tgtEl>
                                        <p:attrNameLst>
                                          <p:attrName>style.visibility</p:attrName>
                                        </p:attrNameLst>
                                      </p:cBhvr>
                                      <p:to>
                                        <p:strVal val="visible"/>
                                      </p:to>
                                    </p:set>
                                    <p:animEffect transition="in" filter="fade">
                                      <p:cBhvr>
                                        <p:cTn id="281" dur="500"/>
                                        <p:tgtEl>
                                          <p:spTgt spid="345"/>
                                        </p:tgtEl>
                                      </p:cBhvr>
                                    </p:animEffect>
                                  </p:childTnLst>
                                </p:cTn>
                              </p:par>
                              <p:par>
                                <p:cTn id="282" presetID="10" presetClass="entr" presetSubtype="0" fill="hold" grpId="0" nodeType="withEffect">
                                  <p:stCondLst>
                                    <p:cond delay="1200"/>
                                  </p:stCondLst>
                                  <p:childTnLst>
                                    <p:set>
                                      <p:cBhvr>
                                        <p:cTn id="283" dur="1" fill="hold">
                                          <p:stCondLst>
                                            <p:cond delay="0"/>
                                          </p:stCondLst>
                                        </p:cTn>
                                        <p:tgtEl>
                                          <p:spTgt spid="363"/>
                                        </p:tgtEl>
                                        <p:attrNameLst>
                                          <p:attrName>style.visibility</p:attrName>
                                        </p:attrNameLst>
                                      </p:cBhvr>
                                      <p:to>
                                        <p:strVal val="visible"/>
                                      </p:to>
                                    </p:set>
                                    <p:animEffect transition="in" filter="fade">
                                      <p:cBhvr>
                                        <p:cTn id="284" dur="500"/>
                                        <p:tgtEl>
                                          <p:spTgt spid="363"/>
                                        </p:tgtEl>
                                      </p:cBhvr>
                                    </p:animEffect>
                                  </p:childTnLst>
                                </p:cTn>
                              </p:par>
                              <p:par>
                                <p:cTn id="285" presetID="22" presetClass="entr" presetSubtype="1" repeatCount="indefinite" fill="hold" nodeType="withEffect">
                                  <p:stCondLst>
                                    <p:cond delay="250"/>
                                  </p:stCondLst>
                                  <p:childTnLst>
                                    <p:set>
                                      <p:cBhvr>
                                        <p:cTn id="286" dur="1" fill="hold">
                                          <p:stCondLst>
                                            <p:cond delay="0"/>
                                          </p:stCondLst>
                                        </p:cTn>
                                        <p:tgtEl>
                                          <p:spTgt spid="4"/>
                                        </p:tgtEl>
                                        <p:attrNameLst>
                                          <p:attrName>style.visibility</p:attrName>
                                        </p:attrNameLst>
                                      </p:cBhvr>
                                      <p:to>
                                        <p:strVal val="visible"/>
                                      </p:to>
                                    </p:set>
                                    <p:animEffect transition="in" filter="wipe(up)">
                                      <p:cBhvr>
                                        <p:cTn id="287" dur="1000"/>
                                        <p:tgtEl>
                                          <p:spTgt spid="4"/>
                                        </p:tgtEl>
                                      </p:cBhvr>
                                    </p:animEffect>
                                  </p:childTnLst>
                                </p:cTn>
                              </p:par>
                              <p:par>
                                <p:cTn id="288" presetID="22" presetClass="entr" presetSubtype="4" repeatCount="indefinite" fill="hold" nodeType="withEffect">
                                  <p:stCondLst>
                                    <p:cond delay="250"/>
                                  </p:stCondLst>
                                  <p:childTnLst>
                                    <p:set>
                                      <p:cBhvr>
                                        <p:cTn id="289" dur="1" fill="hold">
                                          <p:stCondLst>
                                            <p:cond delay="0"/>
                                          </p:stCondLst>
                                        </p:cTn>
                                        <p:tgtEl>
                                          <p:spTgt spid="13"/>
                                        </p:tgtEl>
                                        <p:attrNameLst>
                                          <p:attrName>style.visibility</p:attrName>
                                        </p:attrNameLst>
                                      </p:cBhvr>
                                      <p:to>
                                        <p:strVal val="visible"/>
                                      </p:to>
                                    </p:set>
                                    <p:animEffect transition="in" filter="wipe(down)">
                                      <p:cBhvr>
                                        <p:cTn id="290"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203" grpId="0"/>
      <p:bldP spid="262" grpId="0" animBg="1"/>
      <p:bldP spid="262" grpId="1" animBg="1"/>
      <p:bldP spid="263" grpId="0" animBg="1"/>
      <p:bldP spid="263" grpId="1" animBg="1"/>
      <p:bldP spid="260" grpId="0"/>
      <p:bldP spid="260" grpId="1"/>
      <p:bldP spid="261" grpId="0" animBg="1"/>
      <p:bldP spid="261" grpId="1" animBg="1"/>
      <p:bldP spid="268" grpId="0" animBg="1"/>
      <p:bldP spid="268" grpId="1" animBg="1"/>
      <p:bldP spid="269" grpId="0" animBg="1"/>
      <p:bldP spid="269" grpId="1" animBg="1"/>
      <p:bldP spid="267" grpId="0" animBg="1"/>
      <p:bldP spid="267" grpId="1" animBg="1"/>
      <p:bldP spid="270" grpId="0"/>
      <p:bldP spid="270" grpId="1"/>
      <p:bldP spid="272" grpId="0" animBg="1"/>
      <p:bldP spid="272" grpId="1" animBg="1"/>
      <p:bldP spid="272" grpId="2" animBg="1"/>
      <p:bldP spid="273" grpId="0" animBg="1"/>
      <p:bldP spid="273" grpId="1" animBg="1"/>
      <p:bldP spid="273" grpId="2" animBg="1"/>
      <p:bldP spid="284" grpId="0" animBg="1"/>
      <p:bldP spid="284" grpId="1" animBg="1"/>
      <p:bldP spid="284" grpId="2" animBg="1"/>
      <p:bldP spid="285" grpId="0" animBg="1"/>
      <p:bldP spid="285" grpId="1" animBg="1"/>
      <p:bldP spid="285" grpId="2" animBg="1"/>
      <p:bldP spid="286" grpId="0" animBg="1"/>
      <p:bldP spid="286" grpId="1" animBg="1"/>
      <p:bldP spid="286" grpId="2" animBg="1"/>
      <p:bldP spid="287" grpId="0" animBg="1"/>
      <p:bldP spid="287" grpId="1" animBg="1"/>
      <p:bldP spid="287" grpId="2" animBg="1"/>
      <p:bldP spid="288" grpId="0" animBg="1"/>
      <p:bldP spid="288" grpId="1" animBg="1"/>
      <p:bldP spid="288" grpId="2" animBg="1"/>
      <p:bldP spid="289" grpId="0" animBg="1"/>
      <p:bldP spid="289" grpId="1" animBg="1"/>
      <p:bldP spid="289" grpId="2" animBg="1"/>
      <p:bldP spid="290" grpId="0" animBg="1"/>
      <p:bldP spid="290" grpId="1" animBg="1"/>
      <p:bldP spid="290" grpId="2" animBg="1"/>
      <p:bldP spid="291" grpId="0" animBg="1"/>
      <p:bldP spid="291" grpId="1" animBg="1"/>
      <p:bldP spid="291" grpId="2" animBg="1"/>
      <p:bldP spid="275" grpId="0" animBg="1"/>
      <p:bldP spid="275" grpId="1" animBg="1"/>
      <p:bldP spid="275" grpId="2" animBg="1"/>
      <p:bldP spid="276" grpId="0" animBg="1"/>
      <p:bldP spid="276" grpId="1" animBg="1"/>
      <p:bldP spid="276" grpId="2" animBg="1"/>
      <p:bldP spid="292" grpId="0" animBg="1"/>
      <p:bldP spid="292" grpId="1" animBg="1"/>
      <p:bldP spid="292" grpId="2" animBg="1"/>
      <p:bldP spid="293" grpId="0" animBg="1"/>
      <p:bldP spid="293" grpId="1" animBg="1"/>
      <p:bldP spid="293" grpId="2" animBg="1"/>
      <p:bldP spid="294" grpId="0" animBg="1"/>
      <p:bldP spid="294" grpId="1" animBg="1"/>
      <p:bldP spid="294" grpId="2" animBg="1"/>
      <p:bldP spid="295" grpId="0" animBg="1"/>
      <p:bldP spid="295" grpId="1" animBg="1"/>
      <p:bldP spid="295" grpId="2" animBg="1"/>
      <p:bldP spid="296" grpId="0" animBg="1"/>
      <p:bldP spid="296" grpId="1" animBg="1"/>
      <p:bldP spid="296" grpId="2" animBg="1"/>
      <p:bldP spid="297" grpId="0" animBg="1"/>
      <p:bldP spid="297" grpId="1" animBg="1"/>
      <p:bldP spid="297" grpId="2" animBg="1"/>
      <p:bldP spid="298" grpId="0" animBg="1"/>
      <p:bldP spid="298" grpId="1" animBg="1"/>
      <p:bldP spid="298" grpId="2" animBg="1"/>
      <p:bldP spid="299" grpId="0" animBg="1"/>
      <p:bldP spid="299" grpId="1" animBg="1"/>
      <p:bldP spid="299" grpId="2" animBg="1"/>
      <p:bldP spid="308" grpId="0" animBg="1"/>
      <p:bldP spid="308" grpId="1" animBg="1"/>
      <p:bldP spid="302" grpId="0" animBg="1"/>
      <p:bldP spid="302" grpId="1" animBg="1"/>
      <p:bldP spid="303" grpId="0" animBg="1"/>
      <p:bldP spid="303" grpId="1" animBg="1"/>
      <p:bldP spid="304" grpId="0" animBg="1"/>
      <p:bldP spid="304" grpId="1" animBg="1"/>
      <p:bldP spid="305" grpId="0"/>
      <p:bldP spid="305" grpId="1"/>
      <p:bldP spid="306" grpId="0"/>
      <p:bldP spid="306" grpId="1"/>
      <p:bldP spid="340" grpId="0"/>
      <p:bldP spid="341" grpId="0"/>
      <p:bldP spid="345" grpId="0"/>
      <p:bldP spid="363" grpId="0"/>
      <p:bldP spid="5" grpId="0" animBg="1"/>
      <p:bldP spid="5" grpId="1" animBg="1"/>
      <p:bldP spid="5" grpId="2" animBg="1"/>
      <p:bldP spid="5" grpId="3" animBg="1"/>
      <p:bldP spid="6" grpId="0" animBg="1"/>
      <p:bldP spid="6" grpId="1" animBg="1"/>
      <p:bldP spid="6" grpId="2" animBg="1"/>
      <p:bldP spid="6" grpId="3" animBg="1"/>
      <p:bldP spid="7" grpId="0" animBg="1"/>
      <p:bldP spid="7" grpId="1" animBg="1"/>
      <p:bldP spid="7" grpId="2" animBg="1"/>
      <p:bldP spid="7" grpId="3"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9E6CE-2879-17F6-9B92-6C4561FFA6CC}"/>
            </a:ext>
          </a:extLst>
        </p:cNvPr>
        <p:cNvGrpSpPr/>
        <p:nvPr/>
      </p:nvGrpSpPr>
      <p:grpSpPr>
        <a:xfrm>
          <a:off x="0" y="0"/>
          <a:ext cx="0" cy="0"/>
          <a:chOff x="0" y="0"/>
          <a:chExt cx="0" cy="0"/>
        </a:xfrm>
      </p:grpSpPr>
      <p:sp>
        <p:nvSpPr>
          <p:cNvPr id="16" name="Freeform: Shape 15">
            <a:extLst>
              <a:ext uri="{FF2B5EF4-FFF2-40B4-BE49-F238E27FC236}">
                <a16:creationId xmlns:a16="http://schemas.microsoft.com/office/drawing/2014/main" id="{E076655C-D094-EC20-54C1-379A8FF53401}"/>
              </a:ext>
              <a:ext uri="{C183D7F6-B498-43B3-948B-1728B52AA6E4}">
                <adec:decorative xmlns:adec="http://schemas.microsoft.com/office/drawing/2017/decorative" val="1"/>
              </a:ext>
            </a:extLst>
          </p:cNvPr>
          <p:cNvSpPr>
            <a:spLocks/>
          </p:cNvSpPr>
          <p:nvPr/>
        </p:nvSpPr>
        <p:spPr bwMode="auto">
          <a:xfrm flipV="1">
            <a:off x="1" y="5337304"/>
            <a:ext cx="12192000" cy="1520696"/>
          </a:xfrm>
          <a:custGeom>
            <a:avLst/>
            <a:gdLst>
              <a:gd name="csX0" fmla="*/ 12192000 w 12192000"/>
              <a:gd name="csY0" fmla="*/ 1520696 h 1520696"/>
              <a:gd name="csX1" fmla="*/ 12192000 w 12192000"/>
              <a:gd name="csY1" fmla="*/ 1431796 h 1520696"/>
              <a:gd name="csX2" fmla="*/ 12192000 w 12192000"/>
              <a:gd name="csY2" fmla="*/ 1419096 h 1520696"/>
              <a:gd name="csX3" fmla="*/ 12192000 w 12192000"/>
              <a:gd name="csY3" fmla="*/ 1406396 h 1520696"/>
              <a:gd name="csX4" fmla="*/ 12192000 w 12192000"/>
              <a:gd name="csY4" fmla="*/ 1330196 h 1520696"/>
              <a:gd name="csX5" fmla="*/ 12192000 w 12192000"/>
              <a:gd name="csY5" fmla="*/ 1317496 h 1520696"/>
              <a:gd name="csX6" fmla="*/ 12192000 w 12192000"/>
              <a:gd name="csY6" fmla="*/ 1304796 h 1520696"/>
              <a:gd name="csX7" fmla="*/ 12192000 w 12192000"/>
              <a:gd name="csY7" fmla="*/ 1283447 h 1520696"/>
              <a:gd name="csX8" fmla="*/ 12192000 w 12192000"/>
              <a:gd name="csY8" fmla="*/ 1215896 h 1520696"/>
              <a:gd name="csX9" fmla="*/ 12192000 w 12192000"/>
              <a:gd name="csY9" fmla="*/ 1194547 h 1520696"/>
              <a:gd name="csX10" fmla="*/ 12192000 w 12192000"/>
              <a:gd name="csY10" fmla="*/ 1181847 h 1520696"/>
              <a:gd name="csX11" fmla="*/ 12192000 w 12192000"/>
              <a:gd name="csY11" fmla="*/ 1169147 h 1520696"/>
              <a:gd name="csX12" fmla="*/ 12192000 w 12192000"/>
              <a:gd name="csY12" fmla="*/ 1092947 h 1520696"/>
              <a:gd name="csX13" fmla="*/ 12192000 w 12192000"/>
              <a:gd name="csY13" fmla="*/ 1080247 h 1520696"/>
              <a:gd name="csX14" fmla="*/ 12192000 w 12192000"/>
              <a:gd name="csY14" fmla="*/ 1067547 h 1520696"/>
              <a:gd name="csX15" fmla="*/ 12192000 w 12192000"/>
              <a:gd name="csY15" fmla="*/ 978647 h 1520696"/>
              <a:gd name="csX16" fmla="*/ 12192000 w 12192000"/>
              <a:gd name="csY16" fmla="*/ 542049 h 1520696"/>
              <a:gd name="csX17" fmla="*/ 12192000 w 12192000"/>
              <a:gd name="csY17" fmla="*/ 453149 h 1520696"/>
              <a:gd name="csX18" fmla="*/ 12192000 w 12192000"/>
              <a:gd name="csY18" fmla="*/ 440449 h 1520696"/>
              <a:gd name="csX19" fmla="*/ 12192000 w 12192000"/>
              <a:gd name="csY19" fmla="*/ 427749 h 1520696"/>
              <a:gd name="csX20" fmla="*/ 12192000 w 12192000"/>
              <a:gd name="csY20" fmla="*/ 351549 h 1520696"/>
              <a:gd name="csX21" fmla="*/ 12192000 w 12192000"/>
              <a:gd name="csY21" fmla="*/ 338849 h 1520696"/>
              <a:gd name="csX22" fmla="*/ 12192000 w 12192000"/>
              <a:gd name="csY22" fmla="*/ 326149 h 1520696"/>
              <a:gd name="csX23" fmla="*/ 12192000 w 12192000"/>
              <a:gd name="csY23" fmla="*/ 304800 h 1520696"/>
              <a:gd name="csX24" fmla="*/ 12192000 w 12192000"/>
              <a:gd name="csY24" fmla="*/ 237249 h 1520696"/>
              <a:gd name="csX25" fmla="*/ 12192000 w 12192000"/>
              <a:gd name="csY25" fmla="*/ 215900 h 1520696"/>
              <a:gd name="csX26" fmla="*/ 12192000 w 12192000"/>
              <a:gd name="csY26" fmla="*/ 203200 h 1520696"/>
              <a:gd name="csX27" fmla="*/ 12192000 w 12192000"/>
              <a:gd name="csY27" fmla="*/ 190500 h 1520696"/>
              <a:gd name="csX28" fmla="*/ 12192000 w 12192000"/>
              <a:gd name="csY28" fmla="*/ 114300 h 1520696"/>
              <a:gd name="csX29" fmla="*/ 12192000 w 12192000"/>
              <a:gd name="csY29" fmla="*/ 101600 h 1520696"/>
              <a:gd name="csX30" fmla="*/ 12192000 w 12192000"/>
              <a:gd name="csY30" fmla="*/ 88900 h 1520696"/>
              <a:gd name="csX31" fmla="*/ 12192000 w 12192000"/>
              <a:gd name="csY31" fmla="*/ 0 h 1520696"/>
              <a:gd name="csX32" fmla="*/ 11650978 w 12192000"/>
              <a:gd name="csY32" fmla="*/ 0 h 1520696"/>
              <a:gd name="csX33" fmla="*/ 541020 w 12192000"/>
              <a:gd name="csY33" fmla="*/ 0 h 1520696"/>
              <a:gd name="csX34" fmla="*/ 329474 w 12192000"/>
              <a:gd name="csY34" fmla="*/ 0 h 1520696"/>
              <a:gd name="csX35" fmla="*/ 0 w 12192000"/>
              <a:gd name="csY35" fmla="*/ 0 h 1520696"/>
              <a:gd name="csX36" fmla="*/ 0 w 12192000"/>
              <a:gd name="csY36" fmla="*/ 88900 h 1520696"/>
              <a:gd name="csX37" fmla="*/ 0 w 12192000"/>
              <a:gd name="csY37" fmla="*/ 101600 h 1520696"/>
              <a:gd name="csX38" fmla="*/ 0 w 12192000"/>
              <a:gd name="csY38" fmla="*/ 114300 h 1520696"/>
              <a:gd name="csX39" fmla="*/ 0 w 12192000"/>
              <a:gd name="csY39" fmla="*/ 190500 h 1520696"/>
              <a:gd name="csX40" fmla="*/ 0 w 12192000"/>
              <a:gd name="csY40" fmla="*/ 203200 h 1520696"/>
              <a:gd name="csX41" fmla="*/ 0 w 12192000"/>
              <a:gd name="csY41" fmla="*/ 215900 h 1520696"/>
              <a:gd name="csX42" fmla="*/ 0 w 12192000"/>
              <a:gd name="csY42" fmla="*/ 237249 h 1520696"/>
              <a:gd name="csX43" fmla="*/ 0 w 12192000"/>
              <a:gd name="csY43" fmla="*/ 304800 h 1520696"/>
              <a:gd name="csX44" fmla="*/ 0 w 12192000"/>
              <a:gd name="csY44" fmla="*/ 326149 h 1520696"/>
              <a:gd name="csX45" fmla="*/ 0 w 12192000"/>
              <a:gd name="csY45" fmla="*/ 338849 h 1520696"/>
              <a:gd name="csX46" fmla="*/ 0 w 12192000"/>
              <a:gd name="csY46" fmla="*/ 351549 h 1520696"/>
              <a:gd name="csX47" fmla="*/ 0 w 12192000"/>
              <a:gd name="csY47" fmla="*/ 427749 h 1520696"/>
              <a:gd name="csX48" fmla="*/ 0 w 12192000"/>
              <a:gd name="csY48" fmla="*/ 440449 h 1520696"/>
              <a:gd name="csX49" fmla="*/ 0 w 12192000"/>
              <a:gd name="csY49" fmla="*/ 453149 h 1520696"/>
              <a:gd name="csX50" fmla="*/ 0 w 12192000"/>
              <a:gd name="csY50" fmla="*/ 542049 h 1520696"/>
              <a:gd name="csX51" fmla="*/ 0 w 12192000"/>
              <a:gd name="csY51" fmla="*/ 978645 h 1520696"/>
              <a:gd name="csX52" fmla="*/ 0 w 12192000"/>
              <a:gd name="csY52" fmla="*/ 1067545 h 1520696"/>
              <a:gd name="csX53" fmla="*/ 0 w 12192000"/>
              <a:gd name="csY53" fmla="*/ 1080245 h 1520696"/>
              <a:gd name="csX54" fmla="*/ 0 w 12192000"/>
              <a:gd name="csY54" fmla="*/ 1092945 h 1520696"/>
              <a:gd name="csX55" fmla="*/ 0 w 12192000"/>
              <a:gd name="csY55" fmla="*/ 1169145 h 1520696"/>
              <a:gd name="csX56" fmla="*/ 0 w 12192000"/>
              <a:gd name="csY56" fmla="*/ 1181845 h 1520696"/>
              <a:gd name="csX57" fmla="*/ 0 w 12192000"/>
              <a:gd name="csY57" fmla="*/ 1194545 h 1520696"/>
              <a:gd name="csX58" fmla="*/ 0 w 12192000"/>
              <a:gd name="csY58" fmla="*/ 1215894 h 1520696"/>
              <a:gd name="csX59" fmla="*/ 0 w 12192000"/>
              <a:gd name="csY59" fmla="*/ 1283445 h 1520696"/>
              <a:gd name="csX60" fmla="*/ 0 w 12192000"/>
              <a:gd name="csY60" fmla="*/ 1304794 h 1520696"/>
              <a:gd name="csX61" fmla="*/ 0 w 12192000"/>
              <a:gd name="csY61" fmla="*/ 1317494 h 1520696"/>
              <a:gd name="csX62" fmla="*/ 0 w 12192000"/>
              <a:gd name="csY62" fmla="*/ 1330194 h 1520696"/>
              <a:gd name="csX63" fmla="*/ 0 w 12192000"/>
              <a:gd name="csY63" fmla="*/ 1406394 h 1520696"/>
              <a:gd name="csX64" fmla="*/ 0 w 12192000"/>
              <a:gd name="csY64" fmla="*/ 1419094 h 1520696"/>
              <a:gd name="csX65" fmla="*/ 0 w 12192000"/>
              <a:gd name="csY65" fmla="*/ 1431794 h 1520696"/>
              <a:gd name="csX66" fmla="*/ 0 w 12192000"/>
              <a:gd name="csY66" fmla="*/ 1520694 h 1520696"/>
              <a:gd name="csX67" fmla="*/ 52015 w 12192000"/>
              <a:gd name="csY67" fmla="*/ 1443545 h 1520696"/>
              <a:gd name="csX68" fmla="*/ 238915 w 12192000"/>
              <a:gd name="csY68" fmla="*/ 1366128 h 1520696"/>
              <a:gd name="csX69" fmla="*/ 329474 w 12192000"/>
              <a:gd name="csY69" fmla="*/ 1366128 h 1520696"/>
              <a:gd name="csX70" fmla="*/ 541020 w 12192000"/>
              <a:gd name="csY70" fmla="*/ 1366128 h 1520696"/>
              <a:gd name="csX71" fmla="*/ 588262 w 12192000"/>
              <a:gd name="csY71" fmla="*/ 1366128 h 1520696"/>
              <a:gd name="csX72" fmla="*/ 11603736 w 12192000"/>
              <a:gd name="csY72" fmla="*/ 1366128 h 1520696"/>
              <a:gd name="csX73" fmla="*/ 11650978 w 12192000"/>
              <a:gd name="csY73" fmla="*/ 1366128 h 1520696"/>
              <a:gd name="csX74" fmla="*/ 11953083 w 12192000"/>
              <a:gd name="csY74" fmla="*/ 1366128 h 1520696"/>
              <a:gd name="csX75" fmla="*/ 12139983 w 12192000"/>
              <a:gd name="csY75" fmla="*/ 1443545 h 15206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12192000" h="1520696">
                <a:moveTo>
                  <a:pt x="12192000" y="1520696"/>
                </a:moveTo>
                <a:lnTo>
                  <a:pt x="12192000" y="1431796"/>
                </a:lnTo>
                <a:lnTo>
                  <a:pt x="12192000" y="1419096"/>
                </a:lnTo>
                <a:lnTo>
                  <a:pt x="12192000" y="1406396"/>
                </a:lnTo>
                <a:lnTo>
                  <a:pt x="12192000" y="1330196"/>
                </a:lnTo>
                <a:lnTo>
                  <a:pt x="12192000" y="1317496"/>
                </a:lnTo>
                <a:lnTo>
                  <a:pt x="12192000" y="1304796"/>
                </a:lnTo>
                <a:lnTo>
                  <a:pt x="12192000" y="1283447"/>
                </a:lnTo>
                <a:lnTo>
                  <a:pt x="12192000" y="1215896"/>
                </a:lnTo>
                <a:lnTo>
                  <a:pt x="12192000" y="1194547"/>
                </a:lnTo>
                <a:lnTo>
                  <a:pt x="12192000" y="1181847"/>
                </a:lnTo>
                <a:lnTo>
                  <a:pt x="12192000" y="1169147"/>
                </a:lnTo>
                <a:lnTo>
                  <a:pt x="12192000" y="1092947"/>
                </a:lnTo>
                <a:lnTo>
                  <a:pt x="12192000" y="1080247"/>
                </a:lnTo>
                <a:lnTo>
                  <a:pt x="12192000" y="1067547"/>
                </a:lnTo>
                <a:lnTo>
                  <a:pt x="12192000" y="978647"/>
                </a:lnTo>
                <a:lnTo>
                  <a:pt x="12192000" y="542049"/>
                </a:lnTo>
                <a:lnTo>
                  <a:pt x="12192000" y="453149"/>
                </a:lnTo>
                <a:lnTo>
                  <a:pt x="12192000" y="440449"/>
                </a:lnTo>
                <a:lnTo>
                  <a:pt x="12192000" y="427749"/>
                </a:lnTo>
                <a:lnTo>
                  <a:pt x="12192000" y="351549"/>
                </a:lnTo>
                <a:lnTo>
                  <a:pt x="12192000" y="338849"/>
                </a:lnTo>
                <a:lnTo>
                  <a:pt x="12192000" y="326149"/>
                </a:lnTo>
                <a:lnTo>
                  <a:pt x="12192000" y="304800"/>
                </a:lnTo>
                <a:lnTo>
                  <a:pt x="12192000" y="237249"/>
                </a:lnTo>
                <a:lnTo>
                  <a:pt x="12192000" y="215900"/>
                </a:lnTo>
                <a:lnTo>
                  <a:pt x="12192000" y="203200"/>
                </a:lnTo>
                <a:lnTo>
                  <a:pt x="12192000" y="190500"/>
                </a:lnTo>
                <a:lnTo>
                  <a:pt x="12192000" y="114300"/>
                </a:lnTo>
                <a:lnTo>
                  <a:pt x="12192000" y="101600"/>
                </a:lnTo>
                <a:lnTo>
                  <a:pt x="12192000" y="88900"/>
                </a:lnTo>
                <a:lnTo>
                  <a:pt x="12192000" y="0"/>
                </a:lnTo>
                <a:lnTo>
                  <a:pt x="11650978" y="0"/>
                </a:lnTo>
                <a:lnTo>
                  <a:pt x="541020" y="0"/>
                </a:lnTo>
                <a:lnTo>
                  <a:pt x="329474" y="0"/>
                </a:lnTo>
                <a:lnTo>
                  <a:pt x="0" y="0"/>
                </a:lnTo>
                <a:lnTo>
                  <a:pt x="0" y="88900"/>
                </a:lnTo>
                <a:lnTo>
                  <a:pt x="0" y="101600"/>
                </a:lnTo>
                <a:lnTo>
                  <a:pt x="0" y="114300"/>
                </a:lnTo>
                <a:lnTo>
                  <a:pt x="0" y="190500"/>
                </a:lnTo>
                <a:lnTo>
                  <a:pt x="0" y="203200"/>
                </a:lnTo>
                <a:lnTo>
                  <a:pt x="0" y="215900"/>
                </a:lnTo>
                <a:lnTo>
                  <a:pt x="0" y="237249"/>
                </a:lnTo>
                <a:lnTo>
                  <a:pt x="0" y="304800"/>
                </a:lnTo>
                <a:lnTo>
                  <a:pt x="0" y="326149"/>
                </a:lnTo>
                <a:lnTo>
                  <a:pt x="0" y="338849"/>
                </a:lnTo>
                <a:lnTo>
                  <a:pt x="0" y="351549"/>
                </a:lnTo>
                <a:lnTo>
                  <a:pt x="0" y="427749"/>
                </a:lnTo>
                <a:lnTo>
                  <a:pt x="0" y="440449"/>
                </a:lnTo>
                <a:lnTo>
                  <a:pt x="0" y="453149"/>
                </a:lnTo>
                <a:lnTo>
                  <a:pt x="0" y="542049"/>
                </a:lnTo>
                <a:lnTo>
                  <a:pt x="0" y="978645"/>
                </a:lnTo>
                <a:lnTo>
                  <a:pt x="0" y="1067545"/>
                </a:lnTo>
                <a:lnTo>
                  <a:pt x="0" y="1080245"/>
                </a:lnTo>
                <a:lnTo>
                  <a:pt x="0" y="1092945"/>
                </a:lnTo>
                <a:lnTo>
                  <a:pt x="0" y="1169145"/>
                </a:lnTo>
                <a:lnTo>
                  <a:pt x="0" y="1181845"/>
                </a:lnTo>
                <a:lnTo>
                  <a:pt x="0" y="1194545"/>
                </a:lnTo>
                <a:lnTo>
                  <a:pt x="0" y="1215894"/>
                </a:lnTo>
                <a:lnTo>
                  <a:pt x="0" y="1283445"/>
                </a:lnTo>
                <a:lnTo>
                  <a:pt x="0" y="1304794"/>
                </a:lnTo>
                <a:lnTo>
                  <a:pt x="0" y="1317494"/>
                </a:lnTo>
                <a:lnTo>
                  <a:pt x="0" y="1330194"/>
                </a:lnTo>
                <a:lnTo>
                  <a:pt x="0" y="1406394"/>
                </a:lnTo>
                <a:lnTo>
                  <a:pt x="0" y="1419094"/>
                </a:lnTo>
                <a:lnTo>
                  <a:pt x="0" y="1431794"/>
                </a:lnTo>
                <a:lnTo>
                  <a:pt x="0" y="1520694"/>
                </a:lnTo>
                <a:lnTo>
                  <a:pt x="52015" y="1443545"/>
                </a:lnTo>
                <a:cubicBezTo>
                  <a:pt x="99847" y="1395713"/>
                  <a:pt x="165926" y="1366128"/>
                  <a:pt x="238915" y="1366128"/>
                </a:cubicBezTo>
                <a:lnTo>
                  <a:pt x="329474" y="1366128"/>
                </a:lnTo>
                <a:lnTo>
                  <a:pt x="541020" y="1366128"/>
                </a:lnTo>
                <a:lnTo>
                  <a:pt x="588262" y="1366128"/>
                </a:lnTo>
                <a:lnTo>
                  <a:pt x="11603736" y="1366128"/>
                </a:lnTo>
                <a:lnTo>
                  <a:pt x="11650978" y="1366128"/>
                </a:lnTo>
                <a:lnTo>
                  <a:pt x="11953083" y="1366128"/>
                </a:lnTo>
                <a:cubicBezTo>
                  <a:pt x="12026072" y="1366128"/>
                  <a:pt x="12092151" y="1395713"/>
                  <a:pt x="12139983" y="1443545"/>
                </a:cubicBezTo>
                <a:close/>
              </a:path>
            </a:pathLst>
          </a:custGeom>
          <a:solidFill>
            <a:schemeClr val="accent2">
              <a:lumMod val="20000"/>
              <a:lumOff val="80000"/>
              <a:alpha val="50000"/>
            </a:schemeClr>
          </a:solidFill>
          <a:ln>
            <a:noFill/>
          </a:ln>
          <a:effectLst/>
        </p:spPr>
        <p:txBody>
          <a:bodyPr wrap="square" lIns="0" tIns="0" rIns="0" bIns="0" anchor="ctr" anchorCtr="0">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w="3175">
                <a:noFill/>
              </a:ln>
              <a:solidFill>
                <a:srgbClr val="FFFFFF"/>
              </a:solidFill>
              <a:effectLst/>
              <a:uLnTx/>
              <a:uFillTx/>
              <a:latin typeface="Segoe UI Semibold"/>
              <a:ea typeface="+mn-ea"/>
              <a:cs typeface="Segoe UI" pitchFamily="34" charset="0"/>
            </a:endParaRPr>
          </a:p>
        </p:txBody>
      </p:sp>
      <p:sp>
        <p:nvSpPr>
          <p:cNvPr id="62" name="Rounded Rectangle 8">
            <a:extLst>
              <a:ext uri="{FF2B5EF4-FFF2-40B4-BE49-F238E27FC236}">
                <a16:creationId xmlns:a16="http://schemas.microsoft.com/office/drawing/2014/main" id="{51B4286C-94F6-DADA-7A0A-3D9F71276B3F}"/>
              </a:ext>
              <a:ext uri="{C183D7F6-B498-43B3-948B-1728B52AA6E4}">
                <adec:decorative xmlns:adec="http://schemas.microsoft.com/office/drawing/2017/decorative" val="1"/>
              </a:ext>
            </a:extLst>
          </p:cNvPr>
          <p:cNvSpPr/>
          <p:nvPr/>
        </p:nvSpPr>
        <p:spPr>
          <a:xfrm>
            <a:off x="608272" y="1593841"/>
            <a:ext cx="2531288" cy="4232697"/>
          </a:xfrm>
          <a:prstGeom prst="roundRect">
            <a:avLst>
              <a:gd name="adj" fmla="val 5686"/>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chemeClr val="bg1"/>
              </a:solidFill>
              <a:latin typeface="Segoe UI"/>
              <a:cs typeface="Segoe UI" pitchFamily="34" charset="0"/>
            </a:endParaRPr>
          </a:p>
        </p:txBody>
      </p:sp>
      <p:sp>
        <p:nvSpPr>
          <p:cNvPr id="63" name="Rounded Rectangle 8">
            <a:extLst>
              <a:ext uri="{FF2B5EF4-FFF2-40B4-BE49-F238E27FC236}">
                <a16:creationId xmlns:a16="http://schemas.microsoft.com/office/drawing/2014/main" id="{7F9C4328-6454-8233-0398-9D410B5CA1A0}"/>
              </a:ext>
              <a:ext uri="{C183D7F6-B498-43B3-948B-1728B52AA6E4}">
                <adec:decorative xmlns:adec="http://schemas.microsoft.com/office/drawing/2017/decorative" val="1"/>
              </a:ext>
            </a:extLst>
          </p:cNvPr>
          <p:cNvSpPr/>
          <p:nvPr/>
        </p:nvSpPr>
        <p:spPr>
          <a:xfrm>
            <a:off x="3435258" y="1593841"/>
            <a:ext cx="2531288" cy="4232697"/>
          </a:xfrm>
          <a:prstGeom prst="roundRect">
            <a:avLst>
              <a:gd name="adj" fmla="val 5686"/>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chemeClr val="bg1"/>
              </a:solidFill>
              <a:latin typeface="Segoe UI"/>
              <a:cs typeface="Segoe UI" pitchFamily="34" charset="0"/>
            </a:endParaRPr>
          </a:p>
        </p:txBody>
      </p:sp>
      <p:sp>
        <p:nvSpPr>
          <p:cNvPr id="65" name="Rounded Rectangle 8">
            <a:extLst>
              <a:ext uri="{FF2B5EF4-FFF2-40B4-BE49-F238E27FC236}">
                <a16:creationId xmlns:a16="http://schemas.microsoft.com/office/drawing/2014/main" id="{B8CA4777-B752-7A37-FDC7-3A3D86DE2EE0}"/>
              </a:ext>
              <a:ext uri="{C183D7F6-B498-43B3-948B-1728B52AA6E4}">
                <adec:decorative xmlns:adec="http://schemas.microsoft.com/office/drawing/2017/decorative" val="1"/>
              </a:ext>
            </a:extLst>
          </p:cNvPr>
          <p:cNvSpPr/>
          <p:nvPr/>
        </p:nvSpPr>
        <p:spPr>
          <a:xfrm>
            <a:off x="6262244" y="1593841"/>
            <a:ext cx="2531288" cy="4232697"/>
          </a:xfrm>
          <a:prstGeom prst="roundRect">
            <a:avLst>
              <a:gd name="adj" fmla="val 5686"/>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chemeClr val="bg1"/>
              </a:solidFill>
              <a:latin typeface="Segoe UI"/>
              <a:cs typeface="Segoe UI" pitchFamily="34" charset="0"/>
            </a:endParaRPr>
          </a:p>
        </p:txBody>
      </p:sp>
      <p:sp>
        <p:nvSpPr>
          <p:cNvPr id="67" name="Rounded Rectangle 8">
            <a:extLst>
              <a:ext uri="{FF2B5EF4-FFF2-40B4-BE49-F238E27FC236}">
                <a16:creationId xmlns:a16="http://schemas.microsoft.com/office/drawing/2014/main" id="{32ABC33F-28C8-1676-D310-EF05AC1911C7}"/>
              </a:ext>
              <a:ext uri="{C183D7F6-B498-43B3-948B-1728B52AA6E4}">
                <adec:decorative xmlns:adec="http://schemas.microsoft.com/office/drawing/2017/decorative" val="1"/>
              </a:ext>
            </a:extLst>
          </p:cNvPr>
          <p:cNvSpPr/>
          <p:nvPr/>
        </p:nvSpPr>
        <p:spPr>
          <a:xfrm>
            <a:off x="9089229" y="1593841"/>
            <a:ext cx="2531288" cy="4232697"/>
          </a:xfrm>
          <a:prstGeom prst="roundRect">
            <a:avLst>
              <a:gd name="adj" fmla="val 5686"/>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chemeClr val="bg1"/>
              </a:solidFill>
              <a:latin typeface="Segoe UI"/>
              <a:cs typeface="Segoe UI" pitchFamily="34" charset="0"/>
            </a:endParaRPr>
          </a:p>
        </p:txBody>
      </p:sp>
      <p:sp>
        <p:nvSpPr>
          <p:cNvPr id="155" name="Oval 154">
            <a:extLst>
              <a:ext uri="{FF2B5EF4-FFF2-40B4-BE49-F238E27FC236}">
                <a16:creationId xmlns:a16="http://schemas.microsoft.com/office/drawing/2014/main" id="{2FF3427F-D121-AE11-3F6E-8A9B2E4DB1C7}"/>
              </a:ext>
              <a:ext uri="{C183D7F6-B498-43B3-948B-1728B52AA6E4}">
                <adec:decorative xmlns:adec="http://schemas.microsoft.com/office/drawing/2017/decorative" val="1"/>
              </a:ext>
            </a:extLst>
          </p:cNvPr>
          <p:cNvSpPr>
            <a:spLocks/>
          </p:cNvSpPr>
          <p:nvPr/>
        </p:nvSpPr>
        <p:spPr>
          <a:xfrm>
            <a:off x="9856487" y="1100746"/>
            <a:ext cx="996772" cy="996772"/>
          </a:xfrm>
          <a:prstGeom prst="ellipse">
            <a:avLst/>
          </a:prstGeom>
          <a:solidFill>
            <a:schemeClr val="tx2"/>
          </a:solidFill>
          <a:ln w="38100">
            <a:noFill/>
          </a:ln>
          <a:effectLst/>
        </p:spPr>
        <p:txBody>
          <a:bodyPr rot="0" spcFirstLastPara="0" vert="horz" wrap="square" lIns="0" tIns="0" rIns="0" bIns="0" numCol="1" spcCol="0" rtlCol="0" fromWordArt="0" anchor="ctr" anchorCtr="0" forceAA="0" compatLnSpc="1">
            <a:prstTxWarp prst="textNoShape">
              <a:avLst/>
            </a:prstTxWarp>
            <a:noAutofit/>
          </a:bodyPr>
          <a:lstStyle/>
          <a:p>
            <a:pPr algn="ctr"/>
            <a:endParaRPr lang="en-US" sz="1400" kern="0">
              <a:latin typeface="+mj-lt"/>
              <a:cs typeface="Segoe Sans Text" pitchFamily="2" charset="0"/>
            </a:endParaRPr>
          </a:p>
        </p:txBody>
      </p:sp>
      <p:sp>
        <p:nvSpPr>
          <p:cNvPr id="173" name="Oval 172">
            <a:extLst>
              <a:ext uri="{FF2B5EF4-FFF2-40B4-BE49-F238E27FC236}">
                <a16:creationId xmlns:a16="http://schemas.microsoft.com/office/drawing/2014/main" id="{9BC07681-B01E-EED4-A73F-B0AA0C1F113B}"/>
              </a:ext>
              <a:ext uri="{C183D7F6-B498-43B3-948B-1728B52AA6E4}">
                <adec:decorative xmlns:adec="http://schemas.microsoft.com/office/drawing/2017/decorative" val="1"/>
              </a:ext>
            </a:extLst>
          </p:cNvPr>
          <p:cNvSpPr/>
          <p:nvPr/>
        </p:nvSpPr>
        <p:spPr>
          <a:xfrm>
            <a:off x="7029502" y="1102852"/>
            <a:ext cx="996772" cy="996772"/>
          </a:xfrm>
          <a:prstGeom prst="ellipse">
            <a:avLst/>
          </a:prstGeom>
          <a:solidFill>
            <a:schemeClr val="tx2"/>
          </a:solidFill>
          <a:ln w="38100">
            <a:noFill/>
          </a:ln>
          <a:effectLst/>
        </p:spPr>
        <p:txBody>
          <a:bodyPr rot="0" spcFirstLastPara="0" vert="horz" wrap="square" lIns="0" tIns="0" rIns="0" bIns="0" numCol="1" spcCol="0" rtlCol="0" fromWordArt="0" anchor="ctr" anchorCtr="0" forceAA="0" compatLnSpc="1">
            <a:prstTxWarp prst="textNoShape">
              <a:avLst/>
            </a:prstTxWarp>
            <a:noAutofit/>
          </a:bodyPr>
          <a:lstStyle/>
          <a:p>
            <a:pPr algn="ctr"/>
            <a:endParaRPr lang="en-US" sz="1400" kern="0">
              <a:latin typeface="+mj-lt"/>
              <a:cs typeface="Segoe Sans Text" pitchFamily="2" charset="0"/>
            </a:endParaRPr>
          </a:p>
        </p:txBody>
      </p:sp>
      <p:sp>
        <p:nvSpPr>
          <p:cNvPr id="165" name="Oval 164">
            <a:extLst>
              <a:ext uri="{FF2B5EF4-FFF2-40B4-BE49-F238E27FC236}">
                <a16:creationId xmlns:a16="http://schemas.microsoft.com/office/drawing/2014/main" id="{979B017C-DBFE-AE65-06C3-F7D465B6EF58}"/>
              </a:ext>
              <a:ext uri="{C183D7F6-B498-43B3-948B-1728B52AA6E4}">
                <adec:decorative xmlns:adec="http://schemas.microsoft.com/office/drawing/2017/decorative" val="1"/>
              </a:ext>
            </a:extLst>
          </p:cNvPr>
          <p:cNvSpPr/>
          <p:nvPr/>
        </p:nvSpPr>
        <p:spPr>
          <a:xfrm>
            <a:off x="4202516" y="1102852"/>
            <a:ext cx="996772" cy="996772"/>
          </a:xfrm>
          <a:prstGeom prst="ellipse">
            <a:avLst/>
          </a:prstGeom>
          <a:solidFill>
            <a:schemeClr val="tx2"/>
          </a:solidFill>
          <a:ln w="38100">
            <a:noFill/>
          </a:ln>
          <a:effectLst/>
        </p:spPr>
        <p:txBody>
          <a:bodyPr rot="0" spcFirstLastPara="0" vert="horz" wrap="square" lIns="0" tIns="0" rIns="0" bIns="0" numCol="1" spcCol="0" rtlCol="0" fromWordArt="0" anchor="ctr" anchorCtr="0" forceAA="0" compatLnSpc="1">
            <a:prstTxWarp prst="textNoShape">
              <a:avLst/>
            </a:prstTxWarp>
            <a:noAutofit/>
          </a:bodyPr>
          <a:lstStyle/>
          <a:p>
            <a:pPr algn="ctr"/>
            <a:endParaRPr lang="en-US" sz="1400" kern="0">
              <a:latin typeface="+mj-lt"/>
              <a:cs typeface="Segoe Sans Text" pitchFamily="2" charset="0"/>
            </a:endParaRPr>
          </a:p>
        </p:txBody>
      </p:sp>
      <p:sp>
        <p:nvSpPr>
          <p:cNvPr id="111" name="Oval 110">
            <a:extLst>
              <a:ext uri="{FF2B5EF4-FFF2-40B4-BE49-F238E27FC236}">
                <a16:creationId xmlns:a16="http://schemas.microsoft.com/office/drawing/2014/main" id="{91A57A0F-0976-2322-5F20-7F368CE4DDC5}"/>
              </a:ext>
              <a:ext uri="{C183D7F6-B498-43B3-948B-1728B52AA6E4}">
                <adec:decorative xmlns:adec="http://schemas.microsoft.com/office/drawing/2017/decorative" val="1"/>
              </a:ext>
            </a:extLst>
          </p:cNvPr>
          <p:cNvSpPr/>
          <p:nvPr/>
        </p:nvSpPr>
        <p:spPr>
          <a:xfrm>
            <a:off x="1375530" y="1102408"/>
            <a:ext cx="996772" cy="996772"/>
          </a:xfrm>
          <a:prstGeom prst="ellipse">
            <a:avLst/>
          </a:prstGeom>
          <a:solidFill>
            <a:schemeClr val="tx2"/>
          </a:solidFill>
          <a:ln w="38100">
            <a:noFill/>
          </a:ln>
          <a:effectLst/>
        </p:spPr>
        <p:txBody>
          <a:bodyPr rot="0" spcFirstLastPara="0" vert="horz" wrap="square" lIns="0" tIns="0" rIns="0" bIns="0" numCol="1" spcCol="0" rtlCol="0" fromWordArt="0" anchor="ctr" anchorCtr="0" forceAA="0" compatLnSpc="1">
            <a:prstTxWarp prst="textNoShape">
              <a:avLst/>
            </a:prstTxWarp>
            <a:noAutofit/>
          </a:bodyPr>
          <a:lstStyle/>
          <a:p>
            <a:pPr algn="ctr"/>
            <a:endParaRPr lang="en-US" sz="1400" kern="0" dirty="0">
              <a:latin typeface="+mj-lt"/>
              <a:cs typeface="Segoe Sans Text" pitchFamily="2" charset="0"/>
            </a:endParaRPr>
          </a:p>
        </p:txBody>
      </p:sp>
      <p:sp>
        <p:nvSpPr>
          <p:cNvPr id="31" name="Title 30">
            <a:extLst>
              <a:ext uri="{FF2B5EF4-FFF2-40B4-BE49-F238E27FC236}">
                <a16:creationId xmlns:a16="http://schemas.microsoft.com/office/drawing/2014/main" id="{AA867BE8-3E02-3B13-06CC-5D4F0D6A45EF}"/>
              </a:ext>
            </a:extLst>
          </p:cNvPr>
          <p:cNvSpPr>
            <a:spLocks noGrp="1"/>
          </p:cNvSpPr>
          <p:nvPr>
            <p:ph type="title"/>
          </p:nvPr>
        </p:nvSpPr>
        <p:spPr/>
        <p:txBody>
          <a:bodyPr/>
          <a:lstStyle/>
          <a:p>
            <a:r>
              <a:rPr lang="en-IN"/>
              <a:t>AI Security Overview</a:t>
            </a:r>
          </a:p>
        </p:txBody>
      </p:sp>
      <p:sp>
        <p:nvSpPr>
          <p:cNvPr id="109" name="TextBox 108">
            <a:extLst>
              <a:ext uri="{FF2B5EF4-FFF2-40B4-BE49-F238E27FC236}">
                <a16:creationId xmlns:a16="http://schemas.microsoft.com/office/drawing/2014/main" id="{8FAACEE3-4022-518C-84C7-86778D551AE7}"/>
              </a:ext>
            </a:extLst>
          </p:cNvPr>
          <p:cNvSpPr txBox="1"/>
          <p:nvPr/>
        </p:nvSpPr>
        <p:spPr>
          <a:xfrm>
            <a:off x="920141" y="618461"/>
            <a:ext cx="1907550" cy="276999"/>
          </a:xfrm>
          <a:prstGeom prst="rect">
            <a:avLst/>
          </a:prstGeom>
          <a:noFill/>
        </p:spPr>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dirty="0">
                <a:ln>
                  <a:noFill/>
                </a:ln>
                <a:solidFill>
                  <a:schemeClr val="accent2"/>
                </a:solidFill>
                <a:effectLst/>
                <a:uLnTx/>
                <a:uFillTx/>
                <a:latin typeface="+mj-lt"/>
                <a:ea typeface="+mj-ea"/>
                <a:cs typeface="+mj-cs"/>
              </a:rPr>
              <a:t>CIO</a:t>
            </a:r>
          </a:p>
        </p:txBody>
      </p:sp>
      <p:sp>
        <p:nvSpPr>
          <p:cNvPr id="21" name="TextBox 20">
            <a:extLst>
              <a:ext uri="{FF2B5EF4-FFF2-40B4-BE49-F238E27FC236}">
                <a16:creationId xmlns:a16="http://schemas.microsoft.com/office/drawing/2014/main" id="{C60AFC3C-DB91-461D-C73F-37CA693B607F}"/>
              </a:ext>
            </a:extLst>
          </p:cNvPr>
          <p:cNvSpPr txBox="1"/>
          <p:nvPr/>
        </p:nvSpPr>
        <p:spPr>
          <a:xfrm>
            <a:off x="801924" y="2263452"/>
            <a:ext cx="2143985" cy="276999"/>
          </a:xfrm>
          <a:prstGeom prst="rect">
            <a:avLst/>
          </a:prstGeom>
        </p:spPr>
        <p:txBody>
          <a:bodyPr wrap="none" rtlCol="0">
            <a:spAutoFit/>
          </a:bodyPr>
          <a:lstStyle/>
          <a:p>
            <a:pPr marL="0" marR="0" lvl="1" indent="0" algn="ctr" defTabSz="630263" rtl="0" eaLnBrk="1" fontAlgn="base" latinLnBrk="0" hangingPunct="1">
              <a:lnSpc>
                <a:spcPct val="100000"/>
              </a:lnSpc>
              <a:spcBef>
                <a:spcPts val="1800"/>
              </a:spcBef>
              <a:spcAft>
                <a:spcPts val="0"/>
              </a:spcAft>
              <a:buClrTx/>
              <a:buSzPct val="90000"/>
              <a:buFontTx/>
              <a:buNone/>
              <a:tabLst>
                <a:tab pos="1371655" algn="l"/>
              </a:tabLst>
              <a:defRPr/>
            </a:pPr>
            <a:r>
              <a:rPr kumimoji="0" lang="en-US" sz="1200" i="0" u="none" strike="noStrike" kern="1200" cap="none" spc="60" normalizeH="0" noProof="0">
                <a:ln w="3175">
                  <a:noFill/>
                </a:ln>
                <a:solidFill>
                  <a:schemeClr val="accent2"/>
                </a:solidFill>
                <a:effectLst/>
                <a:uLnTx/>
                <a:uFillTx/>
                <a:latin typeface="+mj-lt"/>
                <a:ea typeface="+mj-ea"/>
                <a:cs typeface="+mj-cs"/>
              </a:rPr>
              <a:t>MANAGED GOVERNANCE</a:t>
            </a:r>
          </a:p>
        </p:txBody>
      </p:sp>
      <p:sp>
        <p:nvSpPr>
          <p:cNvPr id="3" name="TextBox 2">
            <a:extLst>
              <a:ext uri="{FF2B5EF4-FFF2-40B4-BE49-F238E27FC236}">
                <a16:creationId xmlns:a16="http://schemas.microsoft.com/office/drawing/2014/main" id="{EFC1C532-1A0E-9D25-9F65-AEBF54609060}"/>
              </a:ext>
            </a:extLst>
          </p:cNvPr>
          <p:cNvSpPr txBox="1"/>
          <p:nvPr/>
        </p:nvSpPr>
        <p:spPr>
          <a:xfrm>
            <a:off x="845715" y="2581849"/>
            <a:ext cx="2056403" cy="369332"/>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effectLst/>
                <a:uLnTx/>
                <a:uFillTx/>
                <a:latin typeface="+mj-lt"/>
                <a:ea typeface="+mj-ea"/>
                <a:cs typeface="+mj-cs"/>
              </a:rPr>
              <a:t>More visibility, More Control, </a:t>
            </a:r>
            <a:br>
              <a:rPr kumimoji="0" lang="en-US" sz="1200" i="0" u="none" strike="noStrike" kern="1200" cap="none" spc="0" normalizeH="0" baseline="0" noProof="0">
                <a:ln>
                  <a:noFill/>
                </a:ln>
                <a:effectLst/>
                <a:uLnTx/>
                <a:uFillTx/>
                <a:latin typeface="+mj-lt"/>
                <a:ea typeface="+mj-ea"/>
                <a:cs typeface="+mj-cs"/>
              </a:rPr>
            </a:br>
            <a:r>
              <a:rPr kumimoji="0" lang="en-US" sz="1200" i="0" u="none" strike="noStrike" kern="1200" cap="none" spc="0" normalizeH="0" baseline="0" noProof="0">
                <a:ln>
                  <a:noFill/>
                </a:ln>
                <a:effectLst/>
                <a:uLnTx/>
                <a:uFillTx/>
                <a:latin typeface="+mj-lt"/>
                <a:ea typeface="+mj-ea"/>
                <a:cs typeface="+mj-cs"/>
              </a:rPr>
              <a:t>Less effort</a:t>
            </a:r>
          </a:p>
        </p:txBody>
      </p:sp>
      <p:graphicFrame>
        <p:nvGraphicFramePr>
          <p:cNvPr id="5" name="Table 4">
            <a:extLst>
              <a:ext uri="{FF2B5EF4-FFF2-40B4-BE49-F238E27FC236}">
                <a16:creationId xmlns:a16="http://schemas.microsoft.com/office/drawing/2014/main" id="{75138402-CC1D-A932-D7EE-F54C7210C84D}"/>
              </a:ext>
            </a:extLst>
          </p:cNvPr>
          <p:cNvGraphicFramePr>
            <a:graphicFrameLocks noGrp="1"/>
          </p:cNvGraphicFramePr>
          <p:nvPr/>
        </p:nvGraphicFramePr>
        <p:xfrm>
          <a:off x="608272" y="3238782"/>
          <a:ext cx="2531288" cy="1744308"/>
        </p:xfrm>
        <a:graphic>
          <a:graphicData uri="http://schemas.openxmlformats.org/drawingml/2006/table">
            <a:tbl>
              <a:tblPr firstRow="1" bandRow="1">
                <a:tableStyleId>{5C22544A-7EE6-4342-B048-85BDC9FD1C3A}</a:tableStyleId>
              </a:tblPr>
              <a:tblGrid>
                <a:gridCol w="2531288">
                  <a:extLst>
                    <a:ext uri="{9D8B030D-6E8A-4147-A177-3AD203B41FA5}">
                      <a16:colId xmlns:a16="http://schemas.microsoft.com/office/drawing/2014/main" val="97731813"/>
                    </a:ext>
                  </a:extLst>
                </a:gridCol>
              </a:tblGrid>
              <a:tr h="436077">
                <a:tc>
                  <a:txBody>
                    <a:bodyPr/>
                    <a:lstStyle/>
                    <a:p>
                      <a:pPr algn="ctr"/>
                      <a:r>
                        <a:rPr lang="en-US" sz="1100" b="0" i="0">
                          <a:solidFill>
                            <a:schemeClr val="tx1"/>
                          </a:solidFill>
                          <a:latin typeface="+mn-lt"/>
                          <a:ea typeface="+mn-ea"/>
                          <a:cs typeface="+mn-cs"/>
                        </a:rPr>
                        <a:t>Management at scale</a:t>
                      </a:r>
                    </a:p>
                  </a:txBody>
                  <a:tcPr marL="0" marR="0" marT="36000" marB="36000" anchor="ctr">
                    <a:lnL w="12700" cmpd="sng">
                      <a:noFill/>
                    </a:lnL>
                    <a:lnR w="12700" cmpd="sng">
                      <a:noFill/>
                    </a:lnR>
                    <a:lnT w="12700" cmpd="sng">
                      <a:noFill/>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7473342"/>
                  </a:ext>
                </a:extLst>
              </a:tr>
              <a:tr h="436077">
                <a:tc>
                  <a:txBody>
                    <a:bodyPr/>
                    <a:lstStyle/>
                    <a:p>
                      <a:pPr algn="ctr"/>
                      <a:r>
                        <a:rPr lang="en-US" sz="1100" b="0" i="0">
                          <a:solidFill>
                            <a:schemeClr val="tx1"/>
                          </a:solidFill>
                          <a:latin typeface="+mn-lt"/>
                          <a:ea typeface="+mn-ea"/>
                          <a:cs typeface="+mn-cs"/>
                        </a:rPr>
                        <a:t>Environment strategy</a:t>
                      </a:r>
                    </a:p>
                  </a:txBody>
                  <a:tcPr marL="0" marR="0" marT="36000" marB="36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3465901"/>
                  </a:ext>
                </a:extLst>
              </a:tr>
              <a:tr h="436077">
                <a:tc>
                  <a:txBody>
                    <a:bodyPr/>
                    <a:lstStyle/>
                    <a:p>
                      <a:pPr algn="ctr"/>
                      <a:r>
                        <a:rPr lang="en-US" sz="1100" b="0" i="0">
                          <a:solidFill>
                            <a:schemeClr val="tx1"/>
                          </a:solidFill>
                          <a:latin typeface="+mn-lt"/>
                          <a:ea typeface="+mn-ea"/>
                          <a:cs typeface="+mn-cs"/>
                        </a:rPr>
                        <a:t>Reactive governance</a:t>
                      </a:r>
                    </a:p>
                  </a:txBody>
                  <a:tcPr marL="0" marR="0" marT="36000" marB="36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4914936"/>
                  </a:ext>
                </a:extLst>
              </a:tr>
              <a:tr h="436077">
                <a:tc>
                  <a:txBody>
                    <a:bodyPr/>
                    <a:lstStyle/>
                    <a:p>
                      <a:pPr algn="ctr"/>
                      <a:r>
                        <a:rPr lang="en-US" sz="1100" b="0" i="0" dirty="0">
                          <a:solidFill>
                            <a:schemeClr val="tx1"/>
                          </a:solidFill>
                          <a:latin typeface="+mn-lt"/>
                          <a:ea typeface="+mn-ea"/>
                          <a:cs typeface="+mn-cs"/>
                        </a:rPr>
                        <a:t>Full visibility</a:t>
                      </a:r>
                    </a:p>
                  </a:txBody>
                  <a:tcPr marL="0" marR="0" marT="36000" marB="36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7807352"/>
                  </a:ext>
                </a:extLst>
              </a:tr>
            </a:tbl>
          </a:graphicData>
        </a:graphic>
      </p:graphicFrame>
      <p:sp>
        <p:nvSpPr>
          <p:cNvPr id="163" name="TextBox 162">
            <a:extLst>
              <a:ext uri="{FF2B5EF4-FFF2-40B4-BE49-F238E27FC236}">
                <a16:creationId xmlns:a16="http://schemas.microsoft.com/office/drawing/2014/main" id="{05037E77-0C83-1F36-9BAD-A8BA6C470546}"/>
              </a:ext>
            </a:extLst>
          </p:cNvPr>
          <p:cNvSpPr txBox="1"/>
          <p:nvPr/>
        </p:nvSpPr>
        <p:spPr>
          <a:xfrm>
            <a:off x="3747127" y="618461"/>
            <a:ext cx="1907550" cy="276999"/>
          </a:xfrm>
          <a:prstGeom prst="rect">
            <a:avLst/>
          </a:prstGeom>
          <a:noFill/>
        </p:spPr>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a:ln>
                  <a:noFill/>
                </a:ln>
                <a:solidFill>
                  <a:schemeClr val="accent2"/>
                </a:solidFill>
                <a:effectLst/>
                <a:uLnTx/>
                <a:uFillTx/>
                <a:latin typeface="+mj-lt"/>
                <a:ea typeface="+mj-ea"/>
                <a:cs typeface="+mj-cs"/>
              </a:rPr>
              <a:t>Head of Operations</a:t>
            </a:r>
          </a:p>
        </p:txBody>
      </p:sp>
      <p:sp>
        <p:nvSpPr>
          <p:cNvPr id="22" name="TextBox 21">
            <a:extLst>
              <a:ext uri="{FF2B5EF4-FFF2-40B4-BE49-F238E27FC236}">
                <a16:creationId xmlns:a16="http://schemas.microsoft.com/office/drawing/2014/main" id="{AE8A6059-01B5-AD52-119E-6313F3204DEC}"/>
              </a:ext>
            </a:extLst>
          </p:cNvPr>
          <p:cNvSpPr txBox="1"/>
          <p:nvPr/>
        </p:nvSpPr>
        <p:spPr>
          <a:xfrm>
            <a:off x="3675237" y="2263452"/>
            <a:ext cx="2051331" cy="276999"/>
          </a:xfrm>
          <a:prstGeom prst="rect">
            <a:avLst/>
          </a:prstGeom>
        </p:spPr>
        <p:txBody>
          <a:bodyPr wrap="none" rtlCol="0">
            <a:spAutoFit/>
          </a:bodyPr>
          <a:lstStyle/>
          <a:p>
            <a:pPr marL="0" marR="0" lvl="1" indent="0" algn="ctr" defTabSz="630263" rtl="0" eaLnBrk="1" fontAlgn="base" latinLnBrk="0" hangingPunct="1">
              <a:lnSpc>
                <a:spcPct val="100000"/>
              </a:lnSpc>
              <a:spcBef>
                <a:spcPts val="1800"/>
              </a:spcBef>
              <a:spcAft>
                <a:spcPts val="0"/>
              </a:spcAft>
              <a:buClrTx/>
              <a:buSzPct val="90000"/>
              <a:buFontTx/>
              <a:buNone/>
              <a:tabLst>
                <a:tab pos="1371655" algn="l"/>
              </a:tabLst>
              <a:defRPr/>
            </a:pPr>
            <a:r>
              <a:rPr kumimoji="0" lang="en-US" sz="1200" i="0" u="none" strike="noStrike" kern="1200" cap="none" spc="60" normalizeH="0" noProof="0">
                <a:ln w="3175">
                  <a:noFill/>
                </a:ln>
                <a:solidFill>
                  <a:schemeClr val="accent2"/>
                </a:solidFill>
                <a:effectLst/>
                <a:uLnTx/>
                <a:uFillTx/>
                <a:latin typeface="+mj-lt"/>
                <a:ea typeface="+mj-ea"/>
                <a:cs typeface="+mj-cs"/>
              </a:rPr>
              <a:t>MANAGED OPERATIONS</a:t>
            </a:r>
          </a:p>
        </p:txBody>
      </p:sp>
      <p:sp>
        <p:nvSpPr>
          <p:cNvPr id="7" name="TextBox 6">
            <a:extLst>
              <a:ext uri="{FF2B5EF4-FFF2-40B4-BE49-F238E27FC236}">
                <a16:creationId xmlns:a16="http://schemas.microsoft.com/office/drawing/2014/main" id="{6E7A17C3-E923-2616-93CF-E281CE44D9FC}"/>
              </a:ext>
            </a:extLst>
          </p:cNvPr>
          <p:cNvSpPr txBox="1"/>
          <p:nvPr/>
        </p:nvSpPr>
        <p:spPr>
          <a:xfrm>
            <a:off x="3629270" y="2581849"/>
            <a:ext cx="2143265" cy="553998"/>
          </a:xfrm>
          <a:prstGeom prst="rect">
            <a:avLst/>
          </a:prstGeom>
          <a:noFill/>
        </p:spPr>
        <p:txBody>
          <a:bodyPr wrap="square" lIns="0" tIns="0" rIns="0" bIns="0">
            <a:sp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prstClr val="black">
                    <a:lumMod val="75000"/>
                    <a:lumOff val="25000"/>
                  </a:prstClr>
                </a:solidFill>
                <a:effectLst/>
                <a:uLnTx/>
                <a:uFillTx/>
                <a:latin typeface="Segoe UI Semibold" panose="020B0502040204020203" pitchFamily="34" charset="0"/>
                <a:cs typeface="Segoe UI Semibold" panose="020B05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j-lt"/>
                <a:ea typeface="+mj-ea"/>
                <a:cs typeface="+mj-cs"/>
              </a:rPr>
              <a:t>Operational excellence for agents at scale. Enterprise grade Reliability &amp; Availability</a:t>
            </a:r>
          </a:p>
        </p:txBody>
      </p:sp>
      <p:graphicFrame>
        <p:nvGraphicFramePr>
          <p:cNvPr id="10" name="Table 9">
            <a:extLst>
              <a:ext uri="{FF2B5EF4-FFF2-40B4-BE49-F238E27FC236}">
                <a16:creationId xmlns:a16="http://schemas.microsoft.com/office/drawing/2014/main" id="{59213831-BFD7-C358-8A13-826AA93B32C5}"/>
              </a:ext>
            </a:extLst>
          </p:cNvPr>
          <p:cNvGraphicFramePr>
            <a:graphicFrameLocks noGrp="1"/>
          </p:cNvGraphicFramePr>
          <p:nvPr/>
        </p:nvGraphicFramePr>
        <p:xfrm>
          <a:off x="3435258" y="3238782"/>
          <a:ext cx="2531288" cy="2180383"/>
        </p:xfrm>
        <a:graphic>
          <a:graphicData uri="http://schemas.openxmlformats.org/drawingml/2006/table">
            <a:tbl>
              <a:tblPr firstRow="1" bandRow="1">
                <a:tableStyleId>{5C22544A-7EE6-4342-B048-85BDC9FD1C3A}</a:tableStyleId>
              </a:tblPr>
              <a:tblGrid>
                <a:gridCol w="2531288">
                  <a:extLst>
                    <a:ext uri="{9D8B030D-6E8A-4147-A177-3AD203B41FA5}">
                      <a16:colId xmlns:a16="http://schemas.microsoft.com/office/drawing/2014/main" val="97731813"/>
                    </a:ext>
                  </a:extLst>
                </a:gridCol>
              </a:tblGrid>
              <a:tr h="436077">
                <a:tc>
                  <a:txBody>
                    <a:bodyPr/>
                    <a:lstStyle/>
                    <a:p>
                      <a:pPr lvl="0" algn="ctr">
                        <a:buNone/>
                      </a:pPr>
                      <a:r>
                        <a:rPr lang="en-US" sz="1100" b="0" i="0" u="none" strike="noStrike" noProof="0">
                          <a:solidFill>
                            <a:schemeClr val="tx1"/>
                          </a:solidFill>
                          <a:latin typeface="+mn-lt"/>
                          <a:ea typeface="+mn-ea"/>
                          <a:cs typeface="+mn-cs"/>
                        </a:rPr>
                        <a:t>App lifecycle management</a:t>
                      </a:r>
                      <a:endParaRPr lang="en-US" sz="1100">
                        <a:solidFill>
                          <a:schemeClr val="tx1"/>
                        </a:solidFill>
                        <a:latin typeface="+mn-lt"/>
                        <a:ea typeface="+mn-ea"/>
                        <a:cs typeface="+mn-cs"/>
                      </a:endParaRPr>
                    </a:p>
                  </a:txBody>
                  <a:tcPr marL="0" marR="0" marT="36000" marB="36000" anchor="ctr">
                    <a:lnL w="12700" cmpd="sng">
                      <a:noFill/>
                    </a:lnL>
                    <a:lnR w="12700" cmpd="sng">
                      <a:noFill/>
                    </a:lnR>
                    <a:lnT w="12700" cmpd="sng">
                      <a:noFill/>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7473342"/>
                  </a:ext>
                </a:extLst>
              </a:tr>
              <a:tr h="436077">
                <a:tc>
                  <a:txBody>
                    <a:bodyPr/>
                    <a:lstStyle/>
                    <a:p>
                      <a:pPr lvl="0" algn="ctr">
                        <a:buNone/>
                      </a:pPr>
                      <a:r>
                        <a:rPr lang="en-US" sz="1100" b="0" i="0" u="none" strike="noStrike" noProof="0">
                          <a:solidFill>
                            <a:schemeClr val="tx1"/>
                          </a:solidFill>
                          <a:latin typeface="+mn-lt"/>
                          <a:ea typeface="+mn-ea"/>
                          <a:cs typeface="+mn-cs"/>
                        </a:rPr>
                        <a:t>Observability </a:t>
                      </a:r>
                    </a:p>
                  </a:txBody>
                  <a:tcPr marL="0" marR="0" marT="36000" marB="36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9993044"/>
                  </a:ext>
                </a:extLst>
              </a:tr>
              <a:tr h="436077">
                <a:tc>
                  <a:txBody>
                    <a:bodyPr/>
                    <a:lstStyle/>
                    <a:p>
                      <a:pPr lvl="0" algn="ctr">
                        <a:buNone/>
                      </a:pPr>
                      <a:r>
                        <a:rPr lang="en-US" sz="1100" b="0" i="0" u="none" strike="noStrike" kern="1200">
                          <a:solidFill>
                            <a:schemeClr val="tx1"/>
                          </a:solidFill>
                          <a:latin typeface="+mn-lt"/>
                          <a:ea typeface="+mn-ea"/>
                          <a:cs typeface="+mn-cs"/>
                        </a:rPr>
                        <a:t>Data Retention and Mobility</a:t>
                      </a:r>
                    </a:p>
                  </a:txBody>
                  <a:tcPr marL="0" marR="0" marT="36000" marB="36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1206453"/>
                  </a:ext>
                </a:extLst>
              </a:tr>
              <a:tr h="436076">
                <a:tc>
                  <a:txBody>
                    <a:bodyPr/>
                    <a:lstStyle/>
                    <a:p>
                      <a:pPr lvl="0" algn="ctr">
                        <a:buNone/>
                      </a:pPr>
                      <a:r>
                        <a:rPr lang="en-US" sz="1100" b="0" i="0" u="none" strike="noStrike" kern="1200">
                          <a:solidFill>
                            <a:schemeClr val="tx1"/>
                          </a:solidFill>
                          <a:latin typeface="+mn-lt"/>
                          <a:ea typeface="+mn-ea"/>
                          <a:cs typeface="+mn-cs"/>
                        </a:rPr>
                        <a:t>Quality checker &amp; Test automation</a:t>
                      </a:r>
                    </a:p>
                  </a:txBody>
                  <a:tcPr marL="0" marR="0" marT="36000" marB="36000" anchor="ctr">
                    <a:lnL w="0">
                      <a:noFill/>
                    </a:lnL>
                    <a:lnR w="0">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3800219591"/>
                  </a:ext>
                </a:extLst>
              </a:tr>
              <a:tr h="436076">
                <a:tc>
                  <a:txBody>
                    <a:bodyPr/>
                    <a:lstStyle/>
                    <a:p>
                      <a:pPr lvl="0" algn="ctr">
                        <a:buNone/>
                      </a:pPr>
                      <a:r>
                        <a:rPr lang="en-US" sz="1100" b="0" i="0" u="none" strike="noStrike" kern="1200" dirty="0">
                          <a:solidFill>
                            <a:schemeClr val="tx1"/>
                          </a:solidFill>
                          <a:latin typeface="+mn-lt"/>
                          <a:ea typeface="+mn-ea"/>
                          <a:cs typeface="+mn-cs"/>
                        </a:rPr>
                        <a:t>Hyper Availability &amp; BCDR agility</a:t>
                      </a:r>
                    </a:p>
                  </a:txBody>
                  <a:tcPr marL="0" marR="0" marT="36000" marB="36000" anchor="ctr">
                    <a:lnL w="0">
                      <a:noFill/>
                    </a:lnL>
                    <a:lnR w="0">
                      <a:noFill/>
                    </a:lnR>
                    <a:lnT w="6350" cap="flat" cmpd="sng" algn="ctr">
                      <a:solidFill>
                        <a:schemeClr val="bg1">
                          <a:lumMod val="75000"/>
                        </a:schemeClr>
                      </a:solid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3402809927"/>
                  </a:ext>
                </a:extLst>
              </a:tr>
            </a:tbl>
          </a:graphicData>
        </a:graphic>
      </p:graphicFrame>
      <p:sp>
        <p:nvSpPr>
          <p:cNvPr id="171" name="TextBox 170">
            <a:extLst>
              <a:ext uri="{FF2B5EF4-FFF2-40B4-BE49-F238E27FC236}">
                <a16:creationId xmlns:a16="http://schemas.microsoft.com/office/drawing/2014/main" id="{45194BFD-873A-B677-BCF7-8098F55E214D}"/>
              </a:ext>
            </a:extLst>
          </p:cNvPr>
          <p:cNvSpPr txBox="1"/>
          <p:nvPr/>
        </p:nvSpPr>
        <p:spPr>
          <a:xfrm>
            <a:off x="6574113" y="618461"/>
            <a:ext cx="1907550" cy="276999"/>
          </a:xfrm>
          <a:prstGeom prst="rect">
            <a:avLst/>
          </a:prstGeom>
          <a:noFill/>
        </p:spPr>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a:ln>
                  <a:noFill/>
                </a:ln>
                <a:solidFill>
                  <a:schemeClr val="accent2"/>
                </a:solidFill>
                <a:effectLst/>
                <a:uLnTx/>
                <a:uFillTx/>
                <a:latin typeface="+mj-lt"/>
                <a:ea typeface="+mj-ea"/>
                <a:cs typeface="+mj-cs"/>
              </a:rPr>
              <a:t>CAIO</a:t>
            </a:r>
          </a:p>
        </p:txBody>
      </p:sp>
      <p:sp>
        <p:nvSpPr>
          <p:cNvPr id="23" name="TextBox 22">
            <a:extLst>
              <a:ext uri="{FF2B5EF4-FFF2-40B4-BE49-F238E27FC236}">
                <a16:creationId xmlns:a16="http://schemas.microsoft.com/office/drawing/2014/main" id="{7F250B90-E9E2-B01F-9535-BDFDFBC8722A}"/>
              </a:ext>
            </a:extLst>
          </p:cNvPr>
          <p:cNvSpPr txBox="1"/>
          <p:nvPr/>
        </p:nvSpPr>
        <p:spPr>
          <a:xfrm>
            <a:off x="6260811" y="2263452"/>
            <a:ext cx="2534155" cy="276999"/>
          </a:xfrm>
          <a:prstGeom prst="rect">
            <a:avLst/>
          </a:prstGeom>
        </p:spPr>
        <p:txBody>
          <a:bodyPr wrap="none" rtlCol="0">
            <a:spAutoFit/>
          </a:bodyPr>
          <a:lstStyle/>
          <a:p>
            <a:pPr marL="0" marR="0" lvl="1" indent="0" algn="ctr" defTabSz="630263" rtl="0" eaLnBrk="1" fontAlgn="base" latinLnBrk="0" hangingPunct="1">
              <a:lnSpc>
                <a:spcPct val="100000"/>
              </a:lnSpc>
              <a:spcBef>
                <a:spcPts val="1800"/>
              </a:spcBef>
              <a:spcAft>
                <a:spcPts val="0"/>
              </a:spcAft>
              <a:buClrTx/>
              <a:buSzPct val="90000"/>
              <a:buFontTx/>
              <a:buNone/>
              <a:tabLst>
                <a:tab pos="1371655" algn="l"/>
              </a:tabLst>
              <a:defRPr/>
            </a:pPr>
            <a:r>
              <a:rPr kumimoji="0" lang="en-US" sz="1200" i="0" u="none" strike="noStrike" kern="1200" cap="none" spc="60" normalizeH="0" noProof="0">
                <a:ln w="3175">
                  <a:noFill/>
                </a:ln>
                <a:solidFill>
                  <a:schemeClr val="accent2"/>
                </a:solidFill>
                <a:effectLst/>
                <a:uLnTx/>
                <a:uFillTx/>
                <a:latin typeface="+mj-lt"/>
                <a:ea typeface="+mj-ea"/>
                <a:cs typeface="+mj-cs"/>
              </a:rPr>
              <a:t>MANAGED TRANSFORMATION</a:t>
            </a:r>
          </a:p>
        </p:txBody>
      </p:sp>
      <p:sp>
        <p:nvSpPr>
          <p:cNvPr id="18" name="TextBox 17">
            <a:extLst>
              <a:ext uri="{FF2B5EF4-FFF2-40B4-BE49-F238E27FC236}">
                <a16:creationId xmlns:a16="http://schemas.microsoft.com/office/drawing/2014/main" id="{DF1A96ED-7DA9-A4D4-39B0-1D69AA0BCE81}"/>
              </a:ext>
            </a:extLst>
          </p:cNvPr>
          <p:cNvSpPr txBox="1"/>
          <p:nvPr/>
        </p:nvSpPr>
        <p:spPr>
          <a:xfrm>
            <a:off x="6415426" y="2581849"/>
            <a:ext cx="2224925" cy="553998"/>
          </a:xfrm>
          <a:prstGeom prst="rect">
            <a:avLst/>
          </a:prstGeom>
          <a:noFill/>
        </p:spPr>
        <p:txBody>
          <a:bodyPr wrap="square" lIns="0" tIns="0" rIns="0" bIns="0">
            <a:sp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prstClr val="black">
                    <a:lumMod val="75000"/>
                    <a:lumOff val="25000"/>
                  </a:prstClr>
                </a:solidFill>
                <a:effectLst/>
                <a:uLnTx/>
                <a:uFillTx/>
                <a:latin typeface="Segoe UI Semibold" panose="020B0502040204020203" pitchFamily="34" charset="0"/>
                <a:cs typeface="Segoe UI Semibold" panose="020B05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j-lt"/>
                <a:ea typeface="+mj-ea"/>
                <a:cs typeface="+mj-cs"/>
              </a:rPr>
              <a:t>Accelerating company </a:t>
            </a:r>
            <a:br>
              <a:rPr kumimoji="0" lang="en-US" sz="1200" b="0" i="0" u="none" strike="noStrike" kern="1200" cap="none" spc="0" normalizeH="0" baseline="0" noProof="0">
                <a:ln>
                  <a:noFill/>
                </a:ln>
                <a:solidFill>
                  <a:schemeClr val="tx1"/>
                </a:solidFill>
                <a:effectLst/>
                <a:uLnTx/>
                <a:uFillTx/>
                <a:latin typeface="+mj-lt"/>
                <a:ea typeface="+mj-ea"/>
                <a:cs typeface="+mj-cs"/>
              </a:rPr>
            </a:br>
            <a:r>
              <a:rPr kumimoji="0" lang="en-US" sz="1200" b="0" i="0" u="none" strike="noStrike" kern="1200" cap="none" spc="0" normalizeH="0" baseline="0" noProof="0">
                <a:ln>
                  <a:noFill/>
                </a:ln>
                <a:solidFill>
                  <a:schemeClr val="tx1"/>
                </a:solidFill>
                <a:effectLst/>
                <a:uLnTx/>
                <a:uFillTx/>
                <a:latin typeface="+mj-lt"/>
                <a:ea typeface="+mj-ea"/>
                <a:cs typeface="+mj-cs"/>
              </a:rPr>
              <a:t>wide AI adoption with measurable impact</a:t>
            </a:r>
            <a:endParaRPr kumimoji="0" lang="en-US" sz="1200" b="0" i="0" u="none" strike="noStrike" kern="1200" cap="none" spc="0" normalizeH="0" baseline="0" noProof="0">
              <a:ln>
                <a:noFill/>
              </a:ln>
              <a:solidFill>
                <a:schemeClr val="tx1"/>
              </a:solidFill>
              <a:effectLst/>
              <a:uLnTx/>
              <a:uFillTx/>
              <a:latin typeface="Segoe UI Semibold"/>
              <a:ea typeface="+mn-ea"/>
              <a:cs typeface="Segoe UI Semibold" panose="020B0502040204020203" pitchFamily="34" charset="0"/>
            </a:endParaRPr>
          </a:p>
        </p:txBody>
      </p:sp>
      <p:graphicFrame>
        <p:nvGraphicFramePr>
          <p:cNvPr id="19" name="Table 18">
            <a:extLst>
              <a:ext uri="{FF2B5EF4-FFF2-40B4-BE49-F238E27FC236}">
                <a16:creationId xmlns:a16="http://schemas.microsoft.com/office/drawing/2014/main" id="{BAF492F7-1931-2808-C8BA-9EB8E70723E8}"/>
              </a:ext>
            </a:extLst>
          </p:cNvPr>
          <p:cNvGraphicFramePr>
            <a:graphicFrameLocks noGrp="1"/>
          </p:cNvGraphicFramePr>
          <p:nvPr/>
        </p:nvGraphicFramePr>
        <p:xfrm>
          <a:off x="6262244" y="3238782"/>
          <a:ext cx="2531288" cy="2327289"/>
        </p:xfrm>
        <a:graphic>
          <a:graphicData uri="http://schemas.openxmlformats.org/drawingml/2006/table">
            <a:tbl>
              <a:tblPr firstRow="1" bandRow="1">
                <a:tableStyleId>{5C22544A-7EE6-4342-B048-85BDC9FD1C3A}</a:tableStyleId>
              </a:tblPr>
              <a:tblGrid>
                <a:gridCol w="2531288">
                  <a:extLst>
                    <a:ext uri="{9D8B030D-6E8A-4147-A177-3AD203B41FA5}">
                      <a16:colId xmlns:a16="http://schemas.microsoft.com/office/drawing/2014/main" val="97731813"/>
                    </a:ext>
                  </a:extLst>
                </a:gridCol>
              </a:tblGrid>
              <a:tr h="502920">
                <a:tc>
                  <a:txBody>
                    <a:bodyPr/>
                    <a:lstStyle/>
                    <a:p>
                      <a:pPr lvl="0" algn="ctr">
                        <a:buNone/>
                      </a:pPr>
                      <a:r>
                        <a:rPr lang="en-US" sz="1100" b="0" i="0" u="none" strike="noStrike" noProof="0">
                          <a:solidFill>
                            <a:schemeClr val="tx1"/>
                          </a:solidFill>
                          <a:latin typeface="+mn-lt"/>
                          <a:ea typeface="+mn-ea"/>
                          <a:cs typeface="+mn-cs"/>
                        </a:rPr>
                        <a:t>Agent &amp; Copilot apps </a:t>
                      </a:r>
                      <a:br>
                        <a:rPr lang="en-US" sz="1100" b="0" i="0" u="none" strike="noStrike" noProof="0">
                          <a:solidFill>
                            <a:schemeClr val="tx1"/>
                          </a:solidFill>
                          <a:latin typeface="+mn-lt"/>
                          <a:ea typeface="+mn-ea"/>
                          <a:cs typeface="+mn-cs"/>
                        </a:rPr>
                      </a:br>
                      <a:r>
                        <a:rPr lang="en-US" sz="1100" b="0" i="0" u="none" strike="noStrike" noProof="0">
                          <a:solidFill>
                            <a:schemeClr val="tx1"/>
                          </a:solidFill>
                          <a:latin typeface="+mn-lt"/>
                          <a:ea typeface="+mn-ea"/>
                          <a:cs typeface="+mn-cs"/>
                        </a:rPr>
                        <a:t>usage reporting</a:t>
                      </a:r>
                    </a:p>
                  </a:txBody>
                  <a:tcPr marL="0" marR="0" marT="0" marB="0" anchor="ctr" anchorCtr="1">
                    <a:lnL w="12700" cmpd="sng">
                      <a:noFill/>
                    </a:lnL>
                    <a:lnR w="12700" cmpd="sng">
                      <a:noFill/>
                    </a:lnR>
                    <a:lnT w="12700" cmpd="sng">
                      <a:noFill/>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7473342"/>
                  </a:ext>
                </a:extLst>
              </a:tr>
              <a:tr h="3662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mn-lt"/>
                          <a:ea typeface="+mn-ea"/>
                          <a:cs typeface="+mn-cs"/>
                        </a:rPr>
                        <a:t>ROI &amp; Value Insights</a:t>
                      </a:r>
                    </a:p>
                  </a:txBody>
                  <a:tcPr marL="0" marR="0" marT="0"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9993044"/>
                  </a:ext>
                </a:extLst>
              </a:tr>
              <a:tr h="6003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mn-lt"/>
                          <a:ea typeface="+mn-ea"/>
                          <a:cs typeface="+mn-cs"/>
                        </a:rPr>
                        <a:t>Responsible Innovation </a:t>
                      </a:r>
                      <a:br>
                        <a:rPr lang="en-US" sz="1100" b="0" i="0" u="none" strike="noStrike" noProof="0">
                          <a:solidFill>
                            <a:schemeClr val="tx1"/>
                          </a:solidFill>
                          <a:latin typeface="+mn-lt"/>
                          <a:ea typeface="+mn-ea"/>
                          <a:cs typeface="+mn-cs"/>
                        </a:rPr>
                      </a:br>
                      <a:r>
                        <a:rPr lang="en-US" sz="1100" b="0" i="0" u="none" strike="noStrike" noProof="0">
                          <a:solidFill>
                            <a:schemeClr val="tx1"/>
                          </a:solidFill>
                          <a:latin typeface="+mn-lt"/>
                          <a:ea typeface="+mn-ea"/>
                          <a:cs typeface="+mn-cs"/>
                        </a:rPr>
                        <a:t>across business: Agent creation </a:t>
                      </a:r>
                      <a:br>
                        <a:rPr lang="en-US" sz="1100" b="0" i="0" u="none" strike="noStrike" noProof="0">
                          <a:solidFill>
                            <a:schemeClr val="tx1"/>
                          </a:solidFill>
                          <a:latin typeface="+mn-lt"/>
                          <a:ea typeface="+mn-ea"/>
                          <a:cs typeface="+mn-cs"/>
                        </a:rPr>
                      </a:br>
                      <a:r>
                        <a:rPr lang="en-US" sz="1100" b="0" i="0" u="none" strike="noStrike" noProof="0">
                          <a:solidFill>
                            <a:schemeClr val="tx1"/>
                          </a:solidFill>
                          <a:latin typeface="+mn-lt"/>
                          <a:ea typeface="+mn-ea"/>
                          <a:cs typeface="+mn-cs"/>
                        </a:rPr>
                        <a:t>with guardrails</a:t>
                      </a:r>
                    </a:p>
                  </a:txBody>
                  <a:tcPr marL="0" marR="0" marT="0"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785375"/>
                  </a:ext>
                </a:extLst>
              </a:tr>
              <a:tr h="3548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noProof="0">
                          <a:solidFill>
                            <a:schemeClr val="tx1"/>
                          </a:solidFill>
                          <a:latin typeface="+mn-lt"/>
                          <a:ea typeface="+mn-ea"/>
                          <a:cs typeface="+mn-cs"/>
                        </a:rPr>
                        <a:t>Clear Billing &amp; Cost Management</a:t>
                      </a:r>
                    </a:p>
                  </a:txBody>
                  <a:tcPr marL="0" marR="0" marT="0"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0150043"/>
                  </a:ext>
                </a:extLst>
              </a:tr>
              <a:tr h="5029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noProof="0" dirty="0">
                          <a:solidFill>
                            <a:schemeClr val="tx1"/>
                          </a:solidFill>
                          <a:latin typeface="+mn-lt"/>
                          <a:ea typeface="+mn-ea"/>
                          <a:cs typeface="+mn-cs"/>
                        </a:rPr>
                        <a:t>Accelerate Upskilling, Scale Best practices: </a:t>
                      </a:r>
                      <a:r>
                        <a:rPr lang="en-US" sz="1100" b="0" i="0" u="none" strike="noStrike" noProof="0" dirty="0" err="1">
                          <a:solidFill>
                            <a:schemeClr val="tx1"/>
                          </a:solidFill>
                          <a:latin typeface="+mn-lt"/>
                          <a:ea typeface="+mn-ea"/>
                          <a:cs typeface="+mn-cs"/>
                        </a:rPr>
                        <a:t>CoE</a:t>
                      </a:r>
                      <a:r>
                        <a:rPr lang="en-US" sz="1100" b="0" i="0" u="none" strike="noStrike" noProof="0" dirty="0">
                          <a:solidFill>
                            <a:schemeClr val="tx1"/>
                          </a:solidFill>
                          <a:latin typeface="+mn-lt"/>
                          <a:ea typeface="+mn-ea"/>
                          <a:cs typeface="+mn-cs"/>
                        </a:rPr>
                        <a:t> Agents suite</a:t>
                      </a:r>
                    </a:p>
                  </a:txBody>
                  <a:tcPr marL="0" marR="0" marT="0"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6689830"/>
                  </a:ext>
                </a:extLst>
              </a:tr>
            </a:tbl>
          </a:graphicData>
        </a:graphic>
      </p:graphicFrame>
      <p:sp>
        <p:nvSpPr>
          <p:cNvPr id="121" name="TextBox 120">
            <a:extLst>
              <a:ext uri="{FF2B5EF4-FFF2-40B4-BE49-F238E27FC236}">
                <a16:creationId xmlns:a16="http://schemas.microsoft.com/office/drawing/2014/main" id="{327AF44C-221C-E444-BCA8-77FCAD458EF5}"/>
              </a:ext>
            </a:extLst>
          </p:cNvPr>
          <p:cNvSpPr txBox="1">
            <a:spLocks/>
          </p:cNvSpPr>
          <p:nvPr/>
        </p:nvSpPr>
        <p:spPr>
          <a:xfrm>
            <a:off x="10034913" y="587684"/>
            <a:ext cx="639919" cy="338554"/>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a:ln>
                  <a:noFill/>
                </a:ln>
                <a:solidFill>
                  <a:schemeClr val="accent2"/>
                </a:solidFill>
                <a:effectLst/>
                <a:uLnTx/>
                <a:uFillTx/>
                <a:latin typeface="+mj-lt"/>
                <a:ea typeface="+mj-ea"/>
                <a:cs typeface="+mj-cs"/>
              </a:rPr>
              <a:t>CISO</a:t>
            </a:r>
          </a:p>
        </p:txBody>
      </p:sp>
      <p:sp>
        <p:nvSpPr>
          <p:cNvPr id="20" name="TextBox 19">
            <a:extLst>
              <a:ext uri="{FF2B5EF4-FFF2-40B4-BE49-F238E27FC236}">
                <a16:creationId xmlns:a16="http://schemas.microsoft.com/office/drawing/2014/main" id="{2CD734C6-7DB7-F6C5-43CD-E7A4DF16DC15}"/>
              </a:ext>
            </a:extLst>
          </p:cNvPr>
          <p:cNvSpPr txBox="1"/>
          <p:nvPr/>
        </p:nvSpPr>
        <p:spPr>
          <a:xfrm>
            <a:off x="9456005" y="2263452"/>
            <a:ext cx="1797736" cy="276999"/>
          </a:xfrm>
          <a:prstGeom prst="rect">
            <a:avLst/>
          </a:prstGeom>
        </p:spPr>
        <p:txBody>
          <a:bodyPr wrap="none" rtlCol="0">
            <a:spAutoFit/>
          </a:bodyPr>
          <a:lstStyle/>
          <a:p>
            <a:pPr marL="0" marR="0" lvl="1" indent="0" algn="ctr" defTabSz="630263" rtl="0" eaLnBrk="1" fontAlgn="base" latinLnBrk="0" hangingPunct="1">
              <a:lnSpc>
                <a:spcPct val="100000"/>
              </a:lnSpc>
              <a:spcBef>
                <a:spcPts val="1800"/>
              </a:spcBef>
              <a:spcAft>
                <a:spcPts val="0"/>
              </a:spcAft>
              <a:buClrTx/>
              <a:buSzPct val="90000"/>
              <a:buFontTx/>
              <a:buNone/>
              <a:tabLst>
                <a:tab pos="1371655" algn="l"/>
              </a:tabLst>
              <a:defRPr/>
            </a:pPr>
            <a:r>
              <a:rPr kumimoji="0" lang="en-US" sz="1200" i="0" u="none" strike="noStrike" kern="1200" cap="none" spc="60" normalizeH="0" noProof="0">
                <a:ln w="3175">
                  <a:noFill/>
                </a:ln>
                <a:solidFill>
                  <a:schemeClr val="accent2"/>
                </a:solidFill>
                <a:effectLst/>
                <a:uLnTx/>
                <a:uFillTx/>
                <a:latin typeface="+mj-lt"/>
                <a:ea typeface="+mj-ea"/>
                <a:cs typeface="+mj-cs"/>
              </a:rPr>
              <a:t>MANAGED SECURITY</a:t>
            </a:r>
          </a:p>
        </p:txBody>
      </p:sp>
      <p:sp>
        <p:nvSpPr>
          <p:cNvPr id="2" name="TextBox 1">
            <a:extLst>
              <a:ext uri="{FF2B5EF4-FFF2-40B4-BE49-F238E27FC236}">
                <a16:creationId xmlns:a16="http://schemas.microsoft.com/office/drawing/2014/main" id="{45C12A80-92C1-1472-B7B9-01FDCC5E7FCB}"/>
              </a:ext>
            </a:extLst>
          </p:cNvPr>
          <p:cNvSpPr txBox="1"/>
          <p:nvPr/>
        </p:nvSpPr>
        <p:spPr>
          <a:xfrm>
            <a:off x="9340698" y="2581849"/>
            <a:ext cx="2028351" cy="369332"/>
          </a:xfrm>
          <a:prstGeom prst="rect">
            <a:avLst/>
          </a:prstGeom>
          <a:noFill/>
        </p:spPr>
        <p:txBody>
          <a:bodyPr wrap="square" lIns="0" tIns="0" rIns="0" bIns="0">
            <a:sp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prstClr val="black">
                    <a:lumMod val="75000"/>
                    <a:lumOff val="25000"/>
                  </a:prstClr>
                </a:solidFill>
                <a:effectLst/>
                <a:uLnTx/>
                <a:uFillTx/>
                <a:latin typeface="Segoe UI Semibold" panose="020B0502040204020203" pitchFamily="34" charset="0"/>
                <a:cs typeface="Segoe UI Semibold" panose="020B05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j-lt"/>
                <a:ea typeface="+mj-ea"/>
                <a:cs typeface="+mj-cs"/>
              </a:rPr>
              <a:t>Advanced protection for an </a:t>
            </a:r>
            <a:br>
              <a:rPr kumimoji="0" lang="en-US" sz="1200" b="0" i="0" u="none" strike="noStrike" kern="1200" cap="none" spc="0" normalizeH="0" baseline="0" noProof="0">
                <a:ln>
                  <a:noFill/>
                </a:ln>
                <a:solidFill>
                  <a:schemeClr val="tx1"/>
                </a:solidFill>
                <a:effectLst/>
                <a:uLnTx/>
                <a:uFillTx/>
                <a:latin typeface="+mj-lt"/>
                <a:ea typeface="+mj-ea"/>
                <a:cs typeface="+mj-cs"/>
              </a:rPr>
            </a:br>
            <a:r>
              <a:rPr kumimoji="0" lang="en-US" sz="1200" b="0" i="0" u="none" strike="noStrike" kern="1200" cap="none" spc="0" normalizeH="0" baseline="0" noProof="0">
                <a:ln>
                  <a:noFill/>
                </a:ln>
                <a:solidFill>
                  <a:schemeClr val="tx1"/>
                </a:solidFill>
                <a:effectLst/>
                <a:uLnTx/>
                <a:uFillTx/>
                <a:latin typeface="+mj-lt"/>
                <a:ea typeface="+mj-ea"/>
                <a:cs typeface="+mj-cs"/>
              </a:rPr>
              <a:t>AI-driven world</a:t>
            </a:r>
          </a:p>
        </p:txBody>
      </p:sp>
      <p:graphicFrame>
        <p:nvGraphicFramePr>
          <p:cNvPr id="4" name="Table 3">
            <a:extLst>
              <a:ext uri="{FF2B5EF4-FFF2-40B4-BE49-F238E27FC236}">
                <a16:creationId xmlns:a16="http://schemas.microsoft.com/office/drawing/2014/main" id="{F7929373-BF12-A28E-971B-506CB53B5AB1}"/>
              </a:ext>
            </a:extLst>
          </p:cNvPr>
          <p:cNvGraphicFramePr>
            <a:graphicFrameLocks noGrp="1"/>
          </p:cNvGraphicFramePr>
          <p:nvPr/>
        </p:nvGraphicFramePr>
        <p:xfrm>
          <a:off x="9089229" y="3238782"/>
          <a:ext cx="2531288" cy="2180385"/>
        </p:xfrm>
        <a:graphic>
          <a:graphicData uri="http://schemas.openxmlformats.org/drawingml/2006/table">
            <a:tbl>
              <a:tblPr firstRow="1" bandRow="1">
                <a:tableStyleId>{5C22544A-7EE6-4342-B048-85BDC9FD1C3A}</a:tableStyleId>
              </a:tblPr>
              <a:tblGrid>
                <a:gridCol w="2531288">
                  <a:extLst>
                    <a:ext uri="{9D8B030D-6E8A-4147-A177-3AD203B41FA5}">
                      <a16:colId xmlns:a16="http://schemas.microsoft.com/office/drawing/2014/main" val="97731813"/>
                    </a:ext>
                  </a:extLst>
                </a:gridCol>
              </a:tblGrid>
              <a:tr h="436077">
                <a:tc>
                  <a:txBody>
                    <a:bodyPr/>
                    <a:lstStyle/>
                    <a:p>
                      <a:pPr algn="ctr"/>
                      <a:r>
                        <a:rPr lang="en-US" sz="1100" b="0" i="0">
                          <a:solidFill>
                            <a:schemeClr val="tx1"/>
                          </a:solidFill>
                          <a:latin typeface="+mn-lt"/>
                          <a:ea typeface="+mn-ea"/>
                          <a:cs typeface="+mn-cs"/>
                        </a:rPr>
                        <a:t>Security posture management</a:t>
                      </a:r>
                    </a:p>
                  </a:txBody>
                  <a:tcPr marL="0" marR="0" marT="36000" marB="36000" anchor="ctr">
                    <a:lnL w="12700" cmpd="sng">
                      <a:noFill/>
                    </a:lnL>
                    <a:lnR w="12700" cmpd="sng">
                      <a:noFill/>
                    </a:lnR>
                    <a:lnT w="12700" cmpd="sng">
                      <a:noFill/>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7473342"/>
                  </a:ext>
                </a:extLst>
              </a:tr>
              <a:tr h="436077">
                <a:tc>
                  <a:txBody>
                    <a:bodyPr/>
                    <a:lstStyle/>
                    <a:p>
                      <a:pPr algn="ctr"/>
                      <a:r>
                        <a:rPr lang="en-US" sz="1100" b="0" i="0">
                          <a:solidFill>
                            <a:schemeClr val="tx1"/>
                          </a:solidFill>
                          <a:latin typeface="+mn-lt"/>
                          <a:ea typeface="+mn-ea"/>
                          <a:cs typeface="+mn-cs"/>
                        </a:rPr>
                        <a:t>Threat protection</a:t>
                      </a:r>
                    </a:p>
                  </a:txBody>
                  <a:tcPr marL="0" marR="0" marT="36000" marB="36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9993044"/>
                  </a:ext>
                </a:extLst>
              </a:tr>
              <a:tr h="4360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a:solidFill>
                            <a:schemeClr val="tx1"/>
                          </a:solidFill>
                          <a:latin typeface="+mn-lt"/>
                          <a:ea typeface="+mn-ea"/>
                          <a:cs typeface="+mn-cs"/>
                        </a:rPr>
                        <a:t>Data protection and privacy</a:t>
                      </a:r>
                    </a:p>
                  </a:txBody>
                  <a:tcPr marL="0" marR="0" marT="36000" marB="36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1206453"/>
                  </a:ext>
                </a:extLst>
              </a:tr>
              <a:tr h="4360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a:solidFill>
                            <a:schemeClr val="tx1"/>
                          </a:solidFill>
                          <a:latin typeface="+mn-lt"/>
                          <a:ea typeface="+mn-ea"/>
                          <a:cs typeface="+mn-cs"/>
                        </a:rPr>
                        <a:t>Identity and access management</a:t>
                      </a:r>
                    </a:p>
                  </a:txBody>
                  <a:tcPr marL="0" marR="0" marT="36000" marB="36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7810731"/>
                  </a:ext>
                </a:extLst>
              </a:tr>
              <a:tr h="436077">
                <a:tc>
                  <a:txBody>
                    <a:bodyPr/>
                    <a:lstStyle/>
                    <a:p>
                      <a:pPr algn="ctr"/>
                      <a:r>
                        <a:rPr lang="en-US" sz="1100" b="0" i="0" dirty="0">
                          <a:solidFill>
                            <a:schemeClr val="tx1"/>
                          </a:solidFill>
                          <a:latin typeface="+mn-lt"/>
                          <a:ea typeface="+mn-ea"/>
                          <a:cs typeface="+mn-cs"/>
                        </a:rPr>
                        <a:t>Compliance</a:t>
                      </a:r>
                    </a:p>
                  </a:txBody>
                  <a:tcPr marL="0" marR="0" marT="36000" marB="3600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0197069"/>
                  </a:ext>
                </a:extLst>
              </a:tr>
            </a:tbl>
          </a:graphicData>
        </a:graphic>
      </p:graphicFrame>
      <p:sp>
        <p:nvSpPr>
          <p:cNvPr id="11" name="TextBox 10">
            <a:extLst>
              <a:ext uri="{FF2B5EF4-FFF2-40B4-BE49-F238E27FC236}">
                <a16:creationId xmlns:a16="http://schemas.microsoft.com/office/drawing/2014/main" id="{4713FD7D-73A1-0FE6-2C83-B1FBC89AE62C}"/>
              </a:ext>
            </a:extLst>
          </p:cNvPr>
          <p:cNvSpPr txBox="1"/>
          <p:nvPr/>
        </p:nvSpPr>
        <p:spPr>
          <a:xfrm>
            <a:off x="843965" y="5961333"/>
            <a:ext cx="10439399"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i="0" u="none" strike="noStrike" kern="1200" cap="none" spc="0" normalizeH="0" baseline="0" noProof="0">
                <a:ln>
                  <a:noFill/>
                </a:ln>
                <a:effectLst/>
                <a:uLnTx/>
                <a:uFillTx/>
                <a:latin typeface="+mj-lt"/>
                <a:ea typeface="+mj-ea"/>
                <a:cs typeface="+mj-cs"/>
              </a:rPr>
              <a:t>A fully managed platform to enable scale and reduce risk </a:t>
            </a:r>
          </a:p>
        </p:txBody>
      </p:sp>
      <p:grpSp>
        <p:nvGrpSpPr>
          <p:cNvPr id="33" name="Group 32">
            <a:extLst>
              <a:ext uri="{FF2B5EF4-FFF2-40B4-BE49-F238E27FC236}">
                <a16:creationId xmlns:a16="http://schemas.microsoft.com/office/drawing/2014/main" id="{B82E6747-31EA-1B86-54B7-AAA81D2D361D}"/>
              </a:ext>
              <a:ext uri="{C183D7F6-B498-43B3-948B-1728B52AA6E4}">
                <adec:decorative xmlns:adec="http://schemas.microsoft.com/office/drawing/2017/decorative" val="1"/>
              </a:ext>
            </a:extLst>
          </p:cNvPr>
          <p:cNvGrpSpPr/>
          <p:nvPr/>
        </p:nvGrpSpPr>
        <p:grpSpPr>
          <a:xfrm>
            <a:off x="1191739" y="1274707"/>
            <a:ext cx="518527" cy="637892"/>
            <a:chOff x="8436281" y="116921"/>
            <a:chExt cx="3755719" cy="4620285"/>
          </a:xfrm>
          <a:solidFill>
            <a:schemeClr val="bg1"/>
          </a:solidFill>
        </p:grpSpPr>
        <p:sp>
          <p:nvSpPr>
            <p:cNvPr id="34" name="Freeform 112">
              <a:extLst>
                <a:ext uri="{FF2B5EF4-FFF2-40B4-BE49-F238E27FC236}">
                  <a16:creationId xmlns:a16="http://schemas.microsoft.com/office/drawing/2014/main" id="{BEF63E34-3D18-F36A-0980-CC1B35367811}"/>
                </a:ext>
              </a:extLst>
            </p:cNvPr>
            <p:cNvSpPr/>
            <p:nvPr/>
          </p:nvSpPr>
          <p:spPr>
            <a:xfrm>
              <a:off x="12009120" y="1898629"/>
              <a:ext cx="182880" cy="182880"/>
            </a:xfrm>
            <a:custGeom>
              <a:avLst/>
              <a:gdLst>
                <a:gd name="connsiteX0" fmla="*/ 65901 w 131766"/>
                <a:gd name="connsiteY0" fmla="*/ 136303 h 136302"/>
                <a:gd name="connsiteX1" fmla="*/ 65901 w 131766"/>
                <a:gd name="connsiteY1" fmla="*/ 0 h 136302"/>
                <a:gd name="connsiteX2" fmla="*/ 65901 w 131766"/>
                <a:gd name="connsiteY2" fmla="*/ 136303 h 136302"/>
              </a:gdLst>
              <a:ahLst/>
              <a:cxnLst>
                <a:cxn ang="0">
                  <a:pos x="connsiteX0" y="connsiteY0"/>
                </a:cxn>
                <a:cxn ang="0">
                  <a:pos x="connsiteX1" y="connsiteY1"/>
                </a:cxn>
                <a:cxn ang="0">
                  <a:pos x="connsiteX2" y="connsiteY2"/>
                </a:cxn>
              </a:cxnLst>
              <a:rect l="l" t="t" r="r" b="b"/>
              <a:pathLst>
                <a:path w="131766" h="136302">
                  <a:moveTo>
                    <a:pt x="65901" y="136303"/>
                  </a:moveTo>
                  <a:cubicBezTo>
                    <a:pt x="153626" y="136303"/>
                    <a:pt x="153817" y="0"/>
                    <a:pt x="65901" y="0"/>
                  </a:cubicBezTo>
                  <a:cubicBezTo>
                    <a:pt x="-22015" y="0"/>
                    <a:pt x="-21919" y="136303"/>
                    <a:pt x="65901" y="13630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5" name="Freeform 113">
              <a:extLst>
                <a:ext uri="{FF2B5EF4-FFF2-40B4-BE49-F238E27FC236}">
                  <a16:creationId xmlns:a16="http://schemas.microsoft.com/office/drawing/2014/main" id="{AA76F8F5-87A3-9DDE-E894-3B4219B5499F}"/>
                </a:ext>
              </a:extLst>
            </p:cNvPr>
            <p:cNvSpPr/>
            <p:nvPr/>
          </p:nvSpPr>
          <p:spPr>
            <a:xfrm>
              <a:off x="12009120" y="1898629"/>
              <a:ext cx="182880" cy="182880"/>
            </a:xfrm>
            <a:custGeom>
              <a:avLst/>
              <a:gdLst>
                <a:gd name="connsiteX0" fmla="*/ 65901 w 131766"/>
                <a:gd name="connsiteY0" fmla="*/ 136303 h 136302"/>
                <a:gd name="connsiteX1" fmla="*/ 65901 w 131766"/>
                <a:gd name="connsiteY1" fmla="*/ 0 h 136302"/>
                <a:gd name="connsiteX2" fmla="*/ 65901 w 131766"/>
                <a:gd name="connsiteY2" fmla="*/ 136303 h 136302"/>
              </a:gdLst>
              <a:ahLst/>
              <a:cxnLst>
                <a:cxn ang="0">
                  <a:pos x="connsiteX0" y="connsiteY0"/>
                </a:cxn>
                <a:cxn ang="0">
                  <a:pos x="connsiteX1" y="connsiteY1"/>
                </a:cxn>
                <a:cxn ang="0">
                  <a:pos x="connsiteX2" y="connsiteY2"/>
                </a:cxn>
              </a:cxnLst>
              <a:rect l="l" t="t" r="r" b="b"/>
              <a:pathLst>
                <a:path w="131766" h="136302">
                  <a:moveTo>
                    <a:pt x="65901" y="136303"/>
                  </a:moveTo>
                  <a:cubicBezTo>
                    <a:pt x="153626" y="136303"/>
                    <a:pt x="153817" y="0"/>
                    <a:pt x="65901" y="0"/>
                  </a:cubicBezTo>
                  <a:cubicBezTo>
                    <a:pt x="-22015" y="0"/>
                    <a:pt x="-21919" y="136303"/>
                    <a:pt x="65901" y="13630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6" name="Freeform 114">
              <a:extLst>
                <a:ext uri="{FF2B5EF4-FFF2-40B4-BE49-F238E27FC236}">
                  <a16:creationId xmlns:a16="http://schemas.microsoft.com/office/drawing/2014/main" id="{48903681-BDE4-D0CE-D05D-DF54A3B39F37}"/>
                </a:ext>
              </a:extLst>
            </p:cNvPr>
            <p:cNvSpPr/>
            <p:nvPr/>
          </p:nvSpPr>
          <p:spPr>
            <a:xfrm>
              <a:off x="12009120" y="3919834"/>
              <a:ext cx="182880" cy="182880"/>
            </a:xfrm>
            <a:custGeom>
              <a:avLst/>
              <a:gdLst>
                <a:gd name="connsiteX0" fmla="*/ 65830 w 131695"/>
                <a:gd name="connsiteY0" fmla="*/ 0 h 136302"/>
                <a:gd name="connsiteX1" fmla="*/ 65830 w 131695"/>
                <a:gd name="connsiteY1" fmla="*/ 136303 h 136302"/>
                <a:gd name="connsiteX2" fmla="*/ 65830 w 131695"/>
                <a:gd name="connsiteY2" fmla="*/ 0 h 136302"/>
              </a:gdLst>
              <a:ahLst/>
              <a:cxnLst>
                <a:cxn ang="0">
                  <a:pos x="connsiteX0" y="connsiteY0"/>
                </a:cxn>
                <a:cxn ang="0">
                  <a:pos x="connsiteX1" y="connsiteY1"/>
                </a:cxn>
                <a:cxn ang="0">
                  <a:pos x="connsiteX2" y="connsiteY2"/>
                </a:cxn>
              </a:cxnLst>
              <a:rect l="l" t="t" r="r" b="b"/>
              <a:pathLst>
                <a:path w="131695" h="136302">
                  <a:moveTo>
                    <a:pt x="65830" y="0"/>
                  </a:moveTo>
                  <a:cubicBezTo>
                    <a:pt x="-21896" y="0"/>
                    <a:pt x="-21991" y="136303"/>
                    <a:pt x="65830" y="136303"/>
                  </a:cubicBezTo>
                  <a:cubicBezTo>
                    <a:pt x="153650" y="136303"/>
                    <a:pt x="153650" y="0"/>
                    <a:pt x="65830"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7" name="Freeform 115">
              <a:extLst>
                <a:ext uri="{FF2B5EF4-FFF2-40B4-BE49-F238E27FC236}">
                  <a16:creationId xmlns:a16="http://schemas.microsoft.com/office/drawing/2014/main" id="{25C93D6A-CA5C-614D-6327-54D832FC6EA0}"/>
                </a:ext>
              </a:extLst>
            </p:cNvPr>
            <p:cNvSpPr/>
            <p:nvPr/>
          </p:nvSpPr>
          <p:spPr>
            <a:xfrm>
              <a:off x="12009120" y="4289880"/>
              <a:ext cx="182880" cy="182880"/>
            </a:xfrm>
            <a:custGeom>
              <a:avLst/>
              <a:gdLst>
                <a:gd name="connsiteX0" fmla="*/ 65830 w 131695"/>
                <a:gd name="connsiteY0" fmla="*/ 0 h 136302"/>
                <a:gd name="connsiteX1" fmla="*/ 65830 w 131695"/>
                <a:gd name="connsiteY1" fmla="*/ 136303 h 136302"/>
                <a:gd name="connsiteX2" fmla="*/ 65830 w 131695"/>
                <a:gd name="connsiteY2" fmla="*/ 0 h 136302"/>
              </a:gdLst>
              <a:ahLst/>
              <a:cxnLst>
                <a:cxn ang="0">
                  <a:pos x="connsiteX0" y="connsiteY0"/>
                </a:cxn>
                <a:cxn ang="0">
                  <a:pos x="connsiteX1" y="connsiteY1"/>
                </a:cxn>
                <a:cxn ang="0">
                  <a:pos x="connsiteX2" y="connsiteY2"/>
                </a:cxn>
              </a:cxnLst>
              <a:rect l="l" t="t" r="r" b="b"/>
              <a:pathLst>
                <a:path w="131695" h="136302">
                  <a:moveTo>
                    <a:pt x="65830" y="0"/>
                  </a:moveTo>
                  <a:cubicBezTo>
                    <a:pt x="-21896" y="0"/>
                    <a:pt x="-21991" y="136303"/>
                    <a:pt x="65830" y="136303"/>
                  </a:cubicBezTo>
                  <a:cubicBezTo>
                    <a:pt x="153650" y="136303"/>
                    <a:pt x="153650" y="0"/>
                    <a:pt x="65830"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8" name="Freeform 116">
              <a:extLst>
                <a:ext uri="{FF2B5EF4-FFF2-40B4-BE49-F238E27FC236}">
                  <a16:creationId xmlns:a16="http://schemas.microsoft.com/office/drawing/2014/main" id="{1973ED7C-6DB1-0849-8916-662EE5EF6950}"/>
                </a:ext>
              </a:extLst>
            </p:cNvPr>
            <p:cNvSpPr/>
            <p:nvPr/>
          </p:nvSpPr>
          <p:spPr>
            <a:xfrm>
              <a:off x="8436281" y="116921"/>
              <a:ext cx="3755719" cy="4620285"/>
            </a:xfrm>
            <a:custGeom>
              <a:avLst/>
              <a:gdLst>
                <a:gd name="connsiteX0" fmla="*/ 3397481 w 3755719"/>
                <a:gd name="connsiteY0" fmla="*/ 1119149 h 4620285"/>
                <a:gd name="connsiteX1" fmla="*/ 3475967 w 3755719"/>
                <a:gd name="connsiteY1" fmla="*/ 857973 h 4620285"/>
                <a:gd name="connsiteX2" fmla="*/ 3003927 w 3755719"/>
                <a:gd name="connsiteY2" fmla="*/ 385516 h 4620285"/>
                <a:gd name="connsiteX3" fmla="*/ 2763687 w 3755719"/>
                <a:gd name="connsiteY3" fmla="*/ 451065 h 4620285"/>
                <a:gd name="connsiteX4" fmla="*/ 1871204 w 3755719"/>
                <a:gd name="connsiteY4" fmla="*/ 44048 h 4620285"/>
                <a:gd name="connsiteX5" fmla="*/ 1547345 w 3755719"/>
                <a:gd name="connsiteY5" fmla="*/ 293712 h 4620285"/>
                <a:gd name="connsiteX6" fmla="*/ 1144913 w 3755719"/>
                <a:gd name="connsiteY6" fmla="*/ 153885 h 4620285"/>
                <a:gd name="connsiteX7" fmla="*/ 496166 w 3755719"/>
                <a:gd name="connsiteY7" fmla="*/ 802633 h 4620285"/>
                <a:gd name="connsiteX8" fmla="*/ 503309 w 3755719"/>
                <a:gd name="connsiteY8" fmla="*/ 894359 h 4620285"/>
                <a:gd name="connsiteX9" fmla="*/ 6022 w 3755719"/>
                <a:gd name="connsiteY9" fmla="*/ 1558280 h 4620285"/>
                <a:gd name="connsiteX10" fmla="*/ 448350 w 3755719"/>
                <a:gd name="connsiteY10" fmla="*/ 2044979 h 4620285"/>
                <a:gd name="connsiteX11" fmla="*/ 444540 w 3755719"/>
                <a:gd name="connsiteY11" fmla="*/ 2110225 h 4620285"/>
                <a:gd name="connsiteX12" fmla="*/ 959424 w 3755719"/>
                <a:gd name="connsiteY12" fmla="*/ 2624042 h 4620285"/>
                <a:gd name="connsiteX13" fmla="*/ 1320269 w 3755719"/>
                <a:gd name="connsiteY13" fmla="*/ 2475699 h 4620285"/>
                <a:gd name="connsiteX14" fmla="*/ 1654406 w 3755719"/>
                <a:gd name="connsiteY14" fmla="*/ 2637624 h 4620285"/>
                <a:gd name="connsiteX15" fmla="*/ 1654406 w 3755719"/>
                <a:gd name="connsiteY15" fmla="*/ 2671534 h 4620285"/>
                <a:gd name="connsiteX16" fmla="*/ 1446284 w 3755719"/>
                <a:gd name="connsiteY16" fmla="*/ 2879655 h 4620285"/>
                <a:gd name="connsiteX17" fmla="*/ 1031471 w 3755719"/>
                <a:gd name="connsiteY17" fmla="*/ 2879655 h 4620285"/>
                <a:gd name="connsiteX18" fmla="*/ 411679 w 3755719"/>
                <a:gd name="connsiteY18" fmla="*/ 3499446 h 4620285"/>
                <a:gd name="connsiteX19" fmla="*/ 411679 w 3755719"/>
                <a:gd name="connsiteY19" fmla="*/ 4569295 h 4620285"/>
                <a:gd name="connsiteX20" fmla="*/ 474658 w 3755719"/>
                <a:gd name="connsiteY20" fmla="*/ 4619948 h 4620285"/>
                <a:gd name="connsiteX21" fmla="*/ 525312 w 3755719"/>
                <a:gd name="connsiteY21" fmla="*/ 4569295 h 4620285"/>
                <a:gd name="connsiteX22" fmla="*/ 525312 w 3755719"/>
                <a:gd name="connsiteY22" fmla="*/ 3499351 h 4620285"/>
                <a:gd name="connsiteX23" fmla="*/ 1031471 w 3755719"/>
                <a:gd name="connsiteY23" fmla="*/ 2993097 h 4620285"/>
                <a:gd name="connsiteX24" fmla="*/ 1375037 w 3755719"/>
                <a:gd name="connsiteY24" fmla="*/ 2993097 h 4620285"/>
                <a:gd name="connsiteX25" fmla="*/ 1364084 w 3755719"/>
                <a:gd name="connsiteY25" fmla="*/ 3387242 h 4620285"/>
                <a:gd name="connsiteX26" fmla="*/ 1384658 w 3755719"/>
                <a:gd name="connsiteY26" fmla="*/ 3422484 h 4620285"/>
                <a:gd name="connsiteX27" fmla="*/ 1866146 w 3755719"/>
                <a:gd name="connsiteY27" fmla="*/ 3572694 h 4620285"/>
                <a:gd name="connsiteX28" fmla="*/ 1894721 w 3755719"/>
                <a:gd name="connsiteY28" fmla="*/ 3559549 h 4620285"/>
                <a:gd name="connsiteX29" fmla="*/ 1922820 w 3755719"/>
                <a:gd name="connsiteY29" fmla="*/ 3572694 h 4620285"/>
                <a:gd name="connsiteX30" fmla="*/ 2404404 w 3755719"/>
                <a:gd name="connsiteY30" fmla="*/ 3422484 h 4620285"/>
                <a:gd name="connsiteX31" fmla="*/ 2424883 w 3755719"/>
                <a:gd name="connsiteY31" fmla="*/ 3387242 h 4620285"/>
                <a:gd name="connsiteX32" fmla="*/ 2462316 w 3755719"/>
                <a:gd name="connsiteY32" fmla="*/ 3099968 h 4620285"/>
                <a:gd name="connsiteX33" fmla="*/ 2413929 w 3755719"/>
                <a:gd name="connsiteY33" fmla="*/ 2993097 h 4620285"/>
                <a:gd name="connsiteX34" fmla="*/ 2757591 w 3755719"/>
                <a:gd name="connsiteY34" fmla="*/ 2993097 h 4620285"/>
                <a:gd name="connsiteX35" fmla="*/ 3263654 w 3755719"/>
                <a:gd name="connsiteY35" fmla="*/ 3499351 h 4620285"/>
                <a:gd name="connsiteX36" fmla="*/ 3263654 w 3755719"/>
                <a:gd name="connsiteY36" fmla="*/ 4569295 h 4620285"/>
                <a:gd name="connsiteX37" fmla="*/ 3326634 w 3755719"/>
                <a:gd name="connsiteY37" fmla="*/ 4619948 h 4620285"/>
                <a:gd name="connsiteX38" fmla="*/ 3377288 w 3755719"/>
                <a:gd name="connsiteY38" fmla="*/ 4569295 h 4620285"/>
                <a:gd name="connsiteX39" fmla="*/ 3377288 w 3755719"/>
                <a:gd name="connsiteY39" fmla="*/ 3499351 h 4620285"/>
                <a:gd name="connsiteX40" fmla="*/ 2757591 w 3755719"/>
                <a:gd name="connsiteY40" fmla="*/ 2879559 h 4620285"/>
                <a:gd name="connsiteX41" fmla="*/ 2342206 w 3755719"/>
                <a:gd name="connsiteY41" fmla="*/ 2879559 h 4620285"/>
                <a:gd name="connsiteX42" fmla="*/ 2274959 w 3755719"/>
                <a:gd name="connsiteY42" fmla="*/ 2868320 h 4620285"/>
                <a:gd name="connsiteX43" fmla="*/ 2268292 w 3755719"/>
                <a:gd name="connsiteY43" fmla="*/ 2865939 h 4620285"/>
                <a:gd name="connsiteX44" fmla="*/ 2134180 w 3755719"/>
                <a:gd name="connsiteY44" fmla="*/ 2671438 h 4620285"/>
                <a:gd name="connsiteX45" fmla="*/ 2134180 w 3755719"/>
                <a:gd name="connsiteY45" fmla="*/ 2637529 h 4620285"/>
                <a:gd name="connsiteX46" fmla="*/ 2476604 w 3755719"/>
                <a:gd name="connsiteY46" fmla="*/ 2469508 h 4620285"/>
                <a:gd name="connsiteX47" fmla="*/ 3314061 w 3755719"/>
                <a:gd name="connsiteY47" fmla="*/ 2470832 h 4620285"/>
                <a:gd name="connsiteX48" fmla="*/ 3488159 w 3755719"/>
                <a:gd name="connsiteY48" fmla="*/ 2052694 h 4620285"/>
                <a:gd name="connsiteX49" fmla="*/ 3755716 w 3755719"/>
                <a:gd name="connsiteY49" fmla="*/ 1602828 h 4620285"/>
                <a:gd name="connsiteX50" fmla="*/ 3397481 w 3755719"/>
                <a:gd name="connsiteY50" fmla="*/ 1119149 h 4620285"/>
                <a:gd name="connsiteX51" fmla="*/ 1482956 w 3755719"/>
                <a:gd name="connsiteY51" fmla="*/ 3365334 h 4620285"/>
                <a:gd name="connsiteX52" fmla="*/ 1462477 w 3755719"/>
                <a:gd name="connsiteY52" fmla="*/ 3330092 h 4620285"/>
                <a:gd name="connsiteX53" fmla="*/ 1519151 w 3755719"/>
                <a:gd name="connsiteY53" fmla="*/ 3000241 h 4620285"/>
                <a:gd name="connsiteX54" fmla="*/ 1812425 w 3755719"/>
                <a:gd name="connsiteY54" fmla="*/ 3472491 h 4620285"/>
                <a:gd name="connsiteX55" fmla="*/ 1482765 w 3755719"/>
                <a:gd name="connsiteY55" fmla="*/ 3365334 h 4620285"/>
                <a:gd name="connsiteX56" fmla="*/ 2269625 w 3755719"/>
                <a:gd name="connsiteY56" fmla="*/ 3000336 h 4620285"/>
                <a:gd name="connsiteX57" fmla="*/ 2326775 w 3755719"/>
                <a:gd name="connsiteY57" fmla="*/ 3330092 h 4620285"/>
                <a:gd name="connsiteX58" fmla="*/ 2306201 w 3755719"/>
                <a:gd name="connsiteY58" fmla="*/ 3365239 h 4620285"/>
                <a:gd name="connsiteX59" fmla="*/ 1976732 w 3755719"/>
                <a:gd name="connsiteY59" fmla="*/ 3472491 h 4620285"/>
                <a:gd name="connsiteX60" fmla="*/ 2171232 w 3755719"/>
                <a:gd name="connsiteY60" fmla="*/ 2943186 h 4620285"/>
                <a:gd name="connsiteX61" fmla="*/ 1894245 w 3755719"/>
                <a:gd name="connsiteY61" fmla="*/ 3389337 h 4620285"/>
                <a:gd name="connsiteX62" fmla="*/ 1617449 w 3755719"/>
                <a:gd name="connsiteY62" fmla="*/ 2943567 h 4620285"/>
                <a:gd name="connsiteX63" fmla="*/ 1767944 w 3755719"/>
                <a:gd name="connsiteY63" fmla="*/ 2671438 h 4620285"/>
                <a:gd name="connsiteX64" fmla="*/ 1767944 w 3755719"/>
                <a:gd name="connsiteY64" fmla="*/ 2660199 h 4620285"/>
                <a:gd name="connsiteX65" fmla="*/ 2020547 w 3755719"/>
                <a:gd name="connsiteY65" fmla="*/ 2660199 h 4620285"/>
                <a:gd name="connsiteX66" fmla="*/ 2020547 w 3755719"/>
                <a:gd name="connsiteY66" fmla="*/ 2671438 h 4620285"/>
                <a:gd name="connsiteX67" fmla="*/ 2171042 w 3755719"/>
                <a:gd name="connsiteY67" fmla="*/ 2943567 h 4620285"/>
                <a:gd name="connsiteX68" fmla="*/ 2451934 w 3755719"/>
                <a:gd name="connsiteY68" fmla="*/ 2344731 h 4620285"/>
                <a:gd name="connsiteX69" fmla="*/ 2066171 w 3755719"/>
                <a:gd name="connsiteY69" fmla="*/ 2536469 h 4620285"/>
                <a:gd name="connsiteX70" fmla="*/ 2066171 w 3755719"/>
                <a:gd name="connsiteY70" fmla="*/ 2536469 h 4620285"/>
                <a:gd name="connsiteX71" fmla="*/ 1723271 w 3755719"/>
                <a:gd name="connsiteY71" fmla="*/ 2536469 h 4620285"/>
                <a:gd name="connsiteX72" fmla="*/ 1723271 w 3755719"/>
                <a:gd name="connsiteY72" fmla="*/ 2536469 h 4620285"/>
                <a:gd name="connsiteX73" fmla="*/ 1337509 w 3755719"/>
                <a:gd name="connsiteY73" fmla="*/ 2344731 h 4620285"/>
                <a:gd name="connsiteX74" fmla="*/ 1139770 w 3755719"/>
                <a:gd name="connsiteY74" fmla="*/ 2040693 h 4620285"/>
                <a:gd name="connsiteX75" fmla="*/ 1137389 w 3755719"/>
                <a:gd name="connsiteY75" fmla="*/ 2032025 h 4620285"/>
                <a:gd name="connsiteX76" fmla="*/ 1116053 w 3755719"/>
                <a:gd name="connsiteY76" fmla="*/ 1867242 h 4620285"/>
                <a:gd name="connsiteX77" fmla="*/ 1116053 w 3755719"/>
                <a:gd name="connsiteY77" fmla="*/ 1557870 h 4620285"/>
                <a:gd name="connsiteX78" fmla="*/ 1475526 w 3755719"/>
                <a:gd name="connsiteY78" fmla="*/ 1502530 h 4620285"/>
                <a:gd name="connsiteX79" fmla="*/ 1848296 w 3755719"/>
                <a:gd name="connsiteY79" fmla="*/ 1548193 h 4620285"/>
                <a:gd name="connsiteX80" fmla="*/ 1893959 w 3755719"/>
                <a:gd name="connsiteY80" fmla="*/ 1502530 h 4620285"/>
                <a:gd name="connsiteX81" fmla="*/ 2266730 w 3755719"/>
                <a:gd name="connsiteY81" fmla="*/ 1548193 h 4620285"/>
                <a:gd name="connsiteX82" fmla="*/ 2312393 w 3755719"/>
                <a:gd name="connsiteY82" fmla="*/ 1502530 h 4620285"/>
                <a:gd name="connsiteX83" fmla="*/ 2674343 w 3755719"/>
                <a:gd name="connsiteY83" fmla="*/ 1556346 h 4620285"/>
                <a:gd name="connsiteX84" fmla="*/ 2674343 w 3755719"/>
                <a:gd name="connsiteY84" fmla="*/ 1867623 h 4620285"/>
                <a:gd name="connsiteX85" fmla="*/ 2652911 w 3755719"/>
                <a:gd name="connsiteY85" fmla="*/ 2032406 h 4620285"/>
                <a:gd name="connsiteX86" fmla="*/ 2650625 w 3755719"/>
                <a:gd name="connsiteY86" fmla="*/ 2041074 h 4620285"/>
                <a:gd name="connsiteX87" fmla="*/ 2451743 w 3755719"/>
                <a:gd name="connsiteY87" fmla="*/ 2345112 h 4620285"/>
                <a:gd name="connsiteX88" fmla="*/ 3407672 w 3755719"/>
                <a:gd name="connsiteY88" fmla="*/ 1965445 h 4620285"/>
                <a:gd name="connsiteX89" fmla="*/ 3406339 w 3755719"/>
                <a:gd name="connsiteY89" fmla="*/ 1966112 h 4620285"/>
                <a:gd name="connsiteX90" fmla="*/ 3403862 w 3755719"/>
                <a:gd name="connsiteY90" fmla="*/ 1967350 h 4620285"/>
                <a:gd name="connsiteX91" fmla="*/ 3401291 w 3755719"/>
                <a:gd name="connsiteY91" fmla="*/ 1968779 h 4620285"/>
                <a:gd name="connsiteX92" fmla="*/ 3399291 w 3755719"/>
                <a:gd name="connsiteY92" fmla="*/ 1970112 h 4620285"/>
                <a:gd name="connsiteX93" fmla="*/ 3396528 w 3755719"/>
                <a:gd name="connsiteY93" fmla="*/ 1972017 h 4620285"/>
                <a:gd name="connsiteX94" fmla="*/ 3395004 w 3755719"/>
                <a:gd name="connsiteY94" fmla="*/ 1973160 h 4620285"/>
                <a:gd name="connsiteX95" fmla="*/ 3392242 w 3755719"/>
                <a:gd name="connsiteY95" fmla="*/ 1975542 h 4620285"/>
                <a:gd name="connsiteX96" fmla="*/ 3391004 w 3755719"/>
                <a:gd name="connsiteY96" fmla="*/ 1976780 h 4620285"/>
                <a:gd name="connsiteX97" fmla="*/ 3388337 w 3755719"/>
                <a:gd name="connsiteY97" fmla="*/ 1979447 h 4620285"/>
                <a:gd name="connsiteX98" fmla="*/ 3387289 w 3755719"/>
                <a:gd name="connsiteY98" fmla="*/ 1980780 h 4620285"/>
                <a:gd name="connsiteX99" fmla="*/ 3384908 w 3755719"/>
                <a:gd name="connsiteY99" fmla="*/ 1983638 h 4620285"/>
                <a:gd name="connsiteX100" fmla="*/ 3383860 w 3755719"/>
                <a:gd name="connsiteY100" fmla="*/ 1985257 h 4620285"/>
                <a:gd name="connsiteX101" fmla="*/ 3381955 w 3755719"/>
                <a:gd name="connsiteY101" fmla="*/ 1988115 h 4620285"/>
                <a:gd name="connsiteX102" fmla="*/ 3380812 w 3755719"/>
                <a:gd name="connsiteY102" fmla="*/ 1990115 h 4620285"/>
                <a:gd name="connsiteX103" fmla="*/ 3379478 w 3755719"/>
                <a:gd name="connsiteY103" fmla="*/ 1992782 h 4620285"/>
                <a:gd name="connsiteX104" fmla="*/ 3378335 w 3755719"/>
                <a:gd name="connsiteY104" fmla="*/ 1995258 h 4620285"/>
                <a:gd name="connsiteX105" fmla="*/ 3377288 w 3755719"/>
                <a:gd name="connsiteY105" fmla="*/ 1997735 h 4620285"/>
                <a:gd name="connsiteX106" fmla="*/ 3376430 w 3755719"/>
                <a:gd name="connsiteY106" fmla="*/ 2000402 h 4620285"/>
                <a:gd name="connsiteX107" fmla="*/ 3375668 w 3755719"/>
                <a:gd name="connsiteY107" fmla="*/ 2002974 h 4620285"/>
                <a:gd name="connsiteX108" fmla="*/ 3375097 w 3755719"/>
                <a:gd name="connsiteY108" fmla="*/ 2005641 h 4620285"/>
                <a:gd name="connsiteX109" fmla="*/ 3374525 w 3755719"/>
                <a:gd name="connsiteY109" fmla="*/ 2008498 h 4620285"/>
                <a:gd name="connsiteX110" fmla="*/ 3374525 w 3755719"/>
                <a:gd name="connsiteY110" fmla="*/ 2010879 h 4620285"/>
                <a:gd name="connsiteX111" fmla="*/ 3374525 w 3755719"/>
                <a:gd name="connsiteY111" fmla="*/ 2014308 h 4620285"/>
                <a:gd name="connsiteX112" fmla="*/ 3374525 w 3755719"/>
                <a:gd name="connsiteY112" fmla="*/ 2016213 h 4620285"/>
                <a:gd name="connsiteX113" fmla="*/ 3374525 w 3755719"/>
                <a:gd name="connsiteY113" fmla="*/ 2020214 h 4620285"/>
                <a:gd name="connsiteX114" fmla="*/ 3374525 w 3755719"/>
                <a:gd name="connsiteY114" fmla="*/ 2020976 h 4620285"/>
                <a:gd name="connsiteX115" fmla="*/ 3375383 w 3755719"/>
                <a:gd name="connsiteY115" fmla="*/ 2051075 h 4620285"/>
                <a:gd name="connsiteX116" fmla="*/ 2896618 w 3755719"/>
                <a:gd name="connsiteY116" fmla="*/ 2529382 h 4620285"/>
                <a:gd name="connsiteX117" fmla="*/ 2565758 w 3755719"/>
                <a:gd name="connsiteY117" fmla="*/ 2396356 h 4620285"/>
                <a:gd name="connsiteX118" fmla="*/ 2748828 w 3755719"/>
                <a:gd name="connsiteY118" fmla="*/ 2107844 h 4620285"/>
                <a:gd name="connsiteX119" fmla="*/ 2848460 w 3755719"/>
                <a:gd name="connsiteY119" fmla="*/ 2107844 h 4620285"/>
                <a:gd name="connsiteX120" fmla="*/ 3075078 w 3755719"/>
                <a:gd name="connsiteY120" fmla="*/ 1871833 h 4620285"/>
                <a:gd name="connsiteX121" fmla="*/ 2848460 w 3755719"/>
                <a:gd name="connsiteY121" fmla="*/ 1645215 h 4620285"/>
                <a:gd name="connsiteX122" fmla="*/ 2787976 w 3755719"/>
                <a:gd name="connsiteY122" fmla="*/ 1645215 h 4620285"/>
                <a:gd name="connsiteX123" fmla="*/ 2787976 w 3755719"/>
                <a:gd name="connsiteY123" fmla="*/ 1338510 h 4620285"/>
                <a:gd name="connsiteX124" fmla="*/ 2737798 w 3755719"/>
                <a:gd name="connsiteY124" fmla="*/ 1275149 h 4620285"/>
                <a:gd name="connsiteX125" fmla="*/ 2674438 w 3755719"/>
                <a:gd name="connsiteY125" fmla="*/ 1325337 h 4620285"/>
                <a:gd name="connsiteX126" fmla="*/ 2674438 w 3755719"/>
                <a:gd name="connsiteY126" fmla="*/ 1338510 h 4620285"/>
                <a:gd name="connsiteX127" fmla="*/ 2522038 w 3755719"/>
                <a:gd name="connsiteY127" fmla="*/ 1490910 h 4620285"/>
                <a:gd name="connsiteX128" fmla="*/ 2369638 w 3755719"/>
                <a:gd name="connsiteY128" fmla="*/ 1338510 h 4620285"/>
                <a:gd name="connsiteX129" fmla="*/ 2319460 w 3755719"/>
                <a:gd name="connsiteY129" fmla="*/ 1275149 h 4620285"/>
                <a:gd name="connsiteX130" fmla="*/ 2256100 w 3755719"/>
                <a:gd name="connsiteY130" fmla="*/ 1325337 h 4620285"/>
                <a:gd name="connsiteX131" fmla="*/ 2256100 w 3755719"/>
                <a:gd name="connsiteY131" fmla="*/ 1338510 h 4620285"/>
                <a:gd name="connsiteX132" fmla="*/ 2103700 w 3755719"/>
                <a:gd name="connsiteY132" fmla="*/ 1490910 h 4620285"/>
                <a:gd name="connsiteX133" fmla="*/ 1951300 w 3755719"/>
                <a:gd name="connsiteY133" fmla="*/ 1338510 h 4620285"/>
                <a:gd name="connsiteX134" fmla="*/ 1888321 w 3755719"/>
                <a:gd name="connsiteY134" fmla="*/ 1287856 h 4620285"/>
                <a:gd name="connsiteX135" fmla="*/ 1837667 w 3755719"/>
                <a:gd name="connsiteY135" fmla="*/ 1338510 h 4620285"/>
                <a:gd name="connsiteX136" fmla="*/ 1685267 w 3755719"/>
                <a:gd name="connsiteY136" fmla="*/ 1490910 h 4620285"/>
                <a:gd name="connsiteX137" fmla="*/ 1532867 w 3755719"/>
                <a:gd name="connsiteY137" fmla="*/ 1338510 h 4620285"/>
                <a:gd name="connsiteX138" fmla="*/ 1469887 w 3755719"/>
                <a:gd name="connsiteY138" fmla="*/ 1287856 h 4620285"/>
                <a:gd name="connsiteX139" fmla="*/ 1419233 w 3755719"/>
                <a:gd name="connsiteY139" fmla="*/ 1338510 h 4620285"/>
                <a:gd name="connsiteX140" fmla="*/ 1265776 w 3755719"/>
                <a:gd name="connsiteY140" fmla="*/ 1489852 h 4620285"/>
                <a:gd name="connsiteX141" fmla="*/ 1116624 w 3755719"/>
                <a:gd name="connsiteY141" fmla="*/ 1363179 h 4620285"/>
                <a:gd name="connsiteX142" fmla="*/ 1116624 w 3755719"/>
                <a:gd name="connsiteY142" fmla="*/ 1338510 h 4620285"/>
                <a:gd name="connsiteX143" fmla="*/ 1059474 w 3755719"/>
                <a:gd name="connsiteY143" fmla="*/ 1281360 h 4620285"/>
                <a:gd name="connsiteX144" fmla="*/ 1057283 w 3755719"/>
                <a:gd name="connsiteY144" fmla="*/ 1281360 h 4620285"/>
                <a:gd name="connsiteX145" fmla="*/ 1000133 w 3755719"/>
                <a:gd name="connsiteY145" fmla="*/ 1338510 h 4620285"/>
                <a:gd name="connsiteX146" fmla="*/ 1002324 w 3755719"/>
                <a:gd name="connsiteY146" fmla="*/ 1371942 h 4620285"/>
                <a:gd name="connsiteX147" fmla="*/ 1002324 w 3755719"/>
                <a:gd name="connsiteY147" fmla="*/ 1645595 h 4620285"/>
                <a:gd name="connsiteX148" fmla="*/ 941840 w 3755719"/>
                <a:gd name="connsiteY148" fmla="*/ 1645595 h 4620285"/>
                <a:gd name="connsiteX149" fmla="*/ 715222 w 3755719"/>
                <a:gd name="connsiteY149" fmla="*/ 1881606 h 4620285"/>
                <a:gd name="connsiteX150" fmla="*/ 941840 w 3755719"/>
                <a:gd name="connsiteY150" fmla="*/ 2108225 h 4620285"/>
                <a:gd name="connsiteX151" fmla="*/ 1041472 w 3755719"/>
                <a:gd name="connsiteY151" fmla="*/ 2108225 h 4620285"/>
                <a:gd name="connsiteX152" fmla="*/ 1231972 w 3755719"/>
                <a:gd name="connsiteY152" fmla="*/ 2403500 h 4620285"/>
                <a:gd name="connsiteX153" fmla="*/ 666539 w 3755719"/>
                <a:gd name="connsiteY153" fmla="*/ 2384240 h 4620285"/>
                <a:gd name="connsiteX154" fmla="*/ 558840 w 3755719"/>
                <a:gd name="connsiteY154" fmla="*/ 2110035 h 4620285"/>
                <a:gd name="connsiteX155" fmla="*/ 570461 w 3755719"/>
                <a:gd name="connsiteY155" fmla="*/ 2013927 h 4620285"/>
                <a:gd name="connsiteX156" fmla="*/ 570461 w 3755719"/>
                <a:gd name="connsiteY156" fmla="*/ 2013165 h 4620285"/>
                <a:gd name="connsiteX157" fmla="*/ 571032 w 3755719"/>
                <a:gd name="connsiteY157" fmla="*/ 2010594 h 4620285"/>
                <a:gd name="connsiteX158" fmla="*/ 571508 w 3755719"/>
                <a:gd name="connsiteY158" fmla="*/ 2007641 h 4620285"/>
                <a:gd name="connsiteX159" fmla="*/ 571508 w 3755719"/>
                <a:gd name="connsiteY159" fmla="*/ 2007641 h 4620285"/>
                <a:gd name="connsiteX160" fmla="*/ 571508 w 3755719"/>
                <a:gd name="connsiteY160" fmla="*/ 2006307 h 4620285"/>
                <a:gd name="connsiteX161" fmla="*/ 571508 w 3755719"/>
                <a:gd name="connsiteY161" fmla="*/ 2002116 h 4620285"/>
                <a:gd name="connsiteX162" fmla="*/ 571508 w 3755719"/>
                <a:gd name="connsiteY162" fmla="*/ 2000402 h 4620285"/>
                <a:gd name="connsiteX163" fmla="*/ 571508 w 3755719"/>
                <a:gd name="connsiteY163" fmla="*/ 1996497 h 4620285"/>
                <a:gd name="connsiteX164" fmla="*/ 571508 w 3755719"/>
                <a:gd name="connsiteY164" fmla="*/ 1994401 h 4620285"/>
                <a:gd name="connsiteX165" fmla="*/ 571508 w 3755719"/>
                <a:gd name="connsiteY165" fmla="*/ 1991067 h 4620285"/>
                <a:gd name="connsiteX166" fmla="*/ 570937 w 3755719"/>
                <a:gd name="connsiteY166" fmla="*/ 1988495 h 4620285"/>
                <a:gd name="connsiteX167" fmla="*/ 570365 w 3755719"/>
                <a:gd name="connsiteY167" fmla="*/ 1985733 h 4620285"/>
                <a:gd name="connsiteX168" fmla="*/ 569508 w 3755719"/>
                <a:gd name="connsiteY168" fmla="*/ 1982876 h 4620285"/>
                <a:gd name="connsiteX169" fmla="*/ 568746 w 3755719"/>
                <a:gd name="connsiteY169" fmla="*/ 1980590 h 4620285"/>
                <a:gd name="connsiteX170" fmla="*/ 567603 w 3755719"/>
                <a:gd name="connsiteY170" fmla="*/ 1977637 h 4620285"/>
                <a:gd name="connsiteX171" fmla="*/ 566651 w 3755719"/>
                <a:gd name="connsiteY171" fmla="*/ 1975542 h 4620285"/>
                <a:gd name="connsiteX172" fmla="*/ 565127 w 3755719"/>
                <a:gd name="connsiteY172" fmla="*/ 1972684 h 4620285"/>
                <a:gd name="connsiteX173" fmla="*/ 564079 w 3755719"/>
                <a:gd name="connsiteY173" fmla="*/ 1970684 h 4620285"/>
                <a:gd name="connsiteX174" fmla="*/ 562364 w 3755719"/>
                <a:gd name="connsiteY174" fmla="*/ 1968207 h 4620285"/>
                <a:gd name="connsiteX175" fmla="*/ 561031 w 3755719"/>
                <a:gd name="connsiteY175" fmla="*/ 1966207 h 4620285"/>
                <a:gd name="connsiteX176" fmla="*/ 559221 w 3755719"/>
                <a:gd name="connsiteY176" fmla="*/ 1963921 h 4620285"/>
                <a:gd name="connsiteX177" fmla="*/ 557507 w 3755719"/>
                <a:gd name="connsiteY177" fmla="*/ 1961921 h 4620285"/>
                <a:gd name="connsiteX178" fmla="*/ 555602 w 3755719"/>
                <a:gd name="connsiteY178" fmla="*/ 1959920 h 4620285"/>
                <a:gd name="connsiteX179" fmla="*/ 553697 w 3755719"/>
                <a:gd name="connsiteY179" fmla="*/ 1958016 h 4620285"/>
                <a:gd name="connsiteX180" fmla="*/ 551506 w 3755719"/>
                <a:gd name="connsiteY180" fmla="*/ 1956206 h 4620285"/>
                <a:gd name="connsiteX181" fmla="*/ 549410 w 3755719"/>
                <a:gd name="connsiteY181" fmla="*/ 1954587 h 4620285"/>
                <a:gd name="connsiteX182" fmla="*/ 547029 w 3755719"/>
                <a:gd name="connsiteY182" fmla="*/ 1952872 h 4620285"/>
                <a:gd name="connsiteX183" fmla="*/ 544362 w 3755719"/>
                <a:gd name="connsiteY183" fmla="*/ 1951062 h 4620285"/>
                <a:gd name="connsiteX184" fmla="*/ 541600 w 3755719"/>
                <a:gd name="connsiteY184" fmla="*/ 1949538 h 4620285"/>
                <a:gd name="connsiteX185" fmla="*/ 539409 w 3755719"/>
                <a:gd name="connsiteY185" fmla="*/ 1948395 h 4620285"/>
                <a:gd name="connsiteX186" fmla="*/ 536361 w 3755719"/>
                <a:gd name="connsiteY186" fmla="*/ 1947157 h 4620285"/>
                <a:gd name="connsiteX187" fmla="*/ 534266 w 3755719"/>
                <a:gd name="connsiteY187" fmla="*/ 1946205 h 4620285"/>
                <a:gd name="connsiteX188" fmla="*/ 531122 w 3755719"/>
                <a:gd name="connsiteY188" fmla="*/ 1945252 h 4620285"/>
                <a:gd name="connsiteX189" fmla="*/ 529122 w 3755719"/>
                <a:gd name="connsiteY189" fmla="*/ 1944681 h 4620285"/>
                <a:gd name="connsiteX190" fmla="*/ 529122 w 3755719"/>
                <a:gd name="connsiteY190" fmla="*/ 1944681 h 4620285"/>
                <a:gd name="connsiteX191" fmla="*/ 527312 w 3755719"/>
                <a:gd name="connsiteY191" fmla="*/ 1944681 h 4620285"/>
                <a:gd name="connsiteX192" fmla="*/ 522740 w 3755719"/>
                <a:gd name="connsiteY192" fmla="*/ 1943823 h 4620285"/>
                <a:gd name="connsiteX193" fmla="*/ 116901 w 3755719"/>
                <a:gd name="connsiteY193" fmla="*/ 1412062 h 4620285"/>
                <a:gd name="connsiteX194" fmla="*/ 572937 w 3755719"/>
                <a:gd name="connsiteY194" fmla="*/ 1002182 h 4620285"/>
                <a:gd name="connsiteX195" fmla="*/ 585415 w 3755719"/>
                <a:gd name="connsiteY195" fmla="*/ 1000467 h 4620285"/>
                <a:gd name="connsiteX196" fmla="*/ 585415 w 3755719"/>
                <a:gd name="connsiteY196" fmla="*/ 1000467 h 4620285"/>
                <a:gd name="connsiteX197" fmla="*/ 590654 w 3755719"/>
                <a:gd name="connsiteY197" fmla="*/ 998848 h 4620285"/>
                <a:gd name="connsiteX198" fmla="*/ 591511 w 3755719"/>
                <a:gd name="connsiteY198" fmla="*/ 998848 h 4620285"/>
                <a:gd name="connsiteX199" fmla="*/ 595797 w 3755719"/>
                <a:gd name="connsiteY199" fmla="*/ 997038 h 4620285"/>
                <a:gd name="connsiteX200" fmla="*/ 597226 w 3755719"/>
                <a:gd name="connsiteY200" fmla="*/ 996276 h 4620285"/>
                <a:gd name="connsiteX201" fmla="*/ 600560 w 3755719"/>
                <a:gd name="connsiteY201" fmla="*/ 994467 h 4620285"/>
                <a:gd name="connsiteX202" fmla="*/ 602369 w 3755719"/>
                <a:gd name="connsiteY202" fmla="*/ 993228 h 4620285"/>
                <a:gd name="connsiteX203" fmla="*/ 605036 w 3755719"/>
                <a:gd name="connsiteY203" fmla="*/ 991514 h 4620285"/>
                <a:gd name="connsiteX204" fmla="*/ 606941 w 3755719"/>
                <a:gd name="connsiteY204" fmla="*/ 989895 h 4620285"/>
                <a:gd name="connsiteX205" fmla="*/ 609227 w 3755719"/>
                <a:gd name="connsiteY205" fmla="*/ 987990 h 4620285"/>
                <a:gd name="connsiteX206" fmla="*/ 611037 w 3755719"/>
                <a:gd name="connsiteY206" fmla="*/ 986275 h 4620285"/>
                <a:gd name="connsiteX207" fmla="*/ 613133 w 3755719"/>
                <a:gd name="connsiteY207" fmla="*/ 984180 h 4620285"/>
                <a:gd name="connsiteX208" fmla="*/ 614657 w 3755719"/>
                <a:gd name="connsiteY208" fmla="*/ 982370 h 4620285"/>
                <a:gd name="connsiteX209" fmla="*/ 616752 w 3755719"/>
                <a:gd name="connsiteY209" fmla="*/ 979893 h 4620285"/>
                <a:gd name="connsiteX210" fmla="*/ 617895 w 3755719"/>
                <a:gd name="connsiteY210" fmla="*/ 978274 h 4620285"/>
                <a:gd name="connsiteX211" fmla="*/ 619800 w 3755719"/>
                <a:gd name="connsiteY211" fmla="*/ 975226 h 4620285"/>
                <a:gd name="connsiteX212" fmla="*/ 620657 w 3755719"/>
                <a:gd name="connsiteY212" fmla="*/ 973797 h 4620285"/>
                <a:gd name="connsiteX213" fmla="*/ 622467 w 3755719"/>
                <a:gd name="connsiteY213" fmla="*/ 970368 h 4620285"/>
                <a:gd name="connsiteX214" fmla="*/ 623039 w 3755719"/>
                <a:gd name="connsiteY214" fmla="*/ 969035 h 4620285"/>
                <a:gd name="connsiteX215" fmla="*/ 624563 w 3755719"/>
                <a:gd name="connsiteY215" fmla="*/ 965320 h 4620285"/>
                <a:gd name="connsiteX216" fmla="*/ 624563 w 3755719"/>
                <a:gd name="connsiteY216" fmla="*/ 963891 h 4620285"/>
                <a:gd name="connsiteX217" fmla="*/ 625801 w 3755719"/>
                <a:gd name="connsiteY217" fmla="*/ 960177 h 4620285"/>
                <a:gd name="connsiteX218" fmla="*/ 625801 w 3755719"/>
                <a:gd name="connsiteY218" fmla="*/ 958462 h 4620285"/>
                <a:gd name="connsiteX219" fmla="*/ 626468 w 3755719"/>
                <a:gd name="connsiteY219" fmla="*/ 954747 h 4620285"/>
                <a:gd name="connsiteX220" fmla="*/ 626468 w 3755719"/>
                <a:gd name="connsiteY220" fmla="*/ 952747 h 4620285"/>
                <a:gd name="connsiteX221" fmla="*/ 626468 w 3755719"/>
                <a:gd name="connsiteY221" fmla="*/ 949223 h 4620285"/>
                <a:gd name="connsiteX222" fmla="*/ 626468 w 3755719"/>
                <a:gd name="connsiteY222" fmla="*/ 947127 h 4620285"/>
                <a:gd name="connsiteX223" fmla="*/ 626468 w 3755719"/>
                <a:gd name="connsiteY223" fmla="*/ 944270 h 4620285"/>
                <a:gd name="connsiteX224" fmla="*/ 626468 w 3755719"/>
                <a:gd name="connsiteY224" fmla="*/ 943508 h 4620285"/>
                <a:gd name="connsiteX225" fmla="*/ 626468 w 3755719"/>
                <a:gd name="connsiteY225" fmla="*/ 941984 h 4620285"/>
                <a:gd name="connsiteX226" fmla="*/ 626468 w 3755719"/>
                <a:gd name="connsiteY226" fmla="*/ 937602 h 4620285"/>
                <a:gd name="connsiteX227" fmla="*/ 626468 w 3755719"/>
                <a:gd name="connsiteY227" fmla="*/ 936936 h 4620285"/>
                <a:gd name="connsiteX228" fmla="*/ 625515 w 3755719"/>
                <a:gd name="connsiteY228" fmla="*/ 932078 h 4620285"/>
                <a:gd name="connsiteX229" fmla="*/ 625515 w 3755719"/>
                <a:gd name="connsiteY229" fmla="*/ 932078 h 4620285"/>
                <a:gd name="connsiteX230" fmla="*/ 608465 w 3755719"/>
                <a:gd name="connsiteY230" fmla="*/ 803300 h 4620285"/>
                <a:gd name="connsiteX231" fmla="*/ 1143675 w 3755719"/>
                <a:gd name="connsiteY231" fmla="*/ 268090 h 4620285"/>
                <a:gd name="connsiteX232" fmla="*/ 1518389 w 3755719"/>
                <a:gd name="connsiteY232" fmla="*/ 421347 h 4620285"/>
                <a:gd name="connsiteX233" fmla="*/ 1520008 w 3755719"/>
                <a:gd name="connsiteY233" fmla="*/ 422776 h 4620285"/>
                <a:gd name="connsiteX234" fmla="*/ 1521722 w 3755719"/>
                <a:gd name="connsiteY234" fmla="*/ 424300 h 4620285"/>
                <a:gd name="connsiteX235" fmla="*/ 1524675 w 3755719"/>
                <a:gd name="connsiteY235" fmla="*/ 426681 h 4620285"/>
                <a:gd name="connsiteX236" fmla="*/ 1526009 w 3755719"/>
                <a:gd name="connsiteY236" fmla="*/ 427634 h 4620285"/>
                <a:gd name="connsiteX237" fmla="*/ 1529723 w 3755719"/>
                <a:gd name="connsiteY237" fmla="*/ 430015 h 4620285"/>
                <a:gd name="connsiteX238" fmla="*/ 1530390 w 3755719"/>
                <a:gd name="connsiteY238" fmla="*/ 430015 h 4620285"/>
                <a:gd name="connsiteX239" fmla="*/ 1530390 w 3755719"/>
                <a:gd name="connsiteY239" fmla="*/ 430015 h 4620285"/>
                <a:gd name="connsiteX240" fmla="*/ 1534105 w 3755719"/>
                <a:gd name="connsiteY240" fmla="*/ 431825 h 4620285"/>
                <a:gd name="connsiteX241" fmla="*/ 1535724 w 3755719"/>
                <a:gd name="connsiteY241" fmla="*/ 432587 h 4620285"/>
                <a:gd name="connsiteX242" fmla="*/ 1538867 w 3755719"/>
                <a:gd name="connsiteY242" fmla="*/ 433825 h 4620285"/>
                <a:gd name="connsiteX243" fmla="*/ 1541249 w 3755719"/>
                <a:gd name="connsiteY243" fmla="*/ 434587 h 4620285"/>
                <a:gd name="connsiteX244" fmla="*/ 1543630 w 3755719"/>
                <a:gd name="connsiteY244" fmla="*/ 435254 h 4620285"/>
                <a:gd name="connsiteX245" fmla="*/ 1546773 w 3755719"/>
                <a:gd name="connsiteY245" fmla="*/ 436016 h 4620285"/>
                <a:gd name="connsiteX246" fmla="*/ 1548678 w 3755719"/>
                <a:gd name="connsiteY246" fmla="*/ 436016 h 4620285"/>
                <a:gd name="connsiteX247" fmla="*/ 1554012 w 3755719"/>
                <a:gd name="connsiteY247" fmla="*/ 436587 h 4620285"/>
                <a:gd name="connsiteX248" fmla="*/ 1561251 w 3755719"/>
                <a:gd name="connsiteY248" fmla="*/ 436587 h 4620285"/>
                <a:gd name="connsiteX249" fmla="*/ 1564775 w 3755719"/>
                <a:gd name="connsiteY249" fmla="*/ 436587 h 4620285"/>
                <a:gd name="connsiteX250" fmla="*/ 1566966 w 3755719"/>
                <a:gd name="connsiteY250" fmla="*/ 436587 h 4620285"/>
                <a:gd name="connsiteX251" fmla="*/ 1570109 w 3755719"/>
                <a:gd name="connsiteY251" fmla="*/ 436587 h 4620285"/>
                <a:gd name="connsiteX252" fmla="*/ 1572776 w 3755719"/>
                <a:gd name="connsiteY252" fmla="*/ 436016 h 4620285"/>
                <a:gd name="connsiteX253" fmla="*/ 1575348 w 3755719"/>
                <a:gd name="connsiteY253" fmla="*/ 435349 h 4620285"/>
                <a:gd name="connsiteX254" fmla="*/ 1578206 w 3755719"/>
                <a:gd name="connsiteY254" fmla="*/ 434397 h 4620285"/>
                <a:gd name="connsiteX255" fmla="*/ 1580396 w 3755719"/>
                <a:gd name="connsiteY255" fmla="*/ 433635 h 4620285"/>
                <a:gd name="connsiteX256" fmla="*/ 1583349 w 3755719"/>
                <a:gd name="connsiteY256" fmla="*/ 432301 h 4620285"/>
                <a:gd name="connsiteX257" fmla="*/ 1585445 w 3755719"/>
                <a:gd name="connsiteY257" fmla="*/ 431349 h 4620285"/>
                <a:gd name="connsiteX258" fmla="*/ 1588207 w 3755719"/>
                <a:gd name="connsiteY258" fmla="*/ 429825 h 4620285"/>
                <a:gd name="connsiteX259" fmla="*/ 1590302 w 3755719"/>
                <a:gd name="connsiteY259" fmla="*/ 428586 h 4620285"/>
                <a:gd name="connsiteX260" fmla="*/ 1592779 w 3755719"/>
                <a:gd name="connsiteY260" fmla="*/ 426777 h 4620285"/>
                <a:gd name="connsiteX261" fmla="*/ 1594874 w 3755719"/>
                <a:gd name="connsiteY261" fmla="*/ 425348 h 4620285"/>
                <a:gd name="connsiteX262" fmla="*/ 1597256 w 3755719"/>
                <a:gd name="connsiteY262" fmla="*/ 423252 h 4620285"/>
                <a:gd name="connsiteX263" fmla="*/ 1599065 w 3755719"/>
                <a:gd name="connsiteY263" fmla="*/ 421633 h 4620285"/>
                <a:gd name="connsiteX264" fmla="*/ 1600018 w 3755719"/>
                <a:gd name="connsiteY264" fmla="*/ 420776 h 4620285"/>
                <a:gd name="connsiteX265" fmla="*/ 1601447 w 3755719"/>
                <a:gd name="connsiteY265" fmla="*/ 419157 h 4620285"/>
                <a:gd name="connsiteX266" fmla="*/ 1602875 w 3755719"/>
                <a:gd name="connsiteY266" fmla="*/ 417537 h 4620285"/>
                <a:gd name="connsiteX267" fmla="*/ 1605257 w 3755719"/>
                <a:gd name="connsiteY267" fmla="*/ 414489 h 4620285"/>
                <a:gd name="connsiteX268" fmla="*/ 1606209 w 3755719"/>
                <a:gd name="connsiteY268" fmla="*/ 413156 h 4620285"/>
                <a:gd name="connsiteX269" fmla="*/ 1608590 w 3755719"/>
                <a:gd name="connsiteY269" fmla="*/ 409441 h 4620285"/>
                <a:gd name="connsiteX270" fmla="*/ 1609067 w 3755719"/>
                <a:gd name="connsiteY270" fmla="*/ 408774 h 4620285"/>
                <a:gd name="connsiteX271" fmla="*/ 2398937 w 3755719"/>
                <a:gd name="connsiteY271" fmla="*/ 188738 h 4620285"/>
                <a:gd name="connsiteX272" fmla="*/ 2677295 w 3755719"/>
                <a:gd name="connsiteY272" fmla="*/ 556317 h 4620285"/>
                <a:gd name="connsiteX273" fmla="*/ 2677295 w 3755719"/>
                <a:gd name="connsiteY273" fmla="*/ 556983 h 4620285"/>
                <a:gd name="connsiteX274" fmla="*/ 2680153 w 3755719"/>
                <a:gd name="connsiteY274" fmla="*/ 565461 h 4620285"/>
                <a:gd name="connsiteX275" fmla="*/ 2680153 w 3755719"/>
                <a:gd name="connsiteY275" fmla="*/ 565461 h 4620285"/>
                <a:gd name="connsiteX276" fmla="*/ 2684058 w 3755719"/>
                <a:gd name="connsiteY276" fmla="*/ 572700 h 4620285"/>
                <a:gd name="connsiteX277" fmla="*/ 2685201 w 3755719"/>
                <a:gd name="connsiteY277" fmla="*/ 574509 h 4620285"/>
                <a:gd name="connsiteX278" fmla="*/ 2689297 w 3755719"/>
                <a:gd name="connsiteY278" fmla="*/ 579843 h 4620285"/>
                <a:gd name="connsiteX279" fmla="*/ 2689964 w 3755719"/>
                <a:gd name="connsiteY279" fmla="*/ 580605 h 4620285"/>
                <a:gd name="connsiteX280" fmla="*/ 2691392 w 3755719"/>
                <a:gd name="connsiteY280" fmla="*/ 582129 h 4620285"/>
                <a:gd name="connsiteX281" fmla="*/ 2696917 w 3755719"/>
                <a:gd name="connsiteY281" fmla="*/ 587178 h 4620285"/>
                <a:gd name="connsiteX282" fmla="*/ 2697488 w 3755719"/>
                <a:gd name="connsiteY282" fmla="*/ 587654 h 4620285"/>
                <a:gd name="connsiteX283" fmla="*/ 2704346 w 3755719"/>
                <a:gd name="connsiteY283" fmla="*/ 592131 h 4620285"/>
                <a:gd name="connsiteX284" fmla="*/ 2705775 w 3755719"/>
                <a:gd name="connsiteY284" fmla="*/ 592988 h 4620285"/>
                <a:gd name="connsiteX285" fmla="*/ 2713014 w 3755719"/>
                <a:gd name="connsiteY285" fmla="*/ 596131 h 4620285"/>
                <a:gd name="connsiteX286" fmla="*/ 2714824 w 3755719"/>
                <a:gd name="connsiteY286" fmla="*/ 596703 h 4620285"/>
                <a:gd name="connsiteX287" fmla="*/ 2721872 w 3755719"/>
                <a:gd name="connsiteY287" fmla="*/ 598608 h 4620285"/>
                <a:gd name="connsiteX288" fmla="*/ 2723777 w 3755719"/>
                <a:gd name="connsiteY288" fmla="*/ 598608 h 4620285"/>
                <a:gd name="connsiteX289" fmla="*/ 2730826 w 3755719"/>
                <a:gd name="connsiteY289" fmla="*/ 599179 h 4620285"/>
                <a:gd name="connsiteX290" fmla="*/ 2733207 w 3755719"/>
                <a:gd name="connsiteY290" fmla="*/ 599179 h 4620285"/>
                <a:gd name="connsiteX291" fmla="*/ 2735588 w 3755719"/>
                <a:gd name="connsiteY291" fmla="*/ 599179 h 4620285"/>
                <a:gd name="connsiteX292" fmla="*/ 2741018 w 3755719"/>
                <a:gd name="connsiteY292" fmla="*/ 598608 h 4620285"/>
                <a:gd name="connsiteX293" fmla="*/ 2744637 w 3755719"/>
                <a:gd name="connsiteY293" fmla="*/ 598512 h 4620285"/>
                <a:gd name="connsiteX294" fmla="*/ 2745304 w 3755719"/>
                <a:gd name="connsiteY294" fmla="*/ 598512 h 4620285"/>
                <a:gd name="connsiteX295" fmla="*/ 2747971 w 3755719"/>
                <a:gd name="connsiteY295" fmla="*/ 597750 h 4620285"/>
                <a:gd name="connsiteX296" fmla="*/ 2750067 w 3755719"/>
                <a:gd name="connsiteY296" fmla="*/ 597179 h 4620285"/>
                <a:gd name="connsiteX297" fmla="*/ 2753305 w 3755719"/>
                <a:gd name="connsiteY297" fmla="*/ 595941 h 4620285"/>
                <a:gd name="connsiteX298" fmla="*/ 2755305 w 3755719"/>
                <a:gd name="connsiteY298" fmla="*/ 595083 h 4620285"/>
                <a:gd name="connsiteX299" fmla="*/ 2758639 w 3755719"/>
                <a:gd name="connsiteY299" fmla="*/ 593464 h 4620285"/>
                <a:gd name="connsiteX300" fmla="*/ 2760258 w 3755719"/>
                <a:gd name="connsiteY300" fmla="*/ 592607 h 4620285"/>
                <a:gd name="connsiteX301" fmla="*/ 2763687 w 3755719"/>
                <a:gd name="connsiteY301" fmla="*/ 590511 h 4620285"/>
                <a:gd name="connsiteX302" fmla="*/ 2765021 w 3755719"/>
                <a:gd name="connsiteY302" fmla="*/ 589559 h 4620285"/>
                <a:gd name="connsiteX303" fmla="*/ 2768259 w 3755719"/>
                <a:gd name="connsiteY303" fmla="*/ 586987 h 4620285"/>
                <a:gd name="connsiteX304" fmla="*/ 2769212 w 3755719"/>
                <a:gd name="connsiteY304" fmla="*/ 586225 h 4620285"/>
                <a:gd name="connsiteX305" fmla="*/ 3275094 w 3755719"/>
                <a:gd name="connsiteY305" fmla="*/ 624049 h 4620285"/>
                <a:gd name="connsiteX306" fmla="*/ 3361952 w 3755719"/>
                <a:gd name="connsiteY306" fmla="*/ 858069 h 4620285"/>
                <a:gd name="connsiteX307" fmla="*/ 3253177 w 3755719"/>
                <a:gd name="connsiteY307" fmla="*/ 1115244 h 4620285"/>
                <a:gd name="connsiteX308" fmla="*/ 3252758 w 3755719"/>
                <a:gd name="connsiteY308" fmla="*/ 1196063 h 4620285"/>
                <a:gd name="connsiteX309" fmla="*/ 3288229 w 3755719"/>
                <a:gd name="connsiteY309" fmla="*/ 1212780 h 4620285"/>
                <a:gd name="connsiteX310" fmla="*/ 3288705 w 3755719"/>
                <a:gd name="connsiteY310" fmla="*/ 1212780 h 4620285"/>
                <a:gd name="connsiteX311" fmla="*/ 3641797 w 3755719"/>
                <a:gd name="connsiteY311" fmla="*/ 1602733 h 4620285"/>
                <a:gd name="connsiteX312" fmla="*/ 3407482 w 3755719"/>
                <a:gd name="connsiteY312" fmla="*/ 1965826 h 4620285"/>
                <a:gd name="connsiteX313" fmla="*/ 2776355 w 3755719"/>
                <a:gd name="connsiteY313" fmla="*/ 1994020 h 4620285"/>
                <a:gd name="connsiteX314" fmla="*/ 2787024 w 3755719"/>
                <a:gd name="connsiteY314" fmla="*/ 1867052 h 4620285"/>
                <a:gd name="connsiteX315" fmla="*/ 2787024 w 3755719"/>
                <a:gd name="connsiteY315" fmla="*/ 1759134 h 4620285"/>
                <a:gd name="connsiteX316" fmla="*/ 2847507 w 3755719"/>
                <a:gd name="connsiteY316" fmla="*/ 1759134 h 4620285"/>
                <a:gd name="connsiteX317" fmla="*/ 2965236 w 3755719"/>
                <a:gd name="connsiteY317" fmla="*/ 1876863 h 4620285"/>
                <a:gd name="connsiteX318" fmla="*/ 2847507 w 3755719"/>
                <a:gd name="connsiteY318" fmla="*/ 1994592 h 4620285"/>
                <a:gd name="connsiteX319" fmla="*/ 1012516 w 3755719"/>
                <a:gd name="connsiteY319" fmla="*/ 1994020 h 4620285"/>
                <a:gd name="connsiteX320" fmla="*/ 941364 w 3755719"/>
                <a:gd name="connsiteY320" fmla="*/ 1994020 h 4620285"/>
                <a:gd name="connsiteX321" fmla="*/ 823635 w 3755719"/>
                <a:gd name="connsiteY321" fmla="*/ 1876291 h 4620285"/>
                <a:gd name="connsiteX322" fmla="*/ 941364 w 3755719"/>
                <a:gd name="connsiteY322" fmla="*/ 1758562 h 4620285"/>
                <a:gd name="connsiteX323" fmla="*/ 1001562 w 3755719"/>
                <a:gd name="connsiteY323" fmla="*/ 1758562 h 4620285"/>
                <a:gd name="connsiteX324" fmla="*/ 1001562 w 3755719"/>
                <a:gd name="connsiteY324" fmla="*/ 1867052 h 4620285"/>
                <a:gd name="connsiteX325" fmla="*/ 1012325 w 3755719"/>
                <a:gd name="connsiteY325" fmla="*/ 1994592 h 4620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Lst>
              <a:rect l="l" t="t" r="r" b="b"/>
              <a:pathLst>
                <a:path w="3755719" h="4620285">
                  <a:moveTo>
                    <a:pt x="3397481" y="1119149"/>
                  </a:moveTo>
                  <a:cubicBezTo>
                    <a:pt x="3448992" y="1041815"/>
                    <a:pt x="3476319" y="950890"/>
                    <a:pt x="3475967" y="857973"/>
                  </a:cubicBezTo>
                  <a:cubicBezTo>
                    <a:pt x="3476081" y="597157"/>
                    <a:pt x="3264740" y="385630"/>
                    <a:pt x="3003927" y="385516"/>
                  </a:cubicBezTo>
                  <a:cubicBezTo>
                    <a:pt x="2919421" y="385479"/>
                    <a:pt x="2836458" y="408116"/>
                    <a:pt x="2763687" y="451065"/>
                  </a:cubicBezTo>
                  <a:cubicBezTo>
                    <a:pt x="2629632" y="92218"/>
                    <a:pt x="2230049" y="-90010"/>
                    <a:pt x="1871204" y="44048"/>
                  </a:cubicBezTo>
                  <a:cubicBezTo>
                    <a:pt x="1740616" y="92834"/>
                    <a:pt x="1627755" y="179837"/>
                    <a:pt x="1547345" y="293712"/>
                  </a:cubicBezTo>
                  <a:cubicBezTo>
                    <a:pt x="1433016" y="202675"/>
                    <a:pt x="1291056" y="153351"/>
                    <a:pt x="1144913" y="153885"/>
                  </a:cubicBezTo>
                  <a:cubicBezTo>
                    <a:pt x="786773" y="154253"/>
                    <a:pt x="496537" y="444492"/>
                    <a:pt x="496166" y="802633"/>
                  </a:cubicBezTo>
                  <a:cubicBezTo>
                    <a:pt x="496185" y="833351"/>
                    <a:pt x="498575" y="864012"/>
                    <a:pt x="503309" y="894359"/>
                  </a:cubicBezTo>
                  <a:cubicBezTo>
                    <a:pt x="182652" y="940374"/>
                    <a:pt x="-39991" y="1237621"/>
                    <a:pt x="6022" y="1558280"/>
                  </a:cubicBezTo>
                  <a:cubicBezTo>
                    <a:pt x="40090" y="1795691"/>
                    <a:pt x="215268" y="1988438"/>
                    <a:pt x="448350" y="2044979"/>
                  </a:cubicBezTo>
                  <a:cubicBezTo>
                    <a:pt x="445731" y="2066629"/>
                    <a:pt x="444454" y="2088422"/>
                    <a:pt x="444540" y="2110225"/>
                  </a:cubicBezTo>
                  <a:cubicBezTo>
                    <a:pt x="444835" y="2394289"/>
                    <a:pt x="675359" y="2624337"/>
                    <a:pt x="959424" y="2624042"/>
                  </a:cubicBezTo>
                  <a:cubicBezTo>
                    <a:pt x="1094517" y="2623899"/>
                    <a:pt x="1224133" y="2570616"/>
                    <a:pt x="1320269" y="2475699"/>
                  </a:cubicBezTo>
                  <a:cubicBezTo>
                    <a:pt x="1420672" y="2549889"/>
                    <a:pt x="1533962" y="2604792"/>
                    <a:pt x="1654406" y="2637624"/>
                  </a:cubicBezTo>
                  <a:lnTo>
                    <a:pt x="1654406" y="2671534"/>
                  </a:lnTo>
                  <a:cubicBezTo>
                    <a:pt x="1654301" y="2786433"/>
                    <a:pt x="1561185" y="2879550"/>
                    <a:pt x="1446284" y="2879655"/>
                  </a:cubicBezTo>
                  <a:lnTo>
                    <a:pt x="1031471" y="2879655"/>
                  </a:lnTo>
                  <a:cubicBezTo>
                    <a:pt x="689323" y="2880026"/>
                    <a:pt x="412050" y="3157299"/>
                    <a:pt x="411679" y="3499446"/>
                  </a:cubicBezTo>
                  <a:lnTo>
                    <a:pt x="411679" y="4569295"/>
                  </a:lnTo>
                  <a:cubicBezTo>
                    <a:pt x="415079" y="4600670"/>
                    <a:pt x="443283" y="4623349"/>
                    <a:pt x="474658" y="4619948"/>
                  </a:cubicBezTo>
                  <a:cubicBezTo>
                    <a:pt x="501347" y="4617053"/>
                    <a:pt x="522416" y="4595974"/>
                    <a:pt x="525312" y="4569295"/>
                  </a:cubicBezTo>
                  <a:lnTo>
                    <a:pt x="525312" y="3499351"/>
                  </a:lnTo>
                  <a:cubicBezTo>
                    <a:pt x="525626" y="3219926"/>
                    <a:pt x="752045" y="2993469"/>
                    <a:pt x="1031471" y="2993097"/>
                  </a:cubicBezTo>
                  <a:lnTo>
                    <a:pt x="1375037" y="2993097"/>
                  </a:lnTo>
                  <a:cubicBezTo>
                    <a:pt x="1297018" y="3111798"/>
                    <a:pt x="1292770" y="3264398"/>
                    <a:pt x="1364084" y="3387242"/>
                  </a:cubicBezTo>
                  <a:lnTo>
                    <a:pt x="1384658" y="3422484"/>
                  </a:lnTo>
                  <a:cubicBezTo>
                    <a:pt x="1481546" y="3590305"/>
                    <a:pt x="1691020" y="3655656"/>
                    <a:pt x="1866146" y="3572694"/>
                  </a:cubicBezTo>
                  <a:lnTo>
                    <a:pt x="1894721" y="3559549"/>
                  </a:lnTo>
                  <a:lnTo>
                    <a:pt x="1922820" y="3572694"/>
                  </a:lnTo>
                  <a:cubicBezTo>
                    <a:pt x="2097947" y="3656009"/>
                    <a:pt x="2307697" y="3590591"/>
                    <a:pt x="2404404" y="3422484"/>
                  </a:cubicBezTo>
                  <a:lnTo>
                    <a:pt x="2424883" y="3387242"/>
                  </a:lnTo>
                  <a:cubicBezTo>
                    <a:pt x="2475813" y="3300526"/>
                    <a:pt x="2489320" y="3196837"/>
                    <a:pt x="2462316" y="3099968"/>
                  </a:cubicBezTo>
                  <a:cubicBezTo>
                    <a:pt x="2451858" y="3062039"/>
                    <a:pt x="2435532" y="3025978"/>
                    <a:pt x="2413929" y="2993097"/>
                  </a:cubicBezTo>
                  <a:lnTo>
                    <a:pt x="2757591" y="2993097"/>
                  </a:lnTo>
                  <a:cubicBezTo>
                    <a:pt x="3037007" y="2993469"/>
                    <a:pt x="3263388" y="3219935"/>
                    <a:pt x="3263654" y="3499351"/>
                  </a:cubicBezTo>
                  <a:lnTo>
                    <a:pt x="3263654" y="4569295"/>
                  </a:lnTo>
                  <a:cubicBezTo>
                    <a:pt x="3267055" y="4600670"/>
                    <a:pt x="3295259" y="4623349"/>
                    <a:pt x="3326634" y="4619948"/>
                  </a:cubicBezTo>
                  <a:cubicBezTo>
                    <a:pt x="3353323" y="4617053"/>
                    <a:pt x="3374392" y="4595974"/>
                    <a:pt x="3377288" y="4569295"/>
                  </a:cubicBezTo>
                  <a:lnTo>
                    <a:pt x="3377288" y="3499351"/>
                  </a:lnTo>
                  <a:cubicBezTo>
                    <a:pt x="3376916" y="3157242"/>
                    <a:pt x="3099701" y="2879978"/>
                    <a:pt x="2757591" y="2879559"/>
                  </a:cubicBezTo>
                  <a:lnTo>
                    <a:pt x="2342206" y="2879559"/>
                  </a:lnTo>
                  <a:cubicBezTo>
                    <a:pt x="2319327" y="2879550"/>
                    <a:pt x="2296600" y="2875759"/>
                    <a:pt x="2274959" y="2868320"/>
                  </a:cubicBezTo>
                  <a:cubicBezTo>
                    <a:pt x="2272788" y="2867386"/>
                    <a:pt x="2270559" y="2866586"/>
                    <a:pt x="2268292" y="2865939"/>
                  </a:cubicBezTo>
                  <a:cubicBezTo>
                    <a:pt x="2187606" y="2835154"/>
                    <a:pt x="2134266" y="2757792"/>
                    <a:pt x="2134180" y="2671438"/>
                  </a:cubicBezTo>
                  <a:lnTo>
                    <a:pt x="2134180" y="2637529"/>
                  </a:lnTo>
                  <a:cubicBezTo>
                    <a:pt x="2257938" y="2603744"/>
                    <a:pt x="2374153" y="2546718"/>
                    <a:pt x="2476604" y="2469508"/>
                  </a:cubicBezTo>
                  <a:cubicBezTo>
                    <a:pt x="2707499" y="2701128"/>
                    <a:pt x="3082432" y="2701718"/>
                    <a:pt x="3314061" y="2470832"/>
                  </a:cubicBezTo>
                  <a:cubicBezTo>
                    <a:pt x="3425208" y="2360028"/>
                    <a:pt x="3487825" y="2209638"/>
                    <a:pt x="3488159" y="2052694"/>
                  </a:cubicBezTo>
                  <a:cubicBezTo>
                    <a:pt x="3653322" y="1963388"/>
                    <a:pt x="3756097" y="1790585"/>
                    <a:pt x="3755716" y="1602828"/>
                  </a:cubicBezTo>
                  <a:cubicBezTo>
                    <a:pt x="3756516" y="1380086"/>
                    <a:pt x="3610783" y="1183319"/>
                    <a:pt x="3397481" y="1119149"/>
                  </a:cubicBezTo>
                  <a:close/>
                  <a:moveTo>
                    <a:pt x="1482956" y="3365334"/>
                  </a:moveTo>
                  <a:lnTo>
                    <a:pt x="1462477" y="3330092"/>
                  </a:lnTo>
                  <a:cubicBezTo>
                    <a:pt x="1398945" y="3220935"/>
                    <a:pt x="1422824" y="3081928"/>
                    <a:pt x="1519151" y="3000241"/>
                  </a:cubicBezTo>
                  <a:lnTo>
                    <a:pt x="1812425" y="3472491"/>
                  </a:lnTo>
                  <a:cubicBezTo>
                    <a:pt x="1691315" y="3526555"/>
                    <a:pt x="1548935" y="3480273"/>
                    <a:pt x="1482765" y="3365334"/>
                  </a:cubicBezTo>
                  <a:close/>
                  <a:moveTo>
                    <a:pt x="2269625" y="3000336"/>
                  </a:moveTo>
                  <a:cubicBezTo>
                    <a:pt x="2366133" y="3081842"/>
                    <a:pt x="2390231" y="3220859"/>
                    <a:pt x="2326775" y="3330092"/>
                  </a:cubicBezTo>
                  <a:lnTo>
                    <a:pt x="2306201" y="3365239"/>
                  </a:lnTo>
                  <a:cubicBezTo>
                    <a:pt x="2240069" y="3480120"/>
                    <a:pt x="2097814" y="3526421"/>
                    <a:pt x="1976732" y="3472491"/>
                  </a:cubicBezTo>
                  <a:close/>
                  <a:moveTo>
                    <a:pt x="2171232" y="2943186"/>
                  </a:moveTo>
                  <a:lnTo>
                    <a:pt x="1894245" y="3389337"/>
                  </a:lnTo>
                  <a:lnTo>
                    <a:pt x="1617449" y="2943567"/>
                  </a:lnTo>
                  <a:cubicBezTo>
                    <a:pt x="1711079" y="2884779"/>
                    <a:pt x="1767925" y="2781995"/>
                    <a:pt x="1767944" y="2671438"/>
                  </a:cubicBezTo>
                  <a:lnTo>
                    <a:pt x="1767944" y="2660199"/>
                  </a:lnTo>
                  <a:cubicBezTo>
                    <a:pt x="1851764" y="2671505"/>
                    <a:pt x="1936727" y="2671505"/>
                    <a:pt x="2020547" y="2660199"/>
                  </a:cubicBezTo>
                  <a:lnTo>
                    <a:pt x="2020547" y="2671438"/>
                  </a:lnTo>
                  <a:cubicBezTo>
                    <a:pt x="2020623" y="2781985"/>
                    <a:pt x="2077449" y="2884741"/>
                    <a:pt x="2171042" y="2943567"/>
                  </a:cubicBezTo>
                  <a:close/>
                  <a:moveTo>
                    <a:pt x="2451934" y="2344731"/>
                  </a:moveTo>
                  <a:cubicBezTo>
                    <a:pt x="2331252" y="2443314"/>
                    <a:pt x="2202093" y="2507322"/>
                    <a:pt x="2066171" y="2536469"/>
                  </a:cubicBezTo>
                  <a:lnTo>
                    <a:pt x="2066171" y="2536469"/>
                  </a:lnTo>
                  <a:cubicBezTo>
                    <a:pt x="1953157" y="2560682"/>
                    <a:pt x="1836285" y="2560682"/>
                    <a:pt x="1723271" y="2536469"/>
                  </a:cubicBezTo>
                  <a:lnTo>
                    <a:pt x="1723271" y="2536469"/>
                  </a:lnTo>
                  <a:cubicBezTo>
                    <a:pt x="1587350" y="2507322"/>
                    <a:pt x="1458191" y="2443314"/>
                    <a:pt x="1337509" y="2344731"/>
                  </a:cubicBezTo>
                  <a:cubicBezTo>
                    <a:pt x="1241868" y="2266159"/>
                    <a:pt x="1172812" y="2159984"/>
                    <a:pt x="1139770" y="2040693"/>
                  </a:cubicBezTo>
                  <a:cubicBezTo>
                    <a:pt x="1139227" y="2037740"/>
                    <a:pt x="1138427" y="2034844"/>
                    <a:pt x="1137389" y="2032025"/>
                  </a:cubicBezTo>
                  <a:cubicBezTo>
                    <a:pt x="1123177" y="1978256"/>
                    <a:pt x="1116005" y="1922859"/>
                    <a:pt x="1116053" y="1867242"/>
                  </a:cubicBezTo>
                  <a:lnTo>
                    <a:pt x="1116053" y="1557870"/>
                  </a:lnTo>
                  <a:cubicBezTo>
                    <a:pt x="1231667" y="1637347"/>
                    <a:pt x="1389172" y="1613106"/>
                    <a:pt x="1475526" y="1502530"/>
                  </a:cubicBezTo>
                  <a:cubicBezTo>
                    <a:pt x="1565852" y="1618078"/>
                    <a:pt x="1732749" y="1638518"/>
                    <a:pt x="1848296" y="1548193"/>
                  </a:cubicBezTo>
                  <a:cubicBezTo>
                    <a:pt x="1865318" y="1534887"/>
                    <a:pt x="1880653" y="1519551"/>
                    <a:pt x="1893959" y="1502530"/>
                  </a:cubicBezTo>
                  <a:cubicBezTo>
                    <a:pt x="1984285" y="1618078"/>
                    <a:pt x="2151182" y="1638518"/>
                    <a:pt x="2266730" y="1548193"/>
                  </a:cubicBezTo>
                  <a:cubicBezTo>
                    <a:pt x="2283751" y="1534887"/>
                    <a:pt x="2299086" y="1519551"/>
                    <a:pt x="2312393" y="1502530"/>
                  </a:cubicBezTo>
                  <a:cubicBezTo>
                    <a:pt x="2399404" y="1614087"/>
                    <a:pt x="2558633" y="1637766"/>
                    <a:pt x="2674343" y="1556346"/>
                  </a:cubicBezTo>
                  <a:lnTo>
                    <a:pt x="2674343" y="1867623"/>
                  </a:lnTo>
                  <a:cubicBezTo>
                    <a:pt x="2674400" y="1923249"/>
                    <a:pt x="2667199" y="1978647"/>
                    <a:pt x="2652911" y="2032406"/>
                  </a:cubicBezTo>
                  <a:cubicBezTo>
                    <a:pt x="2651902" y="2035225"/>
                    <a:pt x="2651140" y="2038121"/>
                    <a:pt x="2650625" y="2041074"/>
                  </a:cubicBezTo>
                  <a:cubicBezTo>
                    <a:pt x="2617231" y="2160489"/>
                    <a:pt x="2547774" y="2266673"/>
                    <a:pt x="2451743" y="2345112"/>
                  </a:cubicBezTo>
                  <a:close/>
                  <a:moveTo>
                    <a:pt x="3407672" y="1965445"/>
                  </a:moveTo>
                  <a:lnTo>
                    <a:pt x="3406339" y="1966112"/>
                  </a:lnTo>
                  <a:lnTo>
                    <a:pt x="3403862" y="1967350"/>
                  </a:lnTo>
                  <a:lnTo>
                    <a:pt x="3401291" y="1968779"/>
                  </a:lnTo>
                  <a:lnTo>
                    <a:pt x="3399291" y="1970112"/>
                  </a:lnTo>
                  <a:lnTo>
                    <a:pt x="3396528" y="1972017"/>
                  </a:lnTo>
                  <a:lnTo>
                    <a:pt x="3395004" y="1973160"/>
                  </a:lnTo>
                  <a:lnTo>
                    <a:pt x="3392242" y="1975542"/>
                  </a:lnTo>
                  <a:lnTo>
                    <a:pt x="3391004" y="1976780"/>
                  </a:lnTo>
                  <a:cubicBezTo>
                    <a:pt x="3390070" y="1977618"/>
                    <a:pt x="3389175" y="1978513"/>
                    <a:pt x="3388337" y="1979447"/>
                  </a:cubicBezTo>
                  <a:cubicBezTo>
                    <a:pt x="3387956" y="1979866"/>
                    <a:pt x="3387613" y="1980314"/>
                    <a:pt x="3387289" y="1980780"/>
                  </a:cubicBezTo>
                  <a:lnTo>
                    <a:pt x="3384908" y="1983638"/>
                  </a:lnTo>
                  <a:cubicBezTo>
                    <a:pt x="3384527" y="1984152"/>
                    <a:pt x="3384174" y="1984695"/>
                    <a:pt x="3383860" y="1985257"/>
                  </a:cubicBezTo>
                  <a:lnTo>
                    <a:pt x="3381955" y="1988115"/>
                  </a:lnTo>
                  <a:lnTo>
                    <a:pt x="3380812" y="1990115"/>
                  </a:lnTo>
                  <a:lnTo>
                    <a:pt x="3379478" y="1992782"/>
                  </a:lnTo>
                  <a:cubicBezTo>
                    <a:pt x="3379040" y="1993582"/>
                    <a:pt x="3378659" y="1994411"/>
                    <a:pt x="3378335" y="1995258"/>
                  </a:cubicBezTo>
                  <a:lnTo>
                    <a:pt x="3377288" y="1997735"/>
                  </a:lnTo>
                  <a:lnTo>
                    <a:pt x="3376430" y="2000402"/>
                  </a:lnTo>
                  <a:cubicBezTo>
                    <a:pt x="3376135" y="2001250"/>
                    <a:pt x="3375878" y="2002107"/>
                    <a:pt x="3375668" y="2002974"/>
                  </a:cubicBezTo>
                  <a:lnTo>
                    <a:pt x="3375097" y="2005641"/>
                  </a:lnTo>
                  <a:lnTo>
                    <a:pt x="3374525" y="2008498"/>
                  </a:lnTo>
                  <a:lnTo>
                    <a:pt x="3374525" y="2010879"/>
                  </a:lnTo>
                  <a:cubicBezTo>
                    <a:pt x="3374430" y="2012022"/>
                    <a:pt x="3374430" y="2013165"/>
                    <a:pt x="3374525" y="2014308"/>
                  </a:cubicBezTo>
                  <a:cubicBezTo>
                    <a:pt x="3374478" y="2014947"/>
                    <a:pt x="3374478" y="2015575"/>
                    <a:pt x="3374525" y="2016213"/>
                  </a:cubicBezTo>
                  <a:lnTo>
                    <a:pt x="3374525" y="2020214"/>
                  </a:lnTo>
                  <a:cubicBezTo>
                    <a:pt x="3374525" y="2020214"/>
                    <a:pt x="3374525" y="2020214"/>
                    <a:pt x="3374525" y="2020976"/>
                  </a:cubicBezTo>
                  <a:cubicBezTo>
                    <a:pt x="3375097" y="2030977"/>
                    <a:pt x="3375383" y="2040883"/>
                    <a:pt x="3375383" y="2051075"/>
                  </a:cubicBezTo>
                  <a:cubicBezTo>
                    <a:pt x="3375259" y="2315365"/>
                    <a:pt x="3160908" y="2529506"/>
                    <a:pt x="2896618" y="2529382"/>
                  </a:cubicBezTo>
                  <a:cubicBezTo>
                    <a:pt x="2773308" y="2529325"/>
                    <a:pt x="2654788" y="2481672"/>
                    <a:pt x="2565758" y="2396356"/>
                  </a:cubicBezTo>
                  <a:cubicBezTo>
                    <a:pt x="2649225" y="2316413"/>
                    <a:pt x="2712043" y="2217410"/>
                    <a:pt x="2748828" y="2107844"/>
                  </a:cubicBezTo>
                  <a:lnTo>
                    <a:pt x="2848460" y="2107844"/>
                  </a:lnTo>
                  <a:cubicBezTo>
                    <a:pt x="2976209" y="2105253"/>
                    <a:pt x="3077669" y="1999583"/>
                    <a:pt x="3075078" y="1871833"/>
                  </a:cubicBezTo>
                  <a:cubicBezTo>
                    <a:pt x="3072564" y="1747732"/>
                    <a:pt x="2972561" y="1647729"/>
                    <a:pt x="2848460" y="1645215"/>
                  </a:cubicBezTo>
                  <a:lnTo>
                    <a:pt x="2787976" y="1645215"/>
                  </a:lnTo>
                  <a:lnTo>
                    <a:pt x="2787976" y="1338510"/>
                  </a:lnTo>
                  <a:cubicBezTo>
                    <a:pt x="2791615" y="1307153"/>
                    <a:pt x="2769145" y="1278788"/>
                    <a:pt x="2737798" y="1275149"/>
                  </a:cubicBezTo>
                  <a:cubicBezTo>
                    <a:pt x="2706442" y="1271511"/>
                    <a:pt x="2678076" y="1293980"/>
                    <a:pt x="2674438" y="1325337"/>
                  </a:cubicBezTo>
                  <a:cubicBezTo>
                    <a:pt x="2673933" y="1329709"/>
                    <a:pt x="2673933" y="1334128"/>
                    <a:pt x="2674438" y="1338510"/>
                  </a:cubicBezTo>
                  <a:cubicBezTo>
                    <a:pt x="2674438" y="1422682"/>
                    <a:pt x="2606210" y="1490910"/>
                    <a:pt x="2522038" y="1490910"/>
                  </a:cubicBezTo>
                  <a:cubicBezTo>
                    <a:pt x="2437866" y="1490910"/>
                    <a:pt x="2369638" y="1422682"/>
                    <a:pt x="2369638" y="1338510"/>
                  </a:cubicBezTo>
                  <a:cubicBezTo>
                    <a:pt x="2373276" y="1307153"/>
                    <a:pt x="2350807" y="1278788"/>
                    <a:pt x="2319460" y="1275149"/>
                  </a:cubicBezTo>
                  <a:cubicBezTo>
                    <a:pt x="2288104" y="1271511"/>
                    <a:pt x="2259739" y="1293980"/>
                    <a:pt x="2256100" y="1325337"/>
                  </a:cubicBezTo>
                  <a:cubicBezTo>
                    <a:pt x="2255595" y="1329709"/>
                    <a:pt x="2255595" y="1334128"/>
                    <a:pt x="2256100" y="1338510"/>
                  </a:cubicBezTo>
                  <a:cubicBezTo>
                    <a:pt x="2256100" y="1422682"/>
                    <a:pt x="2187872" y="1490910"/>
                    <a:pt x="2103700" y="1490910"/>
                  </a:cubicBezTo>
                  <a:cubicBezTo>
                    <a:pt x="2019527" y="1490910"/>
                    <a:pt x="1951300" y="1422682"/>
                    <a:pt x="1951300" y="1338510"/>
                  </a:cubicBezTo>
                  <a:cubicBezTo>
                    <a:pt x="1947899" y="1307134"/>
                    <a:pt x="1919696" y="1284455"/>
                    <a:pt x="1888321" y="1287856"/>
                  </a:cubicBezTo>
                  <a:cubicBezTo>
                    <a:pt x="1861632" y="1290751"/>
                    <a:pt x="1840562" y="1311830"/>
                    <a:pt x="1837667" y="1338510"/>
                  </a:cubicBezTo>
                  <a:cubicBezTo>
                    <a:pt x="1837667" y="1422682"/>
                    <a:pt x="1769439" y="1490910"/>
                    <a:pt x="1685267" y="1490910"/>
                  </a:cubicBezTo>
                  <a:cubicBezTo>
                    <a:pt x="1601094" y="1490910"/>
                    <a:pt x="1532867" y="1422682"/>
                    <a:pt x="1532867" y="1338510"/>
                  </a:cubicBezTo>
                  <a:cubicBezTo>
                    <a:pt x="1529466" y="1307134"/>
                    <a:pt x="1501263" y="1284455"/>
                    <a:pt x="1469887" y="1287856"/>
                  </a:cubicBezTo>
                  <a:cubicBezTo>
                    <a:pt x="1443198" y="1290751"/>
                    <a:pt x="1422129" y="1311830"/>
                    <a:pt x="1419233" y="1338510"/>
                  </a:cubicBezTo>
                  <a:cubicBezTo>
                    <a:pt x="1418652" y="1422672"/>
                    <a:pt x="1349949" y="1490433"/>
                    <a:pt x="1265776" y="1489852"/>
                  </a:cubicBezTo>
                  <a:cubicBezTo>
                    <a:pt x="1191938" y="1489338"/>
                    <a:pt x="1129092" y="1435960"/>
                    <a:pt x="1116624" y="1363179"/>
                  </a:cubicBezTo>
                  <a:lnTo>
                    <a:pt x="1116624" y="1338510"/>
                  </a:lnTo>
                  <a:cubicBezTo>
                    <a:pt x="1116624" y="1306944"/>
                    <a:pt x="1091040" y="1281360"/>
                    <a:pt x="1059474" y="1281360"/>
                  </a:cubicBezTo>
                  <a:lnTo>
                    <a:pt x="1057283" y="1281360"/>
                  </a:lnTo>
                  <a:cubicBezTo>
                    <a:pt x="1025717" y="1281360"/>
                    <a:pt x="1000133" y="1306944"/>
                    <a:pt x="1000133" y="1338510"/>
                  </a:cubicBezTo>
                  <a:cubicBezTo>
                    <a:pt x="1000191" y="1349692"/>
                    <a:pt x="1000914" y="1360855"/>
                    <a:pt x="1002324" y="1371942"/>
                  </a:cubicBezTo>
                  <a:lnTo>
                    <a:pt x="1002324" y="1645595"/>
                  </a:lnTo>
                  <a:lnTo>
                    <a:pt x="941840" y="1645595"/>
                  </a:lnTo>
                  <a:cubicBezTo>
                    <a:pt x="814091" y="1648186"/>
                    <a:pt x="712631" y="1753857"/>
                    <a:pt x="715222" y="1881606"/>
                  </a:cubicBezTo>
                  <a:cubicBezTo>
                    <a:pt x="717736" y="2005707"/>
                    <a:pt x="817739" y="2105710"/>
                    <a:pt x="941840" y="2108225"/>
                  </a:cubicBezTo>
                  <a:lnTo>
                    <a:pt x="1041472" y="2108225"/>
                  </a:lnTo>
                  <a:cubicBezTo>
                    <a:pt x="1079400" y="2220972"/>
                    <a:pt x="1144875" y="2322471"/>
                    <a:pt x="1231972" y="2403500"/>
                  </a:cubicBezTo>
                  <a:cubicBezTo>
                    <a:pt x="1070514" y="2554319"/>
                    <a:pt x="817368" y="2545698"/>
                    <a:pt x="666539" y="2384240"/>
                  </a:cubicBezTo>
                  <a:cubicBezTo>
                    <a:pt x="597073" y="2309869"/>
                    <a:pt x="558554" y="2211809"/>
                    <a:pt x="558840" y="2110035"/>
                  </a:cubicBezTo>
                  <a:cubicBezTo>
                    <a:pt x="558488" y="2077630"/>
                    <a:pt x="562393" y="2045312"/>
                    <a:pt x="570461" y="2013927"/>
                  </a:cubicBezTo>
                  <a:cubicBezTo>
                    <a:pt x="570461" y="2013927"/>
                    <a:pt x="570461" y="2013451"/>
                    <a:pt x="570461" y="2013165"/>
                  </a:cubicBezTo>
                  <a:lnTo>
                    <a:pt x="571032" y="2010594"/>
                  </a:lnTo>
                  <a:cubicBezTo>
                    <a:pt x="571032" y="2009546"/>
                    <a:pt x="571032" y="2008593"/>
                    <a:pt x="571508" y="2007641"/>
                  </a:cubicBezTo>
                  <a:lnTo>
                    <a:pt x="571508" y="2007641"/>
                  </a:lnTo>
                  <a:cubicBezTo>
                    <a:pt x="571461" y="2007193"/>
                    <a:pt x="571461" y="2006755"/>
                    <a:pt x="571508" y="2006307"/>
                  </a:cubicBezTo>
                  <a:cubicBezTo>
                    <a:pt x="571508" y="2004974"/>
                    <a:pt x="571508" y="2003545"/>
                    <a:pt x="571508" y="2002116"/>
                  </a:cubicBezTo>
                  <a:lnTo>
                    <a:pt x="571508" y="2000402"/>
                  </a:lnTo>
                  <a:cubicBezTo>
                    <a:pt x="571508" y="1999164"/>
                    <a:pt x="571508" y="1997830"/>
                    <a:pt x="571508" y="1996497"/>
                  </a:cubicBezTo>
                  <a:cubicBezTo>
                    <a:pt x="571556" y="1995801"/>
                    <a:pt x="571556" y="1995096"/>
                    <a:pt x="571508" y="1994401"/>
                  </a:cubicBezTo>
                  <a:cubicBezTo>
                    <a:pt x="571508" y="1993258"/>
                    <a:pt x="571508" y="1992210"/>
                    <a:pt x="571508" y="1991067"/>
                  </a:cubicBezTo>
                  <a:lnTo>
                    <a:pt x="570937" y="1988495"/>
                  </a:lnTo>
                  <a:cubicBezTo>
                    <a:pt x="570937" y="1987543"/>
                    <a:pt x="570937" y="1986686"/>
                    <a:pt x="570365" y="1985733"/>
                  </a:cubicBezTo>
                  <a:lnTo>
                    <a:pt x="569508" y="1982876"/>
                  </a:lnTo>
                  <a:cubicBezTo>
                    <a:pt x="569508" y="1982114"/>
                    <a:pt x="569508" y="1981352"/>
                    <a:pt x="568746" y="1980590"/>
                  </a:cubicBezTo>
                  <a:lnTo>
                    <a:pt x="567603" y="1977637"/>
                  </a:lnTo>
                  <a:cubicBezTo>
                    <a:pt x="567251" y="1976961"/>
                    <a:pt x="566927" y="1976256"/>
                    <a:pt x="566651" y="1975542"/>
                  </a:cubicBezTo>
                  <a:cubicBezTo>
                    <a:pt x="566651" y="1974589"/>
                    <a:pt x="565698" y="1973637"/>
                    <a:pt x="565127" y="1972684"/>
                  </a:cubicBezTo>
                  <a:cubicBezTo>
                    <a:pt x="564812" y="1971998"/>
                    <a:pt x="564469" y="1971332"/>
                    <a:pt x="564079" y="1970684"/>
                  </a:cubicBezTo>
                  <a:lnTo>
                    <a:pt x="562364" y="1968207"/>
                  </a:lnTo>
                  <a:cubicBezTo>
                    <a:pt x="562364" y="1967541"/>
                    <a:pt x="561507" y="1966779"/>
                    <a:pt x="561031" y="1966207"/>
                  </a:cubicBezTo>
                  <a:cubicBezTo>
                    <a:pt x="560555" y="1965636"/>
                    <a:pt x="559793" y="1964683"/>
                    <a:pt x="559221" y="1963921"/>
                  </a:cubicBezTo>
                  <a:lnTo>
                    <a:pt x="557507" y="1961921"/>
                  </a:lnTo>
                  <a:lnTo>
                    <a:pt x="555602" y="1959920"/>
                  </a:lnTo>
                  <a:lnTo>
                    <a:pt x="553697" y="1958016"/>
                  </a:lnTo>
                  <a:lnTo>
                    <a:pt x="551506" y="1956206"/>
                  </a:lnTo>
                  <a:cubicBezTo>
                    <a:pt x="550849" y="1955615"/>
                    <a:pt x="550153" y="1955072"/>
                    <a:pt x="549410" y="1954587"/>
                  </a:cubicBezTo>
                  <a:cubicBezTo>
                    <a:pt x="548658" y="1953958"/>
                    <a:pt x="547858" y="1953386"/>
                    <a:pt x="547029" y="1952872"/>
                  </a:cubicBezTo>
                  <a:lnTo>
                    <a:pt x="544362" y="1951062"/>
                  </a:lnTo>
                  <a:lnTo>
                    <a:pt x="541600" y="1949538"/>
                  </a:lnTo>
                  <a:lnTo>
                    <a:pt x="539409" y="1948395"/>
                  </a:lnTo>
                  <a:lnTo>
                    <a:pt x="536361" y="1947157"/>
                  </a:lnTo>
                  <a:lnTo>
                    <a:pt x="534266" y="1946205"/>
                  </a:lnTo>
                  <a:lnTo>
                    <a:pt x="531122" y="1945252"/>
                  </a:lnTo>
                  <a:lnTo>
                    <a:pt x="529122" y="1944681"/>
                  </a:lnTo>
                  <a:lnTo>
                    <a:pt x="529122" y="1944681"/>
                  </a:lnTo>
                  <a:lnTo>
                    <a:pt x="527312" y="1944681"/>
                  </a:lnTo>
                  <a:lnTo>
                    <a:pt x="522740" y="1943823"/>
                  </a:lnTo>
                  <a:cubicBezTo>
                    <a:pt x="263828" y="1909048"/>
                    <a:pt x="82127" y="1670970"/>
                    <a:pt x="116901" y="1412062"/>
                  </a:cubicBezTo>
                  <a:cubicBezTo>
                    <a:pt x="147790" y="1182061"/>
                    <a:pt x="340963" y="1008449"/>
                    <a:pt x="572937" y="1002182"/>
                  </a:cubicBezTo>
                  <a:cubicBezTo>
                    <a:pt x="577147" y="1002048"/>
                    <a:pt x="581329" y="1001477"/>
                    <a:pt x="585415" y="1000467"/>
                  </a:cubicBezTo>
                  <a:lnTo>
                    <a:pt x="585415" y="1000467"/>
                  </a:lnTo>
                  <a:cubicBezTo>
                    <a:pt x="587206" y="1000077"/>
                    <a:pt x="588958" y="999534"/>
                    <a:pt x="590654" y="998848"/>
                  </a:cubicBezTo>
                  <a:lnTo>
                    <a:pt x="591511" y="998848"/>
                  </a:lnTo>
                  <a:lnTo>
                    <a:pt x="595797" y="997038"/>
                  </a:lnTo>
                  <a:lnTo>
                    <a:pt x="597226" y="996276"/>
                  </a:lnTo>
                  <a:lnTo>
                    <a:pt x="600560" y="994467"/>
                  </a:lnTo>
                  <a:lnTo>
                    <a:pt x="602369" y="993228"/>
                  </a:lnTo>
                  <a:lnTo>
                    <a:pt x="605036" y="991514"/>
                  </a:lnTo>
                  <a:lnTo>
                    <a:pt x="606941" y="989895"/>
                  </a:lnTo>
                  <a:cubicBezTo>
                    <a:pt x="607760" y="989333"/>
                    <a:pt x="608532" y="988694"/>
                    <a:pt x="609227" y="987990"/>
                  </a:cubicBezTo>
                  <a:lnTo>
                    <a:pt x="611037" y="986275"/>
                  </a:lnTo>
                  <a:lnTo>
                    <a:pt x="613133" y="984180"/>
                  </a:lnTo>
                  <a:cubicBezTo>
                    <a:pt x="613704" y="983608"/>
                    <a:pt x="614180" y="982941"/>
                    <a:pt x="614657" y="982370"/>
                  </a:cubicBezTo>
                  <a:lnTo>
                    <a:pt x="616752" y="979893"/>
                  </a:lnTo>
                  <a:lnTo>
                    <a:pt x="617895" y="978274"/>
                  </a:lnTo>
                  <a:cubicBezTo>
                    <a:pt x="618562" y="977226"/>
                    <a:pt x="619229" y="976274"/>
                    <a:pt x="619800" y="975226"/>
                  </a:cubicBezTo>
                  <a:lnTo>
                    <a:pt x="620657" y="973797"/>
                  </a:lnTo>
                  <a:cubicBezTo>
                    <a:pt x="621324" y="972654"/>
                    <a:pt x="621896" y="971607"/>
                    <a:pt x="622467" y="970368"/>
                  </a:cubicBezTo>
                  <a:lnTo>
                    <a:pt x="623039" y="969035"/>
                  </a:lnTo>
                  <a:cubicBezTo>
                    <a:pt x="623629" y="967835"/>
                    <a:pt x="624134" y="966587"/>
                    <a:pt x="624563" y="965320"/>
                  </a:cubicBezTo>
                  <a:cubicBezTo>
                    <a:pt x="624601" y="964844"/>
                    <a:pt x="624601" y="964368"/>
                    <a:pt x="624563" y="963891"/>
                  </a:cubicBezTo>
                  <a:cubicBezTo>
                    <a:pt x="624563" y="962653"/>
                    <a:pt x="625420" y="961415"/>
                    <a:pt x="625801" y="960177"/>
                  </a:cubicBezTo>
                  <a:cubicBezTo>
                    <a:pt x="625753" y="959605"/>
                    <a:pt x="625753" y="959034"/>
                    <a:pt x="625801" y="958462"/>
                  </a:cubicBezTo>
                  <a:cubicBezTo>
                    <a:pt x="625801" y="957224"/>
                    <a:pt x="625801" y="956081"/>
                    <a:pt x="626468" y="954747"/>
                  </a:cubicBezTo>
                  <a:cubicBezTo>
                    <a:pt x="626515" y="954081"/>
                    <a:pt x="626515" y="953414"/>
                    <a:pt x="626468" y="952747"/>
                  </a:cubicBezTo>
                  <a:cubicBezTo>
                    <a:pt x="626468" y="951604"/>
                    <a:pt x="626468" y="950461"/>
                    <a:pt x="626468" y="949223"/>
                  </a:cubicBezTo>
                  <a:lnTo>
                    <a:pt x="626468" y="947127"/>
                  </a:lnTo>
                  <a:cubicBezTo>
                    <a:pt x="626468" y="946175"/>
                    <a:pt x="626468" y="945222"/>
                    <a:pt x="626468" y="944270"/>
                  </a:cubicBezTo>
                  <a:cubicBezTo>
                    <a:pt x="626468" y="943317"/>
                    <a:pt x="626468" y="943698"/>
                    <a:pt x="626468" y="943508"/>
                  </a:cubicBezTo>
                  <a:cubicBezTo>
                    <a:pt x="626515" y="943003"/>
                    <a:pt x="626515" y="942489"/>
                    <a:pt x="626468" y="941984"/>
                  </a:cubicBezTo>
                  <a:cubicBezTo>
                    <a:pt x="626468" y="940460"/>
                    <a:pt x="626468" y="939031"/>
                    <a:pt x="626468" y="937602"/>
                  </a:cubicBezTo>
                  <a:cubicBezTo>
                    <a:pt x="626468" y="936174"/>
                    <a:pt x="626468" y="937602"/>
                    <a:pt x="626468" y="936936"/>
                  </a:cubicBezTo>
                  <a:cubicBezTo>
                    <a:pt x="626468" y="935221"/>
                    <a:pt x="625896" y="933602"/>
                    <a:pt x="625515" y="932078"/>
                  </a:cubicBezTo>
                  <a:lnTo>
                    <a:pt x="625515" y="932078"/>
                  </a:lnTo>
                  <a:cubicBezTo>
                    <a:pt x="614304" y="890063"/>
                    <a:pt x="608570" y="846781"/>
                    <a:pt x="608465" y="803300"/>
                  </a:cubicBezTo>
                  <a:cubicBezTo>
                    <a:pt x="608837" y="507864"/>
                    <a:pt x="848238" y="268458"/>
                    <a:pt x="1143675" y="268090"/>
                  </a:cubicBezTo>
                  <a:cubicBezTo>
                    <a:pt x="1283959" y="267482"/>
                    <a:pt x="1418738" y="322607"/>
                    <a:pt x="1518389" y="421347"/>
                  </a:cubicBezTo>
                  <a:cubicBezTo>
                    <a:pt x="1518884" y="421873"/>
                    <a:pt x="1519427" y="422351"/>
                    <a:pt x="1520008" y="422776"/>
                  </a:cubicBezTo>
                  <a:cubicBezTo>
                    <a:pt x="1520532" y="423333"/>
                    <a:pt x="1521103" y="423844"/>
                    <a:pt x="1521722" y="424300"/>
                  </a:cubicBezTo>
                  <a:lnTo>
                    <a:pt x="1524675" y="426681"/>
                  </a:lnTo>
                  <a:lnTo>
                    <a:pt x="1526009" y="427634"/>
                  </a:lnTo>
                  <a:lnTo>
                    <a:pt x="1529723" y="430015"/>
                  </a:lnTo>
                  <a:lnTo>
                    <a:pt x="1530390" y="430015"/>
                  </a:lnTo>
                  <a:lnTo>
                    <a:pt x="1530390" y="430015"/>
                  </a:lnTo>
                  <a:lnTo>
                    <a:pt x="1534105" y="431825"/>
                  </a:lnTo>
                  <a:lnTo>
                    <a:pt x="1535724" y="432587"/>
                  </a:lnTo>
                  <a:lnTo>
                    <a:pt x="1538867" y="433825"/>
                  </a:lnTo>
                  <a:lnTo>
                    <a:pt x="1541249" y="434587"/>
                  </a:lnTo>
                  <a:lnTo>
                    <a:pt x="1543630" y="435254"/>
                  </a:lnTo>
                  <a:lnTo>
                    <a:pt x="1546773" y="436016"/>
                  </a:lnTo>
                  <a:lnTo>
                    <a:pt x="1548678" y="436016"/>
                  </a:lnTo>
                  <a:lnTo>
                    <a:pt x="1554012" y="436587"/>
                  </a:lnTo>
                  <a:lnTo>
                    <a:pt x="1561251" y="436587"/>
                  </a:lnTo>
                  <a:lnTo>
                    <a:pt x="1564775" y="436587"/>
                  </a:lnTo>
                  <a:lnTo>
                    <a:pt x="1566966" y="436587"/>
                  </a:lnTo>
                  <a:lnTo>
                    <a:pt x="1570109" y="436587"/>
                  </a:lnTo>
                  <a:lnTo>
                    <a:pt x="1572776" y="436016"/>
                  </a:lnTo>
                  <a:lnTo>
                    <a:pt x="1575348" y="435349"/>
                  </a:lnTo>
                  <a:lnTo>
                    <a:pt x="1578206" y="434397"/>
                  </a:lnTo>
                  <a:lnTo>
                    <a:pt x="1580396" y="433635"/>
                  </a:lnTo>
                  <a:lnTo>
                    <a:pt x="1583349" y="432301"/>
                  </a:lnTo>
                  <a:lnTo>
                    <a:pt x="1585445" y="431349"/>
                  </a:lnTo>
                  <a:lnTo>
                    <a:pt x="1588207" y="429825"/>
                  </a:lnTo>
                  <a:lnTo>
                    <a:pt x="1590302" y="428586"/>
                  </a:lnTo>
                  <a:cubicBezTo>
                    <a:pt x="1591169" y="428038"/>
                    <a:pt x="1591998" y="427433"/>
                    <a:pt x="1592779" y="426777"/>
                  </a:cubicBezTo>
                  <a:lnTo>
                    <a:pt x="1594874" y="425348"/>
                  </a:lnTo>
                  <a:lnTo>
                    <a:pt x="1597256" y="423252"/>
                  </a:lnTo>
                  <a:lnTo>
                    <a:pt x="1599065" y="421633"/>
                  </a:lnTo>
                  <a:lnTo>
                    <a:pt x="1600018" y="420776"/>
                  </a:lnTo>
                  <a:lnTo>
                    <a:pt x="1601447" y="419157"/>
                  </a:lnTo>
                  <a:lnTo>
                    <a:pt x="1602875" y="417537"/>
                  </a:lnTo>
                  <a:cubicBezTo>
                    <a:pt x="1603723" y="416563"/>
                    <a:pt x="1604514" y="415546"/>
                    <a:pt x="1605257" y="414489"/>
                  </a:cubicBezTo>
                  <a:lnTo>
                    <a:pt x="1606209" y="413156"/>
                  </a:lnTo>
                  <a:cubicBezTo>
                    <a:pt x="1607066" y="411961"/>
                    <a:pt x="1607867" y="410722"/>
                    <a:pt x="1608590" y="409441"/>
                  </a:cubicBezTo>
                  <a:lnTo>
                    <a:pt x="1609067" y="408774"/>
                  </a:lnTo>
                  <a:cubicBezTo>
                    <a:pt x="1766420" y="129897"/>
                    <a:pt x="2120054" y="31384"/>
                    <a:pt x="2398937" y="188738"/>
                  </a:cubicBezTo>
                  <a:cubicBezTo>
                    <a:pt x="2538545" y="267514"/>
                    <a:pt x="2639310" y="400577"/>
                    <a:pt x="2677295" y="556317"/>
                  </a:cubicBezTo>
                  <a:cubicBezTo>
                    <a:pt x="2677324" y="556538"/>
                    <a:pt x="2677324" y="556762"/>
                    <a:pt x="2677295" y="556983"/>
                  </a:cubicBezTo>
                  <a:cubicBezTo>
                    <a:pt x="2678019" y="559882"/>
                    <a:pt x="2678972" y="562716"/>
                    <a:pt x="2680153" y="565461"/>
                  </a:cubicBezTo>
                  <a:cubicBezTo>
                    <a:pt x="2680153" y="565461"/>
                    <a:pt x="2680153" y="565461"/>
                    <a:pt x="2680153" y="565461"/>
                  </a:cubicBezTo>
                  <a:cubicBezTo>
                    <a:pt x="2681286" y="567961"/>
                    <a:pt x="2682591" y="570380"/>
                    <a:pt x="2684058" y="572700"/>
                  </a:cubicBezTo>
                  <a:lnTo>
                    <a:pt x="2685201" y="574509"/>
                  </a:lnTo>
                  <a:cubicBezTo>
                    <a:pt x="2686449" y="576372"/>
                    <a:pt x="2687821" y="578154"/>
                    <a:pt x="2689297" y="579843"/>
                  </a:cubicBezTo>
                  <a:lnTo>
                    <a:pt x="2689964" y="580605"/>
                  </a:lnTo>
                  <a:lnTo>
                    <a:pt x="2691392" y="582129"/>
                  </a:lnTo>
                  <a:cubicBezTo>
                    <a:pt x="2693097" y="583958"/>
                    <a:pt x="2694945" y="585647"/>
                    <a:pt x="2696917" y="587178"/>
                  </a:cubicBezTo>
                  <a:lnTo>
                    <a:pt x="2697488" y="587654"/>
                  </a:lnTo>
                  <a:cubicBezTo>
                    <a:pt x="2699651" y="589321"/>
                    <a:pt x="2701946" y="590818"/>
                    <a:pt x="2704346" y="592131"/>
                  </a:cubicBezTo>
                  <a:lnTo>
                    <a:pt x="2705775" y="592988"/>
                  </a:lnTo>
                  <a:cubicBezTo>
                    <a:pt x="2708109" y="594212"/>
                    <a:pt x="2710528" y="595262"/>
                    <a:pt x="2713014" y="596131"/>
                  </a:cubicBezTo>
                  <a:cubicBezTo>
                    <a:pt x="2713595" y="596378"/>
                    <a:pt x="2714205" y="596569"/>
                    <a:pt x="2714824" y="596703"/>
                  </a:cubicBezTo>
                  <a:cubicBezTo>
                    <a:pt x="2717129" y="597482"/>
                    <a:pt x="2719482" y="598118"/>
                    <a:pt x="2721872" y="598608"/>
                  </a:cubicBezTo>
                  <a:lnTo>
                    <a:pt x="2723777" y="598608"/>
                  </a:lnTo>
                  <a:cubicBezTo>
                    <a:pt x="2726111" y="598940"/>
                    <a:pt x="2728464" y="599130"/>
                    <a:pt x="2730826" y="599179"/>
                  </a:cubicBezTo>
                  <a:lnTo>
                    <a:pt x="2733207" y="599179"/>
                  </a:lnTo>
                  <a:lnTo>
                    <a:pt x="2735588" y="599179"/>
                  </a:lnTo>
                  <a:cubicBezTo>
                    <a:pt x="2737408" y="599083"/>
                    <a:pt x="2739217" y="598892"/>
                    <a:pt x="2741018" y="598608"/>
                  </a:cubicBezTo>
                  <a:lnTo>
                    <a:pt x="2744637" y="598512"/>
                  </a:lnTo>
                  <a:lnTo>
                    <a:pt x="2745304" y="598512"/>
                  </a:lnTo>
                  <a:lnTo>
                    <a:pt x="2747971" y="597750"/>
                  </a:lnTo>
                  <a:lnTo>
                    <a:pt x="2750067" y="597179"/>
                  </a:lnTo>
                  <a:lnTo>
                    <a:pt x="2753305" y="595941"/>
                  </a:lnTo>
                  <a:lnTo>
                    <a:pt x="2755305" y="595083"/>
                  </a:lnTo>
                  <a:lnTo>
                    <a:pt x="2758639" y="593464"/>
                  </a:lnTo>
                  <a:lnTo>
                    <a:pt x="2760258" y="592607"/>
                  </a:lnTo>
                  <a:lnTo>
                    <a:pt x="2763687" y="590511"/>
                  </a:lnTo>
                  <a:cubicBezTo>
                    <a:pt x="2764116" y="590171"/>
                    <a:pt x="2764564" y="589854"/>
                    <a:pt x="2765021" y="589559"/>
                  </a:cubicBezTo>
                  <a:cubicBezTo>
                    <a:pt x="2766164" y="588784"/>
                    <a:pt x="2767249" y="587924"/>
                    <a:pt x="2768259" y="586987"/>
                  </a:cubicBezTo>
                  <a:cubicBezTo>
                    <a:pt x="2768621" y="586787"/>
                    <a:pt x="2768935" y="586530"/>
                    <a:pt x="2769212" y="586225"/>
                  </a:cubicBezTo>
                  <a:cubicBezTo>
                    <a:pt x="2919354" y="456975"/>
                    <a:pt x="3145840" y="473909"/>
                    <a:pt x="3275094" y="624049"/>
                  </a:cubicBezTo>
                  <a:cubicBezTo>
                    <a:pt x="3331130" y="689142"/>
                    <a:pt x="3361952" y="772179"/>
                    <a:pt x="3361952" y="858069"/>
                  </a:cubicBezTo>
                  <a:cubicBezTo>
                    <a:pt x="3362552" y="955090"/>
                    <a:pt x="3323214" y="1048092"/>
                    <a:pt x="3253177" y="1115244"/>
                  </a:cubicBezTo>
                  <a:cubicBezTo>
                    <a:pt x="3230746" y="1137446"/>
                    <a:pt x="3230555" y="1173632"/>
                    <a:pt x="3252758" y="1196063"/>
                  </a:cubicBezTo>
                  <a:cubicBezTo>
                    <a:pt x="3262245" y="1205645"/>
                    <a:pt x="3274808" y="1211560"/>
                    <a:pt x="3288229" y="1212780"/>
                  </a:cubicBezTo>
                  <a:lnTo>
                    <a:pt x="3288705" y="1212780"/>
                  </a:lnTo>
                  <a:cubicBezTo>
                    <a:pt x="3489425" y="1232106"/>
                    <a:pt x="3642435" y="1401079"/>
                    <a:pt x="3641797" y="1602733"/>
                  </a:cubicBezTo>
                  <a:cubicBezTo>
                    <a:pt x="3641073" y="1759067"/>
                    <a:pt x="3549633" y="1900751"/>
                    <a:pt x="3407482" y="1965826"/>
                  </a:cubicBezTo>
                  <a:close/>
                  <a:moveTo>
                    <a:pt x="2776355" y="1994020"/>
                  </a:moveTo>
                  <a:cubicBezTo>
                    <a:pt x="2783471" y="1952072"/>
                    <a:pt x="2787042" y="1909600"/>
                    <a:pt x="2787024" y="1867052"/>
                  </a:cubicBezTo>
                  <a:lnTo>
                    <a:pt x="2787024" y="1759134"/>
                  </a:lnTo>
                  <a:lnTo>
                    <a:pt x="2847507" y="1759134"/>
                  </a:lnTo>
                  <a:cubicBezTo>
                    <a:pt x="2912525" y="1759134"/>
                    <a:pt x="2965236" y="1811845"/>
                    <a:pt x="2965236" y="1876863"/>
                  </a:cubicBezTo>
                  <a:cubicBezTo>
                    <a:pt x="2965236" y="1941880"/>
                    <a:pt x="2912525" y="1994592"/>
                    <a:pt x="2847507" y="1994592"/>
                  </a:cubicBezTo>
                  <a:close/>
                  <a:moveTo>
                    <a:pt x="1012516" y="1994020"/>
                  </a:moveTo>
                  <a:lnTo>
                    <a:pt x="941364" y="1994020"/>
                  </a:lnTo>
                  <a:cubicBezTo>
                    <a:pt x="876346" y="1994020"/>
                    <a:pt x="823635" y="1941309"/>
                    <a:pt x="823635" y="1876291"/>
                  </a:cubicBezTo>
                  <a:cubicBezTo>
                    <a:pt x="823635" y="1811273"/>
                    <a:pt x="876346" y="1758562"/>
                    <a:pt x="941364" y="1758562"/>
                  </a:cubicBezTo>
                  <a:lnTo>
                    <a:pt x="1001562" y="1758562"/>
                  </a:lnTo>
                  <a:lnTo>
                    <a:pt x="1001562" y="1867052"/>
                  </a:lnTo>
                  <a:cubicBezTo>
                    <a:pt x="1001543" y="1909791"/>
                    <a:pt x="1005144" y="1952463"/>
                    <a:pt x="1012325" y="199459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9" name="Freeform 117">
              <a:extLst>
                <a:ext uri="{FF2B5EF4-FFF2-40B4-BE49-F238E27FC236}">
                  <a16:creationId xmlns:a16="http://schemas.microsoft.com/office/drawing/2014/main" id="{130C4F07-630C-53BD-C5CC-2242E6EEF4DD}"/>
                </a:ext>
              </a:extLst>
            </p:cNvPr>
            <p:cNvSpPr/>
            <p:nvPr/>
          </p:nvSpPr>
          <p:spPr>
            <a:xfrm>
              <a:off x="10408755" y="735985"/>
              <a:ext cx="1783245" cy="507341"/>
            </a:xfrm>
            <a:custGeom>
              <a:avLst/>
              <a:gdLst>
                <a:gd name="connsiteX0" fmla="*/ 1762496 w 1783245"/>
                <a:gd name="connsiteY0" fmla="*/ 405025 h 507341"/>
                <a:gd name="connsiteX1" fmla="*/ 157962 w 1783245"/>
                <a:gd name="connsiteY1" fmla="*/ 267913 h 507341"/>
                <a:gd name="connsiteX2" fmla="*/ 20849 w 1783245"/>
                <a:gd name="connsiteY2" fmla="*/ 405025 h 507341"/>
                <a:gd name="connsiteX3" fmla="*/ 12467 w 1783245"/>
                <a:gd name="connsiteY3" fmla="*/ 414550 h 507341"/>
                <a:gd name="connsiteX4" fmla="*/ 21526 w 1783245"/>
                <a:gd name="connsiteY4" fmla="*/ 494865 h 507341"/>
                <a:gd name="connsiteX5" fmla="*/ 80000 w 1783245"/>
                <a:gd name="connsiteY5" fmla="*/ 502561 h 507341"/>
                <a:gd name="connsiteX6" fmla="*/ 88477 w 1783245"/>
                <a:gd name="connsiteY6" fmla="*/ 498561 h 507341"/>
                <a:gd name="connsiteX7" fmla="*/ 1694868 w 1783245"/>
                <a:gd name="connsiteY7" fmla="*/ 498561 h 507341"/>
                <a:gd name="connsiteX8" fmla="*/ 1703250 w 1783245"/>
                <a:gd name="connsiteY8" fmla="*/ 502561 h 507341"/>
                <a:gd name="connsiteX9" fmla="*/ 1778479 w 1783245"/>
                <a:gd name="connsiteY9" fmla="*/ 473024 h 507341"/>
                <a:gd name="connsiteX10" fmla="*/ 1770782 w 1783245"/>
                <a:gd name="connsiteY10" fmla="*/ 414550 h 507341"/>
                <a:gd name="connsiteX11" fmla="*/ 316886 w 1783245"/>
                <a:gd name="connsiteY11" fmla="*/ 289678 h 507341"/>
                <a:gd name="connsiteX12" fmla="*/ 1466363 w 1783245"/>
                <a:gd name="connsiteY12" fmla="*/ 289678 h 507341"/>
                <a:gd name="connsiteX13" fmla="*/ 316886 w 1783245"/>
                <a:gd name="connsiteY13" fmla="*/ 289678 h 507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245" h="507341">
                  <a:moveTo>
                    <a:pt x="1762496" y="405025"/>
                  </a:moveTo>
                  <a:cubicBezTo>
                    <a:pt x="1357274" y="-75917"/>
                    <a:pt x="638898" y="-137302"/>
                    <a:pt x="157962" y="267913"/>
                  </a:cubicBezTo>
                  <a:cubicBezTo>
                    <a:pt x="108441" y="309642"/>
                    <a:pt x="62569" y="355505"/>
                    <a:pt x="20849" y="405025"/>
                  </a:cubicBezTo>
                  <a:lnTo>
                    <a:pt x="12467" y="414550"/>
                  </a:lnTo>
                  <a:cubicBezTo>
                    <a:pt x="-7211" y="439230"/>
                    <a:pt x="-3154" y="475187"/>
                    <a:pt x="21526" y="494865"/>
                  </a:cubicBezTo>
                  <a:cubicBezTo>
                    <a:pt x="38090" y="508067"/>
                    <a:pt x="60588" y="511029"/>
                    <a:pt x="80000" y="502561"/>
                  </a:cubicBezTo>
                  <a:lnTo>
                    <a:pt x="88477" y="498561"/>
                  </a:lnTo>
                  <a:cubicBezTo>
                    <a:pt x="596845" y="257674"/>
                    <a:pt x="1186500" y="257674"/>
                    <a:pt x="1694868" y="498561"/>
                  </a:cubicBezTo>
                  <a:lnTo>
                    <a:pt x="1703250" y="502561"/>
                  </a:lnTo>
                  <a:cubicBezTo>
                    <a:pt x="1732178" y="515182"/>
                    <a:pt x="1765868" y="501952"/>
                    <a:pt x="1778479" y="473024"/>
                  </a:cubicBezTo>
                  <a:cubicBezTo>
                    <a:pt x="1786946" y="453612"/>
                    <a:pt x="1783984" y="431105"/>
                    <a:pt x="1770782" y="414550"/>
                  </a:cubicBezTo>
                  <a:close/>
                  <a:moveTo>
                    <a:pt x="316886" y="289678"/>
                  </a:moveTo>
                  <a:cubicBezTo>
                    <a:pt x="664111" y="54983"/>
                    <a:pt x="1119139" y="54983"/>
                    <a:pt x="1466363" y="289678"/>
                  </a:cubicBezTo>
                  <a:cubicBezTo>
                    <a:pt x="1091583" y="176333"/>
                    <a:pt x="691667" y="176333"/>
                    <a:pt x="316886" y="28967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0" name="Freeform 118">
              <a:extLst>
                <a:ext uri="{FF2B5EF4-FFF2-40B4-BE49-F238E27FC236}">
                  <a16:creationId xmlns:a16="http://schemas.microsoft.com/office/drawing/2014/main" id="{32A2D5DE-4151-55DB-2989-9869218E73C4}"/>
                </a:ext>
              </a:extLst>
            </p:cNvPr>
            <p:cNvSpPr/>
            <p:nvPr/>
          </p:nvSpPr>
          <p:spPr>
            <a:xfrm>
              <a:off x="11627976" y="3991647"/>
              <a:ext cx="564024" cy="182880"/>
            </a:xfrm>
            <a:custGeom>
              <a:avLst/>
              <a:gdLst>
                <a:gd name="connsiteX0" fmla="*/ 500277 w 564024"/>
                <a:gd name="connsiteY0" fmla="*/ 386 h 114310"/>
                <a:gd name="connsiteX1" fmla="*/ 63747 w 564024"/>
                <a:gd name="connsiteY1" fmla="*/ 386 h 114310"/>
                <a:gd name="connsiteX2" fmla="*/ 386 w 564024"/>
                <a:gd name="connsiteY2" fmla="*/ 50564 h 114310"/>
                <a:gd name="connsiteX3" fmla="*/ 50574 w 564024"/>
                <a:gd name="connsiteY3" fmla="*/ 113924 h 114310"/>
                <a:gd name="connsiteX4" fmla="*/ 63747 w 564024"/>
                <a:gd name="connsiteY4" fmla="*/ 113924 h 114310"/>
                <a:gd name="connsiteX5" fmla="*/ 500277 w 564024"/>
                <a:gd name="connsiteY5" fmla="*/ 113924 h 114310"/>
                <a:gd name="connsiteX6" fmla="*/ 563638 w 564024"/>
                <a:gd name="connsiteY6" fmla="*/ 63747 h 114310"/>
                <a:gd name="connsiteX7" fmla="*/ 513451 w 564024"/>
                <a:gd name="connsiteY7" fmla="*/ 386 h 114310"/>
                <a:gd name="connsiteX8" fmla="*/ 500277 w 564024"/>
                <a:gd name="connsiteY8" fmla="*/ 386 h 11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4024" h="114310">
                  <a:moveTo>
                    <a:pt x="500277" y="386"/>
                  </a:moveTo>
                  <a:lnTo>
                    <a:pt x="63747" y="386"/>
                  </a:lnTo>
                  <a:cubicBezTo>
                    <a:pt x="32390" y="-3252"/>
                    <a:pt x="4025" y="19217"/>
                    <a:pt x="386" y="50564"/>
                  </a:cubicBezTo>
                  <a:cubicBezTo>
                    <a:pt x="-3252" y="81920"/>
                    <a:pt x="19217" y="110286"/>
                    <a:pt x="50574" y="113924"/>
                  </a:cubicBezTo>
                  <a:cubicBezTo>
                    <a:pt x="54946" y="114429"/>
                    <a:pt x="59365" y="114429"/>
                    <a:pt x="63747" y="113924"/>
                  </a:cubicBezTo>
                  <a:lnTo>
                    <a:pt x="500277" y="113924"/>
                  </a:lnTo>
                  <a:cubicBezTo>
                    <a:pt x="531634" y="117563"/>
                    <a:pt x="559999" y="95093"/>
                    <a:pt x="563638" y="63747"/>
                  </a:cubicBezTo>
                  <a:cubicBezTo>
                    <a:pt x="567276" y="32390"/>
                    <a:pt x="544807" y="4025"/>
                    <a:pt x="513451" y="386"/>
                  </a:cubicBezTo>
                  <a:cubicBezTo>
                    <a:pt x="509079" y="-119"/>
                    <a:pt x="504659" y="-119"/>
                    <a:pt x="500277" y="3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1" name="Freeform 119">
              <a:extLst>
                <a:ext uri="{FF2B5EF4-FFF2-40B4-BE49-F238E27FC236}">
                  <a16:creationId xmlns:a16="http://schemas.microsoft.com/office/drawing/2014/main" id="{95F9D768-A093-969D-78A4-9E2778E797CD}"/>
                </a:ext>
              </a:extLst>
            </p:cNvPr>
            <p:cNvSpPr/>
            <p:nvPr/>
          </p:nvSpPr>
          <p:spPr>
            <a:xfrm>
              <a:off x="11392845" y="2165382"/>
              <a:ext cx="799155" cy="259612"/>
            </a:xfrm>
            <a:custGeom>
              <a:avLst/>
              <a:gdLst>
                <a:gd name="connsiteX0" fmla="*/ 706769 w 799155"/>
                <a:gd name="connsiteY0" fmla="*/ 21378 h 259612"/>
                <a:gd name="connsiteX1" fmla="*/ 703435 w 799155"/>
                <a:gd name="connsiteY1" fmla="*/ 24617 h 259612"/>
                <a:gd name="connsiteX2" fmla="*/ 105074 w 799155"/>
                <a:gd name="connsiteY2" fmla="*/ 24617 h 259612"/>
                <a:gd name="connsiteX3" fmla="*/ 101645 w 799155"/>
                <a:gd name="connsiteY3" fmla="*/ 21283 h 259612"/>
                <a:gd name="connsiteX4" fmla="*/ 21283 w 799155"/>
                <a:gd name="connsiteY4" fmla="*/ 12663 h 259612"/>
                <a:gd name="connsiteX5" fmla="*/ 12663 w 799155"/>
                <a:gd name="connsiteY5" fmla="*/ 93025 h 259612"/>
                <a:gd name="connsiteX6" fmla="*/ 21921 w 799155"/>
                <a:gd name="connsiteY6" fmla="*/ 102150 h 259612"/>
                <a:gd name="connsiteX7" fmla="*/ 25445 w 799155"/>
                <a:gd name="connsiteY7" fmla="*/ 105579 h 259612"/>
                <a:gd name="connsiteX8" fmla="*/ 783159 w 799155"/>
                <a:gd name="connsiteY8" fmla="*/ 105579 h 259612"/>
                <a:gd name="connsiteX9" fmla="*/ 786493 w 799155"/>
                <a:gd name="connsiteY9" fmla="*/ 102245 h 259612"/>
                <a:gd name="connsiteX10" fmla="*/ 777873 w 799155"/>
                <a:gd name="connsiteY10" fmla="*/ 21883 h 259612"/>
                <a:gd name="connsiteX11" fmla="*/ 706769 w 799155"/>
                <a:gd name="connsiteY11" fmla="*/ 21378 h 259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99155" h="259612">
                  <a:moveTo>
                    <a:pt x="706769" y="21378"/>
                  </a:moveTo>
                  <a:lnTo>
                    <a:pt x="703435" y="24617"/>
                  </a:lnTo>
                  <a:cubicBezTo>
                    <a:pt x="536852" y="186561"/>
                    <a:pt x="271657" y="186561"/>
                    <a:pt x="105074" y="24617"/>
                  </a:cubicBezTo>
                  <a:lnTo>
                    <a:pt x="101645" y="21283"/>
                  </a:lnTo>
                  <a:cubicBezTo>
                    <a:pt x="81833" y="-3292"/>
                    <a:pt x="45857" y="-7149"/>
                    <a:pt x="21283" y="12663"/>
                  </a:cubicBezTo>
                  <a:cubicBezTo>
                    <a:pt x="-3292" y="32475"/>
                    <a:pt x="-7149" y="68451"/>
                    <a:pt x="12663" y="93025"/>
                  </a:cubicBezTo>
                  <a:cubicBezTo>
                    <a:pt x="15387" y="96406"/>
                    <a:pt x="18502" y="99474"/>
                    <a:pt x="21921" y="102150"/>
                  </a:cubicBezTo>
                  <a:lnTo>
                    <a:pt x="25445" y="105579"/>
                  </a:lnTo>
                  <a:cubicBezTo>
                    <a:pt x="236262" y="310957"/>
                    <a:pt x="572342" y="310957"/>
                    <a:pt x="783159" y="105579"/>
                  </a:cubicBezTo>
                  <a:lnTo>
                    <a:pt x="786493" y="102245"/>
                  </a:lnTo>
                  <a:cubicBezTo>
                    <a:pt x="806305" y="77671"/>
                    <a:pt x="802447" y="41695"/>
                    <a:pt x="777873" y="21883"/>
                  </a:cubicBezTo>
                  <a:cubicBezTo>
                    <a:pt x="757175" y="5195"/>
                    <a:pt x="727705" y="4985"/>
                    <a:pt x="706769" y="2137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42" name="Group 41">
            <a:extLst>
              <a:ext uri="{FF2B5EF4-FFF2-40B4-BE49-F238E27FC236}">
                <a16:creationId xmlns:a16="http://schemas.microsoft.com/office/drawing/2014/main" id="{29FEBB9A-0FC2-1016-FA0F-B4B889E5B2A1}"/>
              </a:ext>
              <a:ext uri="{C183D7F6-B498-43B3-948B-1728B52AA6E4}">
                <adec:decorative xmlns:adec="http://schemas.microsoft.com/office/drawing/2017/decorative" val="1"/>
              </a:ext>
            </a:extLst>
          </p:cNvPr>
          <p:cNvGrpSpPr>
            <a:grpSpLocks/>
          </p:cNvGrpSpPr>
          <p:nvPr/>
        </p:nvGrpSpPr>
        <p:grpSpPr>
          <a:xfrm>
            <a:off x="9678666" y="1269543"/>
            <a:ext cx="422022" cy="600813"/>
            <a:chOff x="9155812" y="710017"/>
            <a:chExt cx="3036188" cy="4322477"/>
          </a:xfrm>
          <a:solidFill>
            <a:schemeClr val="bg1"/>
          </a:solidFill>
        </p:grpSpPr>
        <p:sp>
          <p:nvSpPr>
            <p:cNvPr id="43" name="Freeform 156">
              <a:extLst>
                <a:ext uri="{FF2B5EF4-FFF2-40B4-BE49-F238E27FC236}">
                  <a16:creationId xmlns:a16="http://schemas.microsoft.com/office/drawing/2014/main" id="{2D460805-5B23-8E07-C67D-59CA9EA92EBC}"/>
                </a:ext>
              </a:extLst>
            </p:cNvPr>
            <p:cNvSpPr>
              <a:spLocks/>
            </p:cNvSpPr>
            <p:nvPr/>
          </p:nvSpPr>
          <p:spPr>
            <a:xfrm>
              <a:off x="9155812" y="710017"/>
              <a:ext cx="3036188" cy="4322287"/>
            </a:xfrm>
            <a:custGeom>
              <a:avLst/>
              <a:gdLst>
                <a:gd name="connsiteX0" fmla="*/ 2274856 w 3036188"/>
                <a:gd name="connsiteY0" fmla="*/ 2668810 h 4322287"/>
                <a:gd name="connsiteX1" fmla="*/ 1990916 w 3036188"/>
                <a:gd name="connsiteY1" fmla="*/ 2668810 h 4322287"/>
                <a:gd name="connsiteX2" fmla="*/ 1990916 w 3036188"/>
                <a:gd name="connsiteY2" fmla="*/ 2474786 h 4322287"/>
                <a:gd name="connsiteX3" fmla="*/ 1920431 w 3036188"/>
                <a:gd name="connsiteY3" fmla="*/ 2346198 h 4322287"/>
                <a:gd name="connsiteX4" fmla="*/ 2233708 w 3036188"/>
                <a:gd name="connsiteY4" fmla="*/ 2134267 h 4322287"/>
                <a:gd name="connsiteX5" fmla="*/ 2417159 w 3036188"/>
                <a:gd name="connsiteY5" fmla="*/ 1806512 h 4322287"/>
                <a:gd name="connsiteX6" fmla="*/ 2508790 w 3036188"/>
                <a:gd name="connsiteY6" fmla="*/ 1806512 h 4322287"/>
                <a:gd name="connsiteX7" fmla="*/ 2760821 w 3036188"/>
                <a:gd name="connsiteY7" fmla="*/ 1542098 h 4322287"/>
                <a:gd name="connsiteX8" fmla="*/ 2673382 w 3036188"/>
                <a:gd name="connsiteY8" fmla="*/ 1344835 h 4322287"/>
                <a:gd name="connsiteX9" fmla="*/ 2571560 w 3036188"/>
                <a:gd name="connsiteY9" fmla="*/ 408051 h 4322287"/>
                <a:gd name="connsiteX10" fmla="*/ 1518190 w 3036188"/>
                <a:gd name="connsiteY10" fmla="*/ 0 h 4322287"/>
                <a:gd name="connsiteX11" fmla="*/ 464820 w 3036188"/>
                <a:gd name="connsiteY11" fmla="*/ 408337 h 4322287"/>
                <a:gd name="connsiteX12" fmla="*/ 363093 w 3036188"/>
                <a:gd name="connsiteY12" fmla="*/ 1345502 h 4322287"/>
                <a:gd name="connsiteX13" fmla="*/ 275558 w 3036188"/>
                <a:gd name="connsiteY13" fmla="*/ 1546193 h 4322287"/>
                <a:gd name="connsiteX14" fmla="*/ 527590 w 3036188"/>
                <a:gd name="connsiteY14" fmla="*/ 1806512 h 4322287"/>
                <a:gd name="connsiteX15" fmla="*/ 619220 w 3036188"/>
                <a:gd name="connsiteY15" fmla="*/ 1806512 h 4322287"/>
                <a:gd name="connsiteX16" fmla="*/ 802672 w 3036188"/>
                <a:gd name="connsiteY16" fmla="*/ 2134267 h 4322287"/>
                <a:gd name="connsiteX17" fmla="*/ 1115949 w 3036188"/>
                <a:gd name="connsiteY17" fmla="*/ 2346198 h 4322287"/>
                <a:gd name="connsiteX18" fmla="*/ 1045464 w 3036188"/>
                <a:gd name="connsiteY18" fmla="*/ 2474786 h 4322287"/>
                <a:gd name="connsiteX19" fmla="*/ 1045464 w 3036188"/>
                <a:gd name="connsiteY19" fmla="*/ 2668810 h 4322287"/>
                <a:gd name="connsiteX20" fmla="*/ 761524 w 3036188"/>
                <a:gd name="connsiteY20" fmla="*/ 2668810 h 4322287"/>
                <a:gd name="connsiteX21" fmla="*/ 0 w 3036188"/>
                <a:gd name="connsiteY21" fmla="*/ 3430810 h 4322287"/>
                <a:gd name="connsiteX22" fmla="*/ 0 w 3036188"/>
                <a:gd name="connsiteY22" fmla="*/ 4271296 h 4322287"/>
                <a:gd name="connsiteX23" fmla="*/ 62979 w 3036188"/>
                <a:gd name="connsiteY23" fmla="*/ 4321950 h 4322287"/>
                <a:gd name="connsiteX24" fmla="*/ 113633 w 3036188"/>
                <a:gd name="connsiteY24" fmla="*/ 4271296 h 4322287"/>
                <a:gd name="connsiteX25" fmla="*/ 113633 w 3036188"/>
                <a:gd name="connsiteY25" fmla="*/ 3430810 h 4322287"/>
                <a:gd name="connsiteX26" fmla="*/ 761333 w 3036188"/>
                <a:gd name="connsiteY26" fmla="*/ 2783110 h 4322287"/>
                <a:gd name="connsiteX27" fmla="*/ 2274856 w 3036188"/>
                <a:gd name="connsiteY27" fmla="*/ 2783110 h 4322287"/>
                <a:gd name="connsiteX28" fmla="*/ 2922556 w 3036188"/>
                <a:gd name="connsiteY28" fmla="*/ 3430810 h 4322287"/>
                <a:gd name="connsiteX29" fmla="*/ 2922556 w 3036188"/>
                <a:gd name="connsiteY29" fmla="*/ 4271296 h 4322287"/>
                <a:gd name="connsiteX30" fmla="*/ 2985535 w 3036188"/>
                <a:gd name="connsiteY30" fmla="*/ 4321950 h 4322287"/>
                <a:gd name="connsiteX31" fmla="*/ 3036189 w 3036188"/>
                <a:gd name="connsiteY31" fmla="*/ 4271296 h 4322287"/>
                <a:gd name="connsiteX32" fmla="*/ 3036189 w 3036188"/>
                <a:gd name="connsiteY32" fmla="*/ 3430810 h 4322287"/>
                <a:gd name="connsiteX33" fmla="*/ 2274856 w 3036188"/>
                <a:gd name="connsiteY33" fmla="*/ 2668810 h 4322287"/>
                <a:gd name="connsiteX34" fmla="*/ 2318290 w 3036188"/>
                <a:gd name="connsiteY34" fmla="*/ 1670495 h 4322287"/>
                <a:gd name="connsiteX35" fmla="*/ 2317718 w 3036188"/>
                <a:gd name="connsiteY35" fmla="*/ 1692878 h 4322287"/>
                <a:gd name="connsiteX36" fmla="*/ 1689068 w 3036188"/>
                <a:gd name="connsiteY36" fmla="*/ 1691830 h 4322287"/>
                <a:gd name="connsiteX37" fmla="*/ 1688402 w 3036188"/>
                <a:gd name="connsiteY37" fmla="*/ 1551908 h 4322287"/>
                <a:gd name="connsiteX38" fmla="*/ 1689068 w 3036188"/>
                <a:gd name="connsiteY38" fmla="*/ 1544098 h 4322287"/>
                <a:gd name="connsiteX39" fmla="*/ 1688402 w 3036188"/>
                <a:gd name="connsiteY39" fmla="*/ 1535906 h 4322287"/>
                <a:gd name="connsiteX40" fmla="*/ 1687735 w 3036188"/>
                <a:gd name="connsiteY40" fmla="*/ 1395317 h 4322287"/>
                <a:gd name="connsiteX41" fmla="*/ 2318290 w 3036188"/>
                <a:gd name="connsiteY41" fmla="*/ 1395317 h 4322287"/>
                <a:gd name="connsiteX42" fmla="*/ 2318290 w 3036188"/>
                <a:gd name="connsiteY42" fmla="*/ 1281684 h 4322287"/>
                <a:gd name="connsiteX43" fmla="*/ 1687259 w 3036188"/>
                <a:gd name="connsiteY43" fmla="*/ 1281684 h 4322287"/>
                <a:gd name="connsiteX44" fmla="*/ 1574959 w 3036188"/>
                <a:gd name="connsiteY44" fmla="*/ 1395984 h 4322287"/>
                <a:gd name="connsiteX45" fmla="*/ 1574959 w 3036188"/>
                <a:gd name="connsiteY45" fmla="*/ 1487710 h 4322287"/>
                <a:gd name="connsiteX46" fmla="*/ 1461040 w 3036188"/>
                <a:gd name="connsiteY46" fmla="*/ 1487710 h 4322287"/>
                <a:gd name="connsiteX47" fmla="*/ 1461040 w 3036188"/>
                <a:gd name="connsiteY47" fmla="*/ 1396746 h 4322287"/>
                <a:gd name="connsiteX48" fmla="*/ 1348740 w 3036188"/>
                <a:gd name="connsiteY48" fmla="*/ 1282446 h 4322287"/>
                <a:gd name="connsiteX49" fmla="*/ 718090 w 3036188"/>
                <a:gd name="connsiteY49" fmla="*/ 1282446 h 4322287"/>
                <a:gd name="connsiteX50" fmla="*/ 718090 w 3036188"/>
                <a:gd name="connsiteY50" fmla="*/ 1171670 h 4322287"/>
                <a:gd name="connsiteX51" fmla="*/ 1850136 w 3036188"/>
                <a:gd name="connsiteY51" fmla="*/ 1008412 h 4322287"/>
                <a:gd name="connsiteX52" fmla="*/ 1794701 w 3036188"/>
                <a:gd name="connsiteY52" fmla="*/ 1091184 h 4322287"/>
                <a:gd name="connsiteX53" fmla="*/ 1806511 w 3036188"/>
                <a:gd name="connsiteY53" fmla="*/ 1171137 h 4322287"/>
                <a:gd name="connsiteX54" fmla="*/ 1831467 w 3036188"/>
                <a:gd name="connsiteY54" fmla="*/ 1181672 h 4322287"/>
                <a:gd name="connsiteX55" fmla="*/ 2317242 w 3036188"/>
                <a:gd name="connsiteY55" fmla="*/ 1120712 h 4322287"/>
                <a:gd name="connsiteX56" fmla="*/ 2508790 w 3036188"/>
                <a:gd name="connsiteY56" fmla="*/ 1692974 h 4322287"/>
                <a:gd name="connsiteX57" fmla="*/ 2430970 w 3036188"/>
                <a:gd name="connsiteY57" fmla="*/ 1692974 h 4322287"/>
                <a:gd name="connsiteX58" fmla="*/ 2431542 w 3036188"/>
                <a:gd name="connsiteY58" fmla="*/ 1670495 h 4322287"/>
                <a:gd name="connsiteX59" fmla="*/ 2431542 w 3036188"/>
                <a:gd name="connsiteY59" fmla="*/ 1395317 h 4322287"/>
                <a:gd name="connsiteX60" fmla="*/ 2508790 w 3036188"/>
                <a:gd name="connsiteY60" fmla="*/ 1395317 h 4322287"/>
                <a:gd name="connsiteX61" fmla="*/ 2647283 w 3036188"/>
                <a:gd name="connsiteY61" fmla="*/ 1546193 h 4322287"/>
                <a:gd name="connsiteX62" fmla="*/ 2508790 w 3036188"/>
                <a:gd name="connsiteY62" fmla="*/ 1692974 h 4322287"/>
                <a:gd name="connsiteX63" fmla="*/ 527590 w 3036188"/>
                <a:gd name="connsiteY63" fmla="*/ 1692974 h 4322287"/>
                <a:gd name="connsiteX64" fmla="*/ 389096 w 3036188"/>
                <a:gd name="connsiteY64" fmla="*/ 1542098 h 4322287"/>
                <a:gd name="connsiteX65" fmla="*/ 527590 w 3036188"/>
                <a:gd name="connsiteY65" fmla="*/ 1395317 h 4322287"/>
                <a:gd name="connsiteX66" fmla="*/ 604933 w 3036188"/>
                <a:gd name="connsiteY66" fmla="*/ 1395317 h 4322287"/>
                <a:gd name="connsiteX67" fmla="*/ 604933 w 3036188"/>
                <a:gd name="connsiteY67" fmla="*/ 1670495 h 4322287"/>
                <a:gd name="connsiteX68" fmla="*/ 605504 w 3036188"/>
                <a:gd name="connsiteY68" fmla="*/ 1692974 h 4322287"/>
                <a:gd name="connsiteX69" fmla="*/ 624935 w 3036188"/>
                <a:gd name="connsiteY69" fmla="*/ 1063657 h 4322287"/>
                <a:gd name="connsiteX70" fmla="*/ 604933 w 3036188"/>
                <a:gd name="connsiteY70" fmla="*/ 1106900 h 4322287"/>
                <a:gd name="connsiteX71" fmla="*/ 604933 w 3036188"/>
                <a:gd name="connsiteY71" fmla="*/ 1281684 h 4322287"/>
                <a:gd name="connsiteX72" fmla="*/ 527590 w 3036188"/>
                <a:gd name="connsiteY72" fmla="*/ 1281684 h 4322287"/>
                <a:gd name="connsiteX73" fmla="*/ 465772 w 3036188"/>
                <a:gd name="connsiteY73" fmla="*/ 1289685 h 4322287"/>
                <a:gd name="connsiteX74" fmla="*/ 557975 w 3036188"/>
                <a:gd name="connsiteY74" fmla="*/ 473393 h 4322287"/>
                <a:gd name="connsiteX75" fmla="*/ 1518190 w 3036188"/>
                <a:gd name="connsiteY75" fmla="*/ 113633 h 4322287"/>
                <a:gd name="connsiteX76" fmla="*/ 2478405 w 3036188"/>
                <a:gd name="connsiteY76" fmla="*/ 473393 h 4322287"/>
                <a:gd name="connsiteX77" fmla="*/ 2570607 w 3036188"/>
                <a:gd name="connsiteY77" fmla="*/ 1289685 h 4322287"/>
                <a:gd name="connsiteX78" fmla="*/ 2508790 w 3036188"/>
                <a:gd name="connsiteY78" fmla="*/ 1281684 h 4322287"/>
                <a:gd name="connsiteX79" fmla="*/ 2431542 w 3036188"/>
                <a:gd name="connsiteY79" fmla="*/ 1281684 h 4322287"/>
                <a:gd name="connsiteX80" fmla="*/ 2431542 w 3036188"/>
                <a:gd name="connsiteY80" fmla="*/ 1013746 h 4322287"/>
                <a:gd name="connsiteX81" fmla="*/ 2373525 w 3036188"/>
                <a:gd name="connsiteY81" fmla="*/ 957472 h 4322287"/>
                <a:gd name="connsiteX82" fmla="*/ 2336292 w 3036188"/>
                <a:gd name="connsiteY82" fmla="*/ 972026 h 4322287"/>
                <a:gd name="connsiteX83" fmla="*/ 1942338 w 3036188"/>
                <a:gd name="connsiteY83" fmla="*/ 1076801 h 4322287"/>
                <a:gd name="connsiteX84" fmla="*/ 2033302 w 3036188"/>
                <a:gd name="connsiteY84" fmla="*/ 880967 h 4322287"/>
                <a:gd name="connsiteX85" fmla="*/ 1993240 w 3036188"/>
                <a:gd name="connsiteY85" fmla="*/ 810778 h 4322287"/>
                <a:gd name="connsiteX86" fmla="*/ 1945577 w 3036188"/>
                <a:gd name="connsiteY86" fmla="*/ 818960 h 4322287"/>
                <a:gd name="connsiteX87" fmla="*/ 670941 w 3036188"/>
                <a:gd name="connsiteY87" fmla="*/ 1051274 h 4322287"/>
                <a:gd name="connsiteX88" fmla="*/ 624935 w 3036188"/>
                <a:gd name="connsiteY88" fmla="*/ 1063657 h 4322287"/>
                <a:gd name="connsiteX89" fmla="*/ 718090 w 3036188"/>
                <a:gd name="connsiteY89" fmla="*/ 1670495 h 4322287"/>
                <a:gd name="connsiteX90" fmla="*/ 718090 w 3036188"/>
                <a:gd name="connsiteY90" fmla="*/ 1395413 h 4322287"/>
                <a:gd name="connsiteX91" fmla="*/ 1347407 w 3036188"/>
                <a:gd name="connsiteY91" fmla="*/ 1396365 h 4322287"/>
                <a:gd name="connsiteX92" fmla="*/ 1348073 w 3036188"/>
                <a:gd name="connsiteY92" fmla="*/ 1536287 h 4322287"/>
                <a:gd name="connsiteX93" fmla="*/ 1347407 w 3036188"/>
                <a:gd name="connsiteY93" fmla="*/ 1544098 h 4322287"/>
                <a:gd name="connsiteX94" fmla="*/ 1348073 w 3036188"/>
                <a:gd name="connsiteY94" fmla="*/ 1552385 h 4322287"/>
                <a:gd name="connsiteX95" fmla="*/ 1348740 w 3036188"/>
                <a:gd name="connsiteY95" fmla="*/ 1692974 h 4322287"/>
                <a:gd name="connsiteX96" fmla="*/ 719042 w 3036188"/>
                <a:gd name="connsiteY96" fmla="*/ 1692974 h 4322287"/>
                <a:gd name="connsiteX97" fmla="*/ 718090 w 3036188"/>
                <a:gd name="connsiteY97" fmla="*/ 1670495 h 4322287"/>
                <a:gd name="connsiteX98" fmla="*/ 880015 w 3036188"/>
                <a:gd name="connsiteY98" fmla="*/ 2050923 h 4322287"/>
                <a:gd name="connsiteX99" fmla="*/ 735901 w 3036188"/>
                <a:gd name="connsiteY99" fmla="*/ 1806512 h 4322287"/>
                <a:gd name="connsiteX100" fmla="*/ 1349216 w 3036188"/>
                <a:gd name="connsiteY100" fmla="*/ 1806512 h 4322287"/>
                <a:gd name="connsiteX101" fmla="*/ 1461516 w 3036188"/>
                <a:gd name="connsiteY101" fmla="*/ 1692212 h 4322287"/>
                <a:gd name="connsiteX102" fmla="*/ 1461516 w 3036188"/>
                <a:gd name="connsiteY102" fmla="*/ 1601248 h 4322287"/>
                <a:gd name="connsiteX103" fmla="*/ 1575340 w 3036188"/>
                <a:gd name="connsiteY103" fmla="*/ 1601248 h 4322287"/>
                <a:gd name="connsiteX104" fmla="*/ 1575340 w 3036188"/>
                <a:gd name="connsiteY104" fmla="*/ 1692212 h 4322287"/>
                <a:gd name="connsiteX105" fmla="*/ 1687640 w 3036188"/>
                <a:gd name="connsiteY105" fmla="*/ 1806512 h 4322287"/>
                <a:gd name="connsiteX106" fmla="*/ 2300954 w 3036188"/>
                <a:gd name="connsiteY106" fmla="*/ 1806512 h 4322287"/>
                <a:gd name="connsiteX107" fmla="*/ 2156365 w 3036188"/>
                <a:gd name="connsiteY107" fmla="*/ 2050923 h 4322287"/>
                <a:gd name="connsiteX108" fmla="*/ 1518190 w 3036188"/>
                <a:gd name="connsiteY108" fmla="*/ 2311813 h 4322287"/>
                <a:gd name="connsiteX109" fmla="*/ 880015 w 3036188"/>
                <a:gd name="connsiteY109" fmla="*/ 2050923 h 4322287"/>
                <a:gd name="connsiteX110" fmla="*/ 1877282 w 3036188"/>
                <a:gd name="connsiteY110" fmla="*/ 2668810 h 4322287"/>
                <a:gd name="connsiteX111" fmla="*/ 1159097 w 3036188"/>
                <a:gd name="connsiteY111" fmla="*/ 2668810 h 4322287"/>
                <a:gd name="connsiteX112" fmla="*/ 1159097 w 3036188"/>
                <a:gd name="connsiteY112" fmla="*/ 2474786 h 4322287"/>
                <a:gd name="connsiteX113" fmla="*/ 1198435 w 3036188"/>
                <a:gd name="connsiteY113" fmla="*/ 2435352 h 4322287"/>
                <a:gd name="connsiteX114" fmla="*/ 1837944 w 3036188"/>
                <a:gd name="connsiteY114" fmla="*/ 2435352 h 4322287"/>
                <a:gd name="connsiteX115" fmla="*/ 1877282 w 3036188"/>
                <a:gd name="connsiteY115" fmla="*/ 2474786 h 4322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3036188" h="4322287">
                  <a:moveTo>
                    <a:pt x="2274856" y="2668810"/>
                  </a:moveTo>
                  <a:lnTo>
                    <a:pt x="1990916" y="2668810"/>
                  </a:lnTo>
                  <a:lnTo>
                    <a:pt x="1990916" y="2474786"/>
                  </a:lnTo>
                  <a:cubicBezTo>
                    <a:pt x="1990944" y="2422694"/>
                    <a:pt x="1964360" y="2374202"/>
                    <a:pt x="1920431" y="2346198"/>
                  </a:cubicBezTo>
                  <a:cubicBezTo>
                    <a:pt x="2053209" y="2289048"/>
                    <a:pt x="2153603" y="2208562"/>
                    <a:pt x="2233708" y="2134267"/>
                  </a:cubicBezTo>
                  <a:cubicBezTo>
                    <a:pt x="2327138" y="2046503"/>
                    <a:pt x="2391213" y="1932042"/>
                    <a:pt x="2417159" y="1806512"/>
                  </a:cubicBezTo>
                  <a:lnTo>
                    <a:pt x="2508790" y="1806512"/>
                  </a:lnTo>
                  <a:cubicBezTo>
                    <a:pt x="2647760" y="1806512"/>
                    <a:pt x="2760821" y="1689735"/>
                    <a:pt x="2760821" y="1542098"/>
                  </a:cubicBezTo>
                  <a:cubicBezTo>
                    <a:pt x="2761183" y="1466869"/>
                    <a:pt x="2729360" y="1395079"/>
                    <a:pt x="2673382" y="1344835"/>
                  </a:cubicBezTo>
                  <a:cubicBezTo>
                    <a:pt x="2713292" y="1208056"/>
                    <a:pt x="2817209" y="755809"/>
                    <a:pt x="2571560" y="408051"/>
                  </a:cubicBezTo>
                  <a:cubicBezTo>
                    <a:pt x="2380107" y="137351"/>
                    <a:pt x="2025777" y="0"/>
                    <a:pt x="1518190" y="0"/>
                  </a:cubicBezTo>
                  <a:cubicBezTo>
                    <a:pt x="1010603" y="0"/>
                    <a:pt x="656272" y="137351"/>
                    <a:pt x="464820" y="408337"/>
                  </a:cubicBezTo>
                  <a:cubicBezTo>
                    <a:pt x="218980" y="756285"/>
                    <a:pt x="323183" y="1209008"/>
                    <a:pt x="363093" y="1345502"/>
                  </a:cubicBezTo>
                  <a:cubicBezTo>
                    <a:pt x="306743" y="1396937"/>
                    <a:pt x="274920" y="1469898"/>
                    <a:pt x="275558" y="1546193"/>
                  </a:cubicBezTo>
                  <a:cubicBezTo>
                    <a:pt x="275558" y="1689735"/>
                    <a:pt x="388620" y="1806512"/>
                    <a:pt x="527590" y="1806512"/>
                  </a:cubicBezTo>
                  <a:lnTo>
                    <a:pt x="619220" y="1806512"/>
                  </a:lnTo>
                  <a:cubicBezTo>
                    <a:pt x="645147" y="1932051"/>
                    <a:pt x="709212" y="2046523"/>
                    <a:pt x="802672" y="2134267"/>
                  </a:cubicBezTo>
                  <a:cubicBezTo>
                    <a:pt x="882777" y="2208562"/>
                    <a:pt x="983647" y="2288762"/>
                    <a:pt x="1115949" y="2346198"/>
                  </a:cubicBezTo>
                  <a:cubicBezTo>
                    <a:pt x="1072020" y="2374202"/>
                    <a:pt x="1045435" y="2422694"/>
                    <a:pt x="1045464" y="2474786"/>
                  </a:cubicBezTo>
                  <a:lnTo>
                    <a:pt x="1045464" y="2668810"/>
                  </a:lnTo>
                  <a:lnTo>
                    <a:pt x="761524" y="2668810"/>
                  </a:lnTo>
                  <a:cubicBezTo>
                    <a:pt x="340871" y="2669077"/>
                    <a:pt x="0" y="3010157"/>
                    <a:pt x="0" y="3430810"/>
                  </a:cubicBezTo>
                  <a:lnTo>
                    <a:pt x="0" y="4271296"/>
                  </a:lnTo>
                  <a:cubicBezTo>
                    <a:pt x="3404" y="4302671"/>
                    <a:pt x="31601" y="4325350"/>
                    <a:pt x="62979" y="4321950"/>
                  </a:cubicBezTo>
                  <a:cubicBezTo>
                    <a:pt x="89668" y="4319054"/>
                    <a:pt x="110738" y="4297975"/>
                    <a:pt x="113633" y="4271296"/>
                  </a:cubicBezTo>
                  <a:lnTo>
                    <a:pt x="113633" y="3430810"/>
                  </a:lnTo>
                  <a:cubicBezTo>
                    <a:pt x="114109" y="3073289"/>
                    <a:pt x="403812" y="2783586"/>
                    <a:pt x="761333" y="2783110"/>
                  </a:cubicBezTo>
                  <a:lnTo>
                    <a:pt x="2274856" y="2783110"/>
                  </a:lnTo>
                  <a:cubicBezTo>
                    <a:pt x="2632377" y="2783586"/>
                    <a:pt x="2922080" y="3073289"/>
                    <a:pt x="2922556" y="3430810"/>
                  </a:cubicBezTo>
                  <a:lnTo>
                    <a:pt x="2922556" y="4271296"/>
                  </a:lnTo>
                  <a:cubicBezTo>
                    <a:pt x="2925956" y="4302671"/>
                    <a:pt x="2954160" y="4325350"/>
                    <a:pt x="2985535" y="4321950"/>
                  </a:cubicBezTo>
                  <a:cubicBezTo>
                    <a:pt x="3012224" y="4319054"/>
                    <a:pt x="3033294" y="4297975"/>
                    <a:pt x="3036189" y="4271296"/>
                  </a:cubicBezTo>
                  <a:lnTo>
                    <a:pt x="3036189" y="3430810"/>
                  </a:lnTo>
                  <a:cubicBezTo>
                    <a:pt x="3036189" y="3010234"/>
                    <a:pt x="2695432" y="2669181"/>
                    <a:pt x="2274856" y="2668810"/>
                  </a:cubicBezTo>
                  <a:close/>
                  <a:moveTo>
                    <a:pt x="2318290" y="1670495"/>
                  </a:moveTo>
                  <a:cubicBezTo>
                    <a:pt x="2318290" y="1678019"/>
                    <a:pt x="2318290" y="1685449"/>
                    <a:pt x="2317718" y="1692878"/>
                  </a:cubicBezTo>
                  <a:lnTo>
                    <a:pt x="1689068" y="1691830"/>
                  </a:lnTo>
                  <a:lnTo>
                    <a:pt x="1688402" y="1551908"/>
                  </a:lnTo>
                  <a:cubicBezTo>
                    <a:pt x="1688821" y="1549327"/>
                    <a:pt x="1689040" y="1546717"/>
                    <a:pt x="1689068" y="1544098"/>
                  </a:cubicBezTo>
                  <a:cubicBezTo>
                    <a:pt x="1689040" y="1541355"/>
                    <a:pt x="1688821" y="1538621"/>
                    <a:pt x="1688402" y="1535906"/>
                  </a:cubicBezTo>
                  <a:lnTo>
                    <a:pt x="1687735" y="1395317"/>
                  </a:lnTo>
                  <a:lnTo>
                    <a:pt x="2318290" y="1395317"/>
                  </a:lnTo>
                  <a:close/>
                  <a:moveTo>
                    <a:pt x="2318290" y="1281684"/>
                  </a:moveTo>
                  <a:lnTo>
                    <a:pt x="1687259" y="1281684"/>
                  </a:lnTo>
                  <a:cubicBezTo>
                    <a:pt x="1624784" y="1282465"/>
                    <a:pt x="1574645" y="1333510"/>
                    <a:pt x="1574959" y="1395984"/>
                  </a:cubicBezTo>
                  <a:lnTo>
                    <a:pt x="1574959" y="1487710"/>
                  </a:lnTo>
                  <a:lnTo>
                    <a:pt x="1461040" y="1487710"/>
                  </a:lnTo>
                  <a:lnTo>
                    <a:pt x="1461040" y="1396746"/>
                  </a:lnTo>
                  <a:cubicBezTo>
                    <a:pt x="1461354" y="1334272"/>
                    <a:pt x="1411215" y="1283227"/>
                    <a:pt x="1348740" y="1282446"/>
                  </a:cubicBezTo>
                  <a:lnTo>
                    <a:pt x="718090" y="1282446"/>
                  </a:lnTo>
                  <a:lnTo>
                    <a:pt x="718090" y="1171670"/>
                  </a:lnTo>
                  <a:cubicBezTo>
                    <a:pt x="900684" y="1192149"/>
                    <a:pt x="1421702" y="1225201"/>
                    <a:pt x="1850136" y="1008412"/>
                  </a:cubicBezTo>
                  <a:cubicBezTo>
                    <a:pt x="1833286" y="1037053"/>
                    <a:pt x="1814779" y="1064695"/>
                    <a:pt x="1794701" y="1091184"/>
                  </a:cubicBezTo>
                  <a:cubicBezTo>
                    <a:pt x="1775889" y="1116530"/>
                    <a:pt x="1781175" y="1152325"/>
                    <a:pt x="1806511" y="1171137"/>
                  </a:cubicBezTo>
                  <a:cubicBezTo>
                    <a:pt x="1813865" y="1176595"/>
                    <a:pt x="1822428" y="1180214"/>
                    <a:pt x="1831467" y="1181672"/>
                  </a:cubicBezTo>
                  <a:cubicBezTo>
                    <a:pt x="1844802" y="1183672"/>
                    <a:pt x="2116169" y="1222534"/>
                    <a:pt x="2317242" y="1120712"/>
                  </a:cubicBezTo>
                  <a:close/>
                  <a:moveTo>
                    <a:pt x="2508790" y="1692974"/>
                  </a:moveTo>
                  <a:lnTo>
                    <a:pt x="2430970" y="1692974"/>
                  </a:lnTo>
                  <a:cubicBezTo>
                    <a:pt x="2430970" y="1685449"/>
                    <a:pt x="2431542" y="1678019"/>
                    <a:pt x="2431542" y="1670495"/>
                  </a:cubicBezTo>
                  <a:lnTo>
                    <a:pt x="2431542" y="1395317"/>
                  </a:lnTo>
                  <a:lnTo>
                    <a:pt x="2508790" y="1395317"/>
                  </a:lnTo>
                  <a:cubicBezTo>
                    <a:pt x="2584990" y="1395317"/>
                    <a:pt x="2647283" y="1461135"/>
                    <a:pt x="2647283" y="1546193"/>
                  </a:cubicBezTo>
                  <a:cubicBezTo>
                    <a:pt x="2647283" y="1627156"/>
                    <a:pt x="2584990" y="1692974"/>
                    <a:pt x="2508790" y="1692974"/>
                  </a:cubicBezTo>
                  <a:close/>
                  <a:moveTo>
                    <a:pt x="527590" y="1692974"/>
                  </a:moveTo>
                  <a:cubicBezTo>
                    <a:pt x="451390" y="1692974"/>
                    <a:pt x="389096" y="1627156"/>
                    <a:pt x="389096" y="1542098"/>
                  </a:cubicBezTo>
                  <a:cubicBezTo>
                    <a:pt x="389096" y="1461135"/>
                    <a:pt x="451295" y="1395317"/>
                    <a:pt x="527590" y="1395317"/>
                  </a:cubicBezTo>
                  <a:lnTo>
                    <a:pt x="604933" y="1395317"/>
                  </a:lnTo>
                  <a:lnTo>
                    <a:pt x="604933" y="1670495"/>
                  </a:lnTo>
                  <a:cubicBezTo>
                    <a:pt x="604933" y="1678019"/>
                    <a:pt x="604933" y="1685449"/>
                    <a:pt x="605504" y="1692974"/>
                  </a:cubicBezTo>
                  <a:close/>
                  <a:moveTo>
                    <a:pt x="624935" y="1063657"/>
                  </a:moveTo>
                  <a:cubicBezTo>
                    <a:pt x="612286" y="1074468"/>
                    <a:pt x="604990" y="1090260"/>
                    <a:pt x="604933" y="1106900"/>
                  </a:cubicBezTo>
                  <a:lnTo>
                    <a:pt x="604933" y="1281684"/>
                  </a:lnTo>
                  <a:lnTo>
                    <a:pt x="527590" y="1281684"/>
                  </a:lnTo>
                  <a:cubicBezTo>
                    <a:pt x="506721" y="1281665"/>
                    <a:pt x="485947" y="1284361"/>
                    <a:pt x="465772" y="1289685"/>
                  </a:cubicBezTo>
                  <a:cubicBezTo>
                    <a:pt x="427672" y="1145191"/>
                    <a:pt x="355283" y="759714"/>
                    <a:pt x="557975" y="473393"/>
                  </a:cubicBezTo>
                  <a:cubicBezTo>
                    <a:pt x="726948" y="234601"/>
                    <a:pt x="1050036" y="113633"/>
                    <a:pt x="1518190" y="113633"/>
                  </a:cubicBezTo>
                  <a:cubicBezTo>
                    <a:pt x="1986343" y="113633"/>
                    <a:pt x="2309432" y="234601"/>
                    <a:pt x="2478405" y="473393"/>
                  </a:cubicBezTo>
                  <a:cubicBezTo>
                    <a:pt x="2681097" y="759714"/>
                    <a:pt x="2608326" y="1145191"/>
                    <a:pt x="2570607" y="1289685"/>
                  </a:cubicBezTo>
                  <a:cubicBezTo>
                    <a:pt x="2550433" y="1284361"/>
                    <a:pt x="2529659" y="1281665"/>
                    <a:pt x="2508790" y="1281684"/>
                  </a:cubicBezTo>
                  <a:lnTo>
                    <a:pt x="2431542" y="1281684"/>
                  </a:lnTo>
                  <a:lnTo>
                    <a:pt x="2431542" y="1013746"/>
                  </a:lnTo>
                  <a:cubicBezTo>
                    <a:pt x="2431056" y="982189"/>
                    <a:pt x="2405091" y="956996"/>
                    <a:pt x="2373525" y="957472"/>
                  </a:cubicBezTo>
                  <a:cubicBezTo>
                    <a:pt x="2359771" y="957682"/>
                    <a:pt x="2346551" y="962854"/>
                    <a:pt x="2336292" y="972026"/>
                  </a:cubicBezTo>
                  <a:cubicBezTo>
                    <a:pt x="2232089" y="1068134"/>
                    <a:pt x="2052066" y="1080135"/>
                    <a:pt x="1942338" y="1076801"/>
                  </a:cubicBezTo>
                  <a:cubicBezTo>
                    <a:pt x="1980390" y="1015403"/>
                    <a:pt x="2010927" y="949652"/>
                    <a:pt x="2033302" y="880967"/>
                  </a:cubicBezTo>
                  <a:cubicBezTo>
                    <a:pt x="2041627" y="850525"/>
                    <a:pt x="2023682" y="819093"/>
                    <a:pt x="1993240" y="810778"/>
                  </a:cubicBezTo>
                  <a:cubicBezTo>
                    <a:pt x="1976923" y="806310"/>
                    <a:pt x="1959474" y="809311"/>
                    <a:pt x="1945577" y="818960"/>
                  </a:cubicBezTo>
                  <a:cubicBezTo>
                    <a:pt x="1453896" y="1173194"/>
                    <a:pt x="678751" y="1052417"/>
                    <a:pt x="670941" y="1051274"/>
                  </a:cubicBezTo>
                  <a:cubicBezTo>
                    <a:pt x="654539" y="1048512"/>
                    <a:pt x="637737" y="1053027"/>
                    <a:pt x="624935" y="1063657"/>
                  </a:cubicBezTo>
                  <a:close/>
                  <a:moveTo>
                    <a:pt x="718090" y="1670495"/>
                  </a:moveTo>
                  <a:lnTo>
                    <a:pt x="718090" y="1395413"/>
                  </a:lnTo>
                  <a:lnTo>
                    <a:pt x="1347407" y="1396365"/>
                  </a:lnTo>
                  <a:lnTo>
                    <a:pt x="1348073" y="1536287"/>
                  </a:lnTo>
                  <a:cubicBezTo>
                    <a:pt x="1347654" y="1538869"/>
                    <a:pt x="1347435" y="1541478"/>
                    <a:pt x="1347407" y="1544098"/>
                  </a:cubicBezTo>
                  <a:cubicBezTo>
                    <a:pt x="1347435" y="1546870"/>
                    <a:pt x="1347654" y="1549641"/>
                    <a:pt x="1348073" y="1552385"/>
                  </a:cubicBezTo>
                  <a:lnTo>
                    <a:pt x="1348740" y="1692974"/>
                  </a:lnTo>
                  <a:lnTo>
                    <a:pt x="719042" y="1692974"/>
                  </a:lnTo>
                  <a:cubicBezTo>
                    <a:pt x="718757" y="1685544"/>
                    <a:pt x="718090" y="1678210"/>
                    <a:pt x="718090" y="1670495"/>
                  </a:cubicBezTo>
                  <a:close/>
                  <a:moveTo>
                    <a:pt x="880015" y="2050923"/>
                  </a:moveTo>
                  <a:cubicBezTo>
                    <a:pt x="809673" y="1984848"/>
                    <a:pt x="759666" y="1900047"/>
                    <a:pt x="735901" y="1806512"/>
                  </a:cubicBezTo>
                  <a:lnTo>
                    <a:pt x="1349216" y="1806512"/>
                  </a:lnTo>
                  <a:cubicBezTo>
                    <a:pt x="1411710" y="1805778"/>
                    <a:pt x="1461888" y="1754715"/>
                    <a:pt x="1461516" y="1692212"/>
                  </a:cubicBezTo>
                  <a:lnTo>
                    <a:pt x="1461516" y="1601248"/>
                  </a:lnTo>
                  <a:lnTo>
                    <a:pt x="1575340" y="1601248"/>
                  </a:lnTo>
                  <a:lnTo>
                    <a:pt x="1575340" y="1692212"/>
                  </a:lnTo>
                  <a:cubicBezTo>
                    <a:pt x="1574968" y="1754715"/>
                    <a:pt x="1625146" y="1805778"/>
                    <a:pt x="1687640" y="1806512"/>
                  </a:cubicBezTo>
                  <a:lnTo>
                    <a:pt x="2300954" y="1806512"/>
                  </a:lnTo>
                  <a:cubicBezTo>
                    <a:pt x="2277094" y="1900123"/>
                    <a:pt x="2226917" y="1984934"/>
                    <a:pt x="2156365" y="2050923"/>
                  </a:cubicBezTo>
                  <a:cubicBezTo>
                    <a:pt x="2017205" y="2179987"/>
                    <a:pt x="1832515" y="2311813"/>
                    <a:pt x="1518190" y="2311813"/>
                  </a:cubicBezTo>
                  <a:cubicBezTo>
                    <a:pt x="1203865" y="2311813"/>
                    <a:pt x="1019080" y="2179987"/>
                    <a:pt x="880015" y="2050923"/>
                  </a:cubicBezTo>
                  <a:close/>
                  <a:moveTo>
                    <a:pt x="1877282" y="2668810"/>
                  </a:moveTo>
                  <a:lnTo>
                    <a:pt x="1159097" y="2668810"/>
                  </a:lnTo>
                  <a:lnTo>
                    <a:pt x="1159097" y="2474786"/>
                  </a:lnTo>
                  <a:cubicBezTo>
                    <a:pt x="1159097" y="2453040"/>
                    <a:pt x="1176690" y="2435409"/>
                    <a:pt x="1198435" y="2435352"/>
                  </a:cubicBezTo>
                  <a:lnTo>
                    <a:pt x="1837944" y="2435352"/>
                  </a:lnTo>
                  <a:cubicBezTo>
                    <a:pt x="1859690" y="2435409"/>
                    <a:pt x="1877282" y="2453040"/>
                    <a:pt x="1877282" y="24747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4" name="Freeform 157">
              <a:extLst>
                <a:ext uri="{FF2B5EF4-FFF2-40B4-BE49-F238E27FC236}">
                  <a16:creationId xmlns:a16="http://schemas.microsoft.com/office/drawing/2014/main" id="{99803908-FB55-D2CA-98B4-3FC4D95D8054}"/>
                </a:ext>
              </a:extLst>
            </p:cNvPr>
            <p:cNvSpPr>
              <a:spLocks/>
            </p:cNvSpPr>
            <p:nvPr/>
          </p:nvSpPr>
          <p:spPr>
            <a:xfrm>
              <a:off x="12009120" y="3975473"/>
              <a:ext cx="182880" cy="1057021"/>
            </a:xfrm>
            <a:custGeom>
              <a:avLst/>
              <a:gdLst>
                <a:gd name="connsiteX0" fmla="*/ 57150 w 113633"/>
                <a:gd name="connsiteY0" fmla="*/ 0 h 1057021"/>
                <a:gd name="connsiteX1" fmla="*/ 0 w 113633"/>
                <a:gd name="connsiteY1" fmla="*/ 57150 h 1057021"/>
                <a:gd name="connsiteX2" fmla="*/ 0 w 113633"/>
                <a:gd name="connsiteY2" fmla="*/ 1006030 h 1057021"/>
                <a:gd name="connsiteX3" fmla="*/ 62979 w 113633"/>
                <a:gd name="connsiteY3" fmla="*/ 1056684 h 1057021"/>
                <a:gd name="connsiteX4" fmla="*/ 113633 w 113633"/>
                <a:gd name="connsiteY4" fmla="*/ 1006030 h 1057021"/>
                <a:gd name="connsiteX5" fmla="*/ 113633 w 113633"/>
                <a:gd name="connsiteY5" fmla="*/ 56864 h 1057021"/>
                <a:gd name="connsiteX6" fmla="*/ 57150 w 113633"/>
                <a:gd name="connsiteY6" fmla="*/ 0 h 1057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633" h="1057021">
                  <a:moveTo>
                    <a:pt x="57150" y="0"/>
                  </a:moveTo>
                  <a:cubicBezTo>
                    <a:pt x="25584" y="0"/>
                    <a:pt x="0" y="25584"/>
                    <a:pt x="0" y="57150"/>
                  </a:cubicBezTo>
                  <a:lnTo>
                    <a:pt x="0" y="1006030"/>
                  </a:lnTo>
                  <a:cubicBezTo>
                    <a:pt x="3400" y="1037406"/>
                    <a:pt x="31604" y="1060085"/>
                    <a:pt x="62979" y="1056684"/>
                  </a:cubicBezTo>
                  <a:cubicBezTo>
                    <a:pt x="89668" y="1053789"/>
                    <a:pt x="110738" y="1032710"/>
                    <a:pt x="113633" y="1006030"/>
                  </a:cubicBezTo>
                  <a:lnTo>
                    <a:pt x="113633" y="56864"/>
                  </a:lnTo>
                  <a:cubicBezTo>
                    <a:pt x="113481" y="25670"/>
                    <a:pt x="88344" y="362"/>
                    <a:pt x="57150"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5" name="Freeform 158">
              <a:extLst>
                <a:ext uri="{FF2B5EF4-FFF2-40B4-BE49-F238E27FC236}">
                  <a16:creationId xmlns:a16="http://schemas.microsoft.com/office/drawing/2014/main" id="{87563637-3BDD-4746-D8BB-E6BD2BA711F1}"/>
                </a:ext>
              </a:extLst>
            </p:cNvPr>
            <p:cNvSpPr>
              <a:spLocks/>
            </p:cNvSpPr>
            <p:nvPr/>
          </p:nvSpPr>
          <p:spPr>
            <a:xfrm>
              <a:off x="12009120" y="3975473"/>
              <a:ext cx="182880" cy="1057021"/>
            </a:xfrm>
            <a:custGeom>
              <a:avLst/>
              <a:gdLst>
                <a:gd name="connsiteX0" fmla="*/ 57150 w 113633"/>
                <a:gd name="connsiteY0" fmla="*/ 0 h 1057021"/>
                <a:gd name="connsiteX1" fmla="*/ 0 w 113633"/>
                <a:gd name="connsiteY1" fmla="*/ 57150 h 1057021"/>
                <a:gd name="connsiteX2" fmla="*/ 0 w 113633"/>
                <a:gd name="connsiteY2" fmla="*/ 1006030 h 1057021"/>
                <a:gd name="connsiteX3" fmla="*/ 62979 w 113633"/>
                <a:gd name="connsiteY3" fmla="*/ 1056684 h 1057021"/>
                <a:gd name="connsiteX4" fmla="*/ 113633 w 113633"/>
                <a:gd name="connsiteY4" fmla="*/ 1006030 h 1057021"/>
                <a:gd name="connsiteX5" fmla="*/ 113633 w 113633"/>
                <a:gd name="connsiteY5" fmla="*/ 56864 h 1057021"/>
                <a:gd name="connsiteX6" fmla="*/ 57150 w 113633"/>
                <a:gd name="connsiteY6" fmla="*/ 0 h 1057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633" h="1057021">
                  <a:moveTo>
                    <a:pt x="57150" y="0"/>
                  </a:moveTo>
                  <a:cubicBezTo>
                    <a:pt x="25584" y="0"/>
                    <a:pt x="0" y="25584"/>
                    <a:pt x="0" y="57150"/>
                  </a:cubicBezTo>
                  <a:lnTo>
                    <a:pt x="0" y="1006030"/>
                  </a:lnTo>
                  <a:cubicBezTo>
                    <a:pt x="3400" y="1037406"/>
                    <a:pt x="31604" y="1060085"/>
                    <a:pt x="62979" y="1056684"/>
                  </a:cubicBezTo>
                  <a:cubicBezTo>
                    <a:pt x="89668" y="1053789"/>
                    <a:pt x="110738" y="1032710"/>
                    <a:pt x="113633" y="1006030"/>
                  </a:cubicBezTo>
                  <a:lnTo>
                    <a:pt x="113633" y="56864"/>
                  </a:lnTo>
                  <a:cubicBezTo>
                    <a:pt x="113481" y="25670"/>
                    <a:pt x="88344" y="362"/>
                    <a:pt x="57150"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6" name="Freeform 159">
              <a:extLst>
                <a:ext uri="{FF2B5EF4-FFF2-40B4-BE49-F238E27FC236}">
                  <a16:creationId xmlns:a16="http://schemas.microsoft.com/office/drawing/2014/main" id="{36258D6A-C845-BC9A-1970-3C793C2E9C85}"/>
                </a:ext>
              </a:extLst>
            </p:cNvPr>
            <p:cNvSpPr>
              <a:spLocks/>
            </p:cNvSpPr>
            <p:nvPr/>
          </p:nvSpPr>
          <p:spPr>
            <a:xfrm>
              <a:off x="11392851" y="2619658"/>
              <a:ext cx="799149" cy="259124"/>
            </a:xfrm>
            <a:custGeom>
              <a:avLst/>
              <a:gdLst>
                <a:gd name="connsiteX0" fmla="*/ 777493 w 799149"/>
                <a:gd name="connsiteY0" fmla="*/ 101943 h 259124"/>
                <a:gd name="connsiteX1" fmla="*/ 786789 w 799149"/>
                <a:gd name="connsiteY1" fmla="*/ 21657 h 259124"/>
                <a:gd name="connsiteX2" fmla="*/ 706503 w 799149"/>
                <a:gd name="connsiteY2" fmla="*/ 12360 h 259124"/>
                <a:gd name="connsiteX3" fmla="*/ 697673 w 799149"/>
                <a:gd name="connsiteY3" fmla="*/ 21076 h 259124"/>
                <a:gd name="connsiteX4" fmla="*/ 694435 w 799149"/>
                <a:gd name="connsiteY4" fmla="*/ 24410 h 259124"/>
                <a:gd name="connsiteX5" fmla="*/ 96074 w 799149"/>
                <a:gd name="connsiteY5" fmla="*/ 24410 h 259124"/>
                <a:gd name="connsiteX6" fmla="*/ 92645 w 799149"/>
                <a:gd name="connsiteY6" fmla="*/ 20981 h 259124"/>
                <a:gd name="connsiteX7" fmla="*/ 12359 w 799149"/>
                <a:gd name="connsiteY7" fmla="*/ 30277 h 259124"/>
                <a:gd name="connsiteX8" fmla="*/ 12825 w 799149"/>
                <a:gd name="connsiteY8" fmla="*/ 101848 h 259124"/>
                <a:gd name="connsiteX9" fmla="*/ 16350 w 799149"/>
                <a:gd name="connsiteY9" fmla="*/ 105277 h 259124"/>
                <a:gd name="connsiteX10" fmla="*/ 774063 w 799149"/>
                <a:gd name="connsiteY10" fmla="*/ 105277 h 259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9149" h="259124">
                  <a:moveTo>
                    <a:pt x="777493" y="101943"/>
                  </a:moveTo>
                  <a:cubicBezTo>
                    <a:pt x="802229" y="82341"/>
                    <a:pt x="806391" y="46393"/>
                    <a:pt x="786789" y="21657"/>
                  </a:cubicBezTo>
                  <a:cubicBezTo>
                    <a:pt x="767187" y="-3080"/>
                    <a:pt x="731239" y="-7242"/>
                    <a:pt x="706503" y="12360"/>
                  </a:cubicBezTo>
                  <a:cubicBezTo>
                    <a:pt x="703255" y="14942"/>
                    <a:pt x="700292" y="17856"/>
                    <a:pt x="697673" y="21076"/>
                  </a:cubicBezTo>
                  <a:lnTo>
                    <a:pt x="694435" y="24410"/>
                  </a:lnTo>
                  <a:cubicBezTo>
                    <a:pt x="527833" y="186306"/>
                    <a:pt x="262676" y="186306"/>
                    <a:pt x="96074" y="24410"/>
                  </a:cubicBezTo>
                  <a:lnTo>
                    <a:pt x="92645" y="20981"/>
                  </a:lnTo>
                  <a:cubicBezTo>
                    <a:pt x="67909" y="1378"/>
                    <a:pt x="31961" y="5541"/>
                    <a:pt x="12359" y="30277"/>
                  </a:cubicBezTo>
                  <a:cubicBezTo>
                    <a:pt x="-4291" y="51289"/>
                    <a:pt x="-4101" y="81055"/>
                    <a:pt x="12825" y="101848"/>
                  </a:cubicBezTo>
                  <a:lnTo>
                    <a:pt x="16350" y="105277"/>
                  </a:lnTo>
                  <a:cubicBezTo>
                    <a:pt x="227271" y="310407"/>
                    <a:pt x="563142" y="310407"/>
                    <a:pt x="774063" y="10527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7" name="Freeform 160">
              <a:extLst>
                <a:ext uri="{FF2B5EF4-FFF2-40B4-BE49-F238E27FC236}">
                  <a16:creationId xmlns:a16="http://schemas.microsoft.com/office/drawing/2014/main" id="{4B687E77-EAB6-CB14-0192-137D9CB32F09}"/>
                </a:ext>
              </a:extLst>
            </p:cNvPr>
            <p:cNvSpPr>
              <a:spLocks/>
            </p:cNvSpPr>
            <p:nvPr/>
          </p:nvSpPr>
          <p:spPr>
            <a:xfrm>
              <a:off x="12009120" y="2174581"/>
              <a:ext cx="182880" cy="182880"/>
            </a:xfrm>
            <a:custGeom>
              <a:avLst/>
              <a:gdLst>
                <a:gd name="connsiteX0" fmla="*/ 65830 w 131730"/>
                <a:gd name="connsiteY0" fmla="*/ 0 h 136302"/>
                <a:gd name="connsiteX1" fmla="*/ 65830 w 131730"/>
                <a:gd name="connsiteY1" fmla="*/ 136303 h 136302"/>
                <a:gd name="connsiteX2" fmla="*/ 65830 w 131730"/>
                <a:gd name="connsiteY2" fmla="*/ 0 h 136302"/>
              </a:gdLst>
              <a:ahLst/>
              <a:cxnLst>
                <a:cxn ang="0">
                  <a:pos x="connsiteX0" y="connsiteY0"/>
                </a:cxn>
                <a:cxn ang="0">
                  <a:pos x="connsiteX1" y="connsiteY1"/>
                </a:cxn>
                <a:cxn ang="0">
                  <a:pos x="connsiteX2" y="connsiteY2"/>
                </a:cxn>
              </a:cxnLst>
              <a:rect l="l" t="t" r="r" b="b"/>
              <a:pathLst>
                <a:path w="131730" h="136302">
                  <a:moveTo>
                    <a:pt x="65830" y="0"/>
                  </a:moveTo>
                  <a:cubicBezTo>
                    <a:pt x="-21896" y="0"/>
                    <a:pt x="-21991" y="136303"/>
                    <a:pt x="65830" y="136303"/>
                  </a:cubicBezTo>
                  <a:cubicBezTo>
                    <a:pt x="153650" y="136303"/>
                    <a:pt x="153745" y="0"/>
                    <a:pt x="65830"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8" name="Freeform 161">
              <a:extLst>
                <a:ext uri="{FF2B5EF4-FFF2-40B4-BE49-F238E27FC236}">
                  <a16:creationId xmlns:a16="http://schemas.microsoft.com/office/drawing/2014/main" id="{16D7A711-F650-6E1A-13B7-FBD8D04A1574}"/>
                </a:ext>
              </a:extLst>
            </p:cNvPr>
            <p:cNvSpPr>
              <a:spLocks/>
            </p:cNvSpPr>
            <p:nvPr/>
          </p:nvSpPr>
          <p:spPr>
            <a:xfrm>
              <a:off x="12009120" y="2174581"/>
              <a:ext cx="182880" cy="182880"/>
            </a:xfrm>
            <a:custGeom>
              <a:avLst/>
              <a:gdLst>
                <a:gd name="connsiteX0" fmla="*/ 65901 w 131730"/>
                <a:gd name="connsiteY0" fmla="*/ 136303 h 136302"/>
                <a:gd name="connsiteX1" fmla="*/ 65901 w 131730"/>
                <a:gd name="connsiteY1" fmla="*/ 0 h 136302"/>
                <a:gd name="connsiteX2" fmla="*/ 65901 w 131730"/>
                <a:gd name="connsiteY2" fmla="*/ 136303 h 136302"/>
              </a:gdLst>
              <a:ahLst/>
              <a:cxnLst>
                <a:cxn ang="0">
                  <a:pos x="connsiteX0" y="connsiteY0"/>
                </a:cxn>
                <a:cxn ang="0">
                  <a:pos x="connsiteX1" y="connsiteY1"/>
                </a:cxn>
                <a:cxn ang="0">
                  <a:pos x="connsiteX2" y="connsiteY2"/>
                </a:cxn>
              </a:cxnLst>
              <a:rect l="l" t="t" r="r" b="b"/>
              <a:pathLst>
                <a:path w="131730" h="136302">
                  <a:moveTo>
                    <a:pt x="65901" y="136303"/>
                  </a:moveTo>
                  <a:cubicBezTo>
                    <a:pt x="153626" y="136303"/>
                    <a:pt x="153722" y="0"/>
                    <a:pt x="65901" y="0"/>
                  </a:cubicBezTo>
                  <a:cubicBezTo>
                    <a:pt x="-21919" y="0"/>
                    <a:pt x="-22015" y="136303"/>
                    <a:pt x="65901" y="13630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49" name="Group 48">
            <a:extLst>
              <a:ext uri="{FF2B5EF4-FFF2-40B4-BE49-F238E27FC236}">
                <a16:creationId xmlns:a16="http://schemas.microsoft.com/office/drawing/2014/main" id="{2E3E9066-EFA8-7884-605F-8C8EA5B28966}"/>
              </a:ext>
              <a:ext uri="{C183D7F6-B498-43B3-948B-1728B52AA6E4}">
                <adec:decorative xmlns:adec="http://schemas.microsoft.com/office/drawing/2017/decorative" val="1"/>
              </a:ext>
            </a:extLst>
          </p:cNvPr>
          <p:cNvGrpSpPr/>
          <p:nvPr/>
        </p:nvGrpSpPr>
        <p:grpSpPr>
          <a:xfrm>
            <a:off x="4069975" y="1271736"/>
            <a:ext cx="465091" cy="594945"/>
            <a:chOff x="8819960" y="457383"/>
            <a:chExt cx="3372040" cy="4313518"/>
          </a:xfrm>
          <a:solidFill>
            <a:schemeClr val="bg1"/>
          </a:solidFill>
        </p:grpSpPr>
        <p:sp>
          <p:nvSpPr>
            <p:cNvPr id="50" name="Freeform 166">
              <a:extLst>
                <a:ext uri="{FF2B5EF4-FFF2-40B4-BE49-F238E27FC236}">
                  <a16:creationId xmlns:a16="http://schemas.microsoft.com/office/drawing/2014/main" id="{354AC198-4250-89DA-5084-8E3A69009000}"/>
                </a:ext>
              </a:extLst>
            </p:cNvPr>
            <p:cNvSpPr/>
            <p:nvPr/>
          </p:nvSpPr>
          <p:spPr>
            <a:xfrm>
              <a:off x="8819960" y="457383"/>
              <a:ext cx="3372040" cy="4313518"/>
            </a:xfrm>
            <a:custGeom>
              <a:avLst/>
              <a:gdLst>
                <a:gd name="connsiteX0" fmla="*/ 2659856 w 3372040"/>
                <a:gd name="connsiteY0" fmla="*/ 2738965 h 4313518"/>
                <a:gd name="connsiteX1" fmla="*/ 2659856 w 3372040"/>
                <a:gd name="connsiteY1" fmla="*/ 2738965 h 4313518"/>
                <a:gd name="connsiteX2" fmla="*/ 2527173 w 3372040"/>
                <a:gd name="connsiteY2" fmla="*/ 2728487 h 4313518"/>
                <a:gd name="connsiteX3" fmla="*/ 2266950 w 3372040"/>
                <a:gd name="connsiteY3" fmla="*/ 2728487 h 4313518"/>
                <a:gd name="connsiteX4" fmla="*/ 2224754 w 3372040"/>
                <a:gd name="connsiteY4" fmla="*/ 2725439 h 4313518"/>
                <a:gd name="connsiteX5" fmla="*/ 2217706 w 3372040"/>
                <a:gd name="connsiteY5" fmla="*/ 2724392 h 4313518"/>
                <a:gd name="connsiteX6" fmla="*/ 2217706 w 3372040"/>
                <a:gd name="connsiteY6" fmla="*/ 2724392 h 4313518"/>
                <a:gd name="connsiteX7" fmla="*/ 2170843 w 3372040"/>
                <a:gd name="connsiteY7" fmla="*/ 2712581 h 4313518"/>
                <a:gd name="connsiteX8" fmla="*/ 2131219 w 3372040"/>
                <a:gd name="connsiteY8" fmla="*/ 2696007 h 4313518"/>
                <a:gd name="connsiteX9" fmla="*/ 1968246 w 3372040"/>
                <a:gd name="connsiteY9" fmla="*/ 2468645 h 4313518"/>
                <a:gd name="connsiteX10" fmla="*/ 2228183 w 3372040"/>
                <a:gd name="connsiteY10" fmla="*/ 2375205 h 4313518"/>
                <a:gd name="connsiteX11" fmla="*/ 2624899 w 3372040"/>
                <a:gd name="connsiteY11" fmla="*/ 1820850 h 4313518"/>
                <a:gd name="connsiteX12" fmla="*/ 2727293 w 3372040"/>
                <a:gd name="connsiteY12" fmla="*/ 1820850 h 4313518"/>
                <a:gd name="connsiteX13" fmla="*/ 2977315 w 3372040"/>
                <a:gd name="connsiteY13" fmla="*/ 1564932 h 4313518"/>
                <a:gd name="connsiteX14" fmla="*/ 2948559 w 3372040"/>
                <a:gd name="connsiteY14" fmla="*/ 1450709 h 4313518"/>
                <a:gd name="connsiteX15" fmla="*/ 2948559 w 3372040"/>
                <a:gd name="connsiteY15" fmla="*/ 1003034 h 4313518"/>
                <a:gd name="connsiteX16" fmla="*/ 2112550 w 3372040"/>
                <a:gd name="connsiteY16" fmla="*/ 167215 h 4313518"/>
                <a:gd name="connsiteX17" fmla="*/ 983171 w 3372040"/>
                <a:gd name="connsiteY17" fmla="*/ 167215 h 4313518"/>
                <a:gd name="connsiteX18" fmla="*/ 657225 w 3372040"/>
                <a:gd name="connsiteY18" fmla="*/ 84347 h 4313518"/>
                <a:gd name="connsiteX19" fmla="*/ 515017 w 3372040"/>
                <a:gd name="connsiteY19" fmla="*/ 6718 h 4313518"/>
                <a:gd name="connsiteX20" fmla="*/ 437712 w 3372040"/>
                <a:gd name="connsiteY20" fmla="*/ 30297 h 4313518"/>
                <a:gd name="connsiteX21" fmla="*/ 431006 w 3372040"/>
                <a:gd name="connsiteY21" fmla="*/ 56534 h 4313518"/>
                <a:gd name="connsiteX22" fmla="*/ 431006 w 3372040"/>
                <a:gd name="connsiteY22" fmla="*/ 498018 h 4313518"/>
                <a:gd name="connsiteX23" fmla="*/ 738283 w 3372040"/>
                <a:gd name="connsiteY23" fmla="*/ 955694 h 4313518"/>
                <a:gd name="connsiteX24" fmla="*/ 738283 w 3372040"/>
                <a:gd name="connsiteY24" fmla="*/ 1317073 h 4313518"/>
                <a:gd name="connsiteX25" fmla="*/ 645319 w 3372040"/>
                <a:gd name="connsiteY25" fmla="*/ 1317073 h 4313518"/>
                <a:gd name="connsiteX26" fmla="*/ 393383 w 3372040"/>
                <a:gd name="connsiteY26" fmla="*/ 1569009 h 4313518"/>
                <a:gd name="connsiteX27" fmla="*/ 645319 w 3372040"/>
                <a:gd name="connsiteY27" fmla="*/ 1820945 h 4313518"/>
                <a:gd name="connsiteX28" fmla="*/ 747713 w 3372040"/>
                <a:gd name="connsiteY28" fmla="*/ 1820945 h 4313518"/>
                <a:gd name="connsiteX29" fmla="*/ 1138238 w 3372040"/>
                <a:gd name="connsiteY29" fmla="*/ 2371871 h 4313518"/>
                <a:gd name="connsiteX30" fmla="*/ 1404938 w 3372040"/>
                <a:gd name="connsiteY30" fmla="*/ 2468741 h 4313518"/>
                <a:gd name="connsiteX31" fmla="*/ 1241870 w 3372040"/>
                <a:gd name="connsiteY31" fmla="*/ 2696198 h 4313518"/>
                <a:gd name="connsiteX32" fmla="*/ 1202341 w 3372040"/>
                <a:gd name="connsiteY32" fmla="*/ 2712676 h 4313518"/>
                <a:gd name="connsiteX33" fmla="*/ 1105948 w 3372040"/>
                <a:gd name="connsiteY33" fmla="*/ 2728583 h 4313518"/>
                <a:gd name="connsiteX34" fmla="*/ 844868 w 3372040"/>
                <a:gd name="connsiteY34" fmla="*/ 2728583 h 4313518"/>
                <a:gd name="connsiteX35" fmla="*/ 712184 w 3372040"/>
                <a:gd name="connsiteY35" fmla="*/ 2739060 h 4313518"/>
                <a:gd name="connsiteX36" fmla="*/ 711232 w 3372040"/>
                <a:gd name="connsiteY36" fmla="*/ 2739060 h 4313518"/>
                <a:gd name="connsiteX37" fmla="*/ 0 w 3372040"/>
                <a:gd name="connsiteY37" fmla="*/ 3573641 h 4313518"/>
                <a:gd name="connsiteX38" fmla="*/ 0 w 3372040"/>
                <a:gd name="connsiteY38" fmla="*/ 4259441 h 4313518"/>
                <a:gd name="connsiteX39" fmla="*/ 62980 w 3372040"/>
                <a:gd name="connsiteY39" fmla="*/ 4310095 h 4313518"/>
                <a:gd name="connsiteX40" fmla="*/ 113633 w 3372040"/>
                <a:gd name="connsiteY40" fmla="*/ 4259441 h 4313518"/>
                <a:gd name="connsiteX41" fmla="*/ 113633 w 3372040"/>
                <a:gd name="connsiteY41" fmla="*/ 3573641 h 4313518"/>
                <a:gd name="connsiteX42" fmla="*/ 674846 w 3372040"/>
                <a:gd name="connsiteY42" fmla="*/ 2862218 h 4313518"/>
                <a:gd name="connsiteX43" fmla="*/ 1479233 w 3372040"/>
                <a:gd name="connsiteY43" fmla="*/ 4307161 h 4313518"/>
                <a:gd name="connsiteX44" fmla="*/ 1479233 w 3372040"/>
                <a:gd name="connsiteY44" fmla="*/ 4307161 h 4313518"/>
                <a:gd name="connsiteX45" fmla="*/ 1479233 w 3372040"/>
                <a:gd name="connsiteY45" fmla="*/ 4307161 h 4313518"/>
                <a:gd name="connsiteX46" fmla="*/ 1479233 w 3372040"/>
                <a:gd name="connsiteY46" fmla="*/ 4307161 h 4313518"/>
                <a:gd name="connsiteX47" fmla="*/ 1479233 w 3372040"/>
                <a:gd name="connsiteY47" fmla="*/ 4307161 h 4313518"/>
                <a:gd name="connsiteX48" fmla="*/ 1481328 w 3372040"/>
                <a:gd name="connsiteY48" fmla="*/ 4308399 h 4313518"/>
                <a:gd name="connsiteX49" fmla="*/ 1484376 w 3372040"/>
                <a:gd name="connsiteY49" fmla="*/ 4309923 h 4313518"/>
                <a:gd name="connsiteX50" fmla="*/ 1485710 w 3372040"/>
                <a:gd name="connsiteY50" fmla="*/ 4310590 h 4313518"/>
                <a:gd name="connsiteX51" fmla="*/ 1486567 w 3372040"/>
                <a:gd name="connsiteY51" fmla="*/ 4310590 h 4313518"/>
                <a:gd name="connsiteX52" fmla="*/ 1489901 w 3372040"/>
                <a:gd name="connsiteY52" fmla="*/ 4311828 h 4313518"/>
                <a:gd name="connsiteX53" fmla="*/ 1491710 w 3372040"/>
                <a:gd name="connsiteY53" fmla="*/ 4312495 h 4313518"/>
                <a:gd name="connsiteX54" fmla="*/ 1493139 w 3372040"/>
                <a:gd name="connsiteY54" fmla="*/ 4312971 h 4313518"/>
                <a:gd name="connsiteX55" fmla="*/ 1494377 w 3372040"/>
                <a:gd name="connsiteY55" fmla="*/ 4312971 h 4313518"/>
                <a:gd name="connsiteX56" fmla="*/ 1495806 w 3372040"/>
                <a:gd name="connsiteY56" fmla="*/ 4312971 h 4313518"/>
                <a:gd name="connsiteX57" fmla="*/ 1497235 w 3372040"/>
                <a:gd name="connsiteY57" fmla="*/ 4312971 h 4313518"/>
                <a:gd name="connsiteX58" fmla="*/ 1499997 w 3372040"/>
                <a:gd name="connsiteY58" fmla="*/ 4313447 h 4313518"/>
                <a:gd name="connsiteX59" fmla="*/ 1501902 w 3372040"/>
                <a:gd name="connsiteY59" fmla="*/ 4313447 h 4313518"/>
                <a:gd name="connsiteX60" fmla="*/ 1501902 w 3372040"/>
                <a:gd name="connsiteY60" fmla="*/ 4313447 h 4313518"/>
                <a:gd name="connsiteX61" fmla="*/ 1502759 w 3372040"/>
                <a:gd name="connsiteY61" fmla="*/ 4313447 h 4313518"/>
                <a:gd name="connsiteX62" fmla="*/ 1508570 w 3372040"/>
                <a:gd name="connsiteY62" fmla="*/ 4313447 h 4313518"/>
                <a:gd name="connsiteX63" fmla="*/ 1514475 w 3372040"/>
                <a:gd name="connsiteY63" fmla="*/ 4313447 h 4313518"/>
                <a:gd name="connsiteX64" fmla="*/ 2697099 w 3372040"/>
                <a:gd name="connsiteY64" fmla="*/ 2862218 h 4313518"/>
                <a:gd name="connsiteX65" fmla="*/ 3258407 w 3372040"/>
                <a:gd name="connsiteY65" fmla="*/ 3573641 h 4313518"/>
                <a:gd name="connsiteX66" fmla="*/ 3258407 w 3372040"/>
                <a:gd name="connsiteY66" fmla="*/ 4259441 h 4313518"/>
                <a:gd name="connsiteX67" fmla="*/ 3321387 w 3372040"/>
                <a:gd name="connsiteY67" fmla="*/ 4310095 h 4313518"/>
                <a:gd name="connsiteX68" fmla="*/ 3372041 w 3372040"/>
                <a:gd name="connsiteY68" fmla="*/ 4259441 h 4313518"/>
                <a:gd name="connsiteX69" fmla="*/ 3372041 w 3372040"/>
                <a:gd name="connsiteY69" fmla="*/ 3573641 h 4313518"/>
                <a:gd name="connsiteX70" fmla="*/ 2659856 w 3372040"/>
                <a:gd name="connsiteY70" fmla="*/ 2738965 h 4313518"/>
                <a:gd name="connsiteX71" fmla="*/ 2094929 w 3372040"/>
                <a:gd name="connsiteY71" fmla="*/ 2807545 h 4313518"/>
                <a:gd name="connsiteX72" fmla="*/ 2098548 w 3372040"/>
                <a:gd name="connsiteY72" fmla="*/ 2806497 h 4313518"/>
                <a:gd name="connsiteX73" fmla="*/ 2114169 w 3372040"/>
                <a:gd name="connsiteY73" fmla="*/ 2813069 h 4313518"/>
                <a:gd name="connsiteX74" fmla="*/ 2117122 w 3372040"/>
                <a:gd name="connsiteY74" fmla="*/ 2823547 h 4313518"/>
                <a:gd name="connsiteX75" fmla="*/ 2098072 w 3372040"/>
                <a:gd name="connsiteY75" fmla="*/ 3093009 h 4313518"/>
                <a:gd name="connsiteX76" fmla="*/ 2091976 w 3372040"/>
                <a:gd name="connsiteY76" fmla="*/ 3117584 h 4313518"/>
                <a:gd name="connsiteX77" fmla="*/ 2087880 w 3372040"/>
                <a:gd name="connsiteY77" fmla="*/ 3120441 h 4313518"/>
                <a:gd name="connsiteX78" fmla="*/ 2071688 w 3372040"/>
                <a:gd name="connsiteY78" fmla="*/ 3119012 h 4313518"/>
                <a:gd name="connsiteX79" fmla="*/ 1802797 w 3372040"/>
                <a:gd name="connsiteY79" fmla="*/ 2927560 h 4313518"/>
                <a:gd name="connsiteX80" fmla="*/ 2060543 w 3372040"/>
                <a:gd name="connsiteY80" fmla="*/ 3234265 h 4313518"/>
                <a:gd name="connsiteX81" fmla="*/ 1686973 w 3372040"/>
                <a:gd name="connsiteY81" fmla="*/ 3990741 h 4313518"/>
                <a:gd name="connsiteX82" fmla="*/ 1313402 w 3372040"/>
                <a:gd name="connsiteY82" fmla="*/ 3233789 h 4313518"/>
                <a:gd name="connsiteX83" fmla="*/ 1365599 w 3372040"/>
                <a:gd name="connsiteY83" fmla="*/ 3211691 h 4313518"/>
                <a:gd name="connsiteX84" fmla="*/ 1685925 w 3372040"/>
                <a:gd name="connsiteY84" fmla="*/ 2983757 h 4313518"/>
                <a:gd name="connsiteX85" fmla="*/ 2006251 w 3372040"/>
                <a:gd name="connsiteY85" fmla="*/ 3211595 h 4313518"/>
                <a:gd name="connsiteX86" fmla="*/ 2060543 w 3372040"/>
                <a:gd name="connsiteY86" fmla="*/ 3234265 h 4313518"/>
                <a:gd name="connsiteX87" fmla="*/ 2519934 w 3372040"/>
                <a:gd name="connsiteY87" fmla="*/ 1699597 h 4313518"/>
                <a:gd name="connsiteX88" fmla="*/ 2519934 w 3372040"/>
                <a:gd name="connsiteY88" fmla="*/ 1710836 h 4313518"/>
                <a:gd name="connsiteX89" fmla="*/ 2500027 w 3372040"/>
                <a:gd name="connsiteY89" fmla="*/ 1723219 h 4313518"/>
                <a:gd name="connsiteX90" fmla="*/ 1898999 w 3372040"/>
                <a:gd name="connsiteY90" fmla="*/ 1723219 h 4313518"/>
                <a:gd name="connsiteX91" fmla="*/ 1853279 w 3372040"/>
                <a:gd name="connsiteY91" fmla="*/ 1677499 h 4313518"/>
                <a:gd name="connsiteX92" fmla="*/ 1853279 w 3372040"/>
                <a:gd name="connsiteY92" fmla="*/ 1401274 h 4313518"/>
                <a:gd name="connsiteX93" fmla="*/ 1898999 w 3372040"/>
                <a:gd name="connsiteY93" fmla="*/ 1355554 h 4313518"/>
                <a:gd name="connsiteX94" fmla="*/ 2520124 w 3372040"/>
                <a:gd name="connsiteY94" fmla="*/ 1355554 h 4313518"/>
                <a:gd name="connsiteX95" fmla="*/ 2519934 w 3372040"/>
                <a:gd name="connsiteY95" fmla="*/ 1242397 h 4313518"/>
                <a:gd name="connsiteX96" fmla="*/ 1898809 w 3372040"/>
                <a:gd name="connsiteY96" fmla="*/ 1242397 h 4313518"/>
                <a:gd name="connsiteX97" fmla="*/ 1739551 w 3372040"/>
                <a:gd name="connsiteY97" fmla="*/ 1401655 h 4313518"/>
                <a:gd name="connsiteX98" fmla="*/ 1739551 w 3372040"/>
                <a:gd name="connsiteY98" fmla="*/ 1488713 h 4313518"/>
                <a:gd name="connsiteX99" fmla="*/ 1632299 w 3372040"/>
                <a:gd name="connsiteY99" fmla="*/ 1488713 h 4313518"/>
                <a:gd name="connsiteX100" fmla="*/ 1632299 w 3372040"/>
                <a:gd name="connsiteY100" fmla="*/ 1401655 h 4313518"/>
                <a:gd name="connsiteX101" fmla="*/ 1473041 w 3372040"/>
                <a:gd name="connsiteY101" fmla="*/ 1242397 h 4313518"/>
                <a:gd name="connsiteX102" fmla="*/ 851916 w 3372040"/>
                <a:gd name="connsiteY102" fmla="*/ 1242397 h 4313518"/>
                <a:gd name="connsiteX103" fmla="*/ 851916 w 3372040"/>
                <a:gd name="connsiteY103" fmla="*/ 987127 h 4313518"/>
                <a:gd name="connsiteX104" fmla="*/ 925639 w 3372040"/>
                <a:gd name="connsiteY104" fmla="*/ 992651 h 4313518"/>
                <a:gd name="connsiteX105" fmla="*/ 2519934 w 3372040"/>
                <a:gd name="connsiteY105" fmla="*/ 992651 h 4313518"/>
                <a:gd name="connsiteX106" fmla="*/ 2726531 w 3372040"/>
                <a:gd name="connsiteY106" fmla="*/ 1707503 h 4313518"/>
                <a:gd name="connsiteX107" fmla="*/ 2633472 w 3372040"/>
                <a:gd name="connsiteY107" fmla="*/ 1707503 h 4313518"/>
                <a:gd name="connsiteX108" fmla="*/ 2633472 w 3372040"/>
                <a:gd name="connsiteY108" fmla="*/ 1699692 h 4313518"/>
                <a:gd name="connsiteX109" fmla="*/ 2633472 w 3372040"/>
                <a:gd name="connsiteY109" fmla="*/ 1430706 h 4313518"/>
                <a:gd name="connsiteX110" fmla="*/ 2726436 w 3372040"/>
                <a:gd name="connsiteY110" fmla="*/ 1430706 h 4313518"/>
                <a:gd name="connsiteX111" fmla="*/ 2857291 w 3372040"/>
                <a:gd name="connsiteY111" fmla="*/ 1576077 h 4313518"/>
                <a:gd name="connsiteX112" fmla="*/ 2726436 w 3372040"/>
                <a:gd name="connsiteY112" fmla="*/ 1706931 h 4313518"/>
                <a:gd name="connsiteX113" fmla="*/ 645319 w 3372040"/>
                <a:gd name="connsiteY113" fmla="*/ 1707503 h 4313518"/>
                <a:gd name="connsiteX114" fmla="*/ 514464 w 3372040"/>
                <a:gd name="connsiteY114" fmla="*/ 1562132 h 4313518"/>
                <a:gd name="connsiteX115" fmla="*/ 645319 w 3372040"/>
                <a:gd name="connsiteY115" fmla="*/ 1431278 h 4313518"/>
                <a:gd name="connsiteX116" fmla="*/ 738283 w 3372040"/>
                <a:gd name="connsiteY116" fmla="*/ 1431278 h 4313518"/>
                <a:gd name="connsiteX117" fmla="*/ 738283 w 3372040"/>
                <a:gd name="connsiteY117" fmla="*/ 1700073 h 4313518"/>
                <a:gd name="connsiteX118" fmla="*/ 738283 w 3372040"/>
                <a:gd name="connsiteY118" fmla="*/ 1707884 h 4313518"/>
                <a:gd name="connsiteX119" fmla="*/ 544544 w 3372040"/>
                <a:gd name="connsiteY119" fmla="*/ 497828 h 4313518"/>
                <a:gd name="connsiteX120" fmla="*/ 544544 w 3372040"/>
                <a:gd name="connsiteY120" fmla="*/ 152261 h 4313518"/>
                <a:gd name="connsiteX121" fmla="*/ 602742 w 3372040"/>
                <a:gd name="connsiteY121" fmla="*/ 184074 h 4313518"/>
                <a:gd name="connsiteX122" fmla="*/ 983171 w 3372040"/>
                <a:gd name="connsiteY122" fmla="*/ 281515 h 4313518"/>
                <a:gd name="connsiteX123" fmla="*/ 2112550 w 3372040"/>
                <a:gd name="connsiteY123" fmla="*/ 281515 h 4313518"/>
                <a:gd name="connsiteX124" fmla="*/ 2834164 w 3372040"/>
                <a:gd name="connsiteY124" fmla="*/ 1003129 h 4313518"/>
                <a:gd name="connsiteX125" fmla="*/ 2834164 w 3372040"/>
                <a:gd name="connsiteY125" fmla="*/ 1341743 h 4313518"/>
                <a:gd name="connsiteX126" fmla="*/ 2726531 w 3372040"/>
                <a:gd name="connsiteY126" fmla="*/ 1317359 h 4313518"/>
                <a:gd name="connsiteX127" fmla="*/ 2633567 w 3372040"/>
                <a:gd name="connsiteY127" fmla="*/ 1317359 h 4313518"/>
                <a:gd name="connsiteX128" fmla="*/ 2633567 w 3372040"/>
                <a:gd name="connsiteY128" fmla="*/ 936359 h 4313518"/>
                <a:gd name="connsiteX129" fmla="*/ 2576417 w 3372040"/>
                <a:gd name="connsiteY129" fmla="*/ 879209 h 4313518"/>
                <a:gd name="connsiteX130" fmla="*/ 925639 w 3372040"/>
                <a:gd name="connsiteY130" fmla="*/ 879209 h 4313518"/>
                <a:gd name="connsiteX131" fmla="*/ 544544 w 3372040"/>
                <a:gd name="connsiteY131" fmla="*/ 498018 h 4313518"/>
                <a:gd name="connsiteX132" fmla="*/ 851916 w 3372040"/>
                <a:gd name="connsiteY132" fmla="*/ 1699311 h 4313518"/>
                <a:gd name="connsiteX133" fmla="*/ 851916 w 3372040"/>
                <a:gd name="connsiteY133" fmla="*/ 1355744 h 4313518"/>
                <a:gd name="connsiteX134" fmla="*/ 1473041 w 3372040"/>
                <a:gd name="connsiteY134" fmla="*/ 1355744 h 4313518"/>
                <a:gd name="connsiteX135" fmla="*/ 1518761 w 3372040"/>
                <a:gd name="connsiteY135" fmla="*/ 1401464 h 4313518"/>
                <a:gd name="connsiteX136" fmla="*/ 1518761 w 3372040"/>
                <a:gd name="connsiteY136" fmla="*/ 1677689 h 4313518"/>
                <a:gd name="connsiteX137" fmla="*/ 1473041 w 3372040"/>
                <a:gd name="connsiteY137" fmla="*/ 1723409 h 4313518"/>
                <a:gd name="connsiteX138" fmla="*/ 872014 w 3372040"/>
                <a:gd name="connsiteY138" fmla="*/ 1723409 h 4313518"/>
                <a:gd name="connsiteX139" fmla="*/ 852107 w 3372040"/>
                <a:gd name="connsiteY139" fmla="*/ 1711027 h 4313518"/>
                <a:gd name="connsiteX140" fmla="*/ 851916 w 3372040"/>
                <a:gd name="connsiteY140" fmla="*/ 1699502 h 4313518"/>
                <a:gd name="connsiteX141" fmla="*/ 1190435 w 3372040"/>
                <a:gd name="connsiteY141" fmla="*/ 2270811 h 4313518"/>
                <a:gd name="connsiteX142" fmla="*/ 865918 w 3372040"/>
                <a:gd name="connsiteY142" fmla="*/ 1836281 h 4313518"/>
                <a:gd name="connsiteX143" fmla="*/ 1473041 w 3372040"/>
                <a:gd name="connsiteY143" fmla="*/ 1836281 h 4313518"/>
                <a:gd name="connsiteX144" fmla="*/ 1632299 w 3372040"/>
                <a:gd name="connsiteY144" fmla="*/ 1677023 h 4313518"/>
                <a:gd name="connsiteX145" fmla="*/ 1632299 w 3372040"/>
                <a:gd name="connsiteY145" fmla="*/ 1601775 h 4313518"/>
                <a:gd name="connsiteX146" fmla="*/ 1739551 w 3372040"/>
                <a:gd name="connsiteY146" fmla="*/ 1601775 h 4313518"/>
                <a:gd name="connsiteX147" fmla="*/ 1739551 w 3372040"/>
                <a:gd name="connsiteY147" fmla="*/ 1677023 h 4313518"/>
                <a:gd name="connsiteX148" fmla="*/ 1898809 w 3372040"/>
                <a:gd name="connsiteY148" fmla="*/ 1836281 h 4313518"/>
                <a:gd name="connsiteX149" fmla="*/ 2505837 w 3372040"/>
                <a:gd name="connsiteY149" fmla="*/ 1836281 h 4313518"/>
                <a:gd name="connsiteX150" fmla="*/ 2175510 w 3372040"/>
                <a:gd name="connsiteY150" fmla="*/ 2273859 h 4313518"/>
                <a:gd name="connsiteX151" fmla="*/ 1685925 w 3372040"/>
                <a:gd name="connsiteY151" fmla="*/ 2385302 h 4313518"/>
                <a:gd name="connsiteX152" fmla="*/ 1190625 w 3372040"/>
                <a:gd name="connsiteY152" fmla="*/ 2271192 h 4313518"/>
                <a:gd name="connsiteX153" fmla="*/ 1516380 w 3372040"/>
                <a:gd name="connsiteY153" fmla="*/ 2487886 h 4313518"/>
                <a:gd name="connsiteX154" fmla="*/ 1855470 w 3372040"/>
                <a:gd name="connsiteY154" fmla="*/ 2487886 h 4313518"/>
                <a:gd name="connsiteX155" fmla="*/ 1983486 w 3372040"/>
                <a:gd name="connsiteY155" fmla="*/ 2730202 h 4313518"/>
                <a:gd name="connsiteX156" fmla="*/ 1685925 w 3372040"/>
                <a:gd name="connsiteY156" fmla="*/ 2852693 h 4313518"/>
                <a:gd name="connsiteX157" fmla="*/ 1388364 w 3372040"/>
                <a:gd name="connsiteY157" fmla="*/ 2730583 h 4313518"/>
                <a:gd name="connsiteX158" fmla="*/ 1516380 w 3372040"/>
                <a:gd name="connsiteY158" fmla="*/ 2488267 h 4313518"/>
                <a:gd name="connsiteX159" fmla="*/ 1257300 w 3372040"/>
                <a:gd name="connsiteY159" fmla="*/ 2813165 h 4313518"/>
                <a:gd name="connsiteX160" fmla="*/ 1273016 w 3372040"/>
                <a:gd name="connsiteY160" fmla="*/ 2806592 h 4313518"/>
                <a:gd name="connsiteX161" fmla="*/ 1276636 w 3372040"/>
                <a:gd name="connsiteY161" fmla="*/ 2807640 h 4313518"/>
                <a:gd name="connsiteX162" fmla="*/ 1568672 w 3372040"/>
                <a:gd name="connsiteY162" fmla="*/ 2927560 h 4313518"/>
                <a:gd name="connsiteX163" fmla="*/ 1299401 w 3372040"/>
                <a:gd name="connsiteY163" fmla="*/ 3119108 h 4313518"/>
                <a:gd name="connsiteX164" fmla="*/ 1283208 w 3372040"/>
                <a:gd name="connsiteY164" fmla="*/ 3120536 h 4313518"/>
                <a:gd name="connsiteX165" fmla="*/ 1281875 w 3372040"/>
                <a:gd name="connsiteY165" fmla="*/ 3119679 h 4313518"/>
                <a:gd name="connsiteX166" fmla="*/ 1272350 w 3372040"/>
                <a:gd name="connsiteY166" fmla="*/ 3079865 h 4313518"/>
                <a:gd name="connsiteX167" fmla="*/ 1254633 w 3372040"/>
                <a:gd name="connsiteY167" fmla="*/ 2823642 h 4313518"/>
                <a:gd name="connsiteX168" fmla="*/ 1257300 w 3372040"/>
                <a:gd name="connsiteY168" fmla="*/ 2813165 h 4313518"/>
                <a:gd name="connsiteX169" fmla="*/ 1504950 w 3372040"/>
                <a:gd name="connsiteY169" fmla="*/ 4188099 h 4313518"/>
                <a:gd name="connsiteX170" fmla="*/ 787813 w 3372040"/>
                <a:gd name="connsiteY170" fmla="*/ 2844407 h 4313518"/>
                <a:gd name="connsiteX171" fmla="*/ 844963 w 3372040"/>
                <a:gd name="connsiteY171" fmla="*/ 2842216 h 4313518"/>
                <a:gd name="connsiteX172" fmla="*/ 1105472 w 3372040"/>
                <a:gd name="connsiteY172" fmla="*/ 2842216 h 4313518"/>
                <a:gd name="connsiteX173" fmla="*/ 1111758 w 3372040"/>
                <a:gd name="connsiteY173" fmla="*/ 2842216 h 4313518"/>
                <a:gd name="connsiteX174" fmla="*/ 1160431 w 3372040"/>
                <a:gd name="connsiteY174" fmla="*/ 3104725 h 4313518"/>
                <a:gd name="connsiteX175" fmla="*/ 1161098 w 3372040"/>
                <a:gd name="connsiteY175" fmla="*/ 3115107 h 4313518"/>
                <a:gd name="connsiteX176" fmla="*/ 1175671 w 3372040"/>
                <a:gd name="connsiteY176" fmla="*/ 3166733 h 4313518"/>
                <a:gd name="connsiteX177" fmla="*/ 1612583 w 3372040"/>
                <a:gd name="connsiteY177" fmla="*/ 4079704 h 4313518"/>
                <a:gd name="connsiteX178" fmla="*/ 1504950 w 3372040"/>
                <a:gd name="connsiteY178" fmla="*/ 4188099 h 4313518"/>
                <a:gd name="connsiteX179" fmla="*/ 1680020 w 3372040"/>
                <a:gd name="connsiteY179" fmla="*/ 4174763 h 4313518"/>
                <a:gd name="connsiteX180" fmla="*/ 2202371 w 3372040"/>
                <a:gd name="connsiteY180" fmla="*/ 3153017 h 4313518"/>
                <a:gd name="connsiteX181" fmla="*/ 2210181 w 3372040"/>
                <a:gd name="connsiteY181" fmla="*/ 3121394 h 4313518"/>
                <a:gd name="connsiteX182" fmla="*/ 2262569 w 3372040"/>
                <a:gd name="connsiteY182" fmla="*/ 2842025 h 4313518"/>
                <a:gd name="connsiteX183" fmla="*/ 2266474 w 3372040"/>
                <a:gd name="connsiteY183" fmla="*/ 2842025 h 4313518"/>
                <a:gd name="connsiteX184" fmla="*/ 2526983 w 3372040"/>
                <a:gd name="connsiteY184" fmla="*/ 2842025 h 4313518"/>
                <a:gd name="connsiteX185" fmla="*/ 2585085 w 3372040"/>
                <a:gd name="connsiteY185" fmla="*/ 2844311 h 4313518"/>
                <a:gd name="connsiteX186" fmla="*/ 1679543 w 3372040"/>
                <a:gd name="connsiteY186" fmla="*/ 4174763 h 4313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3372040" h="4313518">
                  <a:moveTo>
                    <a:pt x="2659856" y="2738965"/>
                  </a:moveTo>
                  <a:lnTo>
                    <a:pt x="2659856" y="2738965"/>
                  </a:lnTo>
                  <a:cubicBezTo>
                    <a:pt x="2615975" y="2731993"/>
                    <a:pt x="2571607" y="2728487"/>
                    <a:pt x="2527173" y="2728487"/>
                  </a:cubicBezTo>
                  <a:lnTo>
                    <a:pt x="2266950" y="2728487"/>
                  </a:lnTo>
                  <a:cubicBezTo>
                    <a:pt x="2252834" y="2728487"/>
                    <a:pt x="2238727" y="2727468"/>
                    <a:pt x="2224754" y="2725439"/>
                  </a:cubicBezTo>
                  <a:cubicBezTo>
                    <a:pt x="2222430" y="2724944"/>
                    <a:pt x="2220078" y="2724592"/>
                    <a:pt x="2217706" y="2724392"/>
                  </a:cubicBezTo>
                  <a:lnTo>
                    <a:pt x="2217706" y="2724392"/>
                  </a:lnTo>
                  <a:cubicBezTo>
                    <a:pt x="2201790" y="2721734"/>
                    <a:pt x="2186111" y="2717791"/>
                    <a:pt x="2170843" y="2712581"/>
                  </a:cubicBezTo>
                  <a:cubicBezTo>
                    <a:pt x="2158651" y="2704875"/>
                    <a:pt x="2145259" y="2699274"/>
                    <a:pt x="2131219" y="2696007"/>
                  </a:cubicBezTo>
                  <a:cubicBezTo>
                    <a:pt x="2043046" y="2651364"/>
                    <a:pt x="1982210" y="2566486"/>
                    <a:pt x="1968246" y="2468645"/>
                  </a:cubicBezTo>
                  <a:cubicBezTo>
                    <a:pt x="2058495" y="2448614"/>
                    <a:pt x="2145840" y="2417220"/>
                    <a:pt x="2228183" y="2375205"/>
                  </a:cubicBezTo>
                  <a:cubicBezTo>
                    <a:pt x="2441762" y="2264839"/>
                    <a:pt x="2589333" y="2058613"/>
                    <a:pt x="2624899" y="1820850"/>
                  </a:cubicBezTo>
                  <a:lnTo>
                    <a:pt x="2727293" y="1820850"/>
                  </a:lnTo>
                  <a:cubicBezTo>
                    <a:pt x="2867006" y="1819221"/>
                    <a:pt x="2978944" y="1704645"/>
                    <a:pt x="2977315" y="1564932"/>
                  </a:cubicBezTo>
                  <a:cubicBezTo>
                    <a:pt x="2976848" y="1525127"/>
                    <a:pt x="2967000" y="1485989"/>
                    <a:pt x="2948559" y="1450709"/>
                  </a:cubicBezTo>
                  <a:lnTo>
                    <a:pt x="2948559" y="1003034"/>
                  </a:lnTo>
                  <a:cubicBezTo>
                    <a:pt x="2948350" y="541437"/>
                    <a:pt x="2574151" y="167320"/>
                    <a:pt x="2112550" y="167215"/>
                  </a:cubicBezTo>
                  <a:lnTo>
                    <a:pt x="983171" y="167215"/>
                  </a:lnTo>
                  <a:cubicBezTo>
                    <a:pt x="869299" y="167271"/>
                    <a:pt x="757238" y="138780"/>
                    <a:pt x="657225" y="84347"/>
                  </a:cubicBezTo>
                  <a:lnTo>
                    <a:pt x="515017" y="6718"/>
                  </a:lnTo>
                  <a:cubicBezTo>
                    <a:pt x="487156" y="-8118"/>
                    <a:pt x="452542" y="2439"/>
                    <a:pt x="437712" y="30297"/>
                  </a:cubicBezTo>
                  <a:cubicBezTo>
                    <a:pt x="433407" y="38380"/>
                    <a:pt x="431111" y="47378"/>
                    <a:pt x="431006" y="56534"/>
                  </a:cubicBezTo>
                  <a:lnTo>
                    <a:pt x="431006" y="498018"/>
                  </a:lnTo>
                  <a:cubicBezTo>
                    <a:pt x="431225" y="698748"/>
                    <a:pt x="552583" y="879494"/>
                    <a:pt x="738283" y="955694"/>
                  </a:cubicBezTo>
                  <a:lnTo>
                    <a:pt x="738283" y="1317073"/>
                  </a:lnTo>
                  <a:lnTo>
                    <a:pt x="645319" y="1317073"/>
                  </a:lnTo>
                  <a:cubicBezTo>
                    <a:pt x="506178" y="1317073"/>
                    <a:pt x="393383" y="1429868"/>
                    <a:pt x="393383" y="1569009"/>
                  </a:cubicBezTo>
                  <a:cubicBezTo>
                    <a:pt x="393383" y="1708150"/>
                    <a:pt x="506178" y="1820945"/>
                    <a:pt x="645319" y="1820945"/>
                  </a:cubicBezTo>
                  <a:lnTo>
                    <a:pt x="747713" y="1820945"/>
                  </a:lnTo>
                  <a:cubicBezTo>
                    <a:pt x="782707" y="2056308"/>
                    <a:pt x="927745" y="2260915"/>
                    <a:pt x="1138238" y="2371871"/>
                  </a:cubicBezTo>
                  <a:cubicBezTo>
                    <a:pt x="1222543" y="2415620"/>
                    <a:pt x="1312202" y="2448186"/>
                    <a:pt x="1404938" y="2468741"/>
                  </a:cubicBezTo>
                  <a:cubicBezTo>
                    <a:pt x="1391012" y="2566648"/>
                    <a:pt x="1330128" y="2651582"/>
                    <a:pt x="1241870" y="2696198"/>
                  </a:cubicBezTo>
                  <a:cubicBezTo>
                    <a:pt x="1227877" y="2699493"/>
                    <a:pt x="1214523" y="2705056"/>
                    <a:pt x="1202341" y="2712676"/>
                  </a:cubicBezTo>
                  <a:cubicBezTo>
                    <a:pt x="1171299" y="2723230"/>
                    <a:pt x="1138733" y="2728602"/>
                    <a:pt x="1105948" y="2728583"/>
                  </a:cubicBezTo>
                  <a:lnTo>
                    <a:pt x="844868" y="2728583"/>
                  </a:lnTo>
                  <a:cubicBezTo>
                    <a:pt x="800433" y="2728583"/>
                    <a:pt x="756066" y="2732088"/>
                    <a:pt x="712184" y="2739060"/>
                  </a:cubicBezTo>
                  <a:lnTo>
                    <a:pt x="711232" y="2739060"/>
                  </a:lnTo>
                  <a:cubicBezTo>
                    <a:pt x="301657" y="2805354"/>
                    <a:pt x="505" y="3158741"/>
                    <a:pt x="0" y="3573641"/>
                  </a:cubicBezTo>
                  <a:lnTo>
                    <a:pt x="0" y="4259441"/>
                  </a:lnTo>
                  <a:cubicBezTo>
                    <a:pt x="3404" y="4290816"/>
                    <a:pt x="31601" y="4313495"/>
                    <a:pt x="62980" y="4310095"/>
                  </a:cubicBezTo>
                  <a:cubicBezTo>
                    <a:pt x="89665" y="4307199"/>
                    <a:pt x="110739" y="4286120"/>
                    <a:pt x="113633" y="4259441"/>
                  </a:cubicBezTo>
                  <a:lnTo>
                    <a:pt x="113633" y="3573641"/>
                  </a:lnTo>
                  <a:cubicBezTo>
                    <a:pt x="114048" y="3235379"/>
                    <a:pt x="345977" y="2941371"/>
                    <a:pt x="674846" y="2862218"/>
                  </a:cubicBezTo>
                  <a:cubicBezTo>
                    <a:pt x="710279" y="3097295"/>
                    <a:pt x="875443" y="3930447"/>
                    <a:pt x="1479233" y="4307161"/>
                  </a:cubicBezTo>
                  <a:lnTo>
                    <a:pt x="1479233" y="4307161"/>
                  </a:lnTo>
                  <a:lnTo>
                    <a:pt x="1479233" y="4307161"/>
                  </a:lnTo>
                  <a:lnTo>
                    <a:pt x="1479233" y="4307161"/>
                  </a:lnTo>
                  <a:lnTo>
                    <a:pt x="1479233" y="4307161"/>
                  </a:lnTo>
                  <a:lnTo>
                    <a:pt x="1481328" y="4308399"/>
                  </a:lnTo>
                  <a:lnTo>
                    <a:pt x="1484376" y="4309923"/>
                  </a:lnTo>
                  <a:lnTo>
                    <a:pt x="1485710" y="4310590"/>
                  </a:lnTo>
                  <a:lnTo>
                    <a:pt x="1486567" y="4310590"/>
                  </a:lnTo>
                  <a:lnTo>
                    <a:pt x="1489901" y="4311828"/>
                  </a:lnTo>
                  <a:lnTo>
                    <a:pt x="1491710" y="4312495"/>
                  </a:lnTo>
                  <a:lnTo>
                    <a:pt x="1493139" y="4312971"/>
                  </a:lnTo>
                  <a:lnTo>
                    <a:pt x="1494377" y="4312971"/>
                  </a:lnTo>
                  <a:lnTo>
                    <a:pt x="1495806" y="4312971"/>
                  </a:lnTo>
                  <a:lnTo>
                    <a:pt x="1497235" y="4312971"/>
                  </a:lnTo>
                  <a:lnTo>
                    <a:pt x="1499997" y="4313447"/>
                  </a:lnTo>
                  <a:lnTo>
                    <a:pt x="1501902" y="4313447"/>
                  </a:lnTo>
                  <a:lnTo>
                    <a:pt x="1501902" y="4313447"/>
                  </a:lnTo>
                  <a:lnTo>
                    <a:pt x="1502759" y="4313447"/>
                  </a:lnTo>
                  <a:cubicBezTo>
                    <a:pt x="1504693" y="4313543"/>
                    <a:pt x="1506636" y="4313543"/>
                    <a:pt x="1508570" y="4313447"/>
                  </a:cubicBezTo>
                  <a:lnTo>
                    <a:pt x="1514475" y="4313447"/>
                  </a:lnTo>
                  <a:cubicBezTo>
                    <a:pt x="2431923" y="4251726"/>
                    <a:pt x="2655570" y="3139015"/>
                    <a:pt x="2697099" y="2862218"/>
                  </a:cubicBezTo>
                  <a:cubicBezTo>
                    <a:pt x="3026007" y="2941333"/>
                    <a:pt x="3257979" y="3235351"/>
                    <a:pt x="3258407" y="3573641"/>
                  </a:cubicBezTo>
                  <a:lnTo>
                    <a:pt x="3258407" y="4259441"/>
                  </a:lnTo>
                  <a:cubicBezTo>
                    <a:pt x="3261808" y="4290816"/>
                    <a:pt x="3290011" y="4313495"/>
                    <a:pt x="3321387" y="4310095"/>
                  </a:cubicBezTo>
                  <a:cubicBezTo>
                    <a:pt x="3348076" y="4307199"/>
                    <a:pt x="3369145" y="4286120"/>
                    <a:pt x="3372041" y="4259441"/>
                  </a:cubicBezTo>
                  <a:lnTo>
                    <a:pt x="3372041" y="3573641"/>
                  </a:lnTo>
                  <a:cubicBezTo>
                    <a:pt x="3371545" y="3158379"/>
                    <a:pt x="3069860" y="2804811"/>
                    <a:pt x="2659856" y="2738965"/>
                  </a:cubicBezTo>
                  <a:close/>
                  <a:moveTo>
                    <a:pt x="2094929" y="2807545"/>
                  </a:moveTo>
                  <a:cubicBezTo>
                    <a:pt x="2096081" y="2807030"/>
                    <a:pt x="2097300" y="2806678"/>
                    <a:pt x="2098548" y="2806497"/>
                  </a:cubicBezTo>
                  <a:cubicBezTo>
                    <a:pt x="2103691" y="2808783"/>
                    <a:pt x="2108930" y="2810974"/>
                    <a:pt x="2114169" y="2813069"/>
                  </a:cubicBezTo>
                  <a:cubicBezTo>
                    <a:pt x="2116398" y="2816079"/>
                    <a:pt x="2117455" y="2819813"/>
                    <a:pt x="2117122" y="2823547"/>
                  </a:cubicBezTo>
                  <a:lnTo>
                    <a:pt x="2098072" y="3093009"/>
                  </a:lnTo>
                  <a:cubicBezTo>
                    <a:pt x="2096072" y="3101105"/>
                    <a:pt x="2094071" y="3109297"/>
                    <a:pt x="2091976" y="3117584"/>
                  </a:cubicBezTo>
                  <a:cubicBezTo>
                    <a:pt x="2090766" y="3118746"/>
                    <a:pt x="2089385" y="3119708"/>
                    <a:pt x="2087880" y="3120441"/>
                  </a:cubicBezTo>
                  <a:cubicBezTo>
                    <a:pt x="2082660" y="3123127"/>
                    <a:pt x="2076355" y="3122565"/>
                    <a:pt x="2071688" y="3119012"/>
                  </a:cubicBezTo>
                  <a:lnTo>
                    <a:pt x="1802797" y="2927560"/>
                  </a:lnTo>
                  <a:close/>
                  <a:moveTo>
                    <a:pt x="2060543" y="3234265"/>
                  </a:moveTo>
                  <a:cubicBezTo>
                    <a:pt x="1992154" y="3465246"/>
                    <a:pt x="1877187" y="3747281"/>
                    <a:pt x="1686973" y="3990741"/>
                  </a:cubicBezTo>
                  <a:cubicBezTo>
                    <a:pt x="1496473" y="3747472"/>
                    <a:pt x="1381697" y="3465056"/>
                    <a:pt x="1313402" y="3233789"/>
                  </a:cubicBezTo>
                  <a:cubicBezTo>
                    <a:pt x="1332224" y="3230379"/>
                    <a:pt x="1350045" y="3222825"/>
                    <a:pt x="1365599" y="3211691"/>
                  </a:cubicBezTo>
                  <a:lnTo>
                    <a:pt x="1685925" y="2983757"/>
                  </a:lnTo>
                  <a:lnTo>
                    <a:pt x="2006251" y="3211595"/>
                  </a:lnTo>
                  <a:cubicBezTo>
                    <a:pt x="2022367" y="3223225"/>
                    <a:pt x="2040941" y="3230988"/>
                    <a:pt x="2060543" y="3234265"/>
                  </a:cubicBezTo>
                  <a:close/>
                  <a:moveTo>
                    <a:pt x="2519934" y="1699597"/>
                  </a:moveTo>
                  <a:cubicBezTo>
                    <a:pt x="2519934" y="1703407"/>
                    <a:pt x="2519934" y="1707122"/>
                    <a:pt x="2519934" y="1710836"/>
                  </a:cubicBezTo>
                  <a:cubicBezTo>
                    <a:pt x="2512533" y="1713580"/>
                    <a:pt x="2505761" y="1717790"/>
                    <a:pt x="2500027" y="1723219"/>
                  </a:cubicBezTo>
                  <a:lnTo>
                    <a:pt x="1898999" y="1723219"/>
                  </a:lnTo>
                  <a:cubicBezTo>
                    <a:pt x="1873748" y="1723219"/>
                    <a:pt x="1853279" y="1702750"/>
                    <a:pt x="1853279" y="1677499"/>
                  </a:cubicBezTo>
                  <a:lnTo>
                    <a:pt x="1853279" y="1401274"/>
                  </a:lnTo>
                  <a:cubicBezTo>
                    <a:pt x="1853279" y="1376023"/>
                    <a:pt x="1873748" y="1355554"/>
                    <a:pt x="1898999" y="1355554"/>
                  </a:cubicBezTo>
                  <a:lnTo>
                    <a:pt x="2520124" y="1355554"/>
                  </a:lnTo>
                  <a:close/>
                  <a:moveTo>
                    <a:pt x="2519934" y="1242397"/>
                  </a:moveTo>
                  <a:lnTo>
                    <a:pt x="1898809" y="1242397"/>
                  </a:lnTo>
                  <a:cubicBezTo>
                    <a:pt x="1810893" y="1242502"/>
                    <a:pt x="1739656" y="1313739"/>
                    <a:pt x="1739551" y="1401655"/>
                  </a:cubicBezTo>
                  <a:lnTo>
                    <a:pt x="1739551" y="1488713"/>
                  </a:lnTo>
                  <a:lnTo>
                    <a:pt x="1632299" y="1488713"/>
                  </a:lnTo>
                  <a:lnTo>
                    <a:pt x="1632299" y="1401655"/>
                  </a:lnTo>
                  <a:cubicBezTo>
                    <a:pt x="1632194" y="1313739"/>
                    <a:pt x="1560957" y="1242502"/>
                    <a:pt x="1473041" y="1242397"/>
                  </a:cubicBezTo>
                  <a:lnTo>
                    <a:pt x="851916" y="1242397"/>
                  </a:lnTo>
                  <a:lnTo>
                    <a:pt x="851916" y="987127"/>
                  </a:lnTo>
                  <a:cubicBezTo>
                    <a:pt x="876319" y="990803"/>
                    <a:pt x="900960" y="992651"/>
                    <a:pt x="925639" y="992651"/>
                  </a:cubicBezTo>
                  <a:lnTo>
                    <a:pt x="2519934" y="992651"/>
                  </a:lnTo>
                  <a:close/>
                  <a:moveTo>
                    <a:pt x="2726531" y="1707503"/>
                  </a:moveTo>
                  <a:lnTo>
                    <a:pt x="2633472" y="1707503"/>
                  </a:lnTo>
                  <a:cubicBezTo>
                    <a:pt x="2633472" y="1704931"/>
                    <a:pt x="2633472" y="1702359"/>
                    <a:pt x="2633472" y="1699692"/>
                  </a:cubicBezTo>
                  <a:lnTo>
                    <a:pt x="2633472" y="1430706"/>
                  </a:lnTo>
                  <a:lnTo>
                    <a:pt x="2726436" y="1430706"/>
                  </a:lnTo>
                  <a:cubicBezTo>
                    <a:pt x="2802712" y="1434716"/>
                    <a:pt x="2861300" y="1499800"/>
                    <a:pt x="2857291" y="1576077"/>
                  </a:cubicBezTo>
                  <a:cubicBezTo>
                    <a:pt x="2853576" y="1646752"/>
                    <a:pt x="2797112" y="1703216"/>
                    <a:pt x="2726436" y="1706931"/>
                  </a:cubicBezTo>
                  <a:close/>
                  <a:moveTo>
                    <a:pt x="645319" y="1707503"/>
                  </a:moveTo>
                  <a:cubicBezTo>
                    <a:pt x="569043" y="1703493"/>
                    <a:pt x="510454" y="1638408"/>
                    <a:pt x="514464" y="1562132"/>
                  </a:cubicBezTo>
                  <a:cubicBezTo>
                    <a:pt x="518179" y="1491457"/>
                    <a:pt x="574643" y="1434992"/>
                    <a:pt x="645319" y="1431278"/>
                  </a:cubicBezTo>
                  <a:lnTo>
                    <a:pt x="738283" y="1431278"/>
                  </a:lnTo>
                  <a:lnTo>
                    <a:pt x="738283" y="1700073"/>
                  </a:lnTo>
                  <a:cubicBezTo>
                    <a:pt x="738283" y="1702645"/>
                    <a:pt x="738283" y="1705312"/>
                    <a:pt x="738283" y="1707884"/>
                  </a:cubicBezTo>
                  <a:close/>
                  <a:moveTo>
                    <a:pt x="544544" y="497828"/>
                  </a:moveTo>
                  <a:lnTo>
                    <a:pt x="544544" y="152261"/>
                  </a:lnTo>
                  <a:lnTo>
                    <a:pt x="602742" y="184074"/>
                  </a:lnTo>
                  <a:cubicBezTo>
                    <a:pt x="719423" y="247824"/>
                    <a:pt x="850211" y="281324"/>
                    <a:pt x="983171" y="281515"/>
                  </a:cubicBezTo>
                  <a:lnTo>
                    <a:pt x="2112550" y="281515"/>
                  </a:lnTo>
                  <a:cubicBezTo>
                    <a:pt x="2510914" y="281935"/>
                    <a:pt x="2833745" y="604767"/>
                    <a:pt x="2834164" y="1003129"/>
                  </a:cubicBezTo>
                  <a:lnTo>
                    <a:pt x="2834164" y="1341743"/>
                  </a:lnTo>
                  <a:cubicBezTo>
                    <a:pt x="2800569" y="1325645"/>
                    <a:pt x="2763784" y="1317311"/>
                    <a:pt x="2726531" y="1317359"/>
                  </a:cubicBezTo>
                  <a:lnTo>
                    <a:pt x="2633567" y="1317359"/>
                  </a:lnTo>
                  <a:lnTo>
                    <a:pt x="2633567" y="936359"/>
                  </a:lnTo>
                  <a:cubicBezTo>
                    <a:pt x="2633567" y="904793"/>
                    <a:pt x="2607983" y="879209"/>
                    <a:pt x="2576417" y="879209"/>
                  </a:cubicBezTo>
                  <a:lnTo>
                    <a:pt x="925639" y="879209"/>
                  </a:lnTo>
                  <a:cubicBezTo>
                    <a:pt x="715242" y="878942"/>
                    <a:pt x="544754" y="708416"/>
                    <a:pt x="544544" y="498018"/>
                  </a:cubicBezTo>
                  <a:close/>
                  <a:moveTo>
                    <a:pt x="851916" y="1699311"/>
                  </a:moveTo>
                  <a:lnTo>
                    <a:pt x="851916" y="1355744"/>
                  </a:lnTo>
                  <a:lnTo>
                    <a:pt x="1473041" y="1355744"/>
                  </a:lnTo>
                  <a:cubicBezTo>
                    <a:pt x="1498292" y="1355744"/>
                    <a:pt x="1518761" y="1376214"/>
                    <a:pt x="1518761" y="1401464"/>
                  </a:cubicBezTo>
                  <a:lnTo>
                    <a:pt x="1518761" y="1677689"/>
                  </a:lnTo>
                  <a:cubicBezTo>
                    <a:pt x="1518761" y="1702940"/>
                    <a:pt x="1498292" y="1723409"/>
                    <a:pt x="1473041" y="1723409"/>
                  </a:cubicBezTo>
                  <a:lnTo>
                    <a:pt x="872014" y="1723409"/>
                  </a:lnTo>
                  <a:cubicBezTo>
                    <a:pt x="866280" y="1717980"/>
                    <a:pt x="859507" y="1713770"/>
                    <a:pt x="852107" y="1711027"/>
                  </a:cubicBezTo>
                  <a:cubicBezTo>
                    <a:pt x="852011" y="1707026"/>
                    <a:pt x="851916" y="1703312"/>
                    <a:pt x="851916" y="1699502"/>
                  </a:cubicBezTo>
                  <a:close/>
                  <a:moveTo>
                    <a:pt x="1190435" y="2270811"/>
                  </a:moveTo>
                  <a:cubicBezTo>
                    <a:pt x="1022471" y="2182076"/>
                    <a:pt x="903313" y="2022523"/>
                    <a:pt x="865918" y="1836281"/>
                  </a:cubicBezTo>
                  <a:lnTo>
                    <a:pt x="1473041" y="1836281"/>
                  </a:lnTo>
                  <a:cubicBezTo>
                    <a:pt x="1560957" y="1836176"/>
                    <a:pt x="1632194" y="1764938"/>
                    <a:pt x="1632299" y="1677023"/>
                  </a:cubicBezTo>
                  <a:lnTo>
                    <a:pt x="1632299" y="1601775"/>
                  </a:lnTo>
                  <a:lnTo>
                    <a:pt x="1739551" y="1601775"/>
                  </a:lnTo>
                  <a:lnTo>
                    <a:pt x="1739551" y="1677023"/>
                  </a:lnTo>
                  <a:cubicBezTo>
                    <a:pt x="1739656" y="1764938"/>
                    <a:pt x="1810893" y="1836176"/>
                    <a:pt x="1898809" y="1836281"/>
                  </a:cubicBezTo>
                  <a:lnTo>
                    <a:pt x="2505837" y="1836281"/>
                  </a:lnTo>
                  <a:cubicBezTo>
                    <a:pt x="2467747" y="2024676"/>
                    <a:pt x="2346255" y="2185610"/>
                    <a:pt x="2175510" y="2273859"/>
                  </a:cubicBezTo>
                  <a:cubicBezTo>
                    <a:pt x="2031873" y="2348440"/>
                    <a:pt x="1866900" y="2385302"/>
                    <a:pt x="1685925" y="2385302"/>
                  </a:cubicBezTo>
                  <a:cubicBezTo>
                    <a:pt x="1502283" y="2385302"/>
                    <a:pt x="1335500" y="2346916"/>
                    <a:pt x="1190625" y="2271192"/>
                  </a:cubicBezTo>
                  <a:close/>
                  <a:moveTo>
                    <a:pt x="1516380" y="2487886"/>
                  </a:moveTo>
                  <a:cubicBezTo>
                    <a:pt x="1628966" y="2502107"/>
                    <a:pt x="1742885" y="2502107"/>
                    <a:pt x="1855470" y="2487886"/>
                  </a:cubicBezTo>
                  <a:cubicBezTo>
                    <a:pt x="1869519" y="2580812"/>
                    <a:pt x="1914649" y="2666223"/>
                    <a:pt x="1983486" y="2730202"/>
                  </a:cubicBezTo>
                  <a:lnTo>
                    <a:pt x="1685925" y="2852693"/>
                  </a:lnTo>
                  <a:lnTo>
                    <a:pt x="1388364" y="2730583"/>
                  </a:lnTo>
                  <a:cubicBezTo>
                    <a:pt x="1457239" y="2666632"/>
                    <a:pt x="1502369" y="2581202"/>
                    <a:pt x="1516380" y="2488267"/>
                  </a:cubicBezTo>
                  <a:close/>
                  <a:moveTo>
                    <a:pt x="1257300" y="2813165"/>
                  </a:moveTo>
                  <a:lnTo>
                    <a:pt x="1273016" y="2806592"/>
                  </a:lnTo>
                  <a:cubicBezTo>
                    <a:pt x="1274264" y="2806792"/>
                    <a:pt x="1275474" y="2807145"/>
                    <a:pt x="1276636" y="2807640"/>
                  </a:cubicBezTo>
                  <a:lnTo>
                    <a:pt x="1568672" y="2927560"/>
                  </a:lnTo>
                  <a:lnTo>
                    <a:pt x="1299401" y="3119108"/>
                  </a:lnTo>
                  <a:cubicBezTo>
                    <a:pt x="1294733" y="3122660"/>
                    <a:pt x="1288428" y="3123223"/>
                    <a:pt x="1283208" y="3120536"/>
                  </a:cubicBezTo>
                  <a:cubicBezTo>
                    <a:pt x="1282732" y="3120308"/>
                    <a:pt x="1282284" y="3120022"/>
                    <a:pt x="1281875" y="3119679"/>
                  </a:cubicBezTo>
                  <a:cubicBezTo>
                    <a:pt x="1278446" y="3106154"/>
                    <a:pt x="1275207" y="3092914"/>
                    <a:pt x="1272350" y="3079865"/>
                  </a:cubicBezTo>
                  <a:lnTo>
                    <a:pt x="1254633" y="2823642"/>
                  </a:lnTo>
                  <a:cubicBezTo>
                    <a:pt x="1254224" y="2819947"/>
                    <a:pt x="1255166" y="2816222"/>
                    <a:pt x="1257300" y="2813165"/>
                  </a:cubicBezTo>
                  <a:close/>
                  <a:moveTo>
                    <a:pt x="1504950" y="4188099"/>
                  </a:moveTo>
                  <a:cubicBezTo>
                    <a:pt x="976122" y="3829768"/>
                    <a:pt x="821246" y="3057862"/>
                    <a:pt x="787813" y="2844407"/>
                  </a:cubicBezTo>
                  <a:cubicBezTo>
                    <a:pt x="806863" y="2842978"/>
                    <a:pt x="825913" y="2842216"/>
                    <a:pt x="844963" y="2842216"/>
                  </a:cubicBezTo>
                  <a:lnTo>
                    <a:pt x="1105472" y="2842216"/>
                  </a:lnTo>
                  <a:lnTo>
                    <a:pt x="1111758" y="2842216"/>
                  </a:lnTo>
                  <a:cubicBezTo>
                    <a:pt x="1118997" y="2897556"/>
                    <a:pt x="1133475" y="2989949"/>
                    <a:pt x="1160431" y="3104725"/>
                  </a:cubicBezTo>
                  <a:lnTo>
                    <a:pt x="1161098" y="3115107"/>
                  </a:lnTo>
                  <a:cubicBezTo>
                    <a:pt x="1162345" y="3133138"/>
                    <a:pt x="1167298" y="3150712"/>
                    <a:pt x="1175671" y="3166733"/>
                  </a:cubicBezTo>
                  <a:cubicBezTo>
                    <a:pt x="1242917" y="3428099"/>
                    <a:pt x="1371410" y="3780143"/>
                    <a:pt x="1612583" y="4079704"/>
                  </a:cubicBezTo>
                  <a:cubicBezTo>
                    <a:pt x="1578559" y="4117632"/>
                    <a:pt x="1542631" y="4153808"/>
                    <a:pt x="1504950" y="4188099"/>
                  </a:cubicBezTo>
                  <a:close/>
                  <a:moveTo>
                    <a:pt x="1680020" y="4174763"/>
                  </a:moveTo>
                  <a:cubicBezTo>
                    <a:pt x="1979486" y="3853390"/>
                    <a:pt x="2129219" y="3443815"/>
                    <a:pt x="2202371" y="3153017"/>
                  </a:cubicBezTo>
                  <a:cubicBezTo>
                    <a:pt x="2206257" y="3142834"/>
                    <a:pt x="2208876" y="3132214"/>
                    <a:pt x="2210181" y="3121394"/>
                  </a:cubicBezTo>
                  <a:cubicBezTo>
                    <a:pt x="2232460" y="3029239"/>
                    <a:pt x="2249948" y="2935989"/>
                    <a:pt x="2262569" y="2842025"/>
                  </a:cubicBezTo>
                  <a:lnTo>
                    <a:pt x="2266474" y="2842025"/>
                  </a:lnTo>
                  <a:lnTo>
                    <a:pt x="2526983" y="2842025"/>
                  </a:lnTo>
                  <a:cubicBezTo>
                    <a:pt x="2546509" y="2842025"/>
                    <a:pt x="2565940" y="2842787"/>
                    <a:pt x="2585085" y="2844311"/>
                  </a:cubicBezTo>
                  <a:cubicBezTo>
                    <a:pt x="2550319" y="3079769"/>
                    <a:pt x="2371725" y="3996265"/>
                    <a:pt x="1679543" y="417476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1" name="Freeform 167">
              <a:extLst>
                <a:ext uri="{FF2B5EF4-FFF2-40B4-BE49-F238E27FC236}">
                  <a16:creationId xmlns:a16="http://schemas.microsoft.com/office/drawing/2014/main" id="{5015C224-F05C-B914-F66D-6385BAD90AF2}"/>
                </a:ext>
              </a:extLst>
            </p:cNvPr>
            <p:cNvSpPr/>
            <p:nvPr/>
          </p:nvSpPr>
          <p:spPr>
            <a:xfrm>
              <a:off x="11383184" y="2403286"/>
              <a:ext cx="808816" cy="259594"/>
            </a:xfrm>
            <a:custGeom>
              <a:avLst/>
              <a:gdLst>
                <a:gd name="connsiteX0" fmla="*/ 783267 w 808816"/>
                <a:gd name="connsiteY0" fmla="*/ 105833 h 259594"/>
                <a:gd name="connsiteX1" fmla="*/ 786696 w 808816"/>
                <a:gd name="connsiteY1" fmla="*/ 102404 h 259594"/>
                <a:gd name="connsiteX2" fmla="*/ 796821 w 808816"/>
                <a:gd name="connsiteY2" fmla="*/ 22222 h 259594"/>
                <a:gd name="connsiteX3" fmla="*/ 716639 w 808816"/>
                <a:gd name="connsiteY3" fmla="*/ 12087 h 259594"/>
                <a:gd name="connsiteX4" fmla="*/ 706971 w 808816"/>
                <a:gd name="connsiteY4" fmla="*/ 21631 h 259594"/>
                <a:gd name="connsiteX5" fmla="*/ 703638 w 808816"/>
                <a:gd name="connsiteY5" fmla="*/ 24870 h 259594"/>
                <a:gd name="connsiteX6" fmla="*/ 105277 w 808816"/>
                <a:gd name="connsiteY6" fmla="*/ 24870 h 259594"/>
                <a:gd name="connsiteX7" fmla="*/ 101848 w 808816"/>
                <a:gd name="connsiteY7" fmla="*/ 21536 h 259594"/>
                <a:gd name="connsiteX8" fmla="*/ 21533 w 808816"/>
                <a:gd name="connsiteY8" fmla="*/ 12459 h 259594"/>
                <a:gd name="connsiteX9" fmla="*/ 12456 w 808816"/>
                <a:gd name="connsiteY9" fmla="*/ 92764 h 259594"/>
                <a:gd name="connsiteX10" fmla="*/ 22124 w 808816"/>
                <a:gd name="connsiteY10" fmla="*/ 102308 h 259594"/>
                <a:gd name="connsiteX11" fmla="*/ 25648 w 808816"/>
                <a:gd name="connsiteY11" fmla="*/ 105833 h 259594"/>
                <a:gd name="connsiteX12" fmla="*/ 783267 w 808816"/>
                <a:gd name="connsiteY12" fmla="*/ 105833 h 25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8816" h="259594">
                  <a:moveTo>
                    <a:pt x="783267" y="105833"/>
                  </a:moveTo>
                  <a:lnTo>
                    <a:pt x="786696" y="102404"/>
                  </a:lnTo>
                  <a:cubicBezTo>
                    <a:pt x="811632" y="83058"/>
                    <a:pt x="816166" y="47159"/>
                    <a:pt x="796821" y="22222"/>
                  </a:cubicBezTo>
                  <a:cubicBezTo>
                    <a:pt x="777476" y="-2724"/>
                    <a:pt x="741576" y="-7258"/>
                    <a:pt x="716639" y="12087"/>
                  </a:cubicBezTo>
                  <a:cubicBezTo>
                    <a:pt x="713048" y="14878"/>
                    <a:pt x="709800" y="18079"/>
                    <a:pt x="706971" y="21631"/>
                  </a:cubicBezTo>
                  <a:lnTo>
                    <a:pt x="703638" y="24870"/>
                  </a:lnTo>
                  <a:cubicBezTo>
                    <a:pt x="537036" y="186766"/>
                    <a:pt x="271879" y="186766"/>
                    <a:pt x="105277" y="24870"/>
                  </a:cubicBezTo>
                  <a:lnTo>
                    <a:pt x="101848" y="21536"/>
                  </a:lnTo>
                  <a:cubicBezTo>
                    <a:pt x="82179" y="-3152"/>
                    <a:pt x="46222" y="-7210"/>
                    <a:pt x="21533" y="12459"/>
                  </a:cubicBezTo>
                  <a:cubicBezTo>
                    <a:pt x="-3146" y="32128"/>
                    <a:pt x="-7213" y="68085"/>
                    <a:pt x="12456" y="92764"/>
                  </a:cubicBezTo>
                  <a:cubicBezTo>
                    <a:pt x="15294" y="96317"/>
                    <a:pt x="18533" y="99527"/>
                    <a:pt x="22124" y="102308"/>
                  </a:cubicBezTo>
                  <a:lnTo>
                    <a:pt x="25648" y="105833"/>
                  </a:lnTo>
                  <a:cubicBezTo>
                    <a:pt x="236579" y="310849"/>
                    <a:pt x="572335" y="310849"/>
                    <a:pt x="783267" y="10583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2" name="Freeform 168">
              <a:extLst>
                <a:ext uri="{FF2B5EF4-FFF2-40B4-BE49-F238E27FC236}">
                  <a16:creationId xmlns:a16="http://schemas.microsoft.com/office/drawing/2014/main" id="{3A2AA29E-EC55-8232-51F3-40A086EB7FF5}"/>
                </a:ext>
              </a:extLst>
            </p:cNvPr>
            <p:cNvSpPr/>
            <p:nvPr/>
          </p:nvSpPr>
          <p:spPr>
            <a:xfrm>
              <a:off x="12009120" y="1929142"/>
              <a:ext cx="182880" cy="182880"/>
            </a:xfrm>
            <a:custGeom>
              <a:avLst/>
              <a:gdLst>
                <a:gd name="connsiteX0" fmla="*/ 65865 w 131695"/>
                <a:gd name="connsiteY0" fmla="*/ 136303 h 136302"/>
                <a:gd name="connsiteX1" fmla="*/ 65865 w 131695"/>
                <a:gd name="connsiteY1" fmla="*/ 0 h 136302"/>
                <a:gd name="connsiteX2" fmla="*/ 65865 w 131695"/>
                <a:gd name="connsiteY2" fmla="*/ 136303 h 136302"/>
              </a:gdLst>
              <a:ahLst/>
              <a:cxnLst>
                <a:cxn ang="0">
                  <a:pos x="connsiteX0" y="connsiteY0"/>
                </a:cxn>
                <a:cxn ang="0">
                  <a:pos x="connsiteX1" y="connsiteY1"/>
                </a:cxn>
                <a:cxn ang="0">
                  <a:pos x="connsiteX2" y="connsiteY2"/>
                </a:cxn>
              </a:cxnLst>
              <a:rect l="l" t="t" r="r" b="b"/>
              <a:pathLst>
                <a:path w="131695" h="136302">
                  <a:moveTo>
                    <a:pt x="65865" y="136303"/>
                  </a:moveTo>
                  <a:cubicBezTo>
                    <a:pt x="153591" y="136303"/>
                    <a:pt x="153686" y="0"/>
                    <a:pt x="65865" y="0"/>
                  </a:cubicBezTo>
                  <a:cubicBezTo>
                    <a:pt x="-21955" y="0"/>
                    <a:pt x="-21955" y="136303"/>
                    <a:pt x="65865" y="13630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3" name="Freeform 169">
              <a:extLst>
                <a:ext uri="{FF2B5EF4-FFF2-40B4-BE49-F238E27FC236}">
                  <a16:creationId xmlns:a16="http://schemas.microsoft.com/office/drawing/2014/main" id="{4D0C955C-E548-4097-2144-93B7324C02B9}"/>
                </a:ext>
              </a:extLst>
            </p:cNvPr>
            <p:cNvSpPr/>
            <p:nvPr/>
          </p:nvSpPr>
          <p:spPr>
            <a:xfrm>
              <a:off x="12009120" y="1929142"/>
              <a:ext cx="182880" cy="182880"/>
            </a:xfrm>
            <a:custGeom>
              <a:avLst/>
              <a:gdLst>
                <a:gd name="connsiteX0" fmla="*/ 65901 w 131730"/>
                <a:gd name="connsiteY0" fmla="*/ 136303 h 136302"/>
                <a:gd name="connsiteX1" fmla="*/ 65901 w 131730"/>
                <a:gd name="connsiteY1" fmla="*/ 0 h 136302"/>
                <a:gd name="connsiteX2" fmla="*/ 65901 w 131730"/>
                <a:gd name="connsiteY2" fmla="*/ 136303 h 136302"/>
              </a:gdLst>
              <a:ahLst/>
              <a:cxnLst>
                <a:cxn ang="0">
                  <a:pos x="connsiteX0" y="connsiteY0"/>
                </a:cxn>
                <a:cxn ang="0">
                  <a:pos x="connsiteX1" y="connsiteY1"/>
                </a:cxn>
                <a:cxn ang="0">
                  <a:pos x="connsiteX2" y="connsiteY2"/>
                </a:cxn>
              </a:cxnLst>
              <a:rect l="l" t="t" r="r" b="b"/>
              <a:pathLst>
                <a:path w="131730" h="136302">
                  <a:moveTo>
                    <a:pt x="65901" y="136303"/>
                  </a:moveTo>
                  <a:cubicBezTo>
                    <a:pt x="153626" y="136303"/>
                    <a:pt x="153721" y="0"/>
                    <a:pt x="65901" y="0"/>
                  </a:cubicBezTo>
                  <a:cubicBezTo>
                    <a:pt x="-21919" y="0"/>
                    <a:pt x="-22015" y="136303"/>
                    <a:pt x="65901" y="13630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54" name="Group 53">
            <a:extLst>
              <a:ext uri="{FF2B5EF4-FFF2-40B4-BE49-F238E27FC236}">
                <a16:creationId xmlns:a16="http://schemas.microsoft.com/office/drawing/2014/main" id="{3C9E83CE-19E3-2BF0-6F0A-A1094DF9C4DA}"/>
              </a:ext>
              <a:ext uri="{C183D7F6-B498-43B3-948B-1728B52AA6E4}">
                <adec:decorative xmlns:adec="http://schemas.microsoft.com/office/drawing/2017/decorative" val="1"/>
              </a:ext>
            </a:extLst>
          </p:cNvPr>
          <p:cNvGrpSpPr/>
          <p:nvPr/>
        </p:nvGrpSpPr>
        <p:grpSpPr>
          <a:xfrm>
            <a:off x="6896961" y="1271736"/>
            <a:ext cx="465091" cy="594945"/>
            <a:chOff x="8819960" y="457383"/>
            <a:chExt cx="3372040" cy="4313518"/>
          </a:xfrm>
          <a:solidFill>
            <a:schemeClr val="bg1"/>
          </a:solidFill>
        </p:grpSpPr>
        <p:sp>
          <p:nvSpPr>
            <p:cNvPr id="55" name="Freeform 174">
              <a:extLst>
                <a:ext uri="{FF2B5EF4-FFF2-40B4-BE49-F238E27FC236}">
                  <a16:creationId xmlns:a16="http://schemas.microsoft.com/office/drawing/2014/main" id="{EA3E0DEC-3E6D-51EB-1B6E-AFA6AA36973E}"/>
                </a:ext>
              </a:extLst>
            </p:cNvPr>
            <p:cNvSpPr/>
            <p:nvPr/>
          </p:nvSpPr>
          <p:spPr>
            <a:xfrm>
              <a:off x="8819960" y="457383"/>
              <a:ext cx="3372040" cy="4313518"/>
            </a:xfrm>
            <a:custGeom>
              <a:avLst/>
              <a:gdLst>
                <a:gd name="connsiteX0" fmla="*/ 2659856 w 3372040"/>
                <a:gd name="connsiteY0" fmla="*/ 2738965 h 4313518"/>
                <a:gd name="connsiteX1" fmla="*/ 2659856 w 3372040"/>
                <a:gd name="connsiteY1" fmla="*/ 2738965 h 4313518"/>
                <a:gd name="connsiteX2" fmla="*/ 2527173 w 3372040"/>
                <a:gd name="connsiteY2" fmla="*/ 2728487 h 4313518"/>
                <a:gd name="connsiteX3" fmla="*/ 2266950 w 3372040"/>
                <a:gd name="connsiteY3" fmla="*/ 2728487 h 4313518"/>
                <a:gd name="connsiteX4" fmla="*/ 2224754 w 3372040"/>
                <a:gd name="connsiteY4" fmla="*/ 2725439 h 4313518"/>
                <a:gd name="connsiteX5" fmla="*/ 2217706 w 3372040"/>
                <a:gd name="connsiteY5" fmla="*/ 2724392 h 4313518"/>
                <a:gd name="connsiteX6" fmla="*/ 2217706 w 3372040"/>
                <a:gd name="connsiteY6" fmla="*/ 2724392 h 4313518"/>
                <a:gd name="connsiteX7" fmla="*/ 2170843 w 3372040"/>
                <a:gd name="connsiteY7" fmla="*/ 2712581 h 4313518"/>
                <a:gd name="connsiteX8" fmla="*/ 2131219 w 3372040"/>
                <a:gd name="connsiteY8" fmla="*/ 2696007 h 4313518"/>
                <a:gd name="connsiteX9" fmla="*/ 1968246 w 3372040"/>
                <a:gd name="connsiteY9" fmla="*/ 2468645 h 4313518"/>
                <a:gd name="connsiteX10" fmla="*/ 2228183 w 3372040"/>
                <a:gd name="connsiteY10" fmla="*/ 2375205 h 4313518"/>
                <a:gd name="connsiteX11" fmla="*/ 2624899 w 3372040"/>
                <a:gd name="connsiteY11" fmla="*/ 1820850 h 4313518"/>
                <a:gd name="connsiteX12" fmla="*/ 2727293 w 3372040"/>
                <a:gd name="connsiteY12" fmla="*/ 1820850 h 4313518"/>
                <a:gd name="connsiteX13" fmla="*/ 2977315 w 3372040"/>
                <a:gd name="connsiteY13" fmla="*/ 1564932 h 4313518"/>
                <a:gd name="connsiteX14" fmla="*/ 2948559 w 3372040"/>
                <a:gd name="connsiteY14" fmla="*/ 1450709 h 4313518"/>
                <a:gd name="connsiteX15" fmla="*/ 2948559 w 3372040"/>
                <a:gd name="connsiteY15" fmla="*/ 1003034 h 4313518"/>
                <a:gd name="connsiteX16" fmla="*/ 2112550 w 3372040"/>
                <a:gd name="connsiteY16" fmla="*/ 167215 h 4313518"/>
                <a:gd name="connsiteX17" fmla="*/ 983171 w 3372040"/>
                <a:gd name="connsiteY17" fmla="*/ 167215 h 4313518"/>
                <a:gd name="connsiteX18" fmla="*/ 657225 w 3372040"/>
                <a:gd name="connsiteY18" fmla="*/ 84347 h 4313518"/>
                <a:gd name="connsiteX19" fmla="*/ 515017 w 3372040"/>
                <a:gd name="connsiteY19" fmla="*/ 6718 h 4313518"/>
                <a:gd name="connsiteX20" fmla="*/ 437712 w 3372040"/>
                <a:gd name="connsiteY20" fmla="*/ 30297 h 4313518"/>
                <a:gd name="connsiteX21" fmla="*/ 431006 w 3372040"/>
                <a:gd name="connsiteY21" fmla="*/ 56534 h 4313518"/>
                <a:gd name="connsiteX22" fmla="*/ 431006 w 3372040"/>
                <a:gd name="connsiteY22" fmla="*/ 498018 h 4313518"/>
                <a:gd name="connsiteX23" fmla="*/ 738283 w 3372040"/>
                <a:gd name="connsiteY23" fmla="*/ 955694 h 4313518"/>
                <a:gd name="connsiteX24" fmla="*/ 738283 w 3372040"/>
                <a:gd name="connsiteY24" fmla="*/ 1317073 h 4313518"/>
                <a:gd name="connsiteX25" fmla="*/ 645319 w 3372040"/>
                <a:gd name="connsiteY25" fmla="*/ 1317073 h 4313518"/>
                <a:gd name="connsiteX26" fmla="*/ 393383 w 3372040"/>
                <a:gd name="connsiteY26" fmla="*/ 1569009 h 4313518"/>
                <a:gd name="connsiteX27" fmla="*/ 645319 w 3372040"/>
                <a:gd name="connsiteY27" fmla="*/ 1820945 h 4313518"/>
                <a:gd name="connsiteX28" fmla="*/ 747713 w 3372040"/>
                <a:gd name="connsiteY28" fmla="*/ 1820945 h 4313518"/>
                <a:gd name="connsiteX29" fmla="*/ 1138238 w 3372040"/>
                <a:gd name="connsiteY29" fmla="*/ 2371871 h 4313518"/>
                <a:gd name="connsiteX30" fmla="*/ 1404938 w 3372040"/>
                <a:gd name="connsiteY30" fmla="*/ 2468741 h 4313518"/>
                <a:gd name="connsiteX31" fmla="*/ 1241870 w 3372040"/>
                <a:gd name="connsiteY31" fmla="*/ 2696198 h 4313518"/>
                <a:gd name="connsiteX32" fmla="*/ 1202341 w 3372040"/>
                <a:gd name="connsiteY32" fmla="*/ 2712676 h 4313518"/>
                <a:gd name="connsiteX33" fmla="*/ 1105948 w 3372040"/>
                <a:gd name="connsiteY33" fmla="*/ 2728583 h 4313518"/>
                <a:gd name="connsiteX34" fmla="*/ 844868 w 3372040"/>
                <a:gd name="connsiteY34" fmla="*/ 2728583 h 4313518"/>
                <a:gd name="connsiteX35" fmla="*/ 712184 w 3372040"/>
                <a:gd name="connsiteY35" fmla="*/ 2739060 h 4313518"/>
                <a:gd name="connsiteX36" fmla="*/ 711232 w 3372040"/>
                <a:gd name="connsiteY36" fmla="*/ 2739060 h 4313518"/>
                <a:gd name="connsiteX37" fmla="*/ 0 w 3372040"/>
                <a:gd name="connsiteY37" fmla="*/ 3573641 h 4313518"/>
                <a:gd name="connsiteX38" fmla="*/ 0 w 3372040"/>
                <a:gd name="connsiteY38" fmla="*/ 4259441 h 4313518"/>
                <a:gd name="connsiteX39" fmla="*/ 62980 w 3372040"/>
                <a:gd name="connsiteY39" fmla="*/ 4310095 h 4313518"/>
                <a:gd name="connsiteX40" fmla="*/ 113633 w 3372040"/>
                <a:gd name="connsiteY40" fmla="*/ 4259441 h 4313518"/>
                <a:gd name="connsiteX41" fmla="*/ 113633 w 3372040"/>
                <a:gd name="connsiteY41" fmla="*/ 3573641 h 4313518"/>
                <a:gd name="connsiteX42" fmla="*/ 674846 w 3372040"/>
                <a:gd name="connsiteY42" fmla="*/ 2862218 h 4313518"/>
                <a:gd name="connsiteX43" fmla="*/ 1479233 w 3372040"/>
                <a:gd name="connsiteY43" fmla="*/ 4307161 h 4313518"/>
                <a:gd name="connsiteX44" fmla="*/ 1479233 w 3372040"/>
                <a:gd name="connsiteY44" fmla="*/ 4307161 h 4313518"/>
                <a:gd name="connsiteX45" fmla="*/ 1479233 w 3372040"/>
                <a:gd name="connsiteY45" fmla="*/ 4307161 h 4313518"/>
                <a:gd name="connsiteX46" fmla="*/ 1479233 w 3372040"/>
                <a:gd name="connsiteY46" fmla="*/ 4307161 h 4313518"/>
                <a:gd name="connsiteX47" fmla="*/ 1479233 w 3372040"/>
                <a:gd name="connsiteY47" fmla="*/ 4307161 h 4313518"/>
                <a:gd name="connsiteX48" fmla="*/ 1481328 w 3372040"/>
                <a:gd name="connsiteY48" fmla="*/ 4308399 h 4313518"/>
                <a:gd name="connsiteX49" fmla="*/ 1484376 w 3372040"/>
                <a:gd name="connsiteY49" fmla="*/ 4309923 h 4313518"/>
                <a:gd name="connsiteX50" fmla="*/ 1485710 w 3372040"/>
                <a:gd name="connsiteY50" fmla="*/ 4310590 h 4313518"/>
                <a:gd name="connsiteX51" fmla="*/ 1486567 w 3372040"/>
                <a:gd name="connsiteY51" fmla="*/ 4310590 h 4313518"/>
                <a:gd name="connsiteX52" fmla="*/ 1489901 w 3372040"/>
                <a:gd name="connsiteY52" fmla="*/ 4311828 h 4313518"/>
                <a:gd name="connsiteX53" fmla="*/ 1491710 w 3372040"/>
                <a:gd name="connsiteY53" fmla="*/ 4312495 h 4313518"/>
                <a:gd name="connsiteX54" fmla="*/ 1493139 w 3372040"/>
                <a:gd name="connsiteY54" fmla="*/ 4312971 h 4313518"/>
                <a:gd name="connsiteX55" fmla="*/ 1494377 w 3372040"/>
                <a:gd name="connsiteY55" fmla="*/ 4312971 h 4313518"/>
                <a:gd name="connsiteX56" fmla="*/ 1495806 w 3372040"/>
                <a:gd name="connsiteY56" fmla="*/ 4312971 h 4313518"/>
                <a:gd name="connsiteX57" fmla="*/ 1497235 w 3372040"/>
                <a:gd name="connsiteY57" fmla="*/ 4312971 h 4313518"/>
                <a:gd name="connsiteX58" fmla="*/ 1499997 w 3372040"/>
                <a:gd name="connsiteY58" fmla="*/ 4313447 h 4313518"/>
                <a:gd name="connsiteX59" fmla="*/ 1501902 w 3372040"/>
                <a:gd name="connsiteY59" fmla="*/ 4313447 h 4313518"/>
                <a:gd name="connsiteX60" fmla="*/ 1501902 w 3372040"/>
                <a:gd name="connsiteY60" fmla="*/ 4313447 h 4313518"/>
                <a:gd name="connsiteX61" fmla="*/ 1502759 w 3372040"/>
                <a:gd name="connsiteY61" fmla="*/ 4313447 h 4313518"/>
                <a:gd name="connsiteX62" fmla="*/ 1508570 w 3372040"/>
                <a:gd name="connsiteY62" fmla="*/ 4313447 h 4313518"/>
                <a:gd name="connsiteX63" fmla="*/ 1514475 w 3372040"/>
                <a:gd name="connsiteY63" fmla="*/ 4313447 h 4313518"/>
                <a:gd name="connsiteX64" fmla="*/ 2697099 w 3372040"/>
                <a:gd name="connsiteY64" fmla="*/ 2862218 h 4313518"/>
                <a:gd name="connsiteX65" fmla="*/ 3258407 w 3372040"/>
                <a:gd name="connsiteY65" fmla="*/ 3573641 h 4313518"/>
                <a:gd name="connsiteX66" fmla="*/ 3258407 w 3372040"/>
                <a:gd name="connsiteY66" fmla="*/ 4259441 h 4313518"/>
                <a:gd name="connsiteX67" fmla="*/ 3321387 w 3372040"/>
                <a:gd name="connsiteY67" fmla="*/ 4310095 h 4313518"/>
                <a:gd name="connsiteX68" fmla="*/ 3372041 w 3372040"/>
                <a:gd name="connsiteY68" fmla="*/ 4259441 h 4313518"/>
                <a:gd name="connsiteX69" fmla="*/ 3372041 w 3372040"/>
                <a:gd name="connsiteY69" fmla="*/ 3573641 h 4313518"/>
                <a:gd name="connsiteX70" fmla="*/ 2659856 w 3372040"/>
                <a:gd name="connsiteY70" fmla="*/ 2738965 h 4313518"/>
                <a:gd name="connsiteX71" fmla="*/ 2094929 w 3372040"/>
                <a:gd name="connsiteY71" fmla="*/ 2807545 h 4313518"/>
                <a:gd name="connsiteX72" fmla="*/ 2098548 w 3372040"/>
                <a:gd name="connsiteY72" fmla="*/ 2806497 h 4313518"/>
                <a:gd name="connsiteX73" fmla="*/ 2114169 w 3372040"/>
                <a:gd name="connsiteY73" fmla="*/ 2813069 h 4313518"/>
                <a:gd name="connsiteX74" fmla="*/ 2117122 w 3372040"/>
                <a:gd name="connsiteY74" fmla="*/ 2823547 h 4313518"/>
                <a:gd name="connsiteX75" fmla="*/ 2098072 w 3372040"/>
                <a:gd name="connsiteY75" fmla="*/ 3093009 h 4313518"/>
                <a:gd name="connsiteX76" fmla="*/ 2091976 w 3372040"/>
                <a:gd name="connsiteY76" fmla="*/ 3117584 h 4313518"/>
                <a:gd name="connsiteX77" fmla="*/ 2087880 w 3372040"/>
                <a:gd name="connsiteY77" fmla="*/ 3120441 h 4313518"/>
                <a:gd name="connsiteX78" fmla="*/ 2071688 w 3372040"/>
                <a:gd name="connsiteY78" fmla="*/ 3119012 h 4313518"/>
                <a:gd name="connsiteX79" fmla="*/ 1802797 w 3372040"/>
                <a:gd name="connsiteY79" fmla="*/ 2927560 h 4313518"/>
                <a:gd name="connsiteX80" fmla="*/ 2060543 w 3372040"/>
                <a:gd name="connsiteY80" fmla="*/ 3234265 h 4313518"/>
                <a:gd name="connsiteX81" fmla="*/ 1686973 w 3372040"/>
                <a:gd name="connsiteY81" fmla="*/ 3990741 h 4313518"/>
                <a:gd name="connsiteX82" fmla="*/ 1313402 w 3372040"/>
                <a:gd name="connsiteY82" fmla="*/ 3233789 h 4313518"/>
                <a:gd name="connsiteX83" fmla="*/ 1365599 w 3372040"/>
                <a:gd name="connsiteY83" fmla="*/ 3211691 h 4313518"/>
                <a:gd name="connsiteX84" fmla="*/ 1685925 w 3372040"/>
                <a:gd name="connsiteY84" fmla="*/ 2983757 h 4313518"/>
                <a:gd name="connsiteX85" fmla="*/ 2006251 w 3372040"/>
                <a:gd name="connsiteY85" fmla="*/ 3211595 h 4313518"/>
                <a:gd name="connsiteX86" fmla="*/ 2060543 w 3372040"/>
                <a:gd name="connsiteY86" fmla="*/ 3234265 h 4313518"/>
                <a:gd name="connsiteX87" fmla="*/ 2519934 w 3372040"/>
                <a:gd name="connsiteY87" fmla="*/ 1699597 h 4313518"/>
                <a:gd name="connsiteX88" fmla="*/ 2519934 w 3372040"/>
                <a:gd name="connsiteY88" fmla="*/ 1710836 h 4313518"/>
                <a:gd name="connsiteX89" fmla="*/ 2500027 w 3372040"/>
                <a:gd name="connsiteY89" fmla="*/ 1723219 h 4313518"/>
                <a:gd name="connsiteX90" fmla="*/ 1898999 w 3372040"/>
                <a:gd name="connsiteY90" fmla="*/ 1723219 h 4313518"/>
                <a:gd name="connsiteX91" fmla="*/ 1853279 w 3372040"/>
                <a:gd name="connsiteY91" fmla="*/ 1677499 h 4313518"/>
                <a:gd name="connsiteX92" fmla="*/ 1853279 w 3372040"/>
                <a:gd name="connsiteY92" fmla="*/ 1401274 h 4313518"/>
                <a:gd name="connsiteX93" fmla="*/ 1898999 w 3372040"/>
                <a:gd name="connsiteY93" fmla="*/ 1355554 h 4313518"/>
                <a:gd name="connsiteX94" fmla="*/ 2520124 w 3372040"/>
                <a:gd name="connsiteY94" fmla="*/ 1355554 h 4313518"/>
                <a:gd name="connsiteX95" fmla="*/ 2519934 w 3372040"/>
                <a:gd name="connsiteY95" fmla="*/ 1242397 h 4313518"/>
                <a:gd name="connsiteX96" fmla="*/ 1898809 w 3372040"/>
                <a:gd name="connsiteY96" fmla="*/ 1242397 h 4313518"/>
                <a:gd name="connsiteX97" fmla="*/ 1739551 w 3372040"/>
                <a:gd name="connsiteY97" fmla="*/ 1401655 h 4313518"/>
                <a:gd name="connsiteX98" fmla="*/ 1739551 w 3372040"/>
                <a:gd name="connsiteY98" fmla="*/ 1488713 h 4313518"/>
                <a:gd name="connsiteX99" fmla="*/ 1632299 w 3372040"/>
                <a:gd name="connsiteY99" fmla="*/ 1488713 h 4313518"/>
                <a:gd name="connsiteX100" fmla="*/ 1632299 w 3372040"/>
                <a:gd name="connsiteY100" fmla="*/ 1401655 h 4313518"/>
                <a:gd name="connsiteX101" fmla="*/ 1473041 w 3372040"/>
                <a:gd name="connsiteY101" fmla="*/ 1242397 h 4313518"/>
                <a:gd name="connsiteX102" fmla="*/ 851916 w 3372040"/>
                <a:gd name="connsiteY102" fmla="*/ 1242397 h 4313518"/>
                <a:gd name="connsiteX103" fmla="*/ 851916 w 3372040"/>
                <a:gd name="connsiteY103" fmla="*/ 987127 h 4313518"/>
                <a:gd name="connsiteX104" fmla="*/ 925639 w 3372040"/>
                <a:gd name="connsiteY104" fmla="*/ 992651 h 4313518"/>
                <a:gd name="connsiteX105" fmla="*/ 2519934 w 3372040"/>
                <a:gd name="connsiteY105" fmla="*/ 992651 h 4313518"/>
                <a:gd name="connsiteX106" fmla="*/ 2726531 w 3372040"/>
                <a:gd name="connsiteY106" fmla="*/ 1707503 h 4313518"/>
                <a:gd name="connsiteX107" fmla="*/ 2633472 w 3372040"/>
                <a:gd name="connsiteY107" fmla="*/ 1707503 h 4313518"/>
                <a:gd name="connsiteX108" fmla="*/ 2633472 w 3372040"/>
                <a:gd name="connsiteY108" fmla="*/ 1699692 h 4313518"/>
                <a:gd name="connsiteX109" fmla="*/ 2633472 w 3372040"/>
                <a:gd name="connsiteY109" fmla="*/ 1430706 h 4313518"/>
                <a:gd name="connsiteX110" fmla="*/ 2726436 w 3372040"/>
                <a:gd name="connsiteY110" fmla="*/ 1430706 h 4313518"/>
                <a:gd name="connsiteX111" fmla="*/ 2857291 w 3372040"/>
                <a:gd name="connsiteY111" fmla="*/ 1576077 h 4313518"/>
                <a:gd name="connsiteX112" fmla="*/ 2726436 w 3372040"/>
                <a:gd name="connsiteY112" fmla="*/ 1706931 h 4313518"/>
                <a:gd name="connsiteX113" fmla="*/ 645319 w 3372040"/>
                <a:gd name="connsiteY113" fmla="*/ 1707503 h 4313518"/>
                <a:gd name="connsiteX114" fmla="*/ 514464 w 3372040"/>
                <a:gd name="connsiteY114" fmla="*/ 1562132 h 4313518"/>
                <a:gd name="connsiteX115" fmla="*/ 645319 w 3372040"/>
                <a:gd name="connsiteY115" fmla="*/ 1431278 h 4313518"/>
                <a:gd name="connsiteX116" fmla="*/ 738283 w 3372040"/>
                <a:gd name="connsiteY116" fmla="*/ 1431278 h 4313518"/>
                <a:gd name="connsiteX117" fmla="*/ 738283 w 3372040"/>
                <a:gd name="connsiteY117" fmla="*/ 1700073 h 4313518"/>
                <a:gd name="connsiteX118" fmla="*/ 738283 w 3372040"/>
                <a:gd name="connsiteY118" fmla="*/ 1707884 h 4313518"/>
                <a:gd name="connsiteX119" fmla="*/ 544544 w 3372040"/>
                <a:gd name="connsiteY119" fmla="*/ 497828 h 4313518"/>
                <a:gd name="connsiteX120" fmla="*/ 544544 w 3372040"/>
                <a:gd name="connsiteY120" fmla="*/ 152261 h 4313518"/>
                <a:gd name="connsiteX121" fmla="*/ 602742 w 3372040"/>
                <a:gd name="connsiteY121" fmla="*/ 184074 h 4313518"/>
                <a:gd name="connsiteX122" fmla="*/ 983171 w 3372040"/>
                <a:gd name="connsiteY122" fmla="*/ 281515 h 4313518"/>
                <a:gd name="connsiteX123" fmla="*/ 2112550 w 3372040"/>
                <a:gd name="connsiteY123" fmla="*/ 281515 h 4313518"/>
                <a:gd name="connsiteX124" fmla="*/ 2834164 w 3372040"/>
                <a:gd name="connsiteY124" fmla="*/ 1003129 h 4313518"/>
                <a:gd name="connsiteX125" fmla="*/ 2834164 w 3372040"/>
                <a:gd name="connsiteY125" fmla="*/ 1341743 h 4313518"/>
                <a:gd name="connsiteX126" fmla="*/ 2726531 w 3372040"/>
                <a:gd name="connsiteY126" fmla="*/ 1317359 h 4313518"/>
                <a:gd name="connsiteX127" fmla="*/ 2633567 w 3372040"/>
                <a:gd name="connsiteY127" fmla="*/ 1317359 h 4313518"/>
                <a:gd name="connsiteX128" fmla="*/ 2633567 w 3372040"/>
                <a:gd name="connsiteY128" fmla="*/ 936359 h 4313518"/>
                <a:gd name="connsiteX129" fmla="*/ 2576417 w 3372040"/>
                <a:gd name="connsiteY129" fmla="*/ 879209 h 4313518"/>
                <a:gd name="connsiteX130" fmla="*/ 925639 w 3372040"/>
                <a:gd name="connsiteY130" fmla="*/ 879209 h 4313518"/>
                <a:gd name="connsiteX131" fmla="*/ 544544 w 3372040"/>
                <a:gd name="connsiteY131" fmla="*/ 498018 h 4313518"/>
                <a:gd name="connsiteX132" fmla="*/ 851916 w 3372040"/>
                <a:gd name="connsiteY132" fmla="*/ 1699311 h 4313518"/>
                <a:gd name="connsiteX133" fmla="*/ 851916 w 3372040"/>
                <a:gd name="connsiteY133" fmla="*/ 1355744 h 4313518"/>
                <a:gd name="connsiteX134" fmla="*/ 1473041 w 3372040"/>
                <a:gd name="connsiteY134" fmla="*/ 1355744 h 4313518"/>
                <a:gd name="connsiteX135" fmla="*/ 1518761 w 3372040"/>
                <a:gd name="connsiteY135" fmla="*/ 1401464 h 4313518"/>
                <a:gd name="connsiteX136" fmla="*/ 1518761 w 3372040"/>
                <a:gd name="connsiteY136" fmla="*/ 1677689 h 4313518"/>
                <a:gd name="connsiteX137" fmla="*/ 1473041 w 3372040"/>
                <a:gd name="connsiteY137" fmla="*/ 1723409 h 4313518"/>
                <a:gd name="connsiteX138" fmla="*/ 872014 w 3372040"/>
                <a:gd name="connsiteY138" fmla="*/ 1723409 h 4313518"/>
                <a:gd name="connsiteX139" fmla="*/ 852107 w 3372040"/>
                <a:gd name="connsiteY139" fmla="*/ 1711027 h 4313518"/>
                <a:gd name="connsiteX140" fmla="*/ 851916 w 3372040"/>
                <a:gd name="connsiteY140" fmla="*/ 1699502 h 4313518"/>
                <a:gd name="connsiteX141" fmla="*/ 1190435 w 3372040"/>
                <a:gd name="connsiteY141" fmla="*/ 2270811 h 4313518"/>
                <a:gd name="connsiteX142" fmla="*/ 865918 w 3372040"/>
                <a:gd name="connsiteY142" fmla="*/ 1836281 h 4313518"/>
                <a:gd name="connsiteX143" fmla="*/ 1473041 w 3372040"/>
                <a:gd name="connsiteY143" fmla="*/ 1836281 h 4313518"/>
                <a:gd name="connsiteX144" fmla="*/ 1632299 w 3372040"/>
                <a:gd name="connsiteY144" fmla="*/ 1677023 h 4313518"/>
                <a:gd name="connsiteX145" fmla="*/ 1632299 w 3372040"/>
                <a:gd name="connsiteY145" fmla="*/ 1601775 h 4313518"/>
                <a:gd name="connsiteX146" fmla="*/ 1739551 w 3372040"/>
                <a:gd name="connsiteY146" fmla="*/ 1601775 h 4313518"/>
                <a:gd name="connsiteX147" fmla="*/ 1739551 w 3372040"/>
                <a:gd name="connsiteY147" fmla="*/ 1677023 h 4313518"/>
                <a:gd name="connsiteX148" fmla="*/ 1898809 w 3372040"/>
                <a:gd name="connsiteY148" fmla="*/ 1836281 h 4313518"/>
                <a:gd name="connsiteX149" fmla="*/ 2505837 w 3372040"/>
                <a:gd name="connsiteY149" fmla="*/ 1836281 h 4313518"/>
                <a:gd name="connsiteX150" fmla="*/ 2175510 w 3372040"/>
                <a:gd name="connsiteY150" fmla="*/ 2273859 h 4313518"/>
                <a:gd name="connsiteX151" fmla="*/ 1685925 w 3372040"/>
                <a:gd name="connsiteY151" fmla="*/ 2385302 h 4313518"/>
                <a:gd name="connsiteX152" fmla="*/ 1190625 w 3372040"/>
                <a:gd name="connsiteY152" fmla="*/ 2271192 h 4313518"/>
                <a:gd name="connsiteX153" fmla="*/ 1516380 w 3372040"/>
                <a:gd name="connsiteY153" fmla="*/ 2487886 h 4313518"/>
                <a:gd name="connsiteX154" fmla="*/ 1855470 w 3372040"/>
                <a:gd name="connsiteY154" fmla="*/ 2487886 h 4313518"/>
                <a:gd name="connsiteX155" fmla="*/ 1983486 w 3372040"/>
                <a:gd name="connsiteY155" fmla="*/ 2730202 h 4313518"/>
                <a:gd name="connsiteX156" fmla="*/ 1685925 w 3372040"/>
                <a:gd name="connsiteY156" fmla="*/ 2852693 h 4313518"/>
                <a:gd name="connsiteX157" fmla="*/ 1388364 w 3372040"/>
                <a:gd name="connsiteY157" fmla="*/ 2730583 h 4313518"/>
                <a:gd name="connsiteX158" fmla="*/ 1516380 w 3372040"/>
                <a:gd name="connsiteY158" fmla="*/ 2488267 h 4313518"/>
                <a:gd name="connsiteX159" fmla="*/ 1257300 w 3372040"/>
                <a:gd name="connsiteY159" fmla="*/ 2813165 h 4313518"/>
                <a:gd name="connsiteX160" fmla="*/ 1273016 w 3372040"/>
                <a:gd name="connsiteY160" fmla="*/ 2806592 h 4313518"/>
                <a:gd name="connsiteX161" fmla="*/ 1276636 w 3372040"/>
                <a:gd name="connsiteY161" fmla="*/ 2807640 h 4313518"/>
                <a:gd name="connsiteX162" fmla="*/ 1568672 w 3372040"/>
                <a:gd name="connsiteY162" fmla="*/ 2927560 h 4313518"/>
                <a:gd name="connsiteX163" fmla="*/ 1299401 w 3372040"/>
                <a:gd name="connsiteY163" fmla="*/ 3119108 h 4313518"/>
                <a:gd name="connsiteX164" fmla="*/ 1283208 w 3372040"/>
                <a:gd name="connsiteY164" fmla="*/ 3120536 h 4313518"/>
                <a:gd name="connsiteX165" fmla="*/ 1281875 w 3372040"/>
                <a:gd name="connsiteY165" fmla="*/ 3119679 h 4313518"/>
                <a:gd name="connsiteX166" fmla="*/ 1272350 w 3372040"/>
                <a:gd name="connsiteY166" fmla="*/ 3079865 h 4313518"/>
                <a:gd name="connsiteX167" fmla="*/ 1254633 w 3372040"/>
                <a:gd name="connsiteY167" fmla="*/ 2823642 h 4313518"/>
                <a:gd name="connsiteX168" fmla="*/ 1257300 w 3372040"/>
                <a:gd name="connsiteY168" fmla="*/ 2813165 h 4313518"/>
                <a:gd name="connsiteX169" fmla="*/ 1504950 w 3372040"/>
                <a:gd name="connsiteY169" fmla="*/ 4188099 h 4313518"/>
                <a:gd name="connsiteX170" fmla="*/ 787813 w 3372040"/>
                <a:gd name="connsiteY170" fmla="*/ 2844407 h 4313518"/>
                <a:gd name="connsiteX171" fmla="*/ 844963 w 3372040"/>
                <a:gd name="connsiteY171" fmla="*/ 2842216 h 4313518"/>
                <a:gd name="connsiteX172" fmla="*/ 1105472 w 3372040"/>
                <a:gd name="connsiteY172" fmla="*/ 2842216 h 4313518"/>
                <a:gd name="connsiteX173" fmla="*/ 1111758 w 3372040"/>
                <a:gd name="connsiteY173" fmla="*/ 2842216 h 4313518"/>
                <a:gd name="connsiteX174" fmla="*/ 1160431 w 3372040"/>
                <a:gd name="connsiteY174" fmla="*/ 3104725 h 4313518"/>
                <a:gd name="connsiteX175" fmla="*/ 1161098 w 3372040"/>
                <a:gd name="connsiteY175" fmla="*/ 3115107 h 4313518"/>
                <a:gd name="connsiteX176" fmla="*/ 1175671 w 3372040"/>
                <a:gd name="connsiteY176" fmla="*/ 3166733 h 4313518"/>
                <a:gd name="connsiteX177" fmla="*/ 1612583 w 3372040"/>
                <a:gd name="connsiteY177" fmla="*/ 4079704 h 4313518"/>
                <a:gd name="connsiteX178" fmla="*/ 1504950 w 3372040"/>
                <a:gd name="connsiteY178" fmla="*/ 4188099 h 4313518"/>
                <a:gd name="connsiteX179" fmla="*/ 1680020 w 3372040"/>
                <a:gd name="connsiteY179" fmla="*/ 4174763 h 4313518"/>
                <a:gd name="connsiteX180" fmla="*/ 2202371 w 3372040"/>
                <a:gd name="connsiteY180" fmla="*/ 3153017 h 4313518"/>
                <a:gd name="connsiteX181" fmla="*/ 2210181 w 3372040"/>
                <a:gd name="connsiteY181" fmla="*/ 3121394 h 4313518"/>
                <a:gd name="connsiteX182" fmla="*/ 2262569 w 3372040"/>
                <a:gd name="connsiteY182" fmla="*/ 2842025 h 4313518"/>
                <a:gd name="connsiteX183" fmla="*/ 2266474 w 3372040"/>
                <a:gd name="connsiteY183" fmla="*/ 2842025 h 4313518"/>
                <a:gd name="connsiteX184" fmla="*/ 2526983 w 3372040"/>
                <a:gd name="connsiteY184" fmla="*/ 2842025 h 4313518"/>
                <a:gd name="connsiteX185" fmla="*/ 2585085 w 3372040"/>
                <a:gd name="connsiteY185" fmla="*/ 2844311 h 4313518"/>
                <a:gd name="connsiteX186" fmla="*/ 1679543 w 3372040"/>
                <a:gd name="connsiteY186" fmla="*/ 4174763 h 4313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3372040" h="4313518">
                  <a:moveTo>
                    <a:pt x="2659856" y="2738965"/>
                  </a:moveTo>
                  <a:lnTo>
                    <a:pt x="2659856" y="2738965"/>
                  </a:lnTo>
                  <a:cubicBezTo>
                    <a:pt x="2615975" y="2731993"/>
                    <a:pt x="2571607" y="2728487"/>
                    <a:pt x="2527173" y="2728487"/>
                  </a:cubicBezTo>
                  <a:lnTo>
                    <a:pt x="2266950" y="2728487"/>
                  </a:lnTo>
                  <a:cubicBezTo>
                    <a:pt x="2252834" y="2728487"/>
                    <a:pt x="2238727" y="2727468"/>
                    <a:pt x="2224754" y="2725439"/>
                  </a:cubicBezTo>
                  <a:cubicBezTo>
                    <a:pt x="2222430" y="2724944"/>
                    <a:pt x="2220078" y="2724592"/>
                    <a:pt x="2217706" y="2724392"/>
                  </a:cubicBezTo>
                  <a:lnTo>
                    <a:pt x="2217706" y="2724392"/>
                  </a:lnTo>
                  <a:cubicBezTo>
                    <a:pt x="2201790" y="2721734"/>
                    <a:pt x="2186111" y="2717791"/>
                    <a:pt x="2170843" y="2712581"/>
                  </a:cubicBezTo>
                  <a:cubicBezTo>
                    <a:pt x="2158651" y="2704875"/>
                    <a:pt x="2145259" y="2699274"/>
                    <a:pt x="2131219" y="2696007"/>
                  </a:cubicBezTo>
                  <a:cubicBezTo>
                    <a:pt x="2043046" y="2651364"/>
                    <a:pt x="1982210" y="2566486"/>
                    <a:pt x="1968246" y="2468645"/>
                  </a:cubicBezTo>
                  <a:cubicBezTo>
                    <a:pt x="2058495" y="2448614"/>
                    <a:pt x="2145840" y="2417220"/>
                    <a:pt x="2228183" y="2375205"/>
                  </a:cubicBezTo>
                  <a:cubicBezTo>
                    <a:pt x="2441762" y="2264839"/>
                    <a:pt x="2589333" y="2058613"/>
                    <a:pt x="2624899" y="1820850"/>
                  </a:cubicBezTo>
                  <a:lnTo>
                    <a:pt x="2727293" y="1820850"/>
                  </a:lnTo>
                  <a:cubicBezTo>
                    <a:pt x="2867006" y="1819221"/>
                    <a:pt x="2978944" y="1704645"/>
                    <a:pt x="2977315" y="1564932"/>
                  </a:cubicBezTo>
                  <a:cubicBezTo>
                    <a:pt x="2976848" y="1525127"/>
                    <a:pt x="2967000" y="1485989"/>
                    <a:pt x="2948559" y="1450709"/>
                  </a:cubicBezTo>
                  <a:lnTo>
                    <a:pt x="2948559" y="1003034"/>
                  </a:lnTo>
                  <a:cubicBezTo>
                    <a:pt x="2948350" y="541437"/>
                    <a:pt x="2574151" y="167320"/>
                    <a:pt x="2112550" y="167215"/>
                  </a:cubicBezTo>
                  <a:lnTo>
                    <a:pt x="983171" y="167215"/>
                  </a:lnTo>
                  <a:cubicBezTo>
                    <a:pt x="869299" y="167271"/>
                    <a:pt x="757238" y="138780"/>
                    <a:pt x="657225" y="84347"/>
                  </a:cubicBezTo>
                  <a:lnTo>
                    <a:pt x="515017" y="6718"/>
                  </a:lnTo>
                  <a:cubicBezTo>
                    <a:pt x="487156" y="-8118"/>
                    <a:pt x="452542" y="2439"/>
                    <a:pt x="437712" y="30297"/>
                  </a:cubicBezTo>
                  <a:cubicBezTo>
                    <a:pt x="433407" y="38380"/>
                    <a:pt x="431111" y="47378"/>
                    <a:pt x="431006" y="56534"/>
                  </a:cubicBezTo>
                  <a:lnTo>
                    <a:pt x="431006" y="498018"/>
                  </a:lnTo>
                  <a:cubicBezTo>
                    <a:pt x="431225" y="698748"/>
                    <a:pt x="552583" y="879494"/>
                    <a:pt x="738283" y="955694"/>
                  </a:cubicBezTo>
                  <a:lnTo>
                    <a:pt x="738283" y="1317073"/>
                  </a:lnTo>
                  <a:lnTo>
                    <a:pt x="645319" y="1317073"/>
                  </a:lnTo>
                  <a:cubicBezTo>
                    <a:pt x="506178" y="1317073"/>
                    <a:pt x="393383" y="1429868"/>
                    <a:pt x="393383" y="1569009"/>
                  </a:cubicBezTo>
                  <a:cubicBezTo>
                    <a:pt x="393383" y="1708150"/>
                    <a:pt x="506178" y="1820945"/>
                    <a:pt x="645319" y="1820945"/>
                  </a:cubicBezTo>
                  <a:lnTo>
                    <a:pt x="747713" y="1820945"/>
                  </a:lnTo>
                  <a:cubicBezTo>
                    <a:pt x="782707" y="2056308"/>
                    <a:pt x="927745" y="2260915"/>
                    <a:pt x="1138238" y="2371871"/>
                  </a:cubicBezTo>
                  <a:cubicBezTo>
                    <a:pt x="1222543" y="2415620"/>
                    <a:pt x="1312202" y="2448186"/>
                    <a:pt x="1404938" y="2468741"/>
                  </a:cubicBezTo>
                  <a:cubicBezTo>
                    <a:pt x="1391012" y="2566648"/>
                    <a:pt x="1330128" y="2651582"/>
                    <a:pt x="1241870" y="2696198"/>
                  </a:cubicBezTo>
                  <a:cubicBezTo>
                    <a:pt x="1227877" y="2699493"/>
                    <a:pt x="1214523" y="2705056"/>
                    <a:pt x="1202341" y="2712676"/>
                  </a:cubicBezTo>
                  <a:cubicBezTo>
                    <a:pt x="1171299" y="2723230"/>
                    <a:pt x="1138733" y="2728602"/>
                    <a:pt x="1105948" y="2728583"/>
                  </a:cubicBezTo>
                  <a:lnTo>
                    <a:pt x="844868" y="2728583"/>
                  </a:lnTo>
                  <a:cubicBezTo>
                    <a:pt x="800433" y="2728583"/>
                    <a:pt x="756066" y="2732088"/>
                    <a:pt x="712184" y="2739060"/>
                  </a:cubicBezTo>
                  <a:lnTo>
                    <a:pt x="711232" y="2739060"/>
                  </a:lnTo>
                  <a:cubicBezTo>
                    <a:pt x="301657" y="2805354"/>
                    <a:pt x="505" y="3158741"/>
                    <a:pt x="0" y="3573641"/>
                  </a:cubicBezTo>
                  <a:lnTo>
                    <a:pt x="0" y="4259441"/>
                  </a:lnTo>
                  <a:cubicBezTo>
                    <a:pt x="3404" y="4290816"/>
                    <a:pt x="31601" y="4313495"/>
                    <a:pt x="62980" y="4310095"/>
                  </a:cubicBezTo>
                  <a:cubicBezTo>
                    <a:pt x="89665" y="4307199"/>
                    <a:pt x="110739" y="4286120"/>
                    <a:pt x="113633" y="4259441"/>
                  </a:cubicBezTo>
                  <a:lnTo>
                    <a:pt x="113633" y="3573641"/>
                  </a:lnTo>
                  <a:cubicBezTo>
                    <a:pt x="114048" y="3235379"/>
                    <a:pt x="345977" y="2941371"/>
                    <a:pt x="674846" y="2862218"/>
                  </a:cubicBezTo>
                  <a:cubicBezTo>
                    <a:pt x="710279" y="3097295"/>
                    <a:pt x="875443" y="3930447"/>
                    <a:pt x="1479233" y="4307161"/>
                  </a:cubicBezTo>
                  <a:lnTo>
                    <a:pt x="1479233" y="4307161"/>
                  </a:lnTo>
                  <a:lnTo>
                    <a:pt x="1479233" y="4307161"/>
                  </a:lnTo>
                  <a:lnTo>
                    <a:pt x="1479233" y="4307161"/>
                  </a:lnTo>
                  <a:lnTo>
                    <a:pt x="1479233" y="4307161"/>
                  </a:lnTo>
                  <a:lnTo>
                    <a:pt x="1481328" y="4308399"/>
                  </a:lnTo>
                  <a:lnTo>
                    <a:pt x="1484376" y="4309923"/>
                  </a:lnTo>
                  <a:lnTo>
                    <a:pt x="1485710" y="4310590"/>
                  </a:lnTo>
                  <a:lnTo>
                    <a:pt x="1486567" y="4310590"/>
                  </a:lnTo>
                  <a:lnTo>
                    <a:pt x="1489901" y="4311828"/>
                  </a:lnTo>
                  <a:lnTo>
                    <a:pt x="1491710" y="4312495"/>
                  </a:lnTo>
                  <a:lnTo>
                    <a:pt x="1493139" y="4312971"/>
                  </a:lnTo>
                  <a:lnTo>
                    <a:pt x="1494377" y="4312971"/>
                  </a:lnTo>
                  <a:lnTo>
                    <a:pt x="1495806" y="4312971"/>
                  </a:lnTo>
                  <a:lnTo>
                    <a:pt x="1497235" y="4312971"/>
                  </a:lnTo>
                  <a:lnTo>
                    <a:pt x="1499997" y="4313447"/>
                  </a:lnTo>
                  <a:lnTo>
                    <a:pt x="1501902" y="4313447"/>
                  </a:lnTo>
                  <a:lnTo>
                    <a:pt x="1501902" y="4313447"/>
                  </a:lnTo>
                  <a:lnTo>
                    <a:pt x="1502759" y="4313447"/>
                  </a:lnTo>
                  <a:cubicBezTo>
                    <a:pt x="1504693" y="4313543"/>
                    <a:pt x="1506636" y="4313543"/>
                    <a:pt x="1508570" y="4313447"/>
                  </a:cubicBezTo>
                  <a:lnTo>
                    <a:pt x="1514475" y="4313447"/>
                  </a:lnTo>
                  <a:cubicBezTo>
                    <a:pt x="2431923" y="4251726"/>
                    <a:pt x="2655570" y="3139015"/>
                    <a:pt x="2697099" y="2862218"/>
                  </a:cubicBezTo>
                  <a:cubicBezTo>
                    <a:pt x="3026007" y="2941333"/>
                    <a:pt x="3257979" y="3235351"/>
                    <a:pt x="3258407" y="3573641"/>
                  </a:cubicBezTo>
                  <a:lnTo>
                    <a:pt x="3258407" y="4259441"/>
                  </a:lnTo>
                  <a:cubicBezTo>
                    <a:pt x="3261808" y="4290816"/>
                    <a:pt x="3290011" y="4313495"/>
                    <a:pt x="3321387" y="4310095"/>
                  </a:cubicBezTo>
                  <a:cubicBezTo>
                    <a:pt x="3348076" y="4307199"/>
                    <a:pt x="3369145" y="4286120"/>
                    <a:pt x="3372041" y="4259441"/>
                  </a:cubicBezTo>
                  <a:lnTo>
                    <a:pt x="3372041" y="3573641"/>
                  </a:lnTo>
                  <a:cubicBezTo>
                    <a:pt x="3371545" y="3158379"/>
                    <a:pt x="3069860" y="2804811"/>
                    <a:pt x="2659856" y="2738965"/>
                  </a:cubicBezTo>
                  <a:close/>
                  <a:moveTo>
                    <a:pt x="2094929" y="2807545"/>
                  </a:moveTo>
                  <a:cubicBezTo>
                    <a:pt x="2096081" y="2807030"/>
                    <a:pt x="2097300" y="2806678"/>
                    <a:pt x="2098548" y="2806497"/>
                  </a:cubicBezTo>
                  <a:cubicBezTo>
                    <a:pt x="2103691" y="2808783"/>
                    <a:pt x="2108930" y="2810974"/>
                    <a:pt x="2114169" y="2813069"/>
                  </a:cubicBezTo>
                  <a:cubicBezTo>
                    <a:pt x="2116398" y="2816079"/>
                    <a:pt x="2117455" y="2819813"/>
                    <a:pt x="2117122" y="2823547"/>
                  </a:cubicBezTo>
                  <a:lnTo>
                    <a:pt x="2098072" y="3093009"/>
                  </a:lnTo>
                  <a:cubicBezTo>
                    <a:pt x="2096072" y="3101105"/>
                    <a:pt x="2094071" y="3109297"/>
                    <a:pt x="2091976" y="3117584"/>
                  </a:cubicBezTo>
                  <a:cubicBezTo>
                    <a:pt x="2090766" y="3118746"/>
                    <a:pt x="2089385" y="3119708"/>
                    <a:pt x="2087880" y="3120441"/>
                  </a:cubicBezTo>
                  <a:cubicBezTo>
                    <a:pt x="2082660" y="3123127"/>
                    <a:pt x="2076355" y="3122565"/>
                    <a:pt x="2071688" y="3119012"/>
                  </a:cubicBezTo>
                  <a:lnTo>
                    <a:pt x="1802797" y="2927560"/>
                  </a:lnTo>
                  <a:close/>
                  <a:moveTo>
                    <a:pt x="2060543" y="3234265"/>
                  </a:moveTo>
                  <a:cubicBezTo>
                    <a:pt x="1992154" y="3465246"/>
                    <a:pt x="1877187" y="3747281"/>
                    <a:pt x="1686973" y="3990741"/>
                  </a:cubicBezTo>
                  <a:cubicBezTo>
                    <a:pt x="1496473" y="3747472"/>
                    <a:pt x="1381697" y="3465056"/>
                    <a:pt x="1313402" y="3233789"/>
                  </a:cubicBezTo>
                  <a:cubicBezTo>
                    <a:pt x="1332224" y="3230379"/>
                    <a:pt x="1350045" y="3222825"/>
                    <a:pt x="1365599" y="3211691"/>
                  </a:cubicBezTo>
                  <a:lnTo>
                    <a:pt x="1685925" y="2983757"/>
                  </a:lnTo>
                  <a:lnTo>
                    <a:pt x="2006251" y="3211595"/>
                  </a:lnTo>
                  <a:cubicBezTo>
                    <a:pt x="2022367" y="3223225"/>
                    <a:pt x="2040941" y="3230988"/>
                    <a:pt x="2060543" y="3234265"/>
                  </a:cubicBezTo>
                  <a:close/>
                  <a:moveTo>
                    <a:pt x="2519934" y="1699597"/>
                  </a:moveTo>
                  <a:cubicBezTo>
                    <a:pt x="2519934" y="1703407"/>
                    <a:pt x="2519934" y="1707122"/>
                    <a:pt x="2519934" y="1710836"/>
                  </a:cubicBezTo>
                  <a:cubicBezTo>
                    <a:pt x="2512533" y="1713580"/>
                    <a:pt x="2505761" y="1717790"/>
                    <a:pt x="2500027" y="1723219"/>
                  </a:cubicBezTo>
                  <a:lnTo>
                    <a:pt x="1898999" y="1723219"/>
                  </a:lnTo>
                  <a:cubicBezTo>
                    <a:pt x="1873748" y="1723219"/>
                    <a:pt x="1853279" y="1702750"/>
                    <a:pt x="1853279" y="1677499"/>
                  </a:cubicBezTo>
                  <a:lnTo>
                    <a:pt x="1853279" y="1401274"/>
                  </a:lnTo>
                  <a:cubicBezTo>
                    <a:pt x="1853279" y="1376023"/>
                    <a:pt x="1873748" y="1355554"/>
                    <a:pt x="1898999" y="1355554"/>
                  </a:cubicBezTo>
                  <a:lnTo>
                    <a:pt x="2520124" y="1355554"/>
                  </a:lnTo>
                  <a:close/>
                  <a:moveTo>
                    <a:pt x="2519934" y="1242397"/>
                  </a:moveTo>
                  <a:lnTo>
                    <a:pt x="1898809" y="1242397"/>
                  </a:lnTo>
                  <a:cubicBezTo>
                    <a:pt x="1810893" y="1242502"/>
                    <a:pt x="1739656" y="1313739"/>
                    <a:pt x="1739551" y="1401655"/>
                  </a:cubicBezTo>
                  <a:lnTo>
                    <a:pt x="1739551" y="1488713"/>
                  </a:lnTo>
                  <a:lnTo>
                    <a:pt x="1632299" y="1488713"/>
                  </a:lnTo>
                  <a:lnTo>
                    <a:pt x="1632299" y="1401655"/>
                  </a:lnTo>
                  <a:cubicBezTo>
                    <a:pt x="1632194" y="1313739"/>
                    <a:pt x="1560957" y="1242502"/>
                    <a:pt x="1473041" y="1242397"/>
                  </a:cubicBezTo>
                  <a:lnTo>
                    <a:pt x="851916" y="1242397"/>
                  </a:lnTo>
                  <a:lnTo>
                    <a:pt x="851916" y="987127"/>
                  </a:lnTo>
                  <a:cubicBezTo>
                    <a:pt x="876319" y="990803"/>
                    <a:pt x="900960" y="992651"/>
                    <a:pt x="925639" y="992651"/>
                  </a:cubicBezTo>
                  <a:lnTo>
                    <a:pt x="2519934" y="992651"/>
                  </a:lnTo>
                  <a:close/>
                  <a:moveTo>
                    <a:pt x="2726531" y="1707503"/>
                  </a:moveTo>
                  <a:lnTo>
                    <a:pt x="2633472" y="1707503"/>
                  </a:lnTo>
                  <a:cubicBezTo>
                    <a:pt x="2633472" y="1704931"/>
                    <a:pt x="2633472" y="1702359"/>
                    <a:pt x="2633472" y="1699692"/>
                  </a:cubicBezTo>
                  <a:lnTo>
                    <a:pt x="2633472" y="1430706"/>
                  </a:lnTo>
                  <a:lnTo>
                    <a:pt x="2726436" y="1430706"/>
                  </a:lnTo>
                  <a:cubicBezTo>
                    <a:pt x="2802712" y="1434716"/>
                    <a:pt x="2861300" y="1499800"/>
                    <a:pt x="2857291" y="1576077"/>
                  </a:cubicBezTo>
                  <a:cubicBezTo>
                    <a:pt x="2853576" y="1646752"/>
                    <a:pt x="2797112" y="1703216"/>
                    <a:pt x="2726436" y="1706931"/>
                  </a:cubicBezTo>
                  <a:close/>
                  <a:moveTo>
                    <a:pt x="645319" y="1707503"/>
                  </a:moveTo>
                  <a:cubicBezTo>
                    <a:pt x="569043" y="1703493"/>
                    <a:pt x="510454" y="1638408"/>
                    <a:pt x="514464" y="1562132"/>
                  </a:cubicBezTo>
                  <a:cubicBezTo>
                    <a:pt x="518179" y="1491457"/>
                    <a:pt x="574643" y="1434992"/>
                    <a:pt x="645319" y="1431278"/>
                  </a:cubicBezTo>
                  <a:lnTo>
                    <a:pt x="738283" y="1431278"/>
                  </a:lnTo>
                  <a:lnTo>
                    <a:pt x="738283" y="1700073"/>
                  </a:lnTo>
                  <a:cubicBezTo>
                    <a:pt x="738283" y="1702645"/>
                    <a:pt x="738283" y="1705312"/>
                    <a:pt x="738283" y="1707884"/>
                  </a:cubicBezTo>
                  <a:close/>
                  <a:moveTo>
                    <a:pt x="544544" y="497828"/>
                  </a:moveTo>
                  <a:lnTo>
                    <a:pt x="544544" y="152261"/>
                  </a:lnTo>
                  <a:lnTo>
                    <a:pt x="602742" y="184074"/>
                  </a:lnTo>
                  <a:cubicBezTo>
                    <a:pt x="719423" y="247824"/>
                    <a:pt x="850211" y="281324"/>
                    <a:pt x="983171" y="281515"/>
                  </a:cubicBezTo>
                  <a:lnTo>
                    <a:pt x="2112550" y="281515"/>
                  </a:lnTo>
                  <a:cubicBezTo>
                    <a:pt x="2510914" y="281935"/>
                    <a:pt x="2833745" y="604767"/>
                    <a:pt x="2834164" y="1003129"/>
                  </a:cubicBezTo>
                  <a:lnTo>
                    <a:pt x="2834164" y="1341743"/>
                  </a:lnTo>
                  <a:cubicBezTo>
                    <a:pt x="2800569" y="1325645"/>
                    <a:pt x="2763784" y="1317311"/>
                    <a:pt x="2726531" y="1317359"/>
                  </a:cubicBezTo>
                  <a:lnTo>
                    <a:pt x="2633567" y="1317359"/>
                  </a:lnTo>
                  <a:lnTo>
                    <a:pt x="2633567" y="936359"/>
                  </a:lnTo>
                  <a:cubicBezTo>
                    <a:pt x="2633567" y="904793"/>
                    <a:pt x="2607983" y="879209"/>
                    <a:pt x="2576417" y="879209"/>
                  </a:cubicBezTo>
                  <a:lnTo>
                    <a:pt x="925639" y="879209"/>
                  </a:lnTo>
                  <a:cubicBezTo>
                    <a:pt x="715242" y="878942"/>
                    <a:pt x="544754" y="708416"/>
                    <a:pt x="544544" y="498018"/>
                  </a:cubicBezTo>
                  <a:close/>
                  <a:moveTo>
                    <a:pt x="851916" y="1699311"/>
                  </a:moveTo>
                  <a:lnTo>
                    <a:pt x="851916" y="1355744"/>
                  </a:lnTo>
                  <a:lnTo>
                    <a:pt x="1473041" y="1355744"/>
                  </a:lnTo>
                  <a:cubicBezTo>
                    <a:pt x="1498292" y="1355744"/>
                    <a:pt x="1518761" y="1376214"/>
                    <a:pt x="1518761" y="1401464"/>
                  </a:cubicBezTo>
                  <a:lnTo>
                    <a:pt x="1518761" y="1677689"/>
                  </a:lnTo>
                  <a:cubicBezTo>
                    <a:pt x="1518761" y="1702940"/>
                    <a:pt x="1498292" y="1723409"/>
                    <a:pt x="1473041" y="1723409"/>
                  </a:cubicBezTo>
                  <a:lnTo>
                    <a:pt x="872014" y="1723409"/>
                  </a:lnTo>
                  <a:cubicBezTo>
                    <a:pt x="866280" y="1717980"/>
                    <a:pt x="859507" y="1713770"/>
                    <a:pt x="852107" y="1711027"/>
                  </a:cubicBezTo>
                  <a:cubicBezTo>
                    <a:pt x="852011" y="1707026"/>
                    <a:pt x="851916" y="1703312"/>
                    <a:pt x="851916" y="1699502"/>
                  </a:cubicBezTo>
                  <a:close/>
                  <a:moveTo>
                    <a:pt x="1190435" y="2270811"/>
                  </a:moveTo>
                  <a:cubicBezTo>
                    <a:pt x="1022471" y="2182076"/>
                    <a:pt x="903313" y="2022523"/>
                    <a:pt x="865918" y="1836281"/>
                  </a:cubicBezTo>
                  <a:lnTo>
                    <a:pt x="1473041" y="1836281"/>
                  </a:lnTo>
                  <a:cubicBezTo>
                    <a:pt x="1560957" y="1836176"/>
                    <a:pt x="1632194" y="1764938"/>
                    <a:pt x="1632299" y="1677023"/>
                  </a:cubicBezTo>
                  <a:lnTo>
                    <a:pt x="1632299" y="1601775"/>
                  </a:lnTo>
                  <a:lnTo>
                    <a:pt x="1739551" y="1601775"/>
                  </a:lnTo>
                  <a:lnTo>
                    <a:pt x="1739551" y="1677023"/>
                  </a:lnTo>
                  <a:cubicBezTo>
                    <a:pt x="1739656" y="1764938"/>
                    <a:pt x="1810893" y="1836176"/>
                    <a:pt x="1898809" y="1836281"/>
                  </a:cubicBezTo>
                  <a:lnTo>
                    <a:pt x="2505837" y="1836281"/>
                  </a:lnTo>
                  <a:cubicBezTo>
                    <a:pt x="2467747" y="2024676"/>
                    <a:pt x="2346255" y="2185610"/>
                    <a:pt x="2175510" y="2273859"/>
                  </a:cubicBezTo>
                  <a:cubicBezTo>
                    <a:pt x="2031873" y="2348440"/>
                    <a:pt x="1866900" y="2385302"/>
                    <a:pt x="1685925" y="2385302"/>
                  </a:cubicBezTo>
                  <a:cubicBezTo>
                    <a:pt x="1502283" y="2385302"/>
                    <a:pt x="1335500" y="2346916"/>
                    <a:pt x="1190625" y="2271192"/>
                  </a:cubicBezTo>
                  <a:close/>
                  <a:moveTo>
                    <a:pt x="1516380" y="2487886"/>
                  </a:moveTo>
                  <a:cubicBezTo>
                    <a:pt x="1628966" y="2502107"/>
                    <a:pt x="1742885" y="2502107"/>
                    <a:pt x="1855470" y="2487886"/>
                  </a:cubicBezTo>
                  <a:cubicBezTo>
                    <a:pt x="1869519" y="2580812"/>
                    <a:pt x="1914649" y="2666223"/>
                    <a:pt x="1983486" y="2730202"/>
                  </a:cubicBezTo>
                  <a:lnTo>
                    <a:pt x="1685925" y="2852693"/>
                  </a:lnTo>
                  <a:lnTo>
                    <a:pt x="1388364" y="2730583"/>
                  </a:lnTo>
                  <a:cubicBezTo>
                    <a:pt x="1457239" y="2666632"/>
                    <a:pt x="1502369" y="2581202"/>
                    <a:pt x="1516380" y="2488267"/>
                  </a:cubicBezTo>
                  <a:close/>
                  <a:moveTo>
                    <a:pt x="1257300" y="2813165"/>
                  </a:moveTo>
                  <a:lnTo>
                    <a:pt x="1273016" y="2806592"/>
                  </a:lnTo>
                  <a:cubicBezTo>
                    <a:pt x="1274264" y="2806792"/>
                    <a:pt x="1275474" y="2807145"/>
                    <a:pt x="1276636" y="2807640"/>
                  </a:cubicBezTo>
                  <a:lnTo>
                    <a:pt x="1568672" y="2927560"/>
                  </a:lnTo>
                  <a:lnTo>
                    <a:pt x="1299401" y="3119108"/>
                  </a:lnTo>
                  <a:cubicBezTo>
                    <a:pt x="1294733" y="3122660"/>
                    <a:pt x="1288428" y="3123223"/>
                    <a:pt x="1283208" y="3120536"/>
                  </a:cubicBezTo>
                  <a:cubicBezTo>
                    <a:pt x="1282732" y="3120308"/>
                    <a:pt x="1282284" y="3120022"/>
                    <a:pt x="1281875" y="3119679"/>
                  </a:cubicBezTo>
                  <a:cubicBezTo>
                    <a:pt x="1278446" y="3106154"/>
                    <a:pt x="1275207" y="3092914"/>
                    <a:pt x="1272350" y="3079865"/>
                  </a:cubicBezTo>
                  <a:lnTo>
                    <a:pt x="1254633" y="2823642"/>
                  </a:lnTo>
                  <a:cubicBezTo>
                    <a:pt x="1254224" y="2819947"/>
                    <a:pt x="1255166" y="2816222"/>
                    <a:pt x="1257300" y="2813165"/>
                  </a:cubicBezTo>
                  <a:close/>
                  <a:moveTo>
                    <a:pt x="1504950" y="4188099"/>
                  </a:moveTo>
                  <a:cubicBezTo>
                    <a:pt x="976122" y="3829768"/>
                    <a:pt x="821246" y="3057862"/>
                    <a:pt x="787813" y="2844407"/>
                  </a:cubicBezTo>
                  <a:cubicBezTo>
                    <a:pt x="806863" y="2842978"/>
                    <a:pt x="825913" y="2842216"/>
                    <a:pt x="844963" y="2842216"/>
                  </a:cubicBezTo>
                  <a:lnTo>
                    <a:pt x="1105472" y="2842216"/>
                  </a:lnTo>
                  <a:lnTo>
                    <a:pt x="1111758" y="2842216"/>
                  </a:lnTo>
                  <a:cubicBezTo>
                    <a:pt x="1118997" y="2897556"/>
                    <a:pt x="1133475" y="2989949"/>
                    <a:pt x="1160431" y="3104725"/>
                  </a:cubicBezTo>
                  <a:lnTo>
                    <a:pt x="1161098" y="3115107"/>
                  </a:lnTo>
                  <a:cubicBezTo>
                    <a:pt x="1162345" y="3133138"/>
                    <a:pt x="1167298" y="3150712"/>
                    <a:pt x="1175671" y="3166733"/>
                  </a:cubicBezTo>
                  <a:cubicBezTo>
                    <a:pt x="1242917" y="3428099"/>
                    <a:pt x="1371410" y="3780143"/>
                    <a:pt x="1612583" y="4079704"/>
                  </a:cubicBezTo>
                  <a:cubicBezTo>
                    <a:pt x="1578559" y="4117632"/>
                    <a:pt x="1542631" y="4153808"/>
                    <a:pt x="1504950" y="4188099"/>
                  </a:cubicBezTo>
                  <a:close/>
                  <a:moveTo>
                    <a:pt x="1680020" y="4174763"/>
                  </a:moveTo>
                  <a:cubicBezTo>
                    <a:pt x="1979486" y="3853390"/>
                    <a:pt x="2129219" y="3443815"/>
                    <a:pt x="2202371" y="3153017"/>
                  </a:cubicBezTo>
                  <a:cubicBezTo>
                    <a:pt x="2206257" y="3142834"/>
                    <a:pt x="2208876" y="3132214"/>
                    <a:pt x="2210181" y="3121394"/>
                  </a:cubicBezTo>
                  <a:cubicBezTo>
                    <a:pt x="2232460" y="3029239"/>
                    <a:pt x="2249948" y="2935989"/>
                    <a:pt x="2262569" y="2842025"/>
                  </a:cubicBezTo>
                  <a:lnTo>
                    <a:pt x="2266474" y="2842025"/>
                  </a:lnTo>
                  <a:lnTo>
                    <a:pt x="2526983" y="2842025"/>
                  </a:lnTo>
                  <a:cubicBezTo>
                    <a:pt x="2546509" y="2842025"/>
                    <a:pt x="2565940" y="2842787"/>
                    <a:pt x="2585085" y="2844311"/>
                  </a:cubicBezTo>
                  <a:cubicBezTo>
                    <a:pt x="2550319" y="3079769"/>
                    <a:pt x="2371725" y="3996265"/>
                    <a:pt x="1679543" y="417476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6" name="Freeform 175">
              <a:extLst>
                <a:ext uri="{FF2B5EF4-FFF2-40B4-BE49-F238E27FC236}">
                  <a16:creationId xmlns:a16="http://schemas.microsoft.com/office/drawing/2014/main" id="{921D37E1-C8EA-9DB7-BC3B-51431AB67817}"/>
                </a:ext>
              </a:extLst>
            </p:cNvPr>
            <p:cNvSpPr/>
            <p:nvPr/>
          </p:nvSpPr>
          <p:spPr>
            <a:xfrm>
              <a:off x="11383184" y="2403286"/>
              <a:ext cx="808816" cy="259594"/>
            </a:xfrm>
            <a:custGeom>
              <a:avLst/>
              <a:gdLst>
                <a:gd name="connsiteX0" fmla="*/ 783267 w 808816"/>
                <a:gd name="connsiteY0" fmla="*/ 105833 h 259594"/>
                <a:gd name="connsiteX1" fmla="*/ 786696 w 808816"/>
                <a:gd name="connsiteY1" fmla="*/ 102404 h 259594"/>
                <a:gd name="connsiteX2" fmla="*/ 796821 w 808816"/>
                <a:gd name="connsiteY2" fmla="*/ 22222 h 259594"/>
                <a:gd name="connsiteX3" fmla="*/ 716639 w 808816"/>
                <a:gd name="connsiteY3" fmla="*/ 12087 h 259594"/>
                <a:gd name="connsiteX4" fmla="*/ 706971 w 808816"/>
                <a:gd name="connsiteY4" fmla="*/ 21631 h 259594"/>
                <a:gd name="connsiteX5" fmla="*/ 703638 w 808816"/>
                <a:gd name="connsiteY5" fmla="*/ 24870 h 259594"/>
                <a:gd name="connsiteX6" fmla="*/ 105277 w 808816"/>
                <a:gd name="connsiteY6" fmla="*/ 24870 h 259594"/>
                <a:gd name="connsiteX7" fmla="*/ 101848 w 808816"/>
                <a:gd name="connsiteY7" fmla="*/ 21536 h 259594"/>
                <a:gd name="connsiteX8" fmla="*/ 21533 w 808816"/>
                <a:gd name="connsiteY8" fmla="*/ 12459 h 259594"/>
                <a:gd name="connsiteX9" fmla="*/ 12456 w 808816"/>
                <a:gd name="connsiteY9" fmla="*/ 92764 h 259594"/>
                <a:gd name="connsiteX10" fmla="*/ 22124 w 808816"/>
                <a:gd name="connsiteY10" fmla="*/ 102308 h 259594"/>
                <a:gd name="connsiteX11" fmla="*/ 25648 w 808816"/>
                <a:gd name="connsiteY11" fmla="*/ 105833 h 259594"/>
                <a:gd name="connsiteX12" fmla="*/ 783267 w 808816"/>
                <a:gd name="connsiteY12" fmla="*/ 105833 h 25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8816" h="259594">
                  <a:moveTo>
                    <a:pt x="783267" y="105833"/>
                  </a:moveTo>
                  <a:lnTo>
                    <a:pt x="786696" y="102404"/>
                  </a:lnTo>
                  <a:cubicBezTo>
                    <a:pt x="811632" y="83058"/>
                    <a:pt x="816166" y="47159"/>
                    <a:pt x="796821" y="22222"/>
                  </a:cubicBezTo>
                  <a:cubicBezTo>
                    <a:pt x="777476" y="-2724"/>
                    <a:pt x="741576" y="-7258"/>
                    <a:pt x="716639" y="12087"/>
                  </a:cubicBezTo>
                  <a:cubicBezTo>
                    <a:pt x="713048" y="14878"/>
                    <a:pt x="709800" y="18079"/>
                    <a:pt x="706971" y="21631"/>
                  </a:cubicBezTo>
                  <a:lnTo>
                    <a:pt x="703638" y="24870"/>
                  </a:lnTo>
                  <a:cubicBezTo>
                    <a:pt x="537036" y="186766"/>
                    <a:pt x="271879" y="186766"/>
                    <a:pt x="105277" y="24870"/>
                  </a:cubicBezTo>
                  <a:lnTo>
                    <a:pt x="101848" y="21536"/>
                  </a:lnTo>
                  <a:cubicBezTo>
                    <a:pt x="82179" y="-3152"/>
                    <a:pt x="46222" y="-7210"/>
                    <a:pt x="21533" y="12459"/>
                  </a:cubicBezTo>
                  <a:cubicBezTo>
                    <a:pt x="-3146" y="32128"/>
                    <a:pt x="-7213" y="68085"/>
                    <a:pt x="12456" y="92764"/>
                  </a:cubicBezTo>
                  <a:cubicBezTo>
                    <a:pt x="15294" y="96317"/>
                    <a:pt x="18533" y="99527"/>
                    <a:pt x="22124" y="102308"/>
                  </a:cubicBezTo>
                  <a:lnTo>
                    <a:pt x="25648" y="105833"/>
                  </a:lnTo>
                  <a:cubicBezTo>
                    <a:pt x="236579" y="310849"/>
                    <a:pt x="572335" y="310849"/>
                    <a:pt x="783267" y="10583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7" name="Freeform 176">
              <a:extLst>
                <a:ext uri="{FF2B5EF4-FFF2-40B4-BE49-F238E27FC236}">
                  <a16:creationId xmlns:a16="http://schemas.microsoft.com/office/drawing/2014/main" id="{B46C5AB6-7F75-C723-9C59-18E2C815B9CB}"/>
                </a:ext>
              </a:extLst>
            </p:cNvPr>
            <p:cNvSpPr/>
            <p:nvPr/>
          </p:nvSpPr>
          <p:spPr>
            <a:xfrm>
              <a:off x="12009120" y="1929142"/>
              <a:ext cx="182880" cy="182880"/>
            </a:xfrm>
            <a:custGeom>
              <a:avLst/>
              <a:gdLst>
                <a:gd name="connsiteX0" fmla="*/ 65865 w 131695"/>
                <a:gd name="connsiteY0" fmla="*/ 136303 h 136302"/>
                <a:gd name="connsiteX1" fmla="*/ 65865 w 131695"/>
                <a:gd name="connsiteY1" fmla="*/ 0 h 136302"/>
                <a:gd name="connsiteX2" fmla="*/ 65865 w 131695"/>
                <a:gd name="connsiteY2" fmla="*/ 136303 h 136302"/>
              </a:gdLst>
              <a:ahLst/>
              <a:cxnLst>
                <a:cxn ang="0">
                  <a:pos x="connsiteX0" y="connsiteY0"/>
                </a:cxn>
                <a:cxn ang="0">
                  <a:pos x="connsiteX1" y="connsiteY1"/>
                </a:cxn>
                <a:cxn ang="0">
                  <a:pos x="connsiteX2" y="connsiteY2"/>
                </a:cxn>
              </a:cxnLst>
              <a:rect l="l" t="t" r="r" b="b"/>
              <a:pathLst>
                <a:path w="131695" h="136302">
                  <a:moveTo>
                    <a:pt x="65865" y="136303"/>
                  </a:moveTo>
                  <a:cubicBezTo>
                    <a:pt x="153591" y="136303"/>
                    <a:pt x="153686" y="0"/>
                    <a:pt x="65865" y="0"/>
                  </a:cubicBezTo>
                  <a:cubicBezTo>
                    <a:pt x="-21955" y="0"/>
                    <a:pt x="-21955" y="136303"/>
                    <a:pt x="65865" y="13630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8" name="Freeform 177">
              <a:extLst>
                <a:ext uri="{FF2B5EF4-FFF2-40B4-BE49-F238E27FC236}">
                  <a16:creationId xmlns:a16="http://schemas.microsoft.com/office/drawing/2014/main" id="{724A6EF8-2C80-B43C-E627-DC831AB2E010}"/>
                </a:ext>
              </a:extLst>
            </p:cNvPr>
            <p:cNvSpPr/>
            <p:nvPr/>
          </p:nvSpPr>
          <p:spPr>
            <a:xfrm>
              <a:off x="12009120" y="1929142"/>
              <a:ext cx="182880" cy="182880"/>
            </a:xfrm>
            <a:custGeom>
              <a:avLst/>
              <a:gdLst>
                <a:gd name="connsiteX0" fmla="*/ 65901 w 131730"/>
                <a:gd name="connsiteY0" fmla="*/ 136303 h 136302"/>
                <a:gd name="connsiteX1" fmla="*/ 65901 w 131730"/>
                <a:gd name="connsiteY1" fmla="*/ 0 h 136302"/>
                <a:gd name="connsiteX2" fmla="*/ 65901 w 131730"/>
                <a:gd name="connsiteY2" fmla="*/ 136303 h 136302"/>
              </a:gdLst>
              <a:ahLst/>
              <a:cxnLst>
                <a:cxn ang="0">
                  <a:pos x="connsiteX0" y="connsiteY0"/>
                </a:cxn>
                <a:cxn ang="0">
                  <a:pos x="connsiteX1" y="connsiteY1"/>
                </a:cxn>
                <a:cxn ang="0">
                  <a:pos x="connsiteX2" y="connsiteY2"/>
                </a:cxn>
              </a:cxnLst>
              <a:rect l="l" t="t" r="r" b="b"/>
              <a:pathLst>
                <a:path w="131730" h="136302">
                  <a:moveTo>
                    <a:pt x="65901" y="136303"/>
                  </a:moveTo>
                  <a:cubicBezTo>
                    <a:pt x="153626" y="136303"/>
                    <a:pt x="153721" y="0"/>
                    <a:pt x="65901" y="0"/>
                  </a:cubicBezTo>
                  <a:cubicBezTo>
                    <a:pt x="-21919" y="0"/>
                    <a:pt x="-22015" y="136303"/>
                    <a:pt x="65901" y="13630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Tree>
    <p:extLst>
      <p:ext uri="{BB962C8B-B14F-4D97-AF65-F5344CB8AC3E}">
        <p14:creationId xmlns:p14="http://schemas.microsoft.com/office/powerpoint/2010/main" val="2228422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Rounded Corners 31">
            <a:extLst>
              <a:ext uri="{FF2B5EF4-FFF2-40B4-BE49-F238E27FC236}">
                <a16:creationId xmlns:a16="http://schemas.microsoft.com/office/drawing/2014/main" id="{E81F653F-585F-4181-EEC2-AAA739DA4C4A}"/>
              </a:ext>
            </a:extLst>
          </p:cNvPr>
          <p:cNvSpPr>
            <a:spLocks/>
          </p:cNvSpPr>
          <p:nvPr/>
        </p:nvSpPr>
        <p:spPr bwMode="auto">
          <a:xfrm>
            <a:off x="6070063" y="1268297"/>
            <a:ext cx="496712" cy="428929"/>
          </a:xfrm>
          <a:prstGeom prst="roundRect">
            <a:avLst/>
          </a:prstGeom>
          <a:solidFill>
            <a:schemeClr val="bg1">
              <a:lumMod val="85000"/>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a:solidFill>
                <a:srgbClr val="FFFFFF"/>
              </a:solidFill>
              <a:cs typeface="Segoe UI" pitchFamily="34" charset="0"/>
            </a:endParaRPr>
          </a:p>
        </p:txBody>
      </p:sp>
      <p:sp>
        <p:nvSpPr>
          <p:cNvPr id="31" name="Rectangle: Rounded Corners 30">
            <a:extLst>
              <a:ext uri="{FF2B5EF4-FFF2-40B4-BE49-F238E27FC236}">
                <a16:creationId xmlns:a16="http://schemas.microsoft.com/office/drawing/2014/main" id="{42DC1F18-0CE2-4C8C-D238-E5D88598DCE9}"/>
              </a:ext>
            </a:extLst>
          </p:cNvPr>
          <p:cNvSpPr>
            <a:spLocks/>
          </p:cNvSpPr>
          <p:nvPr/>
        </p:nvSpPr>
        <p:spPr bwMode="auto">
          <a:xfrm>
            <a:off x="987465" y="1268297"/>
            <a:ext cx="496712" cy="428929"/>
          </a:xfrm>
          <a:prstGeom prst="roundRect">
            <a:avLst/>
          </a:prstGeom>
          <a:solidFill>
            <a:schemeClr val="bg1">
              <a:lumMod val="85000"/>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noProof="0">
              <a:solidFill>
                <a:srgbClr val="FFFFFF"/>
              </a:solidFill>
              <a:cs typeface="Segoe UI" pitchFamily="34" charset="0"/>
            </a:endParaRPr>
          </a:p>
        </p:txBody>
      </p:sp>
      <p:sp>
        <p:nvSpPr>
          <p:cNvPr id="2" name="Rectangle: Rounded Corners 1">
            <a:extLst>
              <a:ext uri="{FF2B5EF4-FFF2-40B4-BE49-F238E27FC236}">
                <a16:creationId xmlns:a16="http://schemas.microsoft.com/office/drawing/2014/main" id="{4BBA8007-7E88-D0A5-5148-CCF54D1192F9}"/>
              </a:ext>
              <a:ext uri="{C183D7F6-B498-43B3-948B-1728B52AA6E4}">
                <adec:decorative xmlns:adec="http://schemas.microsoft.com/office/drawing/2017/decorative" val="1"/>
              </a:ext>
            </a:extLst>
          </p:cNvPr>
          <p:cNvSpPr>
            <a:spLocks/>
          </p:cNvSpPr>
          <p:nvPr/>
        </p:nvSpPr>
        <p:spPr>
          <a:xfrm>
            <a:off x="588263" y="1307906"/>
            <a:ext cx="8670255" cy="5092894"/>
          </a:xfrm>
          <a:prstGeom prst="roundRect">
            <a:avLst>
              <a:gd name="adj" fmla="val 2132"/>
            </a:avLst>
          </a:prstGeom>
          <a:solidFill>
            <a:srgbClr val="FFFFFF"/>
          </a:solidFill>
          <a:ln w="15875" cap="flat" cmpd="sng" algn="ctr">
            <a:noFill/>
            <a:prstDash val="solid"/>
            <a:headEnd type="none" w="med" len="med"/>
            <a:tailEnd type="none" w="med" len="med"/>
          </a:ln>
          <a:effectLst>
            <a:outerShdw blurRad="279400" algn="ctr" rotWithShape="0">
              <a:prstClr val="black">
                <a:alpha val="9000"/>
              </a:prstClr>
            </a:outerShdw>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spcBef>
                <a:spcPts val="0"/>
              </a:spcBef>
              <a:spcAft>
                <a:spcPts val="400"/>
              </a:spcAft>
              <a:buClrTx/>
              <a:buSzTx/>
              <a:buFontTx/>
              <a:buNone/>
              <a:tabLst/>
              <a:defRPr/>
            </a:pPr>
            <a:endParaRPr kumimoji="0" lang="en-US" sz="1800" b="0" i="0" u="none" strike="noStrike" kern="1200" cap="none" normalizeH="0" baseline="0" noProof="0">
              <a:ln>
                <a:noFill/>
              </a:ln>
              <a:solidFill>
                <a:srgbClr val="091F2C"/>
              </a:solidFill>
              <a:effectLst/>
              <a:uLnTx/>
              <a:uFillTx/>
              <a:latin typeface="Segoe Sans Display"/>
              <a:ea typeface="+mn-ea"/>
              <a:cs typeface="+mn-cs"/>
            </a:endParaRPr>
          </a:p>
        </p:txBody>
      </p:sp>
      <p:sp>
        <p:nvSpPr>
          <p:cNvPr id="119" name="Rectangle: Rounded Corners 118">
            <a:extLst>
              <a:ext uri="{FF2B5EF4-FFF2-40B4-BE49-F238E27FC236}">
                <a16:creationId xmlns:a16="http://schemas.microsoft.com/office/drawing/2014/main" id="{C21B09A0-162A-9DB7-0E80-7DD579DB53A1}"/>
              </a:ext>
              <a:ext uri="{C183D7F6-B498-43B3-948B-1728B52AA6E4}">
                <adec:decorative xmlns:adec="http://schemas.microsoft.com/office/drawing/2017/decorative" val="1"/>
              </a:ext>
            </a:extLst>
          </p:cNvPr>
          <p:cNvSpPr>
            <a:spLocks/>
          </p:cNvSpPr>
          <p:nvPr/>
        </p:nvSpPr>
        <p:spPr>
          <a:xfrm>
            <a:off x="9417070" y="1307906"/>
            <a:ext cx="2204659" cy="5092894"/>
          </a:xfrm>
          <a:prstGeom prst="roundRect">
            <a:avLst>
              <a:gd name="adj" fmla="val 5206"/>
            </a:avLst>
          </a:prstGeom>
          <a:solidFill>
            <a:srgbClr val="FFFFFF"/>
          </a:solidFill>
          <a:ln w="15875" cap="flat" cmpd="sng" algn="ctr">
            <a:noFill/>
            <a:prstDash val="solid"/>
            <a:headEnd type="none" w="med" len="med"/>
            <a:tailEnd type="none" w="med" len="med"/>
          </a:ln>
          <a:effectLst>
            <a:outerShdw blurRad="279400" algn="ctr" rotWithShape="0">
              <a:prstClr val="black">
                <a:alpha val="9000"/>
              </a:prstClr>
            </a:outerShdw>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spcBef>
                <a:spcPts val="0"/>
              </a:spcBef>
              <a:spcAft>
                <a:spcPts val="400"/>
              </a:spcAft>
              <a:buClrTx/>
              <a:buSzTx/>
              <a:buFontTx/>
              <a:buNone/>
              <a:tabLst/>
              <a:defRPr/>
            </a:pPr>
            <a:endParaRPr kumimoji="0" lang="en-US" sz="1800" b="0" i="0" u="none" strike="noStrike" kern="1200" cap="none" normalizeH="0" baseline="0" noProof="0">
              <a:ln>
                <a:noFill/>
              </a:ln>
              <a:solidFill>
                <a:srgbClr val="091F2C"/>
              </a:solidFill>
              <a:effectLst/>
              <a:uLnTx/>
              <a:uFillTx/>
              <a:latin typeface="Segoe Sans Display"/>
              <a:ea typeface="+mn-ea"/>
              <a:cs typeface="+mn-cs"/>
            </a:endParaRPr>
          </a:p>
        </p:txBody>
      </p:sp>
      <p:sp>
        <p:nvSpPr>
          <p:cNvPr id="216" name="Rectangle 215">
            <a:extLst>
              <a:ext uri="{FF2B5EF4-FFF2-40B4-BE49-F238E27FC236}">
                <a16:creationId xmlns:a16="http://schemas.microsoft.com/office/drawing/2014/main" id="{38463BC4-89CE-38AC-6B95-37A9F7CBDEC4}"/>
              </a:ext>
              <a:ext uri="{C183D7F6-B498-43B3-948B-1728B52AA6E4}">
                <adec:decorative xmlns:adec="http://schemas.microsoft.com/office/drawing/2017/decorative" val="1"/>
              </a:ext>
            </a:extLst>
          </p:cNvPr>
          <p:cNvSpPr>
            <a:spLocks/>
          </p:cNvSpPr>
          <p:nvPr/>
        </p:nvSpPr>
        <p:spPr bwMode="auto">
          <a:xfrm>
            <a:off x="987465" y="1395462"/>
            <a:ext cx="2161381" cy="213776"/>
          </a:xfrm>
          <a:prstGeom prst="rect">
            <a:avLst/>
          </a:prstGeom>
        </p:spPr>
        <p:txBody>
          <a:bodyPr wrap="square" lIns="0" tIns="0" rIns="0" bIns="0" rtlCol="0" anchor="t">
            <a:spAutoFit/>
          </a:bodyPr>
          <a:lstStyle/>
          <a:p>
            <a:pPr marL="0" marR="0" lvl="0" indent="0" algn="l" defTabSz="457200" rtl="0" eaLnBrk="1" fontAlgn="auto" latinLnBrk="0" hangingPunct="1">
              <a:spcBef>
                <a:spcPts val="0"/>
              </a:spcBef>
              <a:spcAft>
                <a:spcPts val="0"/>
              </a:spcAft>
              <a:buClrTx/>
              <a:buSzTx/>
              <a:buFontTx/>
              <a:buNone/>
              <a:tabLst/>
              <a:defRPr/>
            </a:pPr>
            <a:r>
              <a:rPr kumimoji="0" lang="en-US" sz="1400" b="1" i="0" u="none" strike="noStrike" kern="1200" cap="none" normalizeH="0" baseline="0" noProof="0">
                <a:ln>
                  <a:noFill/>
                </a:ln>
                <a:solidFill>
                  <a:schemeClr val="accent2"/>
                </a:solidFill>
                <a:effectLst/>
                <a:uLnTx/>
                <a:uFillTx/>
                <a:latin typeface="+mj-lt"/>
                <a:ea typeface="+mn-ea"/>
                <a:cs typeface="Segoe Sans Display Semibold" pitchFamily="2" charset="0"/>
              </a:rPr>
              <a:t>Inputs</a:t>
            </a:r>
          </a:p>
        </p:txBody>
      </p:sp>
      <p:sp>
        <p:nvSpPr>
          <p:cNvPr id="217" name="Rectangle 216">
            <a:extLst>
              <a:ext uri="{FF2B5EF4-FFF2-40B4-BE49-F238E27FC236}">
                <a16:creationId xmlns:a16="http://schemas.microsoft.com/office/drawing/2014/main" id="{C8B86D6A-8CA9-55F3-29A7-855B389C2F24}"/>
              </a:ext>
              <a:ext uri="{C183D7F6-B498-43B3-948B-1728B52AA6E4}">
                <adec:decorative xmlns:adec="http://schemas.microsoft.com/office/drawing/2017/decorative" val="1"/>
              </a:ext>
            </a:extLst>
          </p:cNvPr>
          <p:cNvSpPr>
            <a:spLocks/>
          </p:cNvSpPr>
          <p:nvPr/>
        </p:nvSpPr>
        <p:spPr bwMode="auto">
          <a:xfrm>
            <a:off x="6070063" y="1395462"/>
            <a:ext cx="2088128" cy="213776"/>
          </a:xfrm>
          <a:prstGeom prst="rect">
            <a:avLst/>
          </a:prstGeom>
        </p:spPr>
        <p:txBody>
          <a:bodyPr wrap="square" lIns="0" tIns="0" rIns="0" bIns="0" rtlCol="0" anchor="t">
            <a:spAutoFit/>
          </a:bodyPr>
          <a:lstStyle/>
          <a:p>
            <a:pPr marL="0" marR="0" lvl="0" indent="0" algn="l" defTabSz="457200" rtl="0" eaLnBrk="1" fontAlgn="auto" latinLnBrk="0" hangingPunct="1">
              <a:spcBef>
                <a:spcPts val="0"/>
              </a:spcBef>
              <a:spcAft>
                <a:spcPts val="0"/>
              </a:spcAft>
              <a:buClrTx/>
              <a:buSzTx/>
              <a:buFontTx/>
              <a:buNone/>
              <a:tabLst/>
              <a:defRPr/>
            </a:pPr>
            <a:r>
              <a:rPr kumimoji="0" lang="en-US" sz="1400" b="1" i="0" u="none" strike="noStrike" kern="1200" cap="none" normalizeH="0" baseline="0" noProof="0">
                <a:ln>
                  <a:noFill/>
                </a:ln>
                <a:solidFill>
                  <a:schemeClr val="accent2"/>
                </a:solidFill>
                <a:effectLst/>
                <a:uLnTx/>
                <a:uFillTx/>
                <a:latin typeface="+mj-lt"/>
                <a:ea typeface="+mn-ea"/>
                <a:cs typeface="Segoe Sans Display Semibold" pitchFamily="2" charset="0"/>
              </a:rPr>
              <a:t>Outputs</a:t>
            </a:r>
          </a:p>
        </p:txBody>
      </p:sp>
      <p:sp>
        <p:nvSpPr>
          <p:cNvPr id="218" name="Rounded Rectangle 62">
            <a:extLst>
              <a:ext uri="{FF2B5EF4-FFF2-40B4-BE49-F238E27FC236}">
                <a16:creationId xmlns:a16="http://schemas.microsoft.com/office/drawing/2014/main" id="{C123F3C5-C146-E095-F298-B01C01A8FA85}"/>
              </a:ext>
              <a:ext uri="{C183D7F6-B498-43B3-948B-1728B52AA6E4}">
                <adec:decorative xmlns:adec="http://schemas.microsoft.com/office/drawing/2017/decorative" val="1"/>
              </a:ext>
            </a:extLst>
          </p:cNvPr>
          <p:cNvSpPr/>
          <p:nvPr/>
        </p:nvSpPr>
        <p:spPr bwMode="auto">
          <a:xfrm>
            <a:off x="9570080" y="815782"/>
            <a:ext cx="1898638" cy="492125"/>
          </a:xfrm>
          <a:prstGeom prst="round2SameRect">
            <a:avLst>
              <a:gd name="adj1" fmla="val 20463"/>
              <a:gd name="adj2" fmla="val 0"/>
            </a:avLst>
          </a:prstGeom>
          <a:solidFill>
            <a:schemeClr val="accent2"/>
          </a:solidFill>
          <a:ln w="63897" cap="flat">
            <a:noFill/>
            <a:prstDash val="solid"/>
            <a:miter/>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spcBef>
                <a:spcPct val="0"/>
              </a:spcBef>
              <a:spcAft>
                <a:spcPct val="0"/>
              </a:spcAft>
              <a:buClrTx/>
              <a:buSzTx/>
              <a:buFontTx/>
              <a:buNone/>
              <a:tabLst/>
              <a:defRPr/>
            </a:pPr>
            <a:r>
              <a:rPr kumimoji="0" lang="en-US" sz="1200" b="0" i="0" u="none" strike="noStrike" kern="1200" cap="none" normalizeH="0" baseline="0" noProof="0">
                <a:ln w="3175">
                  <a:noFill/>
                </a:ln>
                <a:solidFill>
                  <a:srgbClr val="FFFFFF"/>
                </a:solidFill>
                <a:effectLst/>
                <a:uLnTx/>
                <a:uFillTx/>
                <a:latin typeface="+mj-lt"/>
                <a:ea typeface="+mn-ea"/>
                <a:cs typeface="Segoe Sans Display Semibold" pitchFamily="2" charset="0"/>
              </a:rPr>
              <a:t>AI and agent Accountabilities</a:t>
            </a:r>
          </a:p>
        </p:txBody>
      </p:sp>
      <p:sp>
        <p:nvSpPr>
          <p:cNvPr id="219" name="TextBox 218">
            <a:extLst>
              <a:ext uri="{FF2B5EF4-FFF2-40B4-BE49-F238E27FC236}">
                <a16:creationId xmlns:a16="http://schemas.microsoft.com/office/drawing/2014/main" id="{F86CD478-B24E-CED5-0A5D-3796C5ED2F62}"/>
              </a:ext>
            </a:extLst>
          </p:cNvPr>
          <p:cNvSpPr txBox="1">
            <a:spLocks/>
          </p:cNvSpPr>
          <p:nvPr/>
        </p:nvSpPr>
        <p:spPr>
          <a:xfrm>
            <a:off x="987465" y="1670566"/>
            <a:ext cx="2891733" cy="584775"/>
          </a:xfrm>
          <a:prstGeom prst="rect">
            <a:avLst/>
          </a:prstGeom>
          <a:noFill/>
        </p:spPr>
        <p:txBody>
          <a:bodyPr wrap="square" lIns="0" tIns="0" rIns="0" bIns="0" anchor="ctr">
            <a:spAutoFit/>
          </a:bodyPr>
          <a:lstStyle/>
          <a:p>
            <a:pPr marL="117475" marR="0" lvl="0" indent="-117475" algn="l" defTabSz="514154" rtl="0" eaLnBrk="1" fontAlgn="base" latinLnBrk="0" hangingPunct="1">
              <a:spcBef>
                <a:spcPts val="0"/>
              </a:spcBef>
              <a:spcAft>
                <a:spcPts val="300"/>
              </a:spcAft>
              <a:buClrTx/>
              <a:buSzTx/>
              <a:buFont typeface="Arial" panose="020B0604020202020204" pitchFamily="34" charset="0"/>
              <a:buChar char="•"/>
              <a:tabLst/>
              <a:defRPr/>
            </a:pPr>
            <a:r>
              <a:rPr kumimoji="0" lang="en-US" sz="1100" b="0" i="0" u="none" strike="noStrike" kern="0" cap="none" normalizeH="0" baseline="0" noProof="0">
                <a:ln>
                  <a:noFill/>
                </a:ln>
                <a:effectLst/>
                <a:uLnTx/>
                <a:uFillTx/>
                <a:ea typeface="ＭＳ Ｐゴシック" charset="0"/>
                <a:cs typeface="Segoe UI" panose="020B0502040204020203" pitchFamily="34" charset="0"/>
              </a:rPr>
              <a:t>Project Status</a:t>
            </a:r>
          </a:p>
          <a:p>
            <a:pPr marL="117475" marR="0" lvl="0" indent="-117475" algn="l" defTabSz="514154" rtl="0" eaLnBrk="1" fontAlgn="base" latinLnBrk="0" hangingPunct="1">
              <a:spcBef>
                <a:spcPts val="0"/>
              </a:spcBef>
              <a:spcAft>
                <a:spcPts val="300"/>
              </a:spcAft>
              <a:buClrTx/>
              <a:buSzTx/>
              <a:buFont typeface="Arial" panose="020B0604020202020204" pitchFamily="34" charset="0"/>
              <a:buChar char="•"/>
              <a:tabLst/>
              <a:defRPr/>
            </a:pPr>
            <a:r>
              <a:rPr kumimoji="0" lang="en-US" sz="1100" b="0" i="0" u="none" strike="noStrike" kern="0" cap="none" normalizeH="0" baseline="0" noProof="0">
                <a:ln>
                  <a:noFill/>
                </a:ln>
                <a:effectLst/>
                <a:uLnTx/>
                <a:uFillTx/>
                <a:ea typeface="ＭＳ Ｐゴシック" charset="0"/>
                <a:cs typeface="Segoe UI" panose="020B0502040204020203" pitchFamily="34" charset="0"/>
              </a:rPr>
              <a:t>Issues Escalation &amp; Resolution Approval</a:t>
            </a:r>
          </a:p>
          <a:p>
            <a:pPr marL="117475" marR="0" lvl="0" indent="-117475" algn="l" defTabSz="514154" rtl="0" eaLnBrk="1" fontAlgn="base" latinLnBrk="0" hangingPunct="1">
              <a:spcBef>
                <a:spcPts val="0"/>
              </a:spcBef>
              <a:spcAft>
                <a:spcPts val="300"/>
              </a:spcAft>
              <a:buClrTx/>
              <a:buSzTx/>
              <a:buFont typeface="Arial" panose="020B0604020202020204" pitchFamily="34" charset="0"/>
              <a:buChar char="•"/>
              <a:tabLst/>
              <a:defRPr/>
            </a:pPr>
            <a:r>
              <a:rPr kumimoji="0" lang="en-US" sz="1100" b="0" i="0" u="none" strike="noStrike" kern="0" cap="none" normalizeH="0" baseline="0" noProof="0">
                <a:ln>
                  <a:noFill/>
                </a:ln>
                <a:effectLst/>
                <a:uLnTx/>
                <a:uFillTx/>
                <a:ea typeface="ＭＳ Ｐゴシック" charset="0"/>
                <a:cs typeface="Segoe UI" panose="020B0502040204020203" pitchFamily="34" charset="0"/>
              </a:rPr>
              <a:t>Results wrap</a:t>
            </a:r>
          </a:p>
        </p:txBody>
      </p:sp>
      <p:sp>
        <p:nvSpPr>
          <p:cNvPr id="220" name="TextBox 219">
            <a:extLst>
              <a:ext uri="{FF2B5EF4-FFF2-40B4-BE49-F238E27FC236}">
                <a16:creationId xmlns:a16="http://schemas.microsoft.com/office/drawing/2014/main" id="{9E4B46EB-FE4C-69E5-2C37-5C6FB54E7202}"/>
              </a:ext>
            </a:extLst>
          </p:cNvPr>
          <p:cNvSpPr txBox="1">
            <a:spLocks/>
          </p:cNvSpPr>
          <p:nvPr/>
        </p:nvSpPr>
        <p:spPr>
          <a:xfrm>
            <a:off x="6070063" y="1670566"/>
            <a:ext cx="2539157" cy="792525"/>
          </a:xfrm>
          <a:prstGeom prst="rect">
            <a:avLst/>
          </a:prstGeom>
          <a:noFill/>
        </p:spPr>
        <p:txBody>
          <a:bodyPr wrap="square" lIns="0" tIns="0" rIns="0" bIns="0" anchor="ctr">
            <a:spAutoFit/>
          </a:bodyPr>
          <a:lstStyle>
            <a:defPPr>
              <a:defRPr lang="en-US"/>
            </a:defPPr>
            <a:lvl1pPr marL="117475" marR="0" lvl="0" indent="-117475" defTabSz="514154" fontAlgn="base">
              <a:lnSpc>
                <a:spcPct val="100000"/>
              </a:lnSpc>
              <a:spcBef>
                <a:spcPts val="0"/>
              </a:spcBef>
              <a:spcAft>
                <a:spcPts val="300"/>
              </a:spcAft>
              <a:buClrTx/>
              <a:buSzTx/>
              <a:buFont typeface="Arial" panose="020B0604020202020204" pitchFamily="34" charset="0"/>
              <a:buChar char="•"/>
              <a:tabLst/>
              <a:defRPr kumimoji="0" sz="1100" b="0" i="0" u="none" strike="noStrike" kern="0" cap="none" spc="0" normalizeH="0" baseline="0">
                <a:ln>
                  <a:noFill/>
                </a:ln>
                <a:effectLst/>
                <a:uLnTx/>
                <a:uFillTx/>
                <a:latin typeface="Segoe Sans Display"/>
                <a:ea typeface="ＭＳ Ｐゴシック" charset="0"/>
                <a:cs typeface="Segoe UI" panose="020B0502040204020203" pitchFamily="34" charset="0"/>
              </a:defRPr>
            </a:lvl1pPr>
          </a:lstStyle>
          <a:p>
            <a:pPr marL="117475" marR="0" lvl="0" indent="-117475" algn="l" defTabSz="514154" rtl="0" eaLnBrk="1" fontAlgn="base" latinLnBrk="0" hangingPunct="1">
              <a:spcBef>
                <a:spcPts val="0"/>
              </a:spcBef>
              <a:spcAft>
                <a:spcPts val="300"/>
              </a:spcAft>
              <a:buClrTx/>
              <a:buSzTx/>
              <a:buFont typeface="Arial" panose="020B0604020202020204" pitchFamily="34" charset="0"/>
              <a:buChar char="•"/>
              <a:tabLst/>
              <a:defRPr/>
            </a:pPr>
            <a:r>
              <a:rPr kumimoji="0" lang="en-US" sz="1100" b="0" i="0" u="none" strike="noStrike" kern="0" cap="none" normalizeH="0" baseline="0" noProof="0">
                <a:ln>
                  <a:noFill/>
                </a:ln>
                <a:effectLst/>
                <a:uLnTx/>
                <a:uFillTx/>
                <a:latin typeface="+mn-lt"/>
                <a:ea typeface="ＭＳ Ｐゴシック" charset="0"/>
                <a:cs typeface="Segoe UI" panose="020B0502040204020203" pitchFamily="34" charset="0"/>
              </a:rPr>
              <a:t>Recommendations</a:t>
            </a:r>
          </a:p>
          <a:p>
            <a:pPr marL="117475" marR="0" lvl="0" indent="-117475" algn="l" defTabSz="514154" rtl="0" eaLnBrk="1" fontAlgn="base" latinLnBrk="0" hangingPunct="1">
              <a:spcBef>
                <a:spcPts val="0"/>
              </a:spcBef>
              <a:spcAft>
                <a:spcPts val="300"/>
              </a:spcAft>
              <a:buClrTx/>
              <a:buSzTx/>
              <a:buFont typeface="Arial" panose="020B0604020202020204" pitchFamily="34" charset="0"/>
              <a:buChar char="•"/>
              <a:tabLst/>
              <a:defRPr/>
            </a:pPr>
            <a:r>
              <a:rPr kumimoji="0" lang="en-US" sz="1100" b="0" i="0" u="none" strike="noStrike" kern="0" cap="none" normalizeH="0" baseline="0" noProof="0">
                <a:ln>
                  <a:noFill/>
                </a:ln>
                <a:effectLst/>
                <a:uLnTx/>
                <a:uFillTx/>
                <a:latin typeface="+mn-lt"/>
                <a:ea typeface="ＭＳ Ｐゴシック" charset="0"/>
                <a:cs typeface="Segoe UI" panose="020B0502040204020203" pitchFamily="34" charset="0"/>
              </a:rPr>
              <a:t>Strategy</a:t>
            </a:r>
          </a:p>
          <a:p>
            <a:pPr marL="117475" marR="0" lvl="0" indent="-117475" algn="l" defTabSz="514154" rtl="0" eaLnBrk="1" fontAlgn="base" latinLnBrk="0" hangingPunct="1">
              <a:spcBef>
                <a:spcPts val="0"/>
              </a:spcBef>
              <a:spcAft>
                <a:spcPts val="300"/>
              </a:spcAft>
              <a:buClrTx/>
              <a:buSzTx/>
              <a:buFont typeface="Arial" panose="020B0604020202020204" pitchFamily="34" charset="0"/>
              <a:buChar char="•"/>
              <a:tabLst/>
              <a:defRPr/>
            </a:pPr>
            <a:r>
              <a:rPr kumimoji="0" lang="en-US" sz="1100" b="0" i="0" u="none" strike="noStrike" kern="0" cap="none" normalizeH="0" baseline="0" noProof="0">
                <a:ln>
                  <a:noFill/>
                </a:ln>
                <a:effectLst/>
                <a:uLnTx/>
                <a:uFillTx/>
                <a:latin typeface="+mn-lt"/>
                <a:ea typeface="ＭＳ Ｐゴシック" charset="0"/>
                <a:cs typeface="Segoe UI" panose="020B0502040204020203" pitchFamily="34" charset="0"/>
              </a:rPr>
              <a:t>Sign off if needed</a:t>
            </a:r>
          </a:p>
          <a:p>
            <a:pPr marL="117475" marR="0" lvl="0" indent="-117475" algn="l" defTabSz="514154" rtl="0" eaLnBrk="1" fontAlgn="base" latinLnBrk="0" hangingPunct="1">
              <a:spcBef>
                <a:spcPts val="0"/>
              </a:spcBef>
              <a:spcAft>
                <a:spcPts val="300"/>
              </a:spcAft>
              <a:buClrTx/>
              <a:buSzTx/>
              <a:buFont typeface="Arial" panose="020B0604020202020204" pitchFamily="34" charset="0"/>
              <a:buChar char="•"/>
              <a:tabLst/>
              <a:defRPr/>
            </a:pPr>
            <a:r>
              <a:rPr kumimoji="0" lang="en-US" sz="1100" b="0" i="0" u="none" strike="noStrike" kern="0" cap="none" normalizeH="0" baseline="0" noProof="0">
                <a:ln>
                  <a:noFill/>
                </a:ln>
                <a:effectLst/>
                <a:uLnTx/>
                <a:uFillTx/>
                <a:latin typeface="+mn-lt"/>
                <a:ea typeface="ＭＳ Ｐゴシック" charset="0"/>
                <a:cs typeface="Segoe UI" panose="020B0502040204020203" pitchFamily="34" charset="0"/>
              </a:rPr>
              <a:t>Next Steps</a:t>
            </a:r>
          </a:p>
        </p:txBody>
      </p:sp>
      <p:sp>
        <p:nvSpPr>
          <p:cNvPr id="221" name="TextBox 220">
            <a:extLst>
              <a:ext uri="{FF2B5EF4-FFF2-40B4-BE49-F238E27FC236}">
                <a16:creationId xmlns:a16="http://schemas.microsoft.com/office/drawing/2014/main" id="{EE8CCB83-833E-0425-2F77-6C703C0EEA25}"/>
              </a:ext>
            </a:extLst>
          </p:cNvPr>
          <p:cNvSpPr txBox="1">
            <a:spLocks/>
          </p:cNvSpPr>
          <p:nvPr/>
        </p:nvSpPr>
        <p:spPr>
          <a:xfrm>
            <a:off x="987465" y="3024215"/>
            <a:ext cx="2320533" cy="389850"/>
          </a:xfrm>
          <a:prstGeom prst="rect">
            <a:avLst/>
          </a:prstGeom>
          <a:noFill/>
        </p:spPr>
        <p:txBody>
          <a:bodyPr wrap="square" lIns="0" tIns="0" rIns="0" bIns="0" anchor="ctr">
            <a:spAutoFit/>
          </a:bodyPr>
          <a:lstStyle>
            <a:defPPr>
              <a:defRPr lang="en-US"/>
            </a:defPPr>
            <a:lvl1pPr marL="117475" marR="0" lvl="0" indent="-117475" defTabSz="514154" fontAlgn="base">
              <a:lnSpc>
                <a:spcPct val="100000"/>
              </a:lnSpc>
              <a:spcBef>
                <a:spcPts val="0"/>
              </a:spcBef>
              <a:spcAft>
                <a:spcPts val="300"/>
              </a:spcAft>
              <a:buClrTx/>
              <a:buSzTx/>
              <a:buFont typeface="Arial" panose="020B0604020202020204" pitchFamily="34" charset="0"/>
              <a:buChar char="•"/>
              <a:tabLst/>
              <a:defRPr kumimoji="0" sz="1100" b="0" i="0" u="none" strike="noStrike" kern="0" cap="none" spc="0" normalizeH="0" baseline="0">
                <a:ln>
                  <a:noFill/>
                </a:ln>
                <a:effectLst/>
                <a:uLnTx/>
                <a:uFillTx/>
                <a:latin typeface="Segoe Sans Display"/>
                <a:ea typeface="ＭＳ Ｐゴシック" charset="0"/>
                <a:cs typeface="Segoe UI" panose="020B0502040204020203" pitchFamily="34" charset="0"/>
              </a:defRPr>
            </a:lvl1pPr>
          </a:lstStyle>
          <a:p>
            <a:pPr marL="117475" marR="0" lvl="0" indent="-117475" algn="l" defTabSz="514154" rtl="0" eaLnBrk="1" fontAlgn="base" latinLnBrk="0" hangingPunct="1">
              <a:spcBef>
                <a:spcPts val="0"/>
              </a:spcBef>
              <a:spcAft>
                <a:spcPts val="300"/>
              </a:spcAft>
              <a:buClrTx/>
              <a:buSzTx/>
              <a:buFont typeface="Arial" panose="020B0604020202020204" pitchFamily="34" charset="0"/>
              <a:buChar char="•"/>
              <a:tabLst/>
              <a:defRPr/>
            </a:pPr>
            <a:r>
              <a:rPr kumimoji="0" lang="en-US" sz="1100" b="0" i="0" u="none" strike="noStrike" kern="0" cap="none" normalizeH="0" baseline="0" noProof="0">
                <a:ln>
                  <a:noFill/>
                </a:ln>
                <a:effectLst/>
                <a:uLnTx/>
                <a:uFillTx/>
                <a:latin typeface="+mn-lt"/>
                <a:ea typeface="ＭＳ Ｐゴシック" charset="0"/>
                <a:cs typeface="Segoe UI" panose="020B0502040204020203" pitchFamily="34" charset="0"/>
              </a:rPr>
              <a:t>Program status update</a:t>
            </a:r>
          </a:p>
          <a:p>
            <a:pPr marL="117475" marR="0" lvl="0" indent="-117475" algn="l" defTabSz="514154" rtl="0" eaLnBrk="1" fontAlgn="base" latinLnBrk="0" hangingPunct="1">
              <a:spcBef>
                <a:spcPts val="0"/>
              </a:spcBef>
              <a:spcAft>
                <a:spcPts val="300"/>
              </a:spcAft>
              <a:buClrTx/>
              <a:buSzTx/>
              <a:buFont typeface="Arial" panose="020B0604020202020204" pitchFamily="34" charset="0"/>
              <a:buChar char="•"/>
              <a:tabLst/>
              <a:defRPr/>
            </a:pPr>
            <a:r>
              <a:rPr kumimoji="0" lang="en-US" sz="1100" b="0" i="0" u="none" strike="noStrike" kern="0" cap="none" normalizeH="0" baseline="0" noProof="0">
                <a:ln>
                  <a:noFill/>
                </a:ln>
                <a:effectLst/>
                <a:uLnTx/>
                <a:uFillTx/>
                <a:latin typeface="+mn-lt"/>
                <a:ea typeface="ＭＳ Ｐゴシック" charset="0"/>
                <a:cs typeface="Segoe UI" panose="020B0502040204020203" pitchFamily="34" charset="0"/>
              </a:rPr>
              <a:t>Issues escalation</a:t>
            </a:r>
          </a:p>
        </p:txBody>
      </p:sp>
      <p:sp>
        <p:nvSpPr>
          <p:cNvPr id="222" name="TextBox 221">
            <a:extLst>
              <a:ext uri="{FF2B5EF4-FFF2-40B4-BE49-F238E27FC236}">
                <a16:creationId xmlns:a16="http://schemas.microsoft.com/office/drawing/2014/main" id="{D26475F0-C6E8-DAC2-3E0B-9774FE2F8BE1}"/>
              </a:ext>
            </a:extLst>
          </p:cNvPr>
          <p:cNvSpPr txBox="1">
            <a:spLocks/>
          </p:cNvSpPr>
          <p:nvPr/>
        </p:nvSpPr>
        <p:spPr>
          <a:xfrm>
            <a:off x="6726446" y="3024215"/>
            <a:ext cx="1889900" cy="559127"/>
          </a:xfrm>
          <a:prstGeom prst="rect">
            <a:avLst/>
          </a:prstGeom>
          <a:noFill/>
        </p:spPr>
        <p:txBody>
          <a:bodyPr wrap="square" lIns="0" tIns="0" rIns="0" bIns="0" anchor="ctr">
            <a:spAutoFit/>
          </a:bodyPr>
          <a:lstStyle>
            <a:defPPr>
              <a:defRPr lang="en-US"/>
            </a:defPPr>
            <a:lvl1pPr marL="117475" marR="0" lvl="0" indent="-117475" defTabSz="514154" fontAlgn="base">
              <a:lnSpc>
                <a:spcPct val="100000"/>
              </a:lnSpc>
              <a:spcBef>
                <a:spcPts val="0"/>
              </a:spcBef>
              <a:spcAft>
                <a:spcPts val="300"/>
              </a:spcAft>
              <a:buClrTx/>
              <a:buSzTx/>
              <a:buFont typeface="Arial" panose="020B0604020202020204" pitchFamily="34" charset="0"/>
              <a:buChar char="•"/>
              <a:tabLst/>
              <a:defRPr kumimoji="0" sz="1100" b="0" i="0" u="none" strike="noStrike" kern="0" cap="none" spc="0" normalizeH="0" baseline="0">
                <a:ln>
                  <a:noFill/>
                </a:ln>
                <a:effectLst/>
                <a:uLnTx/>
                <a:uFillTx/>
                <a:latin typeface="Segoe Sans Display"/>
                <a:ea typeface="ＭＳ Ｐゴシック" charset="0"/>
                <a:cs typeface="Segoe UI" panose="020B0502040204020203" pitchFamily="34" charset="0"/>
              </a:defRPr>
            </a:lvl1pPr>
          </a:lstStyle>
          <a:p>
            <a:pPr marL="117475" marR="0" lvl="0" indent="-117475" algn="l" defTabSz="514154" rtl="0" eaLnBrk="1" fontAlgn="base" latinLnBrk="0" hangingPunct="1">
              <a:spcBef>
                <a:spcPts val="0"/>
              </a:spcBef>
              <a:spcAft>
                <a:spcPts val="300"/>
              </a:spcAft>
              <a:buClrTx/>
              <a:buSzTx/>
              <a:buFont typeface="Arial" panose="020B0604020202020204" pitchFamily="34" charset="0"/>
              <a:buChar char="•"/>
              <a:tabLst/>
              <a:defRPr/>
            </a:pPr>
            <a:r>
              <a:rPr kumimoji="0" lang="en-US" sz="1100" b="0" i="0" u="none" strike="noStrike" kern="0" cap="none" normalizeH="0" baseline="0" noProof="0">
                <a:ln>
                  <a:noFill/>
                </a:ln>
                <a:effectLst/>
                <a:uLnTx/>
                <a:uFillTx/>
                <a:latin typeface="+mn-lt"/>
                <a:ea typeface="ＭＳ Ｐゴシック" charset="0"/>
                <a:cs typeface="Segoe UI" panose="020B0502040204020203" pitchFamily="34" charset="0"/>
              </a:rPr>
              <a:t>Resolution or mitigation of risks, issues and blockers</a:t>
            </a:r>
          </a:p>
          <a:p>
            <a:pPr marL="117475" marR="0" lvl="0" indent="-117475" algn="l" defTabSz="514154" rtl="0" eaLnBrk="1" fontAlgn="base" latinLnBrk="0" hangingPunct="1">
              <a:spcBef>
                <a:spcPts val="0"/>
              </a:spcBef>
              <a:spcAft>
                <a:spcPts val="300"/>
              </a:spcAft>
              <a:buClrTx/>
              <a:buSzTx/>
              <a:buFont typeface="Arial" panose="020B0604020202020204" pitchFamily="34" charset="0"/>
              <a:buChar char="•"/>
              <a:tabLst/>
              <a:defRPr/>
            </a:pPr>
            <a:r>
              <a:rPr kumimoji="0" lang="en-US" sz="1100" b="0" i="0" u="none" strike="noStrike" kern="0" cap="none" normalizeH="0" baseline="0" noProof="0">
                <a:ln>
                  <a:noFill/>
                </a:ln>
                <a:effectLst/>
                <a:uLnTx/>
                <a:uFillTx/>
                <a:latin typeface="+mn-lt"/>
                <a:ea typeface="ＭＳ Ｐゴシック" charset="0"/>
                <a:cs typeface="Segoe UI" panose="020B0502040204020203" pitchFamily="34" charset="0"/>
              </a:rPr>
              <a:t>Strategy recommendation</a:t>
            </a:r>
          </a:p>
        </p:txBody>
      </p:sp>
      <p:sp>
        <p:nvSpPr>
          <p:cNvPr id="223" name="TextBox 222">
            <a:extLst>
              <a:ext uri="{FF2B5EF4-FFF2-40B4-BE49-F238E27FC236}">
                <a16:creationId xmlns:a16="http://schemas.microsoft.com/office/drawing/2014/main" id="{7E5BE299-FDCA-C015-EE1D-A0E51C8FFEBC}"/>
              </a:ext>
            </a:extLst>
          </p:cNvPr>
          <p:cNvSpPr txBox="1">
            <a:spLocks/>
          </p:cNvSpPr>
          <p:nvPr/>
        </p:nvSpPr>
        <p:spPr>
          <a:xfrm>
            <a:off x="989636" y="4156641"/>
            <a:ext cx="1588692" cy="584775"/>
          </a:xfrm>
          <a:prstGeom prst="rect">
            <a:avLst/>
          </a:prstGeom>
          <a:noFill/>
        </p:spPr>
        <p:txBody>
          <a:bodyPr wrap="square" lIns="0" tIns="0" rIns="0" bIns="0" anchor="ctr">
            <a:spAutoFit/>
          </a:bodyPr>
          <a:lstStyle/>
          <a:p>
            <a:pPr marL="117475" marR="0" lvl="0" indent="-117475" algn="l" defTabSz="514154" rtl="0" eaLnBrk="1" fontAlgn="base" latinLnBrk="0" hangingPunct="1">
              <a:spcBef>
                <a:spcPts val="0"/>
              </a:spcBef>
              <a:spcAft>
                <a:spcPts val="300"/>
              </a:spcAft>
              <a:buClrTx/>
              <a:buSzTx/>
              <a:buFont typeface="Arial" panose="020B0604020202020204" pitchFamily="34" charset="0"/>
              <a:buChar char="•"/>
              <a:tabLst/>
              <a:defRPr/>
            </a:pPr>
            <a:r>
              <a:rPr kumimoji="0" lang="en-US" sz="1100" b="0" i="0" u="none" strike="noStrike" kern="0" cap="none" normalizeH="0" baseline="0" noProof="0">
                <a:ln>
                  <a:noFill/>
                </a:ln>
                <a:effectLst/>
                <a:uLnTx/>
                <a:uFillTx/>
                <a:ea typeface="ＭＳ Ｐゴシック" charset="0"/>
                <a:cs typeface="Segoe UI" panose="020B0502040204020203" pitchFamily="34" charset="0"/>
              </a:rPr>
              <a:t>Track status updates</a:t>
            </a:r>
          </a:p>
          <a:p>
            <a:pPr marL="117475" marR="0" lvl="0" indent="-117475" algn="l" defTabSz="514154" rtl="0" eaLnBrk="1" fontAlgn="base" latinLnBrk="0" hangingPunct="1">
              <a:spcBef>
                <a:spcPts val="0"/>
              </a:spcBef>
              <a:spcAft>
                <a:spcPts val="300"/>
              </a:spcAft>
              <a:buClrTx/>
              <a:buSzTx/>
              <a:buFont typeface="Arial" panose="020B0604020202020204" pitchFamily="34" charset="0"/>
              <a:buChar char="•"/>
              <a:tabLst/>
              <a:defRPr/>
            </a:pPr>
            <a:r>
              <a:rPr kumimoji="0" lang="en-US" sz="1100" b="0" i="0" u="none" strike="noStrike" kern="0" cap="none" normalizeH="0" baseline="0" noProof="0">
                <a:ln>
                  <a:noFill/>
                </a:ln>
                <a:effectLst/>
                <a:uLnTx/>
                <a:uFillTx/>
                <a:ea typeface="ＭＳ Ｐゴシック" charset="0"/>
                <a:cs typeface="Segoe UI" panose="020B0502040204020203" pitchFamily="34" charset="0"/>
              </a:rPr>
              <a:t>Issues or escalation</a:t>
            </a:r>
          </a:p>
          <a:p>
            <a:pPr marL="117475" marR="0" lvl="0" indent="-117475" algn="l" defTabSz="514154" rtl="0" eaLnBrk="1" fontAlgn="base" latinLnBrk="0" hangingPunct="1">
              <a:spcBef>
                <a:spcPts val="0"/>
              </a:spcBef>
              <a:spcAft>
                <a:spcPts val="300"/>
              </a:spcAft>
              <a:buClrTx/>
              <a:buSzTx/>
              <a:buFont typeface="Arial" panose="020B0604020202020204" pitchFamily="34" charset="0"/>
              <a:buChar char="•"/>
              <a:tabLst/>
              <a:defRPr/>
            </a:pPr>
            <a:r>
              <a:rPr kumimoji="0" lang="en-US" sz="1100" b="0" i="0" u="none" strike="noStrike" kern="0" cap="none" normalizeH="0" baseline="0" noProof="0">
                <a:ln>
                  <a:noFill/>
                </a:ln>
                <a:effectLst/>
                <a:uLnTx/>
                <a:uFillTx/>
                <a:ea typeface="ＭＳ Ｐゴシック" charset="0"/>
                <a:cs typeface="Segoe UI" panose="020B0502040204020203" pitchFamily="34" charset="0"/>
              </a:rPr>
              <a:t>Progress report</a:t>
            </a:r>
          </a:p>
        </p:txBody>
      </p:sp>
      <p:sp>
        <p:nvSpPr>
          <p:cNvPr id="224" name="TextBox 223">
            <a:extLst>
              <a:ext uri="{FF2B5EF4-FFF2-40B4-BE49-F238E27FC236}">
                <a16:creationId xmlns:a16="http://schemas.microsoft.com/office/drawing/2014/main" id="{F7124441-404F-9698-1129-A1AE6F03F2DA}"/>
              </a:ext>
            </a:extLst>
          </p:cNvPr>
          <p:cNvSpPr txBox="1">
            <a:spLocks/>
          </p:cNvSpPr>
          <p:nvPr/>
        </p:nvSpPr>
        <p:spPr>
          <a:xfrm>
            <a:off x="7237119" y="4156641"/>
            <a:ext cx="1600321" cy="559127"/>
          </a:xfrm>
          <a:prstGeom prst="rect">
            <a:avLst/>
          </a:prstGeom>
          <a:noFill/>
        </p:spPr>
        <p:txBody>
          <a:bodyPr wrap="square" lIns="0" tIns="0" rIns="0" bIns="0" anchor="ctr">
            <a:spAutoFit/>
          </a:bodyPr>
          <a:lstStyle>
            <a:defPPr>
              <a:defRPr lang="en-US"/>
            </a:defPPr>
            <a:lvl1pPr marL="117475" marR="0" lvl="0" indent="-117475" defTabSz="514154" fontAlgn="base">
              <a:lnSpc>
                <a:spcPct val="100000"/>
              </a:lnSpc>
              <a:spcBef>
                <a:spcPts val="0"/>
              </a:spcBef>
              <a:spcAft>
                <a:spcPts val="300"/>
              </a:spcAft>
              <a:buClrTx/>
              <a:buSzTx/>
              <a:buFont typeface="Arial" panose="020B0604020202020204" pitchFamily="34" charset="0"/>
              <a:buChar char="•"/>
              <a:tabLst/>
              <a:defRPr kumimoji="0" sz="1100" b="0" i="0" u="none" strike="noStrike" kern="0" cap="none" spc="0" normalizeH="0" baseline="0">
                <a:ln>
                  <a:noFill/>
                </a:ln>
                <a:effectLst/>
                <a:uLnTx/>
                <a:uFillTx/>
                <a:latin typeface="Segoe Sans Display"/>
                <a:ea typeface="ＭＳ Ｐゴシック" charset="0"/>
                <a:cs typeface="Segoe UI" panose="020B0502040204020203" pitchFamily="34" charset="0"/>
              </a:defRPr>
            </a:lvl1pPr>
          </a:lstStyle>
          <a:p>
            <a:pPr marL="117475" marR="0" lvl="0" indent="-117475" algn="l" defTabSz="514154" rtl="0" eaLnBrk="1" fontAlgn="base" latinLnBrk="0" hangingPunct="1">
              <a:spcBef>
                <a:spcPts val="0"/>
              </a:spcBef>
              <a:spcAft>
                <a:spcPts val="300"/>
              </a:spcAft>
              <a:buClrTx/>
              <a:buSzTx/>
              <a:buFont typeface="Arial" panose="020B0604020202020204" pitchFamily="34" charset="0"/>
              <a:buChar char="•"/>
              <a:tabLst/>
              <a:defRPr/>
            </a:pPr>
            <a:r>
              <a:rPr kumimoji="0" lang="en-US" sz="1100" b="0" i="0" u="none" strike="noStrike" kern="0" cap="none" normalizeH="0" baseline="0" noProof="0">
                <a:ln>
                  <a:noFill/>
                </a:ln>
                <a:effectLst/>
                <a:uLnTx/>
                <a:uFillTx/>
                <a:latin typeface="+mn-lt"/>
                <a:ea typeface="ＭＳ Ｐゴシック" charset="0"/>
                <a:cs typeface="Segoe UI" panose="020B0502040204020203" pitchFamily="34" charset="0"/>
              </a:rPr>
              <a:t>Resolve issues</a:t>
            </a:r>
          </a:p>
          <a:p>
            <a:pPr marL="117475" marR="0" lvl="0" indent="-117475" algn="l" defTabSz="514154" rtl="0" eaLnBrk="1" fontAlgn="base" latinLnBrk="0" hangingPunct="1">
              <a:spcBef>
                <a:spcPts val="0"/>
              </a:spcBef>
              <a:spcAft>
                <a:spcPts val="300"/>
              </a:spcAft>
              <a:buClrTx/>
              <a:buSzTx/>
              <a:buFont typeface="Arial" panose="020B0604020202020204" pitchFamily="34" charset="0"/>
              <a:buChar char="•"/>
              <a:tabLst/>
              <a:defRPr/>
            </a:pPr>
            <a:r>
              <a:rPr kumimoji="0" lang="en-US" sz="1100" b="0" i="0" u="none" strike="noStrike" kern="0" cap="none" normalizeH="0" baseline="0" noProof="0">
                <a:ln>
                  <a:noFill/>
                </a:ln>
                <a:effectLst/>
                <a:uLnTx/>
                <a:uFillTx/>
                <a:latin typeface="+mn-lt"/>
                <a:ea typeface="ＭＳ Ｐゴシック" charset="0"/>
                <a:cs typeface="Segoe UI" panose="020B0502040204020203" pitchFamily="34" charset="0"/>
              </a:rPr>
              <a:t>Cross-track guidance &amp; recommendations</a:t>
            </a:r>
          </a:p>
        </p:txBody>
      </p:sp>
      <p:sp>
        <p:nvSpPr>
          <p:cNvPr id="225" name="TextBox 224">
            <a:extLst>
              <a:ext uri="{FF2B5EF4-FFF2-40B4-BE49-F238E27FC236}">
                <a16:creationId xmlns:a16="http://schemas.microsoft.com/office/drawing/2014/main" id="{FE3C11E3-E0BF-882E-D95A-D3619FDC53F2}"/>
              </a:ext>
            </a:extLst>
          </p:cNvPr>
          <p:cNvSpPr txBox="1">
            <a:spLocks/>
          </p:cNvSpPr>
          <p:nvPr/>
        </p:nvSpPr>
        <p:spPr>
          <a:xfrm>
            <a:off x="7726789" y="5270845"/>
            <a:ext cx="1363661" cy="584775"/>
          </a:xfrm>
          <a:prstGeom prst="rect">
            <a:avLst/>
          </a:prstGeom>
          <a:noFill/>
        </p:spPr>
        <p:txBody>
          <a:bodyPr wrap="square" lIns="0" tIns="0" rIns="0" bIns="0" anchor="ctr">
            <a:spAutoFit/>
          </a:bodyPr>
          <a:lstStyle>
            <a:defPPr>
              <a:defRPr lang="en-US"/>
            </a:defPPr>
            <a:lvl1pPr marL="117475" marR="0" lvl="0" indent="-117475" defTabSz="514154" fontAlgn="base">
              <a:lnSpc>
                <a:spcPct val="100000"/>
              </a:lnSpc>
              <a:spcBef>
                <a:spcPts val="0"/>
              </a:spcBef>
              <a:spcAft>
                <a:spcPts val="300"/>
              </a:spcAft>
              <a:buClrTx/>
              <a:buSzTx/>
              <a:buFont typeface="Arial" panose="020B0604020202020204" pitchFamily="34" charset="0"/>
              <a:buChar char="•"/>
              <a:tabLst/>
              <a:defRPr kumimoji="0" sz="1100" b="0" i="0" u="none" strike="noStrike" kern="0" cap="none" spc="0" normalizeH="0" baseline="0">
                <a:ln>
                  <a:noFill/>
                </a:ln>
                <a:effectLst/>
                <a:uLnTx/>
                <a:uFillTx/>
                <a:latin typeface="Segoe Sans Display"/>
                <a:ea typeface="ＭＳ Ｐゴシック" charset="0"/>
                <a:cs typeface="Segoe UI" panose="020B0502040204020203" pitchFamily="34" charset="0"/>
              </a:defRPr>
            </a:lvl1pPr>
          </a:lstStyle>
          <a:p>
            <a:pPr marL="117475" marR="0" lvl="0" indent="-117475" algn="l" defTabSz="514154" rtl="0" eaLnBrk="1" fontAlgn="base" latinLnBrk="0" hangingPunct="1">
              <a:spcBef>
                <a:spcPts val="0"/>
              </a:spcBef>
              <a:spcAft>
                <a:spcPts val="300"/>
              </a:spcAft>
              <a:buClrTx/>
              <a:buSzTx/>
              <a:buFont typeface="Arial" panose="020B0604020202020204" pitchFamily="34" charset="0"/>
              <a:buChar char="•"/>
              <a:tabLst/>
              <a:defRPr/>
            </a:pPr>
            <a:r>
              <a:rPr kumimoji="0" lang="en-US" sz="1100" b="0" i="0" u="none" strike="noStrike" kern="0" cap="none" normalizeH="0" baseline="0" noProof="0">
                <a:ln>
                  <a:noFill/>
                </a:ln>
                <a:effectLst/>
                <a:uLnTx/>
                <a:uFillTx/>
                <a:latin typeface="+mn-lt"/>
                <a:ea typeface="ＭＳ Ｐゴシック" charset="0"/>
                <a:cs typeface="Segoe UI" panose="020B0502040204020203" pitchFamily="34" charset="0"/>
              </a:rPr>
              <a:t>Status updates</a:t>
            </a:r>
          </a:p>
          <a:p>
            <a:pPr marL="117475" marR="0" lvl="0" indent="-117475" algn="l" defTabSz="514154" rtl="0" eaLnBrk="1" fontAlgn="base" latinLnBrk="0" hangingPunct="1">
              <a:spcBef>
                <a:spcPts val="0"/>
              </a:spcBef>
              <a:spcAft>
                <a:spcPts val="300"/>
              </a:spcAft>
              <a:buClrTx/>
              <a:buSzTx/>
              <a:buFont typeface="Arial" panose="020B0604020202020204" pitchFamily="34" charset="0"/>
              <a:buChar char="•"/>
              <a:tabLst/>
              <a:defRPr/>
            </a:pPr>
            <a:r>
              <a:rPr kumimoji="0" lang="en-US" sz="1100" b="0" i="0" u="none" strike="noStrike" kern="0" cap="none" normalizeH="0" baseline="0" noProof="0">
                <a:ln>
                  <a:noFill/>
                </a:ln>
                <a:effectLst/>
                <a:uLnTx/>
                <a:uFillTx/>
                <a:latin typeface="+mn-lt"/>
                <a:ea typeface="ＭＳ Ｐゴシック" charset="0"/>
                <a:cs typeface="Segoe UI" panose="020B0502040204020203" pitchFamily="34" charset="0"/>
              </a:rPr>
              <a:t>Issues or escalation</a:t>
            </a:r>
          </a:p>
          <a:p>
            <a:pPr marL="117475" marR="0" lvl="0" indent="-117475" algn="l" defTabSz="514154" rtl="0" eaLnBrk="1" fontAlgn="base" latinLnBrk="0" hangingPunct="1">
              <a:spcBef>
                <a:spcPts val="0"/>
              </a:spcBef>
              <a:spcAft>
                <a:spcPts val="300"/>
              </a:spcAft>
              <a:buClrTx/>
              <a:buSzTx/>
              <a:buFont typeface="Arial" panose="020B0604020202020204" pitchFamily="34" charset="0"/>
              <a:buChar char="•"/>
              <a:tabLst/>
              <a:defRPr/>
            </a:pPr>
            <a:r>
              <a:rPr kumimoji="0" lang="en-US" sz="1100" b="0" i="0" u="none" strike="noStrike" kern="0" cap="none" normalizeH="0" baseline="0" noProof="0">
                <a:ln>
                  <a:noFill/>
                </a:ln>
                <a:effectLst/>
                <a:uLnTx/>
                <a:uFillTx/>
                <a:latin typeface="+mn-lt"/>
                <a:ea typeface="ＭＳ Ｐゴシック" charset="0"/>
                <a:cs typeface="Segoe UI" panose="020B0502040204020203" pitchFamily="34" charset="0"/>
              </a:rPr>
              <a:t>Progress report</a:t>
            </a:r>
          </a:p>
        </p:txBody>
      </p:sp>
      <p:sp>
        <p:nvSpPr>
          <p:cNvPr id="226" name="TextBox 225">
            <a:extLst>
              <a:ext uri="{FF2B5EF4-FFF2-40B4-BE49-F238E27FC236}">
                <a16:creationId xmlns:a16="http://schemas.microsoft.com/office/drawing/2014/main" id="{7623207E-8E7A-F37A-443C-EDCF063A5372}"/>
              </a:ext>
            </a:extLst>
          </p:cNvPr>
          <p:cNvSpPr txBox="1">
            <a:spLocks/>
          </p:cNvSpPr>
          <p:nvPr/>
        </p:nvSpPr>
        <p:spPr>
          <a:xfrm>
            <a:off x="9570080" y="1670566"/>
            <a:ext cx="1898638" cy="441146"/>
          </a:xfrm>
          <a:prstGeom prst="rect">
            <a:avLst/>
          </a:prstGeom>
          <a:noFill/>
        </p:spPr>
        <p:txBody>
          <a:bodyPr wrap="square" lIns="0" tIns="0" rIns="0" bIns="0" anchor="t">
            <a:spAutoFit/>
          </a:bodyPr>
          <a:lstStyle/>
          <a:p>
            <a:pPr marL="111125" marR="0" lvl="0" indent="-111125" algn="l" defTabSz="514154" rtl="0" eaLnBrk="1" fontAlgn="base" latinLnBrk="0" hangingPunct="1">
              <a:spcBef>
                <a:spcPts val="0"/>
              </a:spcBef>
              <a:spcAft>
                <a:spcPts val="200"/>
              </a:spcAft>
              <a:buClrTx/>
              <a:buSzTx/>
              <a:buFont typeface="Arial" panose="020B0604020202020204" pitchFamily="34" charset="0"/>
              <a:buChar char="•"/>
              <a:tabLst/>
              <a:defRPr/>
            </a:pPr>
            <a:r>
              <a:rPr kumimoji="0" lang="en-US" sz="900" b="0" i="0" u="none" strike="noStrike" kern="0" cap="none" normalizeH="0" baseline="0" noProof="0">
                <a:ln>
                  <a:noFill/>
                </a:ln>
                <a:effectLst/>
                <a:uLnTx/>
                <a:uFillTx/>
                <a:ea typeface="ＭＳ Ｐゴシック" charset="0"/>
                <a:cs typeface="Segoe UI" panose="020B0502040204020203" pitchFamily="34" charset="0"/>
              </a:rPr>
              <a:t>Overall vision</a:t>
            </a:r>
          </a:p>
          <a:p>
            <a:pPr marL="111125" marR="0" lvl="0" indent="-111125" algn="l" defTabSz="514154" rtl="0" eaLnBrk="1" fontAlgn="base" latinLnBrk="0" hangingPunct="1">
              <a:spcBef>
                <a:spcPts val="0"/>
              </a:spcBef>
              <a:spcAft>
                <a:spcPts val="200"/>
              </a:spcAft>
              <a:buClrTx/>
              <a:buSzTx/>
              <a:buFont typeface="Arial" panose="020B0604020202020204" pitchFamily="34" charset="0"/>
              <a:buChar char="•"/>
              <a:tabLst/>
              <a:defRPr/>
            </a:pPr>
            <a:r>
              <a:rPr kumimoji="0" lang="en-US" sz="900" b="0" i="0" u="none" strike="noStrike" kern="0" cap="none" normalizeH="0" baseline="0" noProof="0">
                <a:ln>
                  <a:noFill/>
                </a:ln>
                <a:effectLst/>
                <a:uLnTx/>
                <a:uFillTx/>
                <a:ea typeface="ＭＳ Ｐゴシック" charset="0"/>
                <a:cs typeface="Segoe UI" panose="020B0502040204020203" pitchFamily="34" charset="0"/>
              </a:rPr>
              <a:t>Strategic decisions on AI investments</a:t>
            </a:r>
          </a:p>
        </p:txBody>
      </p:sp>
      <p:sp>
        <p:nvSpPr>
          <p:cNvPr id="227" name="TextBox 226">
            <a:extLst>
              <a:ext uri="{FF2B5EF4-FFF2-40B4-BE49-F238E27FC236}">
                <a16:creationId xmlns:a16="http://schemas.microsoft.com/office/drawing/2014/main" id="{9FED5E74-3433-5752-694F-62CF1FE29CBE}"/>
              </a:ext>
            </a:extLst>
          </p:cNvPr>
          <p:cNvSpPr txBox="1">
            <a:spLocks/>
          </p:cNvSpPr>
          <p:nvPr/>
        </p:nvSpPr>
        <p:spPr>
          <a:xfrm>
            <a:off x="9570080" y="3024215"/>
            <a:ext cx="1898638" cy="466794"/>
          </a:xfrm>
          <a:prstGeom prst="rect">
            <a:avLst/>
          </a:prstGeom>
          <a:noFill/>
        </p:spPr>
        <p:txBody>
          <a:bodyPr wrap="square" lIns="0" tIns="0" rIns="0" bIns="0" anchor="ctr">
            <a:spAutoFit/>
          </a:bodyPr>
          <a:lstStyle/>
          <a:p>
            <a:pPr marL="111125" marR="0" lvl="0" indent="-111125" algn="l" defTabSz="514154" rtl="0" eaLnBrk="1" fontAlgn="base" latinLnBrk="0" hangingPunct="1">
              <a:spcBef>
                <a:spcPts val="0"/>
              </a:spcBef>
              <a:spcAft>
                <a:spcPts val="200"/>
              </a:spcAft>
              <a:buClrTx/>
              <a:buSzTx/>
              <a:buFont typeface="Arial" panose="020B0604020202020204" pitchFamily="34" charset="0"/>
              <a:buChar char="•"/>
              <a:tabLst/>
              <a:defRPr/>
            </a:pPr>
            <a:r>
              <a:rPr kumimoji="0" lang="en-US" sz="900" b="0" i="0" u="none" strike="noStrike" kern="0" cap="none" normalizeH="0" baseline="0" noProof="0">
                <a:ln>
                  <a:noFill/>
                </a:ln>
                <a:effectLst/>
                <a:uLnTx/>
                <a:uFillTx/>
                <a:ea typeface="ＭＳ Ｐゴシック" charset="0"/>
                <a:cs typeface="Segoe UI" panose="020B0502040204020203" pitchFamily="34" charset="0"/>
              </a:rPr>
              <a:t>AI Priorities for business</a:t>
            </a:r>
          </a:p>
          <a:p>
            <a:pPr marL="111125" marR="0" lvl="0" indent="-111125" algn="l" defTabSz="514154" rtl="0" eaLnBrk="1" fontAlgn="base" latinLnBrk="0" hangingPunct="1">
              <a:spcBef>
                <a:spcPts val="0"/>
              </a:spcBef>
              <a:spcAft>
                <a:spcPts val="200"/>
              </a:spcAft>
              <a:buClrTx/>
              <a:buSzTx/>
              <a:buFont typeface="Arial" panose="020B0604020202020204" pitchFamily="34" charset="0"/>
              <a:buChar char="•"/>
              <a:tabLst/>
              <a:defRPr/>
            </a:pPr>
            <a:r>
              <a:rPr kumimoji="0" lang="en-US" sz="900" b="0" i="0" u="none" strike="noStrike" kern="0" cap="none" normalizeH="0" baseline="0" noProof="0">
                <a:ln>
                  <a:noFill/>
                </a:ln>
                <a:effectLst/>
                <a:uLnTx/>
                <a:uFillTx/>
                <a:ea typeface="ＭＳ Ｐゴシック" charset="0"/>
                <a:cs typeface="Segoe UI" panose="020B0502040204020203" pitchFamily="34" charset="0"/>
              </a:rPr>
              <a:t>AI Partnerships</a:t>
            </a:r>
          </a:p>
          <a:p>
            <a:pPr marL="111125" marR="0" lvl="0" indent="-111125" algn="l" defTabSz="514154" rtl="0" eaLnBrk="1" fontAlgn="base" latinLnBrk="0" hangingPunct="1">
              <a:spcBef>
                <a:spcPts val="0"/>
              </a:spcBef>
              <a:spcAft>
                <a:spcPts val="200"/>
              </a:spcAft>
              <a:buClrTx/>
              <a:buSzTx/>
              <a:buFont typeface="Arial" panose="020B0604020202020204" pitchFamily="34" charset="0"/>
              <a:buChar char="•"/>
              <a:tabLst/>
              <a:defRPr/>
            </a:pPr>
            <a:r>
              <a:rPr kumimoji="0" lang="en-US" sz="900" b="0" i="0" u="none" strike="noStrike" kern="0" cap="none" normalizeH="0" baseline="0" noProof="0">
                <a:ln>
                  <a:noFill/>
                </a:ln>
                <a:effectLst/>
                <a:uLnTx/>
                <a:uFillTx/>
                <a:ea typeface="ＭＳ Ｐゴシック" charset="0"/>
                <a:cs typeface="Segoe UI" panose="020B0502040204020203" pitchFamily="34" charset="0"/>
              </a:rPr>
              <a:t>Build vs Buy decisions</a:t>
            </a:r>
          </a:p>
        </p:txBody>
      </p:sp>
      <p:sp>
        <p:nvSpPr>
          <p:cNvPr id="228" name="TextBox 227">
            <a:extLst>
              <a:ext uri="{FF2B5EF4-FFF2-40B4-BE49-F238E27FC236}">
                <a16:creationId xmlns:a16="http://schemas.microsoft.com/office/drawing/2014/main" id="{210A9402-2811-4FD0-CC7B-E67E6F53C966}"/>
              </a:ext>
            </a:extLst>
          </p:cNvPr>
          <p:cNvSpPr txBox="1">
            <a:spLocks/>
          </p:cNvSpPr>
          <p:nvPr/>
        </p:nvSpPr>
        <p:spPr>
          <a:xfrm>
            <a:off x="9570080" y="3925809"/>
            <a:ext cx="1898638" cy="1046440"/>
          </a:xfrm>
          <a:prstGeom prst="rect">
            <a:avLst/>
          </a:prstGeom>
          <a:noFill/>
        </p:spPr>
        <p:txBody>
          <a:bodyPr wrap="square" lIns="0" tIns="0" rIns="0" bIns="0" numCol="1" anchor="ctr">
            <a:spAutoFit/>
          </a:bodyPr>
          <a:lstStyle/>
          <a:p>
            <a:pPr marL="111125" marR="0" lvl="0" indent="-111125" algn="l" defTabSz="514154" rtl="0" eaLnBrk="1" fontAlgn="base" latinLnBrk="0" hangingPunct="1">
              <a:spcBef>
                <a:spcPts val="0"/>
              </a:spcBef>
              <a:spcAft>
                <a:spcPts val="100"/>
              </a:spcAft>
              <a:buClrTx/>
              <a:buSzTx/>
              <a:buFont typeface="Arial" panose="020B0604020202020204" pitchFamily="34" charset="0"/>
              <a:buChar char="•"/>
              <a:tabLst/>
              <a:defRPr/>
            </a:pPr>
            <a:r>
              <a:rPr kumimoji="0" lang="en-US" sz="900" b="0" i="0" u="none" strike="noStrike" kern="0" cap="none" normalizeH="0" baseline="0" noProof="0">
                <a:ln>
                  <a:noFill/>
                </a:ln>
                <a:effectLst/>
                <a:uLnTx/>
                <a:uFillTx/>
                <a:ea typeface="ＭＳ Ｐゴシック" charset="0"/>
                <a:cs typeface="Segoe UI" panose="020B0502040204020203" pitchFamily="34" charset="0"/>
              </a:rPr>
              <a:t>AI Standards and safety</a:t>
            </a:r>
          </a:p>
          <a:p>
            <a:pPr marL="111125" marR="0" lvl="0" indent="-111125" algn="l" defTabSz="514154" rtl="0" eaLnBrk="1" fontAlgn="base" latinLnBrk="0" hangingPunct="1">
              <a:spcBef>
                <a:spcPts val="0"/>
              </a:spcBef>
              <a:spcAft>
                <a:spcPts val="100"/>
              </a:spcAft>
              <a:buClrTx/>
              <a:buSzTx/>
              <a:buFont typeface="Arial" panose="020B0604020202020204" pitchFamily="34" charset="0"/>
              <a:buChar char="•"/>
              <a:tabLst/>
              <a:defRPr/>
            </a:pPr>
            <a:r>
              <a:rPr kumimoji="0" lang="en-US" sz="900" b="0" i="0" u="none" strike="noStrike" kern="0" cap="none" normalizeH="0" baseline="0" noProof="0">
                <a:ln>
                  <a:noFill/>
                </a:ln>
                <a:effectLst/>
                <a:uLnTx/>
                <a:uFillTx/>
                <a:ea typeface="ＭＳ Ｐゴシック" charset="0"/>
                <a:cs typeface="Segoe UI" panose="020B0502040204020203" pitchFamily="34" charset="0"/>
              </a:rPr>
              <a:t>Architecture Governance</a:t>
            </a:r>
          </a:p>
          <a:p>
            <a:pPr marL="111125" marR="0" lvl="0" indent="-111125" algn="l" defTabSz="514154" rtl="0" eaLnBrk="1" fontAlgn="base" latinLnBrk="0" hangingPunct="1">
              <a:spcBef>
                <a:spcPts val="0"/>
              </a:spcBef>
              <a:spcAft>
                <a:spcPts val="100"/>
              </a:spcAft>
              <a:buClrTx/>
              <a:buSzTx/>
              <a:buFont typeface="Arial" panose="020B0604020202020204" pitchFamily="34" charset="0"/>
              <a:buChar char="•"/>
              <a:tabLst/>
              <a:defRPr/>
            </a:pPr>
            <a:r>
              <a:rPr kumimoji="0" lang="en-US" sz="900" b="0" i="0" u="none" strike="noStrike" kern="0" cap="none" normalizeH="0" baseline="0" noProof="0">
                <a:ln>
                  <a:noFill/>
                </a:ln>
                <a:effectLst/>
                <a:uLnTx/>
                <a:uFillTx/>
                <a:ea typeface="ＭＳ Ｐゴシック" charset="0"/>
                <a:cs typeface="Segoe UI" panose="020B0502040204020203" pitchFamily="34" charset="0"/>
              </a:rPr>
              <a:t>Bus. value proposition</a:t>
            </a:r>
          </a:p>
          <a:p>
            <a:pPr marL="111125" marR="0" lvl="0" indent="-111125" algn="l" defTabSz="514154" rtl="0" eaLnBrk="1" fontAlgn="base" latinLnBrk="0" hangingPunct="1">
              <a:spcBef>
                <a:spcPts val="0"/>
              </a:spcBef>
              <a:spcAft>
                <a:spcPts val="100"/>
              </a:spcAft>
              <a:buClrTx/>
              <a:buSzTx/>
              <a:buFont typeface="Arial" panose="020B0604020202020204" pitchFamily="34" charset="0"/>
              <a:buChar char="•"/>
              <a:tabLst/>
              <a:defRPr/>
            </a:pPr>
            <a:r>
              <a:rPr kumimoji="0" lang="en-US" sz="900" b="0" i="0" u="none" strike="noStrike" kern="0" cap="none" normalizeH="0" baseline="0" noProof="0">
                <a:ln>
                  <a:noFill/>
                </a:ln>
                <a:effectLst/>
                <a:uLnTx/>
                <a:uFillTx/>
                <a:ea typeface="ＭＳ Ｐゴシック" charset="0"/>
                <a:cs typeface="Segoe UI" panose="020B0502040204020203" pitchFamily="34" charset="0"/>
              </a:rPr>
              <a:t>Gen/AI use case entry point </a:t>
            </a:r>
          </a:p>
          <a:p>
            <a:pPr marL="111125" marR="0" lvl="0" indent="-111125" algn="l" defTabSz="514154" rtl="0" eaLnBrk="1" fontAlgn="base" latinLnBrk="0" hangingPunct="1">
              <a:spcBef>
                <a:spcPts val="0"/>
              </a:spcBef>
              <a:spcAft>
                <a:spcPts val="100"/>
              </a:spcAft>
              <a:buClrTx/>
              <a:buSzTx/>
              <a:buFont typeface="Arial" panose="020B0604020202020204" pitchFamily="34" charset="0"/>
              <a:buChar char="•"/>
              <a:tabLst/>
              <a:defRPr/>
            </a:pPr>
            <a:r>
              <a:rPr kumimoji="0" lang="en-US" sz="900" b="0" i="0" u="none" strike="noStrike" kern="0" cap="none" normalizeH="0" baseline="0" noProof="0">
                <a:ln>
                  <a:noFill/>
                </a:ln>
                <a:effectLst/>
                <a:uLnTx/>
                <a:uFillTx/>
                <a:ea typeface="ＭＳ Ｐゴシック" charset="0"/>
                <a:cs typeface="Segoe UI" panose="020B0502040204020203" pitchFamily="34" charset="0"/>
              </a:rPr>
              <a:t>Support use case scale up</a:t>
            </a:r>
          </a:p>
          <a:p>
            <a:pPr marL="111125" marR="0" lvl="0" indent="-111125" algn="l" defTabSz="514154" rtl="0" eaLnBrk="1" fontAlgn="base" latinLnBrk="0" hangingPunct="1">
              <a:spcBef>
                <a:spcPts val="0"/>
              </a:spcBef>
              <a:spcAft>
                <a:spcPts val="100"/>
              </a:spcAft>
              <a:buClrTx/>
              <a:buSzTx/>
              <a:buFont typeface="Arial" panose="020B0604020202020204" pitchFamily="34" charset="0"/>
              <a:buChar char="•"/>
              <a:tabLst/>
              <a:defRPr/>
            </a:pPr>
            <a:r>
              <a:rPr kumimoji="0" lang="en-US" sz="900" b="0" i="0" u="none" strike="noStrike" kern="0" cap="none" normalizeH="0" baseline="0" noProof="0">
                <a:ln>
                  <a:noFill/>
                </a:ln>
                <a:effectLst/>
                <a:uLnTx/>
                <a:uFillTx/>
                <a:ea typeface="ＭＳ Ｐゴシック" charset="0"/>
                <a:cs typeface="Segoe UI" panose="020B0502040204020203" pitchFamily="34" charset="0"/>
              </a:rPr>
              <a:t>Align to strategy</a:t>
            </a:r>
          </a:p>
          <a:p>
            <a:pPr marL="111125" marR="0" lvl="0" indent="-111125" algn="l" defTabSz="514154" rtl="0" eaLnBrk="1" fontAlgn="base" latinLnBrk="0" hangingPunct="1">
              <a:spcBef>
                <a:spcPts val="0"/>
              </a:spcBef>
              <a:spcAft>
                <a:spcPts val="100"/>
              </a:spcAft>
              <a:buClrTx/>
              <a:buSzTx/>
              <a:buFont typeface="Arial" panose="020B0604020202020204" pitchFamily="34" charset="0"/>
              <a:buChar char="•"/>
              <a:tabLst/>
              <a:defRPr/>
            </a:pPr>
            <a:r>
              <a:rPr kumimoji="0" lang="en-US" sz="900" b="0" i="0" u="none" strike="noStrike" kern="0" cap="none" normalizeH="0" baseline="0" noProof="0">
                <a:ln>
                  <a:noFill/>
                </a:ln>
                <a:effectLst/>
                <a:uLnTx/>
                <a:uFillTx/>
                <a:ea typeface="ＭＳ Ｐゴシック" charset="0"/>
                <a:cs typeface="Segoe UI" panose="020B0502040204020203" pitchFamily="34" charset="0"/>
              </a:rPr>
              <a:t>Responsible AI</a:t>
            </a:r>
          </a:p>
        </p:txBody>
      </p:sp>
      <p:sp>
        <p:nvSpPr>
          <p:cNvPr id="229" name="TextBox 228">
            <a:extLst>
              <a:ext uri="{FF2B5EF4-FFF2-40B4-BE49-F238E27FC236}">
                <a16:creationId xmlns:a16="http://schemas.microsoft.com/office/drawing/2014/main" id="{825BFC68-5107-C42A-0BAB-CB3455E85B34}"/>
              </a:ext>
            </a:extLst>
          </p:cNvPr>
          <p:cNvSpPr txBox="1">
            <a:spLocks/>
          </p:cNvSpPr>
          <p:nvPr/>
        </p:nvSpPr>
        <p:spPr>
          <a:xfrm>
            <a:off x="9570080" y="5270845"/>
            <a:ext cx="1898638" cy="630942"/>
          </a:xfrm>
          <a:prstGeom prst="rect">
            <a:avLst/>
          </a:prstGeom>
          <a:noFill/>
        </p:spPr>
        <p:txBody>
          <a:bodyPr wrap="square" lIns="0" tIns="0" rIns="0" bIns="0" anchor="ctr">
            <a:spAutoFit/>
          </a:bodyPr>
          <a:lstStyle/>
          <a:p>
            <a:pPr marL="111125" marR="0" lvl="0" indent="-111125" algn="l" defTabSz="514154" rtl="0" eaLnBrk="1" fontAlgn="base" latinLnBrk="0" hangingPunct="1">
              <a:spcBef>
                <a:spcPts val="0"/>
              </a:spcBef>
              <a:spcAft>
                <a:spcPts val="200"/>
              </a:spcAft>
              <a:buClrTx/>
              <a:buSzTx/>
              <a:buFont typeface="Arial" panose="020B0604020202020204" pitchFamily="34" charset="0"/>
              <a:buChar char="•"/>
              <a:tabLst/>
              <a:defRPr/>
            </a:pPr>
            <a:r>
              <a:rPr kumimoji="0" lang="en-US" sz="900" b="0" i="0" u="none" strike="noStrike" kern="0" cap="none" normalizeH="0" baseline="0" noProof="0">
                <a:ln>
                  <a:noFill/>
                </a:ln>
                <a:effectLst/>
                <a:uLnTx/>
                <a:uFillTx/>
                <a:ea typeface="ＭＳ Ｐゴシック" charset="0"/>
                <a:cs typeface="Segoe UI" panose="020B0502040204020203" pitchFamily="34" charset="0"/>
              </a:rPr>
              <a:t>Design and Build AI</a:t>
            </a:r>
          </a:p>
          <a:p>
            <a:pPr marL="111125" marR="0" lvl="0" indent="-111125" algn="l" defTabSz="514154" rtl="0" eaLnBrk="1" fontAlgn="base" latinLnBrk="0" hangingPunct="1">
              <a:spcBef>
                <a:spcPts val="0"/>
              </a:spcBef>
              <a:spcAft>
                <a:spcPts val="200"/>
              </a:spcAft>
              <a:buClrTx/>
              <a:buSzTx/>
              <a:buFont typeface="Arial" panose="020B0604020202020204" pitchFamily="34" charset="0"/>
              <a:buChar char="•"/>
              <a:tabLst/>
              <a:defRPr/>
            </a:pPr>
            <a:r>
              <a:rPr kumimoji="0" lang="en-US" sz="900" b="0" i="0" u="none" strike="noStrike" kern="0" cap="none" normalizeH="0" baseline="0" noProof="0">
                <a:ln>
                  <a:noFill/>
                </a:ln>
                <a:effectLst/>
                <a:uLnTx/>
                <a:uFillTx/>
                <a:ea typeface="ＭＳ Ｐゴシック" charset="0"/>
                <a:cs typeface="Segoe UI" panose="020B0502040204020203" pitchFamily="34" charset="0"/>
              </a:rPr>
              <a:t>Reusable AI</a:t>
            </a:r>
          </a:p>
          <a:p>
            <a:pPr marL="111125" marR="0" lvl="0" indent="-111125" algn="l" defTabSz="514154" rtl="0" eaLnBrk="1" fontAlgn="base" latinLnBrk="0" hangingPunct="1">
              <a:spcBef>
                <a:spcPts val="0"/>
              </a:spcBef>
              <a:spcAft>
                <a:spcPts val="200"/>
              </a:spcAft>
              <a:buClrTx/>
              <a:buSzTx/>
              <a:buFont typeface="Arial" panose="020B0604020202020204" pitchFamily="34" charset="0"/>
              <a:buChar char="•"/>
              <a:tabLst/>
              <a:defRPr/>
            </a:pPr>
            <a:r>
              <a:rPr kumimoji="0" lang="en-US" sz="900" b="0" i="0" u="none" strike="noStrike" kern="0" cap="none" normalizeH="0" baseline="0" noProof="0">
                <a:ln>
                  <a:noFill/>
                </a:ln>
                <a:effectLst/>
                <a:uLnTx/>
                <a:uFillTx/>
                <a:ea typeface="ＭＳ Ｐゴシック" charset="0"/>
                <a:cs typeface="Segoe UI" panose="020B0502040204020203" pitchFamily="34" charset="0"/>
              </a:rPr>
              <a:t>AI diffusion and adoption</a:t>
            </a:r>
          </a:p>
          <a:p>
            <a:pPr marL="111125" marR="0" lvl="0" indent="-111125" algn="l" defTabSz="514154" rtl="0" eaLnBrk="1" fontAlgn="base" latinLnBrk="0" hangingPunct="1">
              <a:spcBef>
                <a:spcPts val="0"/>
              </a:spcBef>
              <a:spcAft>
                <a:spcPts val="200"/>
              </a:spcAft>
              <a:buClrTx/>
              <a:buSzTx/>
              <a:buFont typeface="Arial" panose="020B0604020202020204" pitchFamily="34" charset="0"/>
              <a:buChar char="•"/>
              <a:tabLst/>
              <a:defRPr/>
            </a:pPr>
            <a:r>
              <a:rPr kumimoji="0" lang="en-US" sz="900" b="0" i="0" u="none" strike="noStrike" kern="0" cap="none" normalizeH="0" baseline="0" noProof="0">
                <a:ln>
                  <a:noFill/>
                </a:ln>
                <a:effectLst/>
                <a:uLnTx/>
                <a:uFillTx/>
                <a:ea typeface="ＭＳ Ｐゴシック" charset="0"/>
                <a:cs typeface="Segoe UI" panose="020B0502040204020203" pitchFamily="34" charset="0"/>
              </a:rPr>
              <a:t>AI Skill Development</a:t>
            </a:r>
          </a:p>
        </p:txBody>
      </p:sp>
      <p:sp>
        <p:nvSpPr>
          <p:cNvPr id="7" name="Title 6">
            <a:extLst>
              <a:ext uri="{FF2B5EF4-FFF2-40B4-BE49-F238E27FC236}">
                <a16:creationId xmlns:a16="http://schemas.microsoft.com/office/drawing/2014/main" id="{050C9F2B-D318-0B7F-A7D3-0C9C145C06DA}"/>
              </a:ext>
            </a:extLst>
          </p:cNvPr>
          <p:cNvSpPr>
            <a:spLocks noGrp="1"/>
          </p:cNvSpPr>
          <p:nvPr>
            <p:ph type="title"/>
          </p:nvPr>
        </p:nvSpPr>
        <p:spPr>
          <a:xfrm>
            <a:off x="588263" y="457200"/>
            <a:ext cx="11018520" cy="492443"/>
          </a:xfrm>
        </p:spPr>
        <p:txBody>
          <a:bodyPr/>
          <a:lstStyle/>
          <a:p>
            <a:r>
              <a:rPr lang="en-US" noProof="0"/>
              <a:t>Structuring for AI and agent success</a:t>
            </a:r>
          </a:p>
        </p:txBody>
      </p:sp>
      <p:grpSp>
        <p:nvGrpSpPr>
          <p:cNvPr id="17" name="Group 16">
            <a:extLst>
              <a:ext uri="{FF2B5EF4-FFF2-40B4-BE49-F238E27FC236}">
                <a16:creationId xmlns:a16="http://schemas.microsoft.com/office/drawing/2014/main" id="{ECF23192-54BF-151F-1AD5-1B2FBC63AC72}"/>
              </a:ext>
            </a:extLst>
          </p:cNvPr>
          <p:cNvGrpSpPr>
            <a:grpSpLocks/>
          </p:cNvGrpSpPr>
          <p:nvPr/>
        </p:nvGrpSpPr>
        <p:grpSpPr>
          <a:xfrm>
            <a:off x="2105603" y="1581847"/>
            <a:ext cx="5445125" cy="4545013"/>
            <a:chOff x="2505899" y="1581847"/>
            <a:chExt cx="5445125" cy="4545013"/>
          </a:xfrm>
          <a:solidFill>
            <a:srgbClr val="0D72C4"/>
          </a:solidFill>
        </p:grpSpPr>
        <p:grpSp>
          <p:nvGrpSpPr>
            <p:cNvPr id="16" name="Group 15">
              <a:extLst>
                <a:ext uri="{FF2B5EF4-FFF2-40B4-BE49-F238E27FC236}">
                  <a16:creationId xmlns:a16="http://schemas.microsoft.com/office/drawing/2014/main" id="{86485605-75AC-80D9-88E6-7A38133E2D11}"/>
                </a:ext>
              </a:extLst>
            </p:cNvPr>
            <p:cNvGrpSpPr/>
            <p:nvPr/>
          </p:nvGrpSpPr>
          <p:grpSpPr>
            <a:xfrm>
              <a:off x="2505899" y="2774060"/>
              <a:ext cx="5445125" cy="3352800"/>
              <a:chOff x="2505899" y="2774060"/>
              <a:chExt cx="5445125" cy="3352800"/>
            </a:xfrm>
            <a:grpFill/>
          </p:grpSpPr>
          <p:sp>
            <p:nvSpPr>
              <p:cNvPr id="120" name="Freeform 5">
                <a:extLst>
                  <a:ext uri="{FF2B5EF4-FFF2-40B4-BE49-F238E27FC236}">
                    <a16:creationId xmlns:a16="http://schemas.microsoft.com/office/drawing/2014/main" id="{FB34A276-72F0-7124-6107-A23A7D954CB2}"/>
                  </a:ext>
                </a:extLst>
              </p:cNvPr>
              <p:cNvSpPr>
                <a:spLocks/>
              </p:cNvSpPr>
              <p:nvPr/>
            </p:nvSpPr>
            <p:spPr bwMode="auto">
              <a:xfrm>
                <a:off x="2505899" y="5156897"/>
                <a:ext cx="5445125" cy="969963"/>
              </a:xfrm>
              <a:custGeom>
                <a:avLst/>
                <a:gdLst>
                  <a:gd name="T0" fmla="*/ 19 w 1663"/>
                  <a:gd name="T1" fmla="*/ 227 h 296"/>
                  <a:gd name="T2" fmla="*/ 57 w 1663"/>
                  <a:gd name="T3" fmla="*/ 296 h 296"/>
                  <a:gd name="T4" fmla="*/ 832 w 1663"/>
                  <a:gd name="T5" fmla="*/ 296 h 296"/>
                  <a:gd name="T6" fmla="*/ 1606 w 1663"/>
                  <a:gd name="T7" fmla="*/ 296 h 296"/>
                  <a:gd name="T8" fmla="*/ 1645 w 1663"/>
                  <a:gd name="T9" fmla="*/ 227 h 296"/>
                  <a:gd name="T10" fmla="*/ 1510 w 1663"/>
                  <a:gd name="T11" fmla="*/ 0 h 296"/>
                  <a:gd name="T12" fmla="*/ 154 w 1663"/>
                  <a:gd name="T13" fmla="*/ 0 h 296"/>
                  <a:gd name="T14" fmla="*/ 19 w 1663"/>
                  <a:gd name="T15" fmla="*/ 227 h 2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63" h="296">
                    <a:moveTo>
                      <a:pt x="19" y="227"/>
                    </a:moveTo>
                    <a:cubicBezTo>
                      <a:pt x="0" y="257"/>
                      <a:pt x="22" y="296"/>
                      <a:pt x="57" y="296"/>
                    </a:cubicBezTo>
                    <a:cubicBezTo>
                      <a:pt x="832" y="296"/>
                      <a:pt x="832" y="296"/>
                      <a:pt x="832" y="296"/>
                    </a:cubicBezTo>
                    <a:cubicBezTo>
                      <a:pt x="1606" y="296"/>
                      <a:pt x="1606" y="296"/>
                      <a:pt x="1606" y="296"/>
                    </a:cubicBezTo>
                    <a:cubicBezTo>
                      <a:pt x="1641" y="296"/>
                      <a:pt x="1663" y="257"/>
                      <a:pt x="1645" y="227"/>
                    </a:cubicBezTo>
                    <a:cubicBezTo>
                      <a:pt x="1510" y="0"/>
                      <a:pt x="1510" y="0"/>
                      <a:pt x="1510" y="0"/>
                    </a:cubicBezTo>
                    <a:cubicBezTo>
                      <a:pt x="154" y="0"/>
                      <a:pt x="154" y="0"/>
                      <a:pt x="154" y="0"/>
                    </a:cubicBezTo>
                    <a:lnTo>
                      <a:pt x="19" y="227"/>
                    </a:lnTo>
                    <a:close/>
                  </a:path>
                </a:pathLst>
              </a:custGeom>
              <a:grpFill/>
              <a:ln>
                <a:noFill/>
              </a:ln>
              <a:effectLst/>
            </p:spPr>
            <p:txBody>
              <a:bodyPr wrap="square" lIns="0" tIns="0" rIns="0" bIns="0" anchor="ctr" anchorCtr="0">
                <a:noAutofit/>
              </a:bodyPr>
              <a:lstStyle/>
              <a:p>
                <a:pPr algn="ctr" defTabSz="914367" fontAlgn="base">
                  <a:spcBef>
                    <a:spcPct val="0"/>
                  </a:spcBef>
                  <a:spcAft>
                    <a:spcPct val="0"/>
                  </a:spcAft>
                </a:pPr>
                <a:endParaRPr lang="en-US" sz="2400" b="1" kern="0" noProof="0">
                  <a:ln w="3175">
                    <a:noFill/>
                  </a:ln>
                  <a:solidFill>
                    <a:schemeClr val="bg1"/>
                  </a:solidFill>
                  <a:latin typeface="+mj-lt"/>
                  <a:cs typeface="Segoe UI" pitchFamily="34" charset="0"/>
                </a:endParaRPr>
              </a:p>
            </p:txBody>
          </p:sp>
          <p:sp>
            <p:nvSpPr>
              <p:cNvPr id="121" name="Freeform 6">
                <a:extLst>
                  <a:ext uri="{FF2B5EF4-FFF2-40B4-BE49-F238E27FC236}">
                    <a16:creationId xmlns:a16="http://schemas.microsoft.com/office/drawing/2014/main" id="{A4FE5922-9C9E-877B-4192-746B4F8B4E74}"/>
                  </a:ext>
                </a:extLst>
              </p:cNvPr>
              <p:cNvSpPr>
                <a:spLocks/>
              </p:cNvSpPr>
              <p:nvPr/>
            </p:nvSpPr>
            <p:spPr bwMode="auto">
              <a:xfrm>
                <a:off x="3142486" y="3966272"/>
                <a:ext cx="4171950" cy="968375"/>
              </a:xfrm>
              <a:custGeom>
                <a:avLst/>
                <a:gdLst>
                  <a:gd name="T0" fmla="*/ 0 w 2628"/>
                  <a:gd name="T1" fmla="*/ 610 h 610"/>
                  <a:gd name="T2" fmla="*/ 2628 w 2628"/>
                  <a:gd name="T3" fmla="*/ 610 h 610"/>
                  <a:gd name="T4" fmla="*/ 2263 w 2628"/>
                  <a:gd name="T5" fmla="*/ 0 h 610"/>
                  <a:gd name="T6" fmla="*/ 363 w 2628"/>
                  <a:gd name="T7" fmla="*/ 0 h 610"/>
                  <a:gd name="T8" fmla="*/ 0 w 2628"/>
                  <a:gd name="T9" fmla="*/ 610 h 610"/>
                </a:gdLst>
                <a:ahLst/>
                <a:cxnLst>
                  <a:cxn ang="0">
                    <a:pos x="T0" y="T1"/>
                  </a:cxn>
                  <a:cxn ang="0">
                    <a:pos x="T2" y="T3"/>
                  </a:cxn>
                  <a:cxn ang="0">
                    <a:pos x="T4" y="T5"/>
                  </a:cxn>
                  <a:cxn ang="0">
                    <a:pos x="T6" y="T7"/>
                  </a:cxn>
                  <a:cxn ang="0">
                    <a:pos x="T8" y="T9"/>
                  </a:cxn>
                </a:cxnLst>
                <a:rect l="0" t="0" r="r" b="b"/>
                <a:pathLst>
                  <a:path w="2628" h="610">
                    <a:moveTo>
                      <a:pt x="0" y="610"/>
                    </a:moveTo>
                    <a:lnTo>
                      <a:pt x="2628" y="610"/>
                    </a:lnTo>
                    <a:lnTo>
                      <a:pt x="2263" y="0"/>
                    </a:lnTo>
                    <a:lnTo>
                      <a:pt x="363" y="0"/>
                    </a:lnTo>
                    <a:lnTo>
                      <a:pt x="0" y="610"/>
                    </a:lnTo>
                    <a:close/>
                  </a:path>
                </a:pathLst>
              </a:custGeom>
              <a:grpFill/>
              <a:ln>
                <a:noFill/>
              </a:ln>
              <a:effectLst/>
            </p:spPr>
            <p:txBody>
              <a:bodyPr wrap="square" lIns="0" tIns="0" rIns="0" bIns="0" anchor="ctr" anchorCtr="0">
                <a:noAutofit/>
              </a:bodyPr>
              <a:lstStyle/>
              <a:p>
                <a:pPr algn="ctr" defTabSz="914367" fontAlgn="base">
                  <a:spcBef>
                    <a:spcPct val="0"/>
                  </a:spcBef>
                  <a:spcAft>
                    <a:spcPct val="0"/>
                  </a:spcAft>
                </a:pPr>
                <a:endParaRPr lang="en-US" sz="2400" b="1" kern="0" noProof="0">
                  <a:ln w="3175">
                    <a:noFill/>
                  </a:ln>
                  <a:solidFill>
                    <a:schemeClr val="bg1"/>
                  </a:solidFill>
                  <a:latin typeface="+mj-lt"/>
                  <a:cs typeface="Segoe UI" pitchFamily="34" charset="0"/>
                </a:endParaRPr>
              </a:p>
            </p:txBody>
          </p:sp>
          <p:sp>
            <p:nvSpPr>
              <p:cNvPr id="122" name="Freeform 7">
                <a:extLst>
                  <a:ext uri="{FF2B5EF4-FFF2-40B4-BE49-F238E27FC236}">
                    <a16:creationId xmlns:a16="http://schemas.microsoft.com/office/drawing/2014/main" id="{DEEFEA85-387F-F607-C617-8F357CDE4469}"/>
                  </a:ext>
                </a:extLst>
              </p:cNvPr>
              <p:cNvSpPr>
                <a:spLocks/>
              </p:cNvSpPr>
              <p:nvPr/>
            </p:nvSpPr>
            <p:spPr bwMode="auto">
              <a:xfrm>
                <a:off x="3853686" y="2774060"/>
                <a:ext cx="2749550" cy="968375"/>
              </a:xfrm>
              <a:custGeom>
                <a:avLst/>
                <a:gdLst>
                  <a:gd name="T0" fmla="*/ 0 w 1732"/>
                  <a:gd name="T1" fmla="*/ 610 h 610"/>
                  <a:gd name="T2" fmla="*/ 1732 w 1732"/>
                  <a:gd name="T3" fmla="*/ 610 h 610"/>
                  <a:gd name="T4" fmla="*/ 1367 w 1732"/>
                  <a:gd name="T5" fmla="*/ 0 h 610"/>
                  <a:gd name="T6" fmla="*/ 365 w 1732"/>
                  <a:gd name="T7" fmla="*/ 0 h 610"/>
                  <a:gd name="T8" fmla="*/ 0 w 1732"/>
                  <a:gd name="T9" fmla="*/ 610 h 610"/>
                </a:gdLst>
                <a:ahLst/>
                <a:cxnLst>
                  <a:cxn ang="0">
                    <a:pos x="T0" y="T1"/>
                  </a:cxn>
                  <a:cxn ang="0">
                    <a:pos x="T2" y="T3"/>
                  </a:cxn>
                  <a:cxn ang="0">
                    <a:pos x="T4" y="T5"/>
                  </a:cxn>
                  <a:cxn ang="0">
                    <a:pos x="T6" y="T7"/>
                  </a:cxn>
                  <a:cxn ang="0">
                    <a:pos x="T8" y="T9"/>
                  </a:cxn>
                </a:cxnLst>
                <a:rect l="0" t="0" r="r" b="b"/>
                <a:pathLst>
                  <a:path w="1732" h="610">
                    <a:moveTo>
                      <a:pt x="0" y="610"/>
                    </a:moveTo>
                    <a:lnTo>
                      <a:pt x="1732" y="610"/>
                    </a:lnTo>
                    <a:lnTo>
                      <a:pt x="1367" y="0"/>
                    </a:lnTo>
                    <a:lnTo>
                      <a:pt x="365" y="0"/>
                    </a:lnTo>
                    <a:lnTo>
                      <a:pt x="0" y="610"/>
                    </a:lnTo>
                    <a:close/>
                  </a:path>
                </a:pathLst>
              </a:custGeom>
              <a:grpFill/>
              <a:ln>
                <a:noFill/>
              </a:ln>
              <a:effectLst/>
            </p:spPr>
            <p:txBody>
              <a:bodyPr wrap="square" lIns="0" tIns="0" rIns="0" bIns="0" anchor="ctr" anchorCtr="0">
                <a:noAutofit/>
              </a:bodyPr>
              <a:lstStyle/>
              <a:p>
                <a:pPr algn="ctr" defTabSz="914367" fontAlgn="base">
                  <a:spcBef>
                    <a:spcPct val="0"/>
                  </a:spcBef>
                  <a:spcAft>
                    <a:spcPct val="0"/>
                  </a:spcAft>
                </a:pPr>
                <a:endParaRPr lang="en-US" sz="2400" b="1" kern="0" noProof="0">
                  <a:ln w="3175">
                    <a:noFill/>
                  </a:ln>
                  <a:solidFill>
                    <a:schemeClr val="bg1"/>
                  </a:solidFill>
                  <a:latin typeface="+mj-lt"/>
                  <a:cs typeface="Segoe UI" pitchFamily="34" charset="0"/>
                </a:endParaRPr>
              </a:p>
            </p:txBody>
          </p:sp>
        </p:grpSp>
        <p:sp>
          <p:nvSpPr>
            <p:cNvPr id="123" name="Freeform 8">
              <a:extLst>
                <a:ext uri="{FF2B5EF4-FFF2-40B4-BE49-F238E27FC236}">
                  <a16:creationId xmlns:a16="http://schemas.microsoft.com/office/drawing/2014/main" id="{4EAC7695-75B2-0883-F9FB-5392F2633FF1}"/>
                </a:ext>
              </a:extLst>
            </p:cNvPr>
            <p:cNvSpPr>
              <a:spLocks/>
            </p:cNvSpPr>
            <p:nvPr/>
          </p:nvSpPr>
          <p:spPr bwMode="auto">
            <a:xfrm>
              <a:off x="4564886" y="1581847"/>
              <a:ext cx="1327150" cy="969963"/>
            </a:xfrm>
            <a:custGeom>
              <a:avLst/>
              <a:gdLst>
                <a:gd name="T0" fmla="*/ 242 w 405"/>
                <a:gd name="T1" fmla="*/ 22 h 296"/>
                <a:gd name="T2" fmla="*/ 203 w 405"/>
                <a:gd name="T3" fmla="*/ 0 h 296"/>
                <a:gd name="T4" fmla="*/ 203 w 405"/>
                <a:gd name="T5" fmla="*/ 0 h 296"/>
                <a:gd name="T6" fmla="*/ 164 w 405"/>
                <a:gd name="T7" fmla="*/ 22 h 296"/>
                <a:gd name="T8" fmla="*/ 0 w 405"/>
                <a:gd name="T9" fmla="*/ 296 h 296"/>
                <a:gd name="T10" fmla="*/ 405 w 405"/>
                <a:gd name="T11" fmla="*/ 296 h 296"/>
                <a:gd name="T12" fmla="*/ 242 w 405"/>
                <a:gd name="T13" fmla="*/ 22 h 296"/>
              </a:gdLst>
              <a:ahLst/>
              <a:cxnLst>
                <a:cxn ang="0">
                  <a:pos x="T0" y="T1"/>
                </a:cxn>
                <a:cxn ang="0">
                  <a:pos x="T2" y="T3"/>
                </a:cxn>
                <a:cxn ang="0">
                  <a:pos x="T4" y="T5"/>
                </a:cxn>
                <a:cxn ang="0">
                  <a:pos x="T6" y="T7"/>
                </a:cxn>
                <a:cxn ang="0">
                  <a:pos x="T8" y="T9"/>
                </a:cxn>
                <a:cxn ang="0">
                  <a:pos x="T10" y="T11"/>
                </a:cxn>
                <a:cxn ang="0">
                  <a:pos x="T12" y="T13"/>
                </a:cxn>
              </a:cxnLst>
              <a:rect l="0" t="0" r="r" b="b"/>
              <a:pathLst>
                <a:path w="405" h="296">
                  <a:moveTo>
                    <a:pt x="242" y="22"/>
                  </a:moveTo>
                  <a:cubicBezTo>
                    <a:pt x="233" y="7"/>
                    <a:pt x="218" y="0"/>
                    <a:pt x="203" y="0"/>
                  </a:cubicBezTo>
                  <a:cubicBezTo>
                    <a:pt x="203" y="0"/>
                    <a:pt x="203" y="0"/>
                    <a:pt x="203" y="0"/>
                  </a:cubicBezTo>
                  <a:cubicBezTo>
                    <a:pt x="188" y="0"/>
                    <a:pt x="173" y="7"/>
                    <a:pt x="164" y="22"/>
                  </a:cubicBezTo>
                  <a:cubicBezTo>
                    <a:pt x="0" y="296"/>
                    <a:pt x="0" y="296"/>
                    <a:pt x="0" y="296"/>
                  </a:cubicBezTo>
                  <a:cubicBezTo>
                    <a:pt x="405" y="296"/>
                    <a:pt x="405" y="296"/>
                    <a:pt x="405" y="296"/>
                  </a:cubicBezTo>
                  <a:lnTo>
                    <a:pt x="242" y="22"/>
                  </a:lnTo>
                  <a:close/>
                </a:path>
              </a:pathLst>
            </a:custGeom>
            <a:grpFill/>
            <a:ln>
              <a:noFill/>
            </a:ln>
            <a:effectLst/>
          </p:spPr>
          <p:txBody>
            <a:bodyPr wrap="square" lIns="0" tIns="0" rIns="0" bIns="0" anchor="ctr" anchorCtr="0">
              <a:noAutofit/>
            </a:bodyPr>
            <a:lstStyle/>
            <a:p>
              <a:pPr algn="ctr" defTabSz="914367" fontAlgn="base">
                <a:spcBef>
                  <a:spcPct val="0"/>
                </a:spcBef>
                <a:spcAft>
                  <a:spcPct val="0"/>
                </a:spcAft>
              </a:pPr>
              <a:endParaRPr lang="en-US" sz="2400" b="1" kern="0" noProof="0">
                <a:ln w="3175">
                  <a:noFill/>
                </a:ln>
                <a:solidFill>
                  <a:schemeClr val="bg1"/>
                </a:solidFill>
                <a:latin typeface="+mj-lt"/>
                <a:cs typeface="Segoe UI" pitchFamily="34" charset="0"/>
              </a:endParaRPr>
            </a:p>
          </p:txBody>
        </p:sp>
      </p:grpSp>
      <p:sp>
        <p:nvSpPr>
          <p:cNvPr id="134" name="Trapezoid 133">
            <a:extLst>
              <a:ext uri="{FF2B5EF4-FFF2-40B4-BE49-F238E27FC236}">
                <a16:creationId xmlns:a16="http://schemas.microsoft.com/office/drawing/2014/main" id="{B407E12E-4610-C042-7A6C-D4F2E60C75DE}"/>
              </a:ext>
            </a:extLst>
          </p:cNvPr>
          <p:cNvSpPr/>
          <p:nvPr/>
        </p:nvSpPr>
        <p:spPr bwMode="auto">
          <a:xfrm flipH="1">
            <a:off x="2726316" y="4934760"/>
            <a:ext cx="4187823" cy="221730"/>
          </a:xfrm>
          <a:prstGeom prst="trapezoid">
            <a:avLst>
              <a:gd name="adj" fmla="val 65094"/>
            </a:avLst>
          </a:prstGeom>
          <a:solidFill>
            <a:schemeClr val="bg1">
              <a:lumMod val="95000"/>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normalizeH="0" baseline="0" noProof="0">
              <a:ln>
                <a:noFill/>
              </a:ln>
              <a:solidFill>
                <a:srgbClr val="091F2C"/>
              </a:solidFill>
              <a:effectLst/>
              <a:uLnTx/>
              <a:uFillTx/>
              <a:latin typeface="Segoe Sans Display"/>
              <a:ea typeface="Segoe UI" pitchFamily="34" charset="0"/>
              <a:cs typeface="Segoe UI" pitchFamily="34" charset="0"/>
            </a:endParaRPr>
          </a:p>
        </p:txBody>
      </p:sp>
      <p:sp>
        <p:nvSpPr>
          <p:cNvPr id="135" name="TextBox 134">
            <a:extLst>
              <a:ext uri="{FF2B5EF4-FFF2-40B4-BE49-F238E27FC236}">
                <a16:creationId xmlns:a16="http://schemas.microsoft.com/office/drawing/2014/main" id="{19AEC3AC-4AB1-3644-1504-D9578486B2CD}"/>
              </a:ext>
            </a:extLst>
          </p:cNvPr>
          <p:cNvSpPr txBox="1"/>
          <p:nvPr/>
        </p:nvSpPr>
        <p:spPr>
          <a:xfrm>
            <a:off x="4344728" y="1892181"/>
            <a:ext cx="966874" cy="369332"/>
          </a:xfrm>
          <a:prstGeom prst="rect">
            <a:avLst/>
          </a:prstGeom>
          <a:noFill/>
        </p:spPr>
        <p:txBody>
          <a:bodyPr wrap="square" lIns="0" tIns="0" rIns="0" bIns="0" anchor="ctr">
            <a:spAutoFit/>
          </a:bodyPr>
          <a:lstStyle/>
          <a:p>
            <a:pPr marL="0" marR="0" lvl="0" indent="0" algn="ctr" defTabSz="914400" rtl="0" eaLnBrk="1" fontAlgn="auto" latinLnBrk="0" hangingPunct="1">
              <a:spcBef>
                <a:spcPts val="0"/>
              </a:spcBef>
              <a:spcAft>
                <a:spcPts val="0"/>
              </a:spcAft>
              <a:buClrTx/>
              <a:buSzTx/>
              <a:buFont typeface="Arial" panose="020B0604020202020204" pitchFamily="34" charset="0"/>
              <a:buNone/>
              <a:tabLst/>
              <a:defRPr/>
            </a:pPr>
            <a:r>
              <a:rPr kumimoji="0" lang="en-US" sz="1200" b="0" i="0" u="none" strike="noStrike" kern="1200" cap="none" normalizeH="0" baseline="0" noProof="0">
                <a:ln>
                  <a:noFill/>
                </a:ln>
                <a:solidFill>
                  <a:schemeClr val="bg1"/>
                </a:solidFill>
                <a:effectLst/>
                <a:uLnTx/>
                <a:uFillTx/>
                <a:latin typeface="+mj-lt"/>
                <a:ea typeface="+mn-ea"/>
                <a:cs typeface="Segoe UI" panose="020B0502040204020203" pitchFamily="34" charset="0"/>
              </a:rPr>
              <a:t>AI</a:t>
            </a:r>
            <a:br>
              <a:rPr kumimoji="0" lang="en-US" sz="1200" b="0" i="0" u="none" strike="noStrike" kern="1200" cap="none" normalizeH="0" baseline="0" noProof="0">
                <a:ln>
                  <a:noFill/>
                </a:ln>
                <a:solidFill>
                  <a:schemeClr val="bg1"/>
                </a:solidFill>
                <a:effectLst/>
                <a:uLnTx/>
                <a:uFillTx/>
                <a:latin typeface="+mj-lt"/>
                <a:ea typeface="+mn-ea"/>
                <a:cs typeface="Segoe UI" panose="020B0502040204020203" pitchFamily="34" charset="0"/>
              </a:rPr>
            </a:br>
            <a:r>
              <a:rPr kumimoji="0" lang="en-US" sz="1200" b="0" i="0" u="none" strike="noStrike" kern="1200" cap="none" normalizeH="0" baseline="0" noProof="0">
                <a:ln>
                  <a:noFill/>
                </a:ln>
                <a:solidFill>
                  <a:schemeClr val="bg1"/>
                </a:solidFill>
                <a:effectLst/>
                <a:uLnTx/>
                <a:uFillTx/>
                <a:latin typeface="+mj-lt"/>
                <a:ea typeface="+mn-ea"/>
                <a:cs typeface="Segoe UI" panose="020B0502040204020203" pitchFamily="34" charset="0"/>
              </a:rPr>
              <a:t>Leadership</a:t>
            </a:r>
          </a:p>
        </p:txBody>
      </p:sp>
      <p:sp>
        <p:nvSpPr>
          <p:cNvPr id="136" name="TextBox 135">
            <a:extLst>
              <a:ext uri="{FF2B5EF4-FFF2-40B4-BE49-F238E27FC236}">
                <a16:creationId xmlns:a16="http://schemas.microsoft.com/office/drawing/2014/main" id="{2F8547BC-8128-1D68-B6FD-49A380C60711}"/>
              </a:ext>
            </a:extLst>
          </p:cNvPr>
          <p:cNvSpPr txBox="1"/>
          <p:nvPr/>
        </p:nvSpPr>
        <p:spPr>
          <a:xfrm>
            <a:off x="4161350" y="2823215"/>
            <a:ext cx="1333630" cy="369332"/>
          </a:xfrm>
          <a:prstGeom prst="rect">
            <a:avLst/>
          </a:prstGeom>
          <a:noFill/>
        </p:spPr>
        <p:txBody>
          <a:bodyPr wrap="square" lIns="0" tIns="0" rIns="0" bIns="0" anchor="ctr">
            <a:spAutoFit/>
          </a:bodyPr>
          <a:lstStyle/>
          <a:p>
            <a:pPr marL="0" marR="0" lvl="0" indent="0" algn="ctr" defTabSz="914400" rtl="0" eaLnBrk="1" fontAlgn="auto" latinLnBrk="0" hangingPunct="1">
              <a:spcBef>
                <a:spcPts val="0"/>
              </a:spcBef>
              <a:spcAft>
                <a:spcPts val="0"/>
              </a:spcAft>
              <a:buClrTx/>
              <a:buSzTx/>
              <a:buFontTx/>
              <a:buNone/>
              <a:tabLst/>
              <a:defRPr/>
            </a:pPr>
            <a:r>
              <a:rPr kumimoji="0" lang="en-US" sz="1200" b="0" i="0" u="none" strike="noStrike" kern="1200" cap="none" normalizeH="0" baseline="0" noProof="0">
                <a:ln>
                  <a:noFill/>
                </a:ln>
                <a:solidFill>
                  <a:schemeClr val="bg1"/>
                </a:solidFill>
                <a:effectLst/>
                <a:uLnTx/>
                <a:uFillTx/>
                <a:latin typeface="+mj-lt"/>
                <a:ea typeface="+mn-ea"/>
                <a:cs typeface="Segoe UI" panose="020B0502040204020203" pitchFamily="34" charset="0"/>
              </a:rPr>
              <a:t>Senior </a:t>
            </a:r>
            <a:br>
              <a:rPr kumimoji="0" lang="en-US" sz="1200" b="0" i="0" u="none" strike="noStrike" kern="1200" cap="none" normalizeH="0" baseline="0" noProof="0">
                <a:ln>
                  <a:noFill/>
                </a:ln>
                <a:solidFill>
                  <a:schemeClr val="bg1"/>
                </a:solidFill>
                <a:effectLst/>
                <a:uLnTx/>
                <a:uFillTx/>
                <a:latin typeface="+mj-lt"/>
                <a:ea typeface="+mn-ea"/>
                <a:cs typeface="Segoe UI" panose="020B0502040204020203" pitchFamily="34" charset="0"/>
              </a:rPr>
            </a:br>
            <a:r>
              <a:rPr kumimoji="0" lang="en-US" sz="1200" b="0" i="0" u="none" strike="noStrike" kern="1200" cap="none" normalizeH="0" baseline="0" noProof="0">
                <a:ln>
                  <a:noFill/>
                </a:ln>
                <a:solidFill>
                  <a:schemeClr val="bg1"/>
                </a:solidFill>
                <a:effectLst/>
                <a:uLnTx/>
                <a:uFillTx/>
                <a:latin typeface="+mj-lt"/>
                <a:ea typeface="+mn-ea"/>
                <a:cs typeface="Segoe UI" panose="020B0502040204020203" pitchFamily="34" charset="0"/>
              </a:rPr>
              <a:t>Leadership</a:t>
            </a:r>
          </a:p>
        </p:txBody>
      </p:sp>
      <p:sp>
        <p:nvSpPr>
          <p:cNvPr id="137" name="TextBox 136">
            <a:extLst>
              <a:ext uri="{FF2B5EF4-FFF2-40B4-BE49-F238E27FC236}">
                <a16:creationId xmlns:a16="http://schemas.microsoft.com/office/drawing/2014/main" id="{315C09CF-A793-A85B-058E-5CAB93DE3DDE}"/>
              </a:ext>
            </a:extLst>
          </p:cNvPr>
          <p:cNvSpPr txBox="1"/>
          <p:nvPr/>
        </p:nvSpPr>
        <p:spPr>
          <a:xfrm>
            <a:off x="3642712" y="4031417"/>
            <a:ext cx="2370907" cy="369332"/>
          </a:xfrm>
          <a:prstGeom prst="rect">
            <a:avLst/>
          </a:prstGeom>
          <a:noFill/>
        </p:spPr>
        <p:txBody>
          <a:bodyPr wrap="square" lIns="0" tIns="0" rIns="0" bIns="0" anchor="ctr">
            <a:spAutoFit/>
          </a:bodyPr>
          <a:lstStyle/>
          <a:p>
            <a:pPr marL="0" marR="0" lvl="0" indent="0" algn="ctr" defTabSz="914400" rtl="0" eaLnBrk="1" fontAlgn="auto" latinLnBrk="0" hangingPunct="1">
              <a:spcBef>
                <a:spcPts val="0"/>
              </a:spcBef>
              <a:spcAft>
                <a:spcPts val="0"/>
              </a:spcAft>
              <a:buClrTx/>
              <a:buSzTx/>
              <a:buFont typeface="Arial" panose="020B0604020202020204" pitchFamily="34" charset="0"/>
              <a:buNone/>
              <a:tabLst/>
              <a:defRPr/>
            </a:pPr>
            <a:r>
              <a:rPr kumimoji="0" lang="en-US" sz="1200" b="0" i="0" u="none" strike="noStrike" kern="1200" cap="none" normalizeH="0" baseline="0" noProof="0">
                <a:ln>
                  <a:noFill/>
                </a:ln>
                <a:solidFill>
                  <a:schemeClr val="bg1"/>
                </a:solidFill>
                <a:effectLst/>
                <a:uLnTx/>
                <a:uFillTx/>
                <a:latin typeface="+mj-lt"/>
                <a:ea typeface="+mn-ea"/>
                <a:cs typeface="Segoe UI" panose="020B0502040204020203" pitchFamily="34" charset="0"/>
              </a:rPr>
              <a:t>AI Governance</a:t>
            </a:r>
            <a:br>
              <a:rPr kumimoji="0" lang="en-US" sz="1200" b="0" i="0" u="none" strike="noStrike" kern="1200" cap="none" normalizeH="0" baseline="0" noProof="0">
                <a:ln>
                  <a:noFill/>
                </a:ln>
                <a:solidFill>
                  <a:schemeClr val="bg1"/>
                </a:solidFill>
                <a:effectLst/>
                <a:uLnTx/>
                <a:uFillTx/>
                <a:latin typeface="+mj-lt"/>
                <a:ea typeface="+mn-ea"/>
                <a:cs typeface="Segoe UI" panose="020B0502040204020203" pitchFamily="34" charset="0"/>
              </a:rPr>
            </a:br>
            <a:r>
              <a:rPr kumimoji="0" lang="en-US" sz="1200" b="0" i="0" u="none" strike="noStrike" kern="1200" cap="none" normalizeH="0" baseline="0" noProof="0">
                <a:ln>
                  <a:noFill/>
                </a:ln>
                <a:solidFill>
                  <a:schemeClr val="bg1"/>
                </a:solidFill>
                <a:effectLst/>
                <a:uLnTx/>
                <a:uFillTx/>
                <a:latin typeface="+mj-lt"/>
                <a:ea typeface="+mn-ea"/>
                <a:cs typeface="Segoe UI" panose="020B0502040204020203" pitchFamily="34" charset="0"/>
              </a:rPr>
              <a:t>Breaking existing CoE silos</a:t>
            </a:r>
          </a:p>
        </p:txBody>
      </p:sp>
      <p:sp>
        <p:nvSpPr>
          <p:cNvPr id="138" name="TextBox 137">
            <a:extLst>
              <a:ext uri="{FF2B5EF4-FFF2-40B4-BE49-F238E27FC236}">
                <a16:creationId xmlns:a16="http://schemas.microsoft.com/office/drawing/2014/main" id="{0BAA072B-A1BB-F3F7-2C68-1B541F43BDBE}"/>
              </a:ext>
            </a:extLst>
          </p:cNvPr>
          <p:cNvSpPr txBox="1"/>
          <p:nvPr/>
        </p:nvSpPr>
        <p:spPr>
          <a:xfrm>
            <a:off x="3245395" y="5214474"/>
            <a:ext cx="3165540" cy="369332"/>
          </a:xfrm>
          <a:prstGeom prst="rect">
            <a:avLst/>
          </a:prstGeom>
          <a:noFill/>
        </p:spPr>
        <p:txBody>
          <a:bodyPr wrap="square" lIns="0" tIns="0" rIns="0" bIns="0" anchor="ctr">
            <a:spAutoFit/>
          </a:bodyPr>
          <a:lstStyle/>
          <a:p>
            <a:pPr marL="0" marR="0" lvl="0" indent="0" algn="ctr" defTabSz="914400" rtl="0" eaLnBrk="1" fontAlgn="auto" latinLnBrk="0" hangingPunct="1">
              <a:spcBef>
                <a:spcPts val="0"/>
              </a:spcBef>
              <a:spcAft>
                <a:spcPts val="0"/>
              </a:spcAft>
              <a:buClrTx/>
              <a:buSzTx/>
              <a:buFont typeface="Arial" panose="020B0604020202020204" pitchFamily="34" charset="0"/>
              <a:buNone/>
              <a:tabLst/>
              <a:defRPr/>
            </a:pPr>
            <a:r>
              <a:rPr kumimoji="0" lang="en-US" sz="1200" b="0" i="0" u="none" strike="noStrike" kern="1200" cap="none" normalizeH="0" baseline="0" noProof="0">
                <a:ln>
                  <a:noFill/>
                </a:ln>
                <a:solidFill>
                  <a:schemeClr val="bg1"/>
                </a:solidFill>
                <a:effectLst/>
                <a:uLnTx/>
                <a:uFillTx/>
                <a:latin typeface="+mj-lt"/>
                <a:ea typeface="+mn-ea"/>
                <a:cs typeface="Segoe UI" panose="020B0502040204020203" pitchFamily="34" charset="0"/>
              </a:rPr>
              <a:t>Citizen development AND IT teams</a:t>
            </a:r>
            <a:br>
              <a:rPr kumimoji="0" lang="en-US" sz="1200" b="0" i="0" u="none" strike="noStrike" kern="1200" cap="none" normalizeH="0" baseline="0" noProof="0">
                <a:ln>
                  <a:noFill/>
                </a:ln>
                <a:solidFill>
                  <a:schemeClr val="bg1"/>
                </a:solidFill>
                <a:effectLst/>
                <a:uLnTx/>
                <a:uFillTx/>
                <a:latin typeface="+mj-lt"/>
                <a:ea typeface="+mn-ea"/>
                <a:cs typeface="Segoe UI" panose="020B0502040204020203" pitchFamily="34" charset="0"/>
              </a:rPr>
            </a:br>
            <a:r>
              <a:rPr kumimoji="0" lang="en-US" sz="1200" b="0" i="0" u="none" strike="noStrike" kern="1200" cap="none" normalizeH="0" baseline="0" noProof="0">
                <a:ln>
                  <a:noFill/>
                </a:ln>
                <a:solidFill>
                  <a:schemeClr val="bg1"/>
                </a:solidFill>
                <a:effectLst/>
                <a:uLnTx/>
                <a:uFillTx/>
                <a:latin typeface="+mj-lt"/>
                <a:ea typeface="+mn-ea"/>
                <a:cs typeface="Segoe UI" panose="020B0502040204020203" pitchFamily="34" charset="0"/>
              </a:rPr>
              <a:t>AI Community enablement</a:t>
            </a:r>
          </a:p>
        </p:txBody>
      </p:sp>
      <p:sp>
        <p:nvSpPr>
          <p:cNvPr id="230" name="Graphic 28">
            <a:extLst>
              <a:ext uri="{FF2B5EF4-FFF2-40B4-BE49-F238E27FC236}">
                <a16:creationId xmlns:a16="http://schemas.microsoft.com/office/drawing/2014/main" id="{FC36D550-9715-4A67-31FE-FBB71E2EE12D}"/>
              </a:ext>
              <a:ext uri="{C183D7F6-B498-43B3-948B-1728B52AA6E4}">
                <adec:decorative xmlns:adec="http://schemas.microsoft.com/office/drawing/2017/decorative" val="1"/>
              </a:ext>
            </a:extLst>
          </p:cNvPr>
          <p:cNvSpPr>
            <a:spLocks/>
          </p:cNvSpPr>
          <p:nvPr/>
        </p:nvSpPr>
        <p:spPr>
          <a:xfrm flipH="1">
            <a:off x="5339424" y="1990866"/>
            <a:ext cx="149306" cy="149304"/>
          </a:xfrm>
          <a:custGeom>
            <a:avLst/>
            <a:gdLst>
              <a:gd name="connsiteX0" fmla="*/ 176663 w 353325"/>
              <a:gd name="connsiteY0" fmla="*/ 29444 h 353325"/>
              <a:gd name="connsiteX1" fmla="*/ 323881 w 353325"/>
              <a:gd name="connsiteY1" fmla="*/ 176663 h 353325"/>
              <a:gd name="connsiteX2" fmla="*/ 176663 w 353325"/>
              <a:gd name="connsiteY2" fmla="*/ 323881 h 353325"/>
              <a:gd name="connsiteX3" fmla="*/ 29444 w 353325"/>
              <a:gd name="connsiteY3" fmla="*/ 176663 h 353325"/>
              <a:gd name="connsiteX4" fmla="*/ 31038 w 353325"/>
              <a:gd name="connsiteY4" fmla="*/ 154919 h 353325"/>
              <a:gd name="connsiteX5" fmla="*/ 16824 w 353325"/>
              <a:gd name="connsiteY5" fmla="*/ 137404 h 353325"/>
              <a:gd name="connsiteX6" fmla="*/ 2055 w 353325"/>
              <a:gd name="connsiteY6" fmla="*/ 149629 h 353325"/>
              <a:gd name="connsiteX7" fmla="*/ 0 w 353325"/>
              <a:gd name="connsiteY7" fmla="*/ 176663 h 353325"/>
              <a:gd name="connsiteX8" fmla="*/ 176663 w 353325"/>
              <a:gd name="connsiteY8" fmla="*/ 353325 h 353325"/>
              <a:gd name="connsiteX9" fmla="*/ 353325 w 353325"/>
              <a:gd name="connsiteY9" fmla="*/ 176663 h 353325"/>
              <a:gd name="connsiteX10" fmla="*/ 176663 w 353325"/>
              <a:gd name="connsiteY10" fmla="*/ 0 h 353325"/>
              <a:gd name="connsiteX11" fmla="*/ 58888 w 353325"/>
              <a:gd name="connsiteY11" fmla="*/ 44984 h 353325"/>
              <a:gd name="connsiteX12" fmla="*/ 58888 w 353325"/>
              <a:gd name="connsiteY12" fmla="*/ 24536 h 353325"/>
              <a:gd name="connsiteX13" fmla="*/ 44166 w 353325"/>
              <a:gd name="connsiteY13" fmla="*/ 9815 h 353325"/>
              <a:gd name="connsiteX14" fmla="*/ 29444 w 353325"/>
              <a:gd name="connsiteY14" fmla="*/ 24536 h 353325"/>
              <a:gd name="connsiteX15" fmla="*/ 29444 w 353325"/>
              <a:gd name="connsiteY15" fmla="*/ 83424 h 353325"/>
              <a:gd name="connsiteX16" fmla="*/ 44166 w 353325"/>
              <a:gd name="connsiteY16" fmla="*/ 98146 h 353325"/>
              <a:gd name="connsiteX17" fmla="*/ 103053 w 353325"/>
              <a:gd name="connsiteY17" fmla="*/ 98146 h 353325"/>
              <a:gd name="connsiteX18" fmla="*/ 117775 w 353325"/>
              <a:gd name="connsiteY18" fmla="*/ 83424 h 353325"/>
              <a:gd name="connsiteX19" fmla="*/ 103053 w 353325"/>
              <a:gd name="connsiteY19" fmla="*/ 68702 h 353325"/>
              <a:gd name="connsiteX20" fmla="*/ 76572 w 353325"/>
              <a:gd name="connsiteY20" fmla="*/ 68702 h 353325"/>
              <a:gd name="connsiteX21" fmla="*/ 176663 w 353325"/>
              <a:gd name="connsiteY21" fmla="*/ 29444 h 353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53325" h="353325">
                <a:moveTo>
                  <a:pt x="176663" y="29444"/>
                </a:moveTo>
                <a:cubicBezTo>
                  <a:pt x="257968" y="29444"/>
                  <a:pt x="323881" y="95356"/>
                  <a:pt x="323881" y="176663"/>
                </a:cubicBezTo>
                <a:cubicBezTo>
                  <a:pt x="323881" y="257968"/>
                  <a:pt x="257968" y="323881"/>
                  <a:pt x="176663" y="323881"/>
                </a:cubicBezTo>
                <a:cubicBezTo>
                  <a:pt x="95356" y="323881"/>
                  <a:pt x="29444" y="257968"/>
                  <a:pt x="29444" y="176663"/>
                </a:cubicBezTo>
                <a:cubicBezTo>
                  <a:pt x="29444" y="169274"/>
                  <a:pt x="29988" y="162015"/>
                  <a:pt x="31038" y="154919"/>
                </a:cubicBezTo>
                <a:cubicBezTo>
                  <a:pt x="32358" y="146006"/>
                  <a:pt x="25834" y="137404"/>
                  <a:pt x="16824" y="137404"/>
                </a:cubicBezTo>
                <a:cubicBezTo>
                  <a:pt x="9544" y="137404"/>
                  <a:pt x="3160" y="142433"/>
                  <a:pt x="2055" y="149629"/>
                </a:cubicBezTo>
                <a:cubicBezTo>
                  <a:pt x="702" y="158443"/>
                  <a:pt x="0" y="167470"/>
                  <a:pt x="0" y="176663"/>
                </a:cubicBezTo>
                <a:cubicBezTo>
                  <a:pt x="0" y="274231"/>
                  <a:pt x="79095" y="353325"/>
                  <a:pt x="176663" y="353325"/>
                </a:cubicBezTo>
                <a:cubicBezTo>
                  <a:pt x="274231" y="353325"/>
                  <a:pt x="353325" y="274231"/>
                  <a:pt x="353325" y="176663"/>
                </a:cubicBezTo>
                <a:cubicBezTo>
                  <a:pt x="353325" y="79095"/>
                  <a:pt x="274231" y="0"/>
                  <a:pt x="176663" y="0"/>
                </a:cubicBezTo>
                <a:cubicBezTo>
                  <a:pt x="131416" y="0"/>
                  <a:pt x="90142" y="17010"/>
                  <a:pt x="58888" y="44984"/>
                </a:cubicBezTo>
                <a:lnTo>
                  <a:pt x="58888" y="24536"/>
                </a:lnTo>
                <a:cubicBezTo>
                  <a:pt x="58888" y="16406"/>
                  <a:pt x="52296" y="9815"/>
                  <a:pt x="44166" y="9815"/>
                </a:cubicBezTo>
                <a:cubicBezTo>
                  <a:pt x="36035" y="9815"/>
                  <a:pt x="29444" y="16406"/>
                  <a:pt x="29444" y="24536"/>
                </a:cubicBezTo>
                <a:lnTo>
                  <a:pt x="29444" y="83424"/>
                </a:lnTo>
                <a:cubicBezTo>
                  <a:pt x="29444" y="91555"/>
                  <a:pt x="36035" y="98146"/>
                  <a:pt x="44166" y="98146"/>
                </a:cubicBezTo>
                <a:lnTo>
                  <a:pt x="103053" y="98146"/>
                </a:lnTo>
                <a:cubicBezTo>
                  <a:pt x="111184" y="98146"/>
                  <a:pt x="117775" y="91555"/>
                  <a:pt x="117775" y="83424"/>
                </a:cubicBezTo>
                <a:cubicBezTo>
                  <a:pt x="117775" y="75293"/>
                  <a:pt x="111184" y="68702"/>
                  <a:pt x="103053" y="68702"/>
                </a:cubicBezTo>
                <a:lnTo>
                  <a:pt x="76572" y="68702"/>
                </a:lnTo>
                <a:cubicBezTo>
                  <a:pt x="102839" y="44339"/>
                  <a:pt x="138011" y="29444"/>
                  <a:pt x="176663" y="29444"/>
                </a:cubicBez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noProof="0"/>
          </a:p>
        </p:txBody>
      </p:sp>
      <p:sp>
        <p:nvSpPr>
          <p:cNvPr id="231" name="Graphic 28">
            <a:extLst>
              <a:ext uri="{FF2B5EF4-FFF2-40B4-BE49-F238E27FC236}">
                <a16:creationId xmlns:a16="http://schemas.microsoft.com/office/drawing/2014/main" id="{756293D2-5CE1-E799-5AD0-FBA9425334E0}"/>
              </a:ext>
              <a:ext uri="{C183D7F6-B498-43B3-948B-1728B52AA6E4}">
                <adec:decorative xmlns:adec="http://schemas.microsoft.com/office/drawing/2017/decorative" val="1"/>
              </a:ext>
            </a:extLst>
          </p:cNvPr>
          <p:cNvSpPr>
            <a:spLocks/>
          </p:cNvSpPr>
          <p:nvPr/>
        </p:nvSpPr>
        <p:spPr>
          <a:xfrm flipH="1">
            <a:off x="6046764" y="3146362"/>
            <a:ext cx="149306" cy="149304"/>
          </a:xfrm>
          <a:custGeom>
            <a:avLst/>
            <a:gdLst>
              <a:gd name="connsiteX0" fmla="*/ 176663 w 353325"/>
              <a:gd name="connsiteY0" fmla="*/ 29444 h 353325"/>
              <a:gd name="connsiteX1" fmla="*/ 323881 w 353325"/>
              <a:gd name="connsiteY1" fmla="*/ 176663 h 353325"/>
              <a:gd name="connsiteX2" fmla="*/ 176663 w 353325"/>
              <a:gd name="connsiteY2" fmla="*/ 323881 h 353325"/>
              <a:gd name="connsiteX3" fmla="*/ 29444 w 353325"/>
              <a:gd name="connsiteY3" fmla="*/ 176663 h 353325"/>
              <a:gd name="connsiteX4" fmla="*/ 31038 w 353325"/>
              <a:gd name="connsiteY4" fmla="*/ 154919 h 353325"/>
              <a:gd name="connsiteX5" fmla="*/ 16824 w 353325"/>
              <a:gd name="connsiteY5" fmla="*/ 137404 h 353325"/>
              <a:gd name="connsiteX6" fmla="*/ 2055 w 353325"/>
              <a:gd name="connsiteY6" fmla="*/ 149629 h 353325"/>
              <a:gd name="connsiteX7" fmla="*/ 0 w 353325"/>
              <a:gd name="connsiteY7" fmla="*/ 176663 h 353325"/>
              <a:gd name="connsiteX8" fmla="*/ 176663 w 353325"/>
              <a:gd name="connsiteY8" fmla="*/ 353325 h 353325"/>
              <a:gd name="connsiteX9" fmla="*/ 353325 w 353325"/>
              <a:gd name="connsiteY9" fmla="*/ 176663 h 353325"/>
              <a:gd name="connsiteX10" fmla="*/ 176663 w 353325"/>
              <a:gd name="connsiteY10" fmla="*/ 0 h 353325"/>
              <a:gd name="connsiteX11" fmla="*/ 58888 w 353325"/>
              <a:gd name="connsiteY11" fmla="*/ 44984 h 353325"/>
              <a:gd name="connsiteX12" fmla="*/ 58888 w 353325"/>
              <a:gd name="connsiteY12" fmla="*/ 24536 h 353325"/>
              <a:gd name="connsiteX13" fmla="*/ 44166 w 353325"/>
              <a:gd name="connsiteY13" fmla="*/ 9815 h 353325"/>
              <a:gd name="connsiteX14" fmla="*/ 29444 w 353325"/>
              <a:gd name="connsiteY14" fmla="*/ 24536 h 353325"/>
              <a:gd name="connsiteX15" fmla="*/ 29444 w 353325"/>
              <a:gd name="connsiteY15" fmla="*/ 83424 h 353325"/>
              <a:gd name="connsiteX16" fmla="*/ 44166 w 353325"/>
              <a:gd name="connsiteY16" fmla="*/ 98146 h 353325"/>
              <a:gd name="connsiteX17" fmla="*/ 103053 w 353325"/>
              <a:gd name="connsiteY17" fmla="*/ 98146 h 353325"/>
              <a:gd name="connsiteX18" fmla="*/ 117775 w 353325"/>
              <a:gd name="connsiteY18" fmla="*/ 83424 h 353325"/>
              <a:gd name="connsiteX19" fmla="*/ 103053 w 353325"/>
              <a:gd name="connsiteY19" fmla="*/ 68702 h 353325"/>
              <a:gd name="connsiteX20" fmla="*/ 76572 w 353325"/>
              <a:gd name="connsiteY20" fmla="*/ 68702 h 353325"/>
              <a:gd name="connsiteX21" fmla="*/ 176663 w 353325"/>
              <a:gd name="connsiteY21" fmla="*/ 29444 h 353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53325" h="353325">
                <a:moveTo>
                  <a:pt x="176663" y="29444"/>
                </a:moveTo>
                <a:cubicBezTo>
                  <a:pt x="257968" y="29444"/>
                  <a:pt x="323881" y="95356"/>
                  <a:pt x="323881" y="176663"/>
                </a:cubicBezTo>
                <a:cubicBezTo>
                  <a:pt x="323881" y="257968"/>
                  <a:pt x="257968" y="323881"/>
                  <a:pt x="176663" y="323881"/>
                </a:cubicBezTo>
                <a:cubicBezTo>
                  <a:pt x="95356" y="323881"/>
                  <a:pt x="29444" y="257968"/>
                  <a:pt x="29444" y="176663"/>
                </a:cubicBezTo>
                <a:cubicBezTo>
                  <a:pt x="29444" y="169274"/>
                  <a:pt x="29988" y="162015"/>
                  <a:pt x="31038" y="154919"/>
                </a:cubicBezTo>
                <a:cubicBezTo>
                  <a:pt x="32358" y="146006"/>
                  <a:pt x="25834" y="137404"/>
                  <a:pt x="16824" y="137404"/>
                </a:cubicBezTo>
                <a:cubicBezTo>
                  <a:pt x="9544" y="137404"/>
                  <a:pt x="3160" y="142433"/>
                  <a:pt x="2055" y="149629"/>
                </a:cubicBezTo>
                <a:cubicBezTo>
                  <a:pt x="702" y="158443"/>
                  <a:pt x="0" y="167470"/>
                  <a:pt x="0" y="176663"/>
                </a:cubicBezTo>
                <a:cubicBezTo>
                  <a:pt x="0" y="274231"/>
                  <a:pt x="79095" y="353325"/>
                  <a:pt x="176663" y="353325"/>
                </a:cubicBezTo>
                <a:cubicBezTo>
                  <a:pt x="274231" y="353325"/>
                  <a:pt x="353325" y="274231"/>
                  <a:pt x="353325" y="176663"/>
                </a:cubicBezTo>
                <a:cubicBezTo>
                  <a:pt x="353325" y="79095"/>
                  <a:pt x="274231" y="0"/>
                  <a:pt x="176663" y="0"/>
                </a:cubicBezTo>
                <a:cubicBezTo>
                  <a:pt x="131416" y="0"/>
                  <a:pt x="90142" y="17010"/>
                  <a:pt x="58888" y="44984"/>
                </a:cubicBezTo>
                <a:lnTo>
                  <a:pt x="58888" y="24536"/>
                </a:lnTo>
                <a:cubicBezTo>
                  <a:pt x="58888" y="16406"/>
                  <a:pt x="52296" y="9815"/>
                  <a:pt x="44166" y="9815"/>
                </a:cubicBezTo>
                <a:cubicBezTo>
                  <a:pt x="36035" y="9815"/>
                  <a:pt x="29444" y="16406"/>
                  <a:pt x="29444" y="24536"/>
                </a:cubicBezTo>
                <a:lnTo>
                  <a:pt x="29444" y="83424"/>
                </a:lnTo>
                <a:cubicBezTo>
                  <a:pt x="29444" y="91555"/>
                  <a:pt x="36035" y="98146"/>
                  <a:pt x="44166" y="98146"/>
                </a:cubicBezTo>
                <a:lnTo>
                  <a:pt x="103053" y="98146"/>
                </a:lnTo>
                <a:cubicBezTo>
                  <a:pt x="111184" y="98146"/>
                  <a:pt x="117775" y="91555"/>
                  <a:pt x="117775" y="83424"/>
                </a:cubicBezTo>
                <a:cubicBezTo>
                  <a:pt x="117775" y="75293"/>
                  <a:pt x="111184" y="68702"/>
                  <a:pt x="103053" y="68702"/>
                </a:cubicBezTo>
                <a:lnTo>
                  <a:pt x="76572" y="68702"/>
                </a:lnTo>
                <a:cubicBezTo>
                  <a:pt x="102839" y="44339"/>
                  <a:pt x="138011" y="29444"/>
                  <a:pt x="176663" y="29444"/>
                </a:cubicBez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noProof="0"/>
          </a:p>
        </p:txBody>
      </p:sp>
      <p:sp>
        <p:nvSpPr>
          <p:cNvPr id="232" name="Graphic 28">
            <a:extLst>
              <a:ext uri="{FF2B5EF4-FFF2-40B4-BE49-F238E27FC236}">
                <a16:creationId xmlns:a16="http://schemas.microsoft.com/office/drawing/2014/main" id="{C35FB5F7-274A-C93F-93B8-950EC824D246}"/>
              </a:ext>
              <a:ext uri="{C183D7F6-B498-43B3-948B-1728B52AA6E4}">
                <adec:decorative xmlns:adec="http://schemas.microsoft.com/office/drawing/2017/decorative" val="1"/>
              </a:ext>
            </a:extLst>
          </p:cNvPr>
          <p:cNvSpPr>
            <a:spLocks/>
          </p:cNvSpPr>
          <p:nvPr/>
        </p:nvSpPr>
        <p:spPr>
          <a:xfrm flipH="1">
            <a:off x="6702575" y="4316344"/>
            <a:ext cx="149306" cy="149304"/>
          </a:xfrm>
          <a:custGeom>
            <a:avLst/>
            <a:gdLst>
              <a:gd name="connsiteX0" fmla="*/ 176663 w 353325"/>
              <a:gd name="connsiteY0" fmla="*/ 29444 h 353325"/>
              <a:gd name="connsiteX1" fmla="*/ 323881 w 353325"/>
              <a:gd name="connsiteY1" fmla="*/ 176663 h 353325"/>
              <a:gd name="connsiteX2" fmla="*/ 176663 w 353325"/>
              <a:gd name="connsiteY2" fmla="*/ 323881 h 353325"/>
              <a:gd name="connsiteX3" fmla="*/ 29444 w 353325"/>
              <a:gd name="connsiteY3" fmla="*/ 176663 h 353325"/>
              <a:gd name="connsiteX4" fmla="*/ 31038 w 353325"/>
              <a:gd name="connsiteY4" fmla="*/ 154919 h 353325"/>
              <a:gd name="connsiteX5" fmla="*/ 16824 w 353325"/>
              <a:gd name="connsiteY5" fmla="*/ 137404 h 353325"/>
              <a:gd name="connsiteX6" fmla="*/ 2055 w 353325"/>
              <a:gd name="connsiteY6" fmla="*/ 149629 h 353325"/>
              <a:gd name="connsiteX7" fmla="*/ 0 w 353325"/>
              <a:gd name="connsiteY7" fmla="*/ 176663 h 353325"/>
              <a:gd name="connsiteX8" fmla="*/ 176663 w 353325"/>
              <a:gd name="connsiteY8" fmla="*/ 353325 h 353325"/>
              <a:gd name="connsiteX9" fmla="*/ 353325 w 353325"/>
              <a:gd name="connsiteY9" fmla="*/ 176663 h 353325"/>
              <a:gd name="connsiteX10" fmla="*/ 176663 w 353325"/>
              <a:gd name="connsiteY10" fmla="*/ 0 h 353325"/>
              <a:gd name="connsiteX11" fmla="*/ 58888 w 353325"/>
              <a:gd name="connsiteY11" fmla="*/ 44984 h 353325"/>
              <a:gd name="connsiteX12" fmla="*/ 58888 w 353325"/>
              <a:gd name="connsiteY12" fmla="*/ 24536 h 353325"/>
              <a:gd name="connsiteX13" fmla="*/ 44166 w 353325"/>
              <a:gd name="connsiteY13" fmla="*/ 9815 h 353325"/>
              <a:gd name="connsiteX14" fmla="*/ 29444 w 353325"/>
              <a:gd name="connsiteY14" fmla="*/ 24536 h 353325"/>
              <a:gd name="connsiteX15" fmla="*/ 29444 w 353325"/>
              <a:gd name="connsiteY15" fmla="*/ 83424 h 353325"/>
              <a:gd name="connsiteX16" fmla="*/ 44166 w 353325"/>
              <a:gd name="connsiteY16" fmla="*/ 98146 h 353325"/>
              <a:gd name="connsiteX17" fmla="*/ 103053 w 353325"/>
              <a:gd name="connsiteY17" fmla="*/ 98146 h 353325"/>
              <a:gd name="connsiteX18" fmla="*/ 117775 w 353325"/>
              <a:gd name="connsiteY18" fmla="*/ 83424 h 353325"/>
              <a:gd name="connsiteX19" fmla="*/ 103053 w 353325"/>
              <a:gd name="connsiteY19" fmla="*/ 68702 h 353325"/>
              <a:gd name="connsiteX20" fmla="*/ 76572 w 353325"/>
              <a:gd name="connsiteY20" fmla="*/ 68702 h 353325"/>
              <a:gd name="connsiteX21" fmla="*/ 176663 w 353325"/>
              <a:gd name="connsiteY21" fmla="*/ 29444 h 353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53325" h="353325">
                <a:moveTo>
                  <a:pt x="176663" y="29444"/>
                </a:moveTo>
                <a:cubicBezTo>
                  <a:pt x="257968" y="29444"/>
                  <a:pt x="323881" y="95356"/>
                  <a:pt x="323881" y="176663"/>
                </a:cubicBezTo>
                <a:cubicBezTo>
                  <a:pt x="323881" y="257968"/>
                  <a:pt x="257968" y="323881"/>
                  <a:pt x="176663" y="323881"/>
                </a:cubicBezTo>
                <a:cubicBezTo>
                  <a:pt x="95356" y="323881"/>
                  <a:pt x="29444" y="257968"/>
                  <a:pt x="29444" y="176663"/>
                </a:cubicBezTo>
                <a:cubicBezTo>
                  <a:pt x="29444" y="169274"/>
                  <a:pt x="29988" y="162015"/>
                  <a:pt x="31038" y="154919"/>
                </a:cubicBezTo>
                <a:cubicBezTo>
                  <a:pt x="32358" y="146006"/>
                  <a:pt x="25834" y="137404"/>
                  <a:pt x="16824" y="137404"/>
                </a:cubicBezTo>
                <a:cubicBezTo>
                  <a:pt x="9544" y="137404"/>
                  <a:pt x="3160" y="142433"/>
                  <a:pt x="2055" y="149629"/>
                </a:cubicBezTo>
                <a:cubicBezTo>
                  <a:pt x="702" y="158443"/>
                  <a:pt x="0" y="167470"/>
                  <a:pt x="0" y="176663"/>
                </a:cubicBezTo>
                <a:cubicBezTo>
                  <a:pt x="0" y="274231"/>
                  <a:pt x="79095" y="353325"/>
                  <a:pt x="176663" y="353325"/>
                </a:cubicBezTo>
                <a:cubicBezTo>
                  <a:pt x="274231" y="353325"/>
                  <a:pt x="353325" y="274231"/>
                  <a:pt x="353325" y="176663"/>
                </a:cubicBezTo>
                <a:cubicBezTo>
                  <a:pt x="353325" y="79095"/>
                  <a:pt x="274231" y="0"/>
                  <a:pt x="176663" y="0"/>
                </a:cubicBezTo>
                <a:cubicBezTo>
                  <a:pt x="131416" y="0"/>
                  <a:pt x="90142" y="17010"/>
                  <a:pt x="58888" y="44984"/>
                </a:cubicBezTo>
                <a:lnTo>
                  <a:pt x="58888" y="24536"/>
                </a:lnTo>
                <a:cubicBezTo>
                  <a:pt x="58888" y="16406"/>
                  <a:pt x="52296" y="9815"/>
                  <a:pt x="44166" y="9815"/>
                </a:cubicBezTo>
                <a:cubicBezTo>
                  <a:pt x="36035" y="9815"/>
                  <a:pt x="29444" y="16406"/>
                  <a:pt x="29444" y="24536"/>
                </a:cubicBezTo>
                <a:lnTo>
                  <a:pt x="29444" y="83424"/>
                </a:lnTo>
                <a:cubicBezTo>
                  <a:pt x="29444" y="91555"/>
                  <a:pt x="36035" y="98146"/>
                  <a:pt x="44166" y="98146"/>
                </a:cubicBezTo>
                <a:lnTo>
                  <a:pt x="103053" y="98146"/>
                </a:lnTo>
                <a:cubicBezTo>
                  <a:pt x="111184" y="98146"/>
                  <a:pt x="117775" y="91555"/>
                  <a:pt x="117775" y="83424"/>
                </a:cubicBezTo>
                <a:cubicBezTo>
                  <a:pt x="117775" y="75293"/>
                  <a:pt x="111184" y="68702"/>
                  <a:pt x="103053" y="68702"/>
                </a:cubicBezTo>
                <a:lnTo>
                  <a:pt x="76572" y="68702"/>
                </a:lnTo>
                <a:cubicBezTo>
                  <a:pt x="102839" y="44339"/>
                  <a:pt x="138011" y="29444"/>
                  <a:pt x="176663" y="29444"/>
                </a:cubicBez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noProof="0"/>
          </a:p>
        </p:txBody>
      </p:sp>
      <p:sp>
        <p:nvSpPr>
          <p:cNvPr id="18" name="Trapezoid 17">
            <a:extLst>
              <a:ext uri="{FF2B5EF4-FFF2-40B4-BE49-F238E27FC236}">
                <a16:creationId xmlns:a16="http://schemas.microsoft.com/office/drawing/2014/main" id="{D3A7A2C8-6171-AA5D-DF58-96F69C08F7DA}"/>
              </a:ext>
            </a:extLst>
          </p:cNvPr>
          <p:cNvSpPr>
            <a:spLocks/>
          </p:cNvSpPr>
          <p:nvPr/>
        </p:nvSpPr>
        <p:spPr bwMode="auto">
          <a:xfrm flipH="1">
            <a:off x="3422403" y="3741423"/>
            <a:ext cx="2795648" cy="221730"/>
          </a:xfrm>
          <a:prstGeom prst="trapezoid">
            <a:avLst>
              <a:gd name="adj" fmla="val 65094"/>
            </a:avLst>
          </a:prstGeom>
          <a:solidFill>
            <a:schemeClr val="bg1">
              <a:lumMod val="95000"/>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normalizeH="0" baseline="0" noProof="0">
              <a:ln>
                <a:noFill/>
              </a:ln>
              <a:solidFill>
                <a:srgbClr val="091F2C"/>
              </a:solidFill>
              <a:effectLst/>
              <a:uLnTx/>
              <a:uFillTx/>
              <a:latin typeface="Segoe Sans Display"/>
              <a:ea typeface="Segoe UI" pitchFamily="34" charset="0"/>
              <a:cs typeface="Segoe UI" pitchFamily="34" charset="0"/>
            </a:endParaRPr>
          </a:p>
        </p:txBody>
      </p:sp>
      <p:sp>
        <p:nvSpPr>
          <p:cNvPr id="19" name="Trapezoid 18">
            <a:extLst>
              <a:ext uri="{FF2B5EF4-FFF2-40B4-BE49-F238E27FC236}">
                <a16:creationId xmlns:a16="http://schemas.microsoft.com/office/drawing/2014/main" id="{1C031A64-0E36-6938-38EB-2B283FC5BEAA}"/>
              </a:ext>
            </a:extLst>
          </p:cNvPr>
          <p:cNvSpPr>
            <a:spLocks/>
          </p:cNvSpPr>
          <p:nvPr/>
        </p:nvSpPr>
        <p:spPr bwMode="auto">
          <a:xfrm flipH="1">
            <a:off x="4143129" y="2552070"/>
            <a:ext cx="1354196" cy="221730"/>
          </a:xfrm>
          <a:prstGeom prst="trapezoid">
            <a:avLst>
              <a:gd name="adj" fmla="val 65094"/>
            </a:avLst>
          </a:prstGeom>
          <a:solidFill>
            <a:schemeClr val="bg1">
              <a:lumMod val="95000"/>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normalizeH="0" baseline="0" noProof="0">
              <a:ln>
                <a:noFill/>
              </a:ln>
              <a:solidFill>
                <a:srgbClr val="091F2C"/>
              </a:solidFill>
              <a:effectLst/>
              <a:uLnTx/>
              <a:uFillTx/>
              <a:latin typeface="Segoe Sans Display"/>
              <a:ea typeface="Segoe UI" pitchFamily="34" charset="0"/>
              <a:cs typeface="Segoe UI" pitchFamily="34" charset="0"/>
            </a:endParaRPr>
          </a:p>
        </p:txBody>
      </p:sp>
      <p:cxnSp>
        <p:nvCxnSpPr>
          <p:cNvPr id="209" name="Straight Connector 208">
            <a:extLst>
              <a:ext uri="{FF2B5EF4-FFF2-40B4-BE49-F238E27FC236}">
                <a16:creationId xmlns:a16="http://schemas.microsoft.com/office/drawing/2014/main" id="{1E726E24-7687-EEF7-9CF2-183321000EC6}"/>
              </a:ext>
              <a:ext uri="{C183D7F6-B498-43B3-948B-1728B52AA6E4}">
                <adec:decorative xmlns:adec="http://schemas.microsoft.com/office/drawing/2017/decorative" val="1"/>
              </a:ext>
            </a:extLst>
          </p:cNvPr>
          <p:cNvCxnSpPr>
            <a:cxnSpLocks/>
          </p:cNvCxnSpPr>
          <p:nvPr/>
        </p:nvCxnSpPr>
        <p:spPr>
          <a:xfrm>
            <a:off x="570271" y="2662935"/>
            <a:ext cx="11051458" cy="0"/>
          </a:xfrm>
          <a:prstGeom prst="line">
            <a:avLst/>
          </a:prstGeom>
          <a:ln w="6350">
            <a:solidFill>
              <a:schemeClr val="bg1">
                <a:lumMod val="8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1EAE9F7E-D2AB-AB08-6ACB-70174D90B7CB}"/>
              </a:ext>
              <a:ext uri="{C183D7F6-B498-43B3-948B-1728B52AA6E4}">
                <adec:decorative xmlns:adec="http://schemas.microsoft.com/office/drawing/2017/decorative" val="1"/>
              </a:ext>
            </a:extLst>
          </p:cNvPr>
          <p:cNvCxnSpPr>
            <a:cxnSpLocks/>
          </p:cNvCxnSpPr>
          <p:nvPr/>
        </p:nvCxnSpPr>
        <p:spPr>
          <a:xfrm>
            <a:off x="570271" y="3852288"/>
            <a:ext cx="11051458" cy="0"/>
          </a:xfrm>
          <a:prstGeom prst="line">
            <a:avLst/>
          </a:prstGeom>
          <a:ln w="6350">
            <a:solidFill>
              <a:schemeClr val="bg1">
                <a:lumMod val="8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7D848A51-87A6-3705-77D8-C7A246529AFA}"/>
              </a:ext>
              <a:ext uri="{C183D7F6-B498-43B3-948B-1728B52AA6E4}">
                <adec:decorative xmlns:adec="http://schemas.microsoft.com/office/drawing/2017/decorative" val="1"/>
              </a:ext>
            </a:extLst>
          </p:cNvPr>
          <p:cNvCxnSpPr>
            <a:cxnSpLocks/>
          </p:cNvCxnSpPr>
          <p:nvPr/>
        </p:nvCxnSpPr>
        <p:spPr>
          <a:xfrm>
            <a:off x="570271" y="5045771"/>
            <a:ext cx="11051458" cy="0"/>
          </a:xfrm>
          <a:prstGeom prst="line">
            <a:avLst/>
          </a:prstGeom>
          <a:ln w="6350">
            <a:solidFill>
              <a:schemeClr val="bg1">
                <a:lumMod val="8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0" name="Rectangle: Top Corners Rounded 19">
            <a:extLst>
              <a:ext uri="{FF2B5EF4-FFF2-40B4-BE49-F238E27FC236}">
                <a16:creationId xmlns:a16="http://schemas.microsoft.com/office/drawing/2014/main" id="{3097F9BE-9848-4BC1-DFF6-3861D51E35CC}"/>
              </a:ext>
            </a:extLst>
          </p:cNvPr>
          <p:cNvSpPr>
            <a:spLocks/>
          </p:cNvSpPr>
          <p:nvPr/>
        </p:nvSpPr>
        <p:spPr bwMode="auto">
          <a:xfrm rot="5400000">
            <a:off x="243726" y="1926382"/>
            <a:ext cx="969963" cy="280893"/>
          </a:xfrm>
          <a:prstGeom prst="round2SameRect">
            <a:avLst>
              <a:gd name="adj1" fmla="val 36436"/>
              <a:gd name="adj2" fmla="val 0"/>
            </a:avLst>
          </a:prstGeom>
          <a:solidFill>
            <a:schemeClr val="bg1">
              <a:lumMod val="95000"/>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a:solidFill>
                <a:srgbClr val="FFFFFF"/>
              </a:solidFill>
              <a:ea typeface="Segoe UI" pitchFamily="34" charset="0"/>
              <a:cs typeface="Segoe UI" pitchFamily="34" charset="0"/>
            </a:endParaRPr>
          </a:p>
        </p:txBody>
      </p:sp>
      <p:sp>
        <p:nvSpPr>
          <p:cNvPr id="212" name="Rectangle 10">
            <a:extLst>
              <a:ext uri="{FF2B5EF4-FFF2-40B4-BE49-F238E27FC236}">
                <a16:creationId xmlns:a16="http://schemas.microsoft.com/office/drawing/2014/main" id="{8BB618B9-9648-A053-DC72-3D21219E8BF9}"/>
              </a:ext>
            </a:extLst>
          </p:cNvPr>
          <p:cNvSpPr>
            <a:spLocks/>
          </p:cNvSpPr>
          <p:nvPr/>
        </p:nvSpPr>
        <p:spPr bwMode="auto">
          <a:xfrm rot="16200000">
            <a:off x="376047" y="1989884"/>
            <a:ext cx="705321" cy="153888"/>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spAutoFit/>
          </a:bodyPr>
          <a:lstStyle/>
          <a:p>
            <a:pPr marL="0" marR="0" lvl="0" indent="0" algn="ctr" defTabSz="514154" rtl="0" eaLnBrk="1" fontAlgn="base" latinLnBrk="0" hangingPunct="1">
              <a:spcBef>
                <a:spcPts val="331"/>
              </a:spcBef>
              <a:spcAft>
                <a:spcPct val="0"/>
              </a:spcAft>
              <a:buClrTx/>
              <a:buSzTx/>
              <a:buFontTx/>
              <a:buNone/>
              <a:tabLst/>
              <a:defRPr/>
            </a:pPr>
            <a:r>
              <a:rPr kumimoji="0" lang="en-US" sz="1000" b="0" i="0" u="none" strike="noStrike" kern="0" cap="none" normalizeH="0" baseline="0" noProof="0">
                <a:ln>
                  <a:noFill/>
                </a:ln>
                <a:effectLst/>
                <a:uLnTx/>
                <a:uFillTx/>
                <a:latin typeface="+mj-lt"/>
                <a:ea typeface="ＭＳ Ｐゴシック" charset="0"/>
                <a:cs typeface="+mn-cs"/>
              </a:rPr>
              <a:t>QUARTERLY</a:t>
            </a:r>
          </a:p>
        </p:txBody>
      </p:sp>
      <p:sp>
        <p:nvSpPr>
          <p:cNvPr id="27" name="Rectangle: Top Corners Rounded 26">
            <a:extLst>
              <a:ext uri="{FF2B5EF4-FFF2-40B4-BE49-F238E27FC236}">
                <a16:creationId xmlns:a16="http://schemas.microsoft.com/office/drawing/2014/main" id="{4A4C9756-20E4-36E8-A04B-B29521DBF24F}"/>
              </a:ext>
            </a:extLst>
          </p:cNvPr>
          <p:cNvSpPr>
            <a:spLocks/>
          </p:cNvSpPr>
          <p:nvPr/>
        </p:nvSpPr>
        <p:spPr bwMode="auto">
          <a:xfrm rot="5400000">
            <a:off x="244520" y="3117801"/>
            <a:ext cx="968375" cy="280893"/>
          </a:xfrm>
          <a:prstGeom prst="round2SameRect">
            <a:avLst>
              <a:gd name="adj1" fmla="val 36436"/>
              <a:gd name="adj2" fmla="val 0"/>
            </a:avLst>
          </a:prstGeom>
          <a:solidFill>
            <a:schemeClr val="bg1">
              <a:lumMod val="95000"/>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a:solidFill>
                <a:srgbClr val="FFFFFF"/>
              </a:solidFill>
              <a:ea typeface="Segoe UI" pitchFamily="34" charset="0"/>
              <a:cs typeface="Segoe UI" pitchFamily="34" charset="0"/>
            </a:endParaRPr>
          </a:p>
        </p:txBody>
      </p:sp>
      <p:sp>
        <p:nvSpPr>
          <p:cNvPr id="213" name="Rectangle 10">
            <a:extLst>
              <a:ext uri="{FF2B5EF4-FFF2-40B4-BE49-F238E27FC236}">
                <a16:creationId xmlns:a16="http://schemas.microsoft.com/office/drawing/2014/main" id="{DF03719C-1A3A-DC64-9086-448DD54CD859}"/>
              </a:ext>
            </a:extLst>
          </p:cNvPr>
          <p:cNvSpPr>
            <a:spLocks/>
          </p:cNvSpPr>
          <p:nvPr/>
        </p:nvSpPr>
        <p:spPr bwMode="auto">
          <a:xfrm rot="16200000">
            <a:off x="421732" y="3181304"/>
            <a:ext cx="613950" cy="153888"/>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spAutoFit/>
          </a:bodyPr>
          <a:lstStyle/>
          <a:p>
            <a:pPr algn="ctr" defTabSz="514154" fontAlgn="base">
              <a:spcBef>
                <a:spcPts val="331"/>
              </a:spcBef>
              <a:spcAft>
                <a:spcPct val="0"/>
              </a:spcAft>
              <a:defRPr/>
            </a:pPr>
            <a:r>
              <a:rPr lang="en-US" sz="1000" kern="0" noProof="0">
                <a:latin typeface="+mj-lt"/>
                <a:ea typeface="ＭＳ Ｐゴシック" charset="0"/>
              </a:rPr>
              <a:t>MONTHLY</a:t>
            </a:r>
          </a:p>
        </p:txBody>
      </p:sp>
      <p:sp>
        <p:nvSpPr>
          <p:cNvPr id="28" name="Rectangle: Top Corners Rounded 27">
            <a:extLst>
              <a:ext uri="{FF2B5EF4-FFF2-40B4-BE49-F238E27FC236}">
                <a16:creationId xmlns:a16="http://schemas.microsoft.com/office/drawing/2014/main" id="{6C5C933F-5289-9387-20B8-A214AFA869BD}"/>
              </a:ext>
            </a:extLst>
          </p:cNvPr>
          <p:cNvSpPr>
            <a:spLocks/>
          </p:cNvSpPr>
          <p:nvPr/>
        </p:nvSpPr>
        <p:spPr bwMode="auto">
          <a:xfrm rot="5400000">
            <a:off x="244520" y="4310013"/>
            <a:ext cx="968375" cy="280893"/>
          </a:xfrm>
          <a:prstGeom prst="round2SameRect">
            <a:avLst>
              <a:gd name="adj1" fmla="val 36436"/>
              <a:gd name="adj2" fmla="val 0"/>
            </a:avLst>
          </a:prstGeom>
          <a:solidFill>
            <a:schemeClr val="bg1">
              <a:lumMod val="95000"/>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a:solidFill>
                <a:srgbClr val="FFFFFF"/>
              </a:solidFill>
              <a:ea typeface="Segoe UI" pitchFamily="34" charset="0"/>
              <a:cs typeface="Segoe UI" pitchFamily="34" charset="0"/>
            </a:endParaRPr>
          </a:p>
        </p:txBody>
      </p:sp>
      <p:sp>
        <p:nvSpPr>
          <p:cNvPr id="214" name="Rectangle 10">
            <a:extLst>
              <a:ext uri="{FF2B5EF4-FFF2-40B4-BE49-F238E27FC236}">
                <a16:creationId xmlns:a16="http://schemas.microsoft.com/office/drawing/2014/main" id="{2E8F0F02-5634-A5FE-27C6-91A9ADCD3C87}"/>
              </a:ext>
            </a:extLst>
          </p:cNvPr>
          <p:cNvSpPr>
            <a:spLocks/>
          </p:cNvSpPr>
          <p:nvPr/>
        </p:nvSpPr>
        <p:spPr bwMode="auto">
          <a:xfrm rot="16200000">
            <a:off x="493868" y="4373515"/>
            <a:ext cx="469680" cy="153888"/>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spAutoFit/>
          </a:bodyPr>
          <a:lstStyle/>
          <a:p>
            <a:pPr algn="ctr" defTabSz="514154" fontAlgn="base">
              <a:spcBef>
                <a:spcPts val="331"/>
              </a:spcBef>
              <a:spcAft>
                <a:spcPct val="0"/>
              </a:spcAft>
              <a:defRPr/>
            </a:pPr>
            <a:r>
              <a:rPr lang="en-US" sz="1000" kern="0" noProof="0">
                <a:latin typeface="+mj-lt"/>
                <a:ea typeface="ＭＳ Ｐゴシック" charset="0"/>
              </a:rPr>
              <a:t>WEEKLY</a:t>
            </a:r>
          </a:p>
        </p:txBody>
      </p:sp>
      <p:sp>
        <p:nvSpPr>
          <p:cNvPr id="29" name="Rectangle: Top Corners Rounded 28">
            <a:extLst>
              <a:ext uri="{FF2B5EF4-FFF2-40B4-BE49-F238E27FC236}">
                <a16:creationId xmlns:a16="http://schemas.microsoft.com/office/drawing/2014/main" id="{AC7731BB-DBC8-2250-7A6F-CB3AD7BB301E}"/>
              </a:ext>
            </a:extLst>
          </p:cNvPr>
          <p:cNvSpPr>
            <a:spLocks/>
          </p:cNvSpPr>
          <p:nvPr/>
        </p:nvSpPr>
        <p:spPr bwMode="auto">
          <a:xfrm rot="5400000">
            <a:off x="162114" y="5583042"/>
            <a:ext cx="1133183" cy="280893"/>
          </a:xfrm>
          <a:prstGeom prst="round2SameRect">
            <a:avLst>
              <a:gd name="adj1" fmla="val 36436"/>
              <a:gd name="adj2" fmla="val 0"/>
            </a:avLst>
          </a:prstGeom>
          <a:solidFill>
            <a:schemeClr val="bg1">
              <a:lumMod val="95000"/>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a:solidFill>
                <a:srgbClr val="FFFFFF"/>
              </a:solidFill>
              <a:ea typeface="Segoe UI" pitchFamily="34" charset="0"/>
              <a:cs typeface="Segoe UI" pitchFamily="34" charset="0"/>
            </a:endParaRPr>
          </a:p>
        </p:txBody>
      </p:sp>
      <p:sp>
        <p:nvSpPr>
          <p:cNvPr id="215" name="Rectangle 10">
            <a:extLst>
              <a:ext uri="{FF2B5EF4-FFF2-40B4-BE49-F238E27FC236}">
                <a16:creationId xmlns:a16="http://schemas.microsoft.com/office/drawing/2014/main" id="{6BCF038A-B2DB-38FD-AEC1-283AEA10D68D}"/>
              </a:ext>
            </a:extLst>
          </p:cNvPr>
          <p:cNvSpPr>
            <a:spLocks/>
          </p:cNvSpPr>
          <p:nvPr/>
        </p:nvSpPr>
        <p:spPr bwMode="auto">
          <a:xfrm rot="16200000">
            <a:off x="230974" y="5646545"/>
            <a:ext cx="995464" cy="153888"/>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spAutoFit/>
          </a:bodyPr>
          <a:lstStyle/>
          <a:p>
            <a:pPr algn="ctr" defTabSz="514154" fontAlgn="base">
              <a:spcBef>
                <a:spcPts val="331"/>
              </a:spcBef>
              <a:spcAft>
                <a:spcPct val="0"/>
              </a:spcAft>
              <a:defRPr/>
            </a:pPr>
            <a:r>
              <a:rPr lang="en-US" sz="1000" kern="0" noProof="0">
                <a:latin typeface="+mj-lt"/>
                <a:ea typeface="ＭＳ Ｐゴシック" charset="0"/>
              </a:rPr>
              <a:t>DAILY + AD HOC</a:t>
            </a:r>
          </a:p>
        </p:txBody>
      </p:sp>
      <p:grpSp>
        <p:nvGrpSpPr>
          <p:cNvPr id="39" name="Group 38">
            <a:extLst>
              <a:ext uri="{FF2B5EF4-FFF2-40B4-BE49-F238E27FC236}">
                <a16:creationId xmlns:a16="http://schemas.microsoft.com/office/drawing/2014/main" id="{10F80AF4-07A6-21D4-A7BB-F5A7635CC3B4}"/>
              </a:ext>
            </a:extLst>
          </p:cNvPr>
          <p:cNvGrpSpPr>
            <a:grpSpLocks/>
          </p:cNvGrpSpPr>
          <p:nvPr/>
        </p:nvGrpSpPr>
        <p:grpSpPr>
          <a:xfrm>
            <a:off x="4613108" y="2294395"/>
            <a:ext cx="430116" cy="192198"/>
            <a:chOff x="4567921" y="2275345"/>
            <a:chExt cx="430116" cy="192198"/>
          </a:xfrm>
          <a:solidFill>
            <a:schemeClr val="bg1"/>
          </a:solidFill>
        </p:grpSpPr>
        <p:pic>
          <p:nvPicPr>
            <p:cNvPr id="37" name="Graphic 36">
              <a:extLst>
                <a:ext uri="{FF2B5EF4-FFF2-40B4-BE49-F238E27FC236}">
                  <a16:creationId xmlns:a16="http://schemas.microsoft.com/office/drawing/2014/main" id="{60BBCB40-8FA6-A126-CE50-0744302449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67921" y="2275345"/>
              <a:ext cx="192198" cy="192198"/>
            </a:xfrm>
            <a:prstGeom prst="rect">
              <a:avLst/>
            </a:prstGeom>
          </p:spPr>
        </p:pic>
        <p:pic>
          <p:nvPicPr>
            <p:cNvPr id="38" name="Graphic 37">
              <a:extLst>
                <a:ext uri="{FF2B5EF4-FFF2-40B4-BE49-F238E27FC236}">
                  <a16:creationId xmlns:a16="http://schemas.microsoft.com/office/drawing/2014/main" id="{BE01AB4C-5A46-A3BA-ACAB-F365A9A3D3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05839" y="2275345"/>
              <a:ext cx="192198" cy="192198"/>
            </a:xfrm>
            <a:prstGeom prst="rect">
              <a:avLst/>
            </a:prstGeom>
          </p:spPr>
        </p:pic>
      </p:grpSp>
      <p:grpSp>
        <p:nvGrpSpPr>
          <p:cNvPr id="64" name="Group 63">
            <a:extLst>
              <a:ext uri="{FF2B5EF4-FFF2-40B4-BE49-F238E27FC236}">
                <a16:creationId xmlns:a16="http://schemas.microsoft.com/office/drawing/2014/main" id="{4A8879C4-5E2E-ADC7-E758-A39511E0A3B8}"/>
              </a:ext>
            </a:extLst>
          </p:cNvPr>
          <p:cNvGrpSpPr>
            <a:grpSpLocks/>
          </p:cNvGrpSpPr>
          <p:nvPr/>
        </p:nvGrpSpPr>
        <p:grpSpPr>
          <a:xfrm>
            <a:off x="3908671" y="3238911"/>
            <a:ext cx="1838989" cy="192198"/>
            <a:chOff x="4010643" y="3273836"/>
            <a:chExt cx="1838989" cy="192198"/>
          </a:xfrm>
          <a:solidFill>
            <a:schemeClr val="bg1"/>
          </a:solidFill>
        </p:grpSpPr>
        <p:pic>
          <p:nvPicPr>
            <p:cNvPr id="56" name="Graphic 55">
              <a:extLst>
                <a:ext uri="{FF2B5EF4-FFF2-40B4-BE49-F238E27FC236}">
                  <a16:creationId xmlns:a16="http://schemas.microsoft.com/office/drawing/2014/main" id="{232407F0-B73B-222F-3C4F-FD6D69C8F1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10643" y="3273836"/>
              <a:ext cx="192198" cy="192198"/>
            </a:xfrm>
            <a:prstGeom prst="rect">
              <a:avLst/>
            </a:prstGeom>
          </p:spPr>
        </p:pic>
        <p:pic>
          <p:nvPicPr>
            <p:cNvPr id="57" name="Graphic 56">
              <a:extLst>
                <a:ext uri="{FF2B5EF4-FFF2-40B4-BE49-F238E27FC236}">
                  <a16:creationId xmlns:a16="http://schemas.microsoft.com/office/drawing/2014/main" id="{D836F71E-4C26-E054-D048-89B9896FD9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40001" y="3273836"/>
              <a:ext cx="192198" cy="192198"/>
            </a:xfrm>
            <a:prstGeom prst="rect">
              <a:avLst/>
            </a:prstGeom>
          </p:spPr>
        </p:pic>
        <p:pic>
          <p:nvPicPr>
            <p:cNvPr id="59" name="Graphic 58">
              <a:extLst>
                <a:ext uri="{FF2B5EF4-FFF2-40B4-BE49-F238E27FC236}">
                  <a16:creationId xmlns:a16="http://schemas.microsoft.com/office/drawing/2014/main" id="{5DCF068A-54ED-D801-6FAF-47A97F1C88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69359" y="3273836"/>
              <a:ext cx="192198" cy="192198"/>
            </a:xfrm>
            <a:prstGeom prst="rect">
              <a:avLst/>
            </a:prstGeom>
          </p:spPr>
        </p:pic>
        <p:pic>
          <p:nvPicPr>
            <p:cNvPr id="60" name="Graphic 59">
              <a:extLst>
                <a:ext uri="{FF2B5EF4-FFF2-40B4-BE49-F238E27FC236}">
                  <a16:creationId xmlns:a16="http://schemas.microsoft.com/office/drawing/2014/main" id="{51917CAE-C28C-9418-4D58-A924F3FDBD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98717" y="3273836"/>
              <a:ext cx="192198" cy="192198"/>
            </a:xfrm>
            <a:prstGeom prst="rect">
              <a:avLst/>
            </a:prstGeom>
          </p:spPr>
        </p:pic>
        <p:pic>
          <p:nvPicPr>
            <p:cNvPr id="62" name="Graphic 61">
              <a:extLst>
                <a:ext uri="{FF2B5EF4-FFF2-40B4-BE49-F238E27FC236}">
                  <a16:creationId xmlns:a16="http://schemas.microsoft.com/office/drawing/2014/main" id="{FB7A3C6D-D8F0-4B54-133A-DBD8F7625D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28076" y="3273836"/>
              <a:ext cx="192198" cy="192198"/>
            </a:xfrm>
            <a:prstGeom prst="rect">
              <a:avLst/>
            </a:prstGeom>
          </p:spPr>
        </p:pic>
        <p:pic>
          <p:nvPicPr>
            <p:cNvPr id="63" name="Graphic 62">
              <a:extLst>
                <a:ext uri="{FF2B5EF4-FFF2-40B4-BE49-F238E27FC236}">
                  <a16:creationId xmlns:a16="http://schemas.microsoft.com/office/drawing/2014/main" id="{540DB77C-004B-5286-8A7E-B5E44CB933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57434" y="3273836"/>
              <a:ext cx="192198" cy="192198"/>
            </a:xfrm>
            <a:prstGeom prst="rect">
              <a:avLst/>
            </a:prstGeom>
          </p:spPr>
        </p:pic>
      </p:grpSp>
      <p:grpSp>
        <p:nvGrpSpPr>
          <p:cNvPr id="72" name="Group 71">
            <a:extLst>
              <a:ext uri="{FF2B5EF4-FFF2-40B4-BE49-F238E27FC236}">
                <a16:creationId xmlns:a16="http://schemas.microsoft.com/office/drawing/2014/main" id="{AC8EA5E0-CFC4-72B0-ED36-F11AA2B4DA45}"/>
              </a:ext>
            </a:extLst>
          </p:cNvPr>
          <p:cNvGrpSpPr>
            <a:grpSpLocks/>
          </p:cNvGrpSpPr>
          <p:nvPr/>
        </p:nvGrpSpPr>
        <p:grpSpPr>
          <a:xfrm>
            <a:off x="4567388" y="3464336"/>
            <a:ext cx="521556" cy="192198"/>
            <a:chOff x="3908671" y="3464336"/>
            <a:chExt cx="521556" cy="192198"/>
          </a:xfrm>
          <a:solidFill>
            <a:schemeClr val="bg1"/>
          </a:solidFill>
        </p:grpSpPr>
        <p:pic>
          <p:nvPicPr>
            <p:cNvPr id="66" name="Graphic 65">
              <a:extLst>
                <a:ext uri="{FF2B5EF4-FFF2-40B4-BE49-F238E27FC236}">
                  <a16:creationId xmlns:a16="http://schemas.microsoft.com/office/drawing/2014/main" id="{06F92D7B-A959-5F48-5318-4147DA2C9F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08671" y="3464336"/>
              <a:ext cx="192198" cy="192198"/>
            </a:xfrm>
            <a:prstGeom prst="rect">
              <a:avLst/>
            </a:prstGeom>
          </p:spPr>
        </p:pic>
        <p:pic>
          <p:nvPicPr>
            <p:cNvPr id="67" name="Graphic 66">
              <a:extLst>
                <a:ext uri="{FF2B5EF4-FFF2-40B4-BE49-F238E27FC236}">
                  <a16:creationId xmlns:a16="http://schemas.microsoft.com/office/drawing/2014/main" id="{D423FBA5-6EB0-3D4B-8FE8-3BE14D6AE7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38029" y="3464336"/>
              <a:ext cx="192198" cy="192198"/>
            </a:xfrm>
            <a:prstGeom prst="rect">
              <a:avLst/>
            </a:prstGeom>
          </p:spPr>
        </p:pic>
      </p:grpSp>
      <p:grpSp>
        <p:nvGrpSpPr>
          <p:cNvPr id="79" name="Group 78">
            <a:extLst>
              <a:ext uri="{FF2B5EF4-FFF2-40B4-BE49-F238E27FC236}">
                <a16:creationId xmlns:a16="http://schemas.microsoft.com/office/drawing/2014/main" id="{FA7ABE05-D954-F524-E217-54B960724567}"/>
              </a:ext>
            </a:extLst>
          </p:cNvPr>
          <p:cNvGrpSpPr/>
          <p:nvPr/>
        </p:nvGrpSpPr>
        <p:grpSpPr>
          <a:xfrm>
            <a:off x="3702147" y="4673660"/>
            <a:ext cx="430116" cy="192198"/>
            <a:chOff x="3642712" y="4673660"/>
            <a:chExt cx="430116" cy="192198"/>
          </a:xfrm>
        </p:grpSpPr>
        <p:pic>
          <p:nvPicPr>
            <p:cNvPr id="77" name="Graphic 76">
              <a:extLst>
                <a:ext uri="{FF2B5EF4-FFF2-40B4-BE49-F238E27FC236}">
                  <a16:creationId xmlns:a16="http://schemas.microsoft.com/office/drawing/2014/main" id="{FB168670-C36C-CD71-F2A7-AE087004FA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2712" y="4673660"/>
              <a:ext cx="192198" cy="192198"/>
            </a:xfrm>
            <a:prstGeom prst="rect">
              <a:avLst/>
            </a:prstGeom>
          </p:spPr>
        </p:pic>
        <p:pic>
          <p:nvPicPr>
            <p:cNvPr id="78" name="Graphic 77">
              <a:extLst>
                <a:ext uri="{FF2B5EF4-FFF2-40B4-BE49-F238E27FC236}">
                  <a16:creationId xmlns:a16="http://schemas.microsoft.com/office/drawing/2014/main" id="{8A1C0443-2C34-3EAD-EADD-96F152EF8F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0630" y="4673660"/>
              <a:ext cx="192198" cy="192198"/>
            </a:xfrm>
            <a:prstGeom prst="rect">
              <a:avLst/>
            </a:prstGeom>
          </p:spPr>
        </p:pic>
      </p:grpSp>
      <p:grpSp>
        <p:nvGrpSpPr>
          <p:cNvPr id="80" name="Group 79">
            <a:extLst>
              <a:ext uri="{FF2B5EF4-FFF2-40B4-BE49-F238E27FC236}">
                <a16:creationId xmlns:a16="http://schemas.microsoft.com/office/drawing/2014/main" id="{7D907EE5-598D-5B1E-2459-DA0B86DA6388}"/>
              </a:ext>
            </a:extLst>
          </p:cNvPr>
          <p:cNvGrpSpPr/>
          <p:nvPr/>
        </p:nvGrpSpPr>
        <p:grpSpPr>
          <a:xfrm>
            <a:off x="3246667" y="4435535"/>
            <a:ext cx="430116" cy="192198"/>
            <a:chOff x="3642712" y="4673660"/>
            <a:chExt cx="430116" cy="192198"/>
          </a:xfrm>
        </p:grpSpPr>
        <p:pic>
          <p:nvPicPr>
            <p:cNvPr id="81" name="Graphic 80">
              <a:extLst>
                <a:ext uri="{FF2B5EF4-FFF2-40B4-BE49-F238E27FC236}">
                  <a16:creationId xmlns:a16="http://schemas.microsoft.com/office/drawing/2014/main" id="{9875FF18-E82D-C2EA-53CD-F442ED4C98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2712" y="4673660"/>
              <a:ext cx="192198" cy="192198"/>
            </a:xfrm>
            <a:prstGeom prst="rect">
              <a:avLst/>
            </a:prstGeom>
          </p:spPr>
        </p:pic>
        <p:pic>
          <p:nvPicPr>
            <p:cNvPr id="82" name="Graphic 81">
              <a:extLst>
                <a:ext uri="{FF2B5EF4-FFF2-40B4-BE49-F238E27FC236}">
                  <a16:creationId xmlns:a16="http://schemas.microsoft.com/office/drawing/2014/main" id="{21695D3E-D98A-400D-3011-B21F16B872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0630" y="4673660"/>
              <a:ext cx="192198" cy="192198"/>
            </a:xfrm>
            <a:prstGeom prst="rect">
              <a:avLst/>
            </a:prstGeom>
          </p:spPr>
        </p:pic>
      </p:grpSp>
      <p:grpSp>
        <p:nvGrpSpPr>
          <p:cNvPr id="83" name="Group 82">
            <a:extLst>
              <a:ext uri="{FF2B5EF4-FFF2-40B4-BE49-F238E27FC236}">
                <a16:creationId xmlns:a16="http://schemas.microsoft.com/office/drawing/2014/main" id="{568CCC88-6994-8F62-D169-DA14126855A7}"/>
              </a:ext>
            </a:extLst>
          </p:cNvPr>
          <p:cNvGrpSpPr/>
          <p:nvPr/>
        </p:nvGrpSpPr>
        <p:grpSpPr>
          <a:xfrm>
            <a:off x="4157627" y="4435535"/>
            <a:ext cx="430116" cy="192198"/>
            <a:chOff x="3642712" y="4673660"/>
            <a:chExt cx="430116" cy="192198"/>
          </a:xfrm>
        </p:grpSpPr>
        <p:pic>
          <p:nvPicPr>
            <p:cNvPr id="84" name="Graphic 83">
              <a:extLst>
                <a:ext uri="{FF2B5EF4-FFF2-40B4-BE49-F238E27FC236}">
                  <a16:creationId xmlns:a16="http://schemas.microsoft.com/office/drawing/2014/main" id="{2B8A91A4-944B-CF10-985E-165EEB6FC8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2712" y="4673660"/>
              <a:ext cx="192198" cy="192198"/>
            </a:xfrm>
            <a:prstGeom prst="rect">
              <a:avLst/>
            </a:prstGeom>
          </p:spPr>
        </p:pic>
        <p:pic>
          <p:nvPicPr>
            <p:cNvPr id="85" name="Graphic 84">
              <a:extLst>
                <a:ext uri="{FF2B5EF4-FFF2-40B4-BE49-F238E27FC236}">
                  <a16:creationId xmlns:a16="http://schemas.microsoft.com/office/drawing/2014/main" id="{23B79321-66D6-8704-2E12-680306ECBC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0630" y="4673660"/>
              <a:ext cx="192198" cy="192198"/>
            </a:xfrm>
            <a:prstGeom prst="rect">
              <a:avLst/>
            </a:prstGeom>
          </p:spPr>
        </p:pic>
      </p:grpSp>
      <p:grpSp>
        <p:nvGrpSpPr>
          <p:cNvPr id="86" name="Group 85">
            <a:extLst>
              <a:ext uri="{FF2B5EF4-FFF2-40B4-BE49-F238E27FC236}">
                <a16:creationId xmlns:a16="http://schemas.microsoft.com/office/drawing/2014/main" id="{1283D0D6-57EE-6BAC-8845-89AAD759F52C}"/>
              </a:ext>
            </a:extLst>
          </p:cNvPr>
          <p:cNvGrpSpPr/>
          <p:nvPr/>
        </p:nvGrpSpPr>
        <p:grpSpPr>
          <a:xfrm>
            <a:off x="5068587" y="4435535"/>
            <a:ext cx="430116" cy="192198"/>
            <a:chOff x="3642712" y="4673660"/>
            <a:chExt cx="430116" cy="192198"/>
          </a:xfrm>
        </p:grpSpPr>
        <p:pic>
          <p:nvPicPr>
            <p:cNvPr id="87" name="Graphic 86">
              <a:extLst>
                <a:ext uri="{FF2B5EF4-FFF2-40B4-BE49-F238E27FC236}">
                  <a16:creationId xmlns:a16="http://schemas.microsoft.com/office/drawing/2014/main" id="{199F7721-BA4B-365A-FDD5-E64C6C08F6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2712" y="4673660"/>
              <a:ext cx="192198" cy="192198"/>
            </a:xfrm>
            <a:prstGeom prst="rect">
              <a:avLst/>
            </a:prstGeom>
          </p:spPr>
        </p:pic>
        <p:pic>
          <p:nvPicPr>
            <p:cNvPr id="88" name="Graphic 87">
              <a:extLst>
                <a:ext uri="{FF2B5EF4-FFF2-40B4-BE49-F238E27FC236}">
                  <a16:creationId xmlns:a16="http://schemas.microsoft.com/office/drawing/2014/main" id="{226165D4-4BF6-A5C5-0A29-4B21EF82D4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0630" y="4673660"/>
              <a:ext cx="192198" cy="192198"/>
            </a:xfrm>
            <a:prstGeom prst="rect">
              <a:avLst/>
            </a:prstGeom>
          </p:spPr>
        </p:pic>
      </p:grpSp>
      <p:grpSp>
        <p:nvGrpSpPr>
          <p:cNvPr id="89" name="Group 88">
            <a:extLst>
              <a:ext uri="{FF2B5EF4-FFF2-40B4-BE49-F238E27FC236}">
                <a16:creationId xmlns:a16="http://schemas.microsoft.com/office/drawing/2014/main" id="{8A1D3616-54A1-7251-5A87-E50313D0A89E}"/>
              </a:ext>
            </a:extLst>
          </p:cNvPr>
          <p:cNvGrpSpPr/>
          <p:nvPr/>
        </p:nvGrpSpPr>
        <p:grpSpPr>
          <a:xfrm>
            <a:off x="5979549" y="4435535"/>
            <a:ext cx="430116" cy="192198"/>
            <a:chOff x="3642712" y="4673660"/>
            <a:chExt cx="430116" cy="192198"/>
          </a:xfrm>
        </p:grpSpPr>
        <p:pic>
          <p:nvPicPr>
            <p:cNvPr id="90" name="Graphic 89">
              <a:extLst>
                <a:ext uri="{FF2B5EF4-FFF2-40B4-BE49-F238E27FC236}">
                  <a16:creationId xmlns:a16="http://schemas.microsoft.com/office/drawing/2014/main" id="{D4CB0263-0BC9-6752-0703-146581364E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2712" y="4673660"/>
              <a:ext cx="192198" cy="192198"/>
            </a:xfrm>
            <a:prstGeom prst="rect">
              <a:avLst/>
            </a:prstGeom>
          </p:spPr>
        </p:pic>
        <p:pic>
          <p:nvPicPr>
            <p:cNvPr id="91" name="Graphic 90">
              <a:extLst>
                <a:ext uri="{FF2B5EF4-FFF2-40B4-BE49-F238E27FC236}">
                  <a16:creationId xmlns:a16="http://schemas.microsoft.com/office/drawing/2014/main" id="{A8C5C60F-78A2-69DD-2BA7-6440364EDE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0630" y="4673660"/>
              <a:ext cx="192198" cy="192198"/>
            </a:xfrm>
            <a:prstGeom prst="rect">
              <a:avLst/>
            </a:prstGeom>
          </p:spPr>
        </p:pic>
      </p:grpSp>
      <p:grpSp>
        <p:nvGrpSpPr>
          <p:cNvPr id="92" name="Group 91">
            <a:extLst>
              <a:ext uri="{FF2B5EF4-FFF2-40B4-BE49-F238E27FC236}">
                <a16:creationId xmlns:a16="http://schemas.microsoft.com/office/drawing/2014/main" id="{BD883136-6C0C-BE52-DBD7-97C7988EDA78}"/>
              </a:ext>
            </a:extLst>
          </p:cNvPr>
          <p:cNvGrpSpPr/>
          <p:nvPr/>
        </p:nvGrpSpPr>
        <p:grpSpPr>
          <a:xfrm>
            <a:off x="4613107" y="4673660"/>
            <a:ext cx="430116" cy="192198"/>
            <a:chOff x="3642712" y="4673660"/>
            <a:chExt cx="430116" cy="192198"/>
          </a:xfrm>
        </p:grpSpPr>
        <p:pic>
          <p:nvPicPr>
            <p:cNvPr id="93" name="Graphic 92">
              <a:extLst>
                <a:ext uri="{FF2B5EF4-FFF2-40B4-BE49-F238E27FC236}">
                  <a16:creationId xmlns:a16="http://schemas.microsoft.com/office/drawing/2014/main" id="{3011198F-3E45-66A1-063F-4C25D5DBF3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2712" y="4673660"/>
              <a:ext cx="192198" cy="192198"/>
            </a:xfrm>
            <a:prstGeom prst="rect">
              <a:avLst/>
            </a:prstGeom>
          </p:spPr>
        </p:pic>
        <p:pic>
          <p:nvPicPr>
            <p:cNvPr id="94" name="Graphic 93">
              <a:extLst>
                <a:ext uri="{FF2B5EF4-FFF2-40B4-BE49-F238E27FC236}">
                  <a16:creationId xmlns:a16="http://schemas.microsoft.com/office/drawing/2014/main" id="{38F30589-D3A3-D2A3-800E-E6F864766E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0630" y="4673660"/>
              <a:ext cx="192198" cy="192198"/>
            </a:xfrm>
            <a:prstGeom prst="rect">
              <a:avLst/>
            </a:prstGeom>
          </p:spPr>
        </p:pic>
      </p:grpSp>
      <p:grpSp>
        <p:nvGrpSpPr>
          <p:cNvPr id="95" name="Group 94">
            <a:extLst>
              <a:ext uri="{FF2B5EF4-FFF2-40B4-BE49-F238E27FC236}">
                <a16:creationId xmlns:a16="http://schemas.microsoft.com/office/drawing/2014/main" id="{F951D6D9-8B9D-531A-B669-FB81113169C5}"/>
              </a:ext>
            </a:extLst>
          </p:cNvPr>
          <p:cNvGrpSpPr/>
          <p:nvPr/>
        </p:nvGrpSpPr>
        <p:grpSpPr>
          <a:xfrm>
            <a:off x="5524067" y="4673660"/>
            <a:ext cx="430116" cy="192198"/>
            <a:chOff x="3642712" y="4673660"/>
            <a:chExt cx="430116" cy="192198"/>
          </a:xfrm>
        </p:grpSpPr>
        <p:pic>
          <p:nvPicPr>
            <p:cNvPr id="96" name="Graphic 95">
              <a:extLst>
                <a:ext uri="{FF2B5EF4-FFF2-40B4-BE49-F238E27FC236}">
                  <a16:creationId xmlns:a16="http://schemas.microsoft.com/office/drawing/2014/main" id="{20093834-61E4-00FC-62AE-F8EF3AFC6A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2712" y="4673660"/>
              <a:ext cx="192198" cy="192198"/>
            </a:xfrm>
            <a:prstGeom prst="rect">
              <a:avLst/>
            </a:prstGeom>
          </p:spPr>
        </p:pic>
        <p:pic>
          <p:nvPicPr>
            <p:cNvPr id="97" name="Graphic 96">
              <a:extLst>
                <a:ext uri="{FF2B5EF4-FFF2-40B4-BE49-F238E27FC236}">
                  <a16:creationId xmlns:a16="http://schemas.microsoft.com/office/drawing/2014/main" id="{47776BD1-AFB5-63A5-1616-4070E6140F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0630" y="4673660"/>
              <a:ext cx="192198" cy="192198"/>
            </a:xfrm>
            <a:prstGeom prst="rect">
              <a:avLst/>
            </a:prstGeom>
          </p:spPr>
        </p:pic>
      </p:grpSp>
      <p:grpSp>
        <p:nvGrpSpPr>
          <p:cNvPr id="255" name="Group 254">
            <a:extLst>
              <a:ext uri="{FF2B5EF4-FFF2-40B4-BE49-F238E27FC236}">
                <a16:creationId xmlns:a16="http://schemas.microsoft.com/office/drawing/2014/main" id="{CCFACEB7-F645-BFE0-5F04-DC34F1A4D772}"/>
              </a:ext>
            </a:extLst>
          </p:cNvPr>
          <p:cNvGrpSpPr>
            <a:grpSpLocks/>
          </p:cNvGrpSpPr>
          <p:nvPr/>
        </p:nvGrpSpPr>
        <p:grpSpPr>
          <a:xfrm>
            <a:off x="2842007" y="5624513"/>
            <a:ext cx="3972317" cy="198392"/>
            <a:chOff x="3002894" y="5624513"/>
            <a:chExt cx="3972317" cy="198392"/>
          </a:xfrm>
        </p:grpSpPr>
        <p:pic>
          <p:nvPicPr>
            <p:cNvPr id="101" name="Graphic 100">
              <a:extLst>
                <a:ext uri="{FF2B5EF4-FFF2-40B4-BE49-F238E27FC236}">
                  <a16:creationId xmlns:a16="http://schemas.microsoft.com/office/drawing/2014/main" id="{B5118361-E725-F987-FAE5-DF65829A2A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57468" y="5630707"/>
              <a:ext cx="192198" cy="192198"/>
            </a:xfrm>
            <a:prstGeom prst="rect">
              <a:avLst/>
            </a:prstGeom>
          </p:spPr>
        </p:pic>
        <p:grpSp>
          <p:nvGrpSpPr>
            <p:cNvPr id="118" name="Group 117">
              <a:extLst>
                <a:ext uri="{FF2B5EF4-FFF2-40B4-BE49-F238E27FC236}">
                  <a16:creationId xmlns:a16="http://schemas.microsoft.com/office/drawing/2014/main" id="{4B796275-BBCF-D8FB-B619-D16A75B2A6F4}"/>
                </a:ext>
              </a:extLst>
            </p:cNvPr>
            <p:cNvGrpSpPr/>
            <p:nvPr/>
          </p:nvGrpSpPr>
          <p:grpSpPr>
            <a:xfrm>
              <a:off x="3002894" y="5624513"/>
              <a:ext cx="201978" cy="197496"/>
              <a:chOff x="3120904" y="6348938"/>
              <a:chExt cx="431921" cy="422340"/>
            </a:xfrm>
            <a:solidFill>
              <a:schemeClr val="bg1"/>
            </a:solidFill>
          </p:grpSpPr>
          <p:pic>
            <p:nvPicPr>
              <p:cNvPr id="111" name="Graphic 110">
                <a:extLst>
                  <a:ext uri="{FF2B5EF4-FFF2-40B4-BE49-F238E27FC236}">
                    <a16:creationId xmlns:a16="http://schemas.microsoft.com/office/drawing/2014/main" id="{C1B3E8A0-94C4-B8E0-9058-8A42C98822D2}"/>
                  </a:ext>
                </a:extLst>
              </p:cNvPr>
              <p:cNvPicPr>
                <a:picLocks noChangeAspect="1"/>
              </p:cNvPicPr>
              <p:nvPr/>
            </p:nvPicPr>
            <p:blipFill>
              <a:blip>
                <a:extLst>
                  <a:ext uri="{96DAC541-7B7A-43D3-8B79-37D633B846F1}">
                    <asvg:svgBlip xmlns:asvg="http://schemas.microsoft.com/office/drawing/2016/SVG/main" r:embed="rId3"/>
                  </a:ext>
                </a:extLst>
              </a:blip>
              <a:srcRect/>
              <a:stretch>
                <a:fillRect/>
              </a:stretch>
            </p:blipFill>
            <p:spPr>
              <a:xfrm>
                <a:off x="3120904" y="6348938"/>
                <a:ext cx="419572" cy="419567"/>
              </a:xfrm>
              <a:custGeom>
                <a:avLst/>
                <a:gdLst>
                  <a:gd name="connsiteX0" fmla="*/ 192198 w 192198"/>
                  <a:gd name="connsiteY0" fmla="*/ 191768 h 192198"/>
                  <a:gd name="connsiteX1" fmla="*/ 192198 w 192198"/>
                  <a:gd name="connsiteY1" fmla="*/ 192198 h 192198"/>
                  <a:gd name="connsiteX2" fmla="*/ 191559 w 192198"/>
                  <a:gd name="connsiteY2" fmla="*/ 192198 h 192198"/>
                  <a:gd name="connsiteX3" fmla="*/ 0 w 192198"/>
                  <a:gd name="connsiteY3" fmla="*/ 0 h 192198"/>
                  <a:gd name="connsiteX4" fmla="*/ 192198 w 192198"/>
                  <a:gd name="connsiteY4" fmla="*/ 0 h 192198"/>
                  <a:gd name="connsiteX5" fmla="*/ 192198 w 192198"/>
                  <a:gd name="connsiteY5" fmla="*/ 117569 h 192198"/>
                  <a:gd name="connsiteX6" fmla="*/ 178600 w 192198"/>
                  <a:gd name="connsiteY6" fmla="*/ 108400 h 192198"/>
                  <a:gd name="connsiteX7" fmla="*/ 159054 w 192198"/>
                  <a:gd name="connsiteY7" fmla="*/ 104454 h 192198"/>
                  <a:gd name="connsiteX8" fmla="*/ 108840 w 192198"/>
                  <a:gd name="connsiteY8" fmla="*/ 154668 h 192198"/>
                  <a:gd name="connsiteX9" fmla="*/ 123548 w 192198"/>
                  <a:gd name="connsiteY9" fmla="*/ 190175 h 192198"/>
                  <a:gd name="connsiteX10" fmla="*/ 126549 w 192198"/>
                  <a:gd name="connsiteY10" fmla="*/ 192198 h 192198"/>
                  <a:gd name="connsiteX11" fmla="*/ 0 w 192198"/>
                  <a:gd name="connsiteY11" fmla="*/ 192198 h 19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2198" h="192198">
                    <a:moveTo>
                      <a:pt x="192198" y="191768"/>
                    </a:moveTo>
                    <a:lnTo>
                      <a:pt x="192198" y="192198"/>
                    </a:lnTo>
                    <a:lnTo>
                      <a:pt x="191559" y="192198"/>
                    </a:lnTo>
                    <a:close/>
                    <a:moveTo>
                      <a:pt x="0" y="0"/>
                    </a:moveTo>
                    <a:lnTo>
                      <a:pt x="192198" y="0"/>
                    </a:lnTo>
                    <a:lnTo>
                      <a:pt x="192198" y="117569"/>
                    </a:lnTo>
                    <a:lnTo>
                      <a:pt x="178600" y="108400"/>
                    </a:lnTo>
                    <a:cubicBezTo>
                      <a:pt x="172592" y="105859"/>
                      <a:pt x="165987" y="104454"/>
                      <a:pt x="159054" y="104454"/>
                    </a:cubicBezTo>
                    <a:cubicBezTo>
                      <a:pt x="131322" y="104454"/>
                      <a:pt x="108840" y="126936"/>
                      <a:pt x="108840" y="154668"/>
                    </a:cubicBezTo>
                    <a:cubicBezTo>
                      <a:pt x="108840" y="168534"/>
                      <a:pt x="114461" y="181088"/>
                      <a:pt x="123548" y="190175"/>
                    </a:cubicBezTo>
                    <a:lnTo>
                      <a:pt x="126549" y="192198"/>
                    </a:lnTo>
                    <a:lnTo>
                      <a:pt x="0" y="192198"/>
                    </a:lnTo>
                    <a:close/>
                  </a:path>
                </a:pathLst>
              </a:custGeom>
            </p:spPr>
          </p:pic>
          <p:sp>
            <p:nvSpPr>
              <p:cNvPr id="117" name="Freeform: Shape 116">
                <a:extLst>
                  <a:ext uri="{FF2B5EF4-FFF2-40B4-BE49-F238E27FC236}">
                    <a16:creationId xmlns:a16="http://schemas.microsoft.com/office/drawing/2014/main" id="{7C6B448B-A685-1465-BC2D-1A591A4A6E21}"/>
                  </a:ext>
                </a:extLst>
              </p:cNvPr>
              <p:cNvSpPr>
                <a:spLocks/>
              </p:cNvSpPr>
              <p:nvPr/>
            </p:nvSpPr>
            <p:spPr bwMode="auto">
              <a:xfrm>
                <a:off x="3383421" y="6601878"/>
                <a:ext cx="169404" cy="169400"/>
              </a:xfrm>
              <a:custGeom>
                <a:avLst/>
                <a:gdLst>
                  <a:gd name="connsiteX0" fmla="*/ 98254 w 169404"/>
                  <a:gd name="connsiteY0" fmla="*/ 118643 h 169400"/>
                  <a:gd name="connsiteX1" fmla="*/ 94589 w 169404"/>
                  <a:gd name="connsiteY1" fmla="*/ 122308 h 169400"/>
                  <a:gd name="connsiteX2" fmla="*/ 98254 w 169404"/>
                  <a:gd name="connsiteY2" fmla="*/ 125974 h 169400"/>
                  <a:gd name="connsiteX3" fmla="*/ 88480 w 169404"/>
                  <a:gd name="connsiteY3" fmla="*/ 125974 h 169400"/>
                  <a:gd name="connsiteX4" fmla="*/ 84815 w 169404"/>
                  <a:gd name="connsiteY4" fmla="*/ 129639 h 169400"/>
                  <a:gd name="connsiteX5" fmla="*/ 88480 w 169404"/>
                  <a:gd name="connsiteY5" fmla="*/ 133304 h 169400"/>
                  <a:gd name="connsiteX6" fmla="*/ 130020 w 169404"/>
                  <a:gd name="connsiteY6" fmla="*/ 133304 h 169400"/>
                  <a:gd name="connsiteX7" fmla="*/ 133686 w 169404"/>
                  <a:gd name="connsiteY7" fmla="*/ 129639 h 169400"/>
                  <a:gd name="connsiteX8" fmla="*/ 130020 w 169404"/>
                  <a:gd name="connsiteY8" fmla="*/ 125974 h 169400"/>
                  <a:gd name="connsiteX9" fmla="*/ 120246 w 169404"/>
                  <a:gd name="connsiteY9" fmla="*/ 125974 h 169400"/>
                  <a:gd name="connsiteX10" fmla="*/ 123912 w 169404"/>
                  <a:gd name="connsiteY10" fmla="*/ 122308 h 169400"/>
                  <a:gd name="connsiteX11" fmla="*/ 120246 w 169404"/>
                  <a:gd name="connsiteY11" fmla="*/ 118643 h 169400"/>
                  <a:gd name="connsiteX12" fmla="*/ 79391 w 169404"/>
                  <a:gd name="connsiteY12" fmla="*/ 83598 h 169400"/>
                  <a:gd name="connsiteX13" fmla="*/ 83935 w 169404"/>
                  <a:gd name="connsiteY13" fmla="*/ 86628 h 169400"/>
                  <a:gd name="connsiteX14" fmla="*/ 84996 w 169404"/>
                  <a:gd name="connsiteY14" fmla="*/ 87713 h 169400"/>
                  <a:gd name="connsiteX15" fmla="*/ 86389 w 169404"/>
                  <a:gd name="connsiteY15" fmla="*/ 89898 h 169400"/>
                  <a:gd name="connsiteX16" fmla="*/ 86389 w 169404"/>
                  <a:gd name="connsiteY16" fmla="*/ 89903 h 169400"/>
                  <a:gd name="connsiteX17" fmla="*/ 51652 w 169404"/>
                  <a:gd name="connsiteY17" fmla="*/ 124639 h 169400"/>
                  <a:gd name="connsiteX18" fmla="*/ 44674 w 169404"/>
                  <a:gd name="connsiteY18" fmla="*/ 124841 h 169400"/>
                  <a:gd name="connsiteX19" fmla="*/ 44472 w 169404"/>
                  <a:gd name="connsiteY19" fmla="*/ 117864 h 169400"/>
                  <a:gd name="connsiteX20" fmla="*/ 44712 w 169404"/>
                  <a:gd name="connsiteY20" fmla="*/ 117627 h 169400"/>
                  <a:gd name="connsiteX21" fmla="*/ 121160 w 169404"/>
                  <a:gd name="connsiteY21" fmla="*/ 77416 h 169400"/>
                  <a:gd name="connsiteX22" fmla="*/ 124591 w 169404"/>
                  <a:gd name="connsiteY22" fmla="*/ 79909 h 169400"/>
                  <a:gd name="connsiteX23" fmla="*/ 125408 w 169404"/>
                  <a:gd name="connsiteY23" fmla="*/ 85027 h 169400"/>
                  <a:gd name="connsiteX24" fmla="*/ 125031 w 169404"/>
                  <a:gd name="connsiteY24" fmla="*/ 85470 h 169400"/>
                  <a:gd name="connsiteX25" fmla="*/ 108234 w 169404"/>
                  <a:gd name="connsiteY25" fmla="*/ 102262 h 169400"/>
                  <a:gd name="connsiteX26" fmla="*/ 103050 w 169404"/>
                  <a:gd name="connsiteY26" fmla="*/ 102264 h 169400"/>
                  <a:gd name="connsiteX27" fmla="*/ 102550 w 169404"/>
                  <a:gd name="connsiteY27" fmla="*/ 101641 h 169400"/>
                  <a:gd name="connsiteX28" fmla="*/ 100366 w 169404"/>
                  <a:gd name="connsiteY28" fmla="*/ 98210 h 169400"/>
                  <a:gd name="connsiteX29" fmla="*/ 95953 w 169404"/>
                  <a:gd name="connsiteY29" fmla="*/ 53753 h 169400"/>
                  <a:gd name="connsiteX30" fmla="*/ 103161 w 169404"/>
                  <a:gd name="connsiteY30" fmla="*/ 63664 h 169400"/>
                  <a:gd name="connsiteX31" fmla="*/ 105585 w 169404"/>
                  <a:gd name="connsiteY31" fmla="*/ 66093 h 169400"/>
                  <a:gd name="connsiteX32" fmla="*/ 115164 w 169404"/>
                  <a:gd name="connsiteY32" fmla="*/ 73047 h 169400"/>
                  <a:gd name="connsiteX33" fmla="*/ 96339 w 169404"/>
                  <a:gd name="connsiteY33" fmla="*/ 91867 h 169400"/>
                  <a:gd name="connsiteX34" fmla="*/ 91188 w 169404"/>
                  <a:gd name="connsiteY34" fmla="*/ 83770 h 169400"/>
                  <a:gd name="connsiteX35" fmla="*/ 88011 w 169404"/>
                  <a:gd name="connsiteY35" fmla="*/ 80524 h 169400"/>
                  <a:gd name="connsiteX36" fmla="*/ 76703 w 169404"/>
                  <a:gd name="connsiteY36" fmla="*/ 72999 h 169400"/>
                  <a:gd name="connsiteX37" fmla="*/ 83784 w 169404"/>
                  <a:gd name="connsiteY37" fmla="*/ 44219 h 169400"/>
                  <a:gd name="connsiteX38" fmla="*/ 83789 w 169404"/>
                  <a:gd name="connsiteY38" fmla="*/ 44219 h 169400"/>
                  <a:gd name="connsiteX39" fmla="*/ 88972 w 169404"/>
                  <a:gd name="connsiteY39" fmla="*/ 44227 h 169400"/>
                  <a:gd name="connsiteX40" fmla="*/ 89341 w 169404"/>
                  <a:gd name="connsiteY40" fmla="*/ 44659 h 169400"/>
                  <a:gd name="connsiteX41" fmla="*/ 91588 w 169404"/>
                  <a:gd name="connsiteY41" fmla="*/ 47747 h 169400"/>
                  <a:gd name="connsiteX42" fmla="*/ 70486 w 169404"/>
                  <a:gd name="connsiteY42" fmla="*/ 68844 h 169400"/>
                  <a:gd name="connsiteX43" fmla="*/ 67408 w 169404"/>
                  <a:gd name="connsiteY43" fmla="*/ 66792 h 169400"/>
                  <a:gd name="connsiteX44" fmla="*/ 66394 w 169404"/>
                  <a:gd name="connsiteY44" fmla="*/ 61708 h 169400"/>
                  <a:gd name="connsiteX45" fmla="*/ 66850 w 169404"/>
                  <a:gd name="connsiteY45" fmla="*/ 61152 h 169400"/>
                  <a:gd name="connsiteX46" fmla="*/ 79914 w 169404"/>
                  <a:gd name="connsiteY46" fmla="*/ 37915 h 169400"/>
                  <a:gd name="connsiteX47" fmla="*/ 78599 w 169404"/>
                  <a:gd name="connsiteY47" fmla="*/ 39038 h 169400"/>
                  <a:gd name="connsiteX48" fmla="*/ 61670 w 169404"/>
                  <a:gd name="connsiteY48" fmla="*/ 55972 h 169400"/>
                  <a:gd name="connsiteX49" fmla="*/ 61667 w 169404"/>
                  <a:gd name="connsiteY49" fmla="*/ 71523 h 169400"/>
                  <a:gd name="connsiteX50" fmla="*/ 63342 w 169404"/>
                  <a:gd name="connsiteY50" fmla="*/ 72896 h 169400"/>
                  <a:gd name="connsiteX51" fmla="*/ 73164 w 169404"/>
                  <a:gd name="connsiteY51" fmla="*/ 79440 h 169400"/>
                  <a:gd name="connsiteX52" fmla="*/ 39576 w 169404"/>
                  <a:gd name="connsiteY52" fmla="*/ 112393 h 169400"/>
                  <a:gd name="connsiteX53" fmla="*/ 39056 w 169404"/>
                  <a:gd name="connsiteY53" fmla="*/ 129732 h 169400"/>
                  <a:gd name="connsiteX54" fmla="*/ 56396 w 169404"/>
                  <a:gd name="connsiteY54" fmla="*/ 130252 h 169400"/>
                  <a:gd name="connsiteX55" fmla="*/ 56837 w 169404"/>
                  <a:gd name="connsiteY55" fmla="*/ 129815 h 169400"/>
                  <a:gd name="connsiteX56" fmla="*/ 90421 w 169404"/>
                  <a:gd name="connsiteY56" fmla="*/ 96232 h 169400"/>
                  <a:gd name="connsiteX57" fmla="*/ 96363 w 169404"/>
                  <a:gd name="connsiteY57" fmla="*/ 105570 h 169400"/>
                  <a:gd name="connsiteX58" fmla="*/ 111542 w 169404"/>
                  <a:gd name="connsiteY58" fmla="*/ 108947 h 169400"/>
                  <a:gd name="connsiteX59" fmla="*/ 113419 w 169404"/>
                  <a:gd name="connsiteY59" fmla="*/ 107442 h 169400"/>
                  <a:gd name="connsiteX60" fmla="*/ 130211 w 169404"/>
                  <a:gd name="connsiteY60" fmla="*/ 90650 h 169400"/>
                  <a:gd name="connsiteX61" fmla="*/ 130211 w 169404"/>
                  <a:gd name="connsiteY61" fmla="*/ 75100 h 169400"/>
                  <a:gd name="connsiteX62" fmla="*/ 128901 w 169404"/>
                  <a:gd name="connsiteY62" fmla="*/ 73981 h 169400"/>
                  <a:gd name="connsiteX63" fmla="*/ 109900 w 169404"/>
                  <a:gd name="connsiteY63" fmla="*/ 60161 h 169400"/>
                  <a:gd name="connsiteX64" fmla="*/ 109089 w 169404"/>
                  <a:gd name="connsiteY64" fmla="*/ 59349 h 169400"/>
                  <a:gd name="connsiteX65" fmla="*/ 95273 w 169404"/>
                  <a:gd name="connsiteY65" fmla="*/ 40344 h 169400"/>
                  <a:gd name="connsiteX66" fmla="*/ 79914 w 169404"/>
                  <a:gd name="connsiteY66" fmla="*/ 37915 h 169400"/>
                  <a:gd name="connsiteX67" fmla="*/ 84702 w 169404"/>
                  <a:gd name="connsiteY67" fmla="*/ 0 h 169400"/>
                  <a:gd name="connsiteX68" fmla="*/ 169404 w 169404"/>
                  <a:gd name="connsiteY68" fmla="*/ 84700 h 169400"/>
                  <a:gd name="connsiteX69" fmla="*/ 84702 w 169404"/>
                  <a:gd name="connsiteY69" fmla="*/ 169400 h 169400"/>
                  <a:gd name="connsiteX70" fmla="*/ 0 w 169404"/>
                  <a:gd name="connsiteY70" fmla="*/ 84700 h 169400"/>
                  <a:gd name="connsiteX71" fmla="*/ 84702 w 169404"/>
                  <a:gd name="connsiteY71" fmla="*/ 0 h 16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69404" h="169400">
                    <a:moveTo>
                      <a:pt x="98254" y="118643"/>
                    </a:moveTo>
                    <a:cubicBezTo>
                      <a:pt x="96230" y="118643"/>
                      <a:pt x="94589" y="120284"/>
                      <a:pt x="94589" y="122308"/>
                    </a:cubicBezTo>
                    <a:cubicBezTo>
                      <a:pt x="94589" y="124332"/>
                      <a:pt x="96230" y="125974"/>
                      <a:pt x="98254" y="125974"/>
                    </a:cubicBezTo>
                    <a:lnTo>
                      <a:pt x="88480" y="125974"/>
                    </a:lnTo>
                    <a:cubicBezTo>
                      <a:pt x="86456" y="125974"/>
                      <a:pt x="84815" y="127615"/>
                      <a:pt x="84815" y="129639"/>
                    </a:cubicBezTo>
                    <a:cubicBezTo>
                      <a:pt x="84815" y="131663"/>
                      <a:pt x="86456" y="133304"/>
                      <a:pt x="88480" y="133304"/>
                    </a:cubicBezTo>
                    <a:lnTo>
                      <a:pt x="130020" y="133304"/>
                    </a:lnTo>
                    <a:cubicBezTo>
                      <a:pt x="132044" y="133304"/>
                      <a:pt x="133686" y="131663"/>
                      <a:pt x="133686" y="129639"/>
                    </a:cubicBezTo>
                    <a:cubicBezTo>
                      <a:pt x="133686" y="127615"/>
                      <a:pt x="132044" y="125974"/>
                      <a:pt x="130020" y="125974"/>
                    </a:cubicBezTo>
                    <a:lnTo>
                      <a:pt x="120246" y="125974"/>
                    </a:lnTo>
                    <a:cubicBezTo>
                      <a:pt x="122270" y="125974"/>
                      <a:pt x="123912" y="124332"/>
                      <a:pt x="123912" y="122308"/>
                    </a:cubicBezTo>
                    <a:cubicBezTo>
                      <a:pt x="123912" y="120284"/>
                      <a:pt x="122270" y="118643"/>
                      <a:pt x="120246" y="118643"/>
                    </a:cubicBezTo>
                    <a:close/>
                    <a:moveTo>
                      <a:pt x="79391" y="83598"/>
                    </a:moveTo>
                    <a:lnTo>
                      <a:pt x="83935" y="86628"/>
                    </a:lnTo>
                    <a:cubicBezTo>
                      <a:pt x="84365" y="86912"/>
                      <a:pt x="84722" y="87283"/>
                      <a:pt x="84996" y="87713"/>
                    </a:cubicBezTo>
                    <a:lnTo>
                      <a:pt x="86389" y="89898"/>
                    </a:lnTo>
                    <a:lnTo>
                      <a:pt x="86389" y="89903"/>
                    </a:lnTo>
                    <a:lnTo>
                      <a:pt x="51652" y="124639"/>
                    </a:lnTo>
                    <a:cubicBezTo>
                      <a:pt x="49780" y="126622"/>
                      <a:pt x="46657" y="126713"/>
                      <a:pt x="44674" y="124841"/>
                    </a:cubicBezTo>
                    <a:cubicBezTo>
                      <a:pt x="42691" y="122971"/>
                      <a:pt x="42601" y="119847"/>
                      <a:pt x="44472" y="117864"/>
                    </a:cubicBezTo>
                    <a:cubicBezTo>
                      <a:pt x="44549" y="117782"/>
                      <a:pt x="44629" y="117703"/>
                      <a:pt x="44712" y="117627"/>
                    </a:cubicBezTo>
                    <a:close/>
                    <a:moveTo>
                      <a:pt x="121160" y="77416"/>
                    </a:moveTo>
                    <a:lnTo>
                      <a:pt x="124591" y="79909"/>
                    </a:lnTo>
                    <a:cubicBezTo>
                      <a:pt x="126230" y="81096"/>
                      <a:pt x="126596" y="83388"/>
                      <a:pt x="125408" y="85027"/>
                    </a:cubicBezTo>
                    <a:cubicBezTo>
                      <a:pt x="125294" y="85185"/>
                      <a:pt x="125168" y="85333"/>
                      <a:pt x="125031" y="85470"/>
                    </a:cubicBezTo>
                    <a:lnTo>
                      <a:pt x="108234" y="102262"/>
                    </a:lnTo>
                    <a:cubicBezTo>
                      <a:pt x="106803" y="103694"/>
                      <a:pt x="104482" y="103695"/>
                      <a:pt x="103050" y="102264"/>
                    </a:cubicBezTo>
                    <a:cubicBezTo>
                      <a:pt x="102861" y="102075"/>
                      <a:pt x="102694" y="101867"/>
                      <a:pt x="102550" y="101641"/>
                    </a:cubicBezTo>
                    <a:lnTo>
                      <a:pt x="100366" y="98210"/>
                    </a:lnTo>
                    <a:close/>
                    <a:moveTo>
                      <a:pt x="95953" y="53753"/>
                    </a:moveTo>
                    <a:lnTo>
                      <a:pt x="103161" y="63664"/>
                    </a:lnTo>
                    <a:cubicBezTo>
                      <a:pt x="103840" y="64593"/>
                      <a:pt x="104656" y="65414"/>
                      <a:pt x="105585" y="66093"/>
                    </a:cubicBezTo>
                    <a:lnTo>
                      <a:pt x="115164" y="73047"/>
                    </a:lnTo>
                    <a:lnTo>
                      <a:pt x="96339" y="91867"/>
                    </a:lnTo>
                    <a:lnTo>
                      <a:pt x="91188" y="83770"/>
                    </a:lnTo>
                    <a:cubicBezTo>
                      <a:pt x="90366" y="82479"/>
                      <a:pt x="89284" y="81373"/>
                      <a:pt x="88011" y="80524"/>
                    </a:cubicBezTo>
                    <a:lnTo>
                      <a:pt x="76703" y="72999"/>
                    </a:lnTo>
                    <a:close/>
                    <a:moveTo>
                      <a:pt x="83784" y="44219"/>
                    </a:moveTo>
                    <a:lnTo>
                      <a:pt x="83789" y="44219"/>
                    </a:lnTo>
                    <a:cubicBezTo>
                      <a:pt x="85223" y="42790"/>
                      <a:pt x="87543" y="42794"/>
                      <a:pt x="88972" y="44227"/>
                    </a:cubicBezTo>
                    <a:cubicBezTo>
                      <a:pt x="89106" y="44362"/>
                      <a:pt x="89229" y="44506"/>
                      <a:pt x="89341" y="44659"/>
                    </a:cubicBezTo>
                    <a:lnTo>
                      <a:pt x="91588" y="47747"/>
                    </a:lnTo>
                    <a:lnTo>
                      <a:pt x="70486" y="68844"/>
                    </a:lnTo>
                    <a:lnTo>
                      <a:pt x="67408" y="66792"/>
                    </a:lnTo>
                    <a:cubicBezTo>
                      <a:pt x="65724" y="65668"/>
                      <a:pt x="65270" y="63392"/>
                      <a:pt x="66394" y="61708"/>
                    </a:cubicBezTo>
                    <a:cubicBezTo>
                      <a:pt x="66528" y="61508"/>
                      <a:pt x="66680" y="61322"/>
                      <a:pt x="66850" y="61152"/>
                    </a:cubicBezTo>
                    <a:close/>
                    <a:moveTo>
                      <a:pt x="79914" y="37915"/>
                    </a:moveTo>
                    <a:cubicBezTo>
                      <a:pt x="79446" y="38254"/>
                      <a:pt x="79007" y="38630"/>
                      <a:pt x="78599" y="39038"/>
                    </a:cubicBezTo>
                    <a:lnTo>
                      <a:pt x="61670" y="55972"/>
                    </a:lnTo>
                    <a:cubicBezTo>
                      <a:pt x="57375" y="60265"/>
                      <a:pt x="57374" y="67228"/>
                      <a:pt x="61667" y="71523"/>
                    </a:cubicBezTo>
                    <a:cubicBezTo>
                      <a:pt x="62178" y="72034"/>
                      <a:pt x="62740" y="72494"/>
                      <a:pt x="63342" y="72896"/>
                    </a:cubicBezTo>
                    <a:lnTo>
                      <a:pt x="73164" y="79440"/>
                    </a:lnTo>
                    <a:lnTo>
                      <a:pt x="39576" y="112393"/>
                    </a:lnTo>
                    <a:cubicBezTo>
                      <a:pt x="34644" y="117037"/>
                      <a:pt x="34411" y="124800"/>
                      <a:pt x="39056" y="129732"/>
                    </a:cubicBezTo>
                    <a:cubicBezTo>
                      <a:pt x="43701" y="134664"/>
                      <a:pt x="51464" y="134897"/>
                      <a:pt x="56396" y="130252"/>
                    </a:cubicBezTo>
                    <a:cubicBezTo>
                      <a:pt x="56546" y="130110"/>
                      <a:pt x="56694" y="129964"/>
                      <a:pt x="56837" y="129815"/>
                    </a:cubicBezTo>
                    <a:lnTo>
                      <a:pt x="90421" y="96232"/>
                    </a:lnTo>
                    <a:lnTo>
                      <a:pt x="96363" y="105570"/>
                    </a:lnTo>
                    <a:cubicBezTo>
                      <a:pt x="99622" y="110694"/>
                      <a:pt x="106418" y="112207"/>
                      <a:pt x="111542" y="108947"/>
                    </a:cubicBezTo>
                    <a:cubicBezTo>
                      <a:pt x="112221" y="108516"/>
                      <a:pt x="112850" y="108011"/>
                      <a:pt x="113419" y="107442"/>
                    </a:cubicBezTo>
                    <a:lnTo>
                      <a:pt x="130211" y="90650"/>
                    </a:lnTo>
                    <a:cubicBezTo>
                      <a:pt x="134505" y="86356"/>
                      <a:pt x="134505" y="79394"/>
                      <a:pt x="130211" y="75100"/>
                    </a:cubicBezTo>
                    <a:cubicBezTo>
                      <a:pt x="129804" y="74693"/>
                      <a:pt x="129366" y="74319"/>
                      <a:pt x="128901" y="73981"/>
                    </a:cubicBezTo>
                    <a:lnTo>
                      <a:pt x="109900" y="60161"/>
                    </a:lnTo>
                    <a:cubicBezTo>
                      <a:pt x="109589" y="59934"/>
                      <a:pt x="109315" y="59660"/>
                      <a:pt x="109089" y="59349"/>
                    </a:cubicBezTo>
                    <a:lnTo>
                      <a:pt x="95273" y="40344"/>
                    </a:lnTo>
                    <a:cubicBezTo>
                      <a:pt x="91703" y="35432"/>
                      <a:pt x="84826" y="34344"/>
                      <a:pt x="79914" y="37915"/>
                    </a:cubicBezTo>
                    <a:close/>
                    <a:moveTo>
                      <a:pt x="84702" y="0"/>
                    </a:moveTo>
                    <a:cubicBezTo>
                      <a:pt x="131482" y="0"/>
                      <a:pt x="169404" y="37921"/>
                      <a:pt x="169404" y="84700"/>
                    </a:cubicBezTo>
                    <a:cubicBezTo>
                      <a:pt x="169404" y="131479"/>
                      <a:pt x="131482" y="169400"/>
                      <a:pt x="84702" y="169400"/>
                    </a:cubicBezTo>
                    <a:cubicBezTo>
                      <a:pt x="37922" y="169400"/>
                      <a:pt x="0" y="131479"/>
                      <a:pt x="0" y="84700"/>
                    </a:cubicBezTo>
                    <a:cubicBezTo>
                      <a:pt x="0" y="37921"/>
                      <a:pt x="37922" y="0"/>
                      <a:pt x="84702"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a:solidFill>
                    <a:srgbClr val="FFFFFF"/>
                  </a:solidFill>
                  <a:ea typeface="Segoe UI" pitchFamily="34" charset="0"/>
                  <a:cs typeface="Segoe UI" pitchFamily="34" charset="0"/>
                </a:endParaRPr>
              </a:p>
            </p:txBody>
          </p:sp>
        </p:grpSp>
        <p:grpSp>
          <p:nvGrpSpPr>
            <p:cNvPr id="242" name="Group 241">
              <a:extLst>
                <a:ext uri="{FF2B5EF4-FFF2-40B4-BE49-F238E27FC236}">
                  <a16:creationId xmlns:a16="http://schemas.microsoft.com/office/drawing/2014/main" id="{D8D325BE-AC29-0436-A7BE-67D199C3CE36}"/>
                </a:ext>
              </a:extLst>
            </p:cNvPr>
            <p:cNvGrpSpPr>
              <a:grpSpLocks/>
            </p:cNvGrpSpPr>
            <p:nvPr/>
          </p:nvGrpSpPr>
          <p:grpSpPr>
            <a:xfrm>
              <a:off x="3387752" y="5624513"/>
              <a:ext cx="201978" cy="197496"/>
              <a:chOff x="3120904" y="6348938"/>
              <a:chExt cx="431921" cy="422340"/>
            </a:xfrm>
            <a:solidFill>
              <a:schemeClr val="bg1"/>
            </a:solidFill>
          </p:grpSpPr>
          <p:pic>
            <p:nvPicPr>
              <p:cNvPr id="243" name="Graphic 242">
                <a:extLst>
                  <a:ext uri="{FF2B5EF4-FFF2-40B4-BE49-F238E27FC236}">
                    <a16:creationId xmlns:a16="http://schemas.microsoft.com/office/drawing/2014/main" id="{341EB092-12A1-0945-8BD4-0F39E3E18606}"/>
                  </a:ext>
                </a:extLst>
              </p:cNvPr>
              <p:cNvPicPr>
                <a:picLocks noChangeAspect="1"/>
              </p:cNvPicPr>
              <p:nvPr/>
            </p:nvPicPr>
            <p:blipFill>
              <a:blip>
                <a:extLst>
                  <a:ext uri="{96DAC541-7B7A-43D3-8B79-37D633B846F1}">
                    <asvg:svgBlip xmlns:asvg="http://schemas.microsoft.com/office/drawing/2016/SVG/main" r:embed="rId3"/>
                  </a:ext>
                </a:extLst>
              </a:blip>
              <a:srcRect/>
              <a:stretch>
                <a:fillRect/>
              </a:stretch>
            </p:blipFill>
            <p:spPr>
              <a:xfrm>
                <a:off x="3120904" y="6348938"/>
                <a:ext cx="419572" cy="419567"/>
              </a:xfrm>
              <a:custGeom>
                <a:avLst/>
                <a:gdLst>
                  <a:gd name="connsiteX0" fmla="*/ 192198 w 192198"/>
                  <a:gd name="connsiteY0" fmla="*/ 191768 h 192198"/>
                  <a:gd name="connsiteX1" fmla="*/ 192198 w 192198"/>
                  <a:gd name="connsiteY1" fmla="*/ 192198 h 192198"/>
                  <a:gd name="connsiteX2" fmla="*/ 191559 w 192198"/>
                  <a:gd name="connsiteY2" fmla="*/ 192198 h 192198"/>
                  <a:gd name="connsiteX3" fmla="*/ 0 w 192198"/>
                  <a:gd name="connsiteY3" fmla="*/ 0 h 192198"/>
                  <a:gd name="connsiteX4" fmla="*/ 192198 w 192198"/>
                  <a:gd name="connsiteY4" fmla="*/ 0 h 192198"/>
                  <a:gd name="connsiteX5" fmla="*/ 192198 w 192198"/>
                  <a:gd name="connsiteY5" fmla="*/ 117569 h 192198"/>
                  <a:gd name="connsiteX6" fmla="*/ 178600 w 192198"/>
                  <a:gd name="connsiteY6" fmla="*/ 108400 h 192198"/>
                  <a:gd name="connsiteX7" fmla="*/ 159054 w 192198"/>
                  <a:gd name="connsiteY7" fmla="*/ 104454 h 192198"/>
                  <a:gd name="connsiteX8" fmla="*/ 108840 w 192198"/>
                  <a:gd name="connsiteY8" fmla="*/ 154668 h 192198"/>
                  <a:gd name="connsiteX9" fmla="*/ 123548 w 192198"/>
                  <a:gd name="connsiteY9" fmla="*/ 190175 h 192198"/>
                  <a:gd name="connsiteX10" fmla="*/ 126549 w 192198"/>
                  <a:gd name="connsiteY10" fmla="*/ 192198 h 192198"/>
                  <a:gd name="connsiteX11" fmla="*/ 0 w 192198"/>
                  <a:gd name="connsiteY11" fmla="*/ 192198 h 19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2198" h="192198">
                    <a:moveTo>
                      <a:pt x="192198" y="191768"/>
                    </a:moveTo>
                    <a:lnTo>
                      <a:pt x="192198" y="192198"/>
                    </a:lnTo>
                    <a:lnTo>
                      <a:pt x="191559" y="192198"/>
                    </a:lnTo>
                    <a:close/>
                    <a:moveTo>
                      <a:pt x="0" y="0"/>
                    </a:moveTo>
                    <a:lnTo>
                      <a:pt x="192198" y="0"/>
                    </a:lnTo>
                    <a:lnTo>
                      <a:pt x="192198" y="117569"/>
                    </a:lnTo>
                    <a:lnTo>
                      <a:pt x="178600" y="108400"/>
                    </a:lnTo>
                    <a:cubicBezTo>
                      <a:pt x="172592" y="105859"/>
                      <a:pt x="165987" y="104454"/>
                      <a:pt x="159054" y="104454"/>
                    </a:cubicBezTo>
                    <a:cubicBezTo>
                      <a:pt x="131322" y="104454"/>
                      <a:pt x="108840" y="126936"/>
                      <a:pt x="108840" y="154668"/>
                    </a:cubicBezTo>
                    <a:cubicBezTo>
                      <a:pt x="108840" y="168534"/>
                      <a:pt x="114461" y="181088"/>
                      <a:pt x="123548" y="190175"/>
                    </a:cubicBezTo>
                    <a:lnTo>
                      <a:pt x="126549" y="192198"/>
                    </a:lnTo>
                    <a:lnTo>
                      <a:pt x="0" y="192198"/>
                    </a:lnTo>
                    <a:close/>
                  </a:path>
                </a:pathLst>
              </a:custGeom>
            </p:spPr>
          </p:pic>
          <p:sp>
            <p:nvSpPr>
              <p:cNvPr id="244" name="Freeform: Shape 243">
                <a:extLst>
                  <a:ext uri="{FF2B5EF4-FFF2-40B4-BE49-F238E27FC236}">
                    <a16:creationId xmlns:a16="http://schemas.microsoft.com/office/drawing/2014/main" id="{686D4203-F8BC-79E6-65E0-58BBF487FE07}"/>
                  </a:ext>
                </a:extLst>
              </p:cNvPr>
              <p:cNvSpPr>
                <a:spLocks/>
              </p:cNvSpPr>
              <p:nvPr/>
            </p:nvSpPr>
            <p:spPr bwMode="auto">
              <a:xfrm>
                <a:off x="3383421" y="6601878"/>
                <a:ext cx="169404" cy="169400"/>
              </a:xfrm>
              <a:custGeom>
                <a:avLst/>
                <a:gdLst>
                  <a:gd name="connsiteX0" fmla="*/ 98254 w 169404"/>
                  <a:gd name="connsiteY0" fmla="*/ 118643 h 169400"/>
                  <a:gd name="connsiteX1" fmla="*/ 94589 w 169404"/>
                  <a:gd name="connsiteY1" fmla="*/ 122308 h 169400"/>
                  <a:gd name="connsiteX2" fmla="*/ 98254 w 169404"/>
                  <a:gd name="connsiteY2" fmla="*/ 125974 h 169400"/>
                  <a:gd name="connsiteX3" fmla="*/ 88480 w 169404"/>
                  <a:gd name="connsiteY3" fmla="*/ 125974 h 169400"/>
                  <a:gd name="connsiteX4" fmla="*/ 84815 w 169404"/>
                  <a:gd name="connsiteY4" fmla="*/ 129639 h 169400"/>
                  <a:gd name="connsiteX5" fmla="*/ 88480 w 169404"/>
                  <a:gd name="connsiteY5" fmla="*/ 133304 h 169400"/>
                  <a:gd name="connsiteX6" fmla="*/ 130020 w 169404"/>
                  <a:gd name="connsiteY6" fmla="*/ 133304 h 169400"/>
                  <a:gd name="connsiteX7" fmla="*/ 133686 w 169404"/>
                  <a:gd name="connsiteY7" fmla="*/ 129639 h 169400"/>
                  <a:gd name="connsiteX8" fmla="*/ 130020 w 169404"/>
                  <a:gd name="connsiteY8" fmla="*/ 125974 h 169400"/>
                  <a:gd name="connsiteX9" fmla="*/ 120246 w 169404"/>
                  <a:gd name="connsiteY9" fmla="*/ 125974 h 169400"/>
                  <a:gd name="connsiteX10" fmla="*/ 123912 w 169404"/>
                  <a:gd name="connsiteY10" fmla="*/ 122308 h 169400"/>
                  <a:gd name="connsiteX11" fmla="*/ 120246 w 169404"/>
                  <a:gd name="connsiteY11" fmla="*/ 118643 h 169400"/>
                  <a:gd name="connsiteX12" fmla="*/ 79391 w 169404"/>
                  <a:gd name="connsiteY12" fmla="*/ 83598 h 169400"/>
                  <a:gd name="connsiteX13" fmla="*/ 83935 w 169404"/>
                  <a:gd name="connsiteY13" fmla="*/ 86628 h 169400"/>
                  <a:gd name="connsiteX14" fmla="*/ 84996 w 169404"/>
                  <a:gd name="connsiteY14" fmla="*/ 87713 h 169400"/>
                  <a:gd name="connsiteX15" fmla="*/ 86389 w 169404"/>
                  <a:gd name="connsiteY15" fmla="*/ 89898 h 169400"/>
                  <a:gd name="connsiteX16" fmla="*/ 86389 w 169404"/>
                  <a:gd name="connsiteY16" fmla="*/ 89903 h 169400"/>
                  <a:gd name="connsiteX17" fmla="*/ 51652 w 169404"/>
                  <a:gd name="connsiteY17" fmla="*/ 124639 h 169400"/>
                  <a:gd name="connsiteX18" fmla="*/ 44674 w 169404"/>
                  <a:gd name="connsiteY18" fmla="*/ 124841 h 169400"/>
                  <a:gd name="connsiteX19" fmla="*/ 44472 w 169404"/>
                  <a:gd name="connsiteY19" fmla="*/ 117864 h 169400"/>
                  <a:gd name="connsiteX20" fmla="*/ 44712 w 169404"/>
                  <a:gd name="connsiteY20" fmla="*/ 117627 h 169400"/>
                  <a:gd name="connsiteX21" fmla="*/ 121160 w 169404"/>
                  <a:gd name="connsiteY21" fmla="*/ 77416 h 169400"/>
                  <a:gd name="connsiteX22" fmla="*/ 124591 w 169404"/>
                  <a:gd name="connsiteY22" fmla="*/ 79909 h 169400"/>
                  <a:gd name="connsiteX23" fmla="*/ 125408 w 169404"/>
                  <a:gd name="connsiteY23" fmla="*/ 85027 h 169400"/>
                  <a:gd name="connsiteX24" fmla="*/ 125031 w 169404"/>
                  <a:gd name="connsiteY24" fmla="*/ 85470 h 169400"/>
                  <a:gd name="connsiteX25" fmla="*/ 108234 w 169404"/>
                  <a:gd name="connsiteY25" fmla="*/ 102262 h 169400"/>
                  <a:gd name="connsiteX26" fmla="*/ 103050 w 169404"/>
                  <a:gd name="connsiteY26" fmla="*/ 102264 h 169400"/>
                  <a:gd name="connsiteX27" fmla="*/ 102550 w 169404"/>
                  <a:gd name="connsiteY27" fmla="*/ 101641 h 169400"/>
                  <a:gd name="connsiteX28" fmla="*/ 100366 w 169404"/>
                  <a:gd name="connsiteY28" fmla="*/ 98210 h 169400"/>
                  <a:gd name="connsiteX29" fmla="*/ 95953 w 169404"/>
                  <a:gd name="connsiteY29" fmla="*/ 53753 h 169400"/>
                  <a:gd name="connsiteX30" fmla="*/ 103161 w 169404"/>
                  <a:gd name="connsiteY30" fmla="*/ 63664 h 169400"/>
                  <a:gd name="connsiteX31" fmla="*/ 105585 w 169404"/>
                  <a:gd name="connsiteY31" fmla="*/ 66093 h 169400"/>
                  <a:gd name="connsiteX32" fmla="*/ 115164 w 169404"/>
                  <a:gd name="connsiteY32" fmla="*/ 73047 h 169400"/>
                  <a:gd name="connsiteX33" fmla="*/ 96339 w 169404"/>
                  <a:gd name="connsiteY33" fmla="*/ 91867 h 169400"/>
                  <a:gd name="connsiteX34" fmla="*/ 91188 w 169404"/>
                  <a:gd name="connsiteY34" fmla="*/ 83770 h 169400"/>
                  <a:gd name="connsiteX35" fmla="*/ 88011 w 169404"/>
                  <a:gd name="connsiteY35" fmla="*/ 80524 h 169400"/>
                  <a:gd name="connsiteX36" fmla="*/ 76703 w 169404"/>
                  <a:gd name="connsiteY36" fmla="*/ 72999 h 169400"/>
                  <a:gd name="connsiteX37" fmla="*/ 83784 w 169404"/>
                  <a:gd name="connsiteY37" fmla="*/ 44219 h 169400"/>
                  <a:gd name="connsiteX38" fmla="*/ 83789 w 169404"/>
                  <a:gd name="connsiteY38" fmla="*/ 44219 h 169400"/>
                  <a:gd name="connsiteX39" fmla="*/ 88972 w 169404"/>
                  <a:gd name="connsiteY39" fmla="*/ 44227 h 169400"/>
                  <a:gd name="connsiteX40" fmla="*/ 89341 w 169404"/>
                  <a:gd name="connsiteY40" fmla="*/ 44659 h 169400"/>
                  <a:gd name="connsiteX41" fmla="*/ 91588 w 169404"/>
                  <a:gd name="connsiteY41" fmla="*/ 47747 h 169400"/>
                  <a:gd name="connsiteX42" fmla="*/ 70486 w 169404"/>
                  <a:gd name="connsiteY42" fmla="*/ 68844 h 169400"/>
                  <a:gd name="connsiteX43" fmla="*/ 67408 w 169404"/>
                  <a:gd name="connsiteY43" fmla="*/ 66792 h 169400"/>
                  <a:gd name="connsiteX44" fmla="*/ 66394 w 169404"/>
                  <a:gd name="connsiteY44" fmla="*/ 61708 h 169400"/>
                  <a:gd name="connsiteX45" fmla="*/ 66850 w 169404"/>
                  <a:gd name="connsiteY45" fmla="*/ 61152 h 169400"/>
                  <a:gd name="connsiteX46" fmla="*/ 79914 w 169404"/>
                  <a:gd name="connsiteY46" fmla="*/ 37915 h 169400"/>
                  <a:gd name="connsiteX47" fmla="*/ 78599 w 169404"/>
                  <a:gd name="connsiteY47" fmla="*/ 39038 h 169400"/>
                  <a:gd name="connsiteX48" fmla="*/ 61670 w 169404"/>
                  <a:gd name="connsiteY48" fmla="*/ 55972 h 169400"/>
                  <a:gd name="connsiteX49" fmla="*/ 61667 w 169404"/>
                  <a:gd name="connsiteY49" fmla="*/ 71523 h 169400"/>
                  <a:gd name="connsiteX50" fmla="*/ 63342 w 169404"/>
                  <a:gd name="connsiteY50" fmla="*/ 72896 h 169400"/>
                  <a:gd name="connsiteX51" fmla="*/ 73164 w 169404"/>
                  <a:gd name="connsiteY51" fmla="*/ 79440 h 169400"/>
                  <a:gd name="connsiteX52" fmla="*/ 39576 w 169404"/>
                  <a:gd name="connsiteY52" fmla="*/ 112393 h 169400"/>
                  <a:gd name="connsiteX53" fmla="*/ 39056 w 169404"/>
                  <a:gd name="connsiteY53" fmla="*/ 129732 h 169400"/>
                  <a:gd name="connsiteX54" fmla="*/ 56396 w 169404"/>
                  <a:gd name="connsiteY54" fmla="*/ 130252 h 169400"/>
                  <a:gd name="connsiteX55" fmla="*/ 56837 w 169404"/>
                  <a:gd name="connsiteY55" fmla="*/ 129815 h 169400"/>
                  <a:gd name="connsiteX56" fmla="*/ 90421 w 169404"/>
                  <a:gd name="connsiteY56" fmla="*/ 96232 h 169400"/>
                  <a:gd name="connsiteX57" fmla="*/ 96363 w 169404"/>
                  <a:gd name="connsiteY57" fmla="*/ 105570 h 169400"/>
                  <a:gd name="connsiteX58" fmla="*/ 111542 w 169404"/>
                  <a:gd name="connsiteY58" fmla="*/ 108947 h 169400"/>
                  <a:gd name="connsiteX59" fmla="*/ 113419 w 169404"/>
                  <a:gd name="connsiteY59" fmla="*/ 107442 h 169400"/>
                  <a:gd name="connsiteX60" fmla="*/ 130211 w 169404"/>
                  <a:gd name="connsiteY60" fmla="*/ 90650 h 169400"/>
                  <a:gd name="connsiteX61" fmla="*/ 130211 w 169404"/>
                  <a:gd name="connsiteY61" fmla="*/ 75100 h 169400"/>
                  <a:gd name="connsiteX62" fmla="*/ 128901 w 169404"/>
                  <a:gd name="connsiteY62" fmla="*/ 73981 h 169400"/>
                  <a:gd name="connsiteX63" fmla="*/ 109900 w 169404"/>
                  <a:gd name="connsiteY63" fmla="*/ 60161 h 169400"/>
                  <a:gd name="connsiteX64" fmla="*/ 109089 w 169404"/>
                  <a:gd name="connsiteY64" fmla="*/ 59349 h 169400"/>
                  <a:gd name="connsiteX65" fmla="*/ 95273 w 169404"/>
                  <a:gd name="connsiteY65" fmla="*/ 40344 h 169400"/>
                  <a:gd name="connsiteX66" fmla="*/ 79914 w 169404"/>
                  <a:gd name="connsiteY66" fmla="*/ 37915 h 169400"/>
                  <a:gd name="connsiteX67" fmla="*/ 84702 w 169404"/>
                  <a:gd name="connsiteY67" fmla="*/ 0 h 169400"/>
                  <a:gd name="connsiteX68" fmla="*/ 169404 w 169404"/>
                  <a:gd name="connsiteY68" fmla="*/ 84700 h 169400"/>
                  <a:gd name="connsiteX69" fmla="*/ 84702 w 169404"/>
                  <a:gd name="connsiteY69" fmla="*/ 169400 h 169400"/>
                  <a:gd name="connsiteX70" fmla="*/ 0 w 169404"/>
                  <a:gd name="connsiteY70" fmla="*/ 84700 h 169400"/>
                  <a:gd name="connsiteX71" fmla="*/ 84702 w 169404"/>
                  <a:gd name="connsiteY71" fmla="*/ 0 h 16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69404" h="169400">
                    <a:moveTo>
                      <a:pt x="98254" y="118643"/>
                    </a:moveTo>
                    <a:cubicBezTo>
                      <a:pt x="96230" y="118643"/>
                      <a:pt x="94589" y="120284"/>
                      <a:pt x="94589" y="122308"/>
                    </a:cubicBezTo>
                    <a:cubicBezTo>
                      <a:pt x="94589" y="124332"/>
                      <a:pt x="96230" y="125974"/>
                      <a:pt x="98254" y="125974"/>
                    </a:cubicBezTo>
                    <a:lnTo>
                      <a:pt x="88480" y="125974"/>
                    </a:lnTo>
                    <a:cubicBezTo>
                      <a:pt x="86456" y="125974"/>
                      <a:pt x="84815" y="127615"/>
                      <a:pt x="84815" y="129639"/>
                    </a:cubicBezTo>
                    <a:cubicBezTo>
                      <a:pt x="84815" y="131663"/>
                      <a:pt x="86456" y="133304"/>
                      <a:pt x="88480" y="133304"/>
                    </a:cubicBezTo>
                    <a:lnTo>
                      <a:pt x="130020" y="133304"/>
                    </a:lnTo>
                    <a:cubicBezTo>
                      <a:pt x="132044" y="133304"/>
                      <a:pt x="133686" y="131663"/>
                      <a:pt x="133686" y="129639"/>
                    </a:cubicBezTo>
                    <a:cubicBezTo>
                      <a:pt x="133686" y="127615"/>
                      <a:pt x="132044" y="125974"/>
                      <a:pt x="130020" y="125974"/>
                    </a:cubicBezTo>
                    <a:lnTo>
                      <a:pt x="120246" y="125974"/>
                    </a:lnTo>
                    <a:cubicBezTo>
                      <a:pt x="122270" y="125974"/>
                      <a:pt x="123912" y="124332"/>
                      <a:pt x="123912" y="122308"/>
                    </a:cubicBezTo>
                    <a:cubicBezTo>
                      <a:pt x="123912" y="120284"/>
                      <a:pt x="122270" y="118643"/>
                      <a:pt x="120246" y="118643"/>
                    </a:cubicBezTo>
                    <a:close/>
                    <a:moveTo>
                      <a:pt x="79391" y="83598"/>
                    </a:moveTo>
                    <a:lnTo>
                      <a:pt x="83935" y="86628"/>
                    </a:lnTo>
                    <a:cubicBezTo>
                      <a:pt x="84365" y="86912"/>
                      <a:pt x="84722" y="87283"/>
                      <a:pt x="84996" y="87713"/>
                    </a:cubicBezTo>
                    <a:lnTo>
                      <a:pt x="86389" y="89898"/>
                    </a:lnTo>
                    <a:lnTo>
                      <a:pt x="86389" y="89903"/>
                    </a:lnTo>
                    <a:lnTo>
                      <a:pt x="51652" y="124639"/>
                    </a:lnTo>
                    <a:cubicBezTo>
                      <a:pt x="49780" y="126622"/>
                      <a:pt x="46657" y="126713"/>
                      <a:pt x="44674" y="124841"/>
                    </a:cubicBezTo>
                    <a:cubicBezTo>
                      <a:pt x="42691" y="122971"/>
                      <a:pt x="42601" y="119847"/>
                      <a:pt x="44472" y="117864"/>
                    </a:cubicBezTo>
                    <a:cubicBezTo>
                      <a:pt x="44549" y="117782"/>
                      <a:pt x="44629" y="117703"/>
                      <a:pt x="44712" y="117627"/>
                    </a:cubicBezTo>
                    <a:close/>
                    <a:moveTo>
                      <a:pt x="121160" y="77416"/>
                    </a:moveTo>
                    <a:lnTo>
                      <a:pt x="124591" y="79909"/>
                    </a:lnTo>
                    <a:cubicBezTo>
                      <a:pt x="126230" y="81096"/>
                      <a:pt x="126596" y="83388"/>
                      <a:pt x="125408" y="85027"/>
                    </a:cubicBezTo>
                    <a:cubicBezTo>
                      <a:pt x="125294" y="85185"/>
                      <a:pt x="125168" y="85333"/>
                      <a:pt x="125031" y="85470"/>
                    </a:cubicBezTo>
                    <a:lnTo>
                      <a:pt x="108234" y="102262"/>
                    </a:lnTo>
                    <a:cubicBezTo>
                      <a:pt x="106803" y="103694"/>
                      <a:pt x="104482" y="103695"/>
                      <a:pt x="103050" y="102264"/>
                    </a:cubicBezTo>
                    <a:cubicBezTo>
                      <a:pt x="102861" y="102075"/>
                      <a:pt x="102694" y="101867"/>
                      <a:pt x="102550" y="101641"/>
                    </a:cubicBezTo>
                    <a:lnTo>
                      <a:pt x="100366" y="98210"/>
                    </a:lnTo>
                    <a:close/>
                    <a:moveTo>
                      <a:pt x="95953" y="53753"/>
                    </a:moveTo>
                    <a:lnTo>
                      <a:pt x="103161" y="63664"/>
                    </a:lnTo>
                    <a:cubicBezTo>
                      <a:pt x="103840" y="64593"/>
                      <a:pt x="104656" y="65414"/>
                      <a:pt x="105585" y="66093"/>
                    </a:cubicBezTo>
                    <a:lnTo>
                      <a:pt x="115164" y="73047"/>
                    </a:lnTo>
                    <a:lnTo>
                      <a:pt x="96339" y="91867"/>
                    </a:lnTo>
                    <a:lnTo>
                      <a:pt x="91188" y="83770"/>
                    </a:lnTo>
                    <a:cubicBezTo>
                      <a:pt x="90366" y="82479"/>
                      <a:pt x="89284" y="81373"/>
                      <a:pt x="88011" y="80524"/>
                    </a:cubicBezTo>
                    <a:lnTo>
                      <a:pt x="76703" y="72999"/>
                    </a:lnTo>
                    <a:close/>
                    <a:moveTo>
                      <a:pt x="83784" y="44219"/>
                    </a:moveTo>
                    <a:lnTo>
                      <a:pt x="83789" y="44219"/>
                    </a:lnTo>
                    <a:cubicBezTo>
                      <a:pt x="85223" y="42790"/>
                      <a:pt x="87543" y="42794"/>
                      <a:pt x="88972" y="44227"/>
                    </a:cubicBezTo>
                    <a:cubicBezTo>
                      <a:pt x="89106" y="44362"/>
                      <a:pt x="89229" y="44506"/>
                      <a:pt x="89341" y="44659"/>
                    </a:cubicBezTo>
                    <a:lnTo>
                      <a:pt x="91588" y="47747"/>
                    </a:lnTo>
                    <a:lnTo>
                      <a:pt x="70486" y="68844"/>
                    </a:lnTo>
                    <a:lnTo>
                      <a:pt x="67408" y="66792"/>
                    </a:lnTo>
                    <a:cubicBezTo>
                      <a:pt x="65724" y="65668"/>
                      <a:pt x="65270" y="63392"/>
                      <a:pt x="66394" y="61708"/>
                    </a:cubicBezTo>
                    <a:cubicBezTo>
                      <a:pt x="66528" y="61508"/>
                      <a:pt x="66680" y="61322"/>
                      <a:pt x="66850" y="61152"/>
                    </a:cubicBezTo>
                    <a:close/>
                    <a:moveTo>
                      <a:pt x="79914" y="37915"/>
                    </a:moveTo>
                    <a:cubicBezTo>
                      <a:pt x="79446" y="38254"/>
                      <a:pt x="79007" y="38630"/>
                      <a:pt x="78599" y="39038"/>
                    </a:cubicBezTo>
                    <a:lnTo>
                      <a:pt x="61670" y="55972"/>
                    </a:lnTo>
                    <a:cubicBezTo>
                      <a:pt x="57375" y="60265"/>
                      <a:pt x="57374" y="67228"/>
                      <a:pt x="61667" y="71523"/>
                    </a:cubicBezTo>
                    <a:cubicBezTo>
                      <a:pt x="62178" y="72034"/>
                      <a:pt x="62740" y="72494"/>
                      <a:pt x="63342" y="72896"/>
                    </a:cubicBezTo>
                    <a:lnTo>
                      <a:pt x="73164" y="79440"/>
                    </a:lnTo>
                    <a:lnTo>
                      <a:pt x="39576" y="112393"/>
                    </a:lnTo>
                    <a:cubicBezTo>
                      <a:pt x="34644" y="117037"/>
                      <a:pt x="34411" y="124800"/>
                      <a:pt x="39056" y="129732"/>
                    </a:cubicBezTo>
                    <a:cubicBezTo>
                      <a:pt x="43701" y="134664"/>
                      <a:pt x="51464" y="134897"/>
                      <a:pt x="56396" y="130252"/>
                    </a:cubicBezTo>
                    <a:cubicBezTo>
                      <a:pt x="56546" y="130110"/>
                      <a:pt x="56694" y="129964"/>
                      <a:pt x="56837" y="129815"/>
                    </a:cubicBezTo>
                    <a:lnTo>
                      <a:pt x="90421" y="96232"/>
                    </a:lnTo>
                    <a:lnTo>
                      <a:pt x="96363" y="105570"/>
                    </a:lnTo>
                    <a:cubicBezTo>
                      <a:pt x="99622" y="110694"/>
                      <a:pt x="106418" y="112207"/>
                      <a:pt x="111542" y="108947"/>
                    </a:cubicBezTo>
                    <a:cubicBezTo>
                      <a:pt x="112221" y="108516"/>
                      <a:pt x="112850" y="108011"/>
                      <a:pt x="113419" y="107442"/>
                    </a:cubicBezTo>
                    <a:lnTo>
                      <a:pt x="130211" y="90650"/>
                    </a:lnTo>
                    <a:cubicBezTo>
                      <a:pt x="134505" y="86356"/>
                      <a:pt x="134505" y="79394"/>
                      <a:pt x="130211" y="75100"/>
                    </a:cubicBezTo>
                    <a:cubicBezTo>
                      <a:pt x="129804" y="74693"/>
                      <a:pt x="129366" y="74319"/>
                      <a:pt x="128901" y="73981"/>
                    </a:cubicBezTo>
                    <a:lnTo>
                      <a:pt x="109900" y="60161"/>
                    </a:lnTo>
                    <a:cubicBezTo>
                      <a:pt x="109589" y="59934"/>
                      <a:pt x="109315" y="59660"/>
                      <a:pt x="109089" y="59349"/>
                    </a:cubicBezTo>
                    <a:lnTo>
                      <a:pt x="95273" y="40344"/>
                    </a:lnTo>
                    <a:cubicBezTo>
                      <a:pt x="91703" y="35432"/>
                      <a:pt x="84826" y="34344"/>
                      <a:pt x="79914" y="37915"/>
                    </a:cubicBezTo>
                    <a:close/>
                    <a:moveTo>
                      <a:pt x="84702" y="0"/>
                    </a:moveTo>
                    <a:cubicBezTo>
                      <a:pt x="131482" y="0"/>
                      <a:pt x="169404" y="37921"/>
                      <a:pt x="169404" y="84700"/>
                    </a:cubicBezTo>
                    <a:cubicBezTo>
                      <a:pt x="169404" y="131479"/>
                      <a:pt x="131482" y="169400"/>
                      <a:pt x="84702" y="169400"/>
                    </a:cubicBezTo>
                    <a:cubicBezTo>
                      <a:pt x="37922" y="169400"/>
                      <a:pt x="0" y="131479"/>
                      <a:pt x="0" y="84700"/>
                    </a:cubicBezTo>
                    <a:cubicBezTo>
                      <a:pt x="0" y="37921"/>
                      <a:pt x="37922" y="0"/>
                      <a:pt x="84702"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a:solidFill>
                    <a:srgbClr val="FFFFFF"/>
                  </a:solidFill>
                  <a:ea typeface="Segoe UI" pitchFamily="34" charset="0"/>
                  <a:cs typeface="Segoe UI" pitchFamily="34" charset="0"/>
                </a:endParaRPr>
              </a:p>
            </p:txBody>
          </p:sp>
        </p:grpSp>
        <p:grpSp>
          <p:nvGrpSpPr>
            <p:cNvPr id="245" name="Group 244">
              <a:extLst>
                <a:ext uri="{FF2B5EF4-FFF2-40B4-BE49-F238E27FC236}">
                  <a16:creationId xmlns:a16="http://schemas.microsoft.com/office/drawing/2014/main" id="{3E6B1CC9-B801-43F5-A11D-D9C02ACC5E3A}"/>
                </a:ext>
              </a:extLst>
            </p:cNvPr>
            <p:cNvGrpSpPr>
              <a:grpSpLocks/>
            </p:cNvGrpSpPr>
            <p:nvPr/>
          </p:nvGrpSpPr>
          <p:grpSpPr>
            <a:xfrm>
              <a:off x="3772610" y="5624513"/>
              <a:ext cx="201978" cy="197496"/>
              <a:chOff x="3120904" y="6348938"/>
              <a:chExt cx="431921" cy="422340"/>
            </a:xfrm>
            <a:solidFill>
              <a:schemeClr val="bg1"/>
            </a:solidFill>
          </p:grpSpPr>
          <p:pic>
            <p:nvPicPr>
              <p:cNvPr id="246" name="Graphic 245">
                <a:extLst>
                  <a:ext uri="{FF2B5EF4-FFF2-40B4-BE49-F238E27FC236}">
                    <a16:creationId xmlns:a16="http://schemas.microsoft.com/office/drawing/2014/main" id="{BE19A0D8-FAA5-9137-9C82-6F26EA9644EA}"/>
                  </a:ext>
                </a:extLst>
              </p:cNvPr>
              <p:cNvPicPr>
                <a:picLocks noChangeAspect="1"/>
              </p:cNvPicPr>
              <p:nvPr/>
            </p:nvPicPr>
            <p:blipFill>
              <a:blip>
                <a:extLst>
                  <a:ext uri="{96DAC541-7B7A-43D3-8B79-37D633B846F1}">
                    <asvg:svgBlip xmlns:asvg="http://schemas.microsoft.com/office/drawing/2016/SVG/main" r:embed="rId3"/>
                  </a:ext>
                </a:extLst>
              </a:blip>
              <a:srcRect/>
              <a:stretch>
                <a:fillRect/>
              </a:stretch>
            </p:blipFill>
            <p:spPr>
              <a:xfrm>
                <a:off x="3120904" y="6348938"/>
                <a:ext cx="419572" cy="419567"/>
              </a:xfrm>
              <a:custGeom>
                <a:avLst/>
                <a:gdLst>
                  <a:gd name="connsiteX0" fmla="*/ 192198 w 192198"/>
                  <a:gd name="connsiteY0" fmla="*/ 191768 h 192198"/>
                  <a:gd name="connsiteX1" fmla="*/ 192198 w 192198"/>
                  <a:gd name="connsiteY1" fmla="*/ 192198 h 192198"/>
                  <a:gd name="connsiteX2" fmla="*/ 191559 w 192198"/>
                  <a:gd name="connsiteY2" fmla="*/ 192198 h 192198"/>
                  <a:gd name="connsiteX3" fmla="*/ 0 w 192198"/>
                  <a:gd name="connsiteY3" fmla="*/ 0 h 192198"/>
                  <a:gd name="connsiteX4" fmla="*/ 192198 w 192198"/>
                  <a:gd name="connsiteY4" fmla="*/ 0 h 192198"/>
                  <a:gd name="connsiteX5" fmla="*/ 192198 w 192198"/>
                  <a:gd name="connsiteY5" fmla="*/ 117569 h 192198"/>
                  <a:gd name="connsiteX6" fmla="*/ 178600 w 192198"/>
                  <a:gd name="connsiteY6" fmla="*/ 108400 h 192198"/>
                  <a:gd name="connsiteX7" fmla="*/ 159054 w 192198"/>
                  <a:gd name="connsiteY7" fmla="*/ 104454 h 192198"/>
                  <a:gd name="connsiteX8" fmla="*/ 108840 w 192198"/>
                  <a:gd name="connsiteY8" fmla="*/ 154668 h 192198"/>
                  <a:gd name="connsiteX9" fmla="*/ 123548 w 192198"/>
                  <a:gd name="connsiteY9" fmla="*/ 190175 h 192198"/>
                  <a:gd name="connsiteX10" fmla="*/ 126549 w 192198"/>
                  <a:gd name="connsiteY10" fmla="*/ 192198 h 192198"/>
                  <a:gd name="connsiteX11" fmla="*/ 0 w 192198"/>
                  <a:gd name="connsiteY11" fmla="*/ 192198 h 19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2198" h="192198">
                    <a:moveTo>
                      <a:pt x="192198" y="191768"/>
                    </a:moveTo>
                    <a:lnTo>
                      <a:pt x="192198" y="192198"/>
                    </a:lnTo>
                    <a:lnTo>
                      <a:pt x="191559" y="192198"/>
                    </a:lnTo>
                    <a:close/>
                    <a:moveTo>
                      <a:pt x="0" y="0"/>
                    </a:moveTo>
                    <a:lnTo>
                      <a:pt x="192198" y="0"/>
                    </a:lnTo>
                    <a:lnTo>
                      <a:pt x="192198" y="117569"/>
                    </a:lnTo>
                    <a:lnTo>
                      <a:pt x="178600" y="108400"/>
                    </a:lnTo>
                    <a:cubicBezTo>
                      <a:pt x="172592" y="105859"/>
                      <a:pt x="165987" y="104454"/>
                      <a:pt x="159054" y="104454"/>
                    </a:cubicBezTo>
                    <a:cubicBezTo>
                      <a:pt x="131322" y="104454"/>
                      <a:pt x="108840" y="126936"/>
                      <a:pt x="108840" y="154668"/>
                    </a:cubicBezTo>
                    <a:cubicBezTo>
                      <a:pt x="108840" y="168534"/>
                      <a:pt x="114461" y="181088"/>
                      <a:pt x="123548" y="190175"/>
                    </a:cubicBezTo>
                    <a:lnTo>
                      <a:pt x="126549" y="192198"/>
                    </a:lnTo>
                    <a:lnTo>
                      <a:pt x="0" y="192198"/>
                    </a:lnTo>
                    <a:close/>
                  </a:path>
                </a:pathLst>
              </a:custGeom>
            </p:spPr>
          </p:pic>
          <p:sp>
            <p:nvSpPr>
              <p:cNvPr id="247" name="Freeform: Shape 246">
                <a:extLst>
                  <a:ext uri="{FF2B5EF4-FFF2-40B4-BE49-F238E27FC236}">
                    <a16:creationId xmlns:a16="http://schemas.microsoft.com/office/drawing/2014/main" id="{0528C09B-F032-8E49-406A-B7F624F40E6B}"/>
                  </a:ext>
                </a:extLst>
              </p:cNvPr>
              <p:cNvSpPr>
                <a:spLocks/>
              </p:cNvSpPr>
              <p:nvPr/>
            </p:nvSpPr>
            <p:spPr bwMode="auto">
              <a:xfrm>
                <a:off x="3383421" y="6601878"/>
                <a:ext cx="169404" cy="169400"/>
              </a:xfrm>
              <a:custGeom>
                <a:avLst/>
                <a:gdLst>
                  <a:gd name="connsiteX0" fmla="*/ 98254 w 169404"/>
                  <a:gd name="connsiteY0" fmla="*/ 118643 h 169400"/>
                  <a:gd name="connsiteX1" fmla="*/ 94589 w 169404"/>
                  <a:gd name="connsiteY1" fmla="*/ 122308 h 169400"/>
                  <a:gd name="connsiteX2" fmla="*/ 98254 w 169404"/>
                  <a:gd name="connsiteY2" fmla="*/ 125974 h 169400"/>
                  <a:gd name="connsiteX3" fmla="*/ 88480 w 169404"/>
                  <a:gd name="connsiteY3" fmla="*/ 125974 h 169400"/>
                  <a:gd name="connsiteX4" fmla="*/ 84815 w 169404"/>
                  <a:gd name="connsiteY4" fmla="*/ 129639 h 169400"/>
                  <a:gd name="connsiteX5" fmla="*/ 88480 w 169404"/>
                  <a:gd name="connsiteY5" fmla="*/ 133304 h 169400"/>
                  <a:gd name="connsiteX6" fmla="*/ 130020 w 169404"/>
                  <a:gd name="connsiteY6" fmla="*/ 133304 h 169400"/>
                  <a:gd name="connsiteX7" fmla="*/ 133686 w 169404"/>
                  <a:gd name="connsiteY7" fmla="*/ 129639 h 169400"/>
                  <a:gd name="connsiteX8" fmla="*/ 130020 w 169404"/>
                  <a:gd name="connsiteY8" fmla="*/ 125974 h 169400"/>
                  <a:gd name="connsiteX9" fmla="*/ 120246 w 169404"/>
                  <a:gd name="connsiteY9" fmla="*/ 125974 h 169400"/>
                  <a:gd name="connsiteX10" fmla="*/ 123912 w 169404"/>
                  <a:gd name="connsiteY10" fmla="*/ 122308 h 169400"/>
                  <a:gd name="connsiteX11" fmla="*/ 120246 w 169404"/>
                  <a:gd name="connsiteY11" fmla="*/ 118643 h 169400"/>
                  <a:gd name="connsiteX12" fmla="*/ 79391 w 169404"/>
                  <a:gd name="connsiteY12" fmla="*/ 83598 h 169400"/>
                  <a:gd name="connsiteX13" fmla="*/ 83935 w 169404"/>
                  <a:gd name="connsiteY13" fmla="*/ 86628 h 169400"/>
                  <a:gd name="connsiteX14" fmla="*/ 84996 w 169404"/>
                  <a:gd name="connsiteY14" fmla="*/ 87713 h 169400"/>
                  <a:gd name="connsiteX15" fmla="*/ 86389 w 169404"/>
                  <a:gd name="connsiteY15" fmla="*/ 89898 h 169400"/>
                  <a:gd name="connsiteX16" fmla="*/ 86389 w 169404"/>
                  <a:gd name="connsiteY16" fmla="*/ 89903 h 169400"/>
                  <a:gd name="connsiteX17" fmla="*/ 51652 w 169404"/>
                  <a:gd name="connsiteY17" fmla="*/ 124639 h 169400"/>
                  <a:gd name="connsiteX18" fmla="*/ 44674 w 169404"/>
                  <a:gd name="connsiteY18" fmla="*/ 124841 h 169400"/>
                  <a:gd name="connsiteX19" fmla="*/ 44472 w 169404"/>
                  <a:gd name="connsiteY19" fmla="*/ 117864 h 169400"/>
                  <a:gd name="connsiteX20" fmla="*/ 44712 w 169404"/>
                  <a:gd name="connsiteY20" fmla="*/ 117627 h 169400"/>
                  <a:gd name="connsiteX21" fmla="*/ 121160 w 169404"/>
                  <a:gd name="connsiteY21" fmla="*/ 77416 h 169400"/>
                  <a:gd name="connsiteX22" fmla="*/ 124591 w 169404"/>
                  <a:gd name="connsiteY22" fmla="*/ 79909 h 169400"/>
                  <a:gd name="connsiteX23" fmla="*/ 125408 w 169404"/>
                  <a:gd name="connsiteY23" fmla="*/ 85027 h 169400"/>
                  <a:gd name="connsiteX24" fmla="*/ 125031 w 169404"/>
                  <a:gd name="connsiteY24" fmla="*/ 85470 h 169400"/>
                  <a:gd name="connsiteX25" fmla="*/ 108234 w 169404"/>
                  <a:gd name="connsiteY25" fmla="*/ 102262 h 169400"/>
                  <a:gd name="connsiteX26" fmla="*/ 103050 w 169404"/>
                  <a:gd name="connsiteY26" fmla="*/ 102264 h 169400"/>
                  <a:gd name="connsiteX27" fmla="*/ 102550 w 169404"/>
                  <a:gd name="connsiteY27" fmla="*/ 101641 h 169400"/>
                  <a:gd name="connsiteX28" fmla="*/ 100366 w 169404"/>
                  <a:gd name="connsiteY28" fmla="*/ 98210 h 169400"/>
                  <a:gd name="connsiteX29" fmla="*/ 95953 w 169404"/>
                  <a:gd name="connsiteY29" fmla="*/ 53753 h 169400"/>
                  <a:gd name="connsiteX30" fmla="*/ 103161 w 169404"/>
                  <a:gd name="connsiteY30" fmla="*/ 63664 h 169400"/>
                  <a:gd name="connsiteX31" fmla="*/ 105585 w 169404"/>
                  <a:gd name="connsiteY31" fmla="*/ 66093 h 169400"/>
                  <a:gd name="connsiteX32" fmla="*/ 115164 w 169404"/>
                  <a:gd name="connsiteY32" fmla="*/ 73047 h 169400"/>
                  <a:gd name="connsiteX33" fmla="*/ 96339 w 169404"/>
                  <a:gd name="connsiteY33" fmla="*/ 91867 h 169400"/>
                  <a:gd name="connsiteX34" fmla="*/ 91188 w 169404"/>
                  <a:gd name="connsiteY34" fmla="*/ 83770 h 169400"/>
                  <a:gd name="connsiteX35" fmla="*/ 88011 w 169404"/>
                  <a:gd name="connsiteY35" fmla="*/ 80524 h 169400"/>
                  <a:gd name="connsiteX36" fmla="*/ 76703 w 169404"/>
                  <a:gd name="connsiteY36" fmla="*/ 72999 h 169400"/>
                  <a:gd name="connsiteX37" fmla="*/ 83784 w 169404"/>
                  <a:gd name="connsiteY37" fmla="*/ 44219 h 169400"/>
                  <a:gd name="connsiteX38" fmla="*/ 83789 w 169404"/>
                  <a:gd name="connsiteY38" fmla="*/ 44219 h 169400"/>
                  <a:gd name="connsiteX39" fmla="*/ 88972 w 169404"/>
                  <a:gd name="connsiteY39" fmla="*/ 44227 h 169400"/>
                  <a:gd name="connsiteX40" fmla="*/ 89341 w 169404"/>
                  <a:gd name="connsiteY40" fmla="*/ 44659 h 169400"/>
                  <a:gd name="connsiteX41" fmla="*/ 91588 w 169404"/>
                  <a:gd name="connsiteY41" fmla="*/ 47747 h 169400"/>
                  <a:gd name="connsiteX42" fmla="*/ 70486 w 169404"/>
                  <a:gd name="connsiteY42" fmla="*/ 68844 h 169400"/>
                  <a:gd name="connsiteX43" fmla="*/ 67408 w 169404"/>
                  <a:gd name="connsiteY43" fmla="*/ 66792 h 169400"/>
                  <a:gd name="connsiteX44" fmla="*/ 66394 w 169404"/>
                  <a:gd name="connsiteY44" fmla="*/ 61708 h 169400"/>
                  <a:gd name="connsiteX45" fmla="*/ 66850 w 169404"/>
                  <a:gd name="connsiteY45" fmla="*/ 61152 h 169400"/>
                  <a:gd name="connsiteX46" fmla="*/ 79914 w 169404"/>
                  <a:gd name="connsiteY46" fmla="*/ 37915 h 169400"/>
                  <a:gd name="connsiteX47" fmla="*/ 78599 w 169404"/>
                  <a:gd name="connsiteY47" fmla="*/ 39038 h 169400"/>
                  <a:gd name="connsiteX48" fmla="*/ 61670 w 169404"/>
                  <a:gd name="connsiteY48" fmla="*/ 55972 h 169400"/>
                  <a:gd name="connsiteX49" fmla="*/ 61667 w 169404"/>
                  <a:gd name="connsiteY49" fmla="*/ 71523 h 169400"/>
                  <a:gd name="connsiteX50" fmla="*/ 63342 w 169404"/>
                  <a:gd name="connsiteY50" fmla="*/ 72896 h 169400"/>
                  <a:gd name="connsiteX51" fmla="*/ 73164 w 169404"/>
                  <a:gd name="connsiteY51" fmla="*/ 79440 h 169400"/>
                  <a:gd name="connsiteX52" fmla="*/ 39576 w 169404"/>
                  <a:gd name="connsiteY52" fmla="*/ 112393 h 169400"/>
                  <a:gd name="connsiteX53" fmla="*/ 39056 w 169404"/>
                  <a:gd name="connsiteY53" fmla="*/ 129732 h 169400"/>
                  <a:gd name="connsiteX54" fmla="*/ 56396 w 169404"/>
                  <a:gd name="connsiteY54" fmla="*/ 130252 h 169400"/>
                  <a:gd name="connsiteX55" fmla="*/ 56837 w 169404"/>
                  <a:gd name="connsiteY55" fmla="*/ 129815 h 169400"/>
                  <a:gd name="connsiteX56" fmla="*/ 90421 w 169404"/>
                  <a:gd name="connsiteY56" fmla="*/ 96232 h 169400"/>
                  <a:gd name="connsiteX57" fmla="*/ 96363 w 169404"/>
                  <a:gd name="connsiteY57" fmla="*/ 105570 h 169400"/>
                  <a:gd name="connsiteX58" fmla="*/ 111542 w 169404"/>
                  <a:gd name="connsiteY58" fmla="*/ 108947 h 169400"/>
                  <a:gd name="connsiteX59" fmla="*/ 113419 w 169404"/>
                  <a:gd name="connsiteY59" fmla="*/ 107442 h 169400"/>
                  <a:gd name="connsiteX60" fmla="*/ 130211 w 169404"/>
                  <a:gd name="connsiteY60" fmla="*/ 90650 h 169400"/>
                  <a:gd name="connsiteX61" fmla="*/ 130211 w 169404"/>
                  <a:gd name="connsiteY61" fmla="*/ 75100 h 169400"/>
                  <a:gd name="connsiteX62" fmla="*/ 128901 w 169404"/>
                  <a:gd name="connsiteY62" fmla="*/ 73981 h 169400"/>
                  <a:gd name="connsiteX63" fmla="*/ 109900 w 169404"/>
                  <a:gd name="connsiteY63" fmla="*/ 60161 h 169400"/>
                  <a:gd name="connsiteX64" fmla="*/ 109089 w 169404"/>
                  <a:gd name="connsiteY64" fmla="*/ 59349 h 169400"/>
                  <a:gd name="connsiteX65" fmla="*/ 95273 w 169404"/>
                  <a:gd name="connsiteY65" fmla="*/ 40344 h 169400"/>
                  <a:gd name="connsiteX66" fmla="*/ 79914 w 169404"/>
                  <a:gd name="connsiteY66" fmla="*/ 37915 h 169400"/>
                  <a:gd name="connsiteX67" fmla="*/ 84702 w 169404"/>
                  <a:gd name="connsiteY67" fmla="*/ 0 h 169400"/>
                  <a:gd name="connsiteX68" fmla="*/ 169404 w 169404"/>
                  <a:gd name="connsiteY68" fmla="*/ 84700 h 169400"/>
                  <a:gd name="connsiteX69" fmla="*/ 84702 w 169404"/>
                  <a:gd name="connsiteY69" fmla="*/ 169400 h 169400"/>
                  <a:gd name="connsiteX70" fmla="*/ 0 w 169404"/>
                  <a:gd name="connsiteY70" fmla="*/ 84700 h 169400"/>
                  <a:gd name="connsiteX71" fmla="*/ 84702 w 169404"/>
                  <a:gd name="connsiteY71" fmla="*/ 0 h 16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69404" h="169400">
                    <a:moveTo>
                      <a:pt x="98254" y="118643"/>
                    </a:moveTo>
                    <a:cubicBezTo>
                      <a:pt x="96230" y="118643"/>
                      <a:pt x="94589" y="120284"/>
                      <a:pt x="94589" y="122308"/>
                    </a:cubicBezTo>
                    <a:cubicBezTo>
                      <a:pt x="94589" y="124332"/>
                      <a:pt x="96230" y="125974"/>
                      <a:pt x="98254" y="125974"/>
                    </a:cubicBezTo>
                    <a:lnTo>
                      <a:pt x="88480" y="125974"/>
                    </a:lnTo>
                    <a:cubicBezTo>
                      <a:pt x="86456" y="125974"/>
                      <a:pt x="84815" y="127615"/>
                      <a:pt x="84815" y="129639"/>
                    </a:cubicBezTo>
                    <a:cubicBezTo>
                      <a:pt x="84815" y="131663"/>
                      <a:pt x="86456" y="133304"/>
                      <a:pt x="88480" y="133304"/>
                    </a:cubicBezTo>
                    <a:lnTo>
                      <a:pt x="130020" y="133304"/>
                    </a:lnTo>
                    <a:cubicBezTo>
                      <a:pt x="132044" y="133304"/>
                      <a:pt x="133686" y="131663"/>
                      <a:pt x="133686" y="129639"/>
                    </a:cubicBezTo>
                    <a:cubicBezTo>
                      <a:pt x="133686" y="127615"/>
                      <a:pt x="132044" y="125974"/>
                      <a:pt x="130020" y="125974"/>
                    </a:cubicBezTo>
                    <a:lnTo>
                      <a:pt x="120246" y="125974"/>
                    </a:lnTo>
                    <a:cubicBezTo>
                      <a:pt x="122270" y="125974"/>
                      <a:pt x="123912" y="124332"/>
                      <a:pt x="123912" y="122308"/>
                    </a:cubicBezTo>
                    <a:cubicBezTo>
                      <a:pt x="123912" y="120284"/>
                      <a:pt x="122270" y="118643"/>
                      <a:pt x="120246" y="118643"/>
                    </a:cubicBezTo>
                    <a:close/>
                    <a:moveTo>
                      <a:pt x="79391" y="83598"/>
                    </a:moveTo>
                    <a:lnTo>
                      <a:pt x="83935" y="86628"/>
                    </a:lnTo>
                    <a:cubicBezTo>
                      <a:pt x="84365" y="86912"/>
                      <a:pt x="84722" y="87283"/>
                      <a:pt x="84996" y="87713"/>
                    </a:cubicBezTo>
                    <a:lnTo>
                      <a:pt x="86389" y="89898"/>
                    </a:lnTo>
                    <a:lnTo>
                      <a:pt x="86389" y="89903"/>
                    </a:lnTo>
                    <a:lnTo>
                      <a:pt x="51652" y="124639"/>
                    </a:lnTo>
                    <a:cubicBezTo>
                      <a:pt x="49780" y="126622"/>
                      <a:pt x="46657" y="126713"/>
                      <a:pt x="44674" y="124841"/>
                    </a:cubicBezTo>
                    <a:cubicBezTo>
                      <a:pt x="42691" y="122971"/>
                      <a:pt x="42601" y="119847"/>
                      <a:pt x="44472" y="117864"/>
                    </a:cubicBezTo>
                    <a:cubicBezTo>
                      <a:pt x="44549" y="117782"/>
                      <a:pt x="44629" y="117703"/>
                      <a:pt x="44712" y="117627"/>
                    </a:cubicBezTo>
                    <a:close/>
                    <a:moveTo>
                      <a:pt x="121160" y="77416"/>
                    </a:moveTo>
                    <a:lnTo>
                      <a:pt x="124591" y="79909"/>
                    </a:lnTo>
                    <a:cubicBezTo>
                      <a:pt x="126230" y="81096"/>
                      <a:pt x="126596" y="83388"/>
                      <a:pt x="125408" y="85027"/>
                    </a:cubicBezTo>
                    <a:cubicBezTo>
                      <a:pt x="125294" y="85185"/>
                      <a:pt x="125168" y="85333"/>
                      <a:pt x="125031" y="85470"/>
                    </a:cubicBezTo>
                    <a:lnTo>
                      <a:pt x="108234" y="102262"/>
                    </a:lnTo>
                    <a:cubicBezTo>
                      <a:pt x="106803" y="103694"/>
                      <a:pt x="104482" y="103695"/>
                      <a:pt x="103050" y="102264"/>
                    </a:cubicBezTo>
                    <a:cubicBezTo>
                      <a:pt x="102861" y="102075"/>
                      <a:pt x="102694" y="101867"/>
                      <a:pt x="102550" y="101641"/>
                    </a:cubicBezTo>
                    <a:lnTo>
                      <a:pt x="100366" y="98210"/>
                    </a:lnTo>
                    <a:close/>
                    <a:moveTo>
                      <a:pt x="95953" y="53753"/>
                    </a:moveTo>
                    <a:lnTo>
                      <a:pt x="103161" y="63664"/>
                    </a:lnTo>
                    <a:cubicBezTo>
                      <a:pt x="103840" y="64593"/>
                      <a:pt x="104656" y="65414"/>
                      <a:pt x="105585" y="66093"/>
                    </a:cubicBezTo>
                    <a:lnTo>
                      <a:pt x="115164" y="73047"/>
                    </a:lnTo>
                    <a:lnTo>
                      <a:pt x="96339" y="91867"/>
                    </a:lnTo>
                    <a:lnTo>
                      <a:pt x="91188" y="83770"/>
                    </a:lnTo>
                    <a:cubicBezTo>
                      <a:pt x="90366" y="82479"/>
                      <a:pt x="89284" y="81373"/>
                      <a:pt x="88011" y="80524"/>
                    </a:cubicBezTo>
                    <a:lnTo>
                      <a:pt x="76703" y="72999"/>
                    </a:lnTo>
                    <a:close/>
                    <a:moveTo>
                      <a:pt x="83784" y="44219"/>
                    </a:moveTo>
                    <a:lnTo>
                      <a:pt x="83789" y="44219"/>
                    </a:lnTo>
                    <a:cubicBezTo>
                      <a:pt x="85223" y="42790"/>
                      <a:pt x="87543" y="42794"/>
                      <a:pt x="88972" y="44227"/>
                    </a:cubicBezTo>
                    <a:cubicBezTo>
                      <a:pt x="89106" y="44362"/>
                      <a:pt x="89229" y="44506"/>
                      <a:pt x="89341" y="44659"/>
                    </a:cubicBezTo>
                    <a:lnTo>
                      <a:pt x="91588" y="47747"/>
                    </a:lnTo>
                    <a:lnTo>
                      <a:pt x="70486" y="68844"/>
                    </a:lnTo>
                    <a:lnTo>
                      <a:pt x="67408" y="66792"/>
                    </a:lnTo>
                    <a:cubicBezTo>
                      <a:pt x="65724" y="65668"/>
                      <a:pt x="65270" y="63392"/>
                      <a:pt x="66394" y="61708"/>
                    </a:cubicBezTo>
                    <a:cubicBezTo>
                      <a:pt x="66528" y="61508"/>
                      <a:pt x="66680" y="61322"/>
                      <a:pt x="66850" y="61152"/>
                    </a:cubicBezTo>
                    <a:close/>
                    <a:moveTo>
                      <a:pt x="79914" y="37915"/>
                    </a:moveTo>
                    <a:cubicBezTo>
                      <a:pt x="79446" y="38254"/>
                      <a:pt x="79007" y="38630"/>
                      <a:pt x="78599" y="39038"/>
                    </a:cubicBezTo>
                    <a:lnTo>
                      <a:pt x="61670" y="55972"/>
                    </a:lnTo>
                    <a:cubicBezTo>
                      <a:pt x="57375" y="60265"/>
                      <a:pt x="57374" y="67228"/>
                      <a:pt x="61667" y="71523"/>
                    </a:cubicBezTo>
                    <a:cubicBezTo>
                      <a:pt x="62178" y="72034"/>
                      <a:pt x="62740" y="72494"/>
                      <a:pt x="63342" y="72896"/>
                    </a:cubicBezTo>
                    <a:lnTo>
                      <a:pt x="73164" y="79440"/>
                    </a:lnTo>
                    <a:lnTo>
                      <a:pt x="39576" y="112393"/>
                    </a:lnTo>
                    <a:cubicBezTo>
                      <a:pt x="34644" y="117037"/>
                      <a:pt x="34411" y="124800"/>
                      <a:pt x="39056" y="129732"/>
                    </a:cubicBezTo>
                    <a:cubicBezTo>
                      <a:pt x="43701" y="134664"/>
                      <a:pt x="51464" y="134897"/>
                      <a:pt x="56396" y="130252"/>
                    </a:cubicBezTo>
                    <a:cubicBezTo>
                      <a:pt x="56546" y="130110"/>
                      <a:pt x="56694" y="129964"/>
                      <a:pt x="56837" y="129815"/>
                    </a:cubicBezTo>
                    <a:lnTo>
                      <a:pt x="90421" y="96232"/>
                    </a:lnTo>
                    <a:lnTo>
                      <a:pt x="96363" y="105570"/>
                    </a:lnTo>
                    <a:cubicBezTo>
                      <a:pt x="99622" y="110694"/>
                      <a:pt x="106418" y="112207"/>
                      <a:pt x="111542" y="108947"/>
                    </a:cubicBezTo>
                    <a:cubicBezTo>
                      <a:pt x="112221" y="108516"/>
                      <a:pt x="112850" y="108011"/>
                      <a:pt x="113419" y="107442"/>
                    </a:cubicBezTo>
                    <a:lnTo>
                      <a:pt x="130211" y="90650"/>
                    </a:lnTo>
                    <a:cubicBezTo>
                      <a:pt x="134505" y="86356"/>
                      <a:pt x="134505" y="79394"/>
                      <a:pt x="130211" y="75100"/>
                    </a:cubicBezTo>
                    <a:cubicBezTo>
                      <a:pt x="129804" y="74693"/>
                      <a:pt x="129366" y="74319"/>
                      <a:pt x="128901" y="73981"/>
                    </a:cubicBezTo>
                    <a:lnTo>
                      <a:pt x="109900" y="60161"/>
                    </a:lnTo>
                    <a:cubicBezTo>
                      <a:pt x="109589" y="59934"/>
                      <a:pt x="109315" y="59660"/>
                      <a:pt x="109089" y="59349"/>
                    </a:cubicBezTo>
                    <a:lnTo>
                      <a:pt x="95273" y="40344"/>
                    </a:lnTo>
                    <a:cubicBezTo>
                      <a:pt x="91703" y="35432"/>
                      <a:pt x="84826" y="34344"/>
                      <a:pt x="79914" y="37915"/>
                    </a:cubicBezTo>
                    <a:close/>
                    <a:moveTo>
                      <a:pt x="84702" y="0"/>
                    </a:moveTo>
                    <a:cubicBezTo>
                      <a:pt x="131482" y="0"/>
                      <a:pt x="169404" y="37921"/>
                      <a:pt x="169404" y="84700"/>
                    </a:cubicBezTo>
                    <a:cubicBezTo>
                      <a:pt x="169404" y="131479"/>
                      <a:pt x="131482" y="169400"/>
                      <a:pt x="84702" y="169400"/>
                    </a:cubicBezTo>
                    <a:cubicBezTo>
                      <a:pt x="37922" y="169400"/>
                      <a:pt x="0" y="131479"/>
                      <a:pt x="0" y="84700"/>
                    </a:cubicBezTo>
                    <a:cubicBezTo>
                      <a:pt x="0" y="37921"/>
                      <a:pt x="37922" y="0"/>
                      <a:pt x="84702"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a:solidFill>
                    <a:srgbClr val="FFFFFF"/>
                  </a:solidFill>
                  <a:ea typeface="Segoe UI" pitchFamily="34" charset="0"/>
                  <a:cs typeface="Segoe UI" pitchFamily="34" charset="0"/>
                </a:endParaRPr>
              </a:p>
            </p:txBody>
          </p:sp>
        </p:grpSp>
        <p:pic>
          <p:nvPicPr>
            <p:cNvPr id="248" name="Graphic 247">
              <a:extLst>
                <a:ext uri="{FF2B5EF4-FFF2-40B4-BE49-F238E27FC236}">
                  <a16:creationId xmlns:a16="http://schemas.microsoft.com/office/drawing/2014/main" id="{9F7A3974-7180-5900-BC2F-498A411E77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32546" y="5630707"/>
              <a:ext cx="192198" cy="192198"/>
            </a:xfrm>
            <a:prstGeom prst="rect">
              <a:avLst/>
            </a:prstGeom>
          </p:spPr>
        </p:pic>
        <p:pic>
          <p:nvPicPr>
            <p:cNvPr id="249" name="Graphic 248">
              <a:extLst>
                <a:ext uri="{FF2B5EF4-FFF2-40B4-BE49-F238E27FC236}">
                  <a16:creationId xmlns:a16="http://schemas.microsoft.com/office/drawing/2014/main" id="{7E4BBC1F-3A88-7758-AE39-97FDD1BE3B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07624" y="5630707"/>
              <a:ext cx="192198" cy="192198"/>
            </a:xfrm>
            <a:prstGeom prst="rect">
              <a:avLst/>
            </a:prstGeom>
          </p:spPr>
        </p:pic>
        <p:pic>
          <p:nvPicPr>
            <p:cNvPr id="250" name="Graphic 249">
              <a:extLst>
                <a:ext uri="{FF2B5EF4-FFF2-40B4-BE49-F238E27FC236}">
                  <a16:creationId xmlns:a16="http://schemas.microsoft.com/office/drawing/2014/main" id="{F04CE20C-400F-F765-16AA-0619FB96D1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82702" y="5630707"/>
              <a:ext cx="192198" cy="192198"/>
            </a:xfrm>
            <a:prstGeom prst="rect">
              <a:avLst/>
            </a:prstGeom>
          </p:spPr>
        </p:pic>
        <p:pic>
          <p:nvPicPr>
            <p:cNvPr id="251" name="Graphic 250">
              <a:extLst>
                <a:ext uri="{FF2B5EF4-FFF2-40B4-BE49-F238E27FC236}">
                  <a16:creationId xmlns:a16="http://schemas.microsoft.com/office/drawing/2014/main" id="{A60B6F95-F17F-F299-7CA3-2AE06F5904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57779" y="5630707"/>
              <a:ext cx="192198" cy="192198"/>
            </a:xfrm>
            <a:prstGeom prst="rect">
              <a:avLst/>
            </a:prstGeom>
          </p:spPr>
        </p:pic>
        <p:pic>
          <p:nvPicPr>
            <p:cNvPr id="252" name="Graphic 251">
              <a:extLst>
                <a:ext uri="{FF2B5EF4-FFF2-40B4-BE49-F238E27FC236}">
                  <a16:creationId xmlns:a16="http://schemas.microsoft.com/office/drawing/2014/main" id="{00668E5A-B683-5C4A-732C-6CBFDAC7F5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32857" y="5630707"/>
              <a:ext cx="192198" cy="192198"/>
            </a:xfrm>
            <a:prstGeom prst="rect">
              <a:avLst/>
            </a:prstGeom>
          </p:spPr>
        </p:pic>
        <p:pic>
          <p:nvPicPr>
            <p:cNvPr id="253" name="Graphic 252">
              <a:extLst>
                <a:ext uri="{FF2B5EF4-FFF2-40B4-BE49-F238E27FC236}">
                  <a16:creationId xmlns:a16="http://schemas.microsoft.com/office/drawing/2014/main" id="{875DA04D-6693-CEE0-8E61-45C62B3184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07935" y="5630707"/>
              <a:ext cx="192198" cy="192198"/>
            </a:xfrm>
            <a:prstGeom prst="rect">
              <a:avLst/>
            </a:prstGeom>
          </p:spPr>
        </p:pic>
        <p:pic>
          <p:nvPicPr>
            <p:cNvPr id="254" name="Graphic 253">
              <a:extLst>
                <a:ext uri="{FF2B5EF4-FFF2-40B4-BE49-F238E27FC236}">
                  <a16:creationId xmlns:a16="http://schemas.microsoft.com/office/drawing/2014/main" id="{0BCB2AE5-6979-BA23-8145-7940838DBC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83013" y="5630707"/>
              <a:ext cx="192198" cy="192198"/>
            </a:xfrm>
            <a:prstGeom prst="rect">
              <a:avLst/>
            </a:prstGeom>
          </p:spPr>
        </p:pic>
      </p:grpSp>
      <p:grpSp>
        <p:nvGrpSpPr>
          <p:cNvPr id="267" name="Group 266">
            <a:extLst>
              <a:ext uri="{FF2B5EF4-FFF2-40B4-BE49-F238E27FC236}">
                <a16:creationId xmlns:a16="http://schemas.microsoft.com/office/drawing/2014/main" id="{CAFFA2D9-ED5A-7475-196B-10BBEB49912A}"/>
              </a:ext>
            </a:extLst>
          </p:cNvPr>
          <p:cNvGrpSpPr>
            <a:grpSpLocks/>
          </p:cNvGrpSpPr>
          <p:nvPr/>
        </p:nvGrpSpPr>
        <p:grpSpPr>
          <a:xfrm>
            <a:off x="3795250" y="5845218"/>
            <a:ext cx="2065832" cy="200330"/>
            <a:chOff x="3821057" y="5832518"/>
            <a:chExt cx="2065832" cy="200330"/>
          </a:xfrm>
        </p:grpSpPr>
        <p:grpSp>
          <p:nvGrpSpPr>
            <p:cNvPr id="259" name="Group 258">
              <a:extLst>
                <a:ext uri="{FF2B5EF4-FFF2-40B4-BE49-F238E27FC236}">
                  <a16:creationId xmlns:a16="http://schemas.microsoft.com/office/drawing/2014/main" id="{D473E05B-960C-A1D3-63AE-D8E5030F021C}"/>
                </a:ext>
              </a:extLst>
            </p:cNvPr>
            <p:cNvGrpSpPr/>
            <p:nvPr/>
          </p:nvGrpSpPr>
          <p:grpSpPr>
            <a:xfrm>
              <a:off x="3821057" y="5832518"/>
              <a:ext cx="592632" cy="200330"/>
              <a:chOff x="3198757" y="5832518"/>
              <a:chExt cx="592632" cy="200330"/>
            </a:xfrm>
          </p:grpSpPr>
          <p:grpSp>
            <p:nvGrpSpPr>
              <p:cNvPr id="115" name="Group 114">
                <a:extLst>
                  <a:ext uri="{FF2B5EF4-FFF2-40B4-BE49-F238E27FC236}">
                    <a16:creationId xmlns:a16="http://schemas.microsoft.com/office/drawing/2014/main" id="{F525EEFA-D84D-864B-BDB8-9AB839A1C10B}"/>
                  </a:ext>
                </a:extLst>
              </p:cNvPr>
              <p:cNvGrpSpPr>
                <a:grpSpLocks noChangeAspect="1"/>
              </p:cNvGrpSpPr>
              <p:nvPr/>
            </p:nvGrpSpPr>
            <p:grpSpPr>
              <a:xfrm>
                <a:off x="3198757" y="5832518"/>
                <a:ext cx="204876" cy="200330"/>
                <a:chOff x="2454154" y="6348938"/>
                <a:chExt cx="431921" cy="422340"/>
              </a:xfrm>
              <a:solidFill>
                <a:schemeClr val="bg1"/>
              </a:solidFill>
            </p:grpSpPr>
            <p:pic>
              <p:nvPicPr>
                <p:cNvPr id="107" name="Graphic 106">
                  <a:extLst>
                    <a:ext uri="{FF2B5EF4-FFF2-40B4-BE49-F238E27FC236}">
                      <a16:creationId xmlns:a16="http://schemas.microsoft.com/office/drawing/2014/main" id="{94747042-E033-F93B-C56A-9CEDA13182FC}"/>
                    </a:ext>
                  </a:extLst>
                </p:cNvPr>
                <p:cNvPicPr>
                  <a:picLocks noChangeAspect="1"/>
                </p:cNvPicPr>
                <p:nvPr/>
              </p:nvPicPr>
              <p:blipFill>
                <a:blip>
                  <a:extLst>
                    <a:ext uri="{96DAC541-7B7A-43D3-8B79-37D633B846F1}">
                      <asvg:svgBlip xmlns:asvg="http://schemas.microsoft.com/office/drawing/2016/SVG/main" r:embed="rId3"/>
                    </a:ext>
                  </a:extLst>
                </a:blip>
                <a:srcRect/>
                <a:stretch>
                  <a:fillRect/>
                </a:stretch>
              </p:blipFill>
              <p:spPr>
                <a:xfrm>
                  <a:off x="2454154" y="6348938"/>
                  <a:ext cx="419572" cy="419567"/>
                </a:xfrm>
                <a:custGeom>
                  <a:avLst/>
                  <a:gdLst>
                    <a:gd name="connsiteX0" fmla="*/ 192198 w 192198"/>
                    <a:gd name="connsiteY0" fmla="*/ 191768 h 192198"/>
                    <a:gd name="connsiteX1" fmla="*/ 192198 w 192198"/>
                    <a:gd name="connsiteY1" fmla="*/ 192198 h 192198"/>
                    <a:gd name="connsiteX2" fmla="*/ 191559 w 192198"/>
                    <a:gd name="connsiteY2" fmla="*/ 192198 h 192198"/>
                    <a:gd name="connsiteX3" fmla="*/ 0 w 192198"/>
                    <a:gd name="connsiteY3" fmla="*/ 0 h 192198"/>
                    <a:gd name="connsiteX4" fmla="*/ 192198 w 192198"/>
                    <a:gd name="connsiteY4" fmla="*/ 0 h 192198"/>
                    <a:gd name="connsiteX5" fmla="*/ 192198 w 192198"/>
                    <a:gd name="connsiteY5" fmla="*/ 117569 h 192198"/>
                    <a:gd name="connsiteX6" fmla="*/ 178600 w 192198"/>
                    <a:gd name="connsiteY6" fmla="*/ 108400 h 192198"/>
                    <a:gd name="connsiteX7" fmla="*/ 159054 w 192198"/>
                    <a:gd name="connsiteY7" fmla="*/ 104454 h 192198"/>
                    <a:gd name="connsiteX8" fmla="*/ 108840 w 192198"/>
                    <a:gd name="connsiteY8" fmla="*/ 154668 h 192198"/>
                    <a:gd name="connsiteX9" fmla="*/ 123548 w 192198"/>
                    <a:gd name="connsiteY9" fmla="*/ 190175 h 192198"/>
                    <a:gd name="connsiteX10" fmla="*/ 126549 w 192198"/>
                    <a:gd name="connsiteY10" fmla="*/ 192198 h 192198"/>
                    <a:gd name="connsiteX11" fmla="*/ 0 w 192198"/>
                    <a:gd name="connsiteY11" fmla="*/ 192198 h 19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2198" h="192198">
                      <a:moveTo>
                        <a:pt x="192198" y="191768"/>
                      </a:moveTo>
                      <a:lnTo>
                        <a:pt x="192198" y="192198"/>
                      </a:lnTo>
                      <a:lnTo>
                        <a:pt x="191559" y="192198"/>
                      </a:lnTo>
                      <a:close/>
                      <a:moveTo>
                        <a:pt x="0" y="0"/>
                      </a:moveTo>
                      <a:lnTo>
                        <a:pt x="192198" y="0"/>
                      </a:lnTo>
                      <a:lnTo>
                        <a:pt x="192198" y="117569"/>
                      </a:lnTo>
                      <a:lnTo>
                        <a:pt x="178600" y="108400"/>
                      </a:lnTo>
                      <a:cubicBezTo>
                        <a:pt x="172592" y="105859"/>
                        <a:pt x="165987" y="104454"/>
                        <a:pt x="159054" y="104454"/>
                      </a:cubicBezTo>
                      <a:cubicBezTo>
                        <a:pt x="131322" y="104454"/>
                        <a:pt x="108840" y="126936"/>
                        <a:pt x="108840" y="154668"/>
                      </a:cubicBezTo>
                      <a:cubicBezTo>
                        <a:pt x="108840" y="168534"/>
                        <a:pt x="114461" y="181088"/>
                        <a:pt x="123548" y="190175"/>
                      </a:cubicBezTo>
                      <a:lnTo>
                        <a:pt x="126549" y="192198"/>
                      </a:lnTo>
                      <a:lnTo>
                        <a:pt x="0" y="192198"/>
                      </a:lnTo>
                      <a:close/>
                    </a:path>
                  </a:pathLst>
                </a:custGeom>
              </p:spPr>
            </p:pic>
            <p:sp>
              <p:nvSpPr>
                <p:cNvPr id="114" name="Freeform: Shape 113">
                  <a:extLst>
                    <a:ext uri="{FF2B5EF4-FFF2-40B4-BE49-F238E27FC236}">
                      <a16:creationId xmlns:a16="http://schemas.microsoft.com/office/drawing/2014/main" id="{E88643B7-28D8-AC88-551D-0FF819550C9C}"/>
                    </a:ext>
                  </a:extLst>
                </p:cNvPr>
                <p:cNvSpPr>
                  <a:spLocks/>
                </p:cNvSpPr>
                <p:nvPr/>
              </p:nvSpPr>
              <p:spPr bwMode="auto">
                <a:xfrm>
                  <a:off x="2716671" y="6601878"/>
                  <a:ext cx="169404" cy="169400"/>
                </a:xfrm>
                <a:custGeom>
                  <a:avLst/>
                  <a:gdLst>
                    <a:gd name="connsiteX0" fmla="*/ 56641 w 169404"/>
                    <a:gd name="connsiteY0" fmla="*/ 60445 h 169400"/>
                    <a:gd name="connsiteX1" fmla="*/ 35076 w 169404"/>
                    <a:gd name="connsiteY1" fmla="*/ 82010 h 169400"/>
                    <a:gd name="connsiteX2" fmla="*/ 35076 w 169404"/>
                    <a:gd name="connsiteY2" fmla="*/ 82005 h 169400"/>
                    <a:gd name="connsiteX3" fmla="*/ 34706 w 169404"/>
                    <a:gd name="connsiteY3" fmla="*/ 82431 h 169400"/>
                    <a:gd name="connsiteX4" fmla="*/ 35076 w 169404"/>
                    <a:gd name="connsiteY4" fmla="*/ 87384 h 169400"/>
                    <a:gd name="connsiteX5" fmla="*/ 56641 w 169404"/>
                    <a:gd name="connsiteY5" fmla="*/ 108949 h 169400"/>
                    <a:gd name="connsiteX6" fmla="*/ 57067 w 169404"/>
                    <a:gd name="connsiteY6" fmla="*/ 109319 h 169400"/>
                    <a:gd name="connsiteX7" fmla="*/ 61999 w 169404"/>
                    <a:gd name="connsiteY7" fmla="*/ 108952 h 169400"/>
                    <a:gd name="connsiteX8" fmla="*/ 62020 w 169404"/>
                    <a:gd name="connsiteY8" fmla="*/ 103570 h 169400"/>
                    <a:gd name="connsiteX9" fmla="*/ 43144 w 169404"/>
                    <a:gd name="connsiteY9" fmla="*/ 84699 h 169400"/>
                    <a:gd name="connsiteX10" fmla="*/ 62020 w 169404"/>
                    <a:gd name="connsiteY10" fmla="*/ 65829 h 169400"/>
                    <a:gd name="connsiteX11" fmla="*/ 62390 w 169404"/>
                    <a:gd name="connsiteY11" fmla="*/ 65397 h 169400"/>
                    <a:gd name="connsiteX12" fmla="*/ 62023 w 169404"/>
                    <a:gd name="connsiteY12" fmla="*/ 60466 h 169400"/>
                    <a:gd name="connsiteX13" fmla="*/ 56641 w 169404"/>
                    <a:gd name="connsiteY13" fmla="*/ 60445 h 169400"/>
                    <a:gd name="connsiteX14" fmla="*/ 112335 w 169404"/>
                    <a:gd name="connsiteY14" fmla="*/ 60074 h 169400"/>
                    <a:gd name="connsiteX15" fmla="*/ 107383 w 169404"/>
                    <a:gd name="connsiteY15" fmla="*/ 60445 h 169400"/>
                    <a:gd name="connsiteX16" fmla="*/ 107383 w 169404"/>
                    <a:gd name="connsiteY16" fmla="*/ 65823 h 169400"/>
                    <a:gd name="connsiteX17" fmla="*/ 126259 w 169404"/>
                    <a:gd name="connsiteY17" fmla="*/ 84699 h 169400"/>
                    <a:gd name="connsiteX18" fmla="*/ 107383 w 169404"/>
                    <a:gd name="connsiteY18" fmla="*/ 103575 h 169400"/>
                    <a:gd name="connsiteX19" fmla="*/ 107012 w 169404"/>
                    <a:gd name="connsiteY19" fmla="*/ 104002 h 169400"/>
                    <a:gd name="connsiteX20" fmla="*/ 107379 w 169404"/>
                    <a:gd name="connsiteY20" fmla="*/ 108967 h 169400"/>
                    <a:gd name="connsiteX21" fmla="*/ 112761 w 169404"/>
                    <a:gd name="connsiteY21" fmla="*/ 108959 h 169400"/>
                    <a:gd name="connsiteX22" fmla="*/ 134327 w 169404"/>
                    <a:gd name="connsiteY22" fmla="*/ 87394 h 169400"/>
                    <a:gd name="connsiteX23" fmla="*/ 134697 w 169404"/>
                    <a:gd name="connsiteY23" fmla="*/ 86962 h 169400"/>
                    <a:gd name="connsiteX24" fmla="*/ 134327 w 169404"/>
                    <a:gd name="connsiteY24" fmla="*/ 82010 h 169400"/>
                    <a:gd name="connsiteX25" fmla="*/ 112761 w 169404"/>
                    <a:gd name="connsiteY25" fmla="*/ 60445 h 169400"/>
                    <a:gd name="connsiteX26" fmla="*/ 102752 w 169404"/>
                    <a:gd name="connsiteY26" fmla="*/ 44439 h 169400"/>
                    <a:gd name="connsiteX27" fmla="*/ 97722 w 169404"/>
                    <a:gd name="connsiteY27" fmla="*/ 46354 h 169400"/>
                    <a:gd name="connsiteX28" fmla="*/ 64740 w 169404"/>
                    <a:gd name="connsiteY28" fmla="*/ 119929 h 169400"/>
                    <a:gd name="connsiteX29" fmla="*/ 64557 w 169404"/>
                    <a:gd name="connsiteY29" fmla="*/ 120416 h 169400"/>
                    <a:gd name="connsiteX30" fmla="*/ 66651 w 169404"/>
                    <a:gd name="connsiteY30" fmla="*/ 124959 h 169400"/>
                    <a:gd name="connsiteX31" fmla="*/ 71681 w 169404"/>
                    <a:gd name="connsiteY31" fmla="*/ 123045 h 169400"/>
                    <a:gd name="connsiteX32" fmla="*/ 104663 w 169404"/>
                    <a:gd name="connsiteY32" fmla="*/ 49469 h 169400"/>
                    <a:gd name="connsiteX33" fmla="*/ 104846 w 169404"/>
                    <a:gd name="connsiteY33" fmla="*/ 48982 h 169400"/>
                    <a:gd name="connsiteX34" fmla="*/ 102752 w 169404"/>
                    <a:gd name="connsiteY34" fmla="*/ 44439 h 169400"/>
                    <a:gd name="connsiteX35" fmla="*/ 84702 w 169404"/>
                    <a:gd name="connsiteY35" fmla="*/ 0 h 169400"/>
                    <a:gd name="connsiteX36" fmla="*/ 169404 w 169404"/>
                    <a:gd name="connsiteY36" fmla="*/ 84700 h 169400"/>
                    <a:gd name="connsiteX37" fmla="*/ 84702 w 169404"/>
                    <a:gd name="connsiteY37" fmla="*/ 169400 h 169400"/>
                    <a:gd name="connsiteX38" fmla="*/ 0 w 169404"/>
                    <a:gd name="connsiteY38" fmla="*/ 84700 h 169400"/>
                    <a:gd name="connsiteX39" fmla="*/ 84702 w 169404"/>
                    <a:gd name="connsiteY39" fmla="*/ 0 h 16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69404" h="169400">
                      <a:moveTo>
                        <a:pt x="56641" y="60445"/>
                      </a:moveTo>
                      <a:lnTo>
                        <a:pt x="35076" y="82010"/>
                      </a:lnTo>
                      <a:lnTo>
                        <a:pt x="35076" y="82005"/>
                      </a:lnTo>
                      <a:lnTo>
                        <a:pt x="34706" y="82431"/>
                      </a:lnTo>
                      <a:cubicBezTo>
                        <a:pt x="33587" y="83946"/>
                        <a:pt x="33744" y="86052"/>
                        <a:pt x="35076" y="87384"/>
                      </a:cubicBezTo>
                      <a:lnTo>
                        <a:pt x="56641" y="108949"/>
                      </a:lnTo>
                      <a:lnTo>
                        <a:pt x="57067" y="109319"/>
                      </a:lnTo>
                      <a:cubicBezTo>
                        <a:pt x="58578" y="110427"/>
                        <a:pt x="60669" y="110271"/>
                        <a:pt x="61999" y="108952"/>
                      </a:cubicBezTo>
                      <a:cubicBezTo>
                        <a:pt x="63491" y="107472"/>
                        <a:pt x="63500" y="105062"/>
                        <a:pt x="62020" y="103570"/>
                      </a:cubicBezTo>
                      <a:lnTo>
                        <a:pt x="43144" y="84699"/>
                      </a:lnTo>
                      <a:lnTo>
                        <a:pt x="62020" y="65829"/>
                      </a:lnTo>
                      <a:lnTo>
                        <a:pt x="62390" y="65397"/>
                      </a:lnTo>
                      <a:cubicBezTo>
                        <a:pt x="63498" y="63887"/>
                        <a:pt x="63342" y="61795"/>
                        <a:pt x="62023" y="60466"/>
                      </a:cubicBezTo>
                      <a:cubicBezTo>
                        <a:pt x="60543" y="58974"/>
                        <a:pt x="58133" y="58964"/>
                        <a:pt x="56641" y="60445"/>
                      </a:cubicBezTo>
                      <a:close/>
                      <a:moveTo>
                        <a:pt x="112335" y="60074"/>
                      </a:moveTo>
                      <a:cubicBezTo>
                        <a:pt x="110820" y="58955"/>
                        <a:pt x="108714" y="59113"/>
                        <a:pt x="107383" y="60445"/>
                      </a:cubicBezTo>
                      <a:cubicBezTo>
                        <a:pt x="105899" y="61931"/>
                        <a:pt x="105899" y="64338"/>
                        <a:pt x="107383" y="65823"/>
                      </a:cubicBezTo>
                      <a:lnTo>
                        <a:pt x="126259" y="84699"/>
                      </a:lnTo>
                      <a:lnTo>
                        <a:pt x="107383" y="103575"/>
                      </a:lnTo>
                      <a:lnTo>
                        <a:pt x="107012" y="104002"/>
                      </a:lnTo>
                      <a:cubicBezTo>
                        <a:pt x="105885" y="105518"/>
                        <a:pt x="106042" y="107632"/>
                        <a:pt x="107379" y="108967"/>
                      </a:cubicBezTo>
                      <a:cubicBezTo>
                        <a:pt x="108868" y="110450"/>
                        <a:pt x="111277" y="110447"/>
                        <a:pt x="112761" y="108959"/>
                      </a:cubicBezTo>
                      <a:lnTo>
                        <a:pt x="134327" y="87394"/>
                      </a:lnTo>
                      <a:lnTo>
                        <a:pt x="134697" y="86962"/>
                      </a:lnTo>
                      <a:cubicBezTo>
                        <a:pt x="135816" y="85447"/>
                        <a:pt x="135659" y="83342"/>
                        <a:pt x="134327" y="82010"/>
                      </a:cubicBezTo>
                      <a:lnTo>
                        <a:pt x="112761" y="60445"/>
                      </a:lnTo>
                      <a:close/>
                      <a:moveTo>
                        <a:pt x="102752" y="44439"/>
                      </a:moveTo>
                      <a:cubicBezTo>
                        <a:pt x="100834" y="43579"/>
                        <a:pt x="98582" y="44436"/>
                        <a:pt x="97722" y="46354"/>
                      </a:cubicBezTo>
                      <a:lnTo>
                        <a:pt x="64740" y="119929"/>
                      </a:lnTo>
                      <a:lnTo>
                        <a:pt x="64557" y="120416"/>
                      </a:lnTo>
                      <a:cubicBezTo>
                        <a:pt x="64022" y="122241"/>
                        <a:pt x="64916" y="124181"/>
                        <a:pt x="66651" y="124959"/>
                      </a:cubicBezTo>
                      <a:cubicBezTo>
                        <a:pt x="68569" y="125820"/>
                        <a:pt x="70821" y="124962"/>
                        <a:pt x="71681" y="123045"/>
                      </a:cubicBezTo>
                      <a:lnTo>
                        <a:pt x="104663" y="49469"/>
                      </a:lnTo>
                      <a:lnTo>
                        <a:pt x="104846" y="48982"/>
                      </a:lnTo>
                      <a:cubicBezTo>
                        <a:pt x="105381" y="47157"/>
                        <a:pt x="104487" y="45218"/>
                        <a:pt x="102752" y="44439"/>
                      </a:cubicBezTo>
                      <a:close/>
                      <a:moveTo>
                        <a:pt x="84702" y="0"/>
                      </a:moveTo>
                      <a:cubicBezTo>
                        <a:pt x="131482" y="0"/>
                        <a:pt x="169404" y="37921"/>
                        <a:pt x="169404" y="84700"/>
                      </a:cubicBezTo>
                      <a:cubicBezTo>
                        <a:pt x="169404" y="131479"/>
                        <a:pt x="131482" y="169400"/>
                        <a:pt x="84702" y="169400"/>
                      </a:cubicBezTo>
                      <a:cubicBezTo>
                        <a:pt x="37922" y="169400"/>
                        <a:pt x="0" y="131479"/>
                        <a:pt x="0" y="84700"/>
                      </a:cubicBezTo>
                      <a:cubicBezTo>
                        <a:pt x="0" y="37921"/>
                        <a:pt x="37922" y="0"/>
                        <a:pt x="84702"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a:solidFill>
                      <a:srgbClr val="FFFFFF"/>
                    </a:solidFill>
                    <a:ea typeface="Segoe UI" pitchFamily="34" charset="0"/>
                    <a:cs typeface="Segoe UI" pitchFamily="34" charset="0"/>
                  </a:endParaRPr>
                </a:p>
              </p:txBody>
            </p:sp>
          </p:grpSp>
          <p:grpSp>
            <p:nvGrpSpPr>
              <p:cNvPr id="256" name="Group 255">
                <a:extLst>
                  <a:ext uri="{FF2B5EF4-FFF2-40B4-BE49-F238E27FC236}">
                    <a16:creationId xmlns:a16="http://schemas.microsoft.com/office/drawing/2014/main" id="{30F66C8F-7734-304C-59F1-517F9F20A0DF}"/>
                  </a:ext>
                </a:extLst>
              </p:cNvPr>
              <p:cNvGrpSpPr>
                <a:grpSpLocks noChangeAspect="1"/>
              </p:cNvGrpSpPr>
              <p:nvPr/>
            </p:nvGrpSpPr>
            <p:grpSpPr>
              <a:xfrm>
                <a:off x="3586513" y="5832518"/>
                <a:ext cx="204876" cy="200330"/>
                <a:chOff x="2454154" y="6348938"/>
                <a:chExt cx="431921" cy="422340"/>
              </a:xfrm>
              <a:solidFill>
                <a:schemeClr val="bg1"/>
              </a:solidFill>
            </p:grpSpPr>
            <p:pic>
              <p:nvPicPr>
                <p:cNvPr id="257" name="Graphic 256">
                  <a:extLst>
                    <a:ext uri="{FF2B5EF4-FFF2-40B4-BE49-F238E27FC236}">
                      <a16:creationId xmlns:a16="http://schemas.microsoft.com/office/drawing/2014/main" id="{A5177EC6-7723-E130-4891-0482C5C305EB}"/>
                    </a:ext>
                  </a:extLst>
                </p:cNvPr>
                <p:cNvPicPr>
                  <a:picLocks noChangeAspect="1"/>
                </p:cNvPicPr>
                <p:nvPr/>
              </p:nvPicPr>
              <p:blipFill>
                <a:blip>
                  <a:extLst>
                    <a:ext uri="{96DAC541-7B7A-43D3-8B79-37D633B846F1}">
                      <asvg:svgBlip xmlns:asvg="http://schemas.microsoft.com/office/drawing/2016/SVG/main" r:embed="rId3"/>
                    </a:ext>
                  </a:extLst>
                </a:blip>
                <a:srcRect/>
                <a:stretch>
                  <a:fillRect/>
                </a:stretch>
              </p:blipFill>
              <p:spPr>
                <a:xfrm>
                  <a:off x="2454154" y="6348938"/>
                  <a:ext cx="419572" cy="419567"/>
                </a:xfrm>
                <a:custGeom>
                  <a:avLst/>
                  <a:gdLst>
                    <a:gd name="connsiteX0" fmla="*/ 192198 w 192198"/>
                    <a:gd name="connsiteY0" fmla="*/ 191768 h 192198"/>
                    <a:gd name="connsiteX1" fmla="*/ 192198 w 192198"/>
                    <a:gd name="connsiteY1" fmla="*/ 192198 h 192198"/>
                    <a:gd name="connsiteX2" fmla="*/ 191559 w 192198"/>
                    <a:gd name="connsiteY2" fmla="*/ 192198 h 192198"/>
                    <a:gd name="connsiteX3" fmla="*/ 0 w 192198"/>
                    <a:gd name="connsiteY3" fmla="*/ 0 h 192198"/>
                    <a:gd name="connsiteX4" fmla="*/ 192198 w 192198"/>
                    <a:gd name="connsiteY4" fmla="*/ 0 h 192198"/>
                    <a:gd name="connsiteX5" fmla="*/ 192198 w 192198"/>
                    <a:gd name="connsiteY5" fmla="*/ 117569 h 192198"/>
                    <a:gd name="connsiteX6" fmla="*/ 178600 w 192198"/>
                    <a:gd name="connsiteY6" fmla="*/ 108400 h 192198"/>
                    <a:gd name="connsiteX7" fmla="*/ 159054 w 192198"/>
                    <a:gd name="connsiteY7" fmla="*/ 104454 h 192198"/>
                    <a:gd name="connsiteX8" fmla="*/ 108840 w 192198"/>
                    <a:gd name="connsiteY8" fmla="*/ 154668 h 192198"/>
                    <a:gd name="connsiteX9" fmla="*/ 123548 w 192198"/>
                    <a:gd name="connsiteY9" fmla="*/ 190175 h 192198"/>
                    <a:gd name="connsiteX10" fmla="*/ 126549 w 192198"/>
                    <a:gd name="connsiteY10" fmla="*/ 192198 h 192198"/>
                    <a:gd name="connsiteX11" fmla="*/ 0 w 192198"/>
                    <a:gd name="connsiteY11" fmla="*/ 192198 h 19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2198" h="192198">
                      <a:moveTo>
                        <a:pt x="192198" y="191768"/>
                      </a:moveTo>
                      <a:lnTo>
                        <a:pt x="192198" y="192198"/>
                      </a:lnTo>
                      <a:lnTo>
                        <a:pt x="191559" y="192198"/>
                      </a:lnTo>
                      <a:close/>
                      <a:moveTo>
                        <a:pt x="0" y="0"/>
                      </a:moveTo>
                      <a:lnTo>
                        <a:pt x="192198" y="0"/>
                      </a:lnTo>
                      <a:lnTo>
                        <a:pt x="192198" y="117569"/>
                      </a:lnTo>
                      <a:lnTo>
                        <a:pt x="178600" y="108400"/>
                      </a:lnTo>
                      <a:cubicBezTo>
                        <a:pt x="172592" y="105859"/>
                        <a:pt x="165987" y="104454"/>
                        <a:pt x="159054" y="104454"/>
                      </a:cubicBezTo>
                      <a:cubicBezTo>
                        <a:pt x="131322" y="104454"/>
                        <a:pt x="108840" y="126936"/>
                        <a:pt x="108840" y="154668"/>
                      </a:cubicBezTo>
                      <a:cubicBezTo>
                        <a:pt x="108840" y="168534"/>
                        <a:pt x="114461" y="181088"/>
                        <a:pt x="123548" y="190175"/>
                      </a:cubicBezTo>
                      <a:lnTo>
                        <a:pt x="126549" y="192198"/>
                      </a:lnTo>
                      <a:lnTo>
                        <a:pt x="0" y="192198"/>
                      </a:lnTo>
                      <a:close/>
                    </a:path>
                  </a:pathLst>
                </a:custGeom>
              </p:spPr>
            </p:pic>
            <p:sp>
              <p:nvSpPr>
                <p:cNvPr id="258" name="Freeform: Shape 257">
                  <a:extLst>
                    <a:ext uri="{FF2B5EF4-FFF2-40B4-BE49-F238E27FC236}">
                      <a16:creationId xmlns:a16="http://schemas.microsoft.com/office/drawing/2014/main" id="{592DF093-C294-A33D-74C2-FF7E16B78683}"/>
                    </a:ext>
                  </a:extLst>
                </p:cNvPr>
                <p:cNvSpPr>
                  <a:spLocks/>
                </p:cNvSpPr>
                <p:nvPr/>
              </p:nvSpPr>
              <p:spPr bwMode="auto">
                <a:xfrm>
                  <a:off x="2716671" y="6601878"/>
                  <a:ext cx="169404" cy="169400"/>
                </a:xfrm>
                <a:custGeom>
                  <a:avLst/>
                  <a:gdLst>
                    <a:gd name="connsiteX0" fmla="*/ 56641 w 169404"/>
                    <a:gd name="connsiteY0" fmla="*/ 60445 h 169400"/>
                    <a:gd name="connsiteX1" fmla="*/ 35076 w 169404"/>
                    <a:gd name="connsiteY1" fmla="*/ 82010 h 169400"/>
                    <a:gd name="connsiteX2" fmla="*/ 35076 w 169404"/>
                    <a:gd name="connsiteY2" fmla="*/ 82005 h 169400"/>
                    <a:gd name="connsiteX3" fmla="*/ 34706 w 169404"/>
                    <a:gd name="connsiteY3" fmla="*/ 82431 h 169400"/>
                    <a:gd name="connsiteX4" fmla="*/ 35076 w 169404"/>
                    <a:gd name="connsiteY4" fmla="*/ 87384 h 169400"/>
                    <a:gd name="connsiteX5" fmla="*/ 56641 w 169404"/>
                    <a:gd name="connsiteY5" fmla="*/ 108949 h 169400"/>
                    <a:gd name="connsiteX6" fmla="*/ 57067 w 169404"/>
                    <a:gd name="connsiteY6" fmla="*/ 109319 h 169400"/>
                    <a:gd name="connsiteX7" fmla="*/ 61999 w 169404"/>
                    <a:gd name="connsiteY7" fmla="*/ 108952 h 169400"/>
                    <a:gd name="connsiteX8" fmla="*/ 62020 w 169404"/>
                    <a:gd name="connsiteY8" fmla="*/ 103570 h 169400"/>
                    <a:gd name="connsiteX9" fmla="*/ 43144 w 169404"/>
                    <a:gd name="connsiteY9" fmla="*/ 84699 h 169400"/>
                    <a:gd name="connsiteX10" fmla="*/ 62020 w 169404"/>
                    <a:gd name="connsiteY10" fmla="*/ 65829 h 169400"/>
                    <a:gd name="connsiteX11" fmla="*/ 62390 w 169404"/>
                    <a:gd name="connsiteY11" fmla="*/ 65397 h 169400"/>
                    <a:gd name="connsiteX12" fmla="*/ 62023 w 169404"/>
                    <a:gd name="connsiteY12" fmla="*/ 60466 h 169400"/>
                    <a:gd name="connsiteX13" fmla="*/ 56641 w 169404"/>
                    <a:gd name="connsiteY13" fmla="*/ 60445 h 169400"/>
                    <a:gd name="connsiteX14" fmla="*/ 112335 w 169404"/>
                    <a:gd name="connsiteY14" fmla="*/ 60074 h 169400"/>
                    <a:gd name="connsiteX15" fmla="*/ 107383 w 169404"/>
                    <a:gd name="connsiteY15" fmla="*/ 60445 h 169400"/>
                    <a:gd name="connsiteX16" fmla="*/ 107383 w 169404"/>
                    <a:gd name="connsiteY16" fmla="*/ 65823 h 169400"/>
                    <a:gd name="connsiteX17" fmla="*/ 126259 w 169404"/>
                    <a:gd name="connsiteY17" fmla="*/ 84699 h 169400"/>
                    <a:gd name="connsiteX18" fmla="*/ 107383 w 169404"/>
                    <a:gd name="connsiteY18" fmla="*/ 103575 h 169400"/>
                    <a:gd name="connsiteX19" fmla="*/ 107012 w 169404"/>
                    <a:gd name="connsiteY19" fmla="*/ 104002 h 169400"/>
                    <a:gd name="connsiteX20" fmla="*/ 107379 w 169404"/>
                    <a:gd name="connsiteY20" fmla="*/ 108967 h 169400"/>
                    <a:gd name="connsiteX21" fmla="*/ 112761 w 169404"/>
                    <a:gd name="connsiteY21" fmla="*/ 108959 h 169400"/>
                    <a:gd name="connsiteX22" fmla="*/ 134327 w 169404"/>
                    <a:gd name="connsiteY22" fmla="*/ 87394 h 169400"/>
                    <a:gd name="connsiteX23" fmla="*/ 134697 w 169404"/>
                    <a:gd name="connsiteY23" fmla="*/ 86962 h 169400"/>
                    <a:gd name="connsiteX24" fmla="*/ 134327 w 169404"/>
                    <a:gd name="connsiteY24" fmla="*/ 82010 h 169400"/>
                    <a:gd name="connsiteX25" fmla="*/ 112761 w 169404"/>
                    <a:gd name="connsiteY25" fmla="*/ 60445 h 169400"/>
                    <a:gd name="connsiteX26" fmla="*/ 102752 w 169404"/>
                    <a:gd name="connsiteY26" fmla="*/ 44439 h 169400"/>
                    <a:gd name="connsiteX27" fmla="*/ 97722 w 169404"/>
                    <a:gd name="connsiteY27" fmla="*/ 46354 h 169400"/>
                    <a:gd name="connsiteX28" fmla="*/ 64740 w 169404"/>
                    <a:gd name="connsiteY28" fmla="*/ 119929 h 169400"/>
                    <a:gd name="connsiteX29" fmla="*/ 64557 w 169404"/>
                    <a:gd name="connsiteY29" fmla="*/ 120416 h 169400"/>
                    <a:gd name="connsiteX30" fmla="*/ 66651 w 169404"/>
                    <a:gd name="connsiteY30" fmla="*/ 124959 h 169400"/>
                    <a:gd name="connsiteX31" fmla="*/ 71681 w 169404"/>
                    <a:gd name="connsiteY31" fmla="*/ 123045 h 169400"/>
                    <a:gd name="connsiteX32" fmla="*/ 104663 w 169404"/>
                    <a:gd name="connsiteY32" fmla="*/ 49469 h 169400"/>
                    <a:gd name="connsiteX33" fmla="*/ 104846 w 169404"/>
                    <a:gd name="connsiteY33" fmla="*/ 48982 h 169400"/>
                    <a:gd name="connsiteX34" fmla="*/ 102752 w 169404"/>
                    <a:gd name="connsiteY34" fmla="*/ 44439 h 169400"/>
                    <a:gd name="connsiteX35" fmla="*/ 84702 w 169404"/>
                    <a:gd name="connsiteY35" fmla="*/ 0 h 169400"/>
                    <a:gd name="connsiteX36" fmla="*/ 169404 w 169404"/>
                    <a:gd name="connsiteY36" fmla="*/ 84700 h 169400"/>
                    <a:gd name="connsiteX37" fmla="*/ 84702 w 169404"/>
                    <a:gd name="connsiteY37" fmla="*/ 169400 h 169400"/>
                    <a:gd name="connsiteX38" fmla="*/ 0 w 169404"/>
                    <a:gd name="connsiteY38" fmla="*/ 84700 h 169400"/>
                    <a:gd name="connsiteX39" fmla="*/ 84702 w 169404"/>
                    <a:gd name="connsiteY39" fmla="*/ 0 h 16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69404" h="169400">
                      <a:moveTo>
                        <a:pt x="56641" y="60445"/>
                      </a:moveTo>
                      <a:lnTo>
                        <a:pt x="35076" y="82010"/>
                      </a:lnTo>
                      <a:lnTo>
                        <a:pt x="35076" y="82005"/>
                      </a:lnTo>
                      <a:lnTo>
                        <a:pt x="34706" y="82431"/>
                      </a:lnTo>
                      <a:cubicBezTo>
                        <a:pt x="33587" y="83946"/>
                        <a:pt x="33744" y="86052"/>
                        <a:pt x="35076" y="87384"/>
                      </a:cubicBezTo>
                      <a:lnTo>
                        <a:pt x="56641" y="108949"/>
                      </a:lnTo>
                      <a:lnTo>
                        <a:pt x="57067" y="109319"/>
                      </a:lnTo>
                      <a:cubicBezTo>
                        <a:pt x="58578" y="110427"/>
                        <a:pt x="60669" y="110271"/>
                        <a:pt x="61999" y="108952"/>
                      </a:cubicBezTo>
                      <a:cubicBezTo>
                        <a:pt x="63491" y="107472"/>
                        <a:pt x="63500" y="105062"/>
                        <a:pt x="62020" y="103570"/>
                      </a:cubicBezTo>
                      <a:lnTo>
                        <a:pt x="43144" y="84699"/>
                      </a:lnTo>
                      <a:lnTo>
                        <a:pt x="62020" y="65829"/>
                      </a:lnTo>
                      <a:lnTo>
                        <a:pt x="62390" y="65397"/>
                      </a:lnTo>
                      <a:cubicBezTo>
                        <a:pt x="63498" y="63887"/>
                        <a:pt x="63342" y="61795"/>
                        <a:pt x="62023" y="60466"/>
                      </a:cubicBezTo>
                      <a:cubicBezTo>
                        <a:pt x="60543" y="58974"/>
                        <a:pt x="58133" y="58964"/>
                        <a:pt x="56641" y="60445"/>
                      </a:cubicBezTo>
                      <a:close/>
                      <a:moveTo>
                        <a:pt x="112335" y="60074"/>
                      </a:moveTo>
                      <a:cubicBezTo>
                        <a:pt x="110820" y="58955"/>
                        <a:pt x="108714" y="59113"/>
                        <a:pt x="107383" y="60445"/>
                      </a:cubicBezTo>
                      <a:cubicBezTo>
                        <a:pt x="105899" y="61931"/>
                        <a:pt x="105899" y="64338"/>
                        <a:pt x="107383" y="65823"/>
                      </a:cubicBezTo>
                      <a:lnTo>
                        <a:pt x="126259" y="84699"/>
                      </a:lnTo>
                      <a:lnTo>
                        <a:pt x="107383" y="103575"/>
                      </a:lnTo>
                      <a:lnTo>
                        <a:pt x="107012" y="104002"/>
                      </a:lnTo>
                      <a:cubicBezTo>
                        <a:pt x="105885" y="105518"/>
                        <a:pt x="106042" y="107632"/>
                        <a:pt x="107379" y="108967"/>
                      </a:cubicBezTo>
                      <a:cubicBezTo>
                        <a:pt x="108868" y="110450"/>
                        <a:pt x="111277" y="110447"/>
                        <a:pt x="112761" y="108959"/>
                      </a:cubicBezTo>
                      <a:lnTo>
                        <a:pt x="134327" y="87394"/>
                      </a:lnTo>
                      <a:lnTo>
                        <a:pt x="134697" y="86962"/>
                      </a:lnTo>
                      <a:cubicBezTo>
                        <a:pt x="135816" y="85447"/>
                        <a:pt x="135659" y="83342"/>
                        <a:pt x="134327" y="82010"/>
                      </a:cubicBezTo>
                      <a:lnTo>
                        <a:pt x="112761" y="60445"/>
                      </a:lnTo>
                      <a:close/>
                      <a:moveTo>
                        <a:pt x="102752" y="44439"/>
                      </a:moveTo>
                      <a:cubicBezTo>
                        <a:pt x="100834" y="43579"/>
                        <a:pt x="98582" y="44436"/>
                        <a:pt x="97722" y="46354"/>
                      </a:cubicBezTo>
                      <a:lnTo>
                        <a:pt x="64740" y="119929"/>
                      </a:lnTo>
                      <a:lnTo>
                        <a:pt x="64557" y="120416"/>
                      </a:lnTo>
                      <a:cubicBezTo>
                        <a:pt x="64022" y="122241"/>
                        <a:pt x="64916" y="124181"/>
                        <a:pt x="66651" y="124959"/>
                      </a:cubicBezTo>
                      <a:cubicBezTo>
                        <a:pt x="68569" y="125820"/>
                        <a:pt x="70821" y="124962"/>
                        <a:pt x="71681" y="123045"/>
                      </a:cubicBezTo>
                      <a:lnTo>
                        <a:pt x="104663" y="49469"/>
                      </a:lnTo>
                      <a:lnTo>
                        <a:pt x="104846" y="48982"/>
                      </a:lnTo>
                      <a:cubicBezTo>
                        <a:pt x="105381" y="47157"/>
                        <a:pt x="104487" y="45218"/>
                        <a:pt x="102752" y="44439"/>
                      </a:cubicBezTo>
                      <a:close/>
                      <a:moveTo>
                        <a:pt x="84702" y="0"/>
                      </a:moveTo>
                      <a:cubicBezTo>
                        <a:pt x="131482" y="0"/>
                        <a:pt x="169404" y="37921"/>
                        <a:pt x="169404" y="84700"/>
                      </a:cubicBezTo>
                      <a:cubicBezTo>
                        <a:pt x="169404" y="131479"/>
                        <a:pt x="131482" y="169400"/>
                        <a:pt x="84702" y="169400"/>
                      </a:cubicBezTo>
                      <a:cubicBezTo>
                        <a:pt x="37922" y="169400"/>
                        <a:pt x="0" y="131479"/>
                        <a:pt x="0" y="84700"/>
                      </a:cubicBezTo>
                      <a:cubicBezTo>
                        <a:pt x="0" y="37921"/>
                        <a:pt x="37922" y="0"/>
                        <a:pt x="84702"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a:solidFill>
                      <a:srgbClr val="FFFFFF"/>
                    </a:solidFill>
                    <a:ea typeface="Segoe UI" pitchFamily="34" charset="0"/>
                    <a:cs typeface="Segoe UI" pitchFamily="34" charset="0"/>
                  </a:endParaRPr>
                </a:p>
              </p:txBody>
            </p:sp>
          </p:grpSp>
        </p:grpSp>
        <p:grpSp>
          <p:nvGrpSpPr>
            <p:cNvPr id="260" name="Group 259">
              <a:extLst>
                <a:ext uri="{FF2B5EF4-FFF2-40B4-BE49-F238E27FC236}">
                  <a16:creationId xmlns:a16="http://schemas.microsoft.com/office/drawing/2014/main" id="{92D18EED-D015-E7E4-454E-BF9F33050F3F}"/>
                </a:ext>
              </a:extLst>
            </p:cNvPr>
            <p:cNvGrpSpPr/>
            <p:nvPr/>
          </p:nvGrpSpPr>
          <p:grpSpPr>
            <a:xfrm>
              <a:off x="5294257" y="5832518"/>
              <a:ext cx="592632" cy="200330"/>
              <a:chOff x="3198757" y="5832518"/>
              <a:chExt cx="592632" cy="200330"/>
            </a:xfrm>
          </p:grpSpPr>
          <p:grpSp>
            <p:nvGrpSpPr>
              <p:cNvPr id="261" name="Group 260">
                <a:extLst>
                  <a:ext uri="{FF2B5EF4-FFF2-40B4-BE49-F238E27FC236}">
                    <a16:creationId xmlns:a16="http://schemas.microsoft.com/office/drawing/2014/main" id="{E204BFBD-308C-5DB5-898B-1C00C31A353D}"/>
                  </a:ext>
                </a:extLst>
              </p:cNvPr>
              <p:cNvGrpSpPr>
                <a:grpSpLocks noChangeAspect="1"/>
              </p:cNvGrpSpPr>
              <p:nvPr/>
            </p:nvGrpSpPr>
            <p:grpSpPr>
              <a:xfrm>
                <a:off x="3198757" y="5832518"/>
                <a:ext cx="204876" cy="200330"/>
                <a:chOff x="2454154" y="6348938"/>
                <a:chExt cx="431921" cy="422340"/>
              </a:xfrm>
              <a:solidFill>
                <a:schemeClr val="bg1"/>
              </a:solidFill>
            </p:grpSpPr>
            <p:pic>
              <p:nvPicPr>
                <p:cNvPr id="265" name="Graphic 264">
                  <a:extLst>
                    <a:ext uri="{FF2B5EF4-FFF2-40B4-BE49-F238E27FC236}">
                      <a16:creationId xmlns:a16="http://schemas.microsoft.com/office/drawing/2014/main" id="{F105CDA9-5251-5E62-DDC3-B430C33F47D6}"/>
                    </a:ext>
                  </a:extLst>
                </p:cNvPr>
                <p:cNvPicPr>
                  <a:picLocks noChangeAspect="1"/>
                </p:cNvPicPr>
                <p:nvPr/>
              </p:nvPicPr>
              <p:blipFill>
                <a:blip>
                  <a:extLst>
                    <a:ext uri="{96DAC541-7B7A-43D3-8B79-37D633B846F1}">
                      <asvg:svgBlip xmlns:asvg="http://schemas.microsoft.com/office/drawing/2016/SVG/main" r:embed="rId3"/>
                    </a:ext>
                  </a:extLst>
                </a:blip>
                <a:srcRect/>
                <a:stretch>
                  <a:fillRect/>
                </a:stretch>
              </p:blipFill>
              <p:spPr>
                <a:xfrm>
                  <a:off x="2454154" y="6348938"/>
                  <a:ext cx="419572" cy="419567"/>
                </a:xfrm>
                <a:custGeom>
                  <a:avLst/>
                  <a:gdLst>
                    <a:gd name="connsiteX0" fmla="*/ 192198 w 192198"/>
                    <a:gd name="connsiteY0" fmla="*/ 191768 h 192198"/>
                    <a:gd name="connsiteX1" fmla="*/ 192198 w 192198"/>
                    <a:gd name="connsiteY1" fmla="*/ 192198 h 192198"/>
                    <a:gd name="connsiteX2" fmla="*/ 191559 w 192198"/>
                    <a:gd name="connsiteY2" fmla="*/ 192198 h 192198"/>
                    <a:gd name="connsiteX3" fmla="*/ 0 w 192198"/>
                    <a:gd name="connsiteY3" fmla="*/ 0 h 192198"/>
                    <a:gd name="connsiteX4" fmla="*/ 192198 w 192198"/>
                    <a:gd name="connsiteY4" fmla="*/ 0 h 192198"/>
                    <a:gd name="connsiteX5" fmla="*/ 192198 w 192198"/>
                    <a:gd name="connsiteY5" fmla="*/ 117569 h 192198"/>
                    <a:gd name="connsiteX6" fmla="*/ 178600 w 192198"/>
                    <a:gd name="connsiteY6" fmla="*/ 108400 h 192198"/>
                    <a:gd name="connsiteX7" fmla="*/ 159054 w 192198"/>
                    <a:gd name="connsiteY7" fmla="*/ 104454 h 192198"/>
                    <a:gd name="connsiteX8" fmla="*/ 108840 w 192198"/>
                    <a:gd name="connsiteY8" fmla="*/ 154668 h 192198"/>
                    <a:gd name="connsiteX9" fmla="*/ 123548 w 192198"/>
                    <a:gd name="connsiteY9" fmla="*/ 190175 h 192198"/>
                    <a:gd name="connsiteX10" fmla="*/ 126549 w 192198"/>
                    <a:gd name="connsiteY10" fmla="*/ 192198 h 192198"/>
                    <a:gd name="connsiteX11" fmla="*/ 0 w 192198"/>
                    <a:gd name="connsiteY11" fmla="*/ 192198 h 19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2198" h="192198">
                      <a:moveTo>
                        <a:pt x="192198" y="191768"/>
                      </a:moveTo>
                      <a:lnTo>
                        <a:pt x="192198" y="192198"/>
                      </a:lnTo>
                      <a:lnTo>
                        <a:pt x="191559" y="192198"/>
                      </a:lnTo>
                      <a:close/>
                      <a:moveTo>
                        <a:pt x="0" y="0"/>
                      </a:moveTo>
                      <a:lnTo>
                        <a:pt x="192198" y="0"/>
                      </a:lnTo>
                      <a:lnTo>
                        <a:pt x="192198" y="117569"/>
                      </a:lnTo>
                      <a:lnTo>
                        <a:pt x="178600" y="108400"/>
                      </a:lnTo>
                      <a:cubicBezTo>
                        <a:pt x="172592" y="105859"/>
                        <a:pt x="165987" y="104454"/>
                        <a:pt x="159054" y="104454"/>
                      </a:cubicBezTo>
                      <a:cubicBezTo>
                        <a:pt x="131322" y="104454"/>
                        <a:pt x="108840" y="126936"/>
                        <a:pt x="108840" y="154668"/>
                      </a:cubicBezTo>
                      <a:cubicBezTo>
                        <a:pt x="108840" y="168534"/>
                        <a:pt x="114461" y="181088"/>
                        <a:pt x="123548" y="190175"/>
                      </a:cubicBezTo>
                      <a:lnTo>
                        <a:pt x="126549" y="192198"/>
                      </a:lnTo>
                      <a:lnTo>
                        <a:pt x="0" y="192198"/>
                      </a:lnTo>
                      <a:close/>
                    </a:path>
                  </a:pathLst>
                </a:custGeom>
              </p:spPr>
            </p:pic>
            <p:sp>
              <p:nvSpPr>
                <p:cNvPr id="266" name="Freeform: Shape 265">
                  <a:extLst>
                    <a:ext uri="{FF2B5EF4-FFF2-40B4-BE49-F238E27FC236}">
                      <a16:creationId xmlns:a16="http://schemas.microsoft.com/office/drawing/2014/main" id="{19D3C290-B357-6D95-23D4-DD50D29245AE}"/>
                    </a:ext>
                  </a:extLst>
                </p:cNvPr>
                <p:cNvSpPr>
                  <a:spLocks/>
                </p:cNvSpPr>
                <p:nvPr/>
              </p:nvSpPr>
              <p:spPr bwMode="auto">
                <a:xfrm>
                  <a:off x="2716671" y="6601878"/>
                  <a:ext cx="169404" cy="169400"/>
                </a:xfrm>
                <a:custGeom>
                  <a:avLst/>
                  <a:gdLst>
                    <a:gd name="connsiteX0" fmla="*/ 56641 w 169404"/>
                    <a:gd name="connsiteY0" fmla="*/ 60445 h 169400"/>
                    <a:gd name="connsiteX1" fmla="*/ 35076 w 169404"/>
                    <a:gd name="connsiteY1" fmla="*/ 82010 h 169400"/>
                    <a:gd name="connsiteX2" fmla="*/ 35076 w 169404"/>
                    <a:gd name="connsiteY2" fmla="*/ 82005 h 169400"/>
                    <a:gd name="connsiteX3" fmla="*/ 34706 w 169404"/>
                    <a:gd name="connsiteY3" fmla="*/ 82431 h 169400"/>
                    <a:gd name="connsiteX4" fmla="*/ 35076 w 169404"/>
                    <a:gd name="connsiteY4" fmla="*/ 87384 h 169400"/>
                    <a:gd name="connsiteX5" fmla="*/ 56641 w 169404"/>
                    <a:gd name="connsiteY5" fmla="*/ 108949 h 169400"/>
                    <a:gd name="connsiteX6" fmla="*/ 57067 w 169404"/>
                    <a:gd name="connsiteY6" fmla="*/ 109319 h 169400"/>
                    <a:gd name="connsiteX7" fmla="*/ 61999 w 169404"/>
                    <a:gd name="connsiteY7" fmla="*/ 108952 h 169400"/>
                    <a:gd name="connsiteX8" fmla="*/ 62020 w 169404"/>
                    <a:gd name="connsiteY8" fmla="*/ 103570 h 169400"/>
                    <a:gd name="connsiteX9" fmla="*/ 43144 w 169404"/>
                    <a:gd name="connsiteY9" fmla="*/ 84699 h 169400"/>
                    <a:gd name="connsiteX10" fmla="*/ 62020 w 169404"/>
                    <a:gd name="connsiteY10" fmla="*/ 65829 h 169400"/>
                    <a:gd name="connsiteX11" fmla="*/ 62390 w 169404"/>
                    <a:gd name="connsiteY11" fmla="*/ 65397 h 169400"/>
                    <a:gd name="connsiteX12" fmla="*/ 62023 w 169404"/>
                    <a:gd name="connsiteY12" fmla="*/ 60466 h 169400"/>
                    <a:gd name="connsiteX13" fmla="*/ 56641 w 169404"/>
                    <a:gd name="connsiteY13" fmla="*/ 60445 h 169400"/>
                    <a:gd name="connsiteX14" fmla="*/ 112335 w 169404"/>
                    <a:gd name="connsiteY14" fmla="*/ 60074 h 169400"/>
                    <a:gd name="connsiteX15" fmla="*/ 107383 w 169404"/>
                    <a:gd name="connsiteY15" fmla="*/ 60445 h 169400"/>
                    <a:gd name="connsiteX16" fmla="*/ 107383 w 169404"/>
                    <a:gd name="connsiteY16" fmla="*/ 65823 h 169400"/>
                    <a:gd name="connsiteX17" fmla="*/ 126259 w 169404"/>
                    <a:gd name="connsiteY17" fmla="*/ 84699 h 169400"/>
                    <a:gd name="connsiteX18" fmla="*/ 107383 w 169404"/>
                    <a:gd name="connsiteY18" fmla="*/ 103575 h 169400"/>
                    <a:gd name="connsiteX19" fmla="*/ 107012 w 169404"/>
                    <a:gd name="connsiteY19" fmla="*/ 104002 h 169400"/>
                    <a:gd name="connsiteX20" fmla="*/ 107379 w 169404"/>
                    <a:gd name="connsiteY20" fmla="*/ 108967 h 169400"/>
                    <a:gd name="connsiteX21" fmla="*/ 112761 w 169404"/>
                    <a:gd name="connsiteY21" fmla="*/ 108959 h 169400"/>
                    <a:gd name="connsiteX22" fmla="*/ 134327 w 169404"/>
                    <a:gd name="connsiteY22" fmla="*/ 87394 h 169400"/>
                    <a:gd name="connsiteX23" fmla="*/ 134697 w 169404"/>
                    <a:gd name="connsiteY23" fmla="*/ 86962 h 169400"/>
                    <a:gd name="connsiteX24" fmla="*/ 134327 w 169404"/>
                    <a:gd name="connsiteY24" fmla="*/ 82010 h 169400"/>
                    <a:gd name="connsiteX25" fmla="*/ 112761 w 169404"/>
                    <a:gd name="connsiteY25" fmla="*/ 60445 h 169400"/>
                    <a:gd name="connsiteX26" fmla="*/ 102752 w 169404"/>
                    <a:gd name="connsiteY26" fmla="*/ 44439 h 169400"/>
                    <a:gd name="connsiteX27" fmla="*/ 97722 w 169404"/>
                    <a:gd name="connsiteY27" fmla="*/ 46354 h 169400"/>
                    <a:gd name="connsiteX28" fmla="*/ 64740 w 169404"/>
                    <a:gd name="connsiteY28" fmla="*/ 119929 h 169400"/>
                    <a:gd name="connsiteX29" fmla="*/ 64557 w 169404"/>
                    <a:gd name="connsiteY29" fmla="*/ 120416 h 169400"/>
                    <a:gd name="connsiteX30" fmla="*/ 66651 w 169404"/>
                    <a:gd name="connsiteY30" fmla="*/ 124959 h 169400"/>
                    <a:gd name="connsiteX31" fmla="*/ 71681 w 169404"/>
                    <a:gd name="connsiteY31" fmla="*/ 123045 h 169400"/>
                    <a:gd name="connsiteX32" fmla="*/ 104663 w 169404"/>
                    <a:gd name="connsiteY32" fmla="*/ 49469 h 169400"/>
                    <a:gd name="connsiteX33" fmla="*/ 104846 w 169404"/>
                    <a:gd name="connsiteY33" fmla="*/ 48982 h 169400"/>
                    <a:gd name="connsiteX34" fmla="*/ 102752 w 169404"/>
                    <a:gd name="connsiteY34" fmla="*/ 44439 h 169400"/>
                    <a:gd name="connsiteX35" fmla="*/ 84702 w 169404"/>
                    <a:gd name="connsiteY35" fmla="*/ 0 h 169400"/>
                    <a:gd name="connsiteX36" fmla="*/ 169404 w 169404"/>
                    <a:gd name="connsiteY36" fmla="*/ 84700 h 169400"/>
                    <a:gd name="connsiteX37" fmla="*/ 84702 w 169404"/>
                    <a:gd name="connsiteY37" fmla="*/ 169400 h 169400"/>
                    <a:gd name="connsiteX38" fmla="*/ 0 w 169404"/>
                    <a:gd name="connsiteY38" fmla="*/ 84700 h 169400"/>
                    <a:gd name="connsiteX39" fmla="*/ 84702 w 169404"/>
                    <a:gd name="connsiteY39" fmla="*/ 0 h 16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69404" h="169400">
                      <a:moveTo>
                        <a:pt x="56641" y="60445"/>
                      </a:moveTo>
                      <a:lnTo>
                        <a:pt x="35076" y="82010"/>
                      </a:lnTo>
                      <a:lnTo>
                        <a:pt x="35076" y="82005"/>
                      </a:lnTo>
                      <a:lnTo>
                        <a:pt x="34706" y="82431"/>
                      </a:lnTo>
                      <a:cubicBezTo>
                        <a:pt x="33587" y="83946"/>
                        <a:pt x="33744" y="86052"/>
                        <a:pt x="35076" y="87384"/>
                      </a:cubicBezTo>
                      <a:lnTo>
                        <a:pt x="56641" y="108949"/>
                      </a:lnTo>
                      <a:lnTo>
                        <a:pt x="57067" y="109319"/>
                      </a:lnTo>
                      <a:cubicBezTo>
                        <a:pt x="58578" y="110427"/>
                        <a:pt x="60669" y="110271"/>
                        <a:pt x="61999" y="108952"/>
                      </a:cubicBezTo>
                      <a:cubicBezTo>
                        <a:pt x="63491" y="107472"/>
                        <a:pt x="63500" y="105062"/>
                        <a:pt x="62020" y="103570"/>
                      </a:cubicBezTo>
                      <a:lnTo>
                        <a:pt x="43144" y="84699"/>
                      </a:lnTo>
                      <a:lnTo>
                        <a:pt x="62020" y="65829"/>
                      </a:lnTo>
                      <a:lnTo>
                        <a:pt x="62390" y="65397"/>
                      </a:lnTo>
                      <a:cubicBezTo>
                        <a:pt x="63498" y="63887"/>
                        <a:pt x="63342" y="61795"/>
                        <a:pt x="62023" y="60466"/>
                      </a:cubicBezTo>
                      <a:cubicBezTo>
                        <a:pt x="60543" y="58974"/>
                        <a:pt x="58133" y="58964"/>
                        <a:pt x="56641" y="60445"/>
                      </a:cubicBezTo>
                      <a:close/>
                      <a:moveTo>
                        <a:pt x="112335" y="60074"/>
                      </a:moveTo>
                      <a:cubicBezTo>
                        <a:pt x="110820" y="58955"/>
                        <a:pt x="108714" y="59113"/>
                        <a:pt x="107383" y="60445"/>
                      </a:cubicBezTo>
                      <a:cubicBezTo>
                        <a:pt x="105899" y="61931"/>
                        <a:pt x="105899" y="64338"/>
                        <a:pt x="107383" y="65823"/>
                      </a:cubicBezTo>
                      <a:lnTo>
                        <a:pt x="126259" y="84699"/>
                      </a:lnTo>
                      <a:lnTo>
                        <a:pt x="107383" y="103575"/>
                      </a:lnTo>
                      <a:lnTo>
                        <a:pt x="107012" y="104002"/>
                      </a:lnTo>
                      <a:cubicBezTo>
                        <a:pt x="105885" y="105518"/>
                        <a:pt x="106042" y="107632"/>
                        <a:pt x="107379" y="108967"/>
                      </a:cubicBezTo>
                      <a:cubicBezTo>
                        <a:pt x="108868" y="110450"/>
                        <a:pt x="111277" y="110447"/>
                        <a:pt x="112761" y="108959"/>
                      </a:cubicBezTo>
                      <a:lnTo>
                        <a:pt x="134327" y="87394"/>
                      </a:lnTo>
                      <a:lnTo>
                        <a:pt x="134697" y="86962"/>
                      </a:lnTo>
                      <a:cubicBezTo>
                        <a:pt x="135816" y="85447"/>
                        <a:pt x="135659" y="83342"/>
                        <a:pt x="134327" y="82010"/>
                      </a:cubicBezTo>
                      <a:lnTo>
                        <a:pt x="112761" y="60445"/>
                      </a:lnTo>
                      <a:close/>
                      <a:moveTo>
                        <a:pt x="102752" y="44439"/>
                      </a:moveTo>
                      <a:cubicBezTo>
                        <a:pt x="100834" y="43579"/>
                        <a:pt x="98582" y="44436"/>
                        <a:pt x="97722" y="46354"/>
                      </a:cubicBezTo>
                      <a:lnTo>
                        <a:pt x="64740" y="119929"/>
                      </a:lnTo>
                      <a:lnTo>
                        <a:pt x="64557" y="120416"/>
                      </a:lnTo>
                      <a:cubicBezTo>
                        <a:pt x="64022" y="122241"/>
                        <a:pt x="64916" y="124181"/>
                        <a:pt x="66651" y="124959"/>
                      </a:cubicBezTo>
                      <a:cubicBezTo>
                        <a:pt x="68569" y="125820"/>
                        <a:pt x="70821" y="124962"/>
                        <a:pt x="71681" y="123045"/>
                      </a:cubicBezTo>
                      <a:lnTo>
                        <a:pt x="104663" y="49469"/>
                      </a:lnTo>
                      <a:lnTo>
                        <a:pt x="104846" y="48982"/>
                      </a:lnTo>
                      <a:cubicBezTo>
                        <a:pt x="105381" y="47157"/>
                        <a:pt x="104487" y="45218"/>
                        <a:pt x="102752" y="44439"/>
                      </a:cubicBezTo>
                      <a:close/>
                      <a:moveTo>
                        <a:pt x="84702" y="0"/>
                      </a:moveTo>
                      <a:cubicBezTo>
                        <a:pt x="131482" y="0"/>
                        <a:pt x="169404" y="37921"/>
                        <a:pt x="169404" y="84700"/>
                      </a:cubicBezTo>
                      <a:cubicBezTo>
                        <a:pt x="169404" y="131479"/>
                        <a:pt x="131482" y="169400"/>
                        <a:pt x="84702" y="169400"/>
                      </a:cubicBezTo>
                      <a:cubicBezTo>
                        <a:pt x="37922" y="169400"/>
                        <a:pt x="0" y="131479"/>
                        <a:pt x="0" y="84700"/>
                      </a:cubicBezTo>
                      <a:cubicBezTo>
                        <a:pt x="0" y="37921"/>
                        <a:pt x="37922" y="0"/>
                        <a:pt x="84702"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a:solidFill>
                      <a:srgbClr val="FFFFFF"/>
                    </a:solidFill>
                    <a:ea typeface="Segoe UI" pitchFamily="34" charset="0"/>
                    <a:cs typeface="Segoe UI" pitchFamily="34" charset="0"/>
                  </a:endParaRPr>
                </a:p>
              </p:txBody>
            </p:sp>
          </p:grpSp>
          <p:grpSp>
            <p:nvGrpSpPr>
              <p:cNvPr id="262" name="Group 261">
                <a:extLst>
                  <a:ext uri="{FF2B5EF4-FFF2-40B4-BE49-F238E27FC236}">
                    <a16:creationId xmlns:a16="http://schemas.microsoft.com/office/drawing/2014/main" id="{F8CDEFE2-4F61-927F-3D97-8B3F68F38721}"/>
                  </a:ext>
                </a:extLst>
              </p:cNvPr>
              <p:cNvGrpSpPr>
                <a:grpSpLocks noChangeAspect="1"/>
              </p:cNvGrpSpPr>
              <p:nvPr/>
            </p:nvGrpSpPr>
            <p:grpSpPr>
              <a:xfrm>
                <a:off x="3586513" y="5832518"/>
                <a:ext cx="204876" cy="200330"/>
                <a:chOff x="2454154" y="6348938"/>
                <a:chExt cx="431921" cy="422340"/>
              </a:xfrm>
              <a:solidFill>
                <a:schemeClr val="bg1"/>
              </a:solidFill>
            </p:grpSpPr>
            <p:pic>
              <p:nvPicPr>
                <p:cNvPr id="263" name="Graphic 262">
                  <a:extLst>
                    <a:ext uri="{FF2B5EF4-FFF2-40B4-BE49-F238E27FC236}">
                      <a16:creationId xmlns:a16="http://schemas.microsoft.com/office/drawing/2014/main" id="{6B6491B1-BBA4-18FD-0201-B289267849C8}"/>
                    </a:ext>
                  </a:extLst>
                </p:cNvPr>
                <p:cNvPicPr>
                  <a:picLocks noChangeAspect="1"/>
                </p:cNvPicPr>
                <p:nvPr/>
              </p:nvPicPr>
              <p:blipFill>
                <a:blip>
                  <a:extLst>
                    <a:ext uri="{96DAC541-7B7A-43D3-8B79-37D633B846F1}">
                      <asvg:svgBlip xmlns:asvg="http://schemas.microsoft.com/office/drawing/2016/SVG/main" r:embed="rId3"/>
                    </a:ext>
                  </a:extLst>
                </a:blip>
                <a:srcRect/>
                <a:stretch>
                  <a:fillRect/>
                </a:stretch>
              </p:blipFill>
              <p:spPr>
                <a:xfrm>
                  <a:off x="2454154" y="6348938"/>
                  <a:ext cx="419572" cy="419567"/>
                </a:xfrm>
                <a:custGeom>
                  <a:avLst/>
                  <a:gdLst>
                    <a:gd name="connsiteX0" fmla="*/ 192198 w 192198"/>
                    <a:gd name="connsiteY0" fmla="*/ 191768 h 192198"/>
                    <a:gd name="connsiteX1" fmla="*/ 192198 w 192198"/>
                    <a:gd name="connsiteY1" fmla="*/ 192198 h 192198"/>
                    <a:gd name="connsiteX2" fmla="*/ 191559 w 192198"/>
                    <a:gd name="connsiteY2" fmla="*/ 192198 h 192198"/>
                    <a:gd name="connsiteX3" fmla="*/ 0 w 192198"/>
                    <a:gd name="connsiteY3" fmla="*/ 0 h 192198"/>
                    <a:gd name="connsiteX4" fmla="*/ 192198 w 192198"/>
                    <a:gd name="connsiteY4" fmla="*/ 0 h 192198"/>
                    <a:gd name="connsiteX5" fmla="*/ 192198 w 192198"/>
                    <a:gd name="connsiteY5" fmla="*/ 117569 h 192198"/>
                    <a:gd name="connsiteX6" fmla="*/ 178600 w 192198"/>
                    <a:gd name="connsiteY6" fmla="*/ 108400 h 192198"/>
                    <a:gd name="connsiteX7" fmla="*/ 159054 w 192198"/>
                    <a:gd name="connsiteY7" fmla="*/ 104454 h 192198"/>
                    <a:gd name="connsiteX8" fmla="*/ 108840 w 192198"/>
                    <a:gd name="connsiteY8" fmla="*/ 154668 h 192198"/>
                    <a:gd name="connsiteX9" fmla="*/ 123548 w 192198"/>
                    <a:gd name="connsiteY9" fmla="*/ 190175 h 192198"/>
                    <a:gd name="connsiteX10" fmla="*/ 126549 w 192198"/>
                    <a:gd name="connsiteY10" fmla="*/ 192198 h 192198"/>
                    <a:gd name="connsiteX11" fmla="*/ 0 w 192198"/>
                    <a:gd name="connsiteY11" fmla="*/ 192198 h 19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2198" h="192198">
                      <a:moveTo>
                        <a:pt x="192198" y="191768"/>
                      </a:moveTo>
                      <a:lnTo>
                        <a:pt x="192198" y="192198"/>
                      </a:lnTo>
                      <a:lnTo>
                        <a:pt x="191559" y="192198"/>
                      </a:lnTo>
                      <a:close/>
                      <a:moveTo>
                        <a:pt x="0" y="0"/>
                      </a:moveTo>
                      <a:lnTo>
                        <a:pt x="192198" y="0"/>
                      </a:lnTo>
                      <a:lnTo>
                        <a:pt x="192198" y="117569"/>
                      </a:lnTo>
                      <a:lnTo>
                        <a:pt x="178600" y="108400"/>
                      </a:lnTo>
                      <a:cubicBezTo>
                        <a:pt x="172592" y="105859"/>
                        <a:pt x="165987" y="104454"/>
                        <a:pt x="159054" y="104454"/>
                      </a:cubicBezTo>
                      <a:cubicBezTo>
                        <a:pt x="131322" y="104454"/>
                        <a:pt x="108840" y="126936"/>
                        <a:pt x="108840" y="154668"/>
                      </a:cubicBezTo>
                      <a:cubicBezTo>
                        <a:pt x="108840" y="168534"/>
                        <a:pt x="114461" y="181088"/>
                        <a:pt x="123548" y="190175"/>
                      </a:cubicBezTo>
                      <a:lnTo>
                        <a:pt x="126549" y="192198"/>
                      </a:lnTo>
                      <a:lnTo>
                        <a:pt x="0" y="192198"/>
                      </a:lnTo>
                      <a:close/>
                    </a:path>
                  </a:pathLst>
                </a:custGeom>
              </p:spPr>
            </p:pic>
            <p:sp>
              <p:nvSpPr>
                <p:cNvPr id="264" name="Freeform: Shape 263">
                  <a:extLst>
                    <a:ext uri="{FF2B5EF4-FFF2-40B4-BE49-F238E27FC236}">
                      <a16:creationId xmlns:a16="http://schemas.microsoft.com/office/drawing/2014/main" id="{2442F2B4-EC56-2092-A862-ED773EFC5569}"/>
                    </a:ext>
                  </a:extLst>
                </p:cNvPr>
                <p:cNvSpPr>
                  <a:spLocks/>
                </p:cNvSpPr>
                <p:nvPr/>
              </p:nvSpPr>
              <p:spPr bwMode="auto">
                <a:xfrm>
                  <a:off x="2716671" y="6601878"/>
                  <a:ext cx="169404" cy="169400"/>
                </a:xfrm>
                <a:custGeom>
                  <a:avLst/>
                  <a:gdLst>
                    <a:gd name="connsiteX0" fmla="*/ 56641 w 169404"/>
                    <a:gd name="connsiteY0" fmla="*/ 60445 h 169400"/>
                    <a:gd name="connsiteX1" fmla="*/ 35076 w 169404"/>
                    <a:gd name="connsiteY1" fmla="*/ 82010 h 169400"/>
                    <a:gd name="connsiteX2" fmla="*/ 35076 w 169404"/>
                    <a:gd name="connsiteY2" fmla="*/ 82005 h 169400"/>
                    <a:gd name="connsiteX3" fmla="*/ 34706 w 169404"/>
                    <a:gd name="connsiteY3" fmla="*/ 82431 h 169400"/>
                    <a:gd name="connsiteX4" fmla="*/ 35076 w 169404"/>
                    <a:gd name="connsiteY4" fmla="*/ 87384 h 169400"/>
                    <a:gd name="connsiteX5" fmla="*/ 56641 w 169404"/>
                    <a:gd name="connsiteY5" fmla="*/ 108949 h 169400"/>
                    <a:gd name="connsiteX6" fmla="*/ 57067 w 169404"/>
                    <a:gd name="connsiteY6" fmla="*/ 109319 h 169400"/>
                    <a:gd name="connsiteX7" fmla="*/ 61999 w 169404"/>
                    <a:gd name="connsiteY7" fmla="*/ 108952 h 169400"/>
                    <a:gd name="connsiteX8" fmla="*/ 62020 w 169404"/>
                    <a:gd name="connsiteY8" fmla="*/ 103570 h 169400"/>
                    <a:gd name="connsiteX9" fmla="*/ 43144 w 169404"/>
                    <a:gd name="connsiteY9" fmla="*/ 84699 h 169400"/>
                    <a:gd name="connsiteX10" fmla="*/ 62020 w 169404"/>
                    <a:gd name="connsiteY10" fmla="*/ 65829 h 169400"/>
                    <a:gd name="connsiteX11" fmla="*/ 62390 w 169404"/>
                    <a:gd name="connsiteY11" fmla="*/ 65397 h 169400"/>
                    <a:gd name="connsiteX12" fmla="*/ 62023 w 169404"/>
                    <a:gd name="connsiteY12" fmla="*/ 60466 h 169400"/>
                    <a:gd name="connsiteX13" fmla="*/ 56641 w 169404"/>
                    <a:gd name="connsiteY13" fmla="*/ 60445 h 169400"/>
                    <a:gd name="connsiteX14" fmla="*/ 112335 w 169404"/>
                    <a:gd name="connsiteY14" fmla="*/ 60074 h 169400"/>
                    <a:gd name="connsiteX15" fmla="*/ 107383 w 169404"/>
                    <a:gd name="connsiteY15" fmla="*/ 60445 h 169400"/>
                    <a:gd name="connsiteX16" fmla="*/ 107383 w 169404"/>
                    <a:gd name="connsiteY16" fmla="*/ 65823 h 169400"/>
                    <a:gd name="connsiteX17" fmla="*/ 126259 w 169404"/>
                    <a:gd name="connsiteY17" fmla="*/ 84699 h 169400"/>
                    <a:gd name="connsiteX18" fmla="*/ 107383 w 169404"/>
                    <a:gd name="connsiteY18" fmla="*/ 103575 h 169400"/>
                    <a:gd name="connsiteX19" fmla="*/ 107012 w 169404"/>
                    <a:gd name="connsiteY19" fmla="*/ 104002 h 169400"/>
                    <a:gd name="connsiteX20" fmla="*/ 107379 w 169404"/>
                    <a:gd name="connsiteY20" fmla="*/ 108967 h 169400"/>
                    <a:gd name="connsiteX21" fmla="*/ 112761 w 169404"/>
                    <a:gd name="connsiteY21" fmla="*/ 108959 h 169400"/>
                    <a:gd name="connsiteX22" fmla="*/ 134327 w 169404"/>
                    <a:gd name="connsiteY22" fmla="*/ 87394 h 169400"/>
                    <a:gd name="connsiteX23" fmla="*/ 134697 w 169404"/>
                    <a:gd name="connsiteY23" fmla="*/ 86962 h 169400"/>
                    <a:gd name="connsiteX24" fmla="*/ 134327 w 169404"/>
                    <a:gd name="connsiteY24" fmla="*/ 82010 h 169400"/>
                    <a:gd name="connsiteX25" fmla="*/ 112761 w 169404"/>
                    <a:gd name="connsiteY25" fmla="*/ 60445 h 169400"/>
                    <a:gd name="connsiteX26" fmla="*/ 102752 w 169404"/>
                    <a:gd name="connsiteY26" fmla="*/ 44439 h 169400"/>
                    <a:gd name="connsiteX27" fmla="*/ 97722 w 169404"/>
                    <a:gd name="connsiteY27" fmla="*/ 46354 h 169400"/>
                    <a:gd name="connsiteX28" fmla="*/ 64740 w 169404"/>
                    <a:gd name="connsiteY28" fmla="*/ 119929 h 169400"/>
                    <a:gd name="connsiteX29" fmla="*/ 64557 w 169404"/>
                    <a:gd name="connsiteY29" fmla="*/ 120416 h 169400"/>
                    <a:gd name="connsiteX30" fmla="*/ 66651 w 169404"/>
                    <a:gd name="connsiteY30" fmla="*/ 124959 h 169400"/>
                    <a:gd name="connsiteX31" fmla="*/ 71681 w 169404"/>
                    <a:gd name="connsiteY31" fmla="*/ 123045 h 169400"/>
                    <a:gd name="connsiteX32" fmla="*/ 104663 w 169404"/>
                    <a:gd name="connsiteY32" fmla="*/ 49469 h 169400"/>
                    <a:gd name="connsiteX33" fmla="*/ 104846 w 169404"/>
                    <a:gd name="connsiteY33" fmla="*/ 48982 h 169400"/>
                    <a:gd name="connsiteX34" fmla="*/ 102752 w 169404"/>
                    <a:gd name="connsiteY34" fmla="*/ 44439 h 169400"/>
                    <a:gd name="connsiteX35" fmla="*/ 84702 w 169404"/>
                    <a:gd name="connsiteY35" fmla="*/ 0 h 169400"/>
                    <a:gd name="connsiteX36" fmla="*/ 169404 w 169404"/>
                    <a:gd name="connsiteY36" fmla="*/ 84700 h 169400"/>
                    <a:gd name="connsiteX37" fmla="*/ 84702 w 169404"/>
                    <a:gd name="connsiteY37" fmla="*/ 169400 h 169400"/>
                    <a:gd name="connsiteX38" fmla="*/ 0 w 169404"/>
                    <a:gd name="connsiteY38" fmla="*/ 84700 h 169400"/>
                    <a:gd name="connsiteX39" fmla="*/ 84702 w 169404"/>
                    <a:gd name="connsiteY39" fmla="*/ 0 h 16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69404" h="169400">
                      <a:moveTo>
                        <a:pt x="56641" y="60445"/>
                      </a:moveTo>
                      <a:lnTo>
                        <a:pt x="35076" y="82010"/>
                      </a:lnTo>
                      <a:lnTo>
                        <a:pt x="35076" y="82005"/>
                      </a:lnTo>
                      <a:lnTo>
                        <a:pt x="34706" y="82431"/>
                      </a:lnTo>
                      <a:cubicBezTo>
                        <a:pt x="33587" y="83946"/>
                        <a:pt x="33744" y="86052"/>
                        <a:pt x="35076" y="87384"/>
                      </a:cubicBezTo>
                      <a:lnTo>
                        <a:pt x="56641" y="108949"/>
                      </a:lnTo>
                      <a:lnTo>
                        <a:pt x="57067" y="109319"/>
                      </a:lnTo>
                      <a:cubicBezTo>
                        <a:pt x="58578" y="110427"/>
                        <a:pt x="60669" y="110271"/>
                        <a:pt x="61999" y="108952"/>
                      </a:cubicBezTo>
                      <a:cubicBezTo>
                        <a:pt x="63491" y="107472"/>
                        <a:pt x="63500" y="105062"/>
                        <a:pt x="62020" y="103570"/>
                      </a:cubicBezTo>
                      <a:lnTo>
                        <a:pt x="43144" y="84699"/>
                      </a:lnTo>
                      <a:lnTo>
                        <a:pt x="62020" y="65829"/>
                      </a:lnTo>
                      <a:lnTo>
                        <a:pt x="62390" y="65397"/>
                      </a:lnTo>
                      <a:cubicBezTo>
                        <a:pt x="63498" y="63887"/>
                        <a:pt x="63342" y="61795"/>
                        <a:pt x="62023" y="60466"/>
                      </a:cubicBezTo>
                      <a:cubicBezTo>
                        <a:pt x="60543" y="58974"/>
                        <a:pt x="58133" y="58964"/>
                        <a:pt x="56641" y="60445"/>
                      </a:cubicBezTo>
                      <a:close/>
                      <a:moveTo>
                        <a:pt x="112335" y="60074"/>
                      </a:moveTo>
                      <a:cubicBezTo>
                        <a:pt x="110820" y="58955"/>
                        <a:pt x="108714" y="59113"/>
                        <a:pt x="107383" y="60445"/>
                      </a:cubicBezTo>
                      <a:cubicBezTo>
                        <a:pt x="105899" y="61931"/>
                        <a:pt x="105899" y="64338"/>
                        <a:pt x="107383" y="65823"/>
                      </a:cubicBezTo>
                      <a:lnTo>
                        <a:pt x="126259" y="84699"/>
                      </a:lnTo>
                      <a:lnTo>
                        <a:pt x="107383" y="103575"/>
                      </a:lnTo>
                      <a:lnTo>
                        <a:pt x="107012" y="104002"/>
                      </a:lnTo>
                      <a:cubicBezTo>
                        <a:pt x="105885" y="105518"/>
                        <a:pt x="106042" y="107632"/>
                        <a:pt x="107379" y="108967"/>
                      </a:cubicBezTo>
                      <a:cubicBezTo>
                        <a:pt x="108868" y="110450"/>
                        <a:pt x="111277" y="110447"/>
                        <a:pt x="112761" y="108959"/>
                      </a:cubicBezTo>
                      <a:lnTo>
                        <a:pt x="134327" y="87394"/>
                      </a:lnTo>
                      <a:lnTo>
                        <a:pt x="134697" y="86962"/>
                      </a:lnTo>
                      <a:cubicBezTo>
                        <a:pt x="135816" y="85447"/>
                        <a:pt x="135659" y="83342"/>
                        <a:pt x="134327" y="82010"/>
                      </a:cubicBezTo>
                      <a:lnTo>
                        <a:pt x="112761" y="60445"/>
                      </a:lnTo>
                      <a:close/>
                      <a:moveTo>
                        <a:pt x="102752" y="44439"/>
                      </a:moveTo>
                      <a:cubicBezTo>
                        <a:pt x="100834" y="43579"/>
                        <a:pt x="98582" y="44436"/>
                        <a:pt x="97722" y="46354"/>
                      </a:cubicBezTo>
                      <a:lnTo>
                        <a:pt x="64740" y="119929"/>
                      </a:lnTo>
                      <a:lnTo>
                        <a:pt x="64557" y="120416"/>
                      </a:lnTo>
                      <a:cubicBezTo>
                        <a:pt x="64022" y="122241"/>
                        <a:pt x="64916" y="124181"/>
                        <a:pt x="66651" y="124959"/>
                      </a:cubicBezTo>
                      <a:cubicBezTo>
                        <a:pt x="68569" y="125820"/>
                        <a:pt x="70821" y="124962"/>
                        <a:pt x="71681" y="123045"/>
                      </a:cubicBezTo>
                      <a:lnTo>
                        <a:pt x="104663" y="49469"/>
                      </a:lnTo>
                      <a:lnTo>
                        <a:pt x="104846" y="48982"/>
                      </a:lnTo>
                      <a:cubicBezTo>
                        <a:pt x="105381" y="47157"/>
                        <a:pt x="104487" y="45218"/>
                        <a:pt x="102752" y="44439"/>
                      </a:cubicBezTo>
                      <a:close/>
                      <a:moveTo>
                        <a:pt x="84702" y="0"/>
                      </a:moveTo>
                      <a:cubicBezTo>
                        <a:pt x="131482" y="0"/>
                        <a:pt x="169404" y="37921"/>
                        <a:pt x="169404" y="84700"/>
                      </a:cubicBezTo>
                      <a:cubicBezTo>
                        <a:pt x="169404" y="131479"/>
                        <a:pt x="131482" y="169400"/>
                        <a:pt x="84702" y="169400"/>
                      </a:cubicBezTo>
                      <a:cubicBezTo>
                        <a:pt x="37922" y="169400"/>
                        <a:pt x="0" y="131479"/>
                        <a:pt x="0" y="84700"/>
                      </a:cubicBezTo>
                      <a:cubicBezTo>
                        <a:pt x="0" y="37921"/>
                        <a:pt x="37922" y="0"/>
                        <a:pt x="84702" y="0"/>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a:solidFill>
                      <a:srgbClr val="FFFFFF"/>
                    </a:solidFill>
                    <a:ea typeface="Segoe UI" pitchFamily="34" charset="0"/>
                    <a:cs typeface="Segoe UI" pitchFamily="34" charset="0"/>
                  </a:endParaRPr>
                </a:p>
              </p:txBody>
            </p:sp>
          </p:grpSp>
        </p:grpSp>
      </p:grpSp>
    </p:spTree>
    <p:extLst>
      <p:ext uri="{BB962C8B-B14F-4D97-AF65-F5344CB8AC3E}">
        <p14:creationId xmlns:p14="http://schemas.microsoft.com/office/powerpoint/2010/main" val="23930011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a:extLst>
            <a:ext uri="{FF2B5EF4-FFF2-40B4-BE49-F238E27FC236}">
              <a16:creationId xmlns:a16="http://schemas.microsoft.com/office/drawing/2014/main" id="{2920C41F-B283-98F7-5AE1-1BE9707ED34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A96D046-D6E3-BB63-9690-B8075A5FB1A1}"/>
              </a:ext>
            </a:extLst>
          </p:cNvPr>
          <p:cNvSpPr txBox="1"/>
          <p:nvPr/>
        </p:nvSpPr>
        <p:spPr>
          <a:xfrm>
            <a:off x="731520" y="3657600"/>
            <a:ext cx="9144000" cy="9144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3300" b="1">
                <a:solidFill>
                  <a:srgbClr val="FFFFFF"/>
                </a:solidFill>
                <a:latin typeface="Segoe UI Semibold"/>
              </a:defRPr>
            </a:pPr>
            <a:r>
              <a:rPr kumimoji="0" sz="3300" b="1" i="0" u="none" strike="noStrike" kern="1200" cap="none" spc="0" normalizeH="0" baseline="0" noProof="0" dirty="0">
                <a:ln>
                  <a:noFill/>
                </a:ln>
                <a:solidFill>
                  <a:srgbClr val="FFFFFF"/>
                </a:solidFill>
                <a:effectLst/>
                <a:uLnTx/>
                <a:uFillTx/>
                <a:latin typeface="Segoe UI Semibold"/>
                <a:ea typeface="+mn-ea"/>
                <a:cs typeface="+mn-cs"/>
              </a:rPr>
              <a:t>Learning </a:t>
            </a:r>
            <a:r>
              <a:rPr kumimoji="0" lang="en-GB" sz="3300" b="1" i="0" u="none" strike="noStrike" kern="1200" cap="none" spc="0" normalizeH="0" baseline="0" noProof="0" dirty="0">
                <a:ln>
                  <a:noFill/>
                </a:ln>
                <a:solidFill>
                  <a:srgbClr val="FFFFFF"/>
                </a:solidFill>
                <a:effectLst/>
                <a:uLnTx/>
                <a:uFillTx/>
                <a:latin typeface="Segoe UI Semibold"/>
                <a:ea typeface="+mn-ea"/>
                <a:cs typeface="+mn-cs"/>
              </a:rPr>
              <a:t>2</a:t>
            </a:r>
            <a:endParaRPr kumimoji="0" sz="3300" b="1"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3" name="TextBox 2">
            <a:extLst>
              <a:ext uri="{FF2B5EF4-FFF2-40B4-BE49-F238E27FC236}">
                <a16:creationId xmlns:a16="http://schemas.microsoft.com/office/drawing/2014/main" id="{73DDD9EE-D178-F0CD-F28C-915C42F02923}"/>
              </a:ext>
            </a:extLst>
          </p:cNvPr>
          <p:cNvSpPr txBox="1"/>
          <p:nvPr/>
        </p:nvSpPr>
        <p:spPr>
          <a:xfrm>
            <a:off x="731520" y="4480560"/>
            <a:ext cx="9144000" cy="640080"/>
          </a:xfrm>
          <a:prstGeom prst="rect">
            <a:avLst/>
          </a:prstGeom>
          <a:noFill/>
        </p:spPr>
        <p:txBody>
          <a:bodyPr wrap="square" anchor="t"/>
          <a:lstStyle/>
          <a:p>
            <a:pPr defTabSz="457200">
              <a:defRPr sz="1800" b="0">
                <a:solidFill>
                  <a:srgbClr val="FFFFFF"/>
                </a:solidFill>
                <a:latin typeface="Segoe UI"/>
              </a:defRPr>
            </a:pPr>
            <a:r>
              <a:rPr lang="en-GB" dirty="0">
                <a:solidFill>
                  <a:srgbClr val="FFFFFF"/>
                </a:solidFill>
                <a:latin typeface="Segoe UI"/>
                <a:cs typeface="Segoe UI" panose="020B0502040204020203" pitchFamily="34" charset="0"/>
              </a:rPr>
              <a:t>Agent vs Model vs Data accountability</a:t>
            </a:r>
            <a:endParaRPr lang="da-DK" dirty="0">
              <a:solidFill>
                <a:srgbClr val="FFFFFF"/>
              </a:solidFill>
              <a:latin typeface="Segoe UI"/>
              <a:cs typeface="Segoe UI" panose="020B0502040204020203" pitchFamily="34" charset="0"/>
            </a:endParaRPr>
          </a:p>
        </p:txBody>
      </p:sp>
      <p:sp>
        <p:nvSpPr>
          <p:cNvPr id="4" name="Rectangle 3">
            <a:extLst>
              <a:ext uri="{FF2B5EF4-FFF2-40B4-BE49-F238E27FC236}">
                <a16:creationId xmlns:a16="http://schemas.microsoft.com/office/drawing/2014/main" id="{DD0144A3-3BE6-1FC2-462B-3A367FA878FB}"/>
              </a:ext>
            </a:extLst>
          </p:cNvPr>
          <p:cNvSpPr/>
          <p:nvPr/>
        </p:nvSpPr>
        <p:spPr>
          <a:xfrm>
            <a:off x="731520" y="5943600"/>
            <a:ext cx="10698480" cy="1828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F87EDBBE-4677-B1BE-74C0-4461CEB5A09C}"/>
              </a:ext>
            </a:extLst>
          </p:cNvPr>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FFFFFF"/>
                </a:solidFill>
                <a:latin typeface="Segoe UI"/>
              </a:defRPr>
            </a:pPr>
            <a:r>
              <a:rPr kumimoji="0"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Tree>
    <p:extLst>
      <p:ext uri="{BB962C8B-B14F-4D97-AF65-F5344CB8AC3E}">
        <p14:creationId xmlns:p14="http://schemas.microsoft.com/office/powerpoint/2010/main" val="245184366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629E0-C17E-D189-6F0C-D1E5006DD59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D62FF09-695D-8318-1226-38EF34E41097}"/>
              </a:ext>
            </a:extLst>
          </p:cNvPr>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8DD19EE9-4434-18E3-5EBA-CBBF2FB62905}"/>
              </a:ext>
            </a:extLst>
          </p:cNvPr>
          <p:cNvSpPr txBox="1"/>
          <p:nvPr/>
        </p:nvSpPr>
        <p:spPr>
          <a:xfrm>
            <a:off x="640080" y="274320"/>
            <a:ext cx="10515600" cy="731520"/>
          </a:xfrm>
          <a:prstGeom prst="rect">
            <a:avLst/>
          </a:prstGeom>
          <a:noFill/>
        </p:spPr>
        <p:txBody>
          <a:bodyPr wrap="square" anchor="t"/>
          <a:lstStyle/>
          <a:p>
            <a:pPr lvl="0" defTabSz="457200">
              <a:defRPr sz="2400" b="1">
                <a:solidFill>
                  <a:srgbClr val="FFFFFF"/>
                </a:solidFill>
                <a:latin typeface="Segoe UI Semibold"/>
              </a:defRPr>
            </a:pPr>
            <a:r>
              <a:rPr lang="en-GB" dirty="0"/>
              <a:t>AI Accountability and Responsibility Model</a:t>
            </a:r>
            <a:endParaRPr sz="2400" b="1" dirty="0">
              <a:solidFill>
                <a:srgbClr val="FFFFFF"/>
              </a:solidFill>
              <a:latin typeface="Segoe UI Semibold"/>
            </a:endParaRPr>
          </a:p>
        </p:txBody>
      </p:sp>
      <p:sp>
        <p:nvSpPr>
          <p:cNvPr id="4" name="Rectangle 3">
            <a:extLst>
              <a:ext uri="{FF2B5EF4-FFF2-40B4-BE49-F238E27FC236}">
                <a16:creationId xmlns:a16="http://schemas.microsoft.com/office/drawing/2014/main" id="{983E1280-ED57-AB67-DD43-D84E81E1BAD7}"/>
              </a:ext>
            </a:extLst>
          </p:cNvPr>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7" name="Graphic 6" descr="Diagram showing AI responsibility zones.">
            <a:extLst>
              <a:ext uri="{FF2B5EF4-FFF2-40B4-BE49-F238E27FC236}">
                <a16:creationId xmlns:a16="http://schemas.microsoft.com/office/drawing/2014/main" id="{257213B3-CDB6-5FF7-A2C4-FC28546663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09009" y="1280160"/>
            <a:ext cx="6177742" cy="5398775"/>
          </a:xfrm>
          <a:prstGeom prst="rect">
            <a:avLst/>
          </a:prstGeom>
        </p:spPr>
      </p:pic>
    </p:spTree>
    <p:extLst>
      <p:ext uri="{BB962C8B-B14F-4D97-AF65-F5344CB8AC3E}">
        <p14:creationId xmlns:p14="http://schemas.microsoft.com/office/powerpoint/2010/main" val="291445822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42119-CFC9-9F6B-C048-68EC09FA010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1598AA7-60A1-2525-A331-1B5FFCD9407E}"/>
              </a:ext>
            </a:extLst>
          </p:cNvPr>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C28AE01E-01A1-386A-048F-DB8B4CDA7F83}"/>
              </a:ext>
            </a:extLst>
          </p:cNvPr>
          <p:cNvSpPr txBox="1"/>
          <p:nvPr/>
        </p:nvSpPr>
        <p:spPr>
          <a:xfrm>
            <a:off x="640080" y="274320"/>
            <a:ext cx="10515600" cy="731520"/>
          </a:xfrm>
          <a:prstGeom prst="rect">
            <a:avLst/>
          </a:prstGeom>
          <a:noFill/>
        </p:spPr>
        <p:txBody>
          <a:bodyPr wrap="square" anchor="t"/>
          <a:lstStyle/>
          <a:p>
            <a:pPr lvl="0" defTabSz="457200">
              <a:defRPr sz="2400" b="1">
                <a:solidFill>
                  <a:srgbClr val="FFFFFF"/>
                </a:solidFill>
                <a:latin typeface="Segoe UI Semibold"/>
              </a:defRPr>
            </a:pPr>
            <a:r>
              <a:rPr lang="en-GB" dirty="0"/>
              <a:t>AI Accountability and Responsibility Model</a:t>
            </a:r>
            <a:endParaRPr sz="2400" b="1" dirty="0">
              <a:solidFill>
                <a:srgbClr val="FFFFFF"/>
              </a:solidFill>
              <a:latin typeface="Segoe UI Semibold"/>
            </a:endParaRPr>
          </a:p>
        </p:txBody>
      </p:sp>
      <p:sp>
        <p:nvSpPr>
          <p:cNvPr id="4" name="Rectangle 3">
            <a:extLst>
              <a:ext uri="{FF2B5EF4-FFF2-40B4-BE49-F238E27FC236}">
                <a16:creationId xmlns:a16="http://schemas.microsoft.com/office/drawing/2014/main" id="{76BACFC8-8A7E-9CF5-9803-E890B55707AB}"/>
              </a:ext>
            </a:extLst>
          </p:cNvPr>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graphicFrame>
        <p:nvGraphicFramePr>
          <p:cNvPr id="5" name="Table 4">
            <a:extLst>
              <a:ext uri="{FF2B5EF4-FFF2-40B4-BE49-F238E27FC236}">
                <a16:creationId xmlns:a16="http://schemas.microsoft.com/office/drawing/2014/main" id="{8B07ADD4-D9A3-B49F-A7DA-1DC7434BE4F2}"/>
              </a:ext>
            </a:extLst>
          </p:cNvPr>
          <p:cNvGraphicFramePr>
            <a:graphicFrameLocks noGrp="1"/>
          </p:cNvGraphicFramePr>
          <p:nvPr>
            <p:extLst>
              <p:ext uri="{D42A27DB-BD31-4B8C-83A1-F6EECF244321}">
                <p14:modId xmlns:p14="http://schemas.microsoft.com/office/powerpoint/2010/main" val="512130073"/>
              </p:ext>
            </p:extLst>
          </p:nvPr>
        </p:nvGraphicFramePr>
        <p:xfrm>
          <a:off x="2769704" y="1640508"/>
          <a:ext cx="6041116" cy="4574759"/>
        </p:xfrm>
        <a:graphic>
          <a:graphicData uri="http://schemas.openxmlformats.org/drawingml/2006/table">
            <a:tbl>
              <a:tblPr>
                <a:tableStyleId>{B301B821-A1FF-4177-AEE7-76D212191A09}</a:tableStyleId>
              </a:tblPr>
              <a:tblGrid>
                <a:gridCol w="1510279">
                  <a:extLst>
                    <a:ext uri="{9D8B030D-6E8A-4147-A177-3AD203B41FA5}">
                      <a16:colId xmlns:a16="http://schemas.microsoft.com/office/drawing/2014/main" val="435770593"/>
                    </a:ext>
                  </a:extLst>
                </a:gridCol>
                <a:gridCol w="1510279">
                  <a:extLst>
                    <a:ext uri="{9D8B030D-6E8A-4147-A177-3AD203B41FA5}">
                      <a16:colId xmlns:a16="http://schemas.microsoft.com/office/drawing/2014/main" val="34131253"/>
                    </a:ext>
                  </a:extLst>
                </a:gridCol>
                <a:gridCol w="1510279">
                  <a:extLst>
                    <a:ext uri="{9D8B030D-6E8A-4147-A177-3AD203B41FA5}">
                      <a16:colId xmlns:a16="http://schemas.microsoft.com/office/drawing/2014/main" val="3943373591"/>
                    </a:ext>
                  </a:extLst>
                </a:gridCol>
                <a:gridCol w="1510279">
                  <a:extLst>
                    <a:ext uri="{9D8B030D-6E8A-4147-A177-3AD203B41FA5}">
                      <a16:colId xmlns:a16="http://schemas.microsoft.com/office/drawing/2014/main" val="591898018"/>
                    </a:ext>
                  </a:extLst>
                </a:gridCol>
              </a:tblGrid>
              <a:tr h="653537">
                <a:tc>
                  <a:txBody>
                    <a:bodyPr/>
                    <a:lstStyle/>
                    <a:p>
                      <a:pPr>
                        <a:buNone/>
                      </a:pPr>
                      <a:endParaRPr lang="en-GB" sz="700"/>
                    </a:p>
                  </a:txBody>
                  <a:tcPr marL="37509" marR="37509" marT="18755" marB="18755" anchor="ctr"/>
                </a:tc>
                <a:tc>
                  <a:txBody>
                    <a:bodyPr/>
                    <a:lstStyle/>
                    <a:p>
                      <a:pPr>
                        <a:buNone/>
                      </a:pPr>
                      <a:r>
                        <a:rPr lang="en-GB" sz="700" b="1" dirty="0"/>
                        <a:t>MODEL</a:t>
                      </a:r>
                      <a:r>
                        <a:rPr lang="en-GB" sz="700" dirty="0"/>
                        <a:t> (Platform)</a:t>
                      </a:r>
                    </a:p>
                  </a:txBody>
                  <a:tcPr marL="37509" marR="37509" marT="18755" marB="18755" anchor="ctr"/>
                </a:tc>
                <a:tc>
                  <a:txBody>
                    <a:bodyPr/>
                    <a:lstStyle/>
                    <a:p>
                      <a:pPr>
                        <a:buNone/>
                      </a:pPr>
                      <a:r>
                        <a:rPr lang="en-GB" sz="700" b="1"/>
                        <a:t>AGENT</a:t>
                      </a:r>
                      <a:r>
                        <a:rPr lang="en-GB" sz="700"/>
                        <a:t> (Application)</a:t>
                      </a:r>
                    </a:p>
                  </a:txBody>
                  <a:tcPr marL="37509" marR="37509" marT="18755" marB="18755" anchor="ctr"/>
                </a:tc>
                <a:tc>
                  <a:txBody>
                    <a:bodyPr/>
                    <a:lstStyle/>
                    <a:p>
                      <a:pPr>
                        <a:buNone/>
                      </a:pPr>
                      <a:r>
                        <a:rPr lang="en-GB" sz="700" b="1"/>
                        <a:t>DATA</a:t>
                      </a:r>
                      <a:r>
                        <a:rPr lang="en-GB" sz="700"/>
                        <a:t> (Usage)</a:t>
                      </a:r>
                    </a:p>
                  </a:txBody>
                  <a:tcPr marL="37509" marR="37509" marT="18755" marB="18755" anchor="ctr"/>
                </a:tc>
                <a:extLst>
                  <a:ext uri="{0D108BD9-81ED-4DB2-BD59-A6C34878D82A}">
                    <a16:rowId xmlns:a16="http://schemas.microsoft.com/office/drawing/2014/main" val="132804237"/>
                  </a:ext>
                </a:extLst>
              </a:tr>
              <a:tr h="653537">
                <a:tc>
                  <a:txBody>
                    <a:bodyPr/>
                    <a:lstStyle/>
                    <a:p>
                      <a:pPr>
                        <a:buNone/>
                      </a:pPr>
                      <a:r>
                        <a:rPr lang="en-GB" sz="700" b="1"/>
                        <a:t>Who owns it</a:t>
                      </a:r>
                      <a:endParaRPr lang="en-GB" sz="700"/>
                    </a:p>
                  </a:txBody>
                  <a:tcPr marL="37509" marR="37509" marT="18755" marB="18755" anchor="ctr"/>
                </a:tc>
                <a:tc>
                  <a:txBody>
                    <a:bodyPr/>
                    <a:lstStyle/>
                    <a:p>
                      <a:pPr>
                        <a:buNone/>
                      </a:pPr>
                      <a:r>
                        <a:rPr lang="en-GB" sz="700"/>
                        <a:t>Platform Team + ML Engineers</a:t>
                      </a:r>
                    </a:p>
                  </a:txBody>
                  <a:tcPr marL="37509" marR="37509" marT="18755" marB="18755" anchor="ctr"/>
                </a:tc>
                <a:tc>
                  <a:txBody>
                    <a:bodyPr/>
                    <a:lstStyle/>
                    <a:p>
                      <a:pPr>
                        <a:buNone/>
                      </a:pPr>
                      <a:r>
                        <a:rPr lang="en-GB" sz="700"/>
                        <a:t>Product Owner + AI Engineer</a:t>
                      </a:r>
                    </a:p>
                  </a:txBody>
                  <a:tcPr marL="37509" marR="37509" marT="18755" marB="18755" anchor="ctr"/>
                </a:tc>
                <a:tc>
                  <a:txBody>
                    <a:bodyPr/>
                    <a:lstStyle/>
                    <a:p>
                      <a:pPr>
                        <a:buNone/>
                      </a:pPr>
                      <a:r>
                        <a:rPr lang="en-GB" sz="700"/>
                        <a:t>CDO + Data Stewards + Legal</a:t>
                      </a:r>
                    </a:p>
                  </a:txBody>
                  <a:tcPr marL="37509" marR="37509" marT="18755" marB="18755" anchor="ctr"/>
                </a:tc>
                <a:extLst>
                  <a:ext uri="{0D108BD9-81ED-4DB2-BD59-A6C34878D82A}">
                    <a16:rowId xmlns:a16="http://schemas.microsoft.com/office/drawing/2014/main" val="3257837386"/>
                  </a:ext>
                </a:extLst>
              </a:tr>
              <a:tr h="653537">
                <a:tc>
                  <a:txBody>
                    <a:bodyPr/>
                    <a:lstStyle/>
                    <a:p>
                      <a:pPr>
                        <a:buNone/>
                      </a:pPr>
                      <a:r>
                        <a:rPr lang="en-GB" sz="700" b="1" dirty="0"/>
                        <a:t>What they govern</a:t>
                      </a:r>
                      <a:endParaRPr lang="en-GB" sz="700" dirty="0"/>
                    </a:p>
                  </a:txBody>
                  <a:tcPr marL="37509" marR="37509" marT="18755" marB="18755" anchor="ctr"/>
                </a:tc>
                <a:tc>
                  <a:txBody>
                    <a:bodyPr/>
                    <a:lstStyle/>
                    <a:p>
                      <a:pPr>
                        <a:buNone/>
                      </a:pPr>
                      <a:r>
                        <a:rPr lang="en-GB" sz="700"/>
                        <a:t>Training data, model safety, weights, API security, risk classification</a:t>
                      </a:r>
                    </a:p>
                  </a:txBody>
                  <a:tcPr marL="37509" marR="37509" marT="18755" marB="18755" anchor="ctr"/>
                </a:tc>
                <a:tc>
                  <a:txBody>
                    <a:bodyPr/>
                    <a:lstStyle/>
                    <a:p>
                      <a:pPr>
                        <a:buNone/>
                      </a:pPr>
                      <a:r>
                        <a:rPr lang="en-GB" sz="700"/>
                        <a:t>Agent behaviour, autonomy level, tool access, prompt logic, memory</a:t>
                      </a:r>
                    </a:p>
                  </a:txBody>
                  <a:tcPr marL="37509" marR="37509" marT="18755" marB="18755" anchor="ctr"/>
                </a:tc>
                <a:tc>
                  <a:txBody>
                    <a:bodyPr/>
                    <a:lstStyle/>
                    <a:p>
                      <a:pPr>
                        <a:buNone/>
                      </a:pPr>
                      <a:r>
                        <a:rPr lang="en-GB" sz="700"/>
                        <a:t>Sensitivity labels, access governance, privacy, classification, residency</a:t>
                      </a:r>
                    </a:p>
                  </a:txBody>
                  <a:tcPr marL="37509" marR="37509" marT="18755" marB="18755" anchor="ctr"/>
                </a:tc>
                <a:extLst>
                  <a:ext uri="{0D108BD9-81ED-4DB2-BD59-A6C34878D82A}">
                    <a16:rowId xmlns:a16="http://schemas.microsoft.com/office/drawing/2014/main" val="4040826513"/>
                  </a:ext>
                </a:extLst>
              </a:tr>
              <a:tr h="653537">
                <a:tc>
                  <a:txBody>
                    <a:bodyPr/>
                    <a:lstStyle/>
                    <a:p>
                      <a:pPr>
                        <a:buNone/>
                      </a:pPr>
                      <a:r>
                        <a:rPr lang="en-GB" sz="700" b="1"/>
                        <a:t>Microsoft tool</a:t>
                      </a:r>
                      <a:endParaRPr lang="en-GB" sz="700"/>
                    </a:p>
                  </a:txBody>
                  <a:tcPr marL="37509" marR="37509" marT="18755" marB="18755" anchor="ctr"/>
                </a:tc>
                <a:tc>
                  <a:txBody>
                    <a:bodyPr/>
                    <a:lstStyle/>
                    <a:p>
                      <a:pPr>
                        <a:buNone/>
                      </a:pPr>
                      <a:r>
                        <a:rPr lang="en-GB" sz="700"/>
                        <a:t>AI Foundry, Content Safety, Defender</a:t>
                      </a:r>
                    </a:p>
                  </a:txBody>
                  <a:tcPr marL="37509" marR="37509" marT="18755" marB="18755" anchor="ctr"/>
                </a:tc>
                <a:tc>
                  <a:txBody>
                    <a:bodyPr/>
                    <a:lstStyle/>
                    <a:p>
                      <a:pPr>
                        <a:buNone/>
                      </a:pPr>
                      <a:r>
                        <a:rPr lang="en-GB" sz="700"/>
                        <a:t>Agent 365, Copilot Studio, Sentinel</a:t>
                      </a:r>
                    </a:p>
                  </a:txBody>
                  <a:tcPr marL="37509" marR="37509" marT="18755" marB="18755" anchor="ctr"/>
                </a:tc>
                <a:tc>
                  <a:txBody>
                    <a:bodyPr/>
                    <a:lstStyle/>
                    <a:p>
                      <a:pPr>
                        <a:buNone/>
                      </a:pPr>
                      <a:r>
                        <a:rPr lang="en-GB" sz="700"/>
                        <a:t>Purview, Entra ID, DLP</a:t>
                      </a:r>
                    </a:p>
                  </a:txBody>
                  <a:tcPr marL="37509" marR="37509" marT="18755" marB="18755" anchor="ctr"/>
                </a:tc>
                <a:extLst>
                  <a:ext uri="{0D108BD9-81ED-4DB2-BD59-A6C34878D82A}">
                    <a16:rowId xmlns:a16="http://schemas.microsoft.com/office/drawing/2014/main" val="3260767455"/>
                  </a:ext>
                </a:extLst>
              </a:tr>
              <a:tr h="653537">
                <a:tc>
                  <a:txBody>
                    <a:bodyPr/>
                    <a:lstStyle/>
                    <a:p>
                      <a:pPr>
                        <a:buNone/>
                      </a:pPr>
                      <a:r>
                        <a:rPr lang="en-GB" sz="700" b="1"/>
                        <a:t>SaaS (Copilot)</a:t>
                      </a:r>
                      <a:endParaRPr lang="en-GB" sz="700"/>
                    </a:p>
                  </a:txBody>
                  <a:tcPr marL="37509" marR="37509" marT="18755" marB="18755" anchor="ctr"/>
                </a:tc>
                <a:tc>
                  <a:txBody>
                    <a:bodyPr/>
                    <a:lstStyle/>
                    <a:p>
                      <a:pPr>
                        <a:buNone/>
                      </a:pPr>
                      <a:r>
                        <a:rPr lang="en-GB" sz="700"/>
                        <a:t>✅ Microsoft</a:t>
                      </a:r>
                    </a:p>
                  </a:txBody>
                  <a:tcPr marL="37509" marR="37509" marT="18755" marB="18755" anchor="ctr"/>
                </a:tc>
                <a:tc>
                  <a:txBody>
                    <a:bodyPr/>
                    <a:lstStyle/>
                    <a:p>
                      <a:pPr>
                        <a:buNone/>
                      </a:pPr>
                      <a:r>
                        <a:rPr lang="en-GB" sz="700"/>
                        <a:t>🔄 Shared</a:t>
                      </a:r>
                    </a:p>
                  </a:txBody>
                  <a:tcPr marL="37509" marR="37509" marT="18755" marB="18755" anchor="ctr"/>
                </a:tc>
                <a:tc>
                  <a:txBody>
                    <a:bodyPr/>
                    <a:lstStyle/>
                    <a:p>
                      <a:pPr>
                        <a:buNone/>
                      </a:pPr>
                      <a:r>
                        <a:rPr lang="en-GB" sz="700"/>
                        <a:t>❌ Customer</a:t>
                      </a:r>
                    </a:p>
                  </a:txBody>
                  <a:tcPr marL="37509" marR="37509" marT="18755" marB="18755" anchor="ctr"/>
                </a:tc>
                <a:extLst>
                  <a:ext uri="{0D108BD9-81ED-4DB2-BD59-A6C34878D82A}">
                    <a16:rowId xmlns:a16="http://schemas.microsoft.com/office/drawing/2014/main" val="2018186523"/>
                  </a:ext>
                </a:extLst>
              </a:tr>
              <a:tr h="653537">
                <a:tc>
                  <a:txBody>
                    <a:bodyPr/>
                    <a:lstStyle/>
                    <a:p>
                      <a:pPr>
                        <a:buNone/>
                      </a:pPr>
                      <a:r>
                        <a:rPr lang="en-GB" sz="700" b="1"/>
                        <a:t>PaaS (Azure AI)</a:t>
                      </a:r>
                      <a:endParaRPr lang="en-GB" sz="700"/>
                    </a:p>
                  </a:txBody>
                  <a:tcPr marL="37509" marR="37509" marT="18755" marB="18755" anchor="ctr"/>
                </a:tc>
                <a:tc>
                  <a:txBody>
                    <a:bodyPr/>
                    <a:lstStyle/>
                    <a:p>
                      <a:pPr>
                        <a:buNone/>
                      </a:pPr>
                      <a:r>
                        <a:rPr lang="en-GB" sz="700"/>
                        <a:t>🔄 Shared</a:t>
                      </a:r>
                    </a:p>
                  </a:txBody>
                  <a:tcPr marL="37509" marR="37509" marT="18755" marB="18755" anchor="ctr"/>
                </a:tc>
                <a:tc>
                  <a:txBody>
                    <a:bodyPr/>
                    <a:lstStyle/>
                    <a:p>
                      <a:pPr>
                        <a:buNone/>
                      </a:pPr>
                      <a:r>
                        <a:rPr lang="en-GB" sz="700"/>
                        <a:t>❌ Customer</a:t>
                      </a:r>
                    </a:p>
                  </a:txBody>
                  <a:tcPr marL="37509" marR="37509" marT="18755" marB="18755" anchor="ctr"/>
                </a:tc>
                <a:tc>
                  <a:txBody>
                    <a:bodyPr/>
                    <a:lstStyle/>
                    <a:p>
                      <a:pPr>
                        <a:buNone/>
                      </a:pPr>
                      <a:r>
                        <a:rPr lang="en-GB" sz="700"/>
                        <a:t>❌ Customer</a:t>
                      </a:r>
                    </a:p>
                  </a:txBody>
                  <a:tcPr marL="37509" marR="37509" marT="18755" marB="18755" anchor="ctr"/>
                </a:tc>
                <a:extLst>
                  <a:ext uri="{0D108BD9-81ED-4DB2-BD59-A6C34878D82A}">
                    <a16:rowId xmlns:a16="http://schemas.microsoft.com/office/drawing/2014/main" val="3039212368"/>
                  </a:ext>
                </a:extLst>
              </a:tr>
              <a:tr h="653537">
                <a:tc>
                  <a:txBody>
                    <a:bodyPr/>
                    <a:lstStyle/>
                    <a:p>
                      <a:pPr>
                        <a:buNone/>
                      </a:pPr>
                      <a:r>
                        <a:rPr lang="en-GB" sz="700" b="1"/>
                        <a:t>IaaS (BYO Model)</a:t>
                      </a:r>
                      <a:endParaRPr lang="en-GB" sz="700"/>
                    </a:p>
                  </a:txBody>
                  <a:tcPr marL="37509" marR="37509" marT="18755" marB="18755" anchor="ctr"/>
                </a:tc>
                <a:tc>
                  <a:txBody>
                    <a:bodyPr/>
                    <a:lstStyle/>
                    <a:p>
                      <a:pPr>
                        <a:buNone/>
                      </a:pPr>
                      <a:r>
                        <a:rPr lang="en-GB" sz="700"/>
                        <a:t>❌ Customer</a:t>
                      </a:r>
                    </a:p>
                  </a:txBody>
                  <a:tcPr marL="37509" marR="37509" marT="18755" marB="18755" anchor="ctr"/>
                </a:tc>
                <a:tc>
                  <a:txBody>
                    <a:bodyPr/>
                    <a:lstStyle/>
                    <a:p>
                      <a:pPr>
                        <a:buNone/>
                      </a:pPr>
                      <a:r>
                        <a:rPr lang="en-GB" sz="700"/>
                        <a:t>❌ Customer</a:t>
                      </a:r>
                    </a:p>
                  </a:txBody>
                  <a:tcPr marL="37509" marR="37509" marT="18755" marB="18755" anchor="ctr"/>
                </a:tc>
                <a:tc>
                  <a:txBody>
                    <a:bodyPr/>
                    <a:lstStyle/>
                    <a:p>
                      <a:pPr>
                        <a:buNone/>
                      </a:pPr>
                      <a:r>
                        <a:rPr lang="en-GB" sz="700"/>
                        <a:t>❌ Customer</a:t>
                      </a:r>
                    </a:p>
                  </a:txBody>
                  <a:tcPr marL="37509" marR="37509" marT="18755" marB="18755" anchor="ctr"/>
                </a:tc>
                <a:extLst>
                  <a:ext uri="{0D108BD9-81ED-4DB2-BD59-A6C34878D82A}">
                    <a16:rowId xmlns:a16="http://schemas.microsoft.com/office/drawing/2014/main" val="973732913"/>
                  </a:ext>
                </a:extLst>
              </a:tr>
            </a:tbl>
          </a:graphicData>
        </a:graphic>
      </p:graphicFrame>
    </p:spTree>
    <p:extLst>
      <p:ext uri="{BB962C8B-B14F-4D97-AF65-F5344CB8AC3E}">
        <p14:creationId xmlns:p14="http://schemas.microsoft.com/office/powerpoint/2010/main" val="4284107938"/>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a:extLst>
            <a:ext uri="{FF2B5EF4-FFF2-40B4-BE49-F238E27FC236}">
              <a16:creationId xmlns:a16="http://schemas.microsoft.com/office/drawing/2014/main" id="{F2569492-41B2-8D5E-4983-7F6616CA086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04E73C2-0E44-A04C-B33B-1CBF720A8471}"/>
              </a:ext>
            </a:extLst>
          </p:cNvPr>
          <p:cNvSpPr txBox="1"/>
          <p:nvPr/>
        </p:nvSpPr>
        <p:spPr>
          <a:xfrm>
            <a:off x="731520" y="3657600"/>
            <a:ext cx="9144000" cy="9144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3300" b="1">
                <a:solidFill>
                  <a:srgbClr val="FFFFFF"/>
                </a:solidFill>
                <a:latin typeface="Segoe UI Semibold"/>
              </a:defRPr>
            </a:pPr>
            <a:r>
              <a:rPr kumimoji="0" sz="3300" b="1" i="0" u="none" strike="noStrike" kern="1200" cap="none" spc="0" normalizeH="0" baseline="0" noProof="0" dirty="0">
                <a:ln>
                  <a:noFill/>
                </a:ln>
                <a:solidFill>
                  <a:srgbClr val="FFFFFF"/>
                </a:solidFill>
                <a:effectLst/>
                <a:uLnTx/>
                <a:uFillTx/>
                <a:latin typeface="Segoe UI Semibold"/>
                <a:ea typeface="+mn-ea"/>
                <a:cs typeface="+mn-cs"/>
              </a:rPr>
              <a:t>Learning </a:t>
            </a:r>
            <a:r>
              <a:rPr lang="en-GB" sz="3300" b="1" dirty="0">
                <a:solidFill>
                  <a:srgbClr val="FFFFFF"/>
                </a:solidFill>
                <a:latin typeface="Segoe UI Semibold"/>
              </a:rPr>
              <a:t>3</a:t>
            </a:r>
            <a:endParaRPr kumimoji="0" sz="3300" b="1"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3" name="TextBox 2">
            <a:extLst>
              <a:ext uri="{FF2B5EF4-FFF2-40B4-BE49-F238E27FC236}">
                <a16:creationId xmlns:a16="http://schemas.microsoft.com/office/drawing/2014/main" id="{67AE8D0B-E578-1423-7C4F-1C61A609DBE1}"/>
              </a:ext>
            </a:extLst>
          </p:cNvPr>
          <p:cNvSpPr txBox="1"/>
          <p:nvPr/>
        </p:nvSpPr>
        <p:spPr>
          <a:xfrm>
            <a:off x="731520" y="4480560"/>
            <a:ext cx="9144000" cy="640080"/>
          </a:xfrm>
          <a:prstGeom prst="rect">
            <a:avLst/>
          </a:prstGeom>
          <a:noFill/>
        </p:spPr>
        <p:txBody>
          <a:bodyPr wrap="square" anchor="t"/>
          <a:lstStyle/>
          <a:p>
            <a:pPr lvl="0" defTabSz="457200">
              <a:defRPr sz="1800" b="0">
                <a:solidFill>
                  <a:srgbClr val="FFFFFF"/>
                </a:solidFill>
                <a:latin typeface="Segoe UI"/>
              </a:defRPr>
            </a:pPr>
            <a:r>
              <a:rPr lang="en-GB" dirty="0"/>
              <a:t>Human-in-the-loop responsibilities</a:t>
            </a:r>
            <a:endParaRPr kumimoji="0" lang="da-DK" sz="1800" b="0" i="0" u="none" strike="noStrike" kern="1200" cap="none" spc="0" normalizeH="0" baseline="0" noProof="0" dirty="0">
              <a:ln>
                <a:noFill/>
              </a:ln>
              <a:solidFill>
                <a:srgbClr val="FFFFFF"/>
              </a:solidFill>
              <a:effectLst/>
              <a:uLnTx/>
              <a:uFillTx/>
              <a:latin typeface="Segoe UI"/>
              <a:ea typeface="+mn-ea"/>
              <a:cs typeface="Segoe UI" panose="020B0502040204020203" pitchFamily="34" charset="0"/>
            </a:endParaRPr>
          </a:p>
        </p:txBody>
      </p:sp>
      <p:sp>
        <p:nvSpPr>
          <p:cNvPr id="4" name="Rectangle 3">
            <a:extLst>
              <a:ext uri="{FF2B5EF4-FFF2-40B4-BE49-F238E27FC236}">
                <a16:creationId xmlns:a16="http://schemas.microsoft.com/office/drawing/2014/main" id="{3B88ACE0-5D56-1EEF-41F5-FFFD0B86F747}"/>
              </a:ext>
            </a:extLst>
          </p:cNvPr>
          <p:cNvSpPr/>
          <p:nvPr/>
        </p:nvSpPr>
        <p:spPr>
          <a:xfrm>
            <a:off x="731520" y="5943600"/>
            <a:ext cx="10698480" cy="1828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8DF97BA7-ED60-59C6-54AA-C0AEE686AC8B}"/>
              </a:ext>
            </a:extLst>
          </p:cNvPr>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FFFFFF"/>
                </a:solidFill>
                <a:latin typeface="Segoe UI"/>
              </a:defRPr>
            </a:pPr>
            <a:r>
              <a:rPr kumimoji="0"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Tree>
    <p:extLst>
      <p:ext uri="{BB962C8B-B14F-4D97-AF65-F5344CB8AC3E}">
        <p14:creationId xmlns:p14="http://schemas.microsoft.com/office/powerpoint/2010/main" val="111223580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75CA5-0240-220A-8546-B1DB417C6C4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ECBB79A-2A51-14FF-67CF-4C77958BA187}"/>
              </a:ext>
            </a:extLst>
          </p:cNvPr>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0B9A46A2-18B6-D79B-A645-36C23FFAAACA}"/>
              </a:ext>
            </a:extLst>
          </p:cNvPr>
          <p:cNvSpPr txBox="1"/>
          <p:nvPr/>
        </p:nvSpPr>
        <p:spPr>
          <a:xfrm>
            <a:off x="640080" y="274320"/>
            <a:ext cx="10515600" cy="731520"/>
          </a:xfrm>
          <a:prstGeom prst="rect">
            <a:avLst/>
          </a:prstGeom>
          <a:noFill/>
        </p:spPr>
        <p:txBody>
          <a:bodyPr wrap="square" anchor="t"/>
          <a:lstStyle/>
          <a:p>
            <a:pPr lvl="0" defTabSz="457200">
              <a:defRPr sz="2400" b="1">
                <a:solidFill>
                  <a:srgbClr val="FFFFFF"/>
                </a:solidFill>
                <a:latin typeface="Segoe UI Semibold"/>
              </a:defRPr>
            </a:pPr>
            <a:r>
              <a:rPr lang="en-GB" dirty="0"/>
              <a:t>Human in Loop In Cycle</a:t>
            </a:r>
            <a:endParaRPr kumimoji="0" sz="2400" b="1"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4" name="Rectangle 3">
            <a:extLst>
              <a:ext uri="{FF2B5EF4-FFF2-40B4-BE49-F238E27FC236}">
                <a16:creationId xmlns:a16="http://schemas.microsoft.com/office/drawing/2014/main" id="{9A763739-1915-2C93-7BDB-332A93ABBB81}"/>
              </a:ext>
            </a:extLst>
          </p:cNvPr>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BC10D696-6ACF-DD29-E5AC-E4A61D8D7FD3}"/>
              </a:ext>
            </a:extLst>
          </p:cNvPr>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graphicFrame>
        <p:nvGraphicFramePr>
          <p:cNvPr id="8" name="Content Placeholder 5">
            <a:extLst>
              <a:ext uri="{FF2B5EF4-FFF2-40B4-BE49-F238E27FC236}">
                <a16:creationId xmlns:a16="http://schemas.microsoft.com/office/drawing/2014/main" id="{65E8DF0F-5EFD-B953-1E9A-CB3404279C48}"/>
              </a:ext>
            </a:extLst>
          </p:cNvPr>
          <p:cNvGraphicFramePr>
            <a:graphicFrameLocks/>
          </p:cNvGraphicFramePr>
          <p:nvPr>
            <p:extLst>
              <p:ext uri="{D42A27DB-BD31-4B8C-83A1-F6EECF244321}">
                <p14:modId xmlns:p14="http://schemas.microsoft.com/office/powerpoint/2010/main" val="3078591881"/>
              </p:ext>
            </p:extLst>
          </p:nvPr>
        </p:nvGraphicFramePr>
        <p:xfrm>
          <a:off x="1591089" y="3046279"/>
          <a:ext cx="9009822" cy="3004563"/>
        </p:xfrm>
        <a:graphic>
          <a:graphicData uri="http://schemas.openxmlformats.org/drawingml/2006/table">
            <a:tbl>
              <a:tblPr>
                <a:tableStyleId>{3B4B98B0-60AC-42C2-AFA5-B58CD77FA1E5}</a:tableStyleId>
              </a:tblPr>
              <a:tblGrid>
                <a:gridCol w="4504911">
                  <a:extLst>
                    <a:ext uri="{9D8B030D-6E8A-4147-A177-3AD203B41FA5}">
                      <a16:colId xmlns:a16="http://schemas.microsoft.com/office/drawing/2014/main" val="2281878299"/>
                    </a:ext>
                  </a:extLst>
                </a:gridCol>
                <a:gridCol w="4504911">
                  <a:extLst>
                    <a:ext uri="{9D8B030D-6E8A-4147-A177-3AD203B41FA5}">
                      <a16:colId xmlns:a16="http://schemas.microsoft.com/office/drawing/2014/main" val="1401067634"/>
                    </a:ext>
                  </a:extLst>
                </a:gridCol>
              </a:tblGrid>
              <a:tr h="364190">
                <a:tc>
                  <a:txBody>
                    <a:bodyPr/>
                    <a:lstStyle/>
                    <a:p>
                      <a:pPr>
                        <a:buNone/>
                      </a:pPr>
                      <a:r>
                        <a:rPr lang="en-GB" sz="900" b="1" dirty="0"/>
                        <a:t>Responsible AI Standard Goal</a:t>
                      </a:r>
                    </a:p>
                  </a:txBody>
                  <a:tcPr marL="46477" marR="46477" marT="23239" marB="23239" anchor="ctr">
                    <a:lnB w="9525" cap="flat" cmpd="sng" algn="ctr">
                      <a:solidFill>
                        <a:schemeClr val="tx1"/>
                      </a:solidFill>
                      <a:prstDash val="solid"/>
                      <a:round/>
                      <a:headEnd type="none" w="med" len="med"/>
                      <a:tailEnd type="none" w="med" len="med"/>
                    </a:lnB>
                  </a:tcPr>
                </a:tc>
                <a:tc>
                  <a:txBody>
                    <a:bodyPr/>
                    <a:lstStyle/>
                    <a:p>
                      <a:pPr>
                        <a:buNone/>
                      </a:pPr>
                      <a:r>
                        <a:rPr lang="en-GB" sz="900" b="1" dirty="0"/>
                        <a:t>Human-in-the-Loop Relevance</a:t>
                      </a:r>
                    </a:p>
                  </a:txBody>
                  <a:tcPr marL="46477" marR="46477" marT="23239" marB="23239" anchor="ctr">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0339700"/>
                  </a:ext>
                </a:extLst>
              </a:tr>
              <a:tr h="637331">
                <a:tc>
                  <a:txBody>
                    <a:bodyPr/>
                    <a:lstStyle/>
                    <a:p>
                      <a:pPr>
                        <a:buNone/>
                      </a:pPr>
                      <a:r>
                        <a:rPr lang="en-GB" sz="900" b="1" dirty="0"/>
                        <a:t>A1</a:t>
                      </a:r>
                      <a:r>
                        <a:rPr lang="en-GB" sz="900" dirty="0"/>
                        <a:t> – Impact Assessment</a:t>
                      </a:r>
                    </a:p>
                  </a:txBody>
                  <a:tcPr marL="46477" marR="46477" marT="23239" marB="23239" anchor="ctr">
                    <a:lnT w="9525" cap="flat" cmpd="sng" algn="ctr">
                      <a:solidFill>
                        <a:schemeClr val="tx1"/>
                      </a:solidFill>
                      <a:prstDash val="solid"/>
                      <a:round/>
                      <a:headEnd type="none" w="med" len="med"/>
                      <a:tailEnd type="none" w="med" len="med"/>
                    </a:lnT>
                  </a:tcPr>
                </a:tc>
                <a:tc>
                  <a:txBody>
                    <a:bodyPr/>
                    <a:lstStyle/>
                    <a:p>
                      <a:pPr>
                        <a:buNone/>
                      </a:pPr>
                      <a:r>
                        <a:rPr lang="en-GB" sz="900"/>
                        <a:t>Identify where humans are needed in the decision loop</a:t>
                      </a:r>
                    </a:p>
                  </a:txBody>
                  <a:tcPr marL="46477" marR="46477" marT="23239" marB="23239" anchor="ctr">
                    <a:lnT w="952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66744315"/>
                  </a:ext>
                </a:extLst>
              </a:tr>
              <a:tr h="637331">
                <a:tc>
                  <a:txBody>
                    <a:bodyPr/>
                    <a:lstStyle/>
                    <a:p>
                      <a:pPr>
                        <a:buNone/>
                      </a:pPr>
                      <a:r>
                        <a:rPr lang="en-GB" sz="900" b="1" dirty="0"/>
                        <a:t>A2</a:t>
                      </a:r>
                      <a:r>
                        <a:rPr lang="en-GB" sz="900" dirty="0"/>
                        <a:t> – Oversight of significant adverse impacts</a:t>
                      </a:r>
                    </a:p>
                  </a:txBody>
                  <a:tcPr marL="46477" marR="46477" marT="23239" marB="23239" anchor="ctr"/>
                </a:tc>
                <a:tc>
                  <a:txBody>
                    <a:bodyPr/>
                    <a:lstStyle/>
                    <a:p>
                      <a:pPr>
                        <a:buNone/>
                      </a:pPr>
                      <a:r>
                        <a:rPr lang="en-GB" sz="900" dirty="0"/>
                        <a:t>Humans must review and intervene on high-risk outputs</a:t>
                      </a:r>
                    </a:p>
                  </a:txBody>
                  <a:tcPr marL="46477" marR="46477" marT="23239" marB="23239" anchor="ctr"/>
                </a:tc>
                <a:extLst>
                  <a:ext uri="{0D108BD9-81ED-4DB2-BD59-A6C34878D82A}">
                    <a16:rowId xmlns:a16="http://schemas.microsoft.com/office/drawing/2014/main" val="184830037"/>
                  </a:ext>
                </a:extLst>
              </a:tr>
              <a:tr h="364190">
                <a:tc>
                  <a:txBody>
                    <a:bodyPr/>
                    <a:lstStyle/>
                    <a:p>
                      <a:pPr>
                        <a:buNone/>
                      </a:pPr>
                      <a:r>
                        <a:rPr lang="en-GB" sz="900" b="1"/>
                        <a:t>A3</a:t>
                      </a:r>
                      <a:r>
                        <a:rPr lang="en-GB" sz="900"/>
                        <a:t> – Fit for purpose</a:t>
                      </a:r>
                    </a:p>
                  </a:txBody>
                  <a:tcPr marL="46477" marR="46477" marT="23239" marB="23239" anchor="ctr"/>
                </a:tc>
                <a:tc>
                  <a:txBody>
                    <a:bodyPr/>
                    <a:lstStyle/>
                    <a:p>
                      <a:pPr>
                        <a:buNone/>
                      </a:pPr>
                      <a:r>
                        <a:rPr lang="en-GB" sz="900"/>
                        <a:t>Assess task complexity and </a:t>
                      </a:r>
                      <a:r>
                        <a:rPr lang="en-GB" sz="900" b="1"/>
                        <a:t>role of humans</a:t>
                      </a:r>
                      <a:endParaRPr lang="en-GB" sz="900"/>
                    </a:p>
                  </a:txBody>
                  <a:tcPr marL="46477" marR="46477" marT="23239" marB="23239" anchor="ctr"/>
                </a:tc>
                <a:extLst>
                  <a:ext uri="{0D108BD9-81ED-4DB2-BD59-A6C34878D82A}">
                    <a16:rowId xmlns:a16="http://schemas.microsoft.com/office/drawing/2014/main" val="2441976007"/>
                  </a:ext>
                </a:extLst>
              </a:tr>
              <a:tr h="637331">
                <a:tc>
                  <a:txBody>
                    <a:bodyPr/>
                    <a:lstStyle/>
                    <a:p>
                      <a:pPr>
                        <a:buNone/>
                      </a:pPr>
                      <a:r>
                        <a:rPr lang="en-GB" sz="900" b="1"/>
                        <a:t>A5</a:t>
                      </a:r>
                      <a:r>
                        <a:rPr lang="en-GB" sz="900"/>
                        <a:t> – Human oversight and control</a:t>
                      </a:r>
                    </a:p>
                  </a:txBody>
                  <a:tcPr marL="46477" marR="46477" marT="23239" marB="23239" anchor="ctr"/>
                </a:tc>
                <a:tc>
                  <a:txBody>
                    <a:bodyPr/>
                    <a:lstStyle/>
                    <a:p>
                      <a:pPr>
                        <a:buNone/>
                      </a:pPr>
                      <a:r>
                        <a:rPr lang="en-GB" sz="900" b="1"/>
                        <a:t>Explicitly requires</a:t>
                      </a:r>
                      <a:r>
                        <a:rPr lang="en-GB" sz="900"/>
                        <a:t> human ability to override, intervene, and control AI systems</a:t>
                      </a:r>
                    </a:p>
                  </a:txBody>
                  <a:tcPr marL="46477" marR="46477" marT="23239" marB="23239" anchor="ctr"/>
                </a:tc>
                <a:extLst>
                  <a:ext uri="{0D108BD9-81ED-4DB2-BD59-A6C34878D82A}">
                    <a16:rowId xmlns:a16="http://schemas.microsoft.com/office/drawing/2014/main" val="4211413"/>
                  </a:ext>
                </a:extLst>
              </a:tr>
              <a:tr h="364190">
                <a:tc>
                  <a:txBody>
                    <a:bodyPr/>
                    <a:lstStyle/>
                    <a:p>
                      <a:pPr>
                        <a:buNone/>
                      </a:pPr>
                      <a:r>
                        <a:rPr lang="en-GB" sz="900" b="1" dirty="0"/>
                        <a:t>T1</a:t>
                      </a:r>
                      <a:r>
                        <a:rPr lang="en-GB" sz="900" dirty="0"/>
                        <a:t> – System intelligibility for decision-making</a:t>
                      </a:r>
                    </a:p>
                  </a:txBody>
                  <a:tcPr marL="46477" marR="46477" marT="23239" marB="23239" anchor="ctr"/>
                </a:tc>
                <a:tc>
                  <a:txBody>
                    <a:bodyPr/>
                    <a:lstStyle/>
                    <a:p>
                      <a:pPr>
                        <a:buNone/>
                      </a:pPr>
                      <a:r>
                        <a:rPr lang="en-GB" sz="900" dirty="0"/>
                        <a:t>Humans can't oversee what they can't understand</a:t>
                      </a:r>
                    </a:p>
                  </a:txBody>
                  <a:tcPr marL="46477" marR="46477" marT="23239" marB="23239" anchor="ctr"/>
                </a:tc>
                <a:extLst>
                  <a:ext uri="{0D108BD9-81ED-4DB2-BD59-A6C34878D82A}">
                    <a16:rowId xmlns:a16="http://schemas.microsoft.com/office/drawing/2014/main" val="3651027067"/>
                  </a:ext>
                </a:extLst>
              </a:tr>
            </a:tbl>
          </a:graphicData>
        </a:graphic>
      </p:graphicFrame>
      <p:sp>
        <p:nvSpPr>
          <p:cNvPr id="38" name="TextBox 37">
            <a:extLst>
              <a:ext uri="{FF2B5EF4-FFF2-40B4-BE49-F238E27FC236}">
                <a16:creationId xmlns:a16="http://schemas.microsoft.com/office/drawing/2014/main" id="{CE19E2B6-DE39-A307-2AB3-27090671AC02}"/>
              </a:ext>
            </a:extLst>
          </p:cNvPr>
          <p:cNvSpPr txBox="1"/>
          <p:nvPr/>
        </p:nvSpPr>
        <p:spPr>
          <a:xfrm>
            <a:off x="510207" y="1724602"/>
            <a:ext cx="11083793" cy="646331"/>
          </a:xfrm>
          <a:prstGeom prst="rect">
            <a:avLst/>
          </a:prstGeom>
          <a:noFill/>
        </p:spPr>
        <p:txBody>
          <a:bodyPr wrap="square">
            <a:spAutoFit/>
          </a:bodyPr>
          <a:lstStyle/>
          <a:p>
            <a:pPr fontAlgn="t">
              <a:buNone/>
            </a:pPr>
            <a:r>
              <a:rPr lang="en-GB" b="0" i="0" dirty="0">
                <a:effectLst/>
                <a:latin typeface="Segoe UI" panose="020B0502040204020203" pitchFamily="34" charset="0"/>
              </a:rPr>
              <a:t>The RAI Standard explicitly defines </a:t>
            </a:r>
            <a:r>
              <a:rPr lang="en-GB" b="1" i="0" dirty="0">
                <a:effectLst/>
                <a:latin typeface="Segoe UI" panose="020B0502040204020203" pitchFamily="34" charset="0"/>
              </a:rPr>
              <a:t>Goal A5: Human Oversight and Control</a:t>
            </a:r>
            <a:r>
              <a:rPr lang="en-GB" b="0" i="0" dirty="0">
                <a:effectLst/>
                <a:latin typeface="Segoe UI" panose="020B0502040204020203" pitchFamily="34" charset="0"/>
              </a:rPr>
              <a:t> as one of the core Accountability requirements </a:t>
            </a:r>
          </a:p>
        </p:txBody>
      </p:sp>
    </p:spTree>
    <p:extLst>
      <p:ext uri="{BB962C8B-B14F-4D97-AF65-F5344CB8AC3E}">
        <p14:creationId xmlns:p14="http://schemas.microsoft.com/office/powerpoint/2010/main" val="310874404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CA589-7088-D40B-7B77-FD78C4B0E45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1595E86-AAF0-5464-7C5F-9439FF555229}"/>
              </a:ext>
            </a:extLst>
          </p:cNvPr>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7B622A61-6E88-7981-C4E9-AB3DEB214E66}"/>
              </a:ext>
            </a:extLst>
          </p:cNvPr>
          <p:cNvSpPr txBox="1"/>
          <p:nvPr/>
        </p:nvSpPr>
        <p:spPr>
          <a:xfrm>
            <a:off x="640080" y="274320"/>
            <a:ext cx="10515600" cy="731520"/>
          </a:xfrm>
          <a:prstGeom prst="rect">
            <a:avLst/>
          </a:prstGeom>
          <a:noFill/>
        </p:spPr>
        <p:txBody>
          <a:bodyPr wrap="square" anchor="t"/>
          <a:lstStyle/>
          <a:p>
            <a:pPr lvl="0" defTabSz="457200">
              <a:defRPr sz="2400" b="1">
                <a:solidFill>
                  <a:srgbClr val="FFFFFF"/>
                </a:solidFill>
                <a:latin typeface="Segoe UI Semibold"/>
              </a:defRPr>
            </a:pPr>
            <a:r>
              <a:rPr lang="en-GB" dirty="0"/>
              <a:t>Human in Loop Design</a:t>
            </a:r>
            <a:endParaRPr kumimoji="0" sz="2400" b="1"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4" name="Rectangle 3">
            <a:extLst>
              <a:ext uri="{FF2B5EF4-FFF2-40B4-BE49-F238E27FC236}">
                <a16:creationId xmlns:a16="http://schemas.microsoft.com/office/drawing/2014/main" id="{FD2B5B80-E70B-A341-248D-E736F9DF0516}"/>
              </a:ext>
            </a:extLst>
          </p:cNvPr>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77990593-EDAC-3FE0-0EA9-A152EBD057EC}"/>
              </a:ext>
            </a:extLst>
          </p:cNvPr>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38" name="TextBox 37">
            <a:extLst>
              <a:ext uri="{FF2B5EF4-FFF2-40B4-BE49-F238E27FC236}">
                <a16:creationId xmlns:a16="http://schemas.microsoft.com/office/drawing/2014/main" id="{476092A5-553A-1945-A4FE-50CFCDBB4769}"/>
              </a:ext>
            </a:extLst>
          </p:cNvPr>
          <p:cNvSpPr txBox="1"/>
          <p:nvPr/>
        </p:nvSpPr>
        <p:spPr>
          <a:xfrm>
            <a:off x="417442" y="1435608"/>
            <a:ext cx="11083793" cy="4909036"/>
          </a:xfrm>
          <a:prstGeom prst="rect">
            <a:avLst/>
          </a:prstGeom>
          <a:noFill/>
        </p:spPr>
        <p:txBody>
          <a:bodyPr wrap="square">
            <a:spAutoFit/>
          </a:bodyPr>
          <a:lstStyle/>
          <a:p>
            <a:pPr fontAlgn="t">
              <a:lnSpc>
                <a:spcPts val="1500"/>
              </a:lnSpc>
              <a:buNone/>
            </a:pPr>
            <a:r>
              <a:rPr lang="en-GB" dirty="0">
                <a:latin typeface="Segoe UI" panose="020B0502040204020203" pitchFamily="34" charset="0"/>
              </a:rPr>
              <a:t>This is the </a:t>
            </a:r>
            <a:r>
              <a:rPr lang="en-GB" b="1" dirty="0">
                <a:latin typeface="Segoe UI" panose="020B0502040204020203" pitchFamily="34" charset="0"/>
              </a:rPr>
              <a:t>most detailed technical guidance</a:t>
            </a:r>
            <a:r>
              <a:rPr lang="en-GB" dirty="0">
                <a:latin typeface="Segoe UI" panose="020B0502040204020203" pitchFamily="34" charset="0"/>
              </a:rPr>
              <a:t> on HITL patterns. Key sections:</a:t>
            </a:r>
          </a:p>
          <a:p>
            <a:pPr fontAlgn="t">
              <a:lnSpc>
                <a:spcPts val="1500"/>
              </a:lnSpc>
              <a:buNone/>
            </a:pPr>
            <a:endParaRPr lang="en-GB" dirty="0">
              <a:latin typeface="Segoe UI" panose="020B0502040204020203" pitchFamily="34" charset="0"/>
            </a:endParaRPr>
          </a:p>
          <a:p>
            <a:pPr fontAlgn="t">
              <a:lnSpc>
                <a:spcPct val="100000"/>
              </a:lnSpc>
              <a:buFont typeface="Arial" panose="020B0604020202020204" pitchFamily="34" charset="0"/>
              <a:buNone/>
            </a:pPr>
            <a:r>
              <a:rPr lang="en-GB" b="1" dirty="0">
                <a:latin typeface="Segoe UI" panose="020B0502040204020203" pitchFamily="34" charset="0"/>
              </a:rPr>
              <a:t>🔹 Escape hatches in agentic design</a:t>
            </a:r>
            <a:r>
              <a:rPr lang="en-GB" dirty="0">
                <a:latin typeface="Segoe UI" panose="020B0502040204020203" pitchFamily="34" charset="0"/>
              </a:rPr>
              <a:t> —</a:t>
            </a:r>
            <a:r>
              <a:rPr lang="en-GB" i="1" dirty="0">
                <a:latin typeface="Segoe UI" panose="020B0502040204020203" pitchFamily="34" charset="0"/>
              </a:rPr>
              <a:t>"Build escape hatches…implement mechanisms that allow human intervention or override at critical decision points“</a:t>
            </a:r>
          </a:p>
          <a:p>
            <a:pPr fontAlgn="t">
              <a:lnSpc>
                <a:spcPct val="100000"/>
              </a:lnSpc>
              <a:buFont typeface="Arial" panose="020B0604020202020204" pitchFamily="34" charset="0"/>
              <a:buNone/>
            </a:pPr>
            <a:endParaRPr lang="en-GB" dirty="0">
              <a:latin typeface="Segoe UI" panose="020B0502040204020203" pitchFamily="34" charset="0"/>
            </a:endParaRPr>
          </a:p>
          <a:p>
            <a:pPr fontAlgn="t">
              <a:lnSpc>
                <a:spcPct val="100000"/>
              </a:lnSpc>
              <a:buFont typeface="Arial" panose="020B0604020202020204" pitchFamily="34" charset="0"/>
              <a:buNone/>
            </a:pPr>
            <a:r>
              <a:rPr lang="en-GB" b="1" dirty="0">
                <a:latin typeface="Segoe UI" panose="020B0502040204020203" pitchFamily="34" charset="0"/>
              </a:rPr>
              <a:t>🔹 Coordinator agents</a:t>
            </a:r>
            <a:r>
              <a:rPr lang="en-GB" dirty="0">
                <a:latin typeface="Segoe UI" panose="020B0502040204020203" pitchFamily="34" charset="0"/>
              </a:rPr>
              <a:t> —</a:t>
            </a:r>
            <a:r>
              <a:rPr lang="en-GB" i="1" dirty="0">
                <a:latin typeface="Segoe UI" panose="020B0502040204020203" pitchFamily="34" charset="0"/>
              </a:rPr>
              <a:t>"Monitor task execution and escalate anomalies to human operators when predefined thresholds are exceeded“</a:t>
            </a:r>
          </a:p>
          <a:p>
            <a:pPr fontAlgn="t">
              <a:lnSpc>
                <a:spcPct val="100000"/>
              </a:lnSpc>
              <a:buFont typeface="Arial" panose="020B0604020202020204" pitchFamily="34" charset="0"/>
              <a:buNone/>
            </a:pPr>
            <a:endParaRPr lang="en-GB" dirty="0">
              <a:latin typeface="Segoe UI" panose="020B0502040204020203" pitchFamily="34" charset="0"/>
            </a:endParaRPr>
          </a:p>
          <a:p>
            <a:pPr fontAlgn="t">
              <a:lnSpc>
                <a:spcPct val="100000"/>
              </a:lnSpc>
              <a:buFont typeface="Arial" panose="020B0604020202020204" pitchFamily="34" charset="0"/>
              <a:buNone/>
            </a:pPr>
            <a:r>
              <a:rPr lang="en-GB" b="1" dirty="0">
                <a:latin typeface="Segoe UI" panose="020B0502040204020203" pitchFamily="34" charset="0"/>
              </a:rPr>
              <a:t>🔹 Human-in-the-loop checkpoints</a:t>
            </a:r>
            <a:r>
              <a:rPr lang="en-GB" dirty="0">
                <a:latin typeface="Segoe UI" panose="020B0502040204020203" pitchFamily="34" charset="0"/>
              </a:rPr>
              <a:t> —</a:t>
            </a:r>
            <a:r>
              <a:rPr lang="en-GB" i="1" dirty="0">
                <a:latin typeface="Segoe UI" panose="020B0502040204020203" pitchFamily="34" charset="0"/>
              </a:rPr>
              <a:t>"Agents pause execution for validation before proceeding with high-risk or high-impact actions“</a:t>
            </a:r>
          </a:p>
          <a:p>
            <a:pPr fontAlgn="t">
              <a:lnSpc>
                <a:spcPct val="100000"/>
              </a:lnSpc>
              <a:buFont typeface="Arial" panose="020B0604020202020204" pitchFamily="34" charset="0"/>
              <a:buNone/>
            </a:pPr>
            <a:endParaRPr lang="en-GB" dirty="0">
              <a:latin typeface="Segoe UI" panose="020B0502040204020203" pitchFamily="34" charset="0"/>
            </a:endParaRPr>
          </a:p>
          <a:p>
            <a:pPr fontAlgn="t">
              <a:lnSpc>
                <a:spcPct val="100000"/>
              </a:lnSpc>
              <a:buFont typeface="Arial" panose="020B0604020202020204" pitchFamily="34" charset="0"/>
              <a:buNone/>
            </a:pPr>
            <a:r>
              <a:rPr lang="en-GB" b="1" dirty="0">
                <a:latin typeface="Segoe UI" panose="020B0502040204020203" pitchFamily="34" charset="0"/>
              </a:rPr>
              <a:t>🔹 Interception points</a:t>
            </a:r>
            <a:r>
              <a:rPr lang="en-GB" dirty="0">
                <a:latin typeface="Segoe UI" panose="020B0502040204020203" pitchFamily="34" charset="0"/>
              </a:rPr>
              <a:t> —</a:t>
            </a:r>
            <a:r>
              <a:rPr lang="en-GB" i="1" dirty="0">
                <a:latin typeface="Segoe UI" panose="020B0502040204020203" pitchFamily="34" charset="0"/>
              </a:rPr>
              <a:t>"Build interception points at all critical junctures in the execution path, including routing decisions, resource allocation choices, and external system integrations“</a:t>
            </a:r>
          </a:p>
          <a:p>
            <a:pPr fontAlgn="t">
              <a:lnSpc>
                <a:spcPct val="100000"/>
              </a:lnSpc>
              <a:buFont typeface="Arial" panose="020B0604020202020204" pitchFamily="34" charset="0"/>
              <a:buNone/>
            </a:pPr>
            <a:endParaRPr lang="en-GB" dirty="0">
              <a:latin typeface="Segoe UI" panose="020B0502040204020203" pitchFamily="34" charset="0"/>
            </a:endParaRPr>
          </a:p>
          <a:p>
            <a:pPr fontAlgn="t">
              <a:lnSpc>
                <a:spcPct val="100000"/>
              </a:lnSpc>
              <a:buFont typeface="Arial" panose="020B0604020202020204" pitchFamily="34" charset="0"/>
              <a:buNone/>
            </a:pPr>
            <a:r>
              <a:rPr lang="en-GB" b="1" dirty="0">
                <a:latin typeface="Segoe UI" panose="020B0502040204020203" pitchFamily="34" charset="0"/>
              </a:rPr>
              <a:t>🔹 Agent complexity tiers</a:t>
            </a:r>
            <a:r>
              <a:rPr lang="en-GB" dirty="0">
                <a:latin typeface="Segoe UI" panose="020B0502040204020203" pitchFamily="34" charset="0"/>
              </a:rPr>
              <a:t>: </a:t>
            </a:r>
            <a:endParaRPr lang="en-GB" b="1" dirty="0">
              <a:latin typeface="Segoe UI" panose="020B0502040204020203" pitchFamily="34" charset="0"/>
            </a:endParaRPr>
          </a:p>
          <a:p>
            <a:pPr marL="752121" lvl="1" indent="-285750" fontAlgn="t">
              <a:lnSpc>
                <a:spcPct val="100000"/>
              </a:lnSpc>
              <a:buFont typeface="Arial" panose="020B0604020202020204" pitchFamily="34" charset="0"/>
              <a:buChar char="•"/>
            </a:pPr>
            <a:r>
              <a:rPr lang="en-GB" b="1" dirty="0">
                <a:latin typeface="Segoe UI" panose="020B0502040204020203" pitchFamily="34" charset="0"/>
              </a:rPr>
              <a:t>Retrieval agents</a:t>
            </a:r>
            <a:r>
              <a:rPr lang="en-GB" dirty="0">
                <a:latin typeface="Segoe UI" panose="020B0502040204020203" pitchFamily="34" charset="0"/>
              </a:rPr>
              <a:t> (read-only) → Focus on audit logging</a:t>
            </a:r>
          </a:p>
          <a:p>
            <a:pPr marL="752121" lvl="1" indent="-285750" fontAlgn="t">
              <a:lnSpc>
                <a:spcPct val="100000"/>
              </a:lnSpc>
              <a:buFont typeface="Arial" panose="020B0604020202020204" pitchFamily="34" charset="0"/>
              <a:buChar char="•"/>
            </a:pPr>
            <a:r>
              <a:rPr lang="en-GB" b="1" dirty="0">
                <a:latin typeface="Segoe UI" panose="020B0502040204020203" pitchFamily="34" charset="0"/>
              </a:rPr>
              <a:t>Task-based agents</a:t>
            </a:r>
            <a:r>
              <a:rPr lang="en-GB" dirty="0">
                <a:latin typeface="Segoe UI" panose="020B0502040204020203" pitchFamily="34" charset="0"/>
              </a:rPr>
              <a:t> (read/write) → Require authorization + transaction monitoring</a:t>
            </a:r>
          </a:p>
          <a:p>
            <a:pPr marL="752121" lvl="1" indent="-285750" fontAlgn="t">
              <a:lnSpc>
                <a:spcPct val="100000"/>
              </a:lnSpc>
              <a:buFont typeface="Arial" panose="020B0604020202020204" pitchFamily="34" charset="0"/>
              <a:buChar char="•"/>
            </a:pPr>
            <a:r>
              <a:rPr lang="en-GB" b="1" dirty="0">
                <a:latin typeface="Segoe UI" panose="020B0502040204020203" pitchFamily="34" charset="0"/>
              </a:rPr>
              <a:t>Fully autonomous agents</a:t>
            </a:r>
            <a:r>
              <a:rPr lang="en-GB" dirty="0">
                <a:latin typeface="Segoe UI" panose="020B0502040204020203" pitchFamily="34" charset="0"/>
              </a:rPr>
              <a:t> (multi-turn) → </a:t>
            </a:r>
            <a:r>
              <a:rPr lang="en-GB" b="1" dirty="0">
                <a:latin typeface="Segoe UI" panose="020B0502040204020203" pitchFamily="34" charset="0"/>
              </a:rPr>
              <a:t>Highest level of human oversight</a:t>
            </a:r>
            <a:endParaRPr lang="en-GB" dirty="0">
              <a:latin typeface="Segoe UI" panose="020B0502040204020203" pitchFamily="34" charset="0"/>
            </a:endParaRPr>
          </a:p>
        </p:txBody>
      </p:sp>
    </p:spTree>
    <p:extLst>
      <p:ext uri="{BB962C8B-B14F-4D97-AF65-F5344CB8AC3E}">
        <p14:creationId xmlns:p14="http://schemas.microsoft.com/office/powerpoint/2010/main" val="372067906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61E62-D05B-85B9-EB87-6A211448A09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A9ECBD1-827B-FA3A-1206-EB7350835272}"/>
              </a:ext>
            </a:extLst>
          </p:cNvPr>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16A88D78-2000-9E93-0531-BECA423D4804}"/>
              </a:ext>
            </a:extLst>
          </p:cNvPr>
          <p:cNvSpPr txBox="1"/>
          <p:nvPr/>
        </p:nvSpPr>
        <p:spPr>
          <a:xfrm>
            <a:off x="640080" y="274320"/>
            <a:ext cx="10515600" cy="731520"/>
          </a:xfrm>
          <a:prstGeom prst="rect">
            <a:avLst/>
          </a:prstGeom>
          <a:noFill/>
        </p:spPr>
        <p:txBody>
          <a:bodyPr wrap="square" anchor="t"/>
          <a:lstStyle/>
          <a:p>
            <a:pPr lvl="0" defTabSz="457200">
              <a:defRPr sz="2400" b="1">
                <a:solidFill>
                  <a:srgbClr val="FFFFFF"/>
                </a:solidFill>
                <a:latin typeface="Segoe UI Semibold"/>
              </a:defRPr>
            </a:pPr>
            <a:r>
              <a:rPr lang="en-GB" dirty="0"/>
              <a:t>Human in Loop Operating Models</a:t>
            </a:r>
            <a:endParaRPr kumimoji="0" sz="2400" b="1"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4" name="Rectangle 3">
            <a:extLst>
              <a:ext uri="{FF2B5EF4-FFF2-40B4-BE49-F238E27FC236}">
                <a16:creationId xmlns:a16="http://schemas.microsoft.com/office/drawing/2014/main" id="{CAAB61F9-2AAA-80CB-2345-7695BE6B2B2F}"/>
              </a:ext>
            </a:extLst>
          </p:cNvPr>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E4214983-D85A-DCA4-415F-F0AD81036C7A}"/>
              </a:ext>
            </a:extLst>
          </p:cNvPr>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graphicFrame>
        <p:nvGraphicFramePr>
          <p:cNvPr id="7" name="Table 6">
            <a:extLst>
              <a:ext uri="{FF2B5EF4-FFF2-40B4-BE49-F238E27FC236}">
                <a16:creationId xmlns:a16="http://schemas.microsoft.com/office/drawing/2014/main" id="{4483B6F8-DD51-9EB9-2E70-38977B964804}"/>
              </a:ext>
            </a:extLst>
          </p:cNvPr>
          <p:cNvGraphicFramePr>
            <a:graphicFrameLocks noGrp="1"/>
          </p:cNvGraphicFramePr>
          <p:nvPr>
            <p:extLst>
              <p:ext uri="{D42A27DB-BD31-4B8C-83A1-F6EECF244321}">
                <p14:modId xmlns:p14="http://schemas.microsoft.com/office/powerpoint/2010/main" val="194210351"/>
              </p:ext>
            </p:extLst>
          </p:nvPr>
        </p:nvGraphicFramePr>
        <p:xfrm>
          <a:off x="1190886" y="1823052"/>
          <a:ext cx="9809922" cy="3846228"/>
        </p:xfrm>
        <a:graphic>
          <a:graphicData uri="http://schemas.openxmlformats.org/drawingml/2006/table">
            <a:tbl>
              <a:tblPr>
                <a:tableStyleId>{69012ECD-51FC-41F1-AA8D-1B2483CD663E}</a:tableStyleId>
              </a:tblPr>
              <a:tblGrid>
                <a:gridCol w="2661824">
                  <a:extLst>
                    <a:ext uri="{9D8B030D-6E8A-4147-A177-3AD203B41FA5}">
                      <a16:colId xmlns:a16="http://schemas.microsoft.com/office/drawing/2014/main" val="2800362635"/>
                    </a:ext>
                  </a:extLst>
                </a:gridCol>
                <a:gridCol w="3433707">
                  <a:extLst>
                    <a:ext uri="{9D8B030D-6E8A-4147-A177-3AD203B41FA5}">
                      <a16:colId xmlns:a16="http://schemas.microsoft.com/office/drawing/2014/main" val="150705080"/>
                    </a:ext>
                  </a:extLst>
                </a:gridCol>
                <a:gridCol w="3714391">
                  <a:extLst>
                    <a:ext uri="{9D8B030D-6E8A-4147-A177-3AD203B41FA5}">
                      <a16:colId xmlns:a16="http://schemas.microsoft.com/office/drawing/2014/main" val="4004128493"/>
                    </a:ext>
                  </a:extLst>
                </a:gridCol>
              </a:tblGrid>
              <a:tr h="961557">
                <a:tc>
                  <a:txBody>
                    <a:bodyPr/>
                    <a:lstStyle/>
                    <a:p>
                      <a:pPr>
                        <a:buNone/>
                      </a:pPr>
                      <a:r>
                        <a:rPr lang="en-GB" sz="1900" b="1" dirty="0">
                          <a:solidFill>
                            <a:schemeClr val="tx1"/>
                          </a:solidFill>
                        </a:rPr>
                        <a:t>Role</a:t>
                      </a:r>
                    </a:p>
                  </a:txBody>
                  <a:tcPr marL="96149" marR="96149" marT="48075" marB="48075" anchor="ctr"/>
                </a:tc>
                <a:tc>
                  <a:txBody>
                    <a:bodyPr/>
                    <a:lstStyle/>
                    <a:p>
                      <a:pPr>
                        <a:buNone/>
                      </a:pPr>
                      <a:r>
                        <a:rPr lang="en-GB" sz="1900" b="1" dirty="0">
                          <a:solidFill>
                            <a:schemeClr val="tx1"/>
                          </a:solidFill>
                        </a:rPr>
                        <a:t>Responsibility</a:t>
                      </a:r>
                    </a:p>
                  </a:txBody>
                  <a:tcPr marL="96149" marR="96149" marT="48075" marB="48075" anchor="ctr"/>
                </a:tc>
                <a:tc>
                  <a:txBody>
                    <a:bodyPr/>
                    <a:lstStyle/>
                    <a:p>
                      <a:pPr>
                        <a:buNone/>
                      </a:pPr>
                      <a:r>
                        <a:rPr lang="en-GB" sz="1900" b="1" dirty="0">
                          <a:solidFill>
                            <a:schemeClr val="tx1"/>
                          </a:solidFill>
                        </a:rPr>
                        <a:t>Human Oversight Level</a:t>
                      </a:r>
                    </a:p>
                  </a:txBody>
                  <a:tcPr marL="96149" marR="96149" marT="48075" marB="48075" anchor="ctr"/>
                </a:tc>
                <a:extLst>
                  <a:ext uri="{0D108BD9-81ED-4DB2-BD59-A6C34878D82A}">
                    <a16:rowId xmlns:a16="http://schemas.microsoft.com/office/drawing/2014/main" val="4243064685"/>
                  </a:ext>
                </a:extLst>
              </a:tr>
              <a:tr h="961557">
                <a:tc>
                  <a:txBody>
                    <a:bodyPr/>
                    <a:lstStyle/>
                    <a:p>
                      <a:pPr>
                        <a:buNone/>
                      </a:pPr>
                      <a:r>
                        <a:rPr lang="en-GB" sz="1900" b="1" dirty="0">
                          <a:solidFill>
                            <a:schemeClr val="tx1"/>
                          </a:solidFill>
                        </a:rPr>
                        <a:t>Assistant</a:t>
                      </a:r>
                      <a:endParaRPr lang="en-GB" sz="1900" dirty="0">
                        <a:solidFill>
                          <a:schemeClr val="tx1"/>
                        </a:solidFill>
                      </a:endParaRPr>
                    </a:p>
                  </a:txBody>
                  <a:tcPr marL="96149" marR="96149" marT="48075" marB="48075" anchor="ctr"/>
                </a:tc>
                <a:tc>
                  <a:txBody>
                    <a:bodyPr/>
                    <a:lstStyle/>
                    <a:p>
                      <a:pPr>
                        <a:buNone/>
                      </a:pPr>
                      <a:r>
                        <a:rPr lang="en-GB" sz="1900">
                          <a:solidFill>
                            <a:schemeClr val="tx1"/>
                          </a:solidFill>
                        </a:rPr>
                        <a:t>AI supports</a:t>
                      </a:r>
                    </a:p>
                  </a:txBody>
                  <a:tcPr marL="96149" marR="96149" marT="48075" marB="48075" anchor="ctr"/>
                </a:tc>
                <a:tc>
                  <a:txBody>
                    <a:bodyPr/>
                    <a:lstStyle/>
                    <a:p>
                      <a:pPr>
                        <a:buNone/>
                      </a:pPr>
                      <a:r>
                        <a:rPr lang="en-GB" sz="1900">
                          <a:solidFill>
                            <a:schemeClr val="tx1"/>
                          </a:solidFill>
                        </a:rPr>
                        <a:t>Human leads, AI assists</a:t>
                      </a:r>
                    </a:p>
                  </a:txBody>
                  <a:tcPr marL="96149" marR="96149" marT="48075" marB="48075" anchor="ctr"/>
                </a:tc>
                <a:extLst>
                  <a:ext uri="{0D108BD9-81ED-4DB2-BD59-A6C34878D82A}">
                    <a16:rowId xmlns:a16="http://schemas.microsoft.com/office/drawing/2014/main" val="361465282"/>
                  </a:ext>
                </a:extLst>
              </a:tr>
              <a:tr h="961557">
                <a:tc>
                  <a:txBody>
                    <a:bodyPr/>
                    <a:lstStyle/>
                    <a:p>
                      <a:pPr>
                        <a:buNone/>
                      </a:pPr>
                      <a:r>
                        <a:rPr lang="en-GB" sz="1900" b="1" dirty="0">
                          <a:solidFill>
                            <a:schemeClr val="tx1"/>
                          </a:solidFill>
                        </a:rPr>
                        <a:t>Teammate</a:t>
                      </a:r>
                      <a:endParaRPr lang="en-GB" sz="1900" dirty="0">
                        <a:solidFill>
                          <a:schemeClr val="tx1"/>
                        </a:solidFill>
                      </a:endParaRPr>
                    </a:p>
                  </a:txBody>
                  <a:tcPr marL="96149" marR="96149" marT="48075" marB="48075" anchor="ctr"/>
                </a:tc>
                <a:tc>
                  <a:txBody>
                    <a:bodyPr/>
                    <a:lstStyle/>
                    <a:p>
                      <a:pPr>
                        <a:buNone/>
                      </a:pPr>
                      <a:r>
                        <a:rPr lang="en-GB" sz="1900" dirty="0">
                          <a:solidFill>
                            <a:schemeClr val="tx1"/>
                          </a:solidFill>
                        </a:rPr>
                        <a:t>AI + human co-own</a:t>
                      </a:r>
                    </a:p>
                  </a:txBody>
                  <a:tcPr marL="96149" marR="96149" marT="48075" marB="48075" anchor="ctr"/>
                </a:tc>
                <a:tc>
                  <a:txBody>
                    <a:bodyPr/>
                    <a:lstStyle/>
                    <a:p>
                      <a:pPr>
                        <a:buNone/>
                      </a:pPr>
                      <a:r>
                        <a:rPr lang="en-GB" sz="1900">
                          <a:solidFill>
                            <a:schemeClr val="tx1"/>
                          </a:solidFill>
                        </a:rPr>
                        <a:t>Shared decision-making</a:t>
                      </a:r>
                    </a:p>
                  </a:txBody>
                  <a:tcPr marL="96149" marR="96149" marT="48075" marB="48075" anchor="ctr"/>
                </a:tc>
                <a:extLst>
                  <a:ext uri="{0D108BD9-81ED-4DB2-BD59-A6C34878D82A}">
                    <a16:rowId xmlns:a16="http://schemas.microsoft.com/office/drawing/2014/main" val="3942696476"/>
                  </a:ext>
                </a:extLst>
              </a:tr>
              <a:tr h="961557">
                <a:tc>
                  <a:txBody>
                    <a:bodyPr/>
                    <a:lstStyle/>
                    <a:p>
                      <a:pPr>
                        <a:buNone/>
                      </a:pPr>
                      <a:r>
                        <a:rPr lang="en-GB" sz="1900" b="1" dirty="0">
                          <a:solidFill>
                            <a:schemeClr val="tx1"/>
                          </a:solidFill>
                        </a:rPr>
                        <a:t>Operator</a:t>
                      </a:r>
                      <a:endParaRPr lang="en-GB" sz="1900" dirty="0">
                        <a:solidFill>
                          <a:schemeClr val="tx1"/>
                        </a:solidFill>
                      </a:endParaRPr>
                    </a:p>
                  </a:txBody>
                  <a:tcPr marL="96149" marR="96149" marT="48075" marB="48075" anchor="ctr"/>
                </a:tc>
                <a:tc>
                  <a:txBody>
                    <a:bodyPr/>
                    <a:lstStyle/>
                    <a:p>
                      <a:pPr>
                        <a:buNone/>
                      </a:pPr>
                      <a:r>
                        <a:rPr lang="en-GB" sz="1900" dirty="0">
                          <a:solidFill>
                            <a:schemeClr val="tx1"/>
                          </a:solidFill>
                        </a:rPr>
                        <a:t>AI runs, human reviews</a:t>
                      </a:r>
                    </a:p>
                  </a:txBody>
                  <a:tcPr marL="96149" marR="96149" marT="48075" marB="48075" anchor="ctr"/>
                </a:tc>
                <a:tc>
                  <a:txBody>
                    <a:bodyPr/>
                    <a:lstStyle/>
                    <a:p>
                      <a:pPr>
                        <a:buNone/>
                      </a:pPr>
                      <a:r>
                        <a:rPr lang="en-GB" sz="1900" dirty="0">
                          <a:solidFill>
                            <a:schemeClr val="tx1"/>
                          </a:solidFill>
                        </a:rPr>
                        <a:t>Human validates outputs</a:t>
                      </a:r>
                    </a:p>
                  </a:txBody>
                  <a:tcPr marL="96149" marR="96149" marT="48075" marB="48075" anchor="ctr"/>
                </a:tc>
                <a:extLst>
                  <a:ext uri="{0D108BD9-81ED-4DB2-BD59-A6C34878D82A}">
                    <a16:rowId xmlns:a16="http://schemas.microsoft.com/office/drawing/2014/main" val="1885985663"/>
                  </a:ext>
                </a:extLst>
              </a:tr>
            </a:tbl>
          </a:graphicData>
        </a:graphic>
      </p:graphicFrame>
    </p:spTree>
    <p:extLst>
      <p:ext uri="{BB962C8B-B14F-4D97-AF65-F5344CB8AC3E}">
        <p14:creationId xmlns:p14="http://schemas.microsoft.com/office/powerpoint/2010/main" val="115895142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3033-B601-0526-3EE0-19C355413567}"/>
            </a:ext>
          </a:extLst>
        </p:cNvPr>
        <p:cNvGrpSpPr/>
        <p:nvPr/>
      </p:nvGrpSpPr>
      <p:grpSpPr>
        <a:xfrm>
          <a:off x="0" y="0"/>
          <a:ext cx="0" cy="0"/>
          <a:chOff x="0" y="0"/>
          <a:chExt cx="0" cy="0"/>
        </a:xfrm>
      </p:grpSpPr>
      <p:sp>
        <p:nvSpPr>
          <p:cNvPr id="2" name="Header Bar"/>
          <p:cNvSpPr/>
          <p:nvPr/>
        </p:nvSpPr>
        <p:spPr>
          <a:xfrm>
            <a:off x="0" y="0"/>
            <a:ext cx="12191695" cy="1188720"/>
          </a:xfrm>
          <a:prstGeom prst="rect">
            <a:avLst/>
          </a:prstGeom>
          <a:solidFill>
            <a:srgbClr val="243A5E"/>
          </a:solidFill>
          <a:ln>
            <a:noFill/>
          </a:ln>
        </p:spPr>
        <p:txBody>
          <a:bodyPr rtlCol="0" anchor="ctr"/>
          <a:lstStyle/>
          <a:p>
            <a:endParaRPr lang="en-US"/>
          </a:p>
        </p:txBody>
      </p:sp>
      <p:sp>
        <p:nvSpPr>
          <p:cNvPr id="3" name="Title"/>
          <p:cNvSpPr txBox="1"/>
          <p:nvPr/>
        </p:nvSpPr>
        <p:spPr>
          <a:xfrm>
            <a:off x="640080" y="274320"/>
            <a:ext cx="10515600" cy="731520"/>
          </a:xfrm>
          <a:prstGeom prst="rect">
            <a:avLst/>
          </a:prstGeom>
          <a:noFill/>
        </p:spPr>
        <p:txBody>
          <a:bodyPr wrap="square" anchor="t"/>
          <a:lstStyle/>
          <a:p>
            <a:pPr algn="l"/>
            <a:r>
              <a:rPr lang="en-US" sz="2400" b="1">
                <a:solidFill>
                  <a:srgbClr val="FFFFFF"/>
                </a:solidFill>
                <a:latin typeface="Segoe UI Semibold"/>
              </a:rPr>
              <a:t>Human In The Loop (HITL)</a:t>
            </a:r>
          </a:p>
        </p:txBody>
      </p:sp>
      <p:sp>
        <p:nvSpPr>
          <p:cNvPr id="4" name="Gold Line"/>
          <p:cNvSpPr/>
          <p:nvPr/>
        </p:nvSpPr>
        <p:spPr>
          <a:xfrm>
            <a:off x="0" y="1188720"/>
            <a:ext cx="12191695" cy="64008"/>
          </a:xfrm>
          <a:prstGeom prst="rect">
            <a:avLst/>
          </a:prstGeom>
          <a:solidFill>
            <a:srgbClr val="FFB900"/>
          </a:solidFill>
          <a:ln>
            <a:noFill/>
          </a:ln>
        </p:spPr>
        <p:txBody>
          <a:bodyPr rtlCol="0" anchor="ctr"/>
          <a:lstStyle/>
          <a:p>
            <a:endParaRPr lang="en-US"/>
          </a:p>
        </p:txBody>
      </p:sp>
      <p:sp>
        <p:nvSpPr>
          <p:cNvPr id="10" name="Subtitle"/>
          <p:cNvSpPr txBox="1"/>
          <p:nvPr/>
        </p:nvSpPr>
        <p:spPr>
          <a:xfrm>
            <a:off x="900000" y="1380000"/>
            <a:ext cx="10392000" cy="300000"/>
          </a:xfrm>
          <a:prstGeom prst="rect">
            <a:avLst/>
          </a:prstGeom>
          <a:noFill/>
        </p:spPr>
        <p:txBody>
          <a:bodyPr wrap="square" anchor="b"/>
          <a:lstStyle/>
          <a:p>
            <a:pPr algn="l"/>
            <a:r>
              <a:rPr lang="en-US" sz="1100" b="1" spc="150">
                <a:solidFill>
                  <a:srgbClr val="243A5E"/>
                </a:solidFill>
                <a:latin typeface="Segoe UI Semibold"/>
              </a:rPr>
              <a:t>HUMAN-IN-THE-LOOP RESPONSIBILITIES</a:t>
            </a:r>
          </a:p>
        </p:txBody>
      </p:sp>
      <p:sp>
        <p:nvSpPr>
          <p:cNvPr id="23" name="Row1 BG"/>
          <p:cNvSpPr/>
          <p:nvPr/>
        </p:nvSpPr>
        <p:spPr>
          <a:xfrm>
            <a:off x="900000" y="1750000"/>
            <a:ext cx="10392000" cy="900000"/>
          </a:xfrm>
          <a:prstGeom prst="roundRect">
            <a:avLst>
              <a:gd name="adj" fmla="val 4000"/>
            </a:avLst>
          </a:prstGeom>
          <a:solidFill>
            <a:srgbClr val="F4F6F8"/>
          </a:solidFill>
          <a:ln>
            <a:noFill/>
          </a:ln>
        </p:spPr>
        <p:txBody>
          <a:bodyPr/>
          <a:lstStyle/>
          <a:p>
            <a:endParaRPr lang="en-US"/>
          </a:p>
        </p:txBody>
      </p:sp>
      <p:sp>
        <p:nvSpPr>
          <p:cNvPr id="11" name="PreDeploy Label"/>
          <p:cNvSpPr/>
          <p:nvPr/>
        </p:nvSpPr>
        <p:spPr>
          <a:xfrm>
            <a:off x="1050000" y="1850000"/>
            <a:ext cx="2000000" cy="340000"/>
          </a:xfrm>
          <a:prstGeom prst="roundRect">
            <a:avLst>
              <a:gd name="adj" fmla="val 16000"/>
            </a:avLst>
          </a:prstGeom>
          <a:solidFill>
            <a:srgbClr val="243A5E"/>
          </a:solidFill>
          <a:ln>
            <a:noFill/>
          </a:ln>
        </p:spPr>
        <p:txBody>
          <a:bodyPr wrap="square" anchor="ctr"/>
          <a:lstStyle/>
          <a:p>
            <a:pPr algn="ctr"/>
            <a:r>
              <a:rPr lang="en-US" sz="1100" b="1" spc="80">
                <a:solidFill>
                  <a:srgbClr val="FFFFFF"/>
                </a:solidFill>
                <a:latin typeface="Segoe UI Semibold"/>
              </a:rPr>
              <a:t>PRE-DEPLOY</a:t>
            </a:r>
          </a:p>
        </p:txBody>
      </p:sp>
      <p:sp>
        <p:nvSpPr>
          <p:cNvPr id="15" name="PreDeploy Desc"/>
          <p:cNvSpPr txBox="1"/>
          <p:nvPr/>
        </p:nvSpPr>
        <p:spPr>
          <a:xfrm>
            <a:off x="3250000" y="1800000"/>
            <a:ext cx="7800000" cy="800000"/>
          </a:xfrm>
          <a:prstGeom prst="rect">
            <a:avLst/>
          </a:prstGeom>
          <a:noFill/>
        </p:spPr>
        <p:txBody>
          <a:bodyPr wrap="square" lIns="91440" tIns="45720" rIns="91440" bIns="45720" anchor="ctr"/>
          <a:lstStyle/>
          <a:p>
            <a:pPr marL="171450" indent="-171450">
              <a:lnSpc>
                <a:spcPts val="1800"/>
              </a:lnSpc>
              <a:buFont typeface="Arial"/>
              <a:buChar char="•"/>
            </a:pPr>
            <a:r>
              <a:rPr lang="en-US" sz="1100">
                <a:solidFill>
                  <a:srgbClr val="333333"/>
                </a:solidFill>
                <a:latin typeface="Segoe UI"/>
              </a:rPr>
              <a:t>Impact Assessment (role of humans)</a:t>
            </a:r>
          </a:p>
          <a:p>
            <a:pPr marL="171450" indent="-171450">
              <a:lnSpc>
                <a:spcPts val="1800"/>
              </a:lnSpc>
              <a:buFont typeface="Arial"/>
              <a:buChar char="•"/>
            </a:pPr>
            <a:r>
              <a:rPr lang="en-US" sz="1100">
                <a:solidFill>
                  <a:srgbClr val="333333"/>
                </a:solidFill>
                <a:latin typeface="Segoe UI"/>
              </a:rPr>
              <a:t>Risk classification (A5 oversight)</a:t>
            </a:r>
          </a:p>
          <a:p>
            <a:pPr marL="171450" indent="-171450">
              <a:lnSpc>
                <a:spcPts val="1800"/>
              </a:lnSpc>
              <a:buFont typeface="Arial"/>
              <a:buChar char="•"/>
            </a:pPr>
            <a:r>
              <a:rPr lang="en-US" sz="1100">
                <a:solidFill>
                  <a:srgbClr val="333333"/>
                </a:solidFill>
                <a:latin typeface="Segoe UI"/>
              </a:rPr>
              <a:t>Pre-deployment safety evaluations</a:t>
            </a:r>
          </a:p>
        </p:txBody>
      </p:sp>
      <p:sp>
        <p:nvSpPr>
          <p:cNvPr id="24" name="Row2 BG"/>
          <p:cNvSpPr/>
          <p:nvPr/>
        </p:nvSpPr>
        <p:spPr>
          <a:xfrm>
            <a:off x="900000" y="2730000"/>
            <a:ext cx="10392000" cy="1040000"/>
          </a:xfrm>
          <a:prstGeom prst="roundRect">
            <a:avLst>
              <a:gd name="adj" fmla="val 3500"/>
            </a:avLst>
          </a:prstGeom>
          <a:solidFill>
            <a:srgbClr val="FFFFFF"/>
          </a:solidFill>
          <a:ln w="9525">
            <a:solidFill>
              <a:srgbClr val="E8EAED"/>
            </a:solidFill>
          </a:ln>
        </p:spPr>
        <p:txBody>
          <a:bodyPr/>
          <a:lstStyle/>
          <a:p>
            <a:endParaRPr lang="en-US"/>
          </a:p>
        </p:txBody>
      </p:sp>
      <p:sp>
        <p:nvSpPr>
          <p:cNvPr id="12" name="Runtime Label"/>
          <p:cNvSpPr/>
          <p:nvPr/>
        </p:nvSpPr>
        <p:spPr>
          <a:xfrm>
            <a:off x="1050000" y="2860000"/>
            <a:ext cx="2000000" cy="340000"/>
          </a:xfrm>
          <a:prstGeom prst="roundRect">
            <a:avLst>
              <a:gd name="adj" fmla="val 16000"/>
            </a:avLst>
          </a:prstGeom>
          <a:solidFill>
            <a:srgbClr val="243A5E"/>
          </a:solidFill>
          <a:ln>
            <a:noFill/>
          </a:ln>
        </p:spPr>
        <p:txBody>
          <a:bodyPr wrap="square" anchor="ctr"/>
          <a:lstStyle/>
          <a:p>
            <a:pPr algn="ctr"/>
            <a:r>
              <a:rPr lang="en-US" sz="1100" b="1" spc="80">
                <a:solidFill>
                  <a:srgbClr val="FFFFFF"/>
                </a:solidFill>
                <a:latin typeface="Segoe UI Semibold"/>
              </a:rPr>
              <a:t>AT RUNTIME</a:t>
            </a:r>
          </a:p>
        </p:txBody>
      </p:sp>
      <p:sp>
        <p:nvSpPr>
          <p:cNvPr id="16" name="Runtime Desc"/>
          <p:cNvSpPr txBox="1"/>
          <p:nvPr/>
        </p:nvSpPr>
        <p:spPr>
          <a:xfrm>
            <a:off x="3250000" y="2770000"/>
            <a:ext cx="7800000" cy="960000"/>
          </a:xfrm>
          <a:prstGeom prst="rect">
            <a:avLst/>
          </a:prstGeom>
          <a:noFill/>
        </p:spPr>
        <p:txBody>
          <a:bodyPr wrap="square" lIns="91440" tIns="45720" rIns="91440" bIns="45720" anchor="ctr"/>
          <a:lstStyle/>
          <a:p>
            <a:pPr marL="171450" indent="-171450">
              <a:lnSpc>
                <a:spcPts val="1800"/>
              </a:lnSpc>
              <a:buFont typeface="Arial"/>
              <a:buChar char="•"/>
            </a:pPr>
            <a:r>
              <a:rPr lang="en-US" sz="1100">
                <a:solidFill>
                  <a:srgbClr val="333333"/>
                </a:solidFill>
                <a:latin typeface="Segoe UI"/>
              </a:rPr>
              <a:t>Approval checkpoints (AG-UI)</a:t>
            </a:r>
          </a:p>
          <a:p>
            <a:pPr marL="171450" indent="-171450">
              <a:lnSpc>
                <a:spcPts val="1800"/>
              </a:lnSpc>
              <a:buFont typeface="Arial"/>
              <a:buChar char="•"/>
            </a:pPr>
            <a:r>
              <a:rPr lang="en-US" sz="1100">
                <a:solidFill>
                  <a:srgbClr val="333333"/>
                </a:solidFill>
                <a:latin typeface="Segoe UI"/>
              </a:rPr>
              <a:t>Escape hatches at decision points</a:t>
            </a:r>
          </a:p>
          <a:p>
            <a:pPr marL="171450" indent="-171450">
              <a:lnSpc>
                <a:spcPts val="1800"/>
              </a:lnSpc>
              <a:buFont typeface="Arial"/>
              <a:buChar char="•"/>
            </a:pPr>
            <a:r>
              <a:rPr lang="en-US" sz="1100">
                <a:solidFill>
                  <a:srgbClr val="333333"/>
                </a:solidFill>
                <a:latin typeface="Segoe UI"/>
              </a:rPr>
              <a:t>Coordinator agents → escalate</a:t>
            </a:r>
          </a:p>
          <a:p>
            <a:pPr marL="171450" indent="-171450">
              <a:lnSpc>
                <a:spcPts val="1800"/>
              </a:lnSpc>
              <a:buFont typeface="Arial"/>
              <a:buChar char="•"/>
            </a:pPr>
            <a:r>
              <a:rPr lang="en-US" sz="1100">
                <a:solidFill>
                  <a:srgbClr val="333333"/>
                </a:solidFill>
                <a:latin typeface="Segoe UI"/>
              </a:rPr>
              <a:t>Permission boundaries &amp; sandboxing</a:t>
            </a:r>
          </a:p>
        </p:txBody>
      </p:sp>
      <p:sp>
        <p:nvSpPr>
          <p:cNvPr id="25" name="Row3 BG"/>
          <p:cNvSpPr/>
          <p:nvPr/>
        </p:nvSpPr>
        <p:spPr>
          <a:xfrm>
            <a:off x="900000" y="3850000"/>
            <a:ext cx="10392000" cy="1040000"/>
          </a:xfrm>
          <a:prstGeom prst="roundRect">
            <a:avLst>
              <a:gd name="adj" fmla="val 3500"/>
            </a:avLst>
          </a:prstGeom>
          <a:solidFill>
            <a:srgbClr val="F4F6F8"/>
          </a:solidFill>
          <a:ln>
            <a:noFill/>
          </a:ln>
        </p:spPr>
        <p:txBody>
          <a:bodyPr/>
          <a:lstStyle/>
          <a:p>
            <a:endParaRPr lang="en-US"/>
          </a:p>
        </p:txBody>
      </p:sp>
      <p:sp>
        <p:nvSpPr>
          <p:cNvPr id="13" name="PostDeploy Label"/>
          <p:cNvSpPr/>
          <p:nvPr/>
        </p:nvSpPr>
        <p:spPr>
          <a:xfrm>
            <a:off x="1050000" y="3980000"/>
            <a:ext cx="2000000" cy="340000"/>
          </a:xfrm>
          <a:prstGeom prst="roundRect">
            <a:avLst>
              <a:gd name="adj" fmla="val 16000"/>
            </a:avLst>
          </a:prstGeom>
          <a:solidFill>
            <a:srgbClr val="243A5E"/>
          </a:solidFill>
          <a:ln>
            <a:noFill/>
          </a:ln>
        </p:spPr>
        <p:txBody>
          <a:bodyPr wrap="square" anchor="ctr"/>
          <a:lstStyle/>
          <a:p>
            <a:pPr algn="ctr"/>
            <a:r>
              <a:rPr lang="en-US" sz="1100" b="1" spc="80">
                <a:solidFill>
                  <a:srgbClr val="FFFFFF"/>
                </a:solidFill>
                <a:latin typeface="Segoe UI Semibold"/>
              </a:rPr>
              <a:t>POST-DEPLOY</a:t>
            </a:r>
          </a:p>
        </p:txBody>
      </p:sp>
      <p:sp>
        <p:nvSpPr>
          <p:cNvPr id="18" name="PostDeploy Desc"/>
          <p:cNvSpPr txBox="1"/>
          <p:nvPr/>
        </p:nvSpPr>
        <p:spPr>
          <a:xfrm>
            <a:off x="3250000" y="3890000"/>
            <a:ext cx="7800000" cy="960000"/>
          </a:xfrm>
          <a:prstGeom prst="rect">
            <a:avLst/>
          </a:prstGeom>
          <a:noFill/>
        </p:spPr>
        <p:txBody>
          <a:bodyPr wrap="square" lIns="91440" tIns="45720" rIns="91440" bIns="45720" anchor="ctr"/>
          <a:lstStyle/>
          <a:p>
            <a:pPr marL="171450" indent="-171450">
              <a:lnSpc>
                <a:spcPts val="1800"/>
              </a:lnSpc>
              <a:buFont typeface="Arial"/>
              <a:buChar char="•"/>
            </a:pPr>
            <a:r>
              <a:rPr lang="en-US" sz="1100">
                <a:solidFill>
                  <a:srgbClr val="333333"/>
                </a:solidFill>
                <a:latin typeface="Segoe UI"/>
              </a:rPr>
              <a:t>Continuous monitoring &amp; alerting</a:t>
            </a:r>
          </a:p>
          <a:p>
            <a:pPr marL="171450" indent="-171450">
              <a:lnSpc>
                <a:spcPts val="1800"/>
              </a:lnSpc>
              <a:buFont typeface="Arial"/>
              <a:buChar char="•"/>
            </a:pPr>
            <a:r>
              <a:rPr lang="en-US" sz="1100">
                <a:solidFill>
                  <a:srgbClr val="333333"/>
                </a:solidFill>
                <a:latin typeface="Segoe UI"/>
              </a:rPr>
              <a:t>Drift detection → human review</a:t>
            </a:r>
          </a:p>
          <a:p>
            <a:pPr marL="171450" indent="-171450">
              <a:lnSpc>
                <a:spcPts val="1800"/>
              </a:lnSpc>
              <a:buFont typeface="Arial"/>
              <a:buChar char="•"/>
            </a:pPr>
            <a:r>
              <a:rPr lang="en-US" sz="1100">
                <a:solidFill>
                  <a:srgbClr val="333333"/>
                </a:solidFill>
                <a:latin typeface="Segoe UI"/>
              </a:rPr>
              <a:t>Incident response &amp; remediation</a:t>
            </a:r>
          </a:p>
          <a:p>
            <a:pPr marL="171450" indent="-171450">
              <a:lnSpc>
                <a:spcPts val="1800"/>
              </a:lnSpc>
              <a:buFont typeface="Arial"/>
              <a:buChar char="•"/>
            </a:pPr>
            <a:r>
              <a:rPr lang="en-US" sz="1100">
                <a:solidFill>
                  <a:srgbClr val="333333"/>
                </a:solidFill>
                <a:latin typeface="Segoe UI"/>
              </a:rPr>
              <a:t>Periodic reassessment &amp; audits</a:t>
            </a:r>
          </a:p>
        </p:txBody>
      </p:sp>
      <p:sp>
        <p:nvSpPr>
          <p:cNvPr id="26" name="Row4 BG"/>
          <p:cNvSpPr/>
          <p:nvPr/>
        </p:nvSpPr>
        <p:spPr>
          <a:xfrm>
            <a:off x="900000" y="4970000"/>
            <a:ext cx="10392000" cy="1040000"/>
          </a:xfrm>
          <a:prstGeom prst="roundRect">
            <a:avLst>
              <a:gd name="adj" fmla="val 3500"/>
            </a:avLst>
          </a:prstGeom>
          <a:solidFill>
            <a:srgbClr val="FFFFFF"/>
          </a:solidFill>
          <a:ln w="9525">
            <a:solidFill>
              <a:srgbClr val="E8EAED"/>
            </a:solidFill>
          </a:ln>
        </p:spPr>
        <p:txBody>
          <a:bodyPr/>
          <a:lstStyle/>
          <a:p>
            <a:endParaRPr lang="en-US"/>
          </a:p>
        </p:txBody>
      </p:sp>
      <p:sp>
        <p:nvSpPr>
          <p:cNvPr id="14" name="Governance Label"/>
          <p:cNvSpPr/>
          <p:nvPr/>
        </p:nvSpPr>
        <p:spPr>
          <a:xfrm>
            <a:off x="1050000" y="5100000"/>
            <a:ext cx="2000000" cy="340000"/>
          </a:xfrm>
          <a:prstGeom prst="roundRect">
            <a:avLst>
              <a:gd name="adj" fmla="val 16000"/>
            </a:avLst>
          </a:prstGeom>
          <a:solidFill>
            <a:srgbClr val="243A5E"/>
          </a:solidFill>
          <a:ln>
            <a:noFill/>
          </a:ln>
        </p:spPr>
        <p:txBody>
          <a:bodyPr wrap="square" anchor="ctr"/>
          <a:lstStyle/>
          <a:p>
            <a:pPr algn="ctr"/>
            <a:r>
              <a:rPr lang="en-US" sz="1100" b="1" spc="80">
                <a:solidFill>
                  <a:srgbClr val="FFFFFF"/>
                </a:solidFill>
                <a:latin typeface="Segoe UI Semibold"/>
              </a:rPr>
              <a:t>GOVERNANCE</a:t>
            </a:r>
          </a:p>
        </p:txBody>
      </p:sp>
      <p:sp>
        <p:nvSpPr>
          <p:cNvPr id="19" name="Governance Desc"/>
          <p:cNvSpPr txBox="1"/>
          <p:nvPr/>
        </p:nvSpPr>
        <p:spPr>
          <a:xfrm>
            <a:off x="3250000" y="5010000"/>
            <a:ext cx="7800000" cy="960000"/>
          </a:xfrm>
          <a:prstGeom prst="rect">
            <a:avLst/>
          </a:prstGeom>
          <a:noFill/>
        </p:spPr>
        <p:txBody>
          <a:bodyPr wrap="square" lIns="91440" tIns="45720" rIns="91440" bIns="45720" anchor="ctr"/>
          <a:lstStyle/>
          <a:p>
            <a:pPr marL="171450" indent="-171450">
              <a:lnSpc>
                <a:spcPts val="1800"/>
              </a:lnSpc>
              <a:buFont typeface="Arial"/>
              <a:buChar char="•"/>
            </a:pPr>
            <a:r>
              <a:rPr lang="en-US" sz="1100">
                <a:solidFill>
                  <a:srgbClr val="333333"/>
                </a:solidFill>
                <a:latin typeface="Segoe UI"/>
              </a:rPr>
              <a:t>RAI Committee sign-off</a:t>
            </a:r>
          </a:p>
          <a:p>
            <a:pPr marL="171450" indent="-171450">
              <a:lnSpc>
                <a:spcPts val="1800"/>
              </a:lnSpc>
              <a:buFont typeface="Arial"/>
              <a:buChar char="•"/>
            </a:pPr>
            <a:r>
              <a:rPr lang="en-US" sz="1100">
                <a:solidFill>
                  <a:srgbClr val="333333"/>
                </a:solidFill>
                <a:latin typeface="Segoe UI"/>
              </a:rPr>
              <a:t>RACI matrix with human owners</a:t>
            </a:r>
          </a:p>
          <a:p>
            <a:pPr marL="171450" indent="-171450">
              <a:lnSpc>
                <a:spcPts val="1800"/>
              </a:lnSpc>
              <a:buFont typeface="Arial"/>
              <a:buChar char="•"/>
            </a:pPr>
            <a:r>
              <a:rPr lang="en-US" sz="1100">
                <a:solidFill>
                  <a:srgbClr val="333333"/>
                </a:solidFill>
                <a:latin typeface="Segoe UI"/>
              </a:rPr>
              <a:t>“Be the Pilot” — human in charge</a:t>
            </a:r>
          </a:p>
          <a:p>
            <a:pPr marL="171450" indent="-171450">
              <a:lnSpc>
                <a:spcPts val="1800"/>
              </a:lnSpc>
              <a:buFont typeface="Arial"/>
              <a:buChar char="•"/>
            </a:pPr>
            <a:r>
              <a:rPr lang="en-US" sz="1100">
                <a:solidFill>
                  <a:srgbClr val="333333"/>
                </a:solidFill>
                <a:latin typeface="Segoe UI"/>
              </a:rPr>
              <a:t>Agent retirement decisions</a:t>
            </a:r>
          </a:p>
        </p:txBody>
      </p:sp>
      <p:sp>
        <p:nvSpPr>
          <p:cNvPr id="6" name="Footer"/>
          <p:cNvSpPr txBox="1"/>
          <p:nvPr/>
        </p:nvSpPr>
        <p:spPr>
          <a:xfrm>
            <a:off x="4114800" y="6446520"/>
            <a:ext cx="3931920" cy="320040"/>
          </a:xfrm>
          <a:prstGeom prst="rect">
            <a:avLst/>
          </a:prstGeom>
          <a:noFill/>
        </p:spPr>
        <p:txBody>
          <a:bodyPr wrap="square" anchor="t"/>
          <a:lstStyle/>
          <a:p>
            <a:pPr algn="ctr"/>
            <a:r>
              <a:rPr lang="en-US" sz="800">
                <a:solidFill>
                  <a:srgbClr val="737373"/>
                </a:solidFill>
                <a:latin typeface="Segoe UI"/>
              </a:rPr>
              <a:t>Microsoft Confidential</a:t>
            </a:r>
          </a:p>
        </p:txBody>
      </p:sp>
    </p:spTree>
    <p:extLst>
      <p:ext uri="{BB962C8B-B14F-4D97-AF65-F5344CB8AC3E}">
        <p14:creationId xmlns:p14="http://schemas.microsoft.com/office/powerpoint/2010/main" val="73141143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a:extLst>
            <a:ext uri="{FF2B5EF4-FFF2-40B4-BE49-F238E27FC236}">
              <a16:creationId xmlns:a16="http://schemas.microsoft.com/office/drawing/2014/main" id="{D6D82DCA-4DE3-EEFB-6E91-3A1B1521DEC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9D457A5-F58D-8D96-E11F-DA15518E1CB2}"/>
              </a:ext>
            </a:extLst>
          </p:cNvPr>
          <p:cNvSpPr txBox="1"/>
          <p:nvPr/>
        </p:nvSpPr>
        <p:spPr>
          <a:xfrm>
            <a:off x="731520" y="3657600"/>
            <a:ext cx="9144000" cy="9144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3300" b="1">
                <a:solidFill>
                  <a:srgbClr val="FFFFFF"/>
                </a:solidFill>
                <a:latin typeface="Segoe UI Semibold"/>
              </a:defRPr>
            </a:pPr>
            <a:r>
              <a:rPr kumimoji="0" sz="3300" b="1" i="0" u="none" strike="noStrike" kern="1200" cap="none" spc="0" normalizeH="0" baseline="0" noProof="0" dirty="0">
                <a:ln>
                  <a:noFill/>
                </a:ln>
                <a:solidFill>
                  <a:srgbClr val="FFFFFF"/>
                </a:solidFill>
                <a:effectLst/>
                <a:uLnTx/>
                <a:uFillTx/>
                <a:latin typeface="Segoe UI Semibold"/>
                <a:ea typeface="+mn-ea"/>
                <a:cs typeface="+mn-cs"/>
              </a:rPr>
              <a:t>Learning </a:t>
            </a:r>
            <a:r>
              <a:rPr lang="en-GB" sz="3300" b="1" dirty="0">
                <a:solidFill>
                  <a:srgbClr val="FFFFFF"/>
                </a:solidFill>
                <a:latin typeface="Segoe UI Semibold"/>
              </a:rPr>
              <a:t>4</a:t>
            </a:r>
            <a:endParaRPr kumimoji="0" sz="3300" b="1"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3" name="TextBox 2">
            <a:extLst>
              <a:ext uri="{FF2B5EF4-FFF2-40B4-BE49-F238E27FC236}">
                <a16:creationId xmlns:a16="http://schemas.microsoft.com/office/drawing/2014/main" id="{C6D95FDF-6AB8-D50F-57B5-016BD040E8F5}"/>
              </a:ext>
            </a:extLst>
          </p:cNvPr>
          <p:cNvSpPr txBox="1"/>
          <p:nvPr/>
        </p:nvSpPr>
        <p:spPr>
          <a:xfrm>
            <a:off x="731520" y="4480560"/>
            <a:ext cx="9144000" cy="640080"/>
          </a:xfrm>
          <a:prstGeom prst="rect">
            <a:avLst/>
          </a:prstGeom>
          <a:noFill/>
        </p:spPr>
        <p:txBody>
          <a:bodyPr wrap="square" anchor="t"/>
          <a:lstStyle/>
          <a:p>
            <a:pPr lvl="0" defTabSz="457200">
              <a:defRPr sz="1800" b="0">
                <a:solidFill>
                  <a:srgbClr val="FFFFFF"/>
                </a:solidFill>
                <a:latin typeface="Segoe UI"/>
              </a:defRPr>
            </a:pPr>
            <a:r>
              <a:rPr lang="en-GB" dirty="0"/>
              <a:t>Cross-cloud ownership model</a:t>
            </a:r>
            <a:endParaRPr kumimoji="0" lang="da-DK" sz="1800" b="0" i="0" u="none" strike="noStrike" kern="1200" cap="none" spc="0" normalizeH="0" baseline="0" noProof="0" dirty="0">
              <a:ln>
                <a:noFill/>
              </a:ln>
              <a:solidFill>
                <a:srgbClr val="FFFFFF"/>
              </a:solidFill>
              <a:effectLst/>
              <a:uLnTx/>
              <a:uFillTx/>
              <a:latin typeface="Segoe UI"/>
              <a:ea typeface="+mn-ea"/>
              <a:cs typeface="Segoe UI" panose="020B0502040204020203" pitchFamily="34" charset="0"/>
            </a:endParaRPr>
          </a:p>
        </p:txBody>
      </p:sp>
      <p:sp>
        <p:nvSpPr>
          <p:cNvPr id="4" name="Rectangle 3">
            <a:extLst>
              <a:ext uri="{FF2B5EF4-FFF2-40B4-BE49-F238E27FC236}">
                <a16:creationId xmlns:a16="http://schemas.microsoft.com/office/drawing/2014/main" id="{D55F71DD-95AA-31C6-D200-911852C91E98}"/>
              </a:ext>
            </a:extLst>
          </p:cNvPr>
          <p:cNvSpPr/>
          <p:nvPr/>
        </p:nvSpPr>
        <p:spPr>
          <a:xfrm>
            <a:off x="731520" y="5943600"/>
            <a:ext cx="10698480" cy="1828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7F83327D-F057-B785-02A4-DB402D9FA1DA}"/>
              </a:ext>
            </a:extLst>
          </p:cNvPr>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FFFFFF"/>
                </a:solidFill>
                <a:latin typeface="Segoe UI"/>
              </a:defRPr>
            </a:pPr>
            <a:r>
              <a:rPr kumimoji="0"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Tree>
    <p:extLst>
      <p:ext uri="{BB962C8B-B14F-4D97-AF65-F5344CB8AC3E}">
        <p14:creationId xmlns:p14="http://schemas.microsoft.com/office/powerpoint/2010/main" val="778896603"/>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p:cNvSpPr/>
          <p:nvPr/>
        </p:nvSpPr>
        <p:spPr>
          <a:xfrm>
            <a:off x="0" y="0"/>
            <a:ext cx="12191695" cy="1188720"/>
          </a:xfrm>
          <a:prstGeom prst="rect">
            <a:avLst/>
          </a:prstGeom>
          <a:solidFill>
            <a:srgbClr val="243A5E"/>
          </a:solidFill>
          <a:ln>
            <a:noFill/>
          </a:ln>
        </p:spPr>
        <p:txBody>
          <a:bodyPr rtlCol="0" anchor="ctr"/>
          <a:lstStyle/>
          <a:p>
            <a:endParaRPr lang="en-US"/>
          </a:p>
        </p:txBody>
      </p:sp>
      <p:sp>
        <p:nvSpPr>
          <p:cNvPr id="3" name="Title"/>
          <p:cNvSpPr txBox="1"/>
          <p:nvPr/>
        </p:nvSpPr>
        <p:spPr>
          <a:xfrm>
            <a:off x="640080" y="274320"/>
            <a:ext cx="10515600" cy="731520"/>
          </a:xfrm>
          <a:prstGeom prst="rect">
            <a:avLst/>
          </a:prstGeom>
          <a:noFill/>
        </p:spPr>
        <p:txBody>
          <a:bodyPr wrap="square" anchor="t"/>
          <a:lstStyle/>
          <a:p>
            <a:pPr algn="l"/>
            <a:r>
              <a:rPr lang="en-US" sz="2400" b="1">
                <a:solidFill>
                  <a:srgbClr val="FFFFFF"/>
                </a:solidFill>
                <a:latin typeface="Segoe UI Semibold"/>
              </a:rPr>
              <a:t>Microsoft Cross-Cloud Ownership Model</a:t>
            </a:r>
          </a:p>
        </p:txBody>
      </p:sp>
      <p:sp>
        <p:nvSpPr>
          <p:cNvPr id="4" name="Gold Line"/>
          <p:cNvSpPr/>
          <p:nvPr/>
        </p:nvSpPr>
        <p:spPr>
          <a:xfrm>
            <a:off x="0" y="1188720"/>
            <a:ext cx="12191695" cy="64008"/>
          </a:xfrm>
          <a:prstGeom prst="rect">
            <a:avLst/>
          </a:prstGeom>
          <a:solidFill>
            <a:srgbClr val="FFB900"/>
          </a:solidFill>
          <a:ln>
            <a:noFill/>
          </a:ln>
        </p:spPr>
        <p:txBody>
          <a:bodyPr rtlCol="0" anchor="ctr"/>
          <a:lstStyle/>
          <a:p>
            <a:endParaRPr lang="en-US"/>
          </a:p>
        </p:txBody>
      </p:sp>
      <p:sp>
        <p:nvSpPr>
          <p:cNvPr id="5" name="Dark BG"/>
          <p:cNvSpPr/>
          <p:nvPr/>
        </p:nvSpPr>
        <p:spPr>
          <a:xfrm>
            <a:off x="0" y="1252728"/>
            <a:ext cx="12192000" cy="5605272"/>
          </a:xfrm>
          <a:prstGeom prst="rect">
            <a:avLst/>
          </a:prstGeom>
          <a:solidFill>
            <a:srgbClr val="141E30"/>
          </a:solidFill>
          <a:ln>
            <a:noFill/>
          </a:ln>
        </p:spPr>
        <p:txBody>
          <a:bodyPr/>
          <a:lstStyle/>
          <a:p>
            <a:endParaRPr lang="en-US"/>
          </a:p>
        </p:txBody>
      </p:sp>
      <p:sp>
        <p:nvSpPr>
          <p:cNvPr id="7" name="Azure"/>
          <p:cNvSpPr/>
          <p:nvPr/>
        </p:nvSpPr>
        <p:spPr>
          <a:xfrm>
            <a:off x="1246000" y="1420000"/>
            <a:ext cx="3100000" cy="920000"/>
          </a:xfrm>
          <a:prstGeom prst="roundRect">
            <a:avLst>
              <a:gd name="adj" fmla="val 6000"/>
            </a:avLst>
          </a:prstGeom>
          <a:solidFill>
            <a:srgbClr val="2E6AAF"/>
          </a:solidFill>
          <a:ln>
            <a:noFill/>
          </a:ln>
        </p:spPr>
        <p:txBody>
          <a:bodyPr wrap="square" lIns="91440" tIns="54864" rIns="91440" bIns="54864" anchor="ctr"/>
          <a:lstStyle/>
          <a:p>
            <a:pPr algn="ctr">
              <a:spcAft>
                <a:spcPts val="300"/>
              </a:spcAft>
            </a:pPr>
            <a:r>
              <a:rPr lang="en-US" sz="2000" b="1">
                <a:solidFill>
                  <a:srgbClr val="FFFFFF"/>
                </a:solidFill>
                <a:latin typeface="Segoe UI Semibold"/>
              </a:rPr>
              <a:t>AZURE</a:t>
            </a:r>
          </a:p>
          <a:p>
            <a:pPr algn="ctr"/>
            <a:r>
              <a:rPr lang="en-US" sz="1100">
                <a:solidFill>
                  <a:srgbClr val="B8D4F0"/>
                </a:solidFill>
                <a:latin typeface="Segoe UI"/>
              </a:rPr>
              <a:t>OpenAI · AI Foundry · ML</a:t>
            </a:r>
          </a:p>
        </p:txBody>
      </p:sp>
      <p:sp>
        <p:nvSpPr>
          <p:cNvPr id="8" name="AWS"/>
          <p:cNvSpPr/>
          <p:nvPr/>
        </p:nvSpPr>
        <p:spPr>
          <a:xfrm>
            <a:off x="4546000" y="1420000"/>
            <a:ext cx="3100000" cy="920000"/>
          </a:xfrm>
          <a:prstGeom prst="roundRect">
            <a:avLst>
              <a:gd name="adj" fmla="val 6000"/>
            </a:avLst>
          </a:prstGeom>
          <a:solidFill>
            <a:srgbClr val="2E6AAF"/>
          </a:solidFill>
          <a:ln>
            <a:noFill/>
          </a:ln>
        </p:spPr>
        <p:txBody>
          <a:bodyPr wrap="square" lIns="91440" tIns="54864" rIns="91440" bIns="54864" anchor="ctr"/>
          <a:lstStyle/>
          <a:p>
            <a:pPr algn="ctr">
              <a:spcAft>
                <a:spcPts val="300"/>
              </a:spcAft>
            </a:pPr>
            <a:r>
              <a:rPr lang="en-US" sz="2000" b="1">
                <a:solidFill>
                  <a:srgbClr val="FFFFFF"/>
                </a:solidFill>
                <a:latin typeface="Segoe UI Semibold"/>
              </a:rPr>
              <a:t>AWS</a:t>
            </a:r>
          </a:p>
          <a:p>
            <a:pPr algn="ctr"/>
            <a:r>
              <a:rPr lang="en-US" sz="1100">
                <a:solidFill>
                  <a:srgbClr val="B8D4F0"/>
                </a:solidFill>
                <a:latin typeface="Segoe UI"/>
              </a:rPr>
              <a:t>Bedrock</a:t>
            </a:r>
          </a:p>
        </p:txBody>
      </p:sp>
      <p:sp>
        <p:nvSpPr>
          <p:cNvPr id="9" name="GCP"/>
          <p:cNvSpPr/>
          <p:nvPr/>
        </p:nvSpPr>
        <p:spPr>
          <a:xfrm>
            <a:off x="7846000" y="1420000"/>
            <a:ext cx="3100000" cy="920000"/>
          </a:xfrm>
          <a:prstGeom prst="roundRect">
            <a:avLst>
              <a:gd name="adj" fmla="val 6000"/>
            </a:avLst>
          </a:prstGeom>
          <a:solidFill>
            <a:srgbClr val="2E6AAF"/>
          </a:solidFill>
          <a:ln>
            <a:noFill/>
          </a:ln>
        </p:spPr>
        <p:txBody>
          <a:bodyPr wrap="square" lIns="91440" tIns="54864" rIns="91440" bIns="54864" anchor="ctr"/>
          <a:lstStyle/>
          <a:p>
            <a:pPr algn="ctr">
              <a:spcAft>
                <a:spcPts val="300"/>
              </a:spcAft>
            </a:pPr>
            <a:r>
              <a:rPr lang="en-US" sz="2000" b="1">
                <a:solidFill>
                  <a:srgbClr val="FFFFFF"/>
                </a:solidFill>
                <a:latin typeface="Segoe UI Semibold"/>
              </a:rPr>
              <a:t>GCP</a:t>
            </a:r>
          </a:p>
          <a:p>
            <a:pPr algn="ctr"/>
            <a:r>
              <a:rPr lang="en-US" sz="1100">
                <a:solidFill>
                  <a:srgbClr val="B8D4F0"/>
                </a:solidFill>
                <a:latin typeface="Segoe UI"/>
              </a:rPr>
              <a:t>Vertex AI</a:t>
            </a:r>
          </a:p>
        </p:txBody>
      </p:sp>
      <p:cxnSp>
        <p:nvCxnSpPr>
          <p:cNvPr id="30" name="CnxAzure"/>
          <p:cNvCxnSpPr/>
          <p:nvPr/>
        </p:nvCxnSpPr>
        <p:spPr>
          <a:xfrm>
            <a:off x="2796000" y="2340000"/>
            <a:ext cx="3300000" cy="280000"/>
          </a:xfrm>
          <a:prstGeom prst="line">
            <a:avLst/>
          </a:prstGeom>
          <a:ln w="31750" cap="rnd">
            <a:solidFill>
              <a:srgbClr val="FFB900"/>
            </a:solidFill>
            <a:tailEnd type="triangle" w="lg" len="lg"/>
          </a:ln>
        </p:spPr>
      </p:cxnSp>
      <p:cxnSp>
        <p:nvCxnSpPr>
          <p:cNvPr id="31" name="CnxAWS"/>
          <p:cNvCxnSpPr/>
          <p:nvPr/>
        </p:nvCxnSpPr>
        <p:spPr>
          <a:xfrm>
            <a:off x="6096000" y="2340000"/>
            <a:ext cx="1" cy="280000"/>
          </a:xfrm>
          <a:prstGeom prst="line">
            <a:avLst/>
          </a:prstGeom>
          <a:ln w="31750" cap="rnd">
            <a:solidFill>
              <a:srgbClr val="FFB900"/>
            </a:solidFill>
            <a:tailEnd type="triangle" w="lg" len="lg"/>
          </a:ln>
        </p:spPr>
      </p:cxnSp>
      <p:cxnSp>
        <p:nvCxnSpPr>
          <p:cNvPr id="32" name="CnxGCP"/>
          <p:cNvCxnSpPr/>
          <p:nvPr/>
        </p:nvCxnSpPr>
        <p:spPr>
          <a:xfrm flipH="1">
            <a:off x="6096000" y="2340000"/>
            <a:ext cx="3300000" cy="280000"/>
          </a:xfrm>
          <a:prstGeom prst="line">
            <a:avLst/>
          </a:prstGeom>
          <a:ln w="31750" cap="rnd">
            <a:solidFill>
              <a:srgbClr val="FFB900"/>
            </a:solidFill>
            <a:tailEnd type="triangle" w="lg" len="lg"/>
          </a:ln>
        </p:spPr>
      </p:cxnSp>
      <p:sp>
        <p:nvSpPr>
          <p:cNvPr id="33" name="CP Title"/>
          <p:cNvSpPr txBox="1"/>
          <p:nvPr/>
        </p:nvSpPr>
        <p:spPr>
          <a:xfrm>
            <a:off x="1246000" y="2680000"/>
            <a:ext cx="9700000" cy="400000"/>
          </a:xfrm>
          <a:prstGeom prst="rect">
            <a:avLst/>
          </a:prstGeom>
          <a:noFill/>
        </p:spPr>
        <p:txBody>
          <a:bodyPr wrap="square" anchor="ctr"/>
          <a:lstStyle/>
          <a:p>
            <a:pPr algn="l"/>
            <a:r>
              <a:rPr lang="en-US" sz="2000" b="1" spc="250">
                <a:solidFill>
                  <a:srgbClr val="FFFFFF"/>
                </a:solidFill>
                <a:latin typeface="Segoe UI Semibold"/>
              </a:rPr>
              <a:t>UNIFIED CONTROL PLANE</a:t>
            </a:r>
          </a:p>
        </p:txBody>
      </p:sp>
      <p:sp>
        <p:nvSpPr>
          <p:cNvPr id="34" name="CP Underline"/>
          <p:cNvSpPr/>
          <p:nvPr/>
        </p:nvSpPr>
        <p:spPr>
          <a:xfrm>
            <a:off x="1246000" y="3090000"/>
            <a:ext cx="9700000" cy="24000"/>
          </a:xfrm>
          <a:prstGeom prst="rect">
            <a:avLst/>
          </a:prstGeom>
          <a:solidFill>
            <a:srgbClr val="FFB900"/>
          </a:solidFill>
          <a:ln>
            <a:noFill/>
          </a:ln>
        </p:spPr>
        <p:txBody>
          <a:bodyPr/>
          <a:lstStyle/>
          <a:p>
            <a:endParaRPr lang="en-US"/>
          </a:p>
        </p:txBody>
      </p:sp>
      <p:sp>
        <p:nvSpPr>
          <p:cNvPr id="35" name="Cat Panel"/>
          <p:cNvSpPr/>
          <p:nvPr/>
        </p:nvSpPr>
        <p:spPr>
          <a:xfrm>
            <a:off x="1100000" y="3180000"/>
            <a:ext cx="9992000" cy="1620000"/>
          </a:xfrm>
          <a:prstGeom prst="roundRect">
            <a:avLst>
              <a:gd name="adj" fmla="val 3000"/>
            </a:avLst>
          </a:prstGeom>
          <a:solidFill>
            <a:srgbClr val="1E3350"/>
          </a:solidFill>
          <a:ln>
            <a:noFill/>
          </a:ln>
        </p:spPr>
        <p:txBody>
          <a:bodyPr/>
          <a:lstStyle/>
          <a:p>
            <a:endParaRPr lang="en-US"/>
          </a:p>
        </p:txBody>
      </p:sp>
      <p:sp>
        <p:nvSpPr>
          <p:cNvPr id="36" name="Observe Circle"/>
          <p:cNvSpPr/>
          <p:nvPr/>
        </p:nvSpPr>
        <p:spPr>
          <a:xfrm>
            <a:off x="1320000" y="3260000"/>
            <a:ext cx="400000" cy="400000"/>
          </a:xfrm>
          <a:prstGeom prst="ellipse">
            <a:avLst/>
          </a:prstGeom>
          <a:solidFill>
            <a:srgbClr val="FFB900"/>
          </a:solidFill>
          <a:ln>
            <a:noFill/>
          </a:ln>
        </p:spPr>
        <p:txBody>
          <a:bodyPr wrap="square" lIns="0" tIns="0" rIns="0" bIns="0" anchor="ctr"/>
          <a:lstStyle/>
          <a:p>
            <a:pPr algn="ctr"/>
            <a:r>
              <a:rPr lang="en-US" sz="1600" b="1">
                <a:solidFill>
                  <a:srgbClr val="141E30"/>
                </a:solidFill>
                <a:latin typeface="Segoe UI Semibold"/>
              </a:rPr>
              <a:t>O</a:t>
            </a:r>
          </a:p>
        </p:txBody>
      </p:sp>
      <p:sp>
        <p:nvSpPr>
          <p:cNvPr id="37" name="Observe Text"/>
          <p:cNvSpPr txBox="1"/>
          <p:nvPr/>
        </p:nvSpPr>
        <p:spPr>
          <a:xfrm>
            <a:off x="1860000" y="3250000"/>
            <a:ext cx="8900000" cy="420000"/>
          </a:xfrm>
          <a:prstGeom prst="rect">
            <a:avLst/>
          </a:prstGeom>
          <a:noFill/>
        </p:spPr>
        <p:txBody>
          <a:bodyPr wrap="square" lIns="91440" tIns="27432" rIns="91440" bIns="27432" anchor="ctr"/>
          <a:lstStyle/>
          <a:p>
            <a:pPr>
              <a:spcAft>
                <a:spcPts val="100"/>
              </a:spcAft>
            </a:pPr>
            <a:r>
              <a:rPr lang="en-US" sz="1400" b="1">
                <a:solidFill>
                  <a:srgbClr val="FFFFFF"/>
                </a:solidFill>
                <a:latin typeface="Segoe UI Semibold"/>
              </a:rPr>
              <a:t>OBSERVE</a:t>
            </a:r>
          </a:p>
          <a:p>
            <a:r>
              <a:rPr lang="en-US" sz="1000">
                <a:solidFill>
                  <a:srgbClr val="8FA8C8"/>
                </a:solidFill>
                <a:latin typeface="Segoe UI"/>
              </a:rPr>
              <a:t>Agent 365 Registry   ·   Defender AI-SPM (cross-cloud)   ·   AI BOM discovery</a:t>
            </a:r>
          </a:p>
        </p:txBody>
      </p:sp>
      <p:sp>
        <p:nvSpPr>
          <p:cNvPr id="38" name="Govern Circle"/>
          <p:cNvSpPr/>
          <p:nvPr/>
        </p:nvSpPr>
        <p:spPr>
          <a:xfrm>
            <a:off x="1320000" y="3740000"/>
            <a:ext cx="400000" cy="400000"/>
          </a:xfrm>
          <a:prstGeom prst="ellipse">
            <a:avLst/>
          </a:prstGeom>
          <a:solidFill>
            <a:srgbClr val="FFB900"/>
          </a:solidFill>
          <a:ln>
            <a:noFill/>
          </a:ln>
        </p:spPr>
        <p:txBody>
          <a:bodyPr wrap="square" lIns="0" tIns="0" rIns="0" bIns="0" anchor="ctr"/>
          <a:lstStyle/>
          <a:p>
            <a:pPr algn="ctr"/>
            <a:r>
              <a:rPr lang="en-US" sz="1600" b="1">
                <a:solidFill>
                  <a:srgbClr val="141E30"/>
                </a:solidFill>
                <a:latin typeface="Segoe UI Semibold"/>
              </a:rPr>
              <a:t>G</a:t>
            </a:r>
          </a:p>
        </p:txBody>
      </p:sp>
      <p:sp>
        <p:nvSpPr>
          <p:cNvPr id="39" name="Govern Text"/>
          <p:cNvSpPr txBox="1"/>
          <p:nvPr/>
        </p:nvSpPr>
        <p:spPr>
          <a:xfrm>
            <a:off x="1860000" y="3730000"/>
            <a:ext cx="8900000" cy="420000"/>
          </a:xfrm>
          <a:prstGeom prst="rect">
            <a:avLst/>
          </a:prstGeom>
          <a:noFill/>
        </p:spPr>
        <p:txBody>
          <a:bodyPr wrap="square" lIns="91440" tIns="27432" rIns="91440" bIns="27432" anchor="ctr"/>
          <a:lstStyle/>
          <a:p>
            <a:pPr>
              <a:spcAft>
                <a:spcPts val="100"/>
              </a:spcAft>
            </a:pPr>
            <a:r>
              <a:rPr lang="en-US" sz="1400" b="1">
                <a:solidFill>
                  <a:srgbClr val="FFFFFF"/>
                </a:solidFill>
                <a:latin typeface="Segoe UI Semibold"/>
              </a:rPr>
              <a:t>GOVERN</a:t>
            </a:r>
          </a:p>
          <a:p>
            <a:r>
              <a:rPr lang="en-US" sz="1000">
                <a:solidFill>
                  <a:srgbClr val="8FA8C8"/>
                </a:solidFill>
                <a:latin typeface="Segoe UI"/>
              </a:rPr>
              <a:t>Agent 365 policies   ·   Entra Agent ID (identity)   ·   M365 Admin Center controls</a:t>
            </a:r>
          </a:p>
        </p:txBody>
      </p:sp>
      <p:sp>
        <p:nvSpPr>
          <p:cNvPr id="40" name="Secure Circle"/>
          <p:cNvSpPr/>
          <p:nvPr/>
        </p:nvSpPr>
        <p:spPr>
          <a:xfrm>
            <a:off x="1320000" y="4220000"/>
            <a:ext cx="400000" cy="400000"/>
          </a:xfrm>
          <a:prstGeom prst="ellipse">
            <a:avLst/>
          </a:prstGeom>
          <a:solidFill>
            <a:srgbClr val="FFB900"/>
          </a:solidFill>
          <a:ln>
            <a:noFill/>
          </a:ln>
        </p:spPr>
        <p:txBody>
          <a:bodyPr wrap="square" lIns="0" tIns="0" rIns="0" bIns="0" anchor="ctr"/>
          <a:lstStyle/>
          <a:p>
            <a:pPr algn="ctr"/>
            <a:r>
              <a:rPr lang="en-US" sz="1600" b="1">
                <a:solidFill>
                  <a:srgbClr val="141E30"/>
                </a:solidFill>
                <a:latin typeface="Segoe UI Semibold"/>
              </a:rPr>
              <a:t>S</a:t>
            </a:r>
          </a:p>
        </p:txBody>
      </p:sp>
      <p:sp>
        <p:nvSpPr>
          <p:cNvPr id="41" name="Secure Text"/>
          <p:cNvSpPr txBox="1"/>
          <p:nvPr/>
        </p:nvSpPr>
        <p:spPr>
          <a:xfrm>
            <a:off x="1860000" y="4210000"/>
            <a:ext cx="8900000" cy="420000"/>
          </a:xfrm>
          <a:prstGeom prst="rect">
            <a:avLst/>
          </a:prstGeom>
          <a:noFill/>
        </p:spPr>
        <p:txBody>
          <a:bodyPr wrap="square" lIns="91440" tIns="27432" rIns="91440" bIns="27432" anchor="ctr"/>
          <a:lstStyle/>
          <a:p>
            <a:pPr>
              <a:spcAft>
                <a:spcPts val="100"/>
              </a:spcAft>
            </a:pPr>
            <a:r>
              <a:rPr lang="en-US" sz="1400" b="1">
                <a:solidFill>
                  <a:srgbClr val="FFFFFF"/>
                </a:solidFill>
                <a:latin typeface="Segoe UI Semibold"/>
              </a:rPr>
              <a:t>SECURE</a:t>
            </a:r>
          </a:p>
          <a:p>
            <a:r>
              <a:rPr lang="en-US" sz="1000">
                <a:solidFill>
                  <a:srgbClr val="8FA8C8"/>
                </a:solidFill>
                <a:latin typeface="Segoe UI"/>
              </a:rPr>
              <a:t>Defender threat protection   ·   Purview DLP &amp; compliance   ·   Attack path analysis</a:t>
            </a:r>
          </a:p>
        </p:txBody>
      </p:sp>
      <p:sp>
        <p:nvSpPr>
          <p:cNvPr id="42" name="Ownership"/>
          <p:cNvSpPr/>
          <p:nvPr/>
        </p:nvSpPr>
        <p:spPr>
          <a:xfrm>
            <a:off x="1246000" y="4950000"/>
            <a:ext cx="2350000" cy="850000"/>
          </a:xfrm>
          <a:prstGeom prst="roundRect">
            <a:avLst>
              <a:gd name="adj" fmla="val 5000"/>
            </a:avLst>
          </a:prstGeom>
          <a:solidFill>
            <a:srgbClr val="1E3350"/>
          </a:solidFill>
          <a:ln w="12700">
            <a:solidFill>
              <a:srgbClr val="2A4A6E"/>
            </a:solidFill>
          </a:ln>
        </p:spPr>
        <p:txBody>
          <a:bodyPr wrap="square" lIns="109728" tIns="73152" rIns="109728" bIns="73152" anchor="ctr"/>
          <a:lstStyle/>
          <a:p>
            <a:pPr algn="l">
              <a:spcAft>
                <a:spcPts val="300"/>
              </a:spcAft>
            </a:pPr>
            <a:r>
              <a:rPr lang="en-US" sz="1200" b="1" spc="80">
                <a:solidFill>
                  <a:srgbClr val="FFB900"/>
                </a:solidFill>
                <a:latin typeface="Segoe UI Semibold"/>
              </a:rPr>
              <a:t>OWNERSHIP</a:t>
            </a:r>
          </a:p>
          <a:p>
            <a:pPr algn="l"/>
            <a:r>
              <a:rPr lang="en-US" sz="1000">
                <a:solidFill>
                  <a:srgbClr val="8FA8C8"/>
                </a:solidFill>
                <a:latin typeface="Segoe UI"/>
              </a:rPr>
              <a:t>Same controls regardless of cloud origin</a:t>
            </a:r>
          </a:p>
        </p:txBody>
      </p:sp>
      <p:sp>
        <p:nvSpPr>
          <p:cNvPr id="43" name="Identity"/>
          <p:cNvSpPr/>
          <p:nvPr/>
        </p:nvSpPr>
        <p:spPr>
          <a:xfrm>
            <a:off x="3830000" y="4950000"/>
            <a:ext cx="2350000" cy="850000"/>
          </a:xfrm>
          <a:prstGeom prst="roundRect">
            <a:avLst>
              <a:gd name="adj" fmla="val 5000"/>
            </a:avLst>
          </a:prstGeom>
          <a:solidFill>
            <a:srgbClr val="1E3350"/>
          </a:solidFill>
          <a:ln w="12700">
            <a:solidFill>
              <a:srgbClr val="2A4A6E"/>
            </a:solidFill>
          </a:ln>
        </p:spPr>
        <p:txBody>
          <a:bodyPr wrap="square" lIns="109728" tIns="73152" rIns="109728" bIns="73152" anchor="ctr"/>
          <a:lstStyle/>
          <a:p>
            <a:pPr algn="l">
              <a:spcAft>
                <a:spcPts val="300"/>
              </a:spcAft>
            </a:pPr>
            <a:r>
              <a:rPr lang="en-US" sz="1200" b="1" spc="80">
                <a:solidFill>
                  <a:srgbClr val="FFB900"/>
                </a:solidFill>
                <a:latin typeface="Segoe UI Semibold"/>
              </a:rPr>
              <a:t>IDENTITY</a:t>
            </a:r>
          </a:p>
          <a:p>
            <a:pPr algn="l"/>
            <a:r>
              <a:rPr lang="en-US" sz="1000">
                <a:solidFill>
                  <a:srgbClr val="8FA8C8"/>
                </a:solidFill>
                <a:latin typeface="Segoe UI"/>
              </a:rPr>
              <a:t>Every agent gets Entra Agent ID</a:t>
            </a:r>
          </a:p>
        </p:txBody>
      </p:sp>
      <p:sp>
        <p:nvSpPr>
          <p:cNvPr id="44" name="Policy"/>
          <p:cNvSpPr>
            <a:spLocks/>
          </p:cNvSpPr>
          <p:nvPr/>
        </p:nvSpPr>
        <p:spPr>
          <a:xfrm>
            <a:off x="6414000" y="4950000"/>
            <a:ext cx="2350000" cy="850000"/>
          </a:xfrm>
          <a:prstGeom prst="roundRect">
            <a:avLst>
              <a:gd name="adj" fmla="val 5000"/>
            </a:avLst>
          </a:prstGeom>
          <a:solidFill>
            <a:srgbClr val="1E3350"/>
          </a:solidFill>
          <a:ln w="12700">
            <a:solidFill>
              <a:srgbClr val="2A4A6E"/>
            </a:solidFill>
          </a:ln>
        </p:spPr>
        <p:txBody>
          <a:bodyPr wrap="square" lIns="109728" tIns="73152" rIns="109728" bIns="73152" anchor="ctr"/>
          <a:lstStyle/>
          <a:p>
            <a:pPr algn="l">
              <a:spcAft>
                <a:spcPts val="300"/>
              </a:spcAft>
            </a:pPr>
            <a:r>
              <a:rPr lang="en-US" sz="1200" b="1" spc="80">
                <a:solidFill>
                  <a:srgbClr val="FFB900"/>
                </a:solidFill>
                <a:latin typeface="Segoe UI Semibold"/>
              </a:rPr>
              <a:t>POLICY</a:t>
            </a:r>
          </a:p>
          <a:p>
            <a:pPr algn="l"/>
            <a:r>
              <a:rPr lang="en-US" sz="1000">
                <a:solidFill>
                  <a:srgbClr val="8FA8C8"/>
                </a:solidFill>
                <a:latin typeface="Segoe UI"/>
              </a:rPr>
              <a:t>Uniform security, compliance, audit</a:t>
            </a:r>
          </a:p>
        </p:txBody>
      </p:sp>
      <p:sp>
        <p:nvSpPr>
          <p:cNvPr id="45" name="Visibility"/>
          <p:cNvSpPr/>
          <p:nvPr/>
        </p:nvSpPr>
        <p:spPr>
          <a:xfrm>
            <a:off x="8998000" y="4950000"/>
            <a:ext cx="2350000" cy="850000"/>
          </a:xfrm>
          <a:prstGeom prst="roundRect">
            <a:avLst>
              <a:gd name="adj" fmla="val 5000"/>
            </a:avLst>
          </a:prstGeom>
          <a:solidFill>
            <a:srgbClr val="1E3350"/>
          </a:solidFill>
          <a:ln w="12700">
            <a:solidFill>
              <a:srgbClr val="2A4A6E"/>
            </a:solidFill>
          </a:ln>
        </p:spPr>
        <p:txBody>
          <a:bodyPr wrap="square" lIns="109728" tIns="73152" rIns="109728" bIns="73152" anchor="ctr"/>
          <a:lstStyle/>
          <a:p>
            <a:pPr algn="l">
              <a:spcAft>
                <a:spcPts val="300"/>
              </a:spcAft>
            </a:pPr>
            <a:r>
              <a:rPr lang="en-US" sz="1200" b="1" spc="80">
                <a:solidFill>
                  <a:srgbClr val="FFB900"/>
                </a:solidFill>
                <a:latin typeface="Segoe UI Semibold"/>
              </a:rPr>
              <a:t>VISIBILITY</a:t>
            </a:r>
          </a:p>
          <a:p>
            <a:pPr algn="l"/>
            <a:r>
              <a:rPr lang="en-US" sz="1000">
                <a:solidFill>
                  <a:srgbClr val="8FA8C8"/>
                </a:solidFill>
                <a:latin typeface="Segoe UI"/>
              </a:rPr>
              <a:t>Single pane of glass over data + AI</a:t>
            </a:r>
          </a:p>
        </p:txBody>
      </p:sp>
      <p:sp>
        <p:nvSpPr>
          <p:cNvPr id="6" name="Footer"/>
          <p:cNvSpPr txBox="1"/>
          <p:nvPr/>
        </p:nvSpPr>
        <p:spPr>
          <a:xfrm>
            <a:off x="4114800" y="6446520"/>
            <a:ext cx="3931920" cy="320040"/>
          </a:xfrm>
          <a:prstGeom prst="rect">
            <a:avLst/>
          </a:prstGeom>
          <a:noFill/>
        </p:spPr>
        <p:txBody>
          <a:bodyPr wrap="square" anchor="t"/>
          <a:lstStyle/>
          <a:p>
            <a:pPr algn="ctr"/>
            <a:r>
              <a:rPr lang="en-US" sz="800">
                <a:solidFill>
                  <a:srgbClr val="6B7D94"/>
                </a:solidFill>
                <a:latin typeface="Segoe UI"/>
              </a:rPr>
              <a:t>Microsoft Confidential</a:t>
            </a: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Header Bar"/>
          <p:cNvSpPr/>
          <p:nvPr/>
        </p:nvSpPr>
        <p:spPr>
          <a:xfrm>
            <a:off x="0" y="0"/>
            <a:ext cx="12192000" cy="1005840"/>
          </a:xfrm>
          <a:prstGeom prst="rect">
            <a:avLst/>
          </a:prstGeom>
          <a:solidFill>
            <a:srgbClr val="243A5E"/>
          </a:solidFill>
          <a:ln>
            <a:noFill/>
          </a:ln>
        </p:spPr>
        <p:txBody>
          <a:bodyPr/>
          <a:lstStyle/>
          <a:p>
            <a:endParaRPr/>
          </a:p>
        </p:txBody>
      </p:sp>
      <p:sp>
        <p:nvSpPr>
          <p:cNvPr id="2" name="TextBox 1"/>
          <p:cNvSpPr txBox="1"/>
          <p:nvPr/>
        </p:nvSpPr>
        <p:spPr>
          <a:xfrm>
            <a:off x="731520" y="365760"/>
            <a:ext cx="10698480" cy="640080"/>
          </a:xfrm>
          <a:prstGeom prst="rect">
            <a:avLst/>
          </a:prstGeom>
          <a:noFill/>
        </p:spPr>
        <p:txBody>
          <a:bodyPr wrap="square" anchor="b"/>
          <a:lstStyle/>
          <a:p>
            <a:pPr algn="l">
              <a:buNone/>
            </a:pPr>
            <a:r>
              <a:rPr lang="en-US" sz="2800" b="1" noProof="0">
                <a:solidFill>
                  <a:srgbClr val="FFFFFF"/>
                </a:solidFill>
                <a:latin typeface="Segoe UI Semibold"/>
              </a:rPr>
              <a:t>RACI Matrix — AI Governance Roles &amp; Responsibilities</a:t>
            </a:r>
          </a:p>
        </p:txBody>
      </p:sp>
      <p:graphicFrame>
        <p:nvGraphicFramePr>
          <p:cNvPr id="6" name="Table 6"/>
          <p:cNvGraphicFramePr>
            <a:graphicFrameLocks noGrp="1"/>
          </p:cNvGraphicFramePr>
          <p:nvPr/>
        </p:nvGraphicFramePr>
        <p:xfrm>
          <a:off x="731520" y="1097280"/>
          <a:ext cx="10698478" cy="3657600"/>
        </p:xfrm>
        <a:graphic>
          <a:graphicData uri="http://schemas.openxmlformats.org/drawingml/2006/table">
            <a:tbl>
              <a:tblPr firstRow="1" bandRow="1">
                <a:noFill/>
              </a:tblPr>
              <a:tblGrid>
                <a:gridCol w="2800000">
                  <a:extLst>
                    <a:ext uri="{9D8B030D-6E8A-4147-A177-3AD203B41FA5}">
                      <a16:colId xmlns:a16="http://schemas.microsoft.com/office/drawing/2014/main" val="20000"/>
                    </a:ext>
                  </a:extLst>
                </a:gridCol>
                <a:gridCol w="1316413">
                  <a:extLst>
                    <a:ext uri="{9D8B030D-6E8A-4147-A177-3AD203B41FA5}">
                      <a16:colId xmlns:a16="http://schemas.microsoft.com/office/drawing/2014/main" val="20001"/>
                    </a:ext>
                  </a:extLst>
                </a:gridCol>
                <a:gridCol w="1316413">
                  <a:extLst>
                    <a:ext uri="{9D8B030D-6E8A-4147-A177-3AD203B41FA5}">
                      <a16:colId xmlns:a16="http://schemas.microsoft.com/office/drawing/2014/main" val="20002"/>
                    </a:ext>
                  </a:extLst>
                </a:gridCol>
                <a:gridCol w="1316413">
                  <a:extLst>
                    <a:ext uri="{9D8B030D-6E8A-4147-A177-3AD203B41FA5}">
                      <a16:colId xmlns:a16="http://schemas.microsoft.com/office/drawing/2014/main" val="20003"/>
                    </a:ext>
                  </a:extLst>
                </a:gridCol>
                <a:gridCol w="1316413">
                  <a:extLst>
                    <a:ext uri="{9D8B030D-6E8A-4147-A177-3AD203B41FA5}">
                      <a16:colId xmlns:a16="http://schemas.microsoft.com/office/drawing/2014/main" val="20004"/>
                    </a:ext>
                  </a:extLst>
                </a:gridCol>
                <a:gridCol w="1316413">
                  <a:extLst>
                    <a:ext uri="{9D8B030D-6E8A-4147-A177-3AD203B41FA5}">
                      <a16:colId xmlns:a16="http://schemas.microsoft.com/office/drawing/2014/main" val="20005"/>
                    </a:ext>
                  </a:extLst>
                </a:gridCol>
                <a:gridCol w="1316413">
                  <a:extLst>
                    <a:ext uri="{9D8B030D-6E8A-4147-A177-3AD203B41FA5}">
                      <a16:colId xmlns:a16="http://schemas.microsoft.com/office/drawing/2014/main" val="20006"/>
                    </a:ext>
                  </a:extLst>
                </a:gridCol>
              </a:tblGrid>
              <a:tr h="457200">
                <a:tc>
                  <a:txBody>
                    <a:bodyPr/>
                    <a:lstStyle/>
                    <a:p>
                      <a:pPr algn="ctr">
                        <a:buNone/>
                      </a:pPr>
                      <a:r>
                        <a:rPr lang="en-US" sz="900" b="1" noProof="0">
                          <a:solidFill>
                            <a:srgbClr val="FFFFFF"/>
                          </a:solidFill>
                          <a:latin typeface="Segoe UI Semibold"/>
                        </a:rPr>
                        <a:t>Activity</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243A5E"/>
                    </a:solidFill>
                  </a:tcPr>
                </a:tc>
                <a:tc>
                  <a:txBody>
                    <a:bodyPr/>
                    <a:lstStyle/>
                    <a:p>
                      <a:pPr algn="ctr">
                        <a:buNone/>
                      </a:pPr>
                      <a:r>
                        <a:rPr lang="en-US" sz="900" b="1" noProof="0">
                          <a:solidFill>
                            <a:srgbClr val="FFFFFF"/>
                          </a:solidFill>
                          <a:latin typeface="Segoe UI Semibold"/>
                        </a:rPr>
                        <a:t>AI Leadership</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243A5E"/>
                    </a:solidFill>
                  </a:tcPr>
                </a:tc>
                <a:tc>
                  <a:txBody>
                    <a:bodyPr/>
                    <a:lstStyle/>
                    <a:p>
                      <a:pPr algn="ctr">
                        <a:buNone/>
                      </a:pPr>
                      <a:r>
                        <a:rPr lang="en-US" sz="900" b="1" noProof="0">
                          <a:solidFill>
                            <a:srgbClr val="FFFFFF"/>
                          </a:solidFill>
                          <a:latin typeface="Segoe UI Semibold"/>
                        </a:rPr>
                        <a:t>RAI Committee</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243A5E"/>
                    </a:solidFill>
                  </a:tcPr>
                </a:tc>
                <a:tc>
                  <a:txBody>
                    <a:bodyPr/>
                    <a:lstStyle/>
                    <a:p>
                      <a:pPr algn="ctr">
                        <a:buNone/>
                      </a:pPr>
                      <a:r>
                        <a:rPr lang="en-US" sz="900" b="1" noProof="0">
                          <a:solidFill>
                            <a:srgbClr val="FFFFFF"/>
                          </a:solidFill>
                          <a:latin typeface="Segoe UI Semibold"/>
                        </a:rPr>
                        <a:t>CoE / Governance</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243A5E"/>
                    </a:solidFill>
                  </a:tcPr>
                </a:tc>
                <a:tc>
                  <a:txBody>
                    <a:bodyPr/>
                    <a:lstStyle/>
                    <a:p>
                      <a:pPr algn="ctr">
                        <a:buNone/>
                      </a:pPr>
                      <a:r>
                        <a:rPr lang="en-US" sz="900" b="1" noProof="0">
                          <a:solidFill>
                            <a:srgbClr val="FFFFFF"/>
                          </a:solidFill>
                          <a:latin typeface="Segoe UI Semibold"/>
                        </a:rPr>
                        <a:t>Platform Engineers</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243A5E"/>
                    </a:solidFill>
                  </a:tcPr>
                </a:tc>
                <a:tc>
                  <a:txBody>
                    <a:bodyPr/>
                    <a:lstStyle/>
                    <a:p>
                      <a:pPr algn="ctr">
                        <a:buNone/>
                      </a:pPr>
                      <a:r>
                        <a:rPr lang="en-US" sz="900" b="1" noProof="0">
                          <a:solidFill>
                            <a:srgbClr val="FFFFFF"/>
                          </a:solidFill>
                          <a:latin typeface="Segoe UI Semibold"/>
                        </a:rPr>
                        <a:t>Data Stewards</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243A5E"/>
                    </a:solidFill>
                  </a:tcPr>
                </a:tc>
                <a:tc>
                  <a:txBody>
                    <a:bodyPr/>
                    <a:lstStyle/>
                    <a:p>
                      <a:pPr algn="ctr">
                        <a:buNone/>
                      </a:pPr>
                      <a:r>
                        <a:rPr lang="en-US" sz="900" b="1" noProof="0">
                          <a:solidFill>
                            <a:srgbClr val="FFFFFF"/>
                          </a:solidFill>
                          <a:latin typeface="Segoe UI Semibold"/>
                        </a:rPr>
                        <a:t>Business Owners</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243A5E"/>
                    </a:solidFill>
                  </a:tcPr>
                </a:tc>
                <a:extLst>
                  <a:ext uri="{0D108BD9-81ED-4DB2-BD59-A6C34878D82A}">
                    <a16:rowId xmlns:a16="http://schemas.microsoft.com/office/drawing/2014/main" val="10000"/>
                  </a:ext>
                </a:extLst>
              </a:tr>
              <a:tr h="457200">
                <a:tc>
                  <a:txBody>
                    <a:bodyPr/>
                    <a:lstStyle/>
                    <a:p>
                      <a:pPr algn="l">
                        <a:buNone/>
                      </a:pPr>
                      <a:r>
                        <a:rPr lang="en-US" sz="900" b="0" noProof="0">
                          <a:solidFill>
                            <a:srgbClr val="333333"/>
                          </a:solidFill>
                          <a:latin typeface="Segoe UI"/>
                        </a:rPr>
                        <a:t>Set AI strategy &amp; investment</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c>
                  <a:txBody>
                    <a:bodyPr/>
                    <a:lstStyle/>
                    <a:p>
                      <a:pPr algn="ctr">
                        <a:buNone/>
                      </a:pPr>
                      <a:r>
                        <a:rPr lang="en-US" sz="1000" b="1" noProof="0">
                          <a:solidFill>
                            <a:srgbClr val="243A5E"/>
                          </a:solidFill>
                          <a:latin typeface="Segoe UI"/>
                        </a:rPr>
                        <a:t>A</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noFill/>
                  </a:tcPr>
                </a:tc>
                <a:tc>
                  <a:txBody>
                    <a:bodyPr/>
                    <a:lstStyle/>
                    <a:p>
                      <a:pPr algn="ctr">
                        <a:buNone/>
                      </a:pPr>
                      <a:r>
                        <a:rPr lang="en-US" sz="1000" b="0" noProof="0">
                          <a:solidFill>
                            <a:srgbClr val="666666"/>
                          </a:solidFill>
                          <a:latin typeface="Segoe UI"/>
                        </a:rPr>
                        <a:t>C</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noFill/>
                  </a:tcPr>
                </a:tc>
                <a:tc>
                  <a:txBody>
                    <a:bodyPr/>
                    <a:lstStyle/>
                    <a:p>
                      <a:pPr algn="ctr">
                        <a:buNone/>
                      </a:pPr>
                      <a:r>
                        <a:rPr lang="en-US" sz="1000" b="1" noProof="0">
                          <a:solidFill>
                            <a:srgbClr val="0078D4"/>
                          </a:solidFill>
                          <a:latin typeface="Segoe UI"/>
                        </a:rPr>
                        <a:t>R</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noFill/>
                  </a:tcPr>
                </a:tc>
                <a:tc>
                  <a:txBody>
                    <a:bodyPr/>
                    <a:lstStyle/>
                    <a:p>
                      <a:pPr algn="ctr">
                        <a:buNone/>
                      </a:pPr>
                      <a:r>
                        <a:rPr lang="en-US" sz="1000" b="0" noProof="0">
                          <a:solidFill>
                            <a:srgbClr val="666666"/>
                          </a:solidFill>
                          <a:latin typeface="Segoe UI"/>
                        </a:rPr>
                        <a:t>I</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noFill/>
                  </a:tcPr>
                </a:tc>
                <a:tc>
                  <a:txBody>
                    <a:bodyPr/>
                    <a:lstStyle/>
                    <a:p>
                      <a:pPr algn="ctr">
                        <a:buNone/>
                      </a:pPr>
                      <a:r>
                        <a:rPr lang="en-US" sz="1000" b="0" noProof="0">
                          <a:solidFill>
                            <a:srgbClr val="666666"/>
                          </a:solidFill>
                          <a:latin typeface="Segoe UI"/>
                        </a:rPr>
                        <a:t>I</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noFill/>
                  </a:tcPr>
                </a:tc>
                <a:tc>
                  <a:txBody>
                    <a:bodyPr/>
                    <a:lstStyle/>
                    <a:p>
                      <a:pPr algn="ctr">
                        <a:buNone/>
                      </a:pPr>
                      <a:r>
                        <a:rPr lang="en-US" sz="1000" b="0" noProof="0">
                          <a:solidFill>
                            <a:srgbClr val="666666"/>
                          </a:solidFill>
                          <a:latin typeface="Segoe UI"/>
                        </a:rPr>
                        <a:t>C</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noFill/>
                  </a:tcPr>
                </a:tc>
                <a:extLst>
                  <a:ext uri="{0D108BD9-81ED-4DB2-BD59-A6C34878D82A}">
                    <a16:rowId xmlns:a16="http://schemas.microsoft.com/office/drawing/2014/main" val="10001"/>
                  </a:ext>
                </a:extLst>
              </a:tr>
              <a:tr h="457200">
                <a:tc>
                  <a:txBody>
                    <a:bodyPr/>
                    <a:lstStyle/>
                    <a:p>
                      <a:pPr algn="l">
                        <a:buNone/>
                      </a:pPr>
                      <a:r>
                        <a:rPr lang="en-US" sz="900" b="0" noProof="0">
                          <a:solidFill>
                            <a:srgbClr val="333333"/>
                          </a:solidFill>
                          <a:latin typeface="Segoe UI"/>
                        </a:rPr>
                        <a:t>Define RAI principles &amp; standards</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c>
                  <a:txBody>
                    <a:bodyPr/>
                    <a:lstStyle/>
                    <a:p>
                      <a:pPr algn="ctr">
                        <a:buNone/>
                      </a:pPr>
                      <a:r>
                        <a:rPr lang="en-US" sz="1000" b="1" noProof="0">
                          <a:solidFill>
                            <a:srgbClr val="243A5E"/>
                          </a:solidFill>
                          <a:latin typeface="Segoe UI"/>
                        </a:rPr>
                        <a:t>A</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F7F9FB"/>
                    </a:solidFill>
                  </a:tcPr>
                </a:tc>
                <a:tc>
                  <a:txBody>
                    <a:bodyPr/>
                    <a:lstStyle/>
                    <a:p>
                      <a:pPr algn="ctr">
                        <a:buNone/>
                      </a:pPr>
                      <a:r>
                        <a:rPr lang="en-US" sz="1000" b="1" noProof="0">
                          <a:solidFill>
                            <a:srgbClr val="0078D4"/>
                          </a:solidFill>
                          <a:latin typeface="Segoe UI"/>
                        </a:rPr>
                        <a:t>R</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F7F9FB"/>
                    </a:solidFill>
                  </a:tcPr>
                </a:tc>
                <a:tc>
                  <a:txBody>
                    <a:bodyPr/>
                    <a:lstStyle/>
                    <a:p>
                      <a:pPr algn="ctr">
                        <a:buNone/>
                      </a:pPr>
                      <a:r>
                        <a:rPr lang="en-US" sz="1000" b="0" noProof="0">
                          <a:solidFill>
                            <a:srgbClr val="666666"/>
                          </a:solidFill>
                          <a:latin typeface="Segoe UI"/>
                        </a:rPr>
                        <a:t>C</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F7F9FB"/>
                    </a:solidFill>
                  </a:tcPr>
                </a:tc>
                <a:tc>
                  <a:txBody>
                    <a:bodyPr/>
                    <a:lstStyle/>
                    <a:p>
                      <a:pPr algn="ctr">
                        <a:buNone/>
                      </a:pPr>
                      <a:r>
                        <a:rPr lang="en-US" sz="1000" b="0" noProof="0">
                          <a:solidFill>
                            <a:srgbClr val="666666"/>
                          </a:solidFill>
                          <a:latin typeface="Segoe UI"/>
                        </a:rPr>
                        <a:t>I</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F7F9FB"/>
                    </a:solidFill>
                  </a:tcPr>
                </a:tc>
                <a:tc>
                  <a:txBody>
                    <a:bodyPr/>
                    <a:lstStyle/>
                    <a:p>
                      <a:pPr algn="ctr">
                        <a:buNone/>
                      </a:pPr>
                      <a:r>
                        <a:rPr lang="en-US" sz="1000" b="0" noProof="0">
                          <a:solidFill>
                            <a:srgbClr val="666666"/>
                          </a:solidFill>
                          <a:latin typeface="Segoe UI"/>
                        </a:rPr>
                        <a:t>C</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F7F9FB"/>
                    </a:solidFill>
                  </a:tcPr>
                </a:tc>
                <a:tc>
                  <a:txBody>
                    <a:bodyPr/>
                    <a:lstStyle/>
                    <a:p>
                      <a:pPr algn="ctr">
                        <a:buNone/>
                      </a:pPr>
                      <a:r>
                        <a:rPr lang="en-US" sz="1000" b="0" noProof="0">
                          <a:solidFill>
                            <a:srgbClr val="666666"/>
                          </a:solidFill>
                          <a:latin typeface="Segoe UI"/>
                        </a:rPr>
                        <a:t>I</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F7F9FB"/>
                    </a:solidFill>
                  </a:tcPr>
                </a:tc>
                <a:extLst>
                  <a:ext uri="{0D108BD9-81ED-4DB2-BD59-A6C34878D82A}">
                    <a16:rowId xmlns:a16="http://schemas.microsoft.com/office/drawing/2014/main" val="10002"/>
                  </a:ext>
                </a:extLst>
              </a:tr>
              <a:tr h="457200">
                <a:tc>
                  <a:txBody>
                    <a:bodyPr/>
                    <a:lstStyle/>
                    <a:p>
                      <a:pPr algn="l">
                        <a:buNone/>
                      </a:pPr>
                      <a:r>
                        <a:rPr lang="en-US" sz="900" b="0" noProof="0">
                          <a:solidFill>
                            <a:srgbClr val="333333"/>
                          </a:solidFill>
                          <a:latin typeface="Segoe UI"/>
                        </a:rPr>
                        <a:t>Conduct impact assessments</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c>
                  <a:txBody>
                    <a:bodyPr/>
                    <a:lstStyle/>
                    <a:p>
                      <a:pPr algn="ctr">
                        <a:buNone/>
                      </a:pPr>
                      <a:r>
                        <a:rPr lang="en-US" sz="1000" b="0" noProof="0">
                          <a:solidFill>
                            <a:srgbClr val="666666"/>
                          </a:solidFill>
                          <a:latin typeface="Segoe UI"/>
                        </a:rPr>
                        <a:t>I</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noFill/>
                  </a:tcPr>
                </a:tc>
                <a:tc>
                  <a:txBody>
                    <a:bodyPr/>
                    <a:lstStyle/>
                    <a:p>
                      <a:pPr algn="ctr">
                        <a:buNone/>
                      </a:pPr>
                      <a:r>
                        <a:rPr lang="en-US" sz="1000" b="1" noProof="0">
                          <a:solidFill>
                            <a:srgbClr val="243A5E"/>
                          </a:solidFill>
                          <a:latin typeface="Segoe UI"/>
                        </a:rPr>
                        <a:t>A</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noFill/>
                  </a:tcPr>
                </a:tc>
                <a:tc>
                  <a:txBody>
                    <a:bodyPr/>
                    <a:lstStyle/>
                    <a:p>
                      <a:pPr algn="ctr">
                        <a:buNone/>
                      </a:pPr>
                      <a:r>
                        <a:rPr lang="en-US" sz="1000" b="1" noProof="0">
                          <a:solidFill>
                            <a:srgbClr val="0078D4"/>
                          </a:solidFill>
                          <a:latin typeface="Segoe UI"/>
                        </a:rPr>
                        <a:t>R</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noFill/>
                  </a:tcPr>
                </a:tc>
                <a:tc>
                  <a:txBody>
                    <a:bodyPr/>
                    <a:lstStyle/>
                    <a:p>
                      <a:pPr algn="ctr">
                        <a:buNone/>
                      </a:pPr>
                      <a:r>
                        <a:rPr lang="en-US" sz="1000" b="0" noProof="0">
                          <a:solidFill>
                            <a:srgbClr val="666666"/>
                          </a:solidFill>
                          <a:latin typeface="Segoe UI"/>
                        </a:rPr>
                        <a:t>C</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noFill/>
                  </a:tcPr>
                </a:tc>
                <a:tc>
                  <a:txBody>
                    <a:bodyPr/>
                    <a:lstStyle/>
                    <a:p>
                      <a:pPr algn="ctr">
                        <a:buNone/>
                      </a:pPr>
                      <a:r>
                        <a:rPr lang="en-US" sz="1000" b="0" noProof="0">
                          <a:solidFill>
                            <a:srgbClr val="666666"/>
                          </a:solidFill>
                          <a:latin typeface="Segoe UI"/>
                        </a:rPr>
                        <a:t>C</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noFill/>
                  </a:tcPr>
                </a:tc>
                <a:tc>
                  <a:txBody>
                    <a:bodyPr/>
                    <a:lstStyle/>
                    <a:p>
                      <a:pPr algn="ctr">
                        <a:buNone/>
                      </a:pPr>
                      <a:r>
                        <a:rPr lang="en-US" sz="1000" b="0" noProof="0">
                          <a:solidFill>
                            <a:srgbClr val="666666"/>
                          </a:solidFill>
                          <a:latin typeface="Segoe UI"/>
                        </a:rPr>
                        <a:t>I</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noFill/>
                  </a:tcPr>
                </a:tc>
                <a:extLst>
                  <a:ext uri="{0D108BD9-81ED-4DB2-BD59-A6C34878D82A}">
                    <a16:rowId xmlns:a16="http://schemas.microsoft.com/office/drawing/2014/main" val="10003"/>
                  </a:ext>
                </a:extLst>
              </a:tr>
              <a:tr h="457200">
                <a:tc>
                  <a:txBody>
                    <a:bodyPr/>
                    <a:lstStyle/>
                    <a:p>
                      <a:pPr algn="l">
                        <a:buNone/>
                      </a:pPr>
                      <a:r>
                        <a:rPr lang="en-US" sz="900" b="0" noProof="0">
                          <a:solidFill>
                            <a:srgbClr val="333333"/>
                          </a:solidFill>
                          <a:latin typeface="Segoe UI"/>
                        </a:rPr>
                        <a:t>Approve high-risk AI use cases</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c>
                  <a:txBody>
                    <a:bodyPr/>
                    <a:lstStyle/>
                    <a:p>
                      <a:pPr algn="ctr">
                        <a:buNone/>
                      </a:pPr>
                      <a:r>
                        <a:rPr lang="en-US" sz="1000" b="0" noProof="0">
                          <a:solidFill>
                            <a:srgbClr val="666666"/>
                          </a:solidFill>
                          <a:latin typeface="Segoe UI"/>
                        </a:rPr>
                        <a:t>I</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F7F9FB"/>
                    </a:solidFill>
                  </a:tcPr>
                </a:tc>
                <a:tc>
                  <a:txBody>
                    <a:bodyPr/>
                    <a:lstStyle/>
                    <a:p>
                      <a:pPr algn="ctr">
                        <a:buNone/>
                      </a:pPr>
                      <a:r>
                        <a:rPr lang="en-US" sz="1000" b="1" noProof="0" dirty="0">
                          <a:solidFill>
                            <a:srgbClr val="243A5E"/>
                          </a:solidFill>
                          <a:latin typeface="Segoe UI"/>
                        </a:rPr>
                        <a:t>A</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F7F9FB"/>
                    </a:solidFill>
                  </a:tcPr>
                </a:tc>
                <a:tc>
                  <a:txBody>
                    <a:bodyPr/>
                    <a:lstStyle/>
                    <a:p>
                      <a:pPr algn="ctr">
                        <a:buNone/>
                      </a:pPr>
                      <a:r>
                        <a:rPr lang="en-US" sz="1000" b="1" noProof="0">
                          <a:solidFill>
                            <a:srgbClr val="0078D4"/>
                          </a:solidFill>
                          <a:latin typeface="Segoe UI"/>
                        </a:rPr>
                        <a:t>R</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F7F9FB"/>
                    </a:solidFill>
                  </a:tcPr>
                </a:tc>
                <a:tc>
                  <a:txBody>
                    <a:bodyPr/>
                    <a:lstStyle/>
                    <a:p>
                      <a:pPr algn="ctr">
                        <a:buNone/>
                      </a:pPr>
                      <a:r>
                        <a:rPr lang="en-US" sz="1000" b="0" noProof="0">
                          <a:solidFill>
                            <a:srgbClr val="666666"/>
                          </a:solidFill>
                          <a:latin typeface="Segoe UI"/>
                        </a:rPr>
                        <a:t>C</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F7F9FB"/>
                    </a:solidFill>
                  </a:tcPr>
                </a:tc>
                <a:tc>
                  <a:txBody>
                    <a:bodyPr/>
                    <a:lstStyle/>
                    <a:p>
                      <a:pPr algn="ctr">
                        <a:buNone/>
                      </a:pPr>
                      <a:r>
                        <a:rPr lang="en-US" sz="1000" b="0" noProof="0">
                          <a:solidFill>
                            <a:srgbClr val="666666"/>
                          </a:solidFill>
                          <a:latin typeface="Segoe UI"/>
                        </a:rPr>
                        <a:t>C</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F7F9FB"/>
                    </a:solidFill>
                  </a:tcPr>
                </a:tc>
                <a:tc>
                  <a:txBody>
                    <a:bodyPr/>
                    <a:lstStyle/>
                    <a:p>
                      <a:pPr algn="ctr">
                        <a:buNone/>
                      </a:pPr>
                      <a:r>
                        <a:rPr lang="en-US" sz="1000" b="0" noProof="0">
                          <a:solidFill>
                            <a:srgbClr val="666666"/>
                          </a:solidFill>
                          <a:latin typeface="Segoe UI"/>
                        </a:rPr>
                        <a:t>C</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F7F9FB"/>
                    </a:solidFill>
                  </a:tcPr>
                </a:tc>
                <a:extLst>
                  <a:ext uri="{0D108BD9-81ED-4DB2-BD59-A6C34878D82A}">
                    <a16:rowId xmlns:a16="http://schemas.microsoft.com/office/drawing/2014/main" val="10004"/>
                  </a:ext>
                </a:extLst>
              </a:tr>
              <a:tr h="457200">
                <a:tc>
                  <a:txBody>
                    <a:bodyPr/>
                    <a:lstStyle/>
                    <a:p>
                      <a:pPr algn="l">
                        <a:buNone/>
                      </a:pPr>
                      <a:r>
                        <a:rPr lang="en-US" sz="900" b="0" noProof="0">
                          <a:solidFill>
                            <a:srgbClr val="333333"/>
                          </a:solidFill>
                          <a:latin typeface="Segoe UI"/>
                        </a:rPr>
                        <a:t>Manage model &amp; agent safety</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c>
                  <a:txBody>
                    <a:bodyPr/>
                    <a:lstStyle/>
                    <a:p>
                      <a:pPr algn="ctr">
                        <a:buNone/>
                      </a:pPr>
                      <a:r>
                        <a:rPr lang="en-US" sz="1000" b="0" noProof="0">
                          <a:solidFill>
                            <a:srgbClr val="666666"/>
                          </a:solidFill>
                          <a:latin typeface="Segoe UI"/>
                        </a:rPr>
                        <a:t>I</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noFill/>
                  </a:tcPr>
                </a:tc>
                <a:tc>
                  <a:txBody>
                    <a:bodyPr/>
                    <a:lstStyle/>
                    <a:p>
                      <a:pPr algn="ctr">
                        <a:buNone/>
                      </a:pPr>
                      <a:r>
                        <a:rPr lang="en-US" sz="1000" b="0" noProof="0">
                          <a:solidFill>
                            <a:srgbClr val="666666"/>
                          </a:solidFill>
                          <a:latin typeface="Segoe UI"/>
                        </a:rPr>
                        <a:t>C</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noFill/>
                  </a:tcPr>
                </a:tc>
                <a:tc>
                  <a:txBody>
                    <a:bodyPr/>
                    <a:lstStyle/>
                    <a:p>
                      <a:pPr algn="ctr">
                        <a:buNone/>
                      </a:pPr>
                      <a:r>
                        <a:rPr lang="en-US" sz="1000" b="0" noProof="0">
                          <a:solidFill>
                            <a:srgbClr val="666666"/>
                          </a:solidFill>
                          <a:latin typeface="Segoe UI"/>
                        </a:rPr>
                        <a:t>C</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noFill/>
                  </a:tcPr>
                </a:tc>
                <a:tc>
                  <a:txBody>
                    <a:bodyPr/>
                    <a:lstStyle/>
                    <a:p>
                      <a:pPr algn="ctr">
                        <a:buNone/>
                      </a:pPr>
                      <a:r>
                        <a:rPr lang="en-US" sz="1000" b="1" noProof="0">
                          <a:solidFill>
                            <a:srgbClr val="0078D4"/>
                          </a:solidFill>
                          <a:latin typeface="Segoe UI"/>
                        </a:rPr>
                        <a:t>R</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noFill/>
                  </a:tcPr>
                </a:tc>
                <a:tc>
                  <a:txBody>
                    <a:bodyPr/>
                    <a:lstStyle/>
                    <a:p>
                      <a:pPr algn="ctr">
                        <a:buNone/>
                      </a:pPr>
                      <a:r>
                        <a:rPr lang="en-US" sz="1000" b="0" noProof="0">
                          <a:solidFill>
                            <a:srgbClr val="666666"/>
                          </a:solidFill>
                          <a:latin typeface="Segoe UI"/>
                        </a:rPr>
                        <a:t>I</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noFill/>
                  </a:tcPr>
                </a:tc>
                <a:tc>
                  <a:txBody>
                    <a:bodyPr/>
                    <a:lstStyle/>
                    <a:p>
                      <a:pPr algn="ctr">
                        <a:buNone/>
                      </a:pPr>
                      <a:r>
                        <a:rPr lang="en-US" sz="1000" b="0" noProof="0">
                          <a:solidFill>
                            <a:srgbClr val="666666"/>
                          </a:solidFill>
                          <a:latin typeface="Segoe UI"/>
                        </a:rPr>
                        <a:t>I</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noFill/>
                  </a:tcPr>
                </a:tc>
                <a:extLst>
                  <a:ext uri="{0D108BD9-81ED-4DB2-BD59-A6C34878D82A}">
                    <a16:rowId xmlns:a16="http://schemas.microsoft.com/office/drawing/2014/main" val="10005"/>
                  </a:ext>
                </a:extLst>
              </a:tr>
              <a:tr h="457200">
                <a:tc>
                  <a:txBody>
                    <a:bodyPr/>
                    <a:lstStyle/>
                    <a:p>
                      <a:pPr algn="l">
                        <a:buNone/>
                      </a:pPr>
                      <a:r>
                        <a:rPr lang="en-US" sz="900" b="0" noProof="0">
                          <a:solidFill>
                            <a:srgbClr val="333333"/>
                          </a:solidFill>
                          <a:latin typeface="Segoe UI"/>
                        </a:rPr>
                        <a:t>Govern data classification &amp; privacy</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c>
                  <a:txBody>
                    <a:bodyPr/>
                    <a:lstStyle/>
                    <a:p>
                      <a:pPr algn="ctr">
                        <a:buNone/>
                      </a:pPr>
                      <a:r>
                        <a:rPr lang="en-US" sz="1000" b="0" noProof="0">
                          <a:solidFill>
                            <a:srgbClr val="666666"/>
                          </a:solidFill>
                          <a:latin typeface="Segoe UI"/>
                        </a:rPr>
                        <a:t>C</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F7F9FB"/>
                    </a:solidFill>
                  </a:tcPr>
                </a:tc>
                <a:tc>
                  <a:txBody>
                    <a:bodyPr/>
                    <a:lstStyle/>
                    <a:p>
                      <a:pPr algn="ctr">
                        <a:buNone/>
                      </a:pPr>
                      <a:r>
                        <a:rPr lang="en-US" sz="1000" b="0" noProof="0">
                          <a:solidFill>
                            <a:srgbClr val="666666"/>
                          </a:solidFill>
                          <a:latin typeface="Segoe UI"/>
                        </a:rPr>
                        <a:t>C</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F7F9FB"/>
                    </a:solidFill>
                  </a:tcPr>
                </a:tc>
                <a:tc>
                  <a:txBody>
                    <a:bodyPr/>
                    <a:lstStyle/>
                    <a:p>
                      <a:pPr algn="ctr">
                        <a:buNone/>
                      </a:pPr>
                      <a:r>
                        <a:rPr lang="en-US" sz="1000" b="0" noProof="0">
                          <a:solidFill>
                            <a:srgbClr val="666666"/>
                          </a:solidFill>
                          <a:latin typeface="Segoe UI"/>
                        </a:rPr>
                        <a:t>I</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F7F9FB"/>
                    </a:solidFill>
                  </a:tcPr>
                </a:tc>
                <a:tc>
                  <a:txBody>
                    <a:bodyPr/>
                    <a:lstStyle/>
                    <a:p>
                      <a:pPr algn="ctr">
                        <a:buNone/>
                      </a:pPr>
                      <a:r>
                        <a:rPr lang="en-US" sz="1000" b="0" noProof="0">
                          <a:solidFill>
                            <a:srgbClr val="666666"/>
                          </a:solidFill>
                          <a:latin typeface="Segoe UI"/>
                        </a:rPr>
                        <a:t>I</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F7F9FB"/>
                    </a:solidFill>
                  </a:tcPr>
                </a:tc>
                <a:tc>
                  <a:txBody>
                    <a:bodyPr/>
                    <a:lstStyle/>
                    <a:p>
                      <a:pPr algn="ctr">
                        <a:buNone/>
                      </a:pPr>
                      <a:r>
                        <a:rPr lang="en-US" sz="1000" b="1" noProof="0">
                          <a:solidFill>
                            <a:srgbClr val="0078D4"/>
                          </a:solidFill>
                          <a:latin typeface="Segoe UI"/>
                        </a:rPr>
                        <a:t>R</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F7F9FB"/>
                    </a:solidFill>
                  </a:tcPr>
                </a:tc>
                <a:tc>
                  <a:txBody>
                    <a:bodyPr/>
                    <a:lstStyle/>
                    <a:p>
                      <a:pPr algn="ctr">
                        <a:buNone/>
                      </a:pPr>
                      <a:r>
                        <a:rPr lang="en-US" sz="1000" b="0" noProof="0">
                          <a:solidFill>
                            <a:srgbClr val="666666"/>
                          </a:solidFill>
                          <a:latin typeface="Segoe UI"/>
                        </a:rPr>
                        <a:t>I</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F7F9FB"/>
                    </a:solidFill>
                  </a:tcPr>
                </a:tc>
                <a:extLst>
                  <a:ext uri="{0D108BD9-81ED-4DB2-BD59-A6C34878D82A}">
                    <a16:rowId xmlns:a16="http://schemas.microsoft.com/office/drawing/2014/main" val="10006"/>
                  </a:ext>
                </a:extLst>
              </a:tr>
              <a:tr h="457200">
                <a:tc>
                  <a:txBody>
                    <a:bodyPr/>
                    <a:lstStyle/>
                    <a:p>
                      <a:pPr algn="l">
                        <a:buNone/>
                      </a:pPr>
                      <a:r>
                        <a:rPr lang="en-US" sz="900" b="0" noProof="0">
                          <a:solidFill>
                            <a:srgbClr val="333333"/>
                          </a:solidFill>
                          <a:latin typeface="Segoe UI"/>
                        </a:rPr>
                        <a:t>Human-in-the-loop oversight design</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c>
                  <a:txBody>
                    <a:bodyPr/>
                    <a:lstStyle/>
                    <a:p>
                      <a:pPr algn="ctr">
                        <a:buNone/>
                      </a:pPr>
                      <a:r>
                        <a:rPr lang="en-US" sz="1000" b="0" noProof="0">
                          <a:solidFill>
                            <a:srgbClr val="666666"/>
                          </a:solidFill>
                          <a:latin typeface="Segoe UI"/>
                        </a:rPr>
                        <a:t>I</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noFill/>
                  </a:tcPr>
                </a:tc>
                <a:tc>
                  <a:txBody>
                    <a:bodyPr/>
                    <a:lstStyle/>
                    <a:p>
                      <a:pPr algn="ctr">
                        <a:buNone/>
                      </a:pPr>
                      <a:r>
                        <a:rPr lang="en-US" sz="1000" b="1" noProof="0">
                          <a:solidFill>
                            <a:srgbClr val="243A5E"/>
                          </a:solidFill>
                          <a:latin typeface="Segoe UI"/>
                        </a:rPr>
                        <a:t>A</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noFill/>
                  </a:tcPr>
                </a:tc>
                <a:tc>
                  <a:txBody>
                    <a:bodyPr/>
                    <a:lstStyle/>
                    <a:p>
                      <a:pPr algn="ctr">
                        <a:buNone/>
                      </a:pPr>
                      <a:r>
                        <a:rPr lang="en-US" sz="1000" b="1" noProof="0">
                          <a:solidFill>
                            <a:srgbClr val="0078D4"/>
                          </a:solidFill>
                          <a:latin typeface="Segoe UI"/>
                        </a:rPr>
                        <a:t>R</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noFill/>
                  </a:tcPr>
                </a:tc>
                <a:tc>
                  <a:txBody>
                    <a:bodyPr/>
                    <a:lstStyle/>
                    <a:p>
                      <a:pPr algn="ctr">
                        <a:buNone/>
                      </a:pPr>
                      <a:r>
                        <a:rPr lang="en-US" sz="1000" b="0" noProof="0">
                          <a:solidFill>
                            <a:srgbClr val="666666"/>
                          </a:solidFill>
                          <a:latin typeface="Segoe UI"/>
                        </a:rPr>
                        <a:t>C</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noFill/>
                  </a:tcPr>
                </a:tc>
                <a:tc>
                  <a:txBody>
                    <a:bodyPr/>
                    <a:lstStyle/>
                    <a:p>
                      <a:pPr algn="ctr">
                        <a:buNone/>
                      </a:pPr>
                      <a:r>
                        <a:rPr lang="en-US" sz="1000" b="0" noProof="0">
                          <a:solidFill>
                            <a:srgbClr val="666666"/>
                          </a:solidFill>
                          <a:latin typeface="Segoe UI"/>
                        </a:rPr>
                        <a:t>I</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noFill/>
                  </a:tcPr>
                </a:tc>
                <a:tc>
                  <a:txBody>
                    <a:bodyPr/>
                    <a:lstStyle/>
                    <a:p>
                      <a:pPr algn="ctr">
                        <a:buNone/>
                      </a:pPr>
                      <a:r>
                        <a:rPr lang="en-US" sz="1000" b="0" noProof="0" dirty="0">
                          <a:solidFill>
                            <a:srgbClr val="666666"/>
                          </a:solidFill>
                          <a:latin typeface="Segoe UI"/>
                        </a:rPr>
                        <a:t>C</a:t>
                      </a:r>
                    </a:p>
                  </a:txBody>
                  <a:tcPr marL="45720" marR="45720" marT="27432" marB="27432">
                    <a:lnL w="6350">
                      <a:solidFill>
                        <a:srgbClr val="D9D9D9"/>
                      </a:solidFill>
                    </a:lnL>
                    <a:lnR w="6350">
                      <a:solidFill>
                        <a:srgbClr val="D9D9D9"/>
                      </a:solidFill>
                    </a:lnR>
                    <a:lnT w="6350">
                      <a:solidFill>
                        <a:srgbClr val="D9D9D9"/>
                      </a:solidFill>
                    </a:lnT>
                    <a:lnB w="6350">
                      <a:solidFill>
                        <a:srgbClr val="D9D9D9"/>
                      </a:solidFill>
                    </a:lnB>
                    <a:noFill/>
                  </a:tcPr>
                </a:tc>
                <a:extLst>
                  <a:ext uri="{0D108BD9-81ED-4DB2-BD59-A6C34878D82A}">
                    <a16:rowId xmlns:a16="http://schemas.microsoft.com/office/drawing/2014/main" val="10007"/>
                  </a:ext>
                </a:extLst>
              </a:tr>
            </a:tbl>
          </a:graphicData>
        </a:graphic>
      </p:graphicFrame>
      <p:sp>
        <p:nvSpPr>
          <p:cNvPr id="7" name="Legend"/>
          <p:cNvSpPr txBox="1"/>
          <p:nvPr/>
        </p:nvSpPr>
        <p:spPr>
          <a:xfrm>
            <a:off x="731520" y="4937760"/>
            <a:ext cx="10698480" cy="365760"/>
          </a:xfrm>
          <a:prstGeom prst="rect">
            <a:avLst/>
          </a:prstGeom>
          <a:noFill/>
        </p:spPr>
        <p:txBody>
          <a:bodyPr wrap="square" anchor="t"/>
          <a:lstStyle/>
          <a:p>
            <a:pPr algn="l">
              <a:buNone/>
            </a:pPr>
            <a:r>
              <a:rPr lang="en-US" sz="900" b="1" noProof="0">
                <a:solidFill>
                  <a:srgbClr val="0078D4"/>
                </a:solidFill>
                <a:latin typeface="Segoe UI Semibold"/>
              </a:rPr>
              <a:t>R</a:t>
            </a:r>
            <a:r>
              <a:rPr lang="en-US" sz="900" noProof="0">
                <a:solidFill>
                  <a:srgbClr val="666666"/>
                </a:solidFill>
                <a:latin typeface="Segoe UI"/>
              </a:rPr>
              <a:t> = Responsible    </a:t>
            </a:r>
            <a:r>
              <a:rPr lang="en-US" sz="900" b="1" noProof="0">
                <a:solidFill>
                  <a:srgbClr val="243A5E"/>
                </a:solidFill>
                <a:latin typeface="Segoe UI Semibold"/>
              </a:rPr>
              <a:t>A</a:t>
            </a:r>
            <a:r>
              <a:rPr lang="en-US" sz="900" noProof="0">
                <a:solidFill>
                  <a:srgbClr val="666666"/>
                </a:solidFill>
                <a:latin typeface="Segoe UI"/>
              </a:rPr>
              <a:t> = Accountable    </a:t>
            </a:r>
            <a:r>
              <a:rPr lang="en-US" sz="900" noProof="0">
                <a:solidFill>
                  <a:srgbClr val="666666"/>
                </a:solidFill>
                <a:latin typeface="Segoe UI Semibold"/>
              </a:rPr>
              <a:t>C</a:t>
            </a:r>
            <a:r>
              <a:rPr lang="en-US" sz="900" noProof="0">
                <a:solidFill>
                  <a:srgbClr val="666666"/>
                </a:solidFill>
                <a:latin typeface="Segoe UI"/>
              </a:rPr>
              <a:t> = Consulted    </a:t>
            </a:r>
            <a:r>
              <a:rPr lang="en-US" sz="900" noProof="0">
                <a:solidFill>
                  <a:srgbClr val="666666"/>
                </a:solidFill>
                <a:latin typeface="Segoe UI Semibold"/>
              </a:rPr>
              <a:t>I</a:t>
            </a:r>
            <a:r>
              <a:rPr lang="en-US" sz="900" noProof="0">
                <a:solidFill>
                  <a:srgbClr val="666666"/>
                </a:solidFill>
                <a:latin typeface="Segoe UI"/>
              </a:rPr>
              <a:t> = Informed</a:t>
            </a:r>
          </a:p>
        </p:txBody>
      </p:sp>
      <p:sp>
        <p:nvSpPr>
          <p:cNvPr id="3" name="Rectangle 2"/>
          <p:cNvSpPr/>
          <p:nvPr/>
        </p:nvSpPr>
        <p:spPr>
          <a:xfrm>
            <a:off x="731520" y="5760000"/>
            <a:ext cx="10698480" cy="18288"/>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999999"/>
                </a:solidFill>
                <a:latin typeface="Segoe UI"/>
              </a:defRPr>
            </a:pPr>
            <a:r>
              <a:rPr kumimoji="0" sz="800" b="0" i="0" u="none" strike="noStrike" kern="1200" cap="none" spc="0" normalizeH="0" baseline="0" noProof="0">
                <a:ln>
                  <a:noFill/>
                </a:ln>
                <a:solidFill>
                  <a:srgbClr val="999999"/>
                </a:solidFill>
                <a:effectLst/>
                <a:uLnTx/>
                <a:uFillTx/>
                <a:latin typeface="Segoe UI"/>
                <a:ea typeface="+mn-ea"/>
                <a:cs typeface="+mn-cs"/>
              </a:rPr>
              <a:t>Microsoft Confidential</a:t>
            </a: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640080"/>
          </a:xfrm>
          <a:prstGeom prst="rect">
            <a:avLst/>
          </a:prstGeom>
          <a:noFill/>
        </p:spPr>
        <p:txBody>
          <a:bodyPr wrap="square" anchor="b"/>
          <a:lstStyle/>
          <a:p>
            <a:pPr algn="l">
              <a:buNone/>
            </a:pPr>
            <a:r>
              <a:rPr lang="en-US" sz="2800" b="1" noProof="0">
                <a:solidFill>
                  <a:srgbClr val="FFFFFF"/>
                </a:solidFill>
                <a:latin typeface="Segoe UI Semibold"/>
              </a:rPr>
              <a:t>Key Takeaways</a:t>
            </a:r>
          </a:p>
        </p:txBody>
      </p:sp>
      <p:sp>
        <p:nvSpPr>
          <p:cNvPr id="5" name="TextBox 5"/>
          <p:cNvSpPr txBox="1"/>
          <p:nvPr/>
        </p:nvSpPr>
        <p:spPr>
          <a:xfrm>
            <a:off x="731520" y="1188720"/>
            <a:ext cx="10698480" cy="4572000"/>
          </a:xfrm>
          <a:prstGeom prst="rect">
            <a:avLst/>
          </a:prstGeom>
          <a:noFill/>
        </p:spPr>
        <p:txBody>
          <a:bodyPr wrap="square" anchor="t"/>
          <a:lstStyle/>
          <a:p>
            <a:pPr marL="285750" indent="-285750">
              <a:spcBef>
                <a:spcPts val="800"/>
              </a:spcBef>
              <a:buFont typeface="Arial" panose="020B0604020202020204" pitchFamily="34" charset="0"/>
              <a:buChar char="•"/>
            </a:pPr>
            <a:r>
              <a:rPr lang="en-US" sz="1600" b="1" noProof="0">
                <a:solidFill>
                  <a:srgbClr val="FFFFFF"/>
                </a:solidFill>
                <a:latin typeface="Segoe UI Semibold"/>
              </a:rPr>
              <a:t>AI governance is an operating discipline, not a one-time policy. </a:t>
            </a:r>
            <a:r>
              <a:rPr lang="en-US" sz="1600" noProof="0">
                <a:solidFill>
                  <a:srgbClr val="FFFFFF"/>
                </a:solidFill>
                <a:latin typeface="Segoe UI"/>
              </a:rPr>
              <a:t>Responsible AI only works when people, process, and technology reinforce each other continuously.</a:t>
            </a:r>
          </a:p>
          <a:p>
            <a:pPr marL="285750" indent="-285750">
              <a:spcBef>
                <a:spcPts val="800"/>
              </a:spcBef>
              <a:buFont typeface="Arial" panose="020B0604020202020204" pitchFamily="34" charset="0"/>
              <a:buChar char="•"/>
            </a:pPr>
            <a:r>
              <a:rPr lang="en-US" sz="1600" b="1" noProof="0">
                <a:solidFill>
                  <a:srgbClr val="FFFFFF"/>
                </a:solidFill>
                <a:latin typeface="Segoe UI Semibold"/>
              </a:rPr>
              <a:t>Accountability is shared across Model, Agent, and Data owners. </a:t>
            </a:r>
            <a:r>
              <a:rPr lang="en-US" sz="1600" noProof="0">
                <a:solidFill>
                  <a:srgbClr val="FFFFFF"/>
                </a:solidFill>
                <a:latin typeface="Segoe UI"/>
              </a:rPr>
              <a:t>Responsibility shifts with the deployment model — know who owns what at each layer.</a:t>
            </a:r>
          </a:p>
          <a:p>
            <a:pPr marL="285750" indent="-285750">
              <a:spcBef>
                <a:spcPts val="800"/>
              </a:spcBef>
              <a:buFont typeface="Arial" panose="020B0604020202020204" pitchFamily="34" charset="0"/>
              <a:buChar char="•"/>
            </a:pPr>
            <a:r>
              <a:rPr lang="en-US" sz="1600" b="1" noProof="0">
                <a:solidFill>
                  <a:srgbClr val="FFFFFF"/>
                </a:solidFill>
                <a:latin typeface="Segoe UI Semibold"/>
              </a:rPr>
              <a:t>Humans must remain in charge. </a:t>
            </a:r>
            <a:r>
              <a:rPr lang="en-US" sz="1600" noProof="0">
                <a:solidFill>
                  <a:srgbClr val="FFFFFF"/>
                </a:solidFill>
                <a:latin typeface="Segoe UI"/>
              </a:rPr>
              <a:t>Design escape hatches, approval checkpoints, and escalation paths at every stage of the AI lifecycle.</a:t>
            </a:r>
          </a:p>
          <a:p>
            <a:pPr marL="285750" indent="-285750">
              <a:spcBef>
                <a:spcPts val="800"/>
              </a:spcBef>
              <a:buFont typeface="Arial" panose="020B0604020202020204" pitchFamily="34" charset="0"/>
              <a:buChar char="•"/>
            </a:pPr>
            <a:r>
              <a:rPr lang="en-US" sz="1600" b="1" noProof="0">
                <a:solidFill>
                  <a:srgbClr val="FFFFFF"/>
                </a:solidFill>
                <a:latin typeface="Segoe UI Semibold"/>
              </a:rPr>
              <a:t>Cross-cloud governance requires a unified control plane. </a:t>
            </a:r>
            <a:r>
              <a:rPr lang="en-US" sz="1600" noProof="0">
                <a:solidFill>
                  <a:srgbClr val="FFFFFF"/>
                </a:solidFill>
                <a:latin typeface="Segoe UI"/>
              </a:rPr>
              <a:t>Apply the same identity, policy, and visibility controls regardless of where AI systems run.</a:t>
            </a:r>
          </a:p>
          <a:p>
            <a:pPr marL="285750" indent="-285750">
              <a:spcBef>
                <a:spcPts val="800"/>
              </a:spcBef>
              <a:buFont typeface="Arial" panose="020B0604020202020204" pitchFamily="34" charset="0"/>
              <a:buChar char="•"/>
            </a:pPr>
            <a:r>
              <a:rPr lang="en-US" sz="1600" b="1" noProof="0">
                <a:solidFill>
                  <a:srgbClr val="FFFFFF"/>
                </a:solidFill>
                <a:latin typeface="Segoe UI Semibold"/>
              </a:rPr>
              <a:t>Structure drives execution. </a:t>
            </a:r>
            <a:r>
              <a:rPr lang="en-US" sz="1600" noProof="0">
                <a:solidFill>
                  <a:srgbClr val="FFFFFF"/>
                </a:solidFill>
                <a:latin typeface="Segoe UI"/>
              </a:rPr>
              <a:t>Clear RACI ownership, an RAI committee charter, and cadenced governance rhythms are what turn frameworks into practice.</a:t>
            </a:r>
          </a:p>
        </p:txBody>
      </p:sp>
      <p:sp>
        <p:nvSpPr>
          <p:cNvPr id="3" name="Rectangle 2"/>
          <p:cNvSpPr/>
          <p:nvPr/>
        </p:nvSpPr>
        <p:spPr>
          <a:xfrm>
            <a:off x="731520" y="5943600"/>
            <a:ext cx="10698480" cy="1828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FFFFFF"/>
                </a:solidFill>
                <a:latin typeface="Segoe UI"/>
              </a:defRPr>
            </a:pPr>
            <a:r>
              <a:rPr kumimoji="0"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640080"/>
          </a:xfrm>
          <a:prstGeom prst="rect">
            <a:avLst/>
          </a:prstGeom>
          <a:noFill/>
        </p:spPr>
        <p:txBody>
          <a:bodyPr wrap="square" anchor="b"/>
          <a:lstStyle/>
          <a:p>
            <a:pPr algn="l">
              <a:buNone/>
            </a:pPr>
            <a:r>
              <a:rPr lang="en-US" sz="2800" b="1" noProof="0">
                <a:solidFill>
                  <a:srgbClr val="FFFFFF"/>
                </a:solidFill>
                <a:latin typeface="Segoe UI Semibold"/>
              </a:rPr>
              <a:t>Discussion Exercise — Scenario Challenge</a:t>
            </a:r>
          </a:p>
        </p:txBody>
      </p:sp>
      <p:sp>
        <p:nvSpPr>
          <p:cNvPr id="5" name="TextBox 5"/>
          <p:cNvSpPr txBox="1"/>
          <p:nvPr/>
        </p:nvSpPr>
        <p:spPr>
          <a:xfrm>
            <a:off x="731520" y="1188720"/>
            <a:ext cx="10698480" cy="4572000"/>
          </a:xfrm>
          <a:prstGeom prst="rect">
            <a:avLst/>
          </a:prstGeom>
          <a:noFill/>
        </p:spPr>
        <p:txBody>
          <a:bodyPr wrap="square" anchor="t"/>
          <a:lstStyle/>
          <a:p>
            <a:pPr marL="0" indent="0">
              <a:spcBef>
                <a:spcPts val="400"/>
              </a:spcBef>
              <a:buNone/>
            </a:pPr>
            <a:r>
              <a:rPr lang="en-US" sz="1400" b="1" noProof="0" dirty="0">
                <a:solidFill>
                  <a:srgbClr val="50E6FF"/>
                </a:solidFill>
                <a:latin typeface="Segoe UI Semibold"/>
              </a:rPr>
              <a:t>SCENARIO</a:t>
            </a:r>
          </a:p>
          <a:p>
            <a:pPr marL="0" indent="0">
              <a:spcBef>
                <a:spcPts val="400"/>
              </a:spcBef>
              <a:buNone/>
            </a:pPr>
            <a:r>
              <a:rPr lang="en-US" sz="1400" noProof="0">
                <a:solidFill>
                  <a:srgbClr val="FFFFFF"/>
                </a:solidFill>
                <a:latin typeface="Segoe UI"/>
              </a:rPr>
              <a:t>Northwind</a:t>
            </a:r>
            <a:r>
              <a:rPr lang="en-US" sz="1400" noProof="0" dirty="0">
                <a:solidFill>
                  <a:srgbClr val="FFFFFF"/>
                </a:solidFill>
                <a:latin typeface="Segoe UI"/>
              </a:rPr>
              <a:t> Financial Services is deploying an AI-powered agent that autonomously processes customer refund requests up to $5,000. The agent uses a third-party large language model hosted on a partner cloud, reads customer transaction data from an internal data lake, and operates without human review for approved amounts. A recent internal audit flagged that the agent occasionally references outdated refund policies and has no escalation path when it encounters ambiguous cases.</a:t>
            </a:r>
          </a:p>
          <a:p>
            <a:pPr marL="0" indent="0">
              <a:spcBef>
                <a:spcPts val="800"/>
              </a:spcBef>
              <a:buNone/>
            </a:pPr>
            <a:r>
              <a:rPr lang="en-US" sz="1400" b="1" noProof="0" dirty="0">
                <a:solidFill>
                  <a:srgbClr val="50E6FF"/>
                </a:solidFill>
                <a:latin typeface="Segoe UI Semibold"/>
              </a:rPr>
              <a:t>DISCUSS WITH YOUR TABLE</a:t>
            </a:r>
          </a:p>
          <a:p>
            <a:pPr marL="285750" indent="-285750">
              <a:spcBef>
                <a:spcPts val="400"/>
              </a:spcBef>
              <a:buFont typeface="Arial" panose="020B0604020202020204" pitchFamily="34" charset="0"/>
              <a:buAutoNum type="arabicPeriod"/>
            </a:pPr>
            <a:r>
              <a:rPr lang="en-US" sz="1400" b="1" noProof="0" dirty="0">
                <a:solidFill>
                  <a:srgbClr val="FFFFFF"/>
                </a:solidFill>
                <a:latin typeface="Segoe UI Semibold"/>
              </a:rPr>
              <a:t>Who is Accountable? </a:t>
            </a:r>
            <a:r>
              <a:rPr lang="en-US" sz="1400" noProof="0" dirty="0">
                <a:solidFill>
                  <a:srgbClr val="FFFFFF"/>
                </a:solidFill>
                <a:latin typeface="Segoe UI"/>
              </a:rPr>
              <a:t>Using the RACI framework, assign accountability for the outdated-policy issue. Is it the Model Owner, the Agent Owner, or the Data Owner? Why?</a:t>
            </a:r>
          </a:p>
          <a:p>
            <a:pPr marL="285750" indent="-285750">
              <a:spcBef>
                <a:spcPts val="400"/>
              </a:spcBef>
              <a:buFont typeface="Arial" panose="020B0604020202020204" pitchFamily="34" charset="0"/>
              <a:buAutoNum type="arabicPeriod"/>
            </a:pPr>
            <a:r>
              <a:rPr lang="en-US" sz="1400" b="1" noProof="0" dirty="0">
                <a:solidFill>
                  <a:srgbClr val="FFFFFF"/>
                </a:solidFill>
                <a:latin typeface="Segoe UI Semibold"/>
              </a:rPr>
              <a:t>Where is the human checkpoint? </a:t>
            </a:r>
            <a:r>
              <a:rPr lang="en-US" sz="1400" noProof="0" dirty="0">
                <a:solidFill>
                  <a:srgbClr val="FFFFFF"/>
                </a:solidFill>
                <a:latin typeface="Segoe UI"/>
              </a:rPr>
              <a:t>The agent currently runs without human review. Design at least one approval checkpoint or escalation path that balances speed with oversight.</a:t>
            </a:r>
          </a:p>
          <a:p>
            <a:pPr marL="285750" indent="-285750">
              <a:spcBef>
                <a:spcPts val="400"/>
              </a:spcBef>
              <a:buFont typeface="Arial" panose="020B0604020202020204" pitchFamily="34" charset="0"/>
              <a:buAutoNum type="arabicPeriod"/>
            </a:pPr>
            <a:r>
              <a:rPr lang="en-US" sz="1400" b="1" noProof="0" dirty="0">
                <a:solidFill>
                  <a:srgbClr val="FFFFFF"/>
                </a:solidFill>
                <a:latin typeface="Segoe UI Semibold"/>
              </a:rPr>
              <a:t>Cross-cloud governance gap. </a:t>
            </a:r>
            <a:r>
              <a:rPr lang="en-US" sz="1400" noProof="0" dirty="0">
                <a:solidFill>
                  <a:srgbClr val="FFFFFF"/>
                </a:solidFill>
                <a:latin typeface="Segoe UI"/>
              </a:rPr>
              <a:t>The model runs on a partner cloud while data stays on-premises. What unified controls would you put in place to ensure consistent policy enforcement?</a:t>
            </a:r>
          </a:p>
          <a:p>
            <a:pPr marL="285750" indent="-285750">
              <a:spcBef>
                <a:spcPts val="400"/>
              </a:spcBef>
              <a:buFont typeface="Arial" panose="020B0604020202020204" pitchFamily="34" charset="0"/>
              <a:buAutoNum type="arabicPeriod"/>
            </a:pPr>
            <a:r>
              <a:rPr lang="en-US" sz="1400" b="1" noProof="0" dirty="0">
                <a:solidFill>
                  <a:srgbClr val="FFFFFF"/>
                </a:solidFill>
                <a:latin typeface="Segoe UI Semibold"/>
              </a:rPr>
              <a:t>What would the RAI Committee do? </a:t>
            </a:r>
            <a:r>
              <a:rPr lang="en-US" sz="1400" noProof="0" dirty="0">
                <a:solidFill>
                  <a:srgbClr val="FFFFFF"/>
                </a:solidFill>
                <a:latin typeface="Segoe UI"/>
              </a:rPr>
              <a:t>Draft two concrete actions the RAI Committee should take before this agent goes back into production.</a:t>
            </a:r>
          </a:p>
        </p:txBody>
      </p:sp>
      <p:sp>
        <p:nvSpPr>
          <p:cNvPr id="3" name="Rectangle 2"/>
          <p:cNvSpPr/>
          <p:nvPr/>
        </p:nvSpPr>
        <p:spPr>
          <a:xfrm>
            <a:off x="731520" y="5943600"/>
            <a:ext cx="10698480" cy="1828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FFFFFF"/>
                </a:solidFill>
                <a:latin typeface="Segoe UI"/>
              </a:defRPr>
            </a:pPr>
            <a:r>
              <a:rPr kumimoji="0"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TextBox 1"/>
          <p:cNvSpPr txBox="1"/>
          <p:nvPr/>
        </p:nvSpPr>
        <p:spPr>
          <a:xfrm>
            <a:off x="2743200" y="2560320"/>
            <a:ext cx="6675120" cy="1371600"/>
          </a:xfrm>
          <a:prstGeom prst="rect">
            <a:avLst/>
          </a:prstGeom>
          <a:noFill/>
        </p:spPr>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sz="4000" b="1">
                <a:solidFill>
                  <a:srgbClr val="FFFFFF"/>
                </a:solidFill>
                <a:latin typeface="Segoe UI Semibold"/>
              </a:defRPr>
            </a:pPr>
            <a:r>
              <a:rPr kumimoji="0" sz="4000" b="1" i="0" u="none" strike="noStrike" kern="1200" cap="none" spc="0" normalizeH="0" baseline="0" noProof="0">
                <a:ln>
                  <a:noFill/>
                </a:ln>
                <a:solidFill>
                  <a:srgbClr val="FFFFFF"/>
                </a:solidFill>
                <a:effectLst/>
                <a:uLnTx/>
                <a:uFillTx/>
                <a:latin typeface="Segoe UI Semibold"/>
                <a:ea typeface="+mn-ea"/>
                <a:cs typeface="+mn-cs"/>
              </a:rPr>
              <a:t>Questions?</a:t>
            </a:r>
          </a:p>
        </p:txBody>
      </p:sp>
      <p:sp>
        <p:nvSpPr>
          <p:cNvPr id="3" name="Rectangle 2"/>
          <p:cNvSpPr/>
          <p:nvPr/>
        </p:nvSpPr>
        <p:spPr>
          <a:xfrm>
            <a:off x="731520" y="5943600"/>
            <a:ext cx="10698480" cy="1828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FFFFFF"/>
                </a:solidFill>
                <a:latin typeface="Segoe UI"/>
              </a:defRPr>
            </a:pPr>
            <a:r>
              <a:rPr kumimoji="0"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Tree>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MIO_NATIVESECTIONS" val="﻿&lt;?xml version=&quot;1.0&quot; encoding=&quot;utf-8&quot;?&gt;&lt;ArrayOfNativeSection xmlns:xsi=&quot;http://www.w3.org/2001/XMLSchema-instance&quot; xmlns:xsd=&quot;http://www.w3.org/2001/XMLSchema&quot;&gt;&lt;NativeSection&gt;&lt;Name&gt;Introduction to Windows PowerShell&lt;/Name&gt;&lt;FirstSlideIndex&gt;4&lt;/FirstSlideIndex&gt;&lt;SlidesCount&gt;6&lt;/SlidesCount&gt;&lt;SlideGuids&gt;&lt;guid&gt;9d9e1da7-2723-4f69-b69f-21b1693715c5&lt;/guid&gt;&lt;guid&gt;3ccd3973-1ec5-46fa-8710-ff514ce2a1f3&lt;/guid&gt;&lt;guid&gt;bc67d307-7296-45c5-86cd-00562e489dd6&lt;/guid&gt;&lt;guid&gt;672fc58f-c006-4e7b-83c2-90f4529f2400&lt;/guid&gt;&lt;guid&gt;318999cc-0be6-4be2-83d0-cb8fe10122fa&lt;/guid&gt;&lt;guid&gt;459b7d24-9e19-433a-accc-69f76be60f43&lt;/guid&gt;&lt;/SlideGuids&gt;&lt;/NativeSection&gt;&lt;NativeSection&gt;&lt;Name&gt;Introduction to Windows PowerShell - The PowerShell shell&lt;/Name&gt;&lt;FirstSlideIndex&gt;10&lt;/FirstSlideIndex&gt;&lt;SlidesCount&gt;7&lt;/SlidesCount&gt;&lt;SlideGuids&gt;&lt;guid&gt;3358efb2-d4c0-4d61-994f-75e3275fac2b&lt;/guid&gt;&lt;guid&gt;6ae3b69a-fbee-464e-ae86-3ecd39513fa0&lt;/guid&gt;&lt;guid&gt;4e0b095b-d004-4f1b-9c6b-30c2d0469d61&lt;/guid&gt;&lt;guid&gt;1d1652e4-8311-451e-9a8c-b2119571880d&lt;/guid&gt;&lt;guid&gt;aa04ec43-c604-4a73-b2eb-0ef0ee77f79c&lt;/guid&gt;&lt;guid&gt;00adf8b6-932b-4200-a1bc-c3f07f8f4d64&lt;/guid&gt;&lt;guid&gt;7e7f40d8-8d37-45ee-9724-a8bf02ad8fcf&lt;/guid&gt;&lt;/SlideGuids&gt;&lt;/NativeSection&gt;&lt;NativeSection&gt;&lt;Name&gt;Introduction to Windows PowerShell - Integrated Scripting Environment (ISE)&lt;/Name&gt;&lt;FirstSlideIndex&gt;17&lt;/FirstSlideIndex&gt;&lt;SlidesCount&gt;7&lt;/SlidesCount&gt;&lt;SlideGuids&gt;&lt;guid&gt;ca3cdbe2-c1a0-496c-8b03-963455ae08cc&lt;/guid&gt;&lt;guid&gt;b1a90355-9415-45f5-a99d-f37839064456&lt;/guid&gt;&lt;guid&gt;3bc041ee-b16c-40a8-a375-66ea1d776dc0&lt;/guid&gt;&lt;guid&gt;b6acce1c-41ec-4e65-bdcc-23f3b5b20db0&lt;/guid&gt;&lt;guid&gt;768a6834-0cfa-4d1b-b334-ac15dc4109ca&lt;/guid&gt;&lt;guid&gt;00adf8b6-932b-4200-a1bc-c3f07f8f4d64&lt;/guid&gt;&lt;guid&gt;7e7f40d8-8d37-45ee-9724-a8bf02ad8fcf&lt;/guid&gt;&lt;/SlideGuids&gt;&lt;/NativeSection&gt;&lt;NativeSection&gt;&lt;Name&gt;Introduction to Windows PowerShell - Integrated Scripting Environment (ISE) - Features&lt;/Name&gt;&lt;FirstSlideIndex&gt;24&lt;/FirstSlideIndex&gt;&lt;SlidesCount&gt;10&lt;/SlidesCount&gt;&lt;SlideGuids&gt;&lt;guid&gt;e1166bed-b1cf-4a18-b3fa-270e99523a73&lt;/guid&gt;&lt;guid&gt;1b439196-c8b3-443c-adfe-ddd445fc1dea&lt;/guid&gt;&lt;guid&gt;5db85947-b1b2-4c61-b1a6-466fcb9ccbc5&lt;/guid&gt;&lt;guid&gt;ff6facb6-682b-4525-82a1-7d48607b7e88&lt;/guid&gt;&lt;guid&gt;30280d42-31cf-4e37-be85-b7dbaab0bb92&lt;/guid&gt;&lt;guid&gt;f026dc64-98b4-4191-a399-1bde3e751c77&lt;/guid&gt;&lt;guid&gt;96dccee5-e57f-4ffe-9f58-07c261f2f193&lt;/guid&gt;&lt;guid&gt;58797128-d2cf-4e7b-ad59-8a18432caccf&lt;/guid&gt;&lt;guid&gt;00adf8b6-932b-4200-a1bc-c3f07f8f4d64&lt;/guid&gt;&lt;guid&gt;7e7f40d8-8d37-45ee-9724-a8bf02ad8fcf&lt;/guid&gt;&lt;/SlideGuids&gt;&lt;/NativeSection&gt;&lt;NativeSection&gt;&lt;Name&gt;Introduction to Commands&lt;/Name&gt;&lt;FirstSlideIndex&gt;34&lt;/FirstSlideIndex&gt;&lt;SlidesCount&gt;2&lt;/SlidesCount&gt;&lt;SlideGuids&gt;&lt;guid&gt;1f669531-dd69-4ef9-a692-f0ee18299d4d&lt;/guid&gt;&lt;guid&gt;3ccd3973-1ec5-46fa-8710-ff514ce2a1f3&lt;/guid&gt;&lt;/SlideGuids&gt;&lt;/NativeSection&gt;&lt;NativeSection&gt;&lt;Name&gt;Introduction to Commands - External Commands&lt;/Name&gt;&lt;FirstSlideIndex&gt;36&lt;/FirstSlideIndex&gt;&lt;SlidesCount&gt;5&lt;/SlidesCount&gt;&lt;SlideGuids&gt;&lt;guid&gt;3feb09ab-e4a3-4df2-b9b2-7c59bed53a69&lt;/guid&gt;&lt;guid&gt;6f878c01-a3eb-40d3-a213-c43f4a3ab641&lt;/guid&gt;&lt;guid&gt;cb107531-a8e9-469d-b5bd-c28436624552&lt;/guid&gt;&lt;guid&gt;6b3f75de-a037-4381-8fc8-618b7e265e56&lt;/guid&gt;&lt;guid&gt;7e7f40d8-8d37-45ee-9724-a8bf02ad8fcf&lt;/guid&gt;&lt;/SlideGuids&gt;&lt;/NativeSection&gt;&lt;NativeSection&gt;&lt;Name&gt;Introduction to Commands - PowerShell commands&lt;/Name&gt;&lt;FirstSlideIndex&gt;41&lt;/FirstSlideIndex&gt;&lt;SlidesCount&gt;12&lt;/SlidesCount&gt;&lt;SlideGuids&gt;&lt;guid&gt;426e1b04-391b-466b-bc29-8a42babefe40&lt;/guid&gt;&lt;guid&gt;a0578b4a-a1e6-4f54-93e4-8bf201accac6&lt;/guid&gt;&lt;guid&gt;a6d5c4db-5b9a-49b0-b2ba-bd0b3bff0758&lt;/guid&gt;&lt;guid&gt;b8052ebc-3fa8-4abe-9c2e-59c3bb4707ee&lt;/guid&gt;&lt;guid&gt;b794a4d1-9791-4bab-b28e-5253577824c6&lt;/guid&gt;&lt;guid&gt;0998e991-5e28-429f-9c2c-28193cee6032&lt;/guid&gt;&lt;guid&gt;4986f64a-99cf-404c-b710-071ed6bff202&lt;/guid&gt;&lt;guid&gt;9d70877b-88a2-415b-b023-87e5f0f10101&lt;/guid&gt;&lt;guid&gt;62563174-4078-46c5-a87c-d458e27091aa&lt;/guid&gt;&lt;guid&gt;bcf04dda-96d7-464b-ab84-ae63980a8e84&lt;/guid&gt;&lt;guid&gt;0e9c346d-8ca7-47d7-a3ea-dd9761e48c90&lt;/guid&gt;&lt;guid&gt;7e7f40d8-8d37-45ee-9724-a8bf02ad8fcf&lt;/guid&gt;&lt;/SlideGuids&gt;&lt;/NativeSection&gt;&lt;NativeSection&gt;&lt;Name&gt;Introduction to Commands - Cmdlet Syntax&lt;/Name&gt;&lt;FirstSlideIndex&gt;53&lt;/FirstSlideIndex&gt;&lt;SlidesCount&gt;14&lt;/SlidesCount&gt;&lt;SlideGuids&gt;&lt;guid&gt;7209000d-aa96-4e20-a91c-501ebc107778&lt;/guid&gt;&lt;guid&gt;f01cb306-9e1f-4590-9e38-bbf493ef8b1f&lt;/guid&gt;&lt;guid&gt;27b66761-f25d-4ebf-b7cd-c087bafe2652&lt;/guid&gt;&lt;guid&gt;7209000d-aa96-4e20-a91c-501ebc107778&lt;/guid&gt;&lt;guid&gt;7209000d-aa96-4e20-a91c-501ebc107778&lt;/guid&gt;&lt;guid&gt;7209000d-aa96-4e20-a91c-501ebc107778&lt;/guid&gt;&lt;guid&gt;7209000d-aa96-4e20-a91c-501ebc107778&lt;/guid&gt;&lt;guid&gt;7209000d-aa96-4e20-a91c-501ebc107778&lt;/guid&gt;&lt;guid&gt;7209000d-aa96-4e20-a91c-501ebc107778&lt;/guid&gt;&lt;guid&gt;5be2a765-e72f-40ef-9415-d6db991094bf&lt;/guid&gt;&lt;guid&gt;0c6b5fa0-27fa-4460-9bdd-29a275a83938&lt;/guid&gt;&lt;guid&gt;6806274d-ae00-4671-bcc4-6c446fd75137&lt;/guid&gt;&lt;guid&gt;eff1ad0d-edff-4696-b71d-26e747cd86cc&lt;/guid&gt;&lt;guid&gt;7e7f40d8-8d37-45ee-9724-a8bf02ad8fcf&lt;/guid&gt;&lt;/SlideGuids&gt;&lt;/NativeSection&gt;&lt;NativeSection&gt;&lt;Name&gt;Introduction to Commands - Cmdlet Common Parameters&lt;/Name&gt;&lt;FirstSlideIndex&gt;67&lt;/FirstSlideIndex&gt;&lt;SlidesCount&gt;12&lt;/SlidesCount&gt;&lt;SlideGuids&gt;&lt;guid&gt;9654f450-f019-44e6-b65b-d1bb1c9ab9cf&lt;/guid&gt;&lt;guid&gt;3f57c3d8-ad09-42db-8b7f-fb53311bbcb1&lt;/guid&gt;&lt;guid&gt;1b20324c-120d-4cd2-829e-ef4a36f4353a&lt;/guid&gt;&lt;guid&gt;cac7793a-fc43-4ff7-bf41-3e011449d657&lt;/guid&gt;&lt;guid&gt;8f045e5b-b095-40cd-80a0-6e971422544f&lt;/guid&gt;&lt;guid&gt;95714aaa-8dfb-4b1e-8b1e-37271dd273fa&lt;/guid&gt;&lt;guid&gt;9ab87bb2-7e8f-4af4-a94a-a8610fdccfdc&lt;/guid&gt;&lt;guid&gt;777d5f4b-0b2a-4316-82e8-5d730bbccaab&lt;/guid&gt;&lt;guid&gt;4654dda3-5a19-4678-8030-b1706eb3eb3f&lt;/guid&gt;&lt;guid&gt;2446594d-bc9d-40a4-8baa-b7757caf755f&lt;/guid&gt;&lt;guid&gt;b9cda98c-f984-44d2-949b-c0a768deba69&lt;/guid&gt;&lt;guid&gt;7e7f40d8-8d37-45ee-9724-a8bf02ad8fcf&lt;/guid&gt;&lt;/SlideGuids&gt;&lt;/NativeSection&gt;&lt;NativeSection&gt;&lt;Name&gt;Introduction to Commands - Command Termination and Line Continuation&lt;/Name&gt;&lt;FirstSlideIndex&gt;79&lt;/FirstSlideIndex&gt;&lt;SlidesCount&gt;8&lt;/SlidesCount&gt;&lt;SlideGuids&gt;&lt;guid&gt;1a25d4e7-21ea-4c9d-82ca-1c4d40b802e6&lt;/guid&gt;&lt;guid&gt;d4fc2cfb-1f4c-4284-9a90-8a9dfac87a51&lt;/guid&gt;&lt;guid&gt;00691e86-e96c-4ad2-9f74-ef4b3fa2693f&lt;/guid&gt;&lt;guid&gt;24f45a39-5d68-4f45-9666-28a431578cb4&lt;/guid&gt;&lt;guid&gt;cda6b029-eec0-4e35-9554-8139afb73cdf&lt;/guid&gt;&lt;guid&gt;ed0db01f-b035-4031-8354-c833afab6954&lt;/guid&gt;&lt;guid&gt;ae2f9860-d0e5-45d9-aeb9-b8c30276d763&lt;/guid&gt;&lt;guid&gt;7e7f40d8-8d37-45ee-9724-a8bf02ad8fcf&lt;/guid&gt;&lt;/SlideGuids&gt;&lt;/NativeSection&gt;&lt;NativeSection&gt;&lt;Name&gt;Introduction to Commands - Built-in Aliases&lt;/Name&gt;&lt;FirstSlideIndex&gt;87&lt;/FirstSlideIndex&gt;&lt;SlidesCount&gt;5&lt;/SlidesCount&gt;&lt;SlideGuids&gt;&lt;guid&gt;daa0c646-4964-4677-b662-6d7b5bde0af7&lt;/guid&gt;&lt;guid&gt;4df4c6eb-d2a5-4e73-bc8d-d337ce32b5c8&lt;/guid&gt;&lt;guid&gt;c1f56b12-3707-4f35-8733-39b9c38473e9&lt;/guid&gt;&lt;guid&gt;a3c72e30-c9fd-41a2-81b7-774a592681f2&lt;/guid&gt;&lt;guid&gt;7e7f40d8-8d37-45ee-9724-a8bf02ad8fcf&lt;/guid&gt;&lt;/SlideGuids&gt;&lt;/NativeSection&gt;&lt;NativeSection&gt;&lt;Name&gt;Introduction to Commands - User-defined Aliases&lt;/Name&gt;&lt;FirstSlideIndex&gt;92&lt;/FirstSlideIndex&gt;&lt;SlidesCount&gt;5&lt;/SlidesCount&gt;&lt;SlideGuids&gt;&lt;guid&gt;a7c2d5d0-e482-48f2-9014-d873da40f698&lt;/guid&gt;&lt;guid&gt;aa04ec43-c604-4a73-b2eb-0ef0ee77f79c&lt;/guid&gt;&lt;guid&gt;7209000d-aa96-4e20-a91c-501ebc107778&lt;/guid&gt;&lt;guid&gt;20c1946b-9a3c-4b0a-ba7c-74353ae716f5&lt;/guid&gt;&lt;guid&gt;7e7f40d8-8d37-45ee-9724-a8bf02ad8fcf&lt;/guid&gt;&lt;/SlideGuids&gt;&lt;/NativeSection&gt;&lt;NativeSection&gt;&lt;Name&gt;Introduction to Commands - Lab: Introduction to Commands&lt;/Name&gt;&lt;FirstSlideIndex&gt;97&lt;/FirstSlideIndex&gt;&lt;SlidesCount&gt;2&lt;/SlidesCount&gt;&lt;SlideGuids&gt;&lt;guid&gt;e5936d9c-b546-443b-afcc-e10e11a5dae6&lt;/guid&gt;&lt;guid&gt;1e5e1ebb-e8bf-4fba-87f5-5fca36bd0235&lt;/guid&gt;&lt;/SlideGuids&gt;&lt;/NativeSection&gt;&lt;/ArrayOfNativeSection&gt;"/>
  <p:tag name="MIO_EKGUID" val="602ca75f-b92d-4d33-a8d7-07e8571bebc5"/>
  <p:tag name="MIO_UPDATE" val="True"/>
  <p:tag name="MIO_VERSION" val="30.03.2020 15:44:06"/>
  <p:tag name="MIO_DBID" val="12B0C59E-2253-4124-A5E9-470ADF4CB168"/>
  <p:tag name="MIO_LASTDOWNLOADED" val="30.03.2020 17:44:54"/>
  <p:tag name="MIO_OBJECTNAME" val="Module Dark Grey"/>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DBID" val="12b0c59e-2253-4124-a5e9-470adf4cb168"/>
  <p:tag name="MIO_EKGUID" val="66b2b442-327e-43dd-bd4d-df915862f5d3"/>
  <p:tag name="MIO_GUID" val="3f15d768-aaeb-472a-a613-08046adda187"/>
  <p:tag name="MIO_LASTDOWNLOADED" val="30.03.2020 15:44:51"/>
  <p:tag name="MIO_LASTEDITORNAME" val="Devid Treuling"/>
  <p:tag name="MIO_OBJECTNAME" val="Learning Units covered in this Module"/>
  <p:tag name="MIO_UPDATE" val="True"/>
  <p:tag name="MIO_VERSION" val="30.03.2020 15:44:05"/>
</p:tagLst>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1_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3.xml><?xml version="1.0" encoding="utf-8"?>
<a:theme xmlns:a="http://schemas.openxmlformats.org/drawingml/2006/main" name="2_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item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9.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10.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11.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2.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1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4.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1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6.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8.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9.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lcf76f155ced4ddcb4097134ff3c332f xmlns="a29421e1-74d8-4915-bb0d-c72892872ba0">
      <Terms xmlns="http://schemas.microsoft.com/office/infopath/2007/PartnerControls"/>
    </lcf76f155ced4ddcb4097134ff3c332f>
  </documentManagement>
</p:properties>
</file>

<file path=customXml/item2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1.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4.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25.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26.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7.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8.xml><?xml version="1.0" encoding="utf-8"?>
<ct:contentTypeSchema xmlns:ct="http://schemas.microsoft.com/office/2006/metadata/contentType" xmlns:ma="http://schemas.microsoft.com/office/2006/metadata/properties/metaAttributes" ct:_="" ma:_="" ma:contentTypeName="Document" ma:contentTypeID="0x0101001BD4B4487B57D443AED9979943B92646" ma:contentTypeVersion="15" ma:contentTypeDescription="Create a new document." ma:contentTypeScope="" ma:versionID="11635a662f4c9a657eae7bf4dc620629">
  <xsd:schema xmlns:xsd="http://www.w3.org/2001/XMLSchema" xmlns:xs="http://www.w3.org/2001/XMLSchema" xmlns:p="http://schemas.microsoft.com/office/2006/metadata/properties" xmlns:ns1="http://schemas.microsoft.com/sharepoint/v3" xmlns:ns2="a29421e1-74d8-4915-bb0d-c72892872ba0" xmlns:ns3="230e9df3-be65-4c73-a93b-d1236ebd677e" targetNamespace="http://schemas.microsoft.com/office/2006/metadata/properties" ma:root="true" ma:fieldsID="dff1dd5af459cf9d2efcc6111ef93463" ns1:_="" ns2:_="" ns3:_="">
    <xsd:import namespace="http://schemas.microsoft.com/sharepoint/v3"/>
    <xsd:import namespace="a29421e1-74d8-4915-bb0d-c72892872ba0"/>
    <xsd:import namespace="230e9df3-be65-4c73-a93b-d1236ebd677e"/>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MediaServiceDocTag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421e1-74d8-4915-bb0d-c72892872ba0"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12b3914-fd28-4b53-a746-fcfd87edfe12}" ma:internalName="TaxCatchAll" ma:showField="CatchAllData" ma:web="c2fe79a6-8abe-455d-ad41-5c60efd42c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9.xml><?xml version="1.0" encoding="utf-8"?>
<?mso-contentType ?>
<FormTemplates xmlns="http://schemas.microsoft.com/sharepoint/v3/contenttype/forms">
  <Display>DocumentLibraryForm</Display>
  <Edit>DocumentLibraryForm</Edit>
  <New>DocumentLibraryForm</New>
</FormTemplates>
</file>

<file path=customXml/item30.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31.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4.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3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9.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4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4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2.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4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734F6CED-B619-41E0-BEDE-58B64D5F5EB2}">
  <ds:schemaRefs>
    <ds:schemaRef ds:uri="Strauss.PersonalizationDefinition"/>
  </ds:schemaRefs>
</ds:datastoreItem>
</file>

<file path=customXml/itemProps2.xml><?xml version="1.0" encoding="utf-8"?>
<ds:datastoreItem xmlns:ds="http://schemas.openxmlformats.org/officeDocument/2006/customXml" ds:itemID="{B09E3EAE-66CA-4A91-A5FE-A34A70B099ED}">
  <ds:schemaRefs>
    <ds:schemaRef ds:uri="Strauss.PersonalizationDefinition"/>
  </ds:schemaRefs>
</ds:datastoreItem>
</file>

<file path=customXml/itemProps3.xml><?xml version="1.0" encoding="utf-8"?>
<ds:datastoreItem xmlns:ds="http://schemas.openxmlformats.org/officeDocument/2006/customXml" ds:itemID="{D76C1D54-C31A-41C7-8796-37E3A885C9B9}">
  <ds:schemaRefs>
    <ds:schemaRef ds:uri="Strauss.PersonalizationDefinition"/>
  </ds:schemaRefs>
</ds:datastoreItem>
</file>

<file path=customXml/itemProps4.xml><?xml version="1.0" encoding="utf-8"?>
<ds:datastoreItem xmlns:ds="http://schemas.openxmlformats.org/officeDocument/2006/customXml" ds:itemID="{2BCFCE7B-4A43-491B-887D-365E2A1C50B2}">
  <ds:schemaRefs>
    <ds:schemaRef ds:uri="Strauss.PersonalizationDefinition"/>
  </ds:schemaRefs>
</ds:datastoreItem>
</file>

<file path=customXml/itemProps5.xml><?xml version="1.0" encoding="utf-8"?>
<ds:datastoreItem xmlns:ds="http://schemas.openxmlformats.org/officeDocument/2006/customXml" ds:itemID="{68BE9F8F-073F-46B7-B2D0-86DC8E2E9DCE}">
  <ds:schemaRefs>
    <ds:schemaRef ds:uri="Strauss.PersonalizationDefinition"/>
  </ds:schemaRefs>
</ds:datastoreItem>
</file>

<file path=customXml/itemProps6.xml><?xml version="1.0" encoding="utf-8"?>
<ds:datastoreItem xmlns:ds="http://schemas.openxmlformats.org/officeDocument/2006/customXml" ds:itemID="{08068EAD-DA6C-4DC8-843E-9CB0982D15F3}">
  <ds:schemaRefs>
    <ds:schemaRef ds:uri="Strauss.PersonalizationDefinition"/>
  </ds:schemaRefs>
</ds:datastoreItem>
</file>

<file path=customXml/itemProps7.xml><?xml version="1.0" encoding="utf-8"?>
<ds:datastoreItem xmlns:ds="http://schemas.openxmlformats.org/officeDocument/2006/customXml" ds:itemID="{712108F3-86F2-4B95-AF2D-FE4E45965FCC}">
  <ds:schemaRefs>
    <ds:schemaRef ds:uri="Strauss.PersonalizationDefinition"/>
  </ds:schemaRefs>
</ds:datastoreItem>
</file>

<file path=customXml/itemProps8.xml><?xml version="1.0" encoding="utf-8"?>
<ds:datastoreItem xmlns:ds="http://schemas.openxmlformats.org/officeDocument/2006/customXml" ds:itemID="{5C919DC8-E31E-42F0-9621-B916C2E029BA}">
  <ds:schemaRefs>
    <ds:schemaRef ds:uri="Strauss.PersonalizationDefinition"/>
  </ds:schemaRefs>
</ds:datastoreItem>
</file>

<file path=customXml/itemProps9.xml><?xml version="1.0" encoding="utf-8"?>
<ds:datastoreItem xmlns:ds="http://schemas.openxmlformats.org/officeDocument/2006/customXml" ds:itemID="{ECCE7DC3-F525-4E76-8812-56FCA2D21E50}">
  <ds:schemaRefs>
    <ds:schemaRef ds:uri="Strauss.PersonalizationDefinition"/>
  </ds:schemaRefs>
</ds:datastoreItem>
</file>

<file path=customXml/itemProps10.xml><?xml version="1.0" encoding="utf-8"?>
<ds:datastoreItem xmlns:ds="http://schemas.openxmlformats.org/officeDocument/2006/customXml" ds:itemID="{628127A0-F2C3-45C3-BB9F-5B29A6B848BE}">
  <ds:schemaRefs>
    <ds:schemaRef ds:uri="Strauss.PersonalizationDefinition"/>
  </ds:schemaRefs>
</ds:datastoreItem>
</file>

<file path=customXml/itemProps11.xml><?xml version="1.0" encoding="utf-8"?>
<ds:datastoreItem xmlns:ds="http://schemas.openxmlformats.org/officeDocument/2006/customXml" ds:itemID="{DF333A1B-0A9C-4DA8-ADAB-4378B69FDC48}">
  <ds:schemaRefs>
    <ds:schemaRef ds:uri="Strauss.PersonalizationDefinition"/>
  </ds:schemaRefs>
</ds:datastoreItem>
</file>

<file path=customXml/itemProps12.xml><?xml version="1.0" encoding="utf-8"?>
<ds:datastoreItem xmlns:ds="http://schemas.openxmlformats.org/officeDocument/2006/customXml" ds:itemID="{4A3F169F-E27D-4A25-888C-4C5D83BAC082}">
  <ds:schemaRefs>
    <ds:schemaRef ds:uri="Strauss.PersonalizationDefinition"/>
  </ds:schemaRefs>
</ds:datastoreItem>
</file>

<file path=customXml/itemProps13.xml><?xml version="1.0" encoding="utf-8"?>
<ds:datastoreItem xmlns:ds="http://schemas.openxmlformats.org/officeDocument/2006/customXml" ds:itemID="{C1060A51-5976-4775-97EE-ABE1B1E4972A}">
  <ds:schemaRefs>
    <ds:schemaRef ds:uri="Strauss.PersonalizationDefinition"/>
  </ds:schemaRefs>
</ds:datastoreItem>
</file>

<file path=customXml/itemProps14.xml><?xml version="1.0" encoding="utf-8"?>
<ds:datastoreItem xmlns:ds="http://schemas.openxmlformats.org/officeDocument/2006/customXml" ds:itemID="{13A5538B-5199-4900-941A-B01E377F2065}">
  <ds:schemaRefs>
    <ds:schemaRef ds:uri="Strauss.PersonalizationDefinition"/>
  </ds:schemaRefs>
</ds:datastoreItem>
</file>

<file path=customXml/itemProps15.xml><?xml version="1.0" encoding="utf-8"?>
<ds:datastoreItem xmlns:ds="http://schemas.openxmlformats.org/officeDocument/2006/customXml" ds:itemID="{103AB8E4-C30A-4895-9606-8D77F2E70F19}">
  <ds:schemaRefs>
    <ds:schemaRef ds:uri="Strauss.PersonalizationDefinition"/>
  </ds:schemaRefs>
</ds:datastoreItem>
</file>

<file path=customXml/itemProps16.xml><?xml version="1.0" encoding="utf-8"?>
<ds:datastoreItem xmlns:ds="http://schemas.openxmlformats.org/officeDocument/2006/customXml" ds:itemID="{D55AC15F-0A03-4D96-AA43-65FC3DCE2717}">
  <ds:schemaRefs>
    <ds:schemaRef ds:uri="Strauss.PersonalizationDefinition"/>
  </ds:schemaRefs>
</ds:datastoreItem>
</file>

<file path=customXml/itemProps17.xml><?xml version="1.0" encoding="utf-8"?>
<ds:datastoreItem xmlns:ds="http://schemas.openxmlformats.org/officeDocument/2006/customXml" ds:itemID="{EDFBA6C8-3A38-44F0-B645-B6B0034983DA}">
  <ds:schemaRefs>
    <ds:schemaRef ds:uri="Strauss.PersonalizationDefinition"/>
  </ds:schemaRefs>
</ds:datastoreItem>
</file>

<file path=customXml/itemProps18.xml><?xml version="1.0" encoding="utf-8"?>
<ds:datastoreItem xmlns:ds="http://schemas.openxmlformats.org/officeDocument/2006/customXml" ds:itemID="{FC25CD5D-A9DA-407F-9106-47BDA14BCED9}">
  <ds:schemaRefs>
    <ds:schemaRef ds:uri="Strauss.PersonalizationDefinition"/>
  </ds:schemaRefs>
</ds:datastoreItem>
</file>

<file path=customXml/itemProps19.xml><?xml version="1.0" encoding="utf-8"?>
<ds:datastoreItem xmlns:ds="http://schemas.openxmlformats.org/officeDocument/2006/customXml" ds:itemID="{AC7687D8-5695-4F99-A8BA-1D247B418C22}">
  <ds:schemaRefs>
    <ds:schemaRef ds:uri="19614695-0c98-4ea4-9244-f5047452aafb"/>
    <ds:schemaRef ds:uri="fcb28fc0-2e3b-4764-9e63-46b62073c0c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0.xml><?xml version="1.0" encoding="utf-8"?>
<ds:datastoreItem xmlns:ds="http://schemas.openxmlformats.org/officeDocument/2006/customXml" ds:itemID="{4EA01338-72BB-48B6-B6A4-05B31FE21105}">
  <ds:schemaRefs>
    <ds:schemaRef ds:uri="Strauss.PersonalizationDefinition"/>
  </ds:schemaRefs>
</ds:datastoreItem>
</file>

<file path=customXml/itemProps21.xml><?xml version="1.0" encoding="utf-8"?>
<ds:datastoreItem xmlns:ds="http://schemas.openxmlformats.org/officeDocument/2006/customXml" ds:itemID="{EF4AA5EB-A638-4D3A-B852-E71E18ED4953}">
  <ds:schemaRefs>
    <ds:schemaRef ds:uri="Strauss.PersonalizationDefinition"/>
  </ds:schemaRefs>
</ds:datastoreItem>
</file>

<file path=customXml/itemProps22.xml><?xml version="1.0" encoding="utf-8"?>
<ds:datastoreItem xmlns:ds="http://schemas.openxmlformats.org/officeDocument/2006/customXml" ds:itemID="{DE0DC7DC-A960-4E6E-BF1B-D3D906B081A2}">
  <ds:schemaRefs>
    <ds:schemaRef ds:uri="Strauss.PersonalizationDefinition"/>
  </ds:schemaRefs>
</ds:datastoreItem>
</file>

<file path=customXml/itemProps23.xml><?xml version="1.0" encoding="utf-8"?>
<ds:datastoreItem xmlns:ds="http://schemas.openxmlformats.org/officeDocument/2006/customXml" ds:itemID="{7469151F-B4F3-4C21-84F8-69D9E2B09815}">
  <ds:schemaRefs>
    <ds:schemaRef ds:uri="Strauss.PersonalizationDefinition"/>
  </ds:schemaRefs>
</ds:datastoreItem>
</file>

<file path=customXml/itemProps24.xml><?xml version="1.0" encoding="utf-8"?>
<ds:datastoreItem xmlns:ds="http://schemas.openxmlformats.org/officeDocument/2006/customXml" ds:itemID="{541D4602-AC17-4CBD-B95E-D5B3D757BC54}">
  <ds:schemaRefs>
    <ds:schemaRef ds:uri="Strauss.PersonalizationDefinition"/>
  </ds:schemaRefs>
</ds:datastoreItem>
</file>

<file path=customXml/itemProps25.xml><?xml version="1.0" encoding="utf-8"?>
<ds:datastoreItem xmlns:ds="http://schemas.openxmlformats.org/officeDocument/2006/customXml" ds:itemID="{46522A59-B026-4350-BB1A-BEB05240770F}">
  <ds:schemaRefs>
    <ds:schemaRef ds:uri="Strauss.PersonalizationDefinition"/>
  </ds:schemaRefs>
</ds:datastoreItem>
</file>

<file path=customXml/itemProps26.xml><?xml version="1.0" encoding="utf-8"?>
<ds:datastoreItem xmlns:ds="http://schemas.openxmlformats.org/officeDocument/2006/customXml" ds:itemID="{A09B3D8F-A36C-4B6D-871D-C53F61DFD219}">
  <ds:schemaRefs>
    <ds:schemaRef ds:uri="Strauss.PersonalizationDefinition"/>
  </ds:schemaRefs>
</ds:datastoreItem>
</file>

<file path=customXml/itemProps27.xml><?xml version="1.0" encoding="utf-8"?>
<ds:datastoreItem xmlns:ds="http://schemas.openxmlformats.org/officeDocument/2006/customXml" ds:itemID="{4C485A9E-99A8-4277-BE90-E837A967DB2E}">
  <ds:schemaRefs>
    <ds:schemaRef ds:uri="Strauss.PersonalizationDefinition"/>
  </ds:schemaRefs>
</ds:datastoreItem>
</file>

<file path=customXml/itemProps28.xml><?xml version="1.0" encoding="utf-8"?>
<ds:datastoreItem xmlns:ds="http://schemas.openxmlformats.org/officeDocument/2006/customXml" ds:itemID="{5FA25831-7A64-4740-9451-E7B39716681A}"/>
</file>

<file path=customXml/itemProps29.xml><?xml version="1.0" encoding="utf-8"?>
<ds:datastoreItem xmlns:ds="http://schemas.openxmlformats.org/officeDocument/2006/customXml" ds:itemID="{C18D3FE9-2C4E-470C-9B85-FEEE51F2FFFE}">
  <ds:schemaRefs>
    <ds:schemaRef ds:uri="http://schemas.microsoft.com/sharepoint/v3/contenttype/forms"/>
  </ds:schemaRefs>
</ds:datastoreItem>
</file>

<file path=customXml/itemProps30.xml><?xml version="1.0" encoding="utf-8"?>
<ds:datastoreItem xmlns:ds="http://schemas.openxmlformats.org/officeDocument/2006/customXml" ds:itemID="{11767EAE-0FC6-472D-9D35-EB3533243F22}">
  <ds:schemaRefs>
    <ds:schemaRef ds:uri="Strauss.PersonalizationDefinition"/>
  </ds:schemaRefs>
</ds:datastoreItem>
</file>

<file path=customXml/itemProps31.xml><?xml version="1.0" encoding="utf-8"?>
<ds:datastoreItem xmlns:ds="http://schemas.openxmlformats.org/officeDocument/2006/customXml" ds:itemID="{D7FDC28F-4CBD-40ED-9D33-0A1360D5DEC4}">
  <ds:schemaRefs>
    <ds:schemaRef ds:uri="Strauss.PersonalizationDefinition"/>
  </ds:schemaRefs>
</ds:datastoreItem>
</file>

<file path=customXml/itemProps32.xml><?xml version="1.0" encoding="utf-8"?>
<ds:datastoreItem xmlns:ds="http://schemas.openxmlformats.org/officeDocument/2006/customXml" ds:itemID="{6552B3D2-5F72-49FB-8B35-AFE12BF36804}">
  <ds:schemaRefs>
    <ds:schemaRef ds:uri="Strauss.PersonalizationDefinition"/>
  </ds:schemaRefs>
</ds:datastoreItem>
</file>

<file path=customXml/itemProps33.xml><?xml version="1.0" encoding="utf-8"?>
<ds:datastoreItem xmlns:ds="http://schemas.openxmlformats.org/officeDocument/2006/customXml" ds:itemID="{32920470-F086-4197-B6FE-12027DE25DCC}">
  <ds:schemaRefs>
    <ds:schemaRef ds:uri="Strauss.PersonalizationDefinition"/>
  </ds:schemaRefs>
</ds:datastoreItem>
</file>

<file path=customXml/itemProps34.xml><?xml version="1.0" encoding="utf-8"?>
<ds:datastoreItem xmlns:ds="http://schemas.openxmlformats.org/officeDocument/2006/customXml" ds:itemID="{E7EBEF02-C69B-46E0-B38A-E51611CE5254}">
  <ds:schemaRefs>
    <ds:schemaRef ds:uri="Strauss.PersonalizationDefinition"/>
  </ds:schemaRefs>
</ds:datastoreItem>
</file>

<file path=customXml/itemProps35.xml><?xml version="1.0" encoding="utf-8"?>
<ds:datastoreItem xmlns:ds="http://schemas.openxmlformats.org/officeDocument/2006/customXml" ds:itemID="{406127A5-B8F7-4F8A-95A9-8E20F72EA129}">
  <ds:schemaRefs>
    <ds:schemaRef ds:uri="Strauss.PersonalizationDefinition"/>
  </ds:schemaRefs>
</ds:datastoreItem>
</file>

<file path=customXml/itemProps36.xml><?xml version="1.0" encoding="utf-8"?>
<ds:datastoreItem xmlns:ds="http://schemas.openxmlformats.org/officeDocument/2006/customXml" ds:itemID="{82C716E8-B770-4139-99B0-F35B9C64B90F}">
  <ds:schemaRefs>
    <ds:schemaRef ds:uri="Strauss.PersonalizationDefinition"/>
  </ds:schemaRefs>
</ds:datastoreItem>
</file>

<file path=customXml/itemProps37.xml><?xml version="1.0" encoding="utf-8"?>
<ds:datastoreItem xmlns:ds="http://schemas.openxmlformats.org/officeDocument/2006/customXml" ds:itemID="{B228D3F7-8445-4CE7-92DC-AC7FE2D5A2AF}">
  <ds:schemaRefs>
    <ds:schemaRef ds:uri="Strauss.PersonalizationDefinition"/>
  </ds:schemaRefs>
</ds:datastoreItem>
</file>

<file path=customXml/itemProps38.xml><?xml version="1.0" encoding="utf-8"?>
<ds:datastoreItem xmlns:ds="http://schemas.openxmlformats.org/officeDocument/2006/customXml" ds:itemID="{FBC13881-F2DC-4AA3-88C8-97C40CA1EBC7}">
  <ds:schemaRefs>
    <ds:schemaRef ds:uri="Strauss.PersonalizationDefinition"/>
  </ds:schemaRefs>
</ds:datastoreItem>
</file>

<file path=customXml/itemProps39.xml><?xml version="1.0" encoding="utf-8"?>
<ds:datastoreItem xmlns:ds="http://schemas.openxmlformats.org/officeDocument/2006/customXml" ds:itemID="{A0EED17B-F609-411E-840C-8A361DF5E053}">
  <ds:schemaRefs>
    <ds:schemaRef ds:uri="Strauss.PersonalizationDefinition"/>
  </ds:schemaRefs>
</ds:datastoreItem>
</file>

<file path=customXml/itemProps40.xml><?xml version="1.0" encoding="utf-8"?>
<ds:datastoreItem xmlns:ds="http://schemas.openxmlformats.org/officeDocument/2006/customXml" ds:itemID="{F56EB5D8-3CD5-48EE-9536-13CF2B9AC25D}">
  <ds:schemaRefs>
    <ds:schemaRef ds:uri="Strauss.PersonalizationDefinition"/>
  </ds:schemaRefs>
</ds:datastoreItem>
</file>

<file path=customXml/itemProps41.xml><?xml version="1.0" encoding="utf-8"?>
<ds:datastoreItem xmlns:ds="http://schemas.openxmlformats.org/officeDocument/2006/customXml" ds:itemID="{BC268A45-186B-46A3-937F-0E016CEA70C1}">
  <ds:schemaRefs>
    <ds:schemaRef ds:uri="Strauss.PersonalizationDefinition"/>
  </ds:schemaRefs>
</ds:datastoreItem>
</file>

<file path=customXml/itemProps42.xml><?xml version="1.0" encoding="utf-8"?>
<ds:datastoreItem xmlns:ds="http://schemas.openxmlformats.org/officeDocument/2006/customXml" ds:itemID="{6F485757-9F3C-4A1E-9E86-E1C1551910BA}">
  <ds:schemaRefs>
    <ds:schemaRef ds:uri="Strauss.PersonalizationDefinition"/>
  </ds:schemaRefs>
</ds:datastoreItem>
</file>

<file path=customXml/itemProps43.xml><?xml version="1.0" encoding="utf-8"?>
<ds:datastoreItem xmlns:ds="http://schemas.openxmlformats.org/officeDocument/2006/customXml" ds:itemID="{7BE5F28F-50CA-40F1-A02E-E794FE33362D}">
  <ds:schemaRefs>
    <ds:schemaRef ds:uri="Strauss.PersonalizationDefinition"/>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Module_Template</Template>
  <TotalTime>36</TotalTime>
  <Words>4969</Words>
  <Application>Microsoft Office PowerPoint</Application>
  <PresentationFormat>Widescreen</PresentationFormat>
  <Paragraphs>598</Paragraphs>
  <Slides>27</Slides>
  <Notes>19</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27</vt:i4>
      </vt:variant>
    </vt:vector>
  </HeadingPairs>
  <TitlesOfParts>
    <vt:vector size="40" baseType="lpstr">
      <vt:lpstr>ＭＳ Ｐゴシック</vt:lpstr>
      <vt:lpstr>Aptos</vt:lpstr>
      <vt:lpstr>Arial</vt:lpstr>
      <vt:lpstr>Calibri</vt:lpstr>
      <vt:lpstr>Segoe Sans Display</vt:lpstr>
      <vt:lpstr>Segoe Sans Text</vt:lpstr>
      <vt:lpstr>Segoe Sans Text ExtraBold</vt:lpstr>
      <vt:lpstr>Segoe UI</vt:lpstr>
      <vt:lpstr>Segoe UI Semibold</vt:lpstr>
      <vt:lpstr>Wingdings</vt:lpstr>
      <vt:lpstr>White Template</vt:lpstr>
      <vt:lpstr>1_White Template</vt:lpstr>
      <vt:lpstr>2_White Template</vt:lpstr>
      <vt:lpstr>Module 2 – Roles &amp; Responsibilities (RACI)</vt:lpstr>
      <vt:lpstr>PowerPoint Presentation</vt:lpstr>
      <vt:lpstr>Learning Units covered  in this Module </vt:lpstr>
      <vt:lpstr>PowerPoint Presentation</vt:lpstr>
      <vt:lpstr>PowerPoint Presentation</vt:lpstr>
      <vt:lpstr>Responsible AI is about People, Processes and Technology</vt:lpstr>
      <vt:lpstr>PowerPoint Presentation</vt:lpstr>
      <vt:lpstr>PowerPoint Presentation</vt:lpstr>
      <vt:lpstr>PowerPoint Presentation</vt:lpstr>
      <vt:lpstr>PowerPoint Presentation</vt:lpstr>
      <vt:lpstr>Responsible AI (RAI) committee</vt:lpstr>
      <vt:lpstr>AI Security Overview</vt:lpstr>
      <vt:lpstr>Structuring for AI and agent success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Foundation Skills</dc:title>
  <dc:creator>Mike O'Neill</dc:creator>
  <cp:lastModifiedBy>Mahi Sundararajan</cp:lastModifiedBy>
  <cp:revision>6</cp:revision>
  <dcterms:created xsi:type="dcterms:W3CDTF">2019-02-08T20:09:46Z</dcterms:created>
  <dcterms:modified xsi:type="dcterms:W3CDTF">2026-06-18T22:52:06Z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mconeill@microsoft.com</vt:lpwstr>
  </property>
  <property fmtid="{D5CDD505-2E9C-101B-9397-08002B2CF9AE}" pid="5" name="MSIP_Label_f42aa342-8706-4288-bd11-ebb85995028c_SetDate">
    <vt:lpwstr>2019-02-08T20:18:02.6502176Z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c97fa254-6a58-4427-a7a7-d6af83db1ac5</vt:lpwstr>
  </property>
  <property fmtid="{D5CDD505-2E9C-101B-9397-08002B2CF9AE}" pid="9" name="MSIP_Label_f42aa342-8706-4288-bd11-ebb85995028c_Extended_MSFT_Method">
    <vt:lpwstr>Automatic</vt:lpwstr>
  </property>
  <property fmtid="{D5CDD505-2E9C-101B-9397-08002B2CF9AE}" pid="10" name="ContentTypeId">
    <vt:lpwstr>0x0101001BD4B4487B57D443AED9979943B92646</vt:lpwstr>
  </property>
  <property fmtid="{D5CDD505-2E9C-101B-9397-08002B2CF9AE}" pid="11" name="_dlc_DocIdItemGuid">
    <vt:lpwstr>faeaa986-2e78-4567-bd40-f1286550cf24</vt:lpwstr>
  </property>
  <property fmtid="{D5CDD505-2E9C-101B-9397-08002B2CF9AE}" pid="12" name="MediaServiceImageTags">
    <vt:lpwstr/>
  </property>
  <property fmtid="{D5CDD505-2E9C-101B-9397-08002B2CF9AE}" pid="13" name="MSIP_Label_8aa191f1-c555-4a9e-8b3e-85ef51701160_Enabled">
    <vt:lpwstr>true</vt:lpwstr>
  </property>
  <property fmtid="{D5CDD505-2E9C-101B-9397-08002B2CF9AE}" pid="14" name="MSIP_Label_8aa191f1-c555-4a9e-8b3e-85ef51701160_SetDate">
    <vt:lpwstr>2021-11-23T16:30:11Z</vt:lpwstr>
  </property>
  <property fmtid="{D5CDD505-2E9C-101B-9397-08002B2CF9AE}" pid="15" name="MSIP_Label_8aa191f1-c555-4a9e-8b3e-85ef51701160_Method">
    <vt:lpwstr>Standard</vt:lpwstr>
  </property>
  <property fmtid="{D5CDD505-2E9C-101B-9397-08002B2CF9AE}" pid="16" name="MSIP_Label_8aa191f1-c555-4a9e-8b3e-85ef51701160_Name">
    <vt:lpwstr>Confidential</vt:lpwstr>
  </property>
  <property fmtid="{D5CDD505-2E9C-101B-9397-08002B2CF9AE}" pid="17" name="MSIP_Label_8aa191f1-c555-4a9e-8b3e-85ef51701160_SiteId">
    <vt:lpwstr>a57507b2-d296-4dca-a9ae-67b1484e02a9</vt:lpwstr>
  </property>
  <property fmtid="{D5CDD505-2E9C-101B-9397-08002B2CF9AE}" pid="18" name="MSIP_Label_8aa191f1-c555-4a9e-8b3e-85ef51701160_ActionId">
    <vt:lpwstr>75c8a85a-1c6e-478a-ae68-029fd0558de5</vt:lpwstr>
  </property>
  <property fmtid="{D5CDD505-2E9C-101B-9397-08002B2CF9AE}" pid="19" name="MSIP_Label_8aa191f1-c555-4a9e-8b3e-85ef51701160_ContentBits">
    <vt:lpwstr>0</vt:lpwstr>
  </property>
  <property fmtid="{D5CDD505-2E9C-101B-9397-08002B2CF9AE}" pid="20" name="ComplianceAssetId">
    <vt:lpwstr/>
  </property>
  <property fmtid="{D5CDD505-2E9C-101B-9397-08002B2CF9AE}" pid="21" name="Mail Sent">
    <vt:lpwstr>false</vt:lpwstr>
  </property>
  <property fmtid="{D5CDD505-2E9C-101B-9397-08002B2CF9AE}" pid="22" name="xd_Signature">
    <vt:lpwstr/>
  </property>
  <property fmtid="{D5CDD505-2E9C-101B-9397-08002B2CF9AE}" pid="23" name="State">
    <vt:lpwstr>Open</vt:lpwstr>
  </property>
  <property fmtid="{D5CDD505-2E9C-101B-9397-08002B2CF9AE}" pid="24" name="TriggerFlowInfo">
    <vt:lpwstr/>
  </property>
  <property fmtid="{D5CDD505-2E9C-101B-9397-08002B2CF9AE}" pid="25" name="Order">
    <vt:r8>10536200</vt:r8>
  </property>
  <property fmtid="{D5CDD505-2E9C-101B-9397-08002B2CF9AE}" pid="26" name="Lead Signoff">
    <vt:lpwstr>false</vt:lpwstr>
  </property>
  <property fmtid="{D5CDD505-2E9C-101B-9397-08002B2CF9AE}" pid="27" name="Title URL">
    <vt:lpwstr>, </vt:lpwstr>
  </property>
  <property fmtid="{D5CDD505-2E9C-101B-9397-08002B2CF9AE}" pid="28" name="xd_ProgID">
    <vt:lpwstr/>
  </property>
  <property fmtid="{D5CDD505-2E9C-101B-9397-08002B2CF9AE}" pid="29" name="TemplateUrl">
    <vt:lpwstr/>
  </property>
  <property fmtid="{D5CDD505-2E9C-101B-9397-08002B2CF9AE}" pid="30" name="_ExtendedDescription">
    <vt:lpwstr/>
  </property>
  <property fmtid="{D5CDD505-2E9C-101B-9397-08002B2CF9AE}" pid="31" name="_SourceUrl">
    <vt:lpwstr/>
  </property>
  <property fmtid="{D5CDD505-2E9C-101B-9397-08002B2CF9AE}" pid="32" name="_SharedFileIndex">
    <vt:lpwstr/>
  </property>
</Properties>
</file>